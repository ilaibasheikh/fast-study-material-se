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embeddedFontLst>
    <p:embeddedFont>
      <p:font typeface="Meiryo" panose="020B0604030504040204" pitchFamily="34" charset="-128"/>
      <p:regular r:id="rId35"/>
      <p:bold r:id="rId36"/>
      <p:italic r:id="rId37"/>
      <p:boldItalic r:id="rId38"/>
    </p:embeddedFont>
    <p:embeddedFont>
      <p:font typeface="Corbel" panose="020B0503020204020204" pitchFamily="34" charset="0"/>
      <p:regular r:id="rId39"/>
      <p:bold r:id="rId40"/>
      <p:italic r:id="rId41"/>
      <p:boldItalic r:id="rId42"/>
    </p:embeddedFont>
    <p:embeddedFont>
      <p:font typeface="Google Sans" panose="020B0604020202020204" charset="0"/>
      <p:regular r:id="rId43"/>
      <p:bold r:id="rId44"/>
      <p:italic r:id="rId45"/>
      <p:boldItalic r:id="rId46"/>
    </p:embeddedFont>
    <p:embeddedFont>
      <p:font typeface="PT Sans" panose="020B050302020302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j+coBMEhgUiyRnPSpWqE8qBAMj/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8" name="Google Shape;258;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4" name="Google Shape;264;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6" name="Google Shape;316;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2" name="Google Shape;322;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3" name="Google Shape;333;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4" name="Google Shape;344;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6" name="Google Shape;366;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7" name="Google Shape;377;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8" name="Google Shape;388;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2"/>
        <p:cNvGrpSpPr/>
        <p:nvPr/>
      </p:nvGrpSpPr>
      <p:grpSpPr>
        <a:xfrm>
          <a:off x="0" y="0"/>
          <a:ext cx="0" cy="0"/>
          <a:chOff x="0" y="0"/>
          <a:chExt cx="0" cy="0"/>
        </a:xfrm>
      </p:grpSpPr>
      <p:sp>
        <p:nvSpPr>
          <p:cNvPr id="13" name="Google Shape;13;p34"/>
          <p:cNvSpPr/>
          <p:nvPr/>
        </p:nvSpPr>
        <p:spPr>
          <a:xfrm>
            <a:off x="0" y="0"/>
            <a:ext cx="3496422" cy="6858000"/>
          </a:xfrm>
          <a:custGeom>
            <a:avLst/>
            <a:gdLst/>
            <a:ahLst/>
            <a:cxnLst/>
            <a:rect l="l" t="t" r="r" b="b"/>
            <a:pathLst>
              <a:path w="3496422" h="6858000" extrusionOk="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Meiryo"/>
              <a:ea typeface="Meiryo"/>
              <a:cs typeface="Meiryo"/>
              <a:sym typeface="Meiryo"/>
            </a:endParaRPr>
          </a:p>
        </p:txBody>
      </p:sp>
      <p:sp>
        <p:nvSpPr>
          <p:cNvPr id="14" name="Google Shape;14;p34"/>
          <p:cNvSpPr txBox="1">
            <a:spLocks noGrp="1"/>
          </p:cNvSpPr>
          <p:nvPr>
            <p:ph type="ctrTitle"/>
          </p:nvPr>
        </p:nvSpPr>
        <p:spPr>
          <a:xfrm>
            <a:off x="4654295" y="1346268"/>
            <a:ext cx="7060135" cy="3285207"/>
          </a:xfrm>
          <a:prstGeom prst="rect">
            <a:avLst/>
          </a:prstGeom>
          <a:noFill/>
          <a:ln>
            <a:noFill/>
          </a:ln>
        </p:spPr>
        <p:txBody>
          <a:bodyPr spcFirstLastPara="1" wrap="square" lIns="109725" tIns="109725" rIns="109725" bIns="91425" anchor="b" anchorCtr="0">
            <a:noAutofit/>
          </a:bodyPr>
          <a:lstStyle>
            <a:lvl1pPr lvl="0" algn="l">
              <a:lnSpc>
                <a:spcPct val="120000"/>
              </a:lnSpc>
              <a:spcBef>
                <a:spcPts val="0"/>
              </a:spcBef>
              <a:spcAft>
                <a:spcPts val="0"/>
              </a:spcAft>
              <a:buClr>
                <a:srgbClr val="262626"/>
              </a:buClr>
              <a:buSzPts val="5400"/>
              <a:buFont typeface="Meiryo"/>
              <a:buNone/>
              <a:defRPr sz="54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34"/>
          <p:cNvSpPr txBox="1">
            <a:spLocks noGrp="1"/>
          </p:cNvSpPr>
          <p:nvPr>
            <p:ph type="subTitle" idx="1"/>
          </p:nvPr>
        </p:nvSpPr>
        <p:spPr>
          <a:xfrm>
            <a:off x="4662312" y="4631475"/>
            <a:ext cx="7052117" cy="1150200"/>
          </a:xfrm>
          <a:prstGeom prst="rect">
            <a:avLst/>
          </a:prstGeom>
          <a:noFill/>
          <a:ln>
            <a:noFill/>
          </a:ln>
        </p:spPr>
        <p:txBody>
          <a:bodyPr spcFirstLastPara="1" wrap="square" lIns="109725" tIns="109725" rIns="109725" bIns="91425" anchor="t" anchorCtr="0">
            <a:normAutofit/>
          </a:bodyPr>
          <a:lstStyle>
            <a:lvl1pPr lvl="0" algn="l">
              <a:lnSpc>
                <a:spcPct val="130000"/>
              </a:lnSpc>
              <a:spcBef>
                <a:spcPts val="930"/>
              </a:spcBef>
              <a:spcAft>
                <a:spcPts val="0"/>
              </a:spcAft>
              <a:buClr>
                <a:srgbClr val="262626"/>
              </a:buClr>
              <a:buSzPts val="2400"/>
              <a:buNone/>
              <a:defRPr sz="2400">
                <a:solidFill>
                  <a:srgbClr val="262626"/>
                </a:solidFill>
              </a:defRPr>
            </a:lvl1pPr>
            <a:lvl2pPr lvl="1" algn="ctr">
              <a:lnSpc>
                <a:spcPct val="140000"/>
              </a:lnSpc>
              <a:spcBef>
                <a:spcPts val="930"/>
              </a:spcBef>
              <a:spcAft>
                <a:spcPts val="0"/>
              </a:spcAft>
              <a:buClr>
                <a:srgbClr val="3F3F3F"/>
              </a:buClr>
              <a:buSzPts val="2000"/>
              <a:buNone/>
              <a:defRPr sz="2000"/>
            </a:lvl2pPr>
            <a:lvl3pPr lvl="2" algn="ctr">
              <a:lnSpc>
                <a:spcPct val="140000"/>
              </a:lnSpc>
              <a:spcBef>
                <a:spcPts val="930"/>
              </a:spcBef>
              <a:spcAft>
                <a:spcPts val="0"/>
              </a:spcAft>
              <a:buClr>
                <a:srgbClr val="3F3F3F"/>
              </a:buClr>
              <a:buSzPts val="1800"/>
              <a:buNone/>
              <a:defRPr sz="1800"/>
            </a:lvl3pPr>
            <a:lvl4pPr lvl="3" algn="ctr">
              <a:lnSpc>
                <a:spcPct val="140000"/>
              </a:lnSpc>
              <a:spcBef>
                <a:spcPts val="930"/>
              </a:spcBef>
              <a:spcAft>
                <a:spcPts val="0"/>
              </a:spcAft>
              <a:buClr>
                <a:srgbClr val="3F3F3F"/>
              </a:buClr>
              <a:buSzPts val="1600"/>
              <a:buNone/>
              <a:defRPr sz="1600"/>
            </a:lvl4pPr>
            <a:lvl5pPr lvl="4" algn="ctr">
              <a:lnSpc>
                <a:spcPct val="140000"/>
              </a:lnSpc>
              <a:spcBef>
                <a:spcPts val="930"/>
              </a:spcBef>
              <a:spcAft>
                <a:spcPts val="0"/>
              </a:spcAft>
              <a:buClr>
                <a:srgbClr val="3F3F3F"/>
              </a:buClr>
              <a:buSzPts val="1600"/>
              <a:buNone/>
              <a:defRPr sz="1600"/>
            </a:lvl5pPr>
            <a:lvl6pPr lvl="5" algn="ctr">
              <a:lnSpc>
                <a:spcPct val="111000"/>
              </a:lnSpc>
              <a:spcBef>
                <a:spcPts val="930"/>
              </a:spcBef>
              <a:spcAft>
                <a:spcPts val="0"/>
              </a:spcAft>
              <a:buClr>
                <a:srgbClr val="BC2818"/>
              </a:buClr>
              <a:buSzPts val="1600"/>
              <a:buNone/>
              <a:defRPr sz="1600"/>
            </a:lvl6pPr>
            <a:lvl7pPr lvl="6" algn="ctr">
              <a:lnSpc>
                <a:spcPct val="111000"/>
              </a:lnSpc>
              <a:spcBef>
                <a:spcPts val="930"/>
              </a:spcBef>
              <a:spcAft>
                <a:spcPts val="0"/>
              </a:spcAft>
              <a:buClr>
                <a:srgbClr val="BC2818"/>
              </a:buClr>
              <a:buSzPts val="1600"/>
              <a:buNone/>
              <a:defRPr sz="1600"/>
            </a:lvl7pPr>
            <a:lvl8pPr lvl="7" algn="ctr">
              <a:lnSpc>
                <a:spcPct val="111000"/>
              </a:lnSpc>
              <a:spcBef>
                <a:spcPts val="930"/>
              </a:spcBef>
              <a:spcAft>
                <a:spcPts val="0"/>
              </a:spcAft>
              <a:buClr>
                <a:srgbClr val="BC2818"/>
              </a:buClr>
              <a:buSzPts val="1600"/>
              <a:buNone/>
              <a:defRPr sz="1600"/>
            </a:lvl8pPr>
            <a:lvl9pPr lvl="8" algn="ctr">
              <a:lnSpc>
                <a:spcPct val="111000"/>
              </a:lnSpc>
              <a:spcBef>
                <a:spcPts val="930"/>
              </a:spcBef>
              <a:spcAft>
                <a:spcPts val="0"/>
              </a:spcAft>
              <a:buClr>
                <a:srgbClr val="BC2818"/>
              </a:buClr>
              <a:buSzPts val="1600"/>
              <a:buNone/>
              <a:defRPr sz="1600"/>
            </a:lvl9pPr>
          </a:lstStyle>
          <a:p>
            <a:endParaRPr/>
          </a:p>
        </p:txBody>
      </p:sp>
      <p:sp>
        <p:nvSpPr>
          <p:cNvPr id="16" name="Google Shape;16;p34"/>
          <p:cNvSpPr txBox="1">
            <a:spLocks noGrp="1"/>
          </p:cNvSpPr>
          <p:nvPr>
            <p:ph type="dt" idx="10"/>
          </p:nvPr>
        </p:nvSpPr>
        <p:spPr>
          <a:xfrm>
            <a:off x="4654295" y="617415"/>
            <a:ext cx="7123723" cy="457200"/>
          </a:xfrm>
          <a:prstGeom prst="rect">
            <a:avLst/>
          </a:prstGeom>
          <a:noFill/>
          <a:ln>
            <a:noFill/>
          </a:ln>
        </p:spPr>
        <p:txBody>
          <a:bodyPr spcFirstLastPara="1" wrap="square" lIns="109725" tIns="109725" rIns="109725" bIns="914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34"/>
          <p:cNvSpPr txBox="1">
            <a:spLocks noGrp="1"/>
          </p:cNvSpPr>
          <p:nvPr>
            <p:ph type="ftr" idx="11"/>
          </p:nvPr>
        </p:nvSpPr>
        <p:spPr>
          <a:xfrm>
            <a:off x="4654295" y="6170490"/>
            <a:ext cx="5588349" cy="457200"/>
          </a:xfrm>
          <a:prstGeom prst="rect">
            <a:avLst/>
          </a:prstGeom>
          <a:noFill/>
          <a:ln>
            <a:noFill/>
          </a:ln>
        </p:spPr>
        <p:txBody>
          <a:bodyPr spcFirstLastPara="1" wrap="square" lIns="109725" tIns="109725" rIns="109725" bIns="914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4"/>
          <p:cNvSpPr txBox="1">
            <a:spLocks noGrp="1"/>
          </p:cNvSpPr>
          <p:nvPr>
            <p:ph type="sldNum" idx="12"/>
          </p:nvPr>
        </p:nvSpPr>
        <p:spPr>
          <a:xfrm>
            <a:off x="10515600" y="6170490"/>
            <a:ext cx="1198829" cy="457200"/>
          </a:xfrm>
          <a:prstGeom prst="rect">
            <a:avLst/>
          </a:prstGeom>
          <a:noFill/>
          <a:ln>
            <a:noFill/>
          </a:ln>
        </p:spPr>
        <p:txBody>
          <a:bodyPr spcFirstLastPara="1" wrap="square" lIns="109725" tIns="109725" rIns="109725" bIns="91425" anchor="b" anchorCtr="0">
            <a:noAutofit/>
          </a:bodyPr>
          <a:lstStyle>
            <a:lvl1pPr marL="0" lvl="0" indent="0" algn="r">
              <a:spcBef>
                <a:spcPts val="0"/>
              </a:spcBef>
              <a:buNone/>
              <a:defRPr sz="1600" b="1" i="0" u="none" strike="noStrike" cap="none">
                <a:solidFill>
                  <a:srgbClr val="3F3F3F"/>
                </a:solidFill>
                <a:latin typeface="Meiryo"/>
                <a:ea typeface="Meiryo"/>
                <a:cs typeface="Meiryo"/>
                <a:sym typeface="Meiryo"/>
              </a:defRPr>
            </a:lvl1pPr>
            <a:lvl2pPr marL="0" lvl="1" indent="0" algn="r">
              <a:spcBef>
                <a:spcPts val="0"/>
              </a:spcBef>
              <a:buNone/>
              <a:defRPr sz="1600" b="1" i="0" u="none" strike="noStrike" cap="none">
                <a:solidFill>
                  <a:srgbClr val="3F3F3F"/>
                </a:solidFill>
                <a:latin typeface="Meiryo"/>
                <a:ea typeface="Meiryo"/>
                <a:cs typeface="Meiryo"/>
                <a:sym typeface="Meiryo"/>
              </a:defRPr>
            </a:lvl2pPr>
            <a:lvl3pPr marL="0" lvl="2" indent="0" algn="r">
              <a:spcBef>
                <a:spcPts val="0"/>
              </a:spcBef>
              <a:buNone/>
              <a:defRPr sz="1600" b="1" i="0" u="none" strike="noStrike" cap="none">
                <a:solidFill>
                  <a:srgbClr val="3F3F3F"/>
                </a:solidFill>
                <a:latin typeface="Meiryo"/>
                <a:ea typeface="Meiryo"/>
                <a:cs typeface="Meiryo"/>
                <a:sym typeface="Meiryo"/>
              </a:defRPr>
            </a:lvl3pPr>
            <a:lvl4pPr marL="0" lvl="3" indent="0" algn="r">
              <a:spcBef>
                <a:spcPts val="0"/>
              </a:spcBef>
              <a:buNone/>
              <a:defRPr sz="1600" b="1" i="0" u="none" strike="noStrike" cap="none">
                <a:solidFill>
                  <a:srgbClr val="3F3F3F"/>
                </a:solidFill>
                <a:latin typeface="Meiryo"/>
                <a:ea typeface="Meiryo"/>
                <a:cs typeface="Meiryo"/>
                <a:sym typeface="Meiryo"/>
              </a:defRPr>
            </a:lvl4pPr>
            <a:lvl5pPr marL="0" lvl="4" indent="0" algn="r">
              <a:spcBef>
                <a:spcPts val="0"/>
              </a:spcBef>
              <a:buNone/>
              <a:defRPr sz="1600" b="1" i="0" u="none" strike="noStrike" cap="none">
                <a:solidFill>
                  <a:srgbClr val="3F3F3F"/>
                </a:solidFill>
                <a:latin typeface="Meiryo"/>
                <a:ea typeface="Meiryo"/>
                <a:cs typeface="Meiryo"/>
                <a:sym typeface="Meiryo"/>
              </a:defRPr>
            </a:lvl5pPr>
            <a:lvl6pPr marL="0" lvl="5" indent="0" algn="r">
              <a:spcBef>
                <a:spcPts val="0"/>
              </a:spcBef>
              <a:buNone/>
              <a:defRPr sz="1600" b="1" i="0" u="none" strike="noStrike" cap="none">
                <a:solidFill>
                  <a:srgbClr val="3F3F3F"/>
                </a:solidFill>
                <a:latin typeface="Meiryo"/>
                <a:ea typeface="Meiryo"/>
                <a:cs typeface="Meiryo"/>
                <a:sym typeface="Meiryo"/>
              </a:defRPr>
            </a:lvl6pPr>
            <a:lvl7pPr marL="0" lvl="6" indent="0" algn="r">
              <a:spcBef>
                <a:spcPts val="0"/>
              </a:spcBef>
              <a:buNone/>
              <a:defRPr sz="1600" b="1" i="0" u="none" strike="noStrike" cap="none">
                <a:solidFill>
                  <a:srgbClr val="3F3F3F"/>
                </a:solidFill>
                <a:latin typeface="Meiryo"/>
                <a:ea typeface="Meiryo"/>
                <a:cs typeface="Meiryo"/>
                <a:sym typeface="Meiryo"/>
              </a:defRPr>
            </a:lvl7pPr>
            <a:lvl8pPr marL="0" lvl="7" indent="0" algn="r">
              <a:spcBef>
                <a:spcPts val="0"/>
              </a:spcBef>
              <a:buNone/>
              <a:defRPr sz="1600" b="1" i="0" u="none" strike="noStrike" cap="none">
                <a:solidFill>
                  <a:srgbClr val="3F3F3F"/>
                </a:solidFill>
                <a:latin typeface="Meiryo"/>
                <a:ea typeface="Meiryo"/>
                <a:cs typeface="Meiryo"/>
                <a:sym typeface="Meiryo"/>
              </a:defRPr>
            </a:lvl8pPr>
            <a:lvl9pPr marL="0" lvl="8" indent="0" algn="r">
              <a:spcBef>
                <a:spcPts val="0"/>
              </a:spcBef>
              <a:buNone/>
              <a:defRPr sz="1600" b="1" i="0" u="none" strike="noStrike" cap="none">
                <a:solidFill>
                  <a:srgbClr val="3F3F3F"/>
                </a:solidFill>
                <a:latin typeface="Meiryo"/>
                <a:ea typeface="Meiryo"/>
                <a:cs typeface="Meiryo"/>
                <a:sym typeface="Meiryo"/>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34"/>
          <p:cNvSpPr/>
          <p:nvPr/>
        </p:nvSpPr>
        <p:spPr>
          <a:xfrm>
            <a:off x="1375409" y="0"/>
            <a:ext cx="2529723" cy="6858000"/>
          </a:xfrm>
          <a:custGeom>
            <a:avLst/>
            <a:gdLst/>
            <a:ahLst/>
            <a:cxnLst/>
            <a:rect l="l" t="t" r="r" b="b"/>
            <a:pathLst>
              <a:path w="2529723" h="6858000" extrusionOk="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0" name="Google Shape;20;p34"/>
          <p:cNvSpPr/>
          <p:nvPr/>
        </p:nvSpPr>
        <p:spPr>
          <a:xfrm>
            <a:off x="1155402"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1" name="Google Shape;21;p34"/>
          <p:cNvSpPr/>
          <p:nvPr/>
        </p:nvSpPr>
        <p:spPr>
          <a:xfrm>
            <a:off x="924161" y="0"/>
            <a:ext cx="2261351" cy="6858000"/>
          </a:xfrm>
          <a:custGeom>
            <a:avLst/>
            <a:gdLst/>
            <a:ahLst/>
            <a:cxnLst/>
            <a:rect l="l" t="t" r="r" b="b"/>
            <a:pathLst>
              <a:path w="2521425" h="6858000" extrusionOk="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DCD6C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35"/>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a:bodyPr>
          <a:lstStyle>
            <a:lvl1pPr lvl="0" algn="l">
              <a:lnSpc>
                <a:spcPct val="13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5"/>
          <p:cNvSpPr txBox="1">
            <a:spLocks noGrp="1"/>
          </p:cNvSpPr>
          <p:nvPr>
            <p:ph type="body" idx="1"/>
          </p:nvPr>
        </p:nvSpPr>
        <p:spPr>
          <a:xfrm>
            <a:off x="1920240" y="2312276"/>
            <a:ext cx="8770571" cy="3651504"/>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930"/>
              </a:spcBef>
              <a:spcAft>
                <a:spcPts val="0"/>
              </a:spcAft>
              <a:buClr>
                <a:srgbClr val="3F3F3F"/>
              </a:buClr>
              <a:buSzPts val="1800"/>
              <a:buNone/>
              <a:defRPr/>
            </a:lvl1pPr>
            <a:lvl2pPr marL="914400" lvl="1" indent="-228600" algn="l">
              <a:lnSpc>
                <a:spcPct val="140000"/>
              </a:lnSpc>
              <a:spcBef>
                <a:spcPts val="930"/>
              </a:spcBef>
              <a:spcAft>
                <a:spcPts val="0"/>
              </a:spcAft>
              <a:buClr>
                <a:srgbClr val="3F3F3F"/>
              </a:buClr>
              <a:buSzPts val="1800"/>
              <a:buNone/>
              <a:defRPr/>
            </a:lvl2pPr>
            <a:lvl3pPr marL="1371600" lvl="2" indent="-342900" algn="l">
              <a:lnSpc>
                <a:spcPct val="140000"/>
              </a:lnSpc>
              <a:spcBef>
                <a:spcPts val="930"/>
              </a:spcBef>
              <a:spcAft>
                <a:spcPts val="0"/>
              </a:spcAft>
              <a:buClr>
                <a:srgbClr val="3F3F3F"/>
              </a:buClr>
              <a:buSzPts val="1800"/>
              <a:buChar char="–"/>
              <a:defRPr/>
            </a:lvl3pPr>
            <a:lvl4pPr marL="1828800" lvl="3" indent="-342900" algn="l">
              <a:lnSpc>
                <a:spcPct val="140000"/>
              </a:lnSpc>
              <a:spcBef>
                <a:spcPts val="930"/>
              </a:spcBef>
              <a:spcAft>
                <a:spcPts val="0"/>
              </a:spcAft>
              <a:buClr>
                <a:srgbClr val="3F3F3F"/>
              </a:buClr>
              <a:buSzPts val="1800"/>
              <a:buChar char="–"/>
              <a:defRPr/>
            </a:lvl4pPr>
            <a:lvl5pPr marL="2286000" lvl="4" indent="-342900" algn="l">
              <a:lnSpc>
                <a:spcPct val="140000"/>
              </a:lnSpc>
              <a:spcBef>
                <a:spcPts val="930"/>
              </a:spcBef>
              <a:spcAft>
                <a:spcPts val="0"/>
              </a:spcAft>
              <a:buClr>
                <a:srgbClr val="3F3F3F"/>
              </a:buClr>
              <a:buSzPts val="1800"/>
              <a:buChar char="–"/>
              <a:defRPr/>
            </a:lvl5pPr>
            <a:lvl6pPr marL="2743200" lvl="5" indent="-342900" algn="l">
              <a:lnSpc>
                <a:spcPct val="111000"/>
              </a:lnSpc>
              <a:spcBef>
                <a:spcPts val="930"/>
              </a:spcBef>
              <a:spcAft>
                <a:spcPts val="0"/>
              </a:spcAft>
              <a:buClr>
                <a:srgbClr val="BC2818"/>
              </a:buClr>
              <a:buSzPts val="1800"/>
              <a:buChar char="–"/>
              <a:defRPr/>
            </a:lvl6pPr>
            <a:lvl7pPr marL="3200400" lvl="6" indent="-342900" algn="l">
              <a:lnSpc>
                <a:spcPct val="111000"/>
              </a:lnSpc>
              <a:spcBef>
                <a:spcPts val="930"/>
              </a:spcBef>
              <a:spcAft>
                <a:spcPts val="0"/>
              </a:spcAft>
              <a:buClr>
                <a:srgbClr val="BC2818"/>
              </a:buClr>
              <a:buSzPts val="1800"/>
              <a:buChar char="–"/>
              <a:defRPr/>
            </a:lvl7pPr>
            <a:lvl8pPr marL="3657600" lvl="7" indent="-342900" algn="l">
              <a:lnSpc>
                <a:spcPct val="111000"/>
              </a:lnSpc>
              <a:spcBef>
                <a:spcPts val="930"/>
              </a:spcBef>
              <a:spcAft>
                <a:spcPts val="0"/>
              </a:spcAft>
              <a:buClr>
                <a:srgbClr val="BC2818"/>
              </a:buClr>
              <a:buSzPts val="1800"/>
              <a:buChar char="–"/>
              <a:defRPr/>
            </a:lvl8pPr>
            <a:lvl9pPr marL="4114800" lvl="8" indent="-342900" algn="l">
              <a:lnSpc>
                <a:spcPct val="111000"/>
              </a:lnSpc>
              <a:spcBef>
                <a:spcPts val="930"/>
              </a:spcBef>
              <a:spcAft>
                <a:spcPts val="0"/>
              </a:spcAft>
              <a:buClr>
                <a:srgbClr val="BC2818"/>
              </a:buClr>
              <a:buSzPts val="1800"/>
              <a:buChar char="–"/>
              <a:defRPr/>
            </a:lvl9pPr>
          </a:lstStyle>
          <a:p>
            <a:endParaRPr/>
          </a:p>
        </p:txBody>
      </p:sp>
      <p:sp>
        <p:nvSpPr>
          <p:cNvPr id="25" name="Google Shape;25;p35"/>
          <p:cNvSpPr txBox="1">
            <a:spLocks noGrp="1"/>
          </p:cNvSpPr>
          <p:nvPr>
            <p:ph type="dt" idx="10"/>
          </p:nvPr>
        </p:nvSpPr>
        <p:spPr>
          <a:xfrm>
            <a:off x="7850727" y="6170491"/>
            <a:ext cx="2840083" cy="457200"/>
          </a:xfrm>
          <a:prstGeom prst="rect">
            <a:avLst/>
          </a:prstGeom>
          <a:noFill/>
          <a:ln>
            <a:noFill/>
          </a:ln>
        </p:spPr>
        <p:txBody>
          <a:bodyPr spcFirstLastPara="1" wrap="square" lIns="109725" tIns="109725" rIns="109725" bIns="9142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5"/>
          <p:cNvSpPr txBox="1">
            <a:spLocks noGrp="1"/>
          </p:cNvSpPr>
          <p:nvPr>
            <p:ph type="ftr" idx="11"/>
          </p:nvPr>
        </p:nvSpPr>
        <p:spPr>
          <a:xfrm>
            <a:off x="1920240" y="6170490"/>
            <a:ext cx="5667375" cy="457200"/>
          </a:xfrm>
          <a:prstGeom prst="rect">
            <a:avLst/>
          </a:prstGeom>
          <a:noFill/>
          <a:ln>
            <a:noFill/>
          </a:ln>
        </p:spPr>
        <p:txBody>
          <a:bodyPr spcFirstLastPara="1" wrap="square" lIns="109725" tIns="109725" rIns="109725" bIns="914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5"/>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8"/>
        <p:cNvGrpSpPr/>
        <p:nvPr/>
      </p:nvGrpSpPr>
      <p:grpSpPr>
        <a:xfrm>
          <a:off x="0" y="0"/>
          <a:ext cx="0" cy="0"/>
          <a:chOff x="0" y="0"/>
          <a:chExt cx="0" cy="0"/>
        </a:xfrm>
      </p:grpSpPr>
      <p:grpSp>
        <p:nvGrpSpPr>
          <p:cNvPr id="29" name="Google Shape;29;p36"/>
          <p:cNvGrpSpPr/>
          <p:nvPr/>
        </p:nvGrpSpPr>
        <p:grpSpPr>
          <a:xfrm>
            <a:off x="3124577" y="0"/>
            <a:ext cx="4389519" cy="2916937"/>
            <a:chOff x="3124577" y="0"/>
            <a:chExt cx="4389519" cy="2916937"/>
          </a:xfrm>
        </p:grpSpPr>
        <p:sp>
          <p:nvSpPr>
            <p:cNvPr id="30" name="Google Shape;30;p36"/>
            <p:cNvSpPr/>
            <p:nvPr/>
          </p:nvSpPr>
          <p:spPr>
            <a:xfrm>
              <a:off x="3320637" y="0"/>
              <a:ext cx="4013331" cy="2742133"/>
            </a:xfrm>
            <a:custGeom>
              <a:avLst/>
              <a:gdLst/>
              <a:ahLst/>
              <a:cxnLst/>
              <a:rect l="l" t="t" r="r" b="b"/>
              <a:pathLst>
                <a:path w="4013331" h="2742133" extrusionOk="0">
                  <a:moveTo>
                    <a:pt x="294151" y="0"/>
                  </a:moveTo>
                  <a:lnTo>
                    <a:pt x="3844057" y="0"/>
                  </a:lnTo>
                  <a:lnTo>
                    <a:pt x="3892490" y="131440"/>
                  </a:lnTo>
                  <a:cubicBezTo>
                    <a:pt x="3971777" y="378867"/>
                    <a:pt x="4013331" y="652783"/>
                    <a:pt x="4013331" y="941251"/>
                  </a:cubicBezTo>
                  <a:cubicBezTo>
                    <a:pt x="4013331" y="1171430"/>
                    <a:pt x="3948997" y="1356167"/>
                    <a:pt x="3804827" y="1540292"/>
                  </a:cubicBezTo>
                  <a:cubicBezTo>
                    <a:pt x="3654026" y="1732895"/>
                    <a:pt x="3427436" y="1910292"/>
                    <a:pt x="3187498" y="2098087"/>
                  </a:cubicBezTo>
                  <a:cubicBezTo>
                    <a:pt x="3143231" y="2132693"/>
                    <a:pt x="3097499" y="2168522"/>
                    <a:pt x="3051769" y="2204787"/>
                  </a:cubicBezTo>
                  <a:cubicBezTo>
                    <a:pt x="2642425" y="2529345"/>
                    <a:pt x="2343664" y="2742133"/>
                    <a:pt x="1936476" y="2742133"/>
                  </a:cubicBezTo>
                  <a:cubicBezTo>
                    <a:pt x="1316045" y="2742133"/>
                    <a:pt x="876647" y="2480932"/>
                    <a:pt x="467303" y="1868695"/>
                  </a:cubicBezTo>
                  <a:cubicBezTo>
                    <a:pt x="413736" y="1788559"/>
                    <a:pt x="361372" y="1715679"/>
                    <a:pt x="310732" y="1645244"/>
                  </a:cubicBezTo>
                  <a:cubicBezTo>
                    <a:pt x="100850" y="1353195"/>
                    <a:pt x="0" y="1201315"/>
                    <a:pt x="0" y="941251"/>
                  </a:cubicBezTo>
                  <a:cubicBezTo>
                    <a:pt x="0" y="683021"/>
                    <a:pt x="63214" y="427935"/>
                    <a:pt x="187749" y="183076"/>
                  </a:cubicBezTo>
                  <a:cubicBezTo>
                    <a:pt x="218215" y="123194"/>
                    <a:pt x="251953" y="64578"/>
                    <a:pt x="288888" y="7329"/>
                  </a:cubicBez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1" name="Google Shape;31;p36"/>
            <p:cNvSpPr/>
            <p:nvPr/>
          </p:nvSpPr>
          <p:spPr>
            <a:xfrm>
              <a:off x="3566319" y="0"/>
              <a:ext cx="3401415" cy="2440484"/>
            </a:xfrm>
            <a:custGeom>
              <a:avLst/>
              <a:gdLst/>
              <a:ahLst/>
              <a:cxnLst/>
              <a:rect l="l" t="t" r="r" b="b"/>
              <a:pathLst>
                <a:path w="3401415" h="2440484" extrusionOk="0">
                  <a:moveTo>
                    <a:pt x="332917" y="0"/>
                  </a:moveTo>
                  <a:lnTo>
                    <a:pt x="3207137" y="0"/>
                  </a:lnTo>
                  <a:lnTo>
                    <a:pt x="3242654" y="74937"/>
                  </a:lnTo>
                  <a:cubicBezTo>
                    <a:pt x="3346386" y="322243"/>
                    <a:pt x="3401415" y="608579"/>
                    <a:pt x="3401415" y="914184"/>
                  </a:cubicBezTo>
                  <a:cubicBezTo>
                    <a:pt x="3401415" y="1109268"/>
                    <a:pt x="3346890" y="1265837"/>
                    <a:pt x="3224702" y="1421888"/>
                  </a:cubicBezTo>
                  <a:cubicBezTo>
                    <a:pt x="3096894" y="1585125"/>
                    <a:pt x="2904852" y="1735475"/>
                    <a:pt x="2701498" y="1894635"/>
                  </a:cubicBezTo>
                  <a:cubicBezTo>
                    <a:pt x="2663980" y="1923966"/>
                    <a:pt x="2625221" y="1954332"/>
                    <a:pt x="2586463" y="1985068"/>
                  </a:cubicBezTo>
                  <a:cubicBezTo>
                    <a:pt x="2239532" y="2260140"/>
                    <a:pt x="1986324" y="2440484"/>
                    <a:pt x="1641219" y="2440484"/>
                  </a:cubicBezTo>
                  <a:cubicBezTo>
                    <a:pt x="1115386" y="2440484"/>
                    <a:pt x="742984" y="2219109"/>
                    <a:pt x="396053" y="1700219"/>
                  </a:cubicBezTo>
                  <a:cubicBezTo>
                    <a:pt x="350653" y="1632303"/>
                    <a:pt x="306273" y="1570535"/>
                    <a:pt x="263354" y="1510839"/>
                  </a:cubicBezTo>
                  <a:cubicBezTo>
                    <a:pt x="85473" y="1263318"/>
                    <a:pt x="0" y="1134597"/>
                    <a:pt x="0" y="914184"/>
                  </a:cubicBezTo>
                  <a:cubicBezTo>
                    <a:pt x="0" y="695327"/>
                    <a:pt x="53576" y="479135"/>
                    <a:pt x="159122" y="271610"/>
                  </a:cubicBezTo>
                  <a:cubicBezTo>
                    <a:pt x="184943" y="220858"/>
                    <a:pt x="213538" y="171179"/>
                    <a:pt x="244841" y="122658"/>
                  </a:cubicBezTo>
                  <a:close/>
                </a:path>
              </a:pathLst>
            </a:custGeom>
            <a:noFill/>
            <a:ln w="15875" cap="flat" cmpd="sng">
              <a:solidFill>
                <a:srgbClr val="DCD6C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2" name="Google Shape;32;p36"/>
            <p:cNvSpPr/>
            <p:nvPr/>
          </p:nvSpPr>
          <p:spPr>
            <a:xfrm>
              <a:off x="3232490" y="0"/>
              <a:ext cx="4164597" cy="2817185"/>
            </a:xfrm>
            <a:custGeom>
              <a:avLst/>
              <a:gdLst/>
              <a:ahLst/>
              <a:cxnLst/>
              <a:rect l="l" t="t" r="r" b="b"/>
              <a:pathLst>
                <a:path w="4130517" h="2806419" extrusionOk="0">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3" name="Google Shape;33;p36"/>
            <p:cNvSpPr/>
            <p:nvPr/>
          </p:nvSpPr>
          <p:spPr>
            <a:xfrm>
              <a:off x="3124577" y="0"/>
              <a:ext cx="4389519" cy="2916937"/>
            </a:xfrm>
            <a:custGeom>
              <a:avLst/>
              <a:gdLst/>
              <a:ahLst/>
              <a:cxnLst/>
              <a:rect l="l" t="t" r="r" b="b"/>
              <a:pathLst>
                <a:path w="4389519" h="2916937" extrusionOk="0">
                  <a:moveTo>
                    <a:pt x="208215" y="0"/>
                  </a:moveTo>
                  <a:lnTo>
                    <a:pt x="4284014" y="0"/>
                  </a:lnTo>
                  <a:lnTo>
                    <a:pt x="4335794" y="207911"/>
                  </a:lnTo>
                  <a:cubicBezTo>
                    <a:pt x="4388748" y="479686"/>
                    <a:pt x="4403109" y="773803"/>
                    <a:pt x="4376420" y="1078865"/>
                  </a:cubicBezTo>
                  <a:cubicBezTo>
                    <a:pt x="4353703" y="1338514"/>
                    <a:pt x="4265383" y="1540772"/>
                    <a:pt x="4090147" y="1734728"/>
                  </a:cubicBezTo>
                  <a:cubicBezTo>
                    <a:pt x="3906850" y="1937616"/>
                    <a:pt x="3642485" y="2116128"/>
                    <a:pt x="3362552" y="2305097"/>
                  </a:cubicBezTo>
                  <a:cubicBezTo>
                    <a:pt x="3310910" y="2339914"/>
                    <a:pt x="3257553" y="2375972"/>
                    <a:pt x="3204152" y="2412521"/>
                  </a:cubicBezTo>
                  <a:cubicBezTo>
                    <a:pt x="2726165" y="2739616"/>
                    <a:pt x="2379682" y="2951171"/>
                    <a:pt x="1936072" y="2912360"/>
                  </a:cubicBezTo>
                  <a:cubicBezTo>
                    <a:pt x="1260148" y="2853224"/>
                    <a:pt x="807225" y="2516700"/>
                    <a:pt x="421690" y="1787063"/>
                  </a:cubicBezTo>
                  <a:cubicBezTo>
                    <a:pt x="371240" y="1691563"/>
                    <a:pt x="321385" y="1604361"/>
                    <a:pt x="273167" y="1520080"/>
                  </a:cubicBezTo>
                  <a:cubicBezTo>
                    <a:pt x="73334" y="1170636"/>
                    <a:pt x="-21548" y="989700"/>
                    <a:pt x="4118" y="696338"/>
                  </a:cubicBezTo>
                  <a:cubicBezTo>
                    <a:pt x="23232" y="477870"/>
                    <a:pt x="80908" y="264786"/>
                    <a:pt x="175984" y="60381"/>
                  </a:cubicBezTo>
                  <a:close/>
                </a:path>
              </a:pathLst>
            </a:custGeom>
            <a:noFill/>
            <a:ln w="1905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grpSp>
      <p:grpSp>
        <p:nvGrpSpPr>
          <p:cNvPr id="34" name="Google Shape;34;p36"/>
          <p:cNvGrpSpPr/>
          <p:nvPr/>
        </p:nvGrpSpPr>
        <p:grpSpPr>
          <a:xfrm>
            <a:off x="8122942" y="0"/>
            <a:ext cx="4069058" cy="3547008"/>
            <a:chOff x="8122942" y="0"/>
            <a:chExt cx="4069058" cy="3547008"/>
          </a:xfrm>
        </p:grpSpPr>
        <p:sp>
          <p:nvSpPr>
            <p:cNvPr id="35" name="Google Shape;35;p36"/>
            <p:cNvSpPr/>
            <p:nvPr/>
          </p:nvSpPr>
          <p:spPr>
            <a:xfrm>
              <a:off x="8122942" y="0"/>
              <a:ext cx="4069058" cy="3547008"/>
            </a:xfrm>
            <a:custGeom>
              <a:avLst/>
              <a:gdLst/>
              <a:ahLst/>
              <a:cxnLst/>
              <a:rect l="l" t="t" r="r" b="b"/>
              <a:pathLst>
                <a:path w="4069058" h="3547008" extrusionOk="0">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6" name="Google Shape;36;p36"/>
            <p:cNvSpPr/>
            <p:nvPr/>
          </p:nvSpPr>
          <p:spPr>
            <a:xfrm flipH="1">
              <a:off x="8319994" y="0"/>
              <a:ext cx="3872006" cy="3321595"/>
            </a:xfrm>
            <a:custGeom>
              <a:avLst/>
              <a:gdLst/>
              <a:ahLst/>
              <a:cxnLst/>
              <a:rect l="l" t="t" r="r" b="b"/>
              <a:pathLst>
                <a:path w="3872006" h="3321595" extrusionOk="0">
                  <a:moveTo>
                    <a:pt x="3466434" y="0"/>
                  </a:moveTo>
                  <a:lnTo>
                    <a:pt x="65800" y="0"/>
                  </a:lnTo>
                  <a:lnTo>
                    <a:pt x="0" y="59511"/>
                  </a:lnTo>
                  <a:lnTo>
                    <a:pt x="0" y="2518435"/>
                  </a:lnTo>
                  <a:lnTo>
                    <a:pt x="80122" y="2618704"/>
                  </a:lnTo>
                  <a:cubicBezTo>
                    <a:pt x="490323" y="3108658"/>
                    <a:pt x="942414" y="3321595"/>
                    <a:pt x="1549501" y="3321595"/>
                  </a:cubicBezTo>
                  <a:cubicBezTo>
                    <a:pt x="2004852" y="3321595"/>
                    <a:pt x="2338950" y="3095023"/>
                    <a:pt x="2796711" y="2749441"/>
                  </a:cubicBezTo>
                  <a:cubicBezTo>
                    <a:pt x="2847850" y="2710827"/>
                    <a:pt x="2898991" y="2672676"/>
                    <a:pt x="2948494" y="2635829"/>
                  </a:cubicBezTo>
                  <a:cubicBezTo>
                    <a:pt x="3216812" y="2435869"/>
                    <a:pt x="3470203" y="2246981"/>
                    <a:pt x="3638840" y="2041901"/>
                  </a:cubicBezTo>
                  <a:cubicBezTo>
                    <a:pt x="3800062" y="1845849"/>
                    <a:pt x="3872006" y="1649145"/>
                    <a:pt x="3872006" y="1404055"/>
                  </a:cubicBezTo>
                  <a:cubicBezTo>
                    <a:pt x="3872006" y="866538"/>
                    <a:pt x="3729694" y="376466"/>
                    <a:pt x="3467973" y="1974"/>
                  </a:cubicBez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Meiryo"/>
                <a:ea typeface="Meiryo"/>
                <a:cs typeface="Meiryo"/>
                <a:sym typeface="Meiryo"/>
              </a:endParaRPr>
            </a:p>
          </p:txBody>
        </p:sp>
        <p:sp>
          <p:nvSpPr>
            <p:cNvPr id="37" name="Google Shape;37;p36"/>
            <p:cNvSpPr/>
            <p:nvPr/>
          </p:nvSpPr>
          <p:spPr>
            <a:xfrm flipH="1">
              <a:off x="8729240" y="9274"/>
              <a:ext cx="3462454" cy="3010961"/>
            </a:xfrm>
            <a:custGeom>
              <a:avLst/>
              <a:gdLst/>
              <a:ahLst/>
              <a:cxnLst/>
              <a:rect l="l" t="t" r="r" b="b"/>
              <a:pathLst>
                <a:path w="3462454" h="3010961" extrusionOk="0">
                  <a:moveTo>
                    <a:pt x="2953507" y="0"/>
                  </a:moveTo>
                  <a:lnTo>
                    <a:pt x="477652" y="0"/>
                  </a:lnTo>
                  <a:lnTo>
                    <a:pt x="327396" y="113681"/>
                  </a:lnTo>
                  <a:cubicBezTo>
                    <a:pt x="222344" y="200626"/>
                    <a:pt x="128536" y="293564"/>
                    <a:pt x="46554" y="391785"/>
                  </a:cubicBezTo>
                  <a:lnTo>
                    <a:pt x="0" y="453516"/>
                  </a:lnTo>
                  <a:lnTo>
                    <a:pt x="0" y="2083461"/>
                  </a:lnTo>
                  <a:lnTo>
                    <a:pt x="26382" y="2118637"/>
                  </a:lnTo>
                  <a:cubicBezTo>
                    <a:pt x="51135" y="2152065"/>
                    <a:pt x="76235" y="2186586"/>
                    <a:pt x="101620" y="2222744"/>
                  </a:cubicBezTo>
                  <a:cubicBezTo>
                    <a:pt x="489585" y="2775245"/>
                    <a:pt x="906035" y="3010961"/>
                    <a:pt x="1494064" y="3010961"/>
                  </a:cubicBezTo>
                  <a:cubicBezTo>
                    <a:pt x="1879987" y="3010961"/>
                    <a:pt x="2163144" y="2818935"/>
                    <a:pt x="2551110" y="2526044"/>
                  </a:cubicBezTo>
                  <a:cubicBezTo>
                    <a:pt x="2594452" y="2493317"/>
                    <a:pt x="2637795" y="2460984"/>
                    <a:pt x="2679751" y="2429754"/>
                  </a:cubicBezTo>
                  <a:cubicBezTo>
                    <a:pt x="2907158" y="2260282"/>
                    <a:pt x="3121914" y="2100194"/>
                    <a:pt x="3264840" y="1926383"/>
                  </a:cubicBezTo>
                  <a:cubicBezTo>
                    <a:pt x="3401480" y="1760224"/>
                    <a:pt x="3462454" y="1593511"/>
                    <a:pt x="3462454" y="1385790"/>
                  </a:cubicBezTo>
                  <a:cubicBezTo>
                    <a:pt x="3462454" y="865148"/>
                    <a:pt x="3304918" y="397028"/>
                    <a:pt x="3018820" y="67626"/>
                  </a:cubicBezTo>
                  <a:close/>
                </a:path>
              </a:pathLst>
            </a:custGeom>
            <a:noFill/>
            <a:ln w="15875" cap="flat" cmpd="sng">
              <a:solidFill>
                <a:srgbClr val="DCD6C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Meiryo"/>
                <a:ea typeface="Meiryo"/>
                <a:cs typeface="Meiryo"/>
                <a:sym typeface="Meiryo"/>
              </a:endParaRPr>
            </a:p>
          </p:txBody>
        </p:sp>
        <p:sp>
          <p:nvSpPr>
            <p:cNvPr id="38" name="Google Shape;38;p36"/>
            <p:cNvSpPr/>
            <p:nvPr/>
          </p:nvSpPr>
          <p:spPr>
            <a:xfrm flipH="1">
              <a:off x="8243247" y="9274"/>
              <a:ext cx="3948447" cy="3411460"/>
            </a:xfrm>
            <a:custGeom>
              <a:avLst/>
              <a:gdLst/>
              <a:ahLst/>
              <a:cxnLst/>
              <a:rect l="l" t="t" r="r" b="b"/>
              <a:pathLst>
                <a:path w="3904481" h="3411460" extrusionOk="0">
                  <a:moveTo>
                    <a:pt x="3564894" y="0"/>
                  </a:moveTo>
                  <a:lnTo>
                    <a:pt x="0" y="0"/>
                  </a:lnTo>
                  <a:lnTo>
                    <a:pt x="0" y="2659993"/>
                  </a:lnTo>
                  <a:lnTo>
                    <a:pt x="1876" y="2662425"/>
                  </a:lnTo>
                  <a:cubicBezTo>
                    <a:pt x="424055" y="3184544"/>
                    <a:pt x="889346" y="3411460"/>
                    <a:pt x="1514161" y="3411460"/>
                  </a:cubicBezTo>
                  <a:cubicBezTo>
                    <a:pt x="1982808" y="3411460"/>
                    <a:pt x="2326661" y="3170014"/>
                    <a:pt x="2797788" y="2801744"/>
                  </a:cubicBezTo>
                  <a:cubicBezTo>
                    <a:pt x="2850420" y="2760595"/>
                    <a:pt x="2903054" y="2719940"/>
                    <a:pt x="2954004" y="2680673"/>
                  </a:cubicBezTo>
                  <a:cubicBezTo>
                    <a:pt x="3230156" y="2467586"/>
                    <a:pt x="3490946" y="2266297"/>
                    <a:pt x="3664508" y="2047754"/>
                  </a:cubicBezTo>
                  <a:cubicBezTo>
                    <a:pt x="3830437" y="1838832"/>
                    <a:pt x="3904481" y="1629214"/>
                    <a:pt x="3904481" y="1368033"/>
                  </a:cubicBezTo>
                  <a:cubicBezTo>
                    <a:pt x="3904481" y="877057"/>
                    <a:pt x="3796872" y="423228"/>
                    <a:pt x="3596499" y="52268"/>
                  </a:cubicBezTo>
                  <a:close/>
                </a:path>
              </a:pathLst>
            </a:custGeom>
            <a:noFill/>
            <a:ln w="1905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Meiryo"/>
                <a:ea typeface="Meiryo"/>
                <a:cs typeface="Meiryo"/>
                <a:sym typeface="Meiryo"/>
              </a:endParaRPr>
            </a:p>
          </p:txBody>
        </p:sp>
      </p:grpSp>
      <p:grpSp>
        <p:nvGrpSpPr>
          <p:cNvPr id="39" name="Google Shape;39;p36"/>
          <p:cNvGrpSpPr/>
          <p:nvPr/>
        </p:nvGrpSpPr>
        <p:grpSpPr>
          <a:xfrm>
            <a:off x="-1" y="1355238"/>
            <a:ext cx="4381339" cy="5510713"/>
            <a:chOff x="0" y="1347287"/>
            <a:chExt cx="4259808" cy="5510713"/>
          </a:xfrm>
        </p:grpSpPr>
        <p:sp>
          <p:nvSpPr>
            <p:cNvPr id="40" name="Google Shape;40;p36"/>
            <p:cNvSpPr/>
            <p:nvPr/>
          </p:nvSpPr>
          <p:spPr>
            <a:xfrm>
              <a:off x="0" y="1676545"/>
              <a:ext cx="4174269" cy="5181455"/>
            </a:xfrm>
            <a:custGeom>
              <a:avLst/>
              <a:gdLst/>
              <a:ahLst/>
              <a:cxnLst/>
              <a:rect l="l" t="t" r="r" b="b"/>
              <a:pathLst>
                <a:path w="4174269" h="5181455" extrusionOk="0">
                  <a:moveTo>
                    <a:pt x="1155130" y="990"/>
                  </a:moveTo>
                  <a:cubicBezTo>
                    <a:pt x="1564667" y="12730"/>
                    <a:pt x="1984593" y="129250"/>
                    <a:pt x="2396955" y="367328"/>
                  </a:cubicBezTo>
                  <a:cubicBezTo>
                    <a:pt x="3871760" y="1218807"/>
                    <a:pt x="4678347" y="3276416"/>
                    <a:pt x="3827960" y="4749328"/>
                  </a:cubicBezTo>
                  <a:cubicBezTo>
                    <a:pt x="3748235" y="4887417"/>
                    <a:pt x="3658928" y="4998272"/>
                    <a:pt x="3561502" y="5090948"/>
                  </a:cubicBezTo>
                  <a:lnTo>
                    <a:pt x="3452726" y="5181455"/>
                  </a:lnTo>
                  <a:lnTo>
                    <a:pt x="0" y="5181455"/>
                  </a:lnTo>
                  <a:lnTo>
                    <a:pt x="0" y="251605"/>
                  </a:lnTo>
                  <a:lnTo>
                    <a:pt x="157396" y="182600"/>
                  </a:lnTo>
                  <a:cubicBezTo>
                    <a:pt x="475610" y="54980"/>
                    <a:pt x="811718" y="-8854"/>
                    <a:pt x="1155130" y="990"/>
                  </a:cubicBez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41" name="Google Shape;41;p36"/>
            <p:cNvSpPr/>
            <p:nvPr/>
          </p:nvSpPr>
          <p:spPr>
            <a:xfrm>
              <a:off x="0" y="1347287"/>
              <a:ext cx="4259808" cy="5510713"/>
            </a:xfrm>
            <a:custGeom>
              <a:avLst/>
              <a:gdLst/>
              <a:ahLst/>
              <a:cxnLst/>
              <a:rect l="l" t="t" r="r" b="b"/>
              <a:pathLst>
                <a:path w="4259808" h="5510713" extrusionOk="0">
                  <a:moveTo>
                    <a:pt x="948905" y="1556"/>
                  </a:moveTo>
                  <a:cubicBezTo>
                    <a:pt x="1395136" y="16867"/>
                    <a:pt x="1853354" y="145625"/>
                    <a:pt x="2304106" y="405867"/>
                  </a:cubicBezTo>
                  <a:cubicBezTo>
                    <a:pt x="3916211" y="1336616"/>
                    <a:pt x="4808028" y="3568218"/>
                    <a:pt x="3890982" y="5156588"/>
                  </a:cubicBezTo>
                  <a:cubicBezTo>
                    <a:pt x="3826502" y="5268272"/>
                    <a:pt x="3756052" y="5363347"/>
                    <a:pt x="3680329" y="5445948"/>
                  </a:cubicBezTo>
                  <a:lnTo>
                    <a:pt x="3616504" y="5510713"/>
                  </a:lnTo>
                  <a:lnTo>
                    <a:pt x="0" y="5510713"/>
                  </a:lnTo>
                  <a:lnTo>
                    <a:pt x="0" y="144797"/>
                  </a:lnTo>
                  <a:lnTo>
                    <a:pt x="164164" y="92266"/>
                  </a:lnTo>
                  <a:cubicBezTo>
                    <a:pt x="418657" y="23914"/>
                    <a:pt x="681631" y="-7614"/>
                    <a:pt x="948905" y="1556"/>
                  </a:cubicBezTo>
                  <a:close/>
                </a:path>
              </a:pathLst>
            </a:custGeom>
            <a:noFill/>
            <a:ln w="1905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42" name="Google Shape;42;p36"/>
            <p:cNvSpPr/>
            <p:nvPr/>
          </p:nvSpPr>
          <p:spPr>
            <a:xfrm>
              <a:off x="0" y="1592806"/>
              <a:ext cx="4029221" cy="5265194"/>
            </a:xfrm>
            <a:custGeom>
              <a:avLst/>
              <a:gdLst/>
              <a:ahLst/>
              <a:cxnLst/>
              <a:rect l="l" t="t" r="r" b="b"/>
              <a:pathLst>
                <a:path w="4029221" h="5265194" extrusionOk="0">
                  <a:moveTo>
                    <a:pt x="812878" y="840"/>
                  </a:moveTo>
                  <a:cubicBezTo>
                    <a:pt x="862065" y="-449"/>
                    <a:pt x="911443" y="-258"/>
                    <a:pt x="960980" y="1442"/>
                  </a:cubicBezTo>
                  <a:cubicBezTo>
                    <a:pt x="1374507" y="15631"/>
                    <a:pt x="1799140" y="134952"/>
                    <a:pt x="2216856" y="376120"/>
                  </a:cubicBezTo>
                  <a:cubicBezTo>
                    <a:pt x="3710806" y="1238652"/>
                    <a:pt x="4537261" y="3306696"/>
                    <a:pt x="3687427" y="4778650"/>
                  </a:cubicBezTo>
                  <a:cubicBezTo>
                    <a:pt x="3567917" y="4985647"/>
                    <a:pt x="3426282" y="5131074"/>
                    <a:pt x="3267677" y="5245601"/>
                  </a:cubicBezTo>
                  <a:lnTo>
                    <a:pt x="3237167" y="5265194"/>
                  </a:lnTo>
                  <a:lnTo>
                    <a:pt x="0" y="5265194"/>
                  </a:lnTo>
                  <a:lnTo>
                    <a:pt x="0" y="162790"/>
                  </a:lnTo>
                  <a:lnTo>
                    <a:pt x="58408" y="139352"/>
                  </a:lnTo>
                  <a:cubicBezTo>
                    <a:pt x="301661" y="55163"/>
                    <a:pt x="554646" y="7607"/>
                    <a:pt x="812878" y="840"/>
                  </a:cubicBezTo>
                  <a:close/>
                </a:path>
              </a:pathLst>
            </a:custGeom>
            <a:noFill/>
            <a:ln w="19050" cap="flat" cmpd="sng">
              <a:solidFill>
                <a:srgbClr val="DCD6C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43" name="Google Shape;43;p36"/>
            <p:cNvSpPr/>
            <p:nvPr/>
          </p:nvSpPr>
          <p:spPr>
            <a:xfrm>
              <a:off x="0" y="2147333"/>
              <a:ext cx="3702048" cy="4710667"/>
            </a:xfrm>
            <a:custGeom>
              <a:avLst/>
              <a:gdLst/>
              <a:ahLst/>
              <a:cxnLst/>
              <a:rect l="l" t="t" r="r" b="b"/>
              <a:pathLst>
                <a:path w="3702048" h="4710667" extrusionOk="0">
                  <a:moveTo>
                    <a:pt x="1057511" y="1243"/>
                  </a:moveTo>
                  <a:cubicBezTo>
                    <a:pt x="1413932" y="13473"/>
                    <a:pt x="1779927" y="116316"/>
                    <a:pt x="2139959" y="324180"/>
                  </a:cubicBezTo>
                  <a:cubicBezTo>
                    <a:pt x="3427605" y="1067603"/>
                    <a:pt x="4139931" y="2850064"/>
                    <a:pt x="3407455" y="4118750"/>
                  </a:cubicBezTo>
                  <a:cubicBezTo>
                    <a:pt x="3235777" y="4416105"/>
                    <a:pt x="3011128" y="4566048"/>
                    <a:pt x="2754080" y="4690965"/>
                  </a:cubicBezTo>
                  <a:lnTo>
                    <a:pt x="2711405" y="4710667"/>
                  </a:lnTo>
                  <a:lnTo>
                    <a:pt x="0" y="4710667"/>
                  </a:lnTo>
                  <a:lnTo>
                    <a:pt x="0" y="239601"/>
                  </a:lnTo>
                  <a:lnTo>
                    <a:pt x="72857" y="203063"/>
                  </a:lnTo>
                  <a:cubicBezTo>
                    <a:pt x="383165" y="61024"/>
                    <a:pt x="715942" y="-10476"/>
                    <a:pt x="1057511" y="1243"/>
                  </a:cubicBezTo>
                  <a:close/>
                </a:path>
              </a:pathLst>
            </a:custGeom>
            <a:noFill/>
            <a:ln w="15875" cap="flat" cmpd="sng">
              <a:solidFill>
                <a:srgbClr val="DCD6C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grpSp>
      <p:sp>
        <p:nvSpPr>
          <p:cNvPr id="44" name="Google Shape;44;p36"/>
          <p:cNvSpPr txBox="1">
            <a:spLocks noGrp="1"/>
          </p:cNvSpPr>
          <p:nvPr>
            <p:ph type="title"/>
          </p:nvPr>
        </p:nvSpPr>
        <p:spPr>
          <a:xfrm>
            <a:off x="4654296" y="3420734"/>
            <a:ext cx="6665976" cy="2129674"/>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rgbClr val="3F3F3F"/>
              </a:buClr>
              <a:buSzPts val="4800"/>
              <a:buFont typeface="Meiryo"/>
              <a:buNone/>
              <a:defRPr sz="4800" cap="none">
                <a:solidFill>
                  <a:srgbClr val="3F3F3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36"/>
          <p:cNvSpPr txBox="1">
            <a:spLocks noGrp="1"/>
          </p:cNvSpPr>
          <p:nvPr>
            <p:ph type="ftr" idx="11"/>
          </p:nvPr>
        </p:nvSpPr>
        <p:spPr>
          <a:xfrm>
            <a:off x="4654296" y="6170490"/>
            <a:ext cx="5713314" cy="457200"/>
          </a:xfrm>
          <a:prstGeom prst="rect">
            <a:avLst/>
          </a:prstGeom>
          <a:noFill/>
          <a:ln>
            <a:noFill/>
          </a:ln>
        </p:spPr>
        <p:txBody>
          <a:bodyPr spcFirstLastPara="1" wrap="square" lIns="109725" tIns="109725" rIns="109725" bIns="914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36"/>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7" name="Google Shape;47;p36"/>
          <p:cNvSpPr txBox="1">
            <a:spLocks noGrp="1"/>
          </p:cNvSpPr>
          <p:nvPr>
            <p:ph type="body" idx="1"/>
          </p:nvPr>
        </p:nvSpPr>
        <p:spPr>
          <a:xfrm>
            <a:off x="4654295" y="5550408"/>
            <a:ext cx="6665975" cy="512064"/>
          </a:xfrm>
          <a:prstGeom prst="rect">
            <a:avLst/>
          </a:prstGeom>
          <a:noFill/>
          <a:ln>
            <a:noFill/>
          </a:ln>
        </p:spPr>
        <p:txBody>
          <a:bodyPr spcFirstLastPara="1" wrap="square" lIns="109725" tIns="109725" rIns="109725" bIns="91425" anchor="t" anchorCtr="0">
            <a:normAutofit/>
          </a:bodyPr>
          <a:lstStyle>
            <a:lvl1pPr marL="457200" lvl="0" indent="-228600" algn="l">
              <a:lnSpc>
                <a:spcPct val="130000"/>
              </a:lnSpc>
              <a:spcBef>
                <a:spcPts val="0"/>
              </a:spcBef>
              <a:spcAft>
                <a:spcPts val="0"/>
              </a:spcAft>
              <a:buClr>
                <a:srgbClr val="3F3F3F"/>
              </a:buClr>
              <a:buSzPts val="2000"/>
              <a:buNone/>
              <a:defRPr sz="2000">
                <a:solidFill>
                  <a:srgbClr val="3F3F3F"/>
                </a:solidFill>
              </a:defRPr>
            </a:lvl1pPr>
            <a:lvl2pPr marL="914400" lvl="1" indent="-228600" algn="l">
              <a:lnSpc>
                <a:spcPct val="140000"/>
              </a:lnSpc>
              <a:spcBef>
                <a:spcPts val="930"/>
              </a:spcBef>
              <a:spcAft>
                <a:spcPts val="0"/>
              </a:spcAft>
              <a:buClr>
                <a:srgbClr val="888888"/>
              </a:buClr>
              <a:buSzPts val="2000"/>
              <a:buNone/>
              <a:defRPr sz="2000">
                <a:solidFill>
                  <a:srgbClr val="888888"/>
                </a:solidFill>
              </a:defRPr>
            </a:lvl2pPr>
            <a:lvl3pPr marL="1371600" lvl="2" indent="-228600" algn="l">
              <a:lnSpc>
                <a:spcPct val="140000"/>
              </a:lnSpc>
              <a:spcBef>
                <a:spcPts val="930"/>
              </a:spcBef>
              <a:spcAft>
                <a:spcPts val="0"/>
              </a:spcAft>
              <a:buClr>
                <a:srgbClr val="888888"/>
              </a:buClr>
              <a:buSzPts val="1800"/>
              <a:buNone/>
              <a:defRPr sz="1800">
                <a:solidFill>
                  <a:srgbClr val="888888"/>
                </a:solidFill>
              </a:defRPr>
            </a:lvl3pPr>
            <a:lvl4pPr marL="1828800" lvl="3" indent="-228600" algn="l">
              <a:lnSpc>
                <a:spcPct val="140000"/>
              </a:lnSpc>
              <a:spcBef>
                <a:spcPts val="930"/>
              </a:spcBef>
              <a:spcAft>
                <a:spcPts val="0"/>
              </a:spcAft>
              <a:buClr>
                <a:srgbClr val="888888"/>
              </a:buClr>
              <a:buSzPts val="1600"/>
              <a:buNone/>
              <a:defRPr sz="1600">
                <a:solidFill>
                  <a:srgbClr val="888888"/>
                </a:solidFill>
              </a:defRPr>
            </a:lvl4pPr>
            <a:lvl5pPr marL="2286000" lvl="4" indent="-228600" algn="l">
              <a:lnSpc>
                <a:spcPct val="140000"/>
              </a:lnSpc>
              <a:spcBef>
                <a:spcPts val="930"/>
              </a:spcBef>
              <a:spcAft>
                <a:spcPts val="0"/>
              </a:spcAft>
              <a:buClr>
                <a:srgbClr val="888888"/>
              </a:buClr>
              <a:buSzPts val="1600"/>
              <a:buNone/>
              <a:defRPr sz="1600">
                <a:solidFill>
                  <a:srgbClr val="888888"/>
                </a:solidFill>
              </a:defRPr>
            </a:lvl5pPr>
            <a:lvl6pPr marL="2743200" lvl="5" indent="-228600" algn="l">
              <a:lnSpc>
                <a:spcPct val="111000"/>
              </a:lnSpc>
              <a:spcBef>
                <a:spcPts val="930"/>
              </a:spcBef>
              <a:spcAft>
                <a:spcPts val="0"/>
              </a:spcAft>
              <a:buClr>
                <a:srgbClr val="888888"/>
              </a:buClr>
              <a:buSzPts val="1600"/>
              <a:buNone/>
              <a:defRPr sz="1600">
                <a:solidFill>
                  <a:srgbClr val="888888"/>
                </a:solidFill>
              </a:defRPr>
            </a:lvl6pPr>
            <a:lvl7pPr marL="3200400" lvl="6" indent="-228600" algn="l">
              <a:lnSpc>
                <a:spcPct val="111000"/>
              </a:lnSpc>
              <a:spcBef>
                <a:spcPts val="930"/>
              </a:spcBef>
              <a:spcAft>
                <a:spcPts val="0"/>
              </a:spcAft>
              <a:buClr>
                <a:srgbClr val="888888"/>
              </a:buClr>
              <a:buSzPts val="1600"/>
              <a:buNone/>
              <a:defRPr sz="1600">
                <a:solidFill>
                  <a:srgbClr val="888888"/>
                </a:solidFill>
              </a:defRPr>
            </a:lvl7pPr>
            <a:lvl8pPr marL="3657600" lvl="7" indent="-228600" algn="l">
              <a:lnSpc>
                <a:spcPct val="111000"/>
              </a:lnSpc>
              <a:spcBef>
                <a:spcPts val="930"/>
              </a:spcBef>
              <a:spcAft>
                <a:spcPts val="0"/>
              </a:spcAft>
              <a:buClr>
                <a:srgbClr val="888888"/>
              </a:buClr>
              <a:buSzPts val="1600"/>
              <a:buNone/>
              <a:defRPr sz="1600">
                <a:solidFill>
                  <a:srgbClr val="888888"/>
                </a:solidFill>
              </a:defRPr>
            </a:lvl8pPr>
            <a:lvl9pPr marL="4114800" lvl="8" indent="-228600" algn="l">
              <a:lnSpc>
                <a:spcPct val="111000"/>
              </a:lnSpc>
              <a:spcBef>
                <a:spcPts val="930"/>
              </a:spcBef>
              <a:spcAft>
                <a:spcPts val="0"/>
              </a:spcAft>
              <a:buClr>
                <a:srgbClr val="888888"/>
              </a:buClr>
              <a:buSzPts val="1600"/>
              <a:buNone/>
              <a:defRPr sz="1600">
                <a:solidFill>
                  <a:srgbClr val="888888"/>
                </a:solidFill>
              </a:defRPr>
            </a:lvl9pPr>
          </a:lstStyle>
          <a:p>
            <a:endParaRPr/>
          </a:p>
        </p:txBody>
      </p:sp>
      <p:sp>
        <p:nvSpPr>
          <p:cNvPr id="48" name="Google Shape;48;p36"/>
          <p:cNvSpPr txBox="1">
            <a:spLocks noGrp="1"/>
          </p:cNvSpPr>
          <p:nvPr>
            <p:ph type="dt" idx="10"/>
          </p:nvPr>
        </p:nvSpPr>
        <p:spPr>
          <a:xfrm>
            <a:off x="640080" y="6170491"/>
            <a:ext cx="2840083" cy="457200"/>
          </a:xfrm>
          <a:prstGeom prst="rect">
            <a:avLst/>
          </a:prstGeom>
          <a:noFill/>
          <a:ln>
            <a:noFill/>
          </a:ln>
        </p:spPr>
        <p:txBody>
          <a:bodyPr spcFirstLastPara="1" wrap="square" lIns="109725" tIns="109725" rIns="109725" bIns="914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9"/>
        <p:cNvGrpSpPr/>
        <p:nvPr/>
      </p:nvGrpSpPr>
      <p:grpSpPr>
        <a:xfrm>
          <a:off x="0" y="0"/>
          <a:ext cx="0" cy="0"/>
          <a:chOff x="0" y="0"/>
          <a:chExt cx="0" cy="0"/>
        </a:xfrm>
      </p:grpSpPr>
      <p:sp>
        <p:nvSpPr>
          <p:cNvPr id="50" name="Google Shape;50;p37"/>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a:bodyPr>
          <a:lstStyle>
            <a:lvl1pPr lvl="0" algn="l">
              <a:lnSpc>
                <a:spcPct val="13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7"/>
          <p:cNvSpPr txBox="1">
            <a:spLocks noGrp="1"/>
          </p:cNvSpPr>
          <p:nvPr>
            <p:ph type="body" idx="1"/>
          </p:nvPr>
        </p:nvSpPr>
        <p:spPr>
          <a:xfrm>
            <a:off x="1920240" y="2438399"/>
            <a:ext cx="4160520" cy="3657601"/>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930"/>
              </a:spcBef>
              <a:spcAft>
                <a:spcPts val="0"/>
              </a:spcAft>
              <a:buClr>
                <a:srgbClr val="3F3F3F"/>
              </a:buClr>
              <a:buSzPts val="1800"/>
              <a:buNone/>
              <a:defRPr/>
            </a:lvl1pPr>
            <a:lvl2pPr marL="914400" lvl="1" indent="-228600" algn="l">
              <a:lnSpc>
                <a:spcPct val="140000"/>
              </a:lnSpc>
              <a:spcBef>
                <a:spcPts val="930"/>
              </a:spcBef>
              <a:spcAft>
                <a:spcPts val="0"/>
              </a:spcAft>
              <a:buClr>
                <a:srgbClr val="3F3F3F"/>
              </a:buClr>
              <a:buSzPts val="1800"/>
              <a:buNone/>
              <a:defRPr/>
            </a:lvl2pPr>
            <a:lvl3pPr marL="1371600" lvl="2" indent="-342900" algn="l">
              <a:lnSpc>
                <a:spcPct val="140000"/>
              </a:lnSpc>
              <a:spcBef>
                <a:spcPts val="930"/>
              </a:spcBef>
              <a:spcAft>
                <a:spcPts val="0"/>
              </a:spcAft>
              <a:buClr>
                <a:srgbClr val="3F3F3F"/>
              </a:buClr>
              <a:buSzPts val="1800"/>
              <a:buChar char="–"/>
              <a:defRPr/>
            </a:lvl3pPr>
            <a:lvl4pPr marL="1828800" lvl="3" indent="-342900" algn="l">
              <a:lnSpc>
                <a:spcPct val="140000"/>
              </a:lnSpc>
              <a:spcBef>
                <a:spcPts val="930"/>
              </a:spcBef>
              <a:spcAft>
                <a:spcPts val="0"/>
              </a:spcAft>
              <a:buClr>
                <a:srgbClr val="3F3F3F"/>
              </a:buClr>
              <a:buSzPts val="1800"/>
              <a:buChar char="–"/>
              <a:defRPr/>
            </a:lvl4pPr>
            <a:lvl5pPr marL="2286000" lvl="4" indent="-342900" algn="l">
              <a:lnSpc>
                <a:spcPct val="140000"/>
              </a:lnSpc>
              <a:spcBef>
                <a:spcPts val="930"/>
              </a:spcBef>
              <a:spcAft>
                <a:spcPts val="0"/>
              </a:spcAft>
              <a:buClr>
                <a:srgbClr val="3F3F3F"/>
              </a:buClr>
              <a:buSzPts val="1800"/>
              <a:buChar char="–"/>
              <a:defRPr/>
            </a:lvl5pPr>
            <a:lvl6pPr marL="2743200" lvl="5" indent="-342900" algn="l">
              <a:lnSpc>
                <a:spcPct val="111000"/>
              </a:lnSpc>
              <a:spcBef>
                <a:spcPts val="930"/>
              </a:spcBef>
              <a:spcAft>
                <a:spcPts val="0"/>
              </a:spcAft>
              <a:buClr>
                <a:srgbClr val="BC2818"/>
              </a:buClr>
              <a:buSzPts val="1800"/>
              <a:buChar char="–"/>
              <a:defRPr/>
            </a:lvl6pPr>
            <a:lvl7pPr marL="3200400" lvl="6" indent="-342900" algn="l">
              <a:lnSpc>
                <a:spcPct val="111000"/>
              </a:lnSpc>
              <a:spcBef>
                <a:spcPts val="930"/>
              </a:spcBef>
              <a:spcAft>
                <a:spcPts val="0"/>
              </a:spcAft>
              <a:buClr>
                <a:srgbClr val="BC2818"/>
              </a:buClr>
              <a:buSzPts val="1800"/>
              <a:buChar char="–"/>
              <a:defRPr/>
            </a:lvl7pPr>
            <a:lvl8pPr marL="3657600" lvl="7" indent="-342900" algn="l">
              <a:lnSpc>
                <a:spcPct val="111000"/>
              </a:lnSpc>
              <a:spcBef>
                <a:spcPts val="930"/>
              </a:spcBef>
              <a:spcAft>
                <a:spcPts val="0"/>
              </a:spcAft>
              <a:buClr>
                <a:srgbClr val="BC2818"/>
              </a:buClr>
              <a:buSzPts val="1800"/>
              <a:buChar char="–"/>
              <a:defRPr/>
            </a:lvl8pPr>
            <a:lvl9pPr marL="4114800" lvl="8" indent="-342900" algn="l">
              <a:lnSpc>
                <a:spcPct val="111000"/>
              </a:lnSpc>
              <a:spcBef>
                <a:spcPts val="930"/>
              </a:spcBef>
              <a:spcAft>
                <a:spcPts val="0"/>
              </a:spcAft>
              <a:buClr>
                <a:srgbClr val="BC2818"/>
              </a:buClr>
              <a:buSzPts val="1800"/>
              <a:buChar char="–"/>
              <a:defRPr/>
            </a:lvl9pPr>
          </a:lstStyle>
          <a:p>
            <a:endParaRPr/>
          </a:p>
        </p:txBody>
      </p:sp>
      <p:sp>
        <p:nvSpPr>
          <p:cNvPr id="52" name="Google Shape;52;p37"/>
          <p:cNvSpPr txBox="1">
            <a:spLocks noGrp="1"/>
          </p:cNvSpPr>
          <p:nvPr>
            <p:ph type="body" idx="2"/>
          </p:nvPr>
        </p:nvSpPr>
        <p:spPr>
          <a:xfrm>
            <a:off x="6530290" y="2438399"/>
            <a:ext cx="4160520" cy="3657601"/>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930"/>
              </a:spcBef>
              <a:spcAft>
                <a:spcPts val="0"/>
              </a:spcAft>
              <a:buClr>
                <a:srgbClr val="3F3F3F"/>
              </a:buClr>
              <a:buSzPts val="1800"/>
              <a:buNone/>
              <a:defRPr/>
            </a:lvl1pPr>
            <a:lvl2pPr marL="914400" lvl="1" indent="-228600" algn="l">
              <a:lnSpc>
                <a:spcPct val="140000"/>
              </a:lnSpc>
              <a:spcBef>
                <a:spcPts val="930"/>
              </a:spcBef>
              <a:spcAft>
                <a:spcPts val="0"/>
              </a:spcAft>
              <a:buClr>
                <a:srgbClr val="3F3F3F"/>
              </a:buClr>
              <a:buSzPts val="1800"/>
              <a:buNone/>
              <a:defRPr/>
            </a:lvl2pPr>
            <a:lvl3pPr marL="1371600" lvl="2" indent="-342900" algn="l">
              <a:lnSpc>
                <a:spcPct val="140000"/>
              </a:lnSpc>
              <a:spcBef>
                <a:spcPts val="930"/>
              </a:spcBef>
              <a:spcAft>
                <a:spcPts val="0"/>
              </a:spcAft>
              <a:buClr>
                <a:srgbClr val="3F3F3F"/>
              </a:buClr>
              <a:buSzPts val="1800"/>
              <a:buChar char="–"/>
              <a:defRPr/>
            </a:lvl3pPr>
            <a:lvl4pPr marL="1828800" lvl="3" indent="-342900" algn="l">
              <a:lnSpc>
                <a:spcPct val="140000"/>
              </a:lnSpc>
              <a:spcBef>
                <a:spcPts val="930"/>
              </a:spcBef>
              <a:spcAft>
                <a:spcPts val="0"/>
              </a:spcAft>
              <a:buClr>
                <a:srgbClr val="3F3F3F"/>
              </a:buClr>
              <a:buSzPts val="1800"/>
              <a:buChar char="–"/>
              <a:defRPr/>
            </a:lvl4pPr>
            <a:lvl5pPr marL="2286000" lvl="4" indent="-342900" algn="l">
              <a:lnSpc>
                <a:spcPct val="140000"/>
              </a:lnSpc>
              <a:spcBef>
                <a:spcPts val="930"/>
              </a:spcBef>
              <a:spcAft>
                <a:spcPts val="0"/>
              </a:spcAft>
              <a:buClr>
                <a:srgbClr val="3F3F3F"/>
              </a:buClr>
              <a:buSzPts val="1800"/>
              <a:buChar char="–"/>
              <a:defRPr/>
            </a:lvl5pPr>
            <a:lvl6pPr marL="2743200" lvl="5" indent="-342900" algn="l">
              <a:lnSpc>
                <a:spcPct val="111000"/>
              </a:lnSpc>
              <a:spcBef>
                <a:spcPts val="930"/>
              </a:spcBef>
              <a:spcAft>
                <a:spcPts val="0"/>
              </a:spcAft>
              <a:buClr>
                <a:srgbClr val="BC2818"/>
              </a:buClr>
              <a:buSzPts val="1800"/>
              <a:buChar char="–"/>
              <a:defRPr/>
            </a:lvl6pPr>
            <a:lvl7pPr marL="3200400" lvl="6" indent="-342900" algn="l">
              <a:lnSpc>
                <a:spcPct val="111000"/>
              </a:lnSpc>
              <a:spcBef>
                <a:spcPts val="930"/>
              </a:spcBef>
              <a:spcAft>
                <a:spcPts val="0"/>
              </a:spcAft>
              <a:buClr>
                <a:srgbClr val="BC2818"/>
              </a:buClr>
              <a:buSzPts val="1800"/>
              <a:buChar char="–"/>
              <a:defRPr/>
            </a:lvl7pPr>
            <a:lvl8pPr marL="3657600" lvl="7" indent="-342900" algn="l">
              <a:lnSpc>
                <a:spcPct val="111000"/>
              </a:lnSpc>
              <a:spcBef>
                <a:spcPts val="930"/>
              </a:spcBef>
              <a:spcAft>
                <a:spcPts val="0"/>
              </a:spcAft>
              <a:buClr>
                <a:srgbClr val="BC2818"/>
              </a:buClr>
              <a:buSzPts val="1800"/>
              <a:buChar char="–"/>
              <a:defRPr/>
            </a:lvl8pPr>
            <a:lvl9pPr marL="4114800" lvl="8" indent="-342900" algn="l">
              <a:lnSpc>
                <a:spcPct val="111000"/>
              </a:lnSpc>
              <a:spcBef>
                <a:spcPts val="930"/>
              </a:spcBef>
              <a:spcAft>
                <a:spcPts val="0"/>
              </a:spcAft>
              <a:buClr>
                <a:srgbClr val="BC2818"/>
              </a:buClr>
              <a:buSzPts val="1800"/>
              <a:buChar char="–"/>
              <a:defRPr/>
            </a:lvl9pPr>
          </a:lstStyle>
          <a:p>
            <a:endParaRPr/>
          </a:p>
        </p:txBody>
      </p:sp>
      <p:sp>
        <p:nvSpPr>
          <p:cNvPr id="53" name="Google Shape;53;p37"/>
          <p:cNvSpPr txBox="1">
            <a:spLocks noGrp="1"/>
          </p:cNvSpPr>
          <p:nvPr>
            <p:ph type="dt" idx="10"/>
          </p:nvPr>
        </p:nvSpPr>
        <p:spPr>
          <a:xfrm>
            <a:off x="7850727" y="6170491"/>
            <a:ext cx="2840083" cy="457200"/>
          </a:xfrm>
          <a:prstGeom prst="rect">
            <a:avLst/>
          </a:prstGeom>
          <a:noFill/>
          <a:ln>
            <a:noFill/>
          </a:ln>
        </p:spPr>
        <p:txBody>
          <a:bodyPr spcFirstLastPara="1" wrap="square" lIns="109725" tIns="109725" rIns="109725" bIns="9142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37"/>
          <p:cNvSpPr txBox="1">
            <a:spLocks noGrp="1"/>
          </p:cNvSpPr>
          <p:nvPr>
            <p:ph type="ftr" idx="11"/>
          </p:nvPr>
        </p:nvSpPr>
        <p:spPr>
          <a:xfrm>
            <a:off x="1920240" y="6170490"/>
            <a:ext cx="5667375" cy="457200"/>
          </a:xfrm>
          <a:prstGeom prst="rect">
            <a:avLst/>
          </a:prstGeom>
          <a:noFill/>
          <a:ln>
            <a:noFill/>
          </a:ln>
        </p:spPr>
        <p:txBody>
          <a:bodyPr spcFirstLastPara="1" wrap="square" lIns="109725" tIns="109725" rIns="109725" bIns="914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37"/>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56"/>
        <p:cNvGrpSpPr/>
        <p:nvPr/>
      </p:nvGrpSpPr>
      <p:grpSpPr>
        <a:xfrm>
          <a:off x="0" y="0"/>
          <a:ext cx="0" cy="0"/>
          <a:chOff x="0" y="0"/>
          <a:chExt cx="0" cy="0"/>
        </a:xfrm>
      </p:grpSpPr>
      <p:sp>
        <p:nvSpPr>
          <p:cNvPr id="57" name="Google Shape;57;p38"/>
          <p:cNvSpPr txBox="1">
            <a:spLocks noGrp="1"/>
          </p:cNvSpPr>
          <p:nvPr>
            <p:ph type="body" idx="1"/>
          </p:nvPr>
        </p:nvSpPr>
        <p:spPr>
          <a:xfrm>
            <a:off x="1920241" y="2456408"/>
            <a:ext cx="4160520" cy="823912"/>
          </a:xfrm>
          <a:prstGeom prst="rect">
            <a:avLst/>
          </a:prstGeom>
          <a:noFill/>
          <a:ln>
            <a:noFill/>
          </a:ln>
        </p:spPr>
        <p:txBody>
          <a:bodyPr spcFirstLastPara="1" wrap="square" lIns="109725" tIns="109725" rIns="109725" bIns="91425" anchor="b" anchorCtr="0">
            <a:normAutofit/>
          </a:bodyPr>
          <a:lstStyle>
            <a:lvl1pPr marL="457200" lvl="0" indent="-228600" algn="l">
              <a:lnSpc>
                <a:spcPct val="130000"/>
              </a:lnSpc>
              <a:spcBef>
                <a:spcPts val="930"/>
              </a:spcBef>
              <a:spcAft>
                <a:spcPts val="0"/>
              </a:spcAft>
              <a:buClr>
                <a:schemeClr val="accent1"/>
              </a:buClr>
              <a:buSzPts val="1800"/>
              <a:buNone/>
              <a:defRPr sz="1800" b="1" cap="none">
                <a:solidFill>
                  <a:schemeClr val="accent1"/>
                </a:solidFill>
              </a:defRPr>
            </a:lvl1pPr>
            <a:lvl2pPr marL="914400" lvl="1" indent="-228600" algn="l">
              <a:lnSpc>
                <a:spcPct val="140000"/>
              </a:lnSpc>
              <a:spcBef>
                <a:spcPts val="930"/>
              </a:spcBef>
              <a:spcAft>
                <a:spcPts val="0"/>
              </a:spcAft>
              <a:buClr>
                <a:srgbClr val="3F3F3F"/>
              </a:buClr>
              <a:buSzPts val="2000"/>
              <a:buNone/>
              <a:defRPr sz="2000" b="1"/>
            </a:lvl2pPr>
            <a:lvl3pPr marL="1371600" lvl="2" indent="-228600" algn="l">
              <a:lnSpc>
                <a:spcPct val="140000"/>
              </a:lnSpc>
              <a:spcBef>
                <a:spcPts val="930"/>
              </a:spcBef>
              <a:spcAft>
                <a:spcPts val="0"/>
              </a:spcAft>
              <a:buClr>
                <a:srgbClr val="3F3F3F"/>
              </a:buClr>
              <a:buSzPts val="1800"/>
              <a:buNone/>
              <a:defRPr sz="1800" b="1"/>
            </a:lvl3pPr>
            <a:lvl4pPr marL="1828800" lvl="3" indent="-228600" algn="l">
              <a:lnSpc>
                <a:spcPct val="140000"/>
              </a:lnSpc>
              <a:spcBef>
                <a:spcPts val="930"/>
              </a:spcBef>
              <a:spcAft>
                <a:spcPts val="0"/>
              </a:spcAft>
              <a:buClr>
                <a:srgbClr val="3F3F3F"/>
              </a:buClr>
              <a:buSzPts val="1600"/>
              <a:buNone/>
              <a:defRPr sz="1600" b="1"/>
            </a:lvl4pPr>
            <a:lvl5pPr marL="2286000" lvl="4" indent="-228600" algn="l">
              <a:lnSpc>
                <a:spcPct val="140000"/>
              </a:lnSpc>
              <a:spcBef>
                <a:spcPts val="930"/>
              </a:spcBef>
              <a:spcAft>
                <a:spcPts val="0"/>
              </a:spcAft>
              <a:buClr>
                <a:srgbClr val="3F3F3F"/>
              </a:buClr>
              <a:buSzPts val="1600"/>
              <a:buNone/>
              <a:defRPr sz="1600" b="1"/>
            </a:lvl5pPr>
            <a:lvl6pPr marL="2743200" lvl="5" indent="-228600" algn="l">
              <a:lnSpc>
                <a:spcPct val="111000"/>
              </a:lnSpc>
              <a:spcBef>
                <a:spcPts val="930"/>
              </a:spcBef>
              <a:spcAft>
                <a:spcPts val="0"/>
              </a:spcAft>
              <a:buClr>
                <a:srgbClr val="BC2818"/>
              </a:buClr>
              <a:buSzPts val="1600"/>
              <a:buNone/>
              <a:defRPr sz="1600" b="1"/>
            </a:lvl6pPr>
            <a:lvl7pPr marL="3200400" lvl="6" indent="-228600" algn="l">
              <a:lnSpc>
                <a:spcPct val="111000"/>
              </a:lnSpc>
              <a:spcBef>
                <a:spcPts val="930"/>
              </a:spcBef>
              <a:spcAft>
                <a:spcPts val="0"/>
              </a:spcAft>
              <a:buClr>
                <a:srgbClr val="BC2818"/>
              </a:buClr>
              <a:buSzPts val="1600"/>
              <a:buNone/>
              <a:defRPr sz="1600" b="1"/>
            </a:lvl7pPr>
            <a:lvl8pPr marL="3657600" lvl="7" indent="-228600" algn="l">
              <a:lnSpc>
                <a:spcPct val="111000"/>
              </a:lnSpc>
              <a:spcBef>
                <a:spcPts val="930"/>
              </a:spcBef>
              <a:spcAft>
                <a:spcPts val="0"/>
              </a:spcAft>
              <a:buClr>
                <a:srgbClr val="BC2818"/>
              </a:buClr>
              <a:buSzPts val="1600"/>
              <a:buNone/>
              <a:defRPr sz="1600" b="1"/>
            </a:lvl8pPr>
            <a:lvl9pPr marL="4114800" lvl="8" indent="-228600" algn="l">
              <a:lnSpc>
                <a:spcPct val="111000"/>
              </a:lnSpc>
              <a:spcBef>
                <a:spcPts val="930"/>
              </a:spcBef>
              <a:spcAft>
                <a:spcPts val="0"/>
              </a:spcAft>
              <a:buClr>
                <a:srgbClr val="BC2818"/>
              </a:buClr>
              <a:buSzPts val="1600"/>
              <a:buNone/>
              <a:defRPr sz="1600" b="1"/>
            </a:lvl9pPr>
          </a:lstStyle>
          <a:p>
            <a:endParaRPr/>
          </a:p>
        </p:txBody>
      </p:sp>
      <p:sp>
        <p:nvSpPr>
          <p:cNvPr id="58" name="Google Shape;58;p38"/>
          <p:cNvSpPr txBox="1">
            <a:spLocks noGrp="1"/>
          </p:cNvSpPr>
          <p:nvPr>
            <p:ph type="body" idx="2"/>
          </p:nvPr>
        </p:nvSpPr>
        <p:spPr>
          <a:xfrm>
            <a:off x="1920241" y="3316639"/>
            <a:ext cx="4160520" cy="2779361"/>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930"/>
              </a:spcBef>
              <a:spcAft>
                <a:spcPts val="0"/>
              </a:spcAft>
              <a:buClr>
                <a:srgbClr val="3F3F3F"/>
              </a:buClr>
              <a:buSzPts val="1800"/>
              <a:buNone/>
              <a:defRPr/>
            </a:lvl1pPr>
            <a:lvl2pPr marL="914400" lvl="1" indent="-228600" algn="l">
              <a:lnSpc>
                <a:spcPct val="140000"/>
              </a:lnSpc>
              <a:spcBef>
                <a:spcPts val="930"/>
              </a:spcBef>
              <a:spcAft>
                <a:spcPts val="0"/>
              </a:spcAft>
              <a:buClr>
                <a:srgbClr val="3F3F3F"/>
              </a:buClr>
              <a:buSzPts val="1800"/>
              <a:buNone/>
              <a:defRPr/>
            </a:lvl2pPr>
            <a:lvl3pPr marL="1371600" lvl="2" indent="-342900" algn="l">
              <a:lnSpc>
                <a:spcPct val="140000"/>
              </a:lnSpc>
              <a:spcBef>
                <a:spcPts val="930"/>
              </a:spcBef>
              <a:spcAft>
                <a:spcPts val="0"/>
              </a:spcAft>
              <a:buClr>
                <a:srgbClr val="3F3F3F"/>
              </a:buClr>
              <a:buSzPts val="1800"/>
              <a:buChar char="–"/>
              <a:defRPr/>
            </a:lvl3pPr>
            <a:lvl4pPr marL="1828800" lvl="3" indent="-342900" algn="l">
              <a:lnSpc>
                <a:spcPct val="140000"/>
              </a:lnSpc>
              <a:spcBef>
                <a:spcPts val="930"/>
              </a:spcBef>
              <a:spcAft>
                <a:spcPts val="0"/>
              </a:spcAft>
              <a:buClr>
                <a:srgbClr val="3F3F3F"/>
              </a:buClr>
              <a:buSzPts val="1800"/>
              <a:buChar char="–"/>
              <a:defRPr/>
            </a:lvl4pPr>
            <a:lvl5pPr marL="2286000" lvl="4" indent="-342900" algn="l">
              <a:lnSpc>
                <a:spcPct val="140000"/>
              </a:lnSpc>
              <a:spcBef>
                <a:spcPts val="930"/>
              </a:spcBef>
              <a:spcAft>
                <a:spcPts val="0"/>
              </a:spcAft>
              <a:buClr>
                <a:srgbClr val="3F3F3F"/>
              </a:buClr>
              <a:buSzPts val="1800"/>
              <a:buChar char="–"/>
              <a:defRPr/>
            </a:lvl5pPr>
            <a:lvl6pPr marL="2743200" lvl="5" indent="-342900" algn="l">
              <a:lnSpc>
                <a:spcPct val="111000"/>
              </a:lnSpc>
              <a:spcBef>
                <a:spcPts val="930"/>
              </a:spcBef>
              <a:spcAft>
                <a:spcPts val="0"/>
              </a:spcAft>
              <a:buClr>
                <a:srgbClr val="BC2818"/>
              </a:buClr>
              <a:buSzPts val="1800"/>
              <a:buChar char="–"/>
              <a:defRPr/>
            </a:lvl6pPr>
            <a:lvl7pPr marL="3200400" lvl="6" indent="-342900" algn="l">
              <a:lnSpc>
                <a:spcPct val="111000"/>
              </a:lnSpc>
              <a:spcBef>
                <a:spcPts val="930"/>
              </a:spcBef>
              <a:spcAft>
                <a:spcPts val="0"/>
              </a:spcAft>
              <a:buClr>
                <a:srgbClr val="BC2818"/>
              </a:buClr>
              <a:buSzPts val="1800"/>
              <a:buChar char="–"/>
              <a:defRPr/>
            </a:lvl7pPr>
            <a:lvl8pPr marL="3657600" lvl="7" indent="-342900" algn="l">
              <a:lnSpc>
                <a:spcPct val="111000"/>
              </a:lnSpc>
              <a:spcBef>
                <a:spcPts val="930"/>
              </a:spcBef>
              <a:spcAft>
                <a:spcPts val="0"/>
              </a:spcAft>
              <a:buClr>
                <a:srgbClr val="BC2818"/>
              </a:buClr>
              <a:buSzPts val="1800"/>
              <a:buChar char="–"/>
              <a:defRPr/>
            </a:lvl8pPr>
            <a:lvl9pPr marL="4114800" lvl="8" indent="-342900" algn="l">
              <a:lnSpc>
                <a:spcPct val="111000"/>
              </a:lnSpc>
              <a:spcBef>
                <a:spcPts val="930"/>
              </a:spcBef>
              <a:spcAft>
                <a:spcPts val="0"/>
              </a:spcAft>
              <a:buClr>
                <a:srgbClr val="BC2818"/>
              </a:buClr>
              <a:buSzPts val="1800"/>
              <a:buChar char="–"/>
              <a:defRPr/>
            </a:lvl9pPr>
          </a:lstStyle>
          <a:p>
            <a:endParaRPr/>
          </a:p>
        </p:txBody>
      </p:sp>
      <p:sp>
        <p:nvSpPr>
          <p:cNvPr id="59" name="Google Shape;59;p38"/>
          <p:cNvSpPr txBox="1">
            <a:spLocks noGrp="1"/>
          </p:cNvSpPr>
          <p:nvPr>
            <p:ph type="body" idx="3"/>
          </p:nvPr>
        </p:nvSpPr>
        <p:spPr>
          <a:xfrm>
            <a:off x="6530290" y="2456408"/>
            <a:ext cx="4160520" cy="823912"/>
          </a:xfrm>
          <a:prstGeom prst="rect">
            <a:avLst/>
          </a:prstGeom>
          <a:noFill/>
          <a:ln>
            <a:noFill/>
          </a:ln>
        </p:spPr>
        <p:txBody>
          <a:bodyPr spcFirstLastPara="1" wrap="square" lIns="109725" tIns="109725" rIns="109725" bIns="91425" anchor="b" anchorCtr="0">
            <a:normAutofit/>
          </a:bodyPr>
          <a:lstStyle>
            <a:lvl1pPr marL="457200" lvl="0" indent="-228600" algn="l">
              <a:lnSpc>
                <a:spcPct val="99000"/>
              </a:lnSpc>
              <a:spcBef>
                <a:spcPts val="930"/>
              </a:spcBef>
              <a:spcAft>
                <a:spcPts val="0"/>
              </a:spcAft>
              <a:buClr>
                <a:schemeClr val="accent1"/>
              </a:buClr>
              <a:buSzPts val="1800"/>
              <a:buNone/>
              <a:defRPr sz="1800" b="1" cap="none">
                <a:solidFill>
                  <a:schemeClr val="accent1"/>
                </a:solidFill>
                <a:latin typeface="Meiryo"/>
                <a:ea typeface="Meiryo"/>
                <a:cs typeface="Meiryo"/>
                <a:sym typeface="Meiryo"/>
              </a:defRPr>
            </a:lvl1pPr>
            <a:lvl2pPr marL="914400" lvl="1" indent="-228600" algn="l">
              <a:lnSpc>
                <a:spcPct val="140000"/>
              </a:lnSpc>
              <a:spcBef>
                <a:spcPts val="930"/>
              </a:spcBef>
              <a:spcAft>
                <a:spcPts val="0"/>
              </a:spcAft>
              <a:buClr>
                <a:srgbClr val="3F3F3F"/>
              </a:buClr>
              <a:buSzPts val="2000"/>
              <a:buNone/>
              <a:defRPr sz="2000" b="1"/>
            </a:lvl2pPr>
            <a:lvl3pPr marL="1371600" lvl="2" indent="-228600" algn="l">
              <a:lnSpc>
                <a:spcPct val="140000"/>
              </a:lnSpc>
              <a:spcBef>
                <a:spcPts val="930"/>
              </a:spcBef>
              <a:spcAft>
                <a:spcPts val="0"/>
              </a:spcAft>
              <a:buClr>
                <a:srgbClr val="3F3F3F"/>
              </a:buClr>
              <a:buSzPts val="1800"/>
              <a:buNone/>
              <a:defRPr sz="1800" b="1"/>
            </a:lvl3pPr>
            <a:lvl4pPr marL="1828800" lvl="3" indent="-228600" algn="l">
              <a:lnSpc>
                <a:spcPct val="140000"/>
              </a:lnSpc>
              <a:spcBef>
                <a:spcPts val="930"/>
              </a:spcBef>
              <a:spcAft>
                <a:spcPts val="0"/>
              </a:spcAft>
              <a:buClr>
                <a:srgbClr val="3F3F3F"/>
              </a:buClr>
              <a:buSzPts val="1600"/>
              <a:buNone/>
              <a:defRPr sz="1600" b="1"/>
            </a:lvl4pPr>
            <a:lvl5pPr marL="2286000" lvl="4" indent="-228600" algn="l">
              <a:lnSpc>
                <a:spcPct val="140000"/>
              </a:lnSpc>
              <a:spcBef>
                <a:spcPts val="930"/>
              </a:spcBef>
              <a:spcAft>
                <a:spcPts val="0"/>
              </a:spcAft>
              <a:buClr>
                <a:srgbClr val="3F3F3F"/>
              </a:buClr>
              <a:buSzPts val="1600"/>
              <a:buNone/>
              <a:defRPr sz="1600" b="1"/>
            </a:lvl5pPr>
            <a:lvl6pPr marL="2743200" lvl="5" indent="-228600" algn="l">
              <a:lnSpc>
                <a:spcPct val="111000"/>
              </a:lnSpc>
              <a:spcBef>
                <a:spcPts val="930"/>
              </a:spcBef>
              <a:spcAft>
                <a:spcPts val="0"/>
              </a:spcAft>
              <a:buClr>
                <a:srgbClr val="BC2818"/>
              </a:buClr>
              <a:buSzPts val="1600"/>
              <a:buNone/>
              <a:defRPr sz="1600" b="1"/>
            </a:lvl6pPr>
            <a:lvl7pPr marL="3200400" lvl="6" indent="-228600" algn="l">
              <a:lnSpc>
                <a:spcPct val="111000"/>
              </a:lnSpc>
              <a:spcBef>
                <a:spcPts val="930"/>
              </a:spcBef>
              <a:spcAft>
                <a:spcPts val="0"/>
              </a:spcAft>
              <a:buClr>
                <a:srgbClr val="BC2818"/>
              </a:buClr>
              <a:buSzPts val="1600"/>
              <a:buNone/>
              <a:defRPr sz="1600" b="1"/>
            </a:lvl7pPr>
            <a:lvl8pPr marL="3657600" lvl="7" indent="-228600" algn="l">
              <a:lnSpc>
                <a:spcPct val="111000"/>
              </a:lnSpc>
              <a:spcBef>
                <a:spcPts val="930"/>
              </a:spcBef>
              <a:spcAft>
                <a:spcPts val="0"/>
              </a:spcAft>
              <a:buClr>
                <a:srgbClr val="BC2818"/>
              </a:buClr>
              <a:buSzPts val="1600"/>
              <a:buNone/>
              <a:defRPr sz="1600" b="1"/>
            </a:lvl8pPr>
            <a:lvl9pPr marL="4114800" lvl="8" indent="-228600" algn="l">
              <a:lnSpc>
                <a:spcPct val="111000"/>
              </a:lnSpc>
              <a:spcBef>
                <a:spcPts val="930"/>
              </a:spcBef>
              <a:spcAft>
                <a:spcPts val="0"/>
              </a:spcAft>
              <a:buClr>
                <a:srgbClr val="BC2818"/>
              </a:buClr>
              <a:buSzPts val="1600"/>
              <a:buNone/>
              <a:defRPr sz="1600" b="1"/>
            </a:lvl9pPr>
          </a:lstStyle>
          <a:p>
            <a:endParaRPr/>
          </a:p>
        </p:txBody>
      </p:sp>
      <p:sp>
        <p:nvSpPr>
          <p:cNvPr id="60" name="Google Shape;60;p38"/>
          <p:cNvSpPr txBox="1">
            <a:spLocks noGrp="1"/>
          </p:cNvSpPr>
          <p:nvPr>
            <p:ph type="body" idx="4"/>
          </p:nvPr>
        </p:nvSpPr>
        <p:spPr>
          <a:xfrm>
            <a:off x="6530290" y="3316639"/>
            <a:ext cx="4160520" cy="2779361"/>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930"/>
              </a:spcBef>
              <a:spcAft>
                <a:spcPts val="0"/>
              </a:spcAft>
              <a:buClr>
                <a:srgbClr val="3F3F3F"/>
              </a:buClr>
              <a:buSzPts val="1800"/>
              <a:buNone/>
              <a:defRPr/>
            </a:lvl1pPr>
            <a:lvl2pPr marL="914400" lvl="1" indent="-228600" algn="l">
              <a:lnSpc>
                <a:spcPct val="140000"/>
              </a:lnSpc>
              <a:spcBef>
                <a:spcPts val="930"/>
              </a:spcBef>
              <a:spcAft>
                <a:spcPts val="0"/>
              </a:spcAft>
              <a:buClr>
                <a:srgbClr val="3F3F3F"/>
              </a:buClr>
              <a:buSzPts val="1800"/>
              <a:buNone/>
              <a:defRPr/>
            </a:lvl2pPr>
            <a:lvl3pPr marL="1371600" lvl="2" indent="-342900" algn="l">
              <a:lnSpc>
                <a:spcPct val="140000"/>
              </a:lnSpc>
              <a:spcBef>
                <a:spcPts val="930"/>
              </a:spcBef>
              <a:spcAft>
                <a:spcPts val="0"/>
              </a:spcAft>
              <a:buClr>
                <a:srgbClr val="3F3F3F"/>
              </a:buClr>
              <a:buSzPts val="1800"/>
              <a:buChar char="–"/>
              <a:defRPr/>
            </a:lvl3pPr>
            <a:lvl4pPr marL="1828800" lvl="3" indent="-342900" algn="l">
              <a:lnSpc>
                <a:spcPct val="140000"/>
              </a:lnSpc>
              <a:spcBef>
                <a:spcPts val="930"/>
              </a:spcBef>
              <a:spcAft>
                <a:spcPts val="0"/>
              </a:spcAft>
              <a:buClr>
                <a:srgbClr val="3F3F3F"/>
              </a:buClr>
              <a:buSzPts val="1800"/>
              <a:buChar char="–"/>
              <a:defRPr/>
            </a:lvl4pPr>
            <a:lvl5pPr marL="2286000" lvl="4" indent="-342900" algn="l">
              <a:lnSpc>
                <a:spcPct val="140000"/>
              </a:lnSpc>
              <a:spcBef>
                <a:spcPts val="930"/>
              </a:spcBef>
              <a:spcAft>
                <a:spcPts val="0"/>
              </a:spcAft>
              <a:buClr>
                <a:srgbClr val="3F3F3F"/>
              </a:buClr>
              <a:buSzPts val="1800"/>
              <a:buChar char="–"/>
              <a:defRPr/>
            </a:lvl5pPr>
            <a:lvl6pPr marL="2743200" lvl="5" indent="-342900" algn="l">
              <a:lnSpc>
                <a:spcPct val="111000"/>
              </a:lnSpc>
              <a:spcBef>
                <a:spcPts val="930"/>
              </a:spcBef>
              <a:spcAft>
                <a:spcPts val="0"/>
              </a:spcAft>
              <a:buClr>
                <a:srgbClr val="BC2818"/>
              </a:buClr>
              <a:buSzPts val="1800"/>
              <a:buChar char="–"/>
              <a:defRPr/>
            </a:lvl6pPr>
            <a:lvl7pPr marL="3200400" lvl="6" indent="-342900" algn="l">
              <a:lnSpc>
                <a:spcPct val="111000"/>
              </a:lnSpc>
              <a:spcBef>
                <a:spcPts val="930"/>
              </a:spcBef>
              <a:spcAft>
                <a:spcPts val="0"/>
              </a:spcAft>
              <a:buClr>
                <a:srgbClr val="BC2818"/>
              </a:buClr>
              <a:buSzPts val="1800"/>
              <a:buChar char="–"/>
              <a:defRPr/>
            </a:lvl7pPr>
            <a:lvl8pPr marL="3657600" lvl="7" indent="-342900" algn="l">
              <a:lnSpc>
                <a:spcPct val="111000"/>
              </a:lnSpc>
              <a:spcBef>
                <a:spcPts val="930"/>
              </a:spcBef>
              <a:spcAft>
                <a:spcPts val="0"/>
              </a:spcAft>
              <a:buClr>
                <a:srgbClr val="BC2818"/>
              </a:buClr>
              <a:buSzPts val="1800"/>
              <a:buChar char="–"/>
              <a:defRPr/>
            </a:lvl8pPr>
            <a:lvl9pPr marL="4114800" lvl="8" indent="-342900" algn="l">
              <a:lnSpc>
                <a:spcPct val="111000"/>
              </a:lnSpc>
              <a:spcBef>
                <a:spcPts val="930"/>
              </a:spcBef>
              <a:spcAft>
                <a:spcPts val="0"/>
              </a:spcAft>
              <a:buClr>
                <a:srgbClr val="BC2818"/>
              </a:buClr>
              <a:buSzPts val="1800"/>
              <a:buChar char="–"/>
              <a:defRPr/>
            </a:lvl9pPr>
          </a:lstStyle>
          <a:p>
            <a:endParaRPr/>
          </a:p>
        </p:txBody>
      </p:sp>
      <p:sp>
        <p:nvSpPr>
          <p:cNvPr id="61" name="Google Shape;61;p38"/>
          <p:cNvSpPr txBox="1">
            <a:spLocks noGrp="1"/>
          </p:cNvSpPr>
          <p:nvPr>
            <p:ph type="dt" idx="10"/>
          </p:nvPr>
        </p:nvSpPr>
        <p:spPr>
          <a:xfrm>
            <a:off x="7850727" y="6170491"/>
            <a:ext cx="2840083" cy="457200"/>
          </a:xfrm>
          <a:prstGeom prst="rect">
            <a:avLst/>
          </a:prstGeom>
          <a:noFill/>
          <a:ln>
            <a:noFill/>
          </a:ln>
        </p:spPr>
        <p:txBody>
          <a:bodyPr spcFirstLastPara="1" wrap="square" lIns="109725" tIns="109725" rIns="109725" bIns="9142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38"/>
          <p:cNvSpPr txBox="1">
            <a:spLocks noGrp="1"/>
          </p:cNvSpPr>
          <p:nvPr>
            <p:ph type="ftr" idx="11"/>
          </p:nvPr>
        </p:nvSpPr>
        <p:spPr>
          <a:xfrm>
            <a:off x="1920240" y="6170490"/>
            <a:ext cx="5667375" cy="457200"/>
          </a:xfrm>
          <a:prstGeom prst="rect">
            <a:avLst/>
          </a:prstGeom>
          <a:noFill/>
          <a:ln>
            <a:noFill/>
          </a:ln>
        </p:spPr>
        <p:txBody>
          <a:bodyPr spcFirstLastPara="1" wrap="square" lIns="109725" tIns="109725" rIns="109725" bIns="914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8"/>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64" name="Google Shape;64;p38"/>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a:bodyPr>
          <a:lstStyle>
            <a:lvl1pPr lvl="0" algn="l">
              <a:lnSpc>
                <a:spcPct val="13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5"/>
        <p:cNvGrpSpPr/>
        <p:nvPr/>
      </p:nvGrpSpPr>
      <p:grpSpPr>
        <a:xfrm>
          <a:off x="0" y="0"/>
          <a:ext cx="0" cy="0"/>
          <a:chOff x="0" y="0"/>
          <a:chExt cx="0" cy="0"/>
        </a:xfrm>
      </p:grpSpPr>
      <p:sp>
        <p:nvSpPr>
          <p:cNvPr id="66" name="Google Shape;66;p39"/>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a:bodyPr>
          <a:lstStyle>
            <a:lvl1pPr lvl="0" algn="l">
              <a:lnSpc>
                <a:spcPct val="13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9"/>
          <p:cNvSpPr txBox="1">
            <a:spLocks noGrp="1"/>
          </p:cNvSpPr>
          <p:nvPr>
            <p:ph type="dt" idx="10"/>
          </p:nvPr>
        </p:nvSpPr>
        <p:spPr>
          <a:xfrm>
            <a:off x="7850727" y="6170491"/>
            <a:ext cx="2840083" cy="457200"/>
          </a:xfrm>
          <a:prstGeom prst="rect">
            <a:avLst/>
          </a:prstGeom>
          <a:noFill/>
          <a:ln>
            <a:noFill/>
          </a:ln>
        </p:spPr>
        <p:txBody>
          <a:bodyPr spcFirstLastPara="1" wrap="square" lIns="109725" tIns="109725" rIns="109725" bIns="9142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39"/>
          <p:cNvSpPr txBox="1">
            <a:spLocks noGrp="1"/>
          </p:cNvSpPr>
          <p:nvPr>
            <p:ph type="ftr" idx="11"/>
          </p:nvPr>
        </p:nvSpPr>
        <p:spPr>
          <a:xfrm>
            <a:off x="1920240" y="6170490"/>
            <a:ext cx="5667375" cy="457200"/>
          </a:xfrm>
          <a:prstGeom prst="rect">
            <a:avLst/>
          </a:prstGeom>
          <a:noFill/>
          <a:ln>
            <a:noFill/>
          </a:ln>
        </p:spPr>
        <p:txBody>
          <a:bodyPr spcFirstLastPara="1" wrap="square" lIns="109725" tIns="109725" rIns="109725" bIns="914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39"/>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bg>
      <p:bgPr>
        <a:solidFill>
          <a:schemeClr val="lt2"/>
        </a:solidFill>
        <a:effectLst/>
      </p:bgPr>
    </p:bg>
    <p:spTree>
      <p:nvGrpSpPr>
        <p:cNvPr id="1" name="Shape 70"/>
        <p:cNvGrpSpPr/>
        <p:nvPr/>
      </p:nvGrpSpPr>
      <p:grpSpPr>
        <a:xfrm>
          <a:off x="0" y="0"/>
          <a:ext cx="0" cy="0"/>
          <a:chOff x="0" y="0"/>
          <a:chExt cx="0" cy="0"/>
        </a:xfrm>
      </p:grpSpPr>
      <p:sp>
        <p:nvSpPr>
          <p:cNvPr id="71" name="Google Shape;71;p40"/>
          <p:cNvSpPr txBox="1">
            <a:spLocks noGrp="1"/>
          </p:cNvSpPr>
          <p:nvPr>
            <p:ph type="dt" idx="10"/>
          </p:nvPr>
        </p:nvSpPr>
        <p:spPr>
          <a:xfrm>
            <a:off x="7850727" y="6170491"/>
            <a:ext cx="2840083" cy="457200"/>
          </a:xfrm>
          <a:prstGeom prst="rect">
            <a:avLst/>
          </a:prstGeom>
          <a:noFill/>
          <a:ln>
            <a:noFill/>
          </a:ln>
        </p:spPr>
        <p:txBody>
          <a:bodyPr spcFirstLastPara="1" wrap="square" lIns="109725" tIns="109725" rIns="109725" bIns="9142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0"/>
          <p:cNvSpPr txBox="1">
            <a:spLocks noGrp="1"/>
          </p:cNvSpPr>
          <p:nvPr>
            <p:ph type="ftr" idx="11"/>
          </p:nvPr>
        </p:nvSpPr>
        <p:spPr>
          <a:xfrm>
            <a:off x="1920240" y="6170490"/>
            <a:ext cx="5667375" cy="457200"/>
          </a:xfrm>
          <a:prstGeom prst="rect">
            <a:avLst/>
          </a:prstGeom>
          <a:noFill/>
          <a:ln>
            <a:noFill/>
          </a:ln>
        </p:spPr>
        <p:txBody>
          <a:bodyPr spcFirstLastPara="1" wrap="square" lIns="109725" tIns="109725" rIns="109725" bIns="914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0"/>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4"/>
        <p:cNvGrpSpPr/>
        <p:nvPr/>
      </p:nvGrpSpPr>
      <p:grpSpPr>
        <a:xfrm>
          <a:off x="0" y="0"/>
          <a:ext cx="0" cy="0"/>
          <a:chOff x="0" y="0"/>
          <a:chExt cx="0" cy="0"/>
        </a:xfrm>
      </p:grpSpPr>
      <p:sp>
        <p:nvSpPr>
          <p:cNvPr id="75" name="Google Shape;75;p41"/>
          <p:cNvSpPr txBox="1">
            <a:spLocks noGrp="1"/>
          </p:cNvSpPr>
          <p:nvPr>
            <p:ph type="title"/>
          </p:nvPr>
        </p:nvSpPr>
        <p:spPr>
          <a:xfrm>
            <a:off x="8476488" y="640080"/>
            <a:ext cx="3227715" cy="2551751"/>
          </a:xfrm>
          <a:prstGeom prst="rect">
            <a:avLst/>
          </a:prstGeom>
          <a:noFill/>
          <a:ln>
            <a:noFill/>
          </a:ln>
        </p:spPr>
        <p:txBody>
          <a:bodyPr spcFirstLastPara="1" wrap="square" lIns="109725" tIns="109725" rIns="109725" bIns="91425" anchor="b" anchorCtr="0">
            <a:normAutofit/>
          </a:bodyPr>
          <a:lstStyle>
            <a:lvl1pPr lvl="0" algn="l">
              <a:lnSpc>
                <a:spcPct val="104000"/>
              </a:lnSpc>
              <a:spcBef>
                <a:spcPts val="0"/>
              </a:spcBef>
              <a:spcAft>
                <a:spcPts val="0"/>
              </a:spcAft>
              <a:buClr>
                <a:srgbClr val="3F3F3F"/>
              </a:buClr>
              <a:buSzPts val="3400"/>
              <a:buFont typeface="Meiryo"/>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1"/>
          <p:cNvSpPr txBox="1">
            <a:spLocks noGrp="1"/>
          </p:cNvSpPr>
          <p:nvPr>
            <p:ph type="body" idx="1"/>
          </p:nvPr>
        </p:nvSpPr>
        <p:spPr>
          <a:xfrm>
            <a:off x="1280160" y="640080"/>
            <a:ext cx="6949440" cy="5455919"/>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930"/>
              </a:spcBef>
              <a:spcAft>
                <a:spcPts val="0"/>
              </a:spcAft>
              <a:buClr>
                <a:srgbClr val="3F3F3F"/>
              </a:buClr>
              <a:buSzPts val="2000"/>
              <a:buNone/>
              <a:defRPr sz="2000"/>
            </a:lvl1pPr>
            <a:lvl2pPr marL="914400" lvl="1" indent="-228600" algn="l">
              <a:lnSpc>
                <a:spcPct val="140000"/>
              </a:lnSpc>
              <a:spcBef>
                <a:spcPts val="930"/>
              </a:spcBef>
              <a:spcAft>
                <a:spcPts val="0"/>
              </a:spcAft>
              <a:buClr>
                <a:srgbClr val="3F3F3F"/>
              </a:buClr>
              <a:buSzPts val="1800"/>
              <a:buNone/>
              <a:defRPr sz="1800"/>
            </a:lvl2pPr>
            <a:lvl3pPr marL="1371600" lvl="2" indent="-330200" algn="l">
              <a:lnSpc>
                <a:spcPct val="140000"/>
              </a:lnSpc>
              <a:spcBef>
                <a:spcPts val="930"/>
              </a:spcBef>
              <a:spcAft>
                <a:spcPts val="0"/>
              </a:spcAft>
              <a:buClr>
                <a:srgbClr val="3F3F3F"/>
              </a:buClr>
              <a:buSzPts val="1600"/>
              <a:buChar char="–"/>
              <a:defRPr sz="1600"/>
            </a:lvl3pPr>
            <a:lvl4pPr marL="1828800" lvl="3" indent="-317500" algn="l">
              <a:lnSpc>
                <a:spcPct val="140000"/>
              </a:lnSpc>
              <a:spcBef>
                <a:spcPts val="930"/>
              </a:spcBef>
              <a:spcAft>
                <a:spcPts val="0"/>
              </a:spcAft>
              <a:buClr>
                <a:srgbClr val="3F3F3F"/>
              </a:buClr>
              <a:buSzPts val="1400"/>
              <a:buChar char="–"/>
              <a:defRPr sz="1400"/>
            </a:lvl4pPr>
            <a:lvl5pPr marL="2286000" lvl="4" indent="-317500" algn="l">
              <a:lnSpc>
                <a:spcPct val="140000"/>
              </a:lnSpc>
              <a:spcBef>
                <a:spcPts val="930"/>
              </a:spcBef>
              <a:spcAft>
                <a:spcPts val="0"/>
              </a:spcAft>
              <a:buClr>
                <a:srgbClr val="3F3F3F"/>
              </a:buClr>
              <a:buSzPts val="1400"/>
              <a:buChar char="–"/>
              <a:defRPr sz="1400"/>
            </a:lvl5pPr>
            <a:lvl6pPr marL="2743200" lvl="5" indent="-317500" algn="l">
              <a:lnSpc>
                <a:spcPct val="111000"/>
              </a:lnSpc>
              <a:spcBef>
                <a:spcPts val="930"/>
              </a:spcBef>
              <a:spcAft>
                <a:spcPts val="0"/>
              </a:spcAft>
              <a:buClr>
                <a:srgbClr val="BC2818"/>
              </a:buClr>
              <a:buSzPts val="1400"/>
              <a:buChar char="–"/>
              <a:defRPr sz="1400"/>
            </a:lvl6pPr>
            <a:lvl7pPr marL="3200400" lvl="6" indent="-317500" algn="l">
              <a:lnSpc>
                <a:spcPct val="111000"/>
              </a:lnSpc>
              <a:spcBef>
                <a:spcPts val="930"/>
              </a:spcBef>
              <a:spcAft>
                <a:spcPts val="0"/>
              </a:spcAft>
              <a:buClr>
                <a:srgbClr val="BC2818"/>
              </a:buClr>
              <a:buSzPts val="1400"/>
              <a:buChar char="–"/>
              <a:defRPr sz="1400"/>
            </a:lvl7pPr>
            <a:lvl8pPr marL="3657600" lvl="7" indent="-317500" algn="l">
              <a:lnSpc>
                <a:spcPct val="111000"/>
              </a:lnSpc>
              <a:spcBef>
                <a:spcPts val="930"/>
              </a:spcBef>
              <a:spcAft>
                <a:spcPts val="0"/>
              </a:spcAft>
              <a:buClr>
                <a:srgbClr val="BC2818"/>
              </a:buClr>
              <a:buSzPts val="1400"/>
              <a:buChar char="–"/>
              <a:defRPr sz="1400"/>
            </a:lvl8pPr>
            <a:lvl9pPr marL="4114800" lvl="8" indent="-317500" algn="l">
              <a:lnSpc>
                <a:spcPct val="111000"/>
              </a:lnSpc>
              <a:spcBef>
                <a:spcPts val="930"/>
              </a:spcBef>
              <a:spcAft>
                <a:spcPts val="0"/>
              </a:spcAft>
              <a:buClr>
                <a:srgbClr val="BC2818"/>
              </a:buClr>
              <a:buSzPts val="1400"/>
              <a:buChar char="–"/>
              <a:defRPr sz="1400"/>
            </a:lvl9pPr>
          </a:lstStyle>
          <a:p>
            <a:endParaRPr/>
          </a:p>
        </p:txBody>
      </p:sp>
      <p:sp>
        <p:nvSpPr>
          <p:cNvPr id="77" name="Google Shape;77;p41"/>
          <p:cNvSpPr txBox="1">
            <a:spLocks noGrp="1"/>
          </p:cNvSpPr>
          <p:nvPr>
            <p:ph type="body" idx="2"/>
          </p:nvPr>
        </p:nvSpPr>
        <p:spPr>
          <a:xfrm>
            <a:off x="8476488" y="3223803"/>
            <a:ext cx="3227715" cy="2872197"/>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1400"/>
              </a:spcBef>
              <a:spcAft>
                <a:spcPts val="0"/>
              </a:spcAft>
              <a:buClr>
                <a:srgbClr val="3F3F3F"/>
              </a:buClr>
              <a:buSzPts val="1600"/>
              <a:buNone/>
              <a:defRPr sz="1600"/>
            </a:lvl1pPr>
            <a:lvl2pPr marL="914400" lvl="1" indent="-228600" algn="l">
              <a:lnSpc>
                <a:spcPct val="140000"/>
              </a:lnSpc>
              <a:spcBef>
                <a:spcPts val="930"/>
              </a:spcBef>
              <a:spcAft>
                <a:spcPts val="0"/>
              </a:spcAft>
              <a:buClr>
                <a:srgbClr val="3F3F3F"/>
              </a:buClr>
              <a:buSzPts val="1400"/>
              <a:buNone/>
              <a:defRPr sz="1400"/>
            </a:lvl2pPr>
            <a:lvl3pPr marL="1371600" lvl="2" indent="-228600" algn="l">
              <a:lnSpc>
                <a:spcPct val="140000"/>
              </a:lnSpc>
              <a:spcBef>
                <a:spcPts val="930"/>
              </a:spcBef>
              <a:spcAft>
                <a:spcPts val="0"/>
              </a:spcAft>
              <a:buClr>
                <a:srgbClr val="3F3F3F"/>
              </a:buClr>
              <a:buSzPts val="1200"/>
              <a:buNone/>
              <a:defRPr sz="1200"/>
            </a:lvl3pPr>
            <a:lvl4pPr marL="1828800" lvl="3" indent="-228600" algn="l">
              <a:lnSpc>
                <a:spcPct val="140000"/>
              </a:lnSpc>
              <a:spcBef>
                <a:spcPts val="930"/>
              </a:spcBef>
              <a:spcAft>
                <a:spcPts val="0"/>
              </a:spcAft>
              <a:buClr>
                <a:srgbClr val="3F3F3F"/>
              </a:buClr>
              <a:buSzPts val="1000"/>
              <a:buNone/>
              <a:defRPr sz="1000"/>
            </a:lvl4pPr>
            <a:lvl5pPr marL="2286000" lvl="4" indent="-228600" algn="l">
              <a:lnSpc>
                <a:spcPct val="140000"/>
              </a:lnSpc>
              <a:spcBef>
                <a:spcPts val="930"/>
              </a:spcBef>
              <a:spcAft>
                <a:spcPts val="0"/>
              </a:spcAft>
              <a:buClr>
                <a:srgbClr val="3F3F3F"/>
              </a:buClr>
              <a:buSzPts val="1000"/>
              <a:buNone/>
              <a:defRPr sz="1000"/>
            </a:lvl5pPr>
            <a:lvl6pPr marL="2743200" lvl="5" indent="-228600" algn="l">
              <a:lnSpc>
                <a:spcPct val="111000"/>
              </a:lnSpc>
              <a:spcBef>
                <a:spcPts val="930"/>
              </a:spcBef>
              <a:spcAft>
                <a:spcPts val="0"/>
              </a:spcAft>
              <a:buClr>
                <a:srgbClr val="BC2818"/>
              </a:buClr>
              <a:buSzPts val="1000"/>
              <a:buNone/>
              <a:defRPr sz="1000"/>
            </a:lvl6pPr>
            <a:lvl7pPr marL="3200400" lvl="6" indent="-228600" algn="l">
              <a:lnSpc>
                <a:spcPct val="111000"/>
              </a:lnSpc>
              <a:spcBef>
                <a:spcPts val="930"/>
              </a:spcBef>
              <a:spcAft>
                <a:spcPts val="0"/>
              </a:spcAft>
              <a:buClr>
                <a:srgbClr val="BC2818"/>
              </a:buClr>
              <a:buSzPts val="1000"/>
              <a:buNone/>
              <a:defRPr sz="1000"/>
            </a:lvl7pPr>
            <a:lvl8pPr marL="3657600" lvl="7" indent="-228600" algn="l">
              <a:lnSpc>
                <a:spcPct val="111000"/>
              </a:lnSpc>
              <a:spcBef>
                <a:spcPts val="930"/>
              </a:spcBef>
              <a:spcAft>
                <a:spcPts val="0"/>
              </a:spcAft>
              <a:buClr>
                <a:srgbClr val="BC2818"/>
              </a:buClr>
              <a:buSzPts val="1000"/>
              <a:buNone/>
              <a:defRPr sz="1000"/>
            </a:lvl8pPr>
            <a:lvl9pPr marL="4114800" lvl="8" indent="-228600" algn="l">
              <a:lnSpc>
                <a:spcPct val="111000"/>
              </a:lnSpc>
              <a:spcBef>
                <a:spcPts val="930"/>
              </a:spcBef>
              <a:spcAft>
                <a:spcPts val="0"/>
              </a:spcAft>
              <a:buClr>
                <a:srgbClr val="BC2818"/>
              </a:buClr>
              <a:buSzPts val="1000"/>
              <a:buNone/>
              <a:defRPr sz="1000"/>
            </a:lvl9pPr>
          </a:lstStyle>
          <a:p>
            <a:endParaRPr/>
          </a:p>
        </p:txBody>
      </p:sp>
      <p:sp>
        <p:nvSpPr>
          <p:cNvPr id="78" name="Google Shape;78;p41"/>
          <p:cNvSpPr txBox="1">
            <a:spLocks noGrp="1"/>
          </p:cNvSpPr>
          <p:nvPr>
            <p:ph type="dt" idx="10"/>
          </p:nvPr>
        </p:nvSpPr>
        <p:spPr>
          <a:xfrm>
            <a:off x="8476488" y="6170491"/>
            <a:ext cx="2214322" cy="457200"/>
          </a:xfrm>
          <a:prstGeom prst="rect">
            <a:avLst/>
          </a:prstGeom>
          <a:noFill/>
          <a:ln>
            <a:noFill/>
          </a:ln>
        </p:spPr>
        <p:txBody>
          <a:bodyPr spcFirstLastPara="1" wrap="square" lIns="109725" tIns="109725" rIns="109725" bIns="9142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1"/>
          <p:cNvSpPr txBox="1">
            <a:spLocks noGrp="1"/>
          </p:cNvSpPr>
          <p:nvPr>
            <p:ph type="ftr" idx="11"/>
          </p:nvPr>
        </p:nvSpPr>
        <p:spPr>
          <a:xfrm>
            <a:off x="1280160" y="6170490"/>
            <a:ext cx="6949440" cy="457200"/>
          </a:xfrm>
          <a:prstGeom prst="rect">
            <a:avLst/>
          </a:prstGeom>
          <a:noFill/>
          <a:ln>
            <a:noFill/>
          </a:ln>
        </p:spPr>
        <p:txBody>
          <a:bodyPr spcFirstLastPara="1" wrap="square" lIns="109725" tIns="109725" rIns="109725" bIns="914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41"/>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81"/>
        <p:cNvGrpSpPr/>
        <p:nvPr/>
      </p:nvGrpSpPr>
      <p:grpSpPr>
        <a:xfrm>
          <a:off x="0" y="0"/>
          <a:ext cx="0" cy="0"/>
          <a:chOff x="0" y="0"/>
          <a:chExt cx="0" cy="0"/>
        </a:xfrm>
      </p:grpSpPr>
      <p:sp>
        <p:nvSpPr>
          <p:cNvPr id="82" name="Google Shape;82;p42"/>
          <p:cNvSpPr>
            <a:spLocks noGrp="1"/>
          </p:cNvSpPr>
          <p:nvPr>
            <p:ph type="pic" idx="2"/>
          </p:nvPr>
        </p:nvSpPr>
        <p:spPr>
          <a:xfrm>
            <a:off x="0" y="0"/>
            <a:ext cx="8102651" cy="6857999"/>
          </a:xfrm>
          <a:prstGeom prst="rect">
            <a:avLst/>
          </a:prstGeom>
          <a:solidFill>
            <a:srgbClr val="DCD6C4"/>
          </a:solidFill>
          <a:ln>
            <a:noFill/>
          </a:ln>
        </p:spPr>
      </p:sp>
      <p:sp>
        <p:nvSpPr>
          <p:cNvPr id="83" name="Google Shape;83;p42"/>
          <p:cNvSpPr txBox="1">
            <a:spLocks noGrp="1"/>
          </p:cNvSpPr>
          <p:nvPr>
            <p:ph type="title"/>
          </p:nvPr>
        </p:nvSpPr>
        <p:spPr>
          <a:xfrm>
            <a:off x="8476488" y="1503910"/>
            <a:ext cx="3230625" cy="1687924"/>
          </a:xfrm>
          <a:prstGeom prst="rect">
            <a:avLst/>
          </a:prstGeom>
          <a:noFill/>
          <a:ln>
            <a:noFill/>
          </a:ln>
        </p:spPr>
        <p:txBody>
          <a:bodyPr spcFirstLastPara="1" wrap="square" lIns="109725" tIns="109725" rIns="109725" bIns="91425" anchor="b" anchorCtr="0">
            <a:noAutofit/>
          </a:bodyPr>
          <a:lstStyle>
            <a:lvl1pPr lvl="0" algn="l">
              <a:lnSpc>
                <a:spcPct val="104000"/>
              </a:lnSpc>
              <a:spcBef>
                <a:spcPts val="0"/>
              </a:spcBef>
              <a:spcAft>
                <a:spcPts val="0"/>
              </a:spcAft>
              <a:buClr>
                <a:srgbClr val="3F3F3F"/>
              </a:buClr>
              <a:buSzPts val="3400"/>
              <a:buFont typeface="Meiryo"/>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42"/>
          <p:cNvSpPr txBox="1">
            <a:spLocks noGrp="1"/>
          </p:cNvSpPr>
          <p:nvPr>
            <p:ph type="body" idx="1"/>
          </p:nvPr>
        </p:nvSpPr>
        <p:spPr>
          <a:xfrm>
            <a:off x="8476488" y="3223806"/>
            <a:ext cx="3227832" cy="2872194"/>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1400"/>
              </a:spcBef>
              <a:spcAft>
                <a:spcPts val="0"/>
              </a:spcAft>
              <a:buClr>
                <a:srgbClr val="3F3F3F"/>
              </a:buClr>
              <a:buSzPts val="1600"/>
              <a:buNone/>
              <a:defRPr sz="1600"/>
            </a:lvl1pPr>
            <a:lvl2pPr marL="914400" lvl="1" indent="-228600" algn="l">
              <a:lnSpc>
                <a:spcPct val="140000"/>
              </a:lnSpc>
              <a:spcBef>
                <a:spcPts val="930"/>
              </a:spcBef>
              <a:spcAft>
                <a:spcPts val="0"/>
              </a:spcAft>
              <a:buClr>
                <a:srgbClr val="3F3F3F"/>
              </a:buClr>
              <a:buSzPts val="1400"/>
              <a:buNone/>
              <a:defRPr sz="1400"/>
            </a:lvl2pPr>
            <a:lvl3pPr marL="1371600" lvl="2" indent="-228600" algn="l">
              <a:lnSpc>
                <a:spcPct val="140000"/>
              </a:lnSpc>
              <a:spcBef>
                <a:spcPts val="930"/>
              </a:spcBef>
              <a:spcAft>
                <a:spcPts val="0"/>
              </a:spcAft>
              <a:buClr>
                <a:srgbClr val="3F3F3F"/>
              </a:buClr>
              <a:buSzPts val="1200"/>
              <a:buNone/>
              <a:defRPr sz="1200"/>
            </a:lvl3pPr>
            <a:lvl4pPr marL="1828800" lvl="3" indent="-228600" algn="l">
              <a:lnSpc>
                <a:spcPct val="140000"/>
              </a:lnSpc>
              <a:spcBef>
                <a:spcPts val="930"/>
              </a:spcBef>
              <a:spcAft>
                <a:spcPts val="0"/>
              </a:spcAft>
              <a:buClr>
                <a:srgbClr val="3F3F3F"/>
              </a:buClr>
              <a:buSzPts val="1000"/>
              <a:buNone/>
              <a:defRPr sz="1000"/>
            </a:lvl4pPr>
            <a:lvl5pPr marL="2286000" lvl="4" indent="-228600" algn="l">
              <a:lnSpc>
                <a:spcPct val="140000"/>
              </a:lnSpc>
              <a:spcBef>
                <a:spcPts val="930"/>
              </a:spcBef>
              <a:spcAft>
                <a:spcPts val="0"/>
              </a:spcAft>
              <a:buClr>
                <a:srgbClr val="3F3F3F"/>
              </a:buClr>
              <a:buSzPts val="1000"/>
              <a:buNone/>
              <a:defRPr sz="1000"/>
            </a:lvl5pPr>
            <a:lvl6pPr marL="2743200" lvl="5" indent="-228600" algn="l">
              <a:lnSpc>
                <a:spcPct val="111000"/>
              </a:lnSpc>
              <a:spcBef>
                <a:spcPts val="930"/>
              </a:spcBef>
              <a:spcAft>
                <a:spcPts val="0"/>
              </a:spcAft>
              <a:buClr>
                <a:srgbClr val="BC2818"/>
              </a:buClr>
              <a:buSzPts val="1000"/>
              <a:buNone/>
              <a:defRPr sz="1000"/>
            </a:lvl6pPr>
            <a:lvl7pPr marL="3200400" lvl="6" indent="-228600" algn="l">
              <a:lnSpc>
                <a:spcPct val="111000"/>
              </a:lnSpc>
              <a:spcBef>
                <a:spcPts val="930"/>
              </a:spcBef>
              <a:spcAft>
                <a:spcPts val="0"/>
              </a:spcAft>
              <a:buClr>
                <a:srgbClr val="BC2818"/>
              </a:buClr>
              <a:buSzPts val="1000"/>
              <a:buNone/>
              <a:defRPr sz="1000"/>
            </a:lvl7pPr>
            <a:lvl8pPr marL="3657600" lvl="7" indent="-228600" algn="l">
              <a:lnSpc>
                <a:spcPct val="111000"/>
              </a:lnSpc>
              <a:spcBef>
                <a:spcPts val="930"/>
              </a:spcBef>
              <a:spcAft>
                <a:spcPts val="0"/>
              </a:spcAft>
              <a:buClr>
                <a:srgbClr val="BC2818"/>
              </a:buClr>
              <a:buSzPts val="1000"/>
              <a:buNone/>
              <a:defRPr sz="1000"/>
            </a:lvl8pPr>
            <a:lvl9pPr marL="4114800" lvl="8" indent="-228600" algn="l">
              <a:lnSpc>
                <a:spcPct val="111000"/>
              </a:lnSpc>
              <a:spcBef>
                <a:spcPts val="930"/>
              </a:spcBef>
              <a:spcAft>
                <a:spcPts val="0"/>
              </a:spcAft>
              <a:buClr>
                <a:srgbClr val="BC2818"/>
              </a:buClr>
              <a:buSzPts val="1000"/>
              <a:buNone/>
              <a:defRPr sz="1000"/>
            </a:lvl9pPr>
          </a:lstStyle>
          <a:p>
            <a:endParaRPr/>
          </a:p>
        </p:txBody>
      </p:sp>
      <p:sp>
        <p:nvSpPr>
          <p:cNvPr id="85" name="Google Shape;85;p42"/>
          <p:cNvSpPr txBox="1">
            <a:spLocks noGrp="1"/>
          </p:cNvSpPr>
          <p:nvPr>
            <p:ph type="dt" idx="10"/>
          </p:nvPr>
        </p:nvSpPr>
        <p:spPr>
          <a:xfrm>
            <a:off x="8476488" y="6170491"/>
            <a:ext cx="2214322" cy="457200"/>
          </a:xfrm>
          <a:prstGeom prst="rect">
            <a:avLst/>
          </a:prstGeom>
          <a:noFill/>
          <a:ln>
            <a:noFill/>
          </a:ln>
        </p:spPr>
        <p:txBody>
          <a:bodyPr spcFirstLastPara="1" wrap="square" lIns="109725" tIns="109725" rIns="109725" bIns="9142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42"/>
          <p:cNvSpPr txBox="1">
            <a:spLocks noGrp="1"/>
          </p:cNvSpPr>
          <p:nvPr>
            <p:ph type="ftr" idx="11"/>
          </p:nvPr>
        </p:nvSpPr>
        <p:spPr>
          <a:xfrm>
            <a:off x="1280160" y="6170490"/>
            <a:ext cx="6464410" cy="457200"/>
          </a:xfrm>
          <a:prstGeom prst="rect">
            <a:avLst/>
          </a:prstGeom>
          <a:noFill/>
          <a:ln>
            <a:noFill/>
          </a:ln>
        </p:spPr>
        <p:txBody>
          <a:bodyPr spcFirstLastPara="1" wrap="square" lIns="109725" tIns="109725" rIns="109725" bIns="91425" anchor="ctr" anchorCtr="0">
            <a:noAutofit/>
          </a:bodyPr>
          <a:lstStyle>
            <a:lvl1pPr lvl="0" algn="l">
              <a:spcBef>
                <a:spcPts val="0"/>
              </a:spcBef>
              <a:spcAft>
                <a:spcPts val="0"/>
              </a:spcAft>
              <a:buSzPts val="1400"/>
              <a:buNone/>
              <a:defRPr b="1">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42"/>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8"/>
        <p:cNvGrpSpPr/>
        <p:nvPr/>
      </p:nvGrpSpPr>
      <p:grpSpPr>
        <a:xfrm>
          <a:off x="0" y="0"/>
          <a:ext cx="0" cy="0"/>
          <a:chOff x="0" y="0"/>
          <a:chExt cx="0" cy="0"/>
        </a:xfrm>
      </p:grpSpPr>
      <p:sp>
        <p:nvSpPr>
          <p:cNvPr id="89" name="Google Shape;89;p43"/>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a:bodyPr>
          <a:lstStyle>
            <a:lvl1pPr lvl="0" algn="l">
              <a:lnSpc>
                <a:spcPct val="13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43"/>
          <p:cNvSpPr txBox="1">
            <a:spLocks noGrp="1"/>
          </p:cNvSpPr>
          <p:nvPr>
            <p:ph type="body" idx="1"/>
          </p:nvPr>
        </p:nvSpPr>
        <p:spPr>
          <a:xfrm rot="5400000">
            <a:off x="4479774" y="-247258"/>
            <a:ext cx="3651504" cy="8770571"/>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930"/>
              </a:spcBef>
              <a:spcAft>
                <a:spcPts val="0"/>
              </a:spcAft>
              <a:buClr>
                <a:srgbClr val="3F3F3F"/>
              </a:buClr>
              <a:buSzPts val="1800"/>
              <a:buNone/>
              <a:defRPr/>
            </a:lvl1pPr>
            <a:lvl2pPr marL="914400" lvl="1" indent="-228600" algn="l">
              <a:lnSpc>
                <a:spcPct val="140000"/>
              </a:lnSpc>
              <a:spcBef>
                <a:spcPts val="930"/>
              </a:spcBef>
              <a:spcAft>
                <a:spcPts val="0"/>
              </a:spcAft>
              <a:buClr>
                <a:srgbClr val="3F3F3F"/>
              </a:buClr>
              <a:buSzPts val="1800"/>
              <a:buNone/>
              <a:defRPr/>
            </a:lvl2pPr>
            <a:lvl3pPr marL="1371600" lvl="2" indent="-342900" algn="l">
              <a:lnSpc>
                <a:spcPct val="140000"/>
              </a:lnSpc>
              <a:spcBef>
                <a:spcPts val="930"/>
              </a:spcBef>
              <a:spcAft>
                <a:spcPts val="0"/>
              </a:spcAft>
              <a:buClr>
                <a:srgbClr val="3F3F3F"/>
              </a:buClr>
              <a:buSzPts val="1800"/>
              <a:buChar char="–"/>
              <a:defRPr/>
            </a:lvl3pPr>
            <a:lvl4pPr marL="1828800" lvl="3" indent="-342900" algn="l">
              <a:lnSpc>
                <a:spcPct val="140000"/>
              </a:lnSpc>
              <a:spcBef>
                <a:spcPts val="930"/>
              </a:spcBef>
              <a:spcAft>
                <a:spcPts val="0"/>
              </a:spcAft>
              <a:buClr>
                <a:srgbClr val="3F3F3F"/>
              </a:buClr>
              <a:buSzPts val="1800"/>
              <a:buChar char="–"/>
              <a:defRPr/>
            </a:lvl4pPr>
            <a:lvl5pPr marL="2286000" lvl="4" indent="-342900" algn="l">
              <a:lnSpc>
                <a:spcPct val="140000"/>
              </a:lnSpc>
              <a:spcBef>
                <a:spcPts val="930"/>
              </a:spcBef>
              <a:spcAft>
                <a:spcPts val="0"/>
              </a:spcAft>
              <a:buClr>
                <a:srgbClr val="3F3F3F"/>
              </a:buClr>
              <a:buSzPts val="1800"/>
              <a:buChar char="–"/>
              <a:defRPr/>
            </a:lvl5pPr>
            <a:lvl6pPr marL="2743200" lvl="5" indent="-342900" algn="l">
              <a:lnSpc>
                <a:spcPct val="111000"/>
              </a:lnSpc>
              <a:spcBef>
                <a:spcPts val="930"/>
              </a:spcBef>
              <a:spcAft>
                <a:spcPts val="0"/>
              </a:spcAft>
              <a:buClr>
                <a:srgbClr val="BC2818"/>
              </a:buClr>
              <a:buSzPts val="1800"/>
              <a:buChar char="–"/>
              <a:defRPr/>
            </a:lvl6pPr>
            <a:lvl7pPr marL="3200400" lvl="6" indent="-342900" algn="l">
              <a:lnSpc>
                <a:spcPct val="111000"/>
              </a:lnSpc>
              <a:spcBef>
                <a:spcPts val="930"/>
              </a:spcBef>
              <a:spcAft>
                <a:spcPts val="0"/>
              </a:spcAft>
              <a:buClr>
                <a:srgbClr val="BC2818"/>
              </a:buClr>
              <a:buSzPts val="1800"/>
              <a:buChar char="–"/>
              <a:defRPr/>
            </a:lvl7pPr>
            <a:lvl8pPr marL="3657600" lvl="7" indent="-342900" algn="l">
              <a:lnSpc>
                <a:spcPct val="111000"/>
              </a:lnSpc>
              <a:spcBef>
                <a:spcPts val="930"/>
              </a:spcBef>
              <a:spcAft>
                <a:spcPts val="0"/>
              </a:spcAft>
              <a:buClr>
                <a:srgbClr val="BC2818"/>
              </a:buClr>
              <a:buSzPts val="1800"/>
              <a:buChar char="–"/>
              <a:defRPr/>
            </a:lvl8pPr>
            <a:lvl9pPr marL="4114800" lvl="8" indent="-342900" algn="l">
              <a:lnSpc>
                <a:spcPct val="111000"/>
              </a:lnSpc>
              <a:spcBef>
                <a:spcPts val="930"/>
              </a:spcBef>
              <a:spcAft>
                <a:spcPts val="0"/>
              </a:spcAft>
              <a:buClr>
                <a:srgbClr val="BC2818"/>
              </a:buClr>
              <a:buSzPts val="1800"/>
              <a:buChar char="–"/>
              <a:defRPr/>
            </a:lvl9pPr>
          </a:lstStyle>
          <a:p>
            <a:endParaRPr/>
          </a:p>
        </p:txBody>
      </p:sp>
      <p:sp>
        <p:nvSpPr>
          <p:cNvPr id="91" name="Google Shape;91;p43"/>
          <p:cNvSpPr txBox="1">
            <a:spLocks noGrp="1"/>
          </p:cNvSpPr>
          <p:nvPr>
            <p:ph type="dt" idx="10"/>
          </p:nvPr>
        </p:nvSpPr>
        <p:spPr>
          <a:xfrm>
            <a:off x="7850727" y="6170491"/>
            <a:ext cx="2840083" cy="457200"/>
          </a:xfrm>
          <a:prstGeom prst="rect">
            <a:avLst/>
          </a:prstGeom>
          <a:noFill/>
          <a:ln>
            <a:noFill/>
          </a:ln>
        </p:spPr>
        <p:txBody>
          <a:bodyPr spcFirstLastPara="1" wrap="square" lIns="109725" tIns="109725" rIns="109725" bIns="9142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43"/>
          <p:cNvSpPr txBox="1">
            <a:spLocks noGrp="1"/>
          </p:cNvSpPr>
          <p:nvPr>
            <p:ph type="ftr" idx="11"/>
          </p:nvPr>
        </p:nvSpPr>
        <p:spPr>
          <a:xfrm>
            <a:off x="1920240" y="6170490"/>
            <a:ext cx="5667375" cy="457200"/>
          </a:xfrm>
          <a:prstGeom prst="rect">
            <a:avLst/>
          </a:prstGeom>
          <a:noFill/>
          <a:ln>
            <a:noFill/>
          </a:ln>
        </p:spPr>
        <p:txBody>
          <a:bodyPr spcFirstLastPara="1" wrap="square" lIns="109725" tIns="109725" rIns="109725" bIns="914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43"/>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4"/>
        <p:cNvGrpSpPr/>
        <p:nvPr/>
      </p:nvGrpSpPr>
      <p:grpSpPr>
        <a:xfrm>
          <a:off x="0" y="0"/>
          <a:ext cx="0" cy="0"/>
          <a:chOff x="0" y="0"/>
          <a:chExt cx="0" cy="0"/>
        </a:xfrm>
      </p:grpSpPr>
      <p:sp>
        <p:nvSpPr>
          <p:cNvPr id="95" name="Google Shape;95;p44"/>
          <p:cNvSpPr txBox="1">
            <a:spLocks noGrp="1"/>
          </p:cNvSpPr>
          <p:nvPr>
            <p:ph type="title"/>
          </p:nvPr>
        </p:nvSpPr>
        <p:spPr>
          <a:xfrm rot="5400000">
            <a:off x="7393812" y="2391190"/>
            <a:ext cx="5339932" cy="1571626"/>
          </a:xfrm>
          <a:prstGeom prst="rect">
            <a:avLst/>
          </a:prstGeom>
          <a:noFill/>
          <a:ln>
            <a:noFill/>
          </a:ln>
        </p:spPr>
        <p:txBody>
          <a:bodyPr spcFirstLastPara="1" wrap="square" lIns="109725" tIns="109725" rIns="109725" bIns="91425" anchor="b" anchorCtr="0">
            <a:normAutofit/>
          </a:bodyPr>
          <a:lstStyle>
            <a:lvl1pPr lvl="0" algn="l">
              <a:lnSpc>
                <a:spcPct val="13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44"/>
          <p:cNvSpPr txBox="1">
            <a:spLocks noGrp="1"/>
          </p:cNvSpPr>
          <p:nvPr>
            <p:ph type="body" idx="1"/>
          </p:nvPr>
        </p:nvSpPr>
        <p:spPr>
          <a:xfrm rot="5400000">
            <a:off x="3252190" y="205883"/>
            <a:ext cx="5322596" cy="5959577"/>
          </a:xfrm>
          <a:prstGeom prst="rect">
            <a:avLst/>
          </a:prstGeom>
          <a:noFill/>
          <a:ln>
            <a:noFill/>
          </a:ln>
        </p:spPr>
        <p:txBody>
          <a:bodyPr spcFirstLastPara="1" wrap="square" lIns="109725" tIns="109725" rIns="109725" bIns="91425" anchor="t" anchorCtr="0">
            <a:normAutofit/>
          </a:bodyPr>
          <a:lstStyle>
            <a:lvl1pPr marL="457200" lvl="0" indent="-228600" algn="l">
              <a:lnSpc>
                <a:spcPct val="140000"/>
              </a:lnSpc>
              <a:spcBef>
                <a:spcPts val="930"/>
              </a:spcBef>
              <a:spcAft>
                <a:spcPts val="0"/>
              </a:spcAft>
              <a:buClr>
                <a:srgbClr val="3F3F3F"/>
              </a:buClr>
              <a:buSzPts val="1800"/>
              <a:buNone/>
              <a:defRPr/>
            </a:lvl1pPr>
            <a:lvl2pPr marL="914400" lvl="1" indent="-228600" algn="l">
              <a:lnSpc>
                <a:spcPct val="140000"/>
              </a:lnSpc>
              <a:spcBef>
                <a:spcPts val="930"/>
              </a:spcBef>
              <a:spcAft>
                <a:spcPts val="0"/>
              </a:spcAft>
              <a:buClr>
                <a:srgbClr val="3F3F3F"/>
              </a:buClr>
              <a:buSzPts val="1800"/>
              <a:buNone/>
              <a:defRPr/>
            </a:lvl2pPr>
            <a:lvl3pPr marL="1371600" lvl="2" indent="-342900" algn="l">
              <a:lnSpc>
                <a:spcPct val="140000"/>
              </a:lnSpc>
              <a:spcBef>
                <a:spcPts val="930"/>
              </a:spcBef>
              <a:spcAft>
                <a:spcPts val="0"/>
              </a:spcAft>
              <a:buClr>
                <a:srgbClr val="3F3F3F"/>
              </a:buClr>
              <a:buSzPts val="1800"/>
              <a:buChar char="–"/>
              <a:defRPr/>
            </a:lvl3pPr>
            <a:lvl4pPr marL="1828800" lvl="3" indent="-342900" algn="l">
              <a:lnSpc>
                <a:spcPct val="140000"/>
              </a:lnSpc>
              <a:spcBef>
                <a:spcPts val="930"/>
              </a:spcBef>
              <a:spcAft>
                <a:spcPts val="0"/>
              </a:spcAft>
              <a:buClr>
                <a:srgbClr val="3F3F3F"/>
              </a:buClr>
              <a:buSzPts val="1800"/>
              <a:buChar char="–"/>
              <a:defRPr/>
            </a:lvl4pPr>
            <a:lvl5pPr marL="2286000" lvl="4" indent="-342900" algn="l">
              <a:lnSpc>
                <a:spcPct val="140000"/>
              </a:lnSpc>
              <a:spcBef>
                <a:spcPts val="930"/>
              </a:spcBef>
              <a:spcAft>
                <a:spcPts val="0"/>
              </a:spcAft>
              <a:buClr>
                <a:srgbClr val="3F3F3F"/>
              </a:buClr>
              <a:buSzPts val="1800"/>
              <a:buChar char="–"/>
              <a:defRPr/>
            </a:lvl5pPr>
            <a:lvl6pPr marL="2743200" lvl="5" indent="-342900" algn="l">
              <a:lnSpc>
                <a:spcPct val="111000"/>
              </a:lnSpc>
              <a:spcBef>
                <a:spcPts val="930"/>
              </a:spcBef>
              <a:spcAft>
                <a:spcPts val="0"/>
              </a:spcAft>
              <a:buClr>
                <a:srgbClr val="BC2818"/>
              </a:buClr>
              <a:buSzPts val="1800"/>
              <a:buChar char="–"/>
              <a:defRPr/>
            </a:lvl6pPr>
            <a:lvl7pPr marL="3200400" lvl="6" indent="-342900" algn="l">
              <a:lnSpc>
                <a:spcPct val="111000"/>
              </a:lnSpc>
              <a:spcBef>
                <a:spcPts val="930"/>
              </a:spcBef>
              <a:spcAft>
                <a:spcPts val="0"/>
              </a:spcAft>
              <a:buClr>
                <a:srgbClr val="BC2818"/>
              </a:buClr>
              <a:buSzPts val="1800"/>
              <a:buChar char="–"/>
              <a:defRPr/>
            </a:lvl7pPr>
            <a:lvl8pPr marL="3657600" lvl="7" indent="-342900" algn="l">
              <a:lnSpc>
                <a:spcPct val="111000"/>
              </a:lnSpc>
              <a:spcBef>
                <a:spcPts val="930"/>
              </a:spcBef>
              <a:spcAft>
                <a:spcPts val="0"/>
              </a:spcAft>
              <a:buClr>
                <a:srgbClr val="BC2818"/>
              </a:buClr>
              <a:buSzPts val="1800"/>
              <a:buChar char="–"/>
              <a:defRPr/>
            </a:lvl8pPr>
            <a:lvl9pPr marL="4114800" lvl="8" indent="-342900" algn="l">
              <a:lnSpc>
                <a:spcPct val="111000"/>
              </a:lnSpc>
              <a:spcBef>
                <a:spcPts val="930"/>
              </a:spcBef>
              <a:spcAft>
                <a:spcPts val="0"/>
              </a:spcAft>
              <a:buClr>
                <a:srgbClr val="BC2818"/>
              </a:buClr>
              <a:buSzPts val="1800"/>
              <a:buChar char="–"/>
              <a:defRPr/>
            </a:lvl9pPr>
          </a:lstStyle>
          <a:p>
            <a:endParaRPr/>
          </a:p>
        </p:txBody>
      </p:sp>
      <p:sp>
        <p:nvSpPr>
          <p:cNvPr id="97" name="Google Shape;97;p44"/>
          <p:cNvSpPr txBox="1">
            <a:spLocks noGrp="1"/>
          </p:cNvSpPr>
          <p:nvPr>
            <p:ph type="dt" idx="10"/>
          </p:nvPr>
        </p:nvSpPr>
        <p:spPr>
          <a:xfrm>
            <a:off x="9277965" y="6296615"/>
            <a:ext cx="2505996" cy="365125"/>
          </a:xfrm>
          <a:prstGeom prst="rect">
            <a:avLst/>
          </a:prstGeom>
          <a:noFill/>
          <a:ln>
            <a:noFill/>
          </a:ln>
        </p:spPr>
        <p:txBody>
          <a:bodyPr spcFirstLastPara="1" wrap="square" lIns="109725" tIns="109725" rIns="109725" bIns="9142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44"/>
          <p:cNvSpPr txBox="1">
            <a:spLocks noGrp="1"/>
          </p:cNvSpPr>
          <p:nvPr>
            <p:ph type="ftr" idx="11"/>
          </p:nvPr>
        </p:nvSpPr>
        <p:spPr>
          <a:xfrm>
            <a:off x="2933699" y="6296615"/>
            <a:ext cx="5959577" cy="365125"/>
          </a:xfrm>
          <a:prstGeom prst="rect">
            <a:avLst/>
          </a:prstGeom>
          <a:noFill/>
          <a:ln>
            <a:noFill/>
          </a:ln>
        </p:spPr>
        <p:txBody>
          <a:bodyPr spcFirstLastPara="1" wrap="square" lIns="109725" tIns="109725" rIns="109725" bIns="914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44"/>
          <p:cNvSpPr txBox="1">
            <a:spLocks noGrp="1"/>
          </p:cNvSpPr>
          <p:nvPr>
            <p:ph type="sldNum" idx="12"/>
          </p:nvPr>
        </p:nvSpPr>
        <p:spPr>
          <a:xfrm rot="5400000">
            <a:off x="8734643" y="2853201"/>
            <a:ext cx="5383267" cy="604269"/>
          </a:xfrm>
          <a:prstGeom prst="rect">
            <a:avLst/>
          </a:prstGeom>
          <a:noFill/>
          <a:ln>
            <a:noFill/>
          </a:ln>
        </p:spPr>
        <p:txBody>
          <a:bodyPr spcFirstLastPara="1" wrap="square" lIns="109725" tIns="109725" rIns="109725" bIns="91425" anchor="b" anchorCtr="0">
            <a:noAutofit/>
          </a:bodyPr>
          <a:lstStyle>
            <a:lvl1pPr marL="0" lvl="0" indent="0" algn="l">
              <a:spcBef>
                <a:spcPts val="0"/>
              </a:spcBef>
              <a:buNone/>
              <a:defRPr sz="1600" b="1" i="0" u="none" strike="noStrike" cap="none">
                <a:solidFill>
                  <a:srgbClr val="3F3F3F"/>
                </a:solidFill>
                <a:latin typeface="Meiryo"/>
                <a:ea typeface="Meiryo"/>
                <a:cs typeface="Meiryo"/>
                <a:sym typeface="Meiryo"/>
              </a:defRPr>
            </a:lvl1pPr>
            <a:lvl2pPr marL="0" lvl="1" indent="0" algn="l">
              <a:spcBef>
                <a:spcPts val="0"/>
              </a:spcBef>
              <a:buNone/>
              <a:defRPr sz="1600" b="1" i="0" u="none" strike="noStrike" cap="none">
                <a:solidFill>
                  <a:srgbClr val="3F3F3F"/>
                </a:solidFill>
                <a:latin typeface="Meiryo"/>
                <a:ea typeface="Meiryo"/>
                <a:cs typeface="Meiryo"/>
                <a:sym typeface="Meiryo"/>
              </a:defRPr>
            </a:lvl2pPr>
            <a:lvl3pPr marL="0" lvl="2" indent="0" algn="l">
              <a:spcBef>
                <a:spcPts val="0"/>
              </a:spcBef>
              <a:buNone/>
              <a:defRPr sz="1600" b="1" i="0" u="none" strike="noStrike" cap="none">
                <a:solidFill>
                  <a:srgbClr val="3F3F3F"/>
                </a:solidFill>
                <a:latin typeface="Meiryo"/>
                <a:ea typeface="Meiryo"/>
                <a:cs typeface="Meiryo"/>
                <a:sym typeface="Meiryo"/>
              </a:defRPr>
            </a:lvl3pPr>
            <a:lvl4pPr marL="0" lvl="3" indent="0" algn="l">
              <a:spcBef>
                <a:spcPts val="0"/>
              </a:spcBef>
              <a:buNone/>
              <a:defRPr sz="1600" b="1" i="0" u="none" strike="noStrike" cap="none">
                <a:solidFill>
                  <a:srgbClr val="3F3F3F"/>
                </a:solidFill>
                <a:latin typeface="Meiryo"/>
                <a:ea typeface="Meiryo"/>
                <a:cs typeface="Meiryo"/>
                <a:sym typeface="Meiryo"/>
              </a:defRPr>
            </a:lvl4pPr>
            <a:lvl5pPr marL="0" lvl="4" indent="0" algn="l">
              <a:spcBef>
                <a:spcPts val="0"/>
              </a:spcBef>
              <a:buNone/>
              <a:defRPr sz="1600" b="1" i="0" u="none" strike="noStrike" cap="none">
                <a:solidFill>
                  <a:srgbClr val="3F3F3F"/>
                </a:solidFill>
                <a:latin typeface="Meiryo"/>
                <a:ea typeface="Meiryo"/>
                <a:cs typeface="Meiryo"/>
                <a:sym typeface="Meiryo"/>
              </a:defRPr>
            </a:lvl5pPr>
            <a:lvl6pPr marL="0" lvl="5" indent="0" algn="l">
              <a:spcBef>
                <a:spcPts val="0"/>
              </a:spcBef>
              <a:buNone/>
              <a:defRPr sz="1600" b="1" i="0" u="none" strike="noStrike" cap="none">
                <a:solidFill>
                  <a:srgbClr val="3F3F3F"/>
                </a:solidFill>
                <a:latin typeface="Meiryo"/>
                <a:ea typeface="Meiryo"/>
                <a:cs typeface="Meiryo"/>
                <a:sym typeface="Meiryo"/>
              </a:defRPr>
            </a:lvl6pPr>
            <a:lvl7pPr marL="0" lvl="6" indent="0" algn="l">
              <a:spcBef>
                <a:spcPts val="0"/>
              </a:spcBef>
              <a:buNone/>
              <a:defRPr sz="1600" b="1" i="0" u="none" strike="noStrike" cap="none">
                <a:solidFill>
                  <a:srgbClr val="3F3F3F"/>
                </a:solidFill>
                <a:latin typeface="Meiryo"/>
                <a:ea typeface="Meiryo"/>
                <a:cs typeface="Meiryo"/>
                <a:sym typeface="Meiryo"/>
              </a:defRPr>
            </a:lvl7pPr>
            <a:lvl8pPr marL="0" lvl="7" indent="0" algn="l">
              <a:spcBef>
                <a:spcPts val="0"/>
              </a:spcBef>
              <a:buNone/>
              <a:defRPr sz="1600" b="1" i="0" u="none" strike="noStrike" cap="none">
                <a:solidFill>
                  <a:srgbClr val="3F3F3F"/>
                </a:solidFill>
                <a:latin typeface="Meiryo"/>
                <a:ea typeface="Meiryo"/>
                <a:cs typeface="Meiryo"/>
                <a:sym typeface="Meiryo"/>
              </a:defRPr>
            </a:lvl8pPr>
            <a:lvl9pPr marL="0" lvl="8" indent="0" algn="l">
              <a:spcBef>
                <a:spcPts val="0"/>
              </a:spcBef>
              <a:buNone/>
              <a:defRPr sz="1600" b="1" i="0" u="none" strike="noStrike" cap="none">
                <a:solidFill>
                  <a:srgbClr val="3F3F3F"/>
                </a:solidFill>
                <a:latin typeface="Meiryo"/>
                <a:ea typeface="Meiryo"/>
                <a:cs typeface="Meiryo"/>
                <a:sym typeface="Meiryo"/>
              </a:defRPr>
            </a:lvl9pPr>
          </a:lstStyle>
          <a:p>
            <a:pPr marL="0" lvl="0" indent="0" algn="l" rtl="0">
              <a:spcBef>
                <a:spcPts val="0"/>
              </a:spcBef>
              <a:spcAft>
                <a:spcPts val="0"/>
              </a:spcAft>
              <a:buNone/>
            </a:pPr>
            <a:fld id="{00000000-1234-1234-1234-123412341234}" type="slidenum">
              <a:rPr lang="en-US"/>
              <a:t>‹#›</a:t>
            </a:fld>
            <a:endParaRPr/>
          </a:p>
        </p:txBody>
      </p:sp>
      <p:cxnSp>
        <p:nvCxnSpPr>
          <p:cNvPr id="100" name="Google Shape;100;p44" title="Rule Line"/>
          <p:cNvCxnSpPr/>
          <p:nvPr/>
        </p:nvCxnSpPr>
        <p:spPr>
          <a:xfrm>
            <a:off x="9111582" y="571502"/>
            <a:ext cx="0" cy="5275467"/>
          </a:xfrm>
          <a:prstGeom prst="straightConnector1">
            <a:avLst/>
          </a:prstGeom>
          <a:noFill/>
          <a:ln w="38100" cap="flat" cmpd="sng">
            <a:solidFill>
              <a:srgbClr val="595959"/>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
        <p:cNvGrpSpPr/>
        <p:nvPr/>
      </p:nvGrpSpPr>
      <p:grpSpPr>
        <a:xfrm>
          <a:off x="0" y="0"/>
          <a:ext cx="0" cy="0"/>
          <a:chOff x="0" y="0"/>
          <a:chExt cx="0" cy="0"/>
        </a:xfrm>
      </p:grpSpPr>
      <p:sp>
        <p:nvSpPr>
          <p:cNvPr id="6" name="Google Shape;6;p33"/>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a:bodyPr>
          <a:lstStyle>
            <a:lvl1pPr marR="0" lvl="0" algn="l" rtl="0">
              <a:lnSpc>
                <a:spcPct val="130000"/>
              </a:lnSpc>
              <a:spcBef>
                <a:spcPts val="0"/>
              </a:spcBef>
              <a:spcAft>
                <a:spcPts val="0"/>
              </a:spcAft>
              <a:buClr>
                <a:srgbClr val="3F3F3F"/>
              </a:buClr>
              <a:buSzPts val="3200"/>
              <a:buFont typeface="Meiryo"/>
              <a:buNone/>
              <a:defRPr sz="3200" b="1" i="0" u="none" strike="noStrike" cap="none">
                <a:solidFill>
                  <a:srgbClr val="3F3F3F"/>
                </a:solidFill>
                <a:latin typeface="Meiryo"/>
                <a:ea typeface="Meiryo"/>
                <a:cs typeface="Meiryo"/>
                <a:sym typeface="Meiry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3"/>
          <p:cNvSpPr txBox="1">
            <a:spLocks noGrp="1"/>
          </p:cNvSpPr>
          <p:nvPr>
            <p:ph type="body" idx="1"/>
          </p:nvPr>
        </p:nvSpPr>
        <p:spPr>
          <a:xfrm>
            <a:off x="1920240" y="2312276"/>
            <a:ext cx="8770571" cy="3651504"/>
          </a:xfrm>
          <a:prstGeom prst="rect">
            <a:avLst/>
          </a:prstGeom>
          <a:noFill/>
          <a:ln>
            <a:noFill/>
          </a:ln>
        </p:spPr>
        <p:txBody>
          <a:bodyPr spcFirstLastPara="1" wrap="square" lIns="109725" tIns="109725" rIns="109725" bIns="91425" anchor="t" anchorCtr="0">
            <a:normAutofit/>
          </a:bodyPr>
          <a:lstStyle>
            <a:lvl1pPr marL="457200" marR="0" lvl="0" indent="-228600" algn="l" rtl="0">
              <a:lnSpc>
                <a:spcPct val="140000"/>
              </a:lnSpc>
              <a:spcBef>
                <a:spcPts val="930"/>
              </a:spcBef>
              <a:spcAft>
                <a:spcPts val="0"/>
              </a:spcAft>
              <a:buClr>
                <a:srgbClr val="3F3F3F"/>
              </a:buClr>
              <a:buSzPts val="1800"/>
              <a:buFont typeface="Corbel"/>
              <a:buNone/>
              <a:defRPr sz="1800" b="0" i="0" u="none" strike="noStrike" cap="none">
                <a:solidFill>
                  <a:srgbClr val="3F3F3F"/>
                </a:solidFill>
                <a:latin typeface="Meiryo"/>
                <a:ea typeface="Meiryo"/>
                <a:cs typeface="Meiryo"/>
                <a:sym typeface="Meiryo"/>
              </a:defRPr>
            </a:lvl1pPr>
            <a:lvl2pPr marL="914400" marR="0" lvl="1" indent="-228600" algn="l" rtl="0">
              <a:lnSpc>
                <a:spcPct val="140000"/>
              </a:lnSpc>
              <a:spcBef>
                <a:spcPts val="930"/>
              </a:spcBef>
              <a:spcAft>
                <a:spcPts val="0"/>
              </a:spcAft>
              <a:buClr>
                <a:srgbClr val="3F3F3F"/>
              </a:buClr>
              <a:buSzPts val="1600"/>
              <a:buFont typeface="Corbel"/>
              <a:buNone/>
              <a:defRPr sz="1600" b="0" i="0" u="none" strike="noStrike" cap="none">
                <a:solidFill>
                  <a:srgbClr val="3F3F3F"/>
                </a:solidFill>
                <a:latin typeface="Meiryo"/>
                <a:ea typeface="Meiryo"/>
                <a:cs typeface="Meiryo"/>
                <a:sym typeface="Meiryo"/>
              </a:defRPr>
            </a:lvl2pPr>
            <a:lvl3pPr marL="1371600" marR="0" lvl="2" indent="-317500" algn="l" rtl="0">
              <a:lnSpc>
                <a:spcPct val="140000"/>
              </a:lnSpc>
              <a:spcBef>
                <a:spcPts val="930"/>
              </a:spcBef>
              <a:spcAft>
                <a:spcPts val="0"/>
              </a:spcAft>
              <a:buClr>
                <a:srgbClr val="3F3F3F"/>
              </a:buClr>
              <a:buSzPts val="1400"/>
              <a:buFont typeface="Corbel"/>
              <a:buChar char="–"/>
              <a:defRPr sz="1400" b="0" i="1" u="none" strike="noStrike" cap="none">
                <a:solidFill>
                  <a:srgbClr val="3F3F3F"/>
                </a:solidFill>
                <a:latin typeface="Meiryo"/>
                <a:ea typeface="Meiryo"/>
                <a:cs typeface="Meiryo"/>
                <a:sym typeface="Meiryo"/>
              </a:defRPr>
            </a:lvl3pPr>
            <a:lvl4pPr marL="1828800" marR="0" lvl="3" indent="-317500" algn="l" rtl="0">
              <a:lnSpc>
                <a:spcPct val="140000"/>
              </a:lnSpc>
              <a:spcBef>
                <a:spcPts val="930"/>
              </a:spcBef>
              <a:spcAft>
                <a:spcPts val="0"/>
              </a:spcAft>
              <a:buClr>
                <a:srgbClr val="3F3F3F"/>
              </a:buClr>
              <a:buSzPts val="1400"/>
              <a:buFont typeface="Corbel"/>
              <a:buChar char="–"/>
              <a:defRPr sz="1400" b="0" i="0" u="none" strike="noStrike" cap="none">
                <a:solidFill>
                  <a:srgbClr val="3F3F3F"/>
                </a:solidFill>
                <a:latin typeface="Meiryo"/>
                <a:ea typeface="Meiryo"/>
                <a:cs typeface="Meiryo"/>
                <a:sym typeface="Meiryo"/>
              </a:defRPr>
            </a:lvl4pPr>
            <a:lvl5pPr marL="2286000" marR="0" lvl="4" indent="-317500" algn="l" rtl="0">
              <a:lnSpc>
                <a:spcPct val="140000"/>
              </a:lnSpc>
              <a:spcBef>
                <a:spcPts val="930"/>
              </a:spcBef>
              <a:spcAft>
                <a:spcPts val="0"/>
              </a:spcAft>
              <a:buClr>
                <a:srgbClr val="3F3F3F"/>
              </a:buClr>
              <a:buSzPts val="1400"/>
              <a:buFont typeface="Corbel"/>
              <a:buChar char="–"/>
              <a:defRPr sz="1400" b="0" i="1" u="none" strike="noStrike" cap="none">
                <a:solidFill>
                  <a:srgbClr val="3F3F3F"/>
                </a:solidFill>
                <a:latin typeface="Meiryo"/>
                <a:ea typeface="Meiryo"/>
                <a:cs typeface="Meiryo"/>
                <a:sym typeface="Meiryo"/>
              </a:defRPr>
            </a:lvl5pPr>
            <a:lvl6pPr marL="2743200" marR="0" lvl="5" indent="-317500" algn="l" rtl="0">
              <a:lnSpc>
                <a:spcPct val="111000"/>
              </a:lnSpc>
              <a:spcBef>
                <a:spcPts val="930"/>
              </a:spcBef>
              <a:spcAft>
                <a:spcPts val="0"/>
              </a:spcAft>
              <a:buClr>
                <a:srgbClr val="BC2818"/>
              </a:buClr>
              <a:buSzPts val="1400"/>
              <a:buFont typeface="Corbel"/>
              <a:buChar char="–"/>
              <a:defRPr sz="1400" b="0" i="0" u="none" strike="noStrike" cap="none">
                <a:solidFill>
                  <a:srgbClr val="BC2818"/>
                </a:solidFill>
                <a:latin typeface="Meiryo"/>
                <a:ea typeface="Meiryo"/>
                <a:cs typeface="Meiryo"/>
                <a:sym typeface="Meiryo"/>
              </a:defRPr>
            </a:lvl6pPr>
            <a:lvl7pPr marL="3200400" marR="0" lvl="6" indent="-317500" algn="l" rtl="0">
              <a:lnSpc>
                <a:spcPct val="111000"/>
              </a:lnSpc>
              <a:spcBef>
                <a:spcPts val="930"/>
              </a:spcBef>
              <a:spcAft>
                <a:spcPts val="0"/>
              </a:spcAft>
              <a:buClr>
                <a:srgbClr val="BC2818"/>
              </a:buClr>
              <a:buSzPts val="1400"/>
              <a:buFont typeface="Corbel"/>
              <a:buChar char="–"/>
              <a:defRPr sz="1400" b="0" i="1" u="none" strike="noStrike" cap="none">
                <a:solidFill>
                  <a:srgbClr val="BC2818"/>
                </a:solidFill>
                <a:latin typeface="Meiryo"/>
                <a:ea typeface="Meiryo"/>
                <a:cs typeface="Meiryo"/>
                <a:sym typeface="Meiryo"/>
              </a:defRPr>
            </a:lvl7pPr>
            <a:lvl8pPr marL="3657600" marR="0" lvl="7" indent="-317500" algn="l" rtl="0">
              <a:lnSpc>
                <a:spcPct val="111000"/>
              </a:lnSpc>
              <a:spcBef>
                <a:spcPts val="930"/>
              </a:spcBef>
              <a:spcAft>
                <a:spcPts val="0"/>
              </a:spcAft>
              <a:buClr>
                <a:srgbClr val="BC2818"/>
              </a:buClr>
              <a:buSzPts val="1400"/>
              <a:buFont typeface="Corbel"/>
              <a:buChar char="–"/>
              <a:defRPr sz="1400" b="0" i="0" u="none" strike="noStrike" cap="none">
                <a:solidFill>
                  <a:srgbClr val="BC2818"/>
                </a:solidFill>
                <a:latin typeface="Meiryo"/>
                <a:ea typeface="Meiryo"/>
                <a:cs typeface="Meiryo"/>
                <a:sym typeface="Meiryo"/>
              </a:defRPr>
            </a:lvl8pPr>
            <a:lvl9pPr marL="4114800" marR="0" lvl="8" indent="-317500" algn="l" rtl="0">
              <a:lnSpc>
                <a:spcPct val="111000"/>
              </a:lnSpc>
              <a:spcBef>
                <a:spcPts val="930"/>
              </a:spcBef>
              <a:spcAft>
                <a:spcPts val="0"/>
              </a:spcAft>
              <a:buClr>
                <a:srgbClr val="BC2818"/>
              </a:buClr>
              <a:buSzPts val="1400"/>
              <a:buFont typeface="Corbel"/>
              <a:buChar char="–"/>
              <a:defRPr sz="1400" b="0" i="1" u="none" strike="noStrike" cap="none">
                <a:solidFill>
                  <a:srgbClr val="BC2818"/>
                </a:solidFill>
                <a:latin typeface="Meiryo"/>
                <a:ea typeface="Meiryo"/>
                <a:cs typeface="Meiryo"/>
                <a:sym typeface="Meiryo"/>
              </a:defRPr>
            </a:lvl9pPr>
          </a:lstStyle>
          <a:p>
            <a:endParaRPr/>
          </a:p>
        </p:txBody>
      </p:sp>
      <p:sp>
        <p:nvSpPr>
          <p:cNvPr id="8" name="Google Shape;8;p33"/>
          <p:cNvSpPr txBox="1">
            <a:spLocks noGrp="1"/>
          </p:cNvSpPr>
          <p:nvPr>
            <p:ph type="dt" idx="10"/>
          </p:nvPr>
        </p:nvSpPr>
        <p:spPr>
          <a:xfrm>
            <a:off x="7850727" y="6170491"/>
            <a:ext cx="2840083" cy="457200"/>
          </a:xfrm>
          <a:prstGeom prst="rect">
            <a:avLst/>
          </a:prstGeom>
          <a:noFill/>
          <a:ln>
            <a:noFill/>
          </a:ln>
        </p:spPr>
        <p:txBody>
          <a:bodyPr spcFirstLastPara="1" wrap="square" lIns="109725" tIns="109725" rIns="109725" bIns="91425" anchor="ctr" anchorCtr="0">
            <a:noAutofit/>
          </a:bodyPr>
          <a:lstStyle>
            <a:lvl1pPr marR="0" lvl="0" algn="r" rtl="0">
              <a:spcBef>
                <a:spcPts val="0"/>
              </a:spcBef>
              <a:spcAft>
                <a:spcPts val="0"/>
              </a:spcAft>
              <a:buSzPts val="1400"/>
              <a:buNone/>
              <a:defRPr sz="1100" b="0" i="0" u="none" strike="noStrike" cap="none">
                <a:solidFill>
                  <a:srgbClr val="3F3F3F"/>
                </a:solidFill>
                <a:latin typeface="Meiryo"/>
                <a:ea typeface="Meiryo"/>
                <a:cs typeface="Meiryo"/>
                <a:sym typeface="Meiryo"/>
              </a:defRPr>
            </a:lvl1pPr>
            <a:lvl2pPr marR="0" lvl="1" algn="l" rtl="0">
              <a:spcBef>
                <a:spcPts val="0"/>
              </a:spcBef>
              <a:spcAft>
                <a:spcPts val="0"/>
              </a:spcAft>
              <a:buSzPts val="1400"/>
              <a:buNone/>
              <a:defRPr sz="1800" b="0" i="0" u="none" strike="noStrike" cap="none">
                <a:solidFill>
                  <a:schemeClr val="dk1"/>
                </a:solidFill>
                <a:latin typeface="Meiryo"/>
                <a:ea typeface="Meiryo"/>
                <a:cs typeface="Meiryo"/>
                <a:sym typeface="Meiryo"/>
              </a:defRPr>
            </a:lvl2pPr>
            <a:lvl3pPr marR="0" lvl="2" algn="l" rtl="0">
              <a:spcBef>
                <a:spcPts val="0"/>
              </a:spcBef>
              <a:spcAft>
                <a:spcPts val="0"/>
              </a:spcAft>
              <a:buSzPts val="1400"/>
              <a:buNone/>
              <a:defRPr sz="1800" b="0" i="0" u="none" strike="noStrike" cap="none">
                <a:solidFill>
                  <a:schemeClr val="dk1"/>
                </a:solidFill>
                <a:latin typeface="Meiryo"/>
                <a:ea typeface="Meiryo"/>
                <a:cs typeface="Meiryo"/>
                <a:sym typeface="Meiryo"/>
              </a:defRPr>
            </a:lvl3pPr>
            <a:lvl4pPr marR="0" lvl="3" algn="l" rtl="0">
              <a:spcBef>
                <a:spcPts val="0"/>
              </a:spcBef>
              <a:spcAft>
                <a:spcPts val="0"/>
              </a:spcAft>
              <a:buSzPts val="1400"/>
              <a:buNone/>
              <a:defRPr sz="1800" b="0" i="0" u="none" strike="noStrike" cap="none">
                <a:solidFill>
                  <a:schemeClr val="dk1"/>
                </a:solidFill>
                <a:latin typeface="Meiryo"/>
                <a:ea typeface="Meiryo"/>
                <a:cs typeface="Meiryo"/>
                <a:sym typeface="Meiryo"/>
              </a:defRPr>
            </a:lvl4pPr>
            <a:lvl5pPr marR="0" lvl="4" algn="l" rtl="0">
              <a:spcBef>
                <a:spcPts val="0"/>
              </a:spcBef>
              <a:spcAft>
                <a:spcPts val="0"/>
              </a:spcAft>
              <a:buSzPts val="1400"/>
              <a:buNone/>
              <a:defRPr sz="1800" b="0" i="0" u="none" strike="noStrike" cap="none">
                <a:solidFill>
                  <a:schemeClr val="dk1"/>
                </a:solidFill>
                <a:latin typeface="Meiryo"/>
                <a:ea typeface="Meiryo"/>
                <a:cs typeface="Meiryo"/>
                <a:sym typeface="Meiryo"/>
              </a:defRPr>
            </a:lvl5pPr>
            <a:lvl6pPr marR="0" lvl="5" algn="l" rtl="0">
              <a:spcBef>
                <a:spcPts val="0"/>
              </a:spcBef>
              <a:spcAft>
                <a:spcPts val="0"/>
              </a:spcAft>
              <a:buSzPts val="1400"/>
              <a:buNone/>
              <a:defRPr sz="1800" b="0" i="0" u="none" strike="noStrike" cap="none">
                <a:solidFill>
                  <a:schemeClr val="dk1"/>
                </a:solidFill>
                <a:latin typeface="Meiryo"/>
                <a:ea typeface="Meiryo"/>
                <a:cs typeface="Meiryo"/>
                <a:sym typeface="Meiryo"/>
              </a:defRPr>
            </a:lvl6pPr>
            <a:lvl7pPr marR="0" lvl="6" algn="l" rtl="0">
              <a:spcBef>
                <a:spcPts val="0"/>
              </a:spcBef>
              <a:spcAft>
                <a:spcPts val="0"/>
              </a:spcAft>
              <a:buSzPts val="1400"/>
              <a:buNone/>
              <a:defRPr sz="1800" b="0" i="0" u="none" strike="noStrike" cap="none">
                <a:solidFill>
                  <a:schemeClr val="dk1"/>
                </a:solidFill>
                <a:latin typeface="Meiryo"/>
                <a:ea typeface="Meiryo"/>
                <a:cs typeface="Meiryo"/>
                <a:sym typeface="Meiryo"/>
              </a:defRPr>
            </a:lvl7pPr>
            <a:lvl8pPr marR="0" lvl="7" algn="l" rtl="0">
              <a:spcBef>
                <a:spcPts val="0"/>
              </a:spcBef>
              <a:spcAft>
                <a:spcPts val="0"/>
              </a:spcAft>
              <a:buSzPts val="1400"/>
              <a:buNone/>
              <a:defRPr sz="1800" b="0" i="0" u="none" strike="noStrike" cap="none">
                <a:solidFill>
                  <a:schemeClr val="dk1"/>
                </a:solidFill>
                <a:latin typeface="Meiryo"/>
                <a:ea typeface="Meiryo"/>
                <a:cs typeface="Meiryo"/>
                <a:sym typeface="Meiryo"/>
              </a:defRPr>
            </a:lvl8pPr>
            <a:lvl9pPr marR="0" lvl="8" algn="l" rtl="0">
              <a:spcBef>
                <a:spcPts val="0"/>
              </a:spcBef>
              <a:spcAft>
                <a:spcPts val="0"/>
              </a:spcAft>
              <a:buSzPts val="1400"/>
              <a:buNone/>
              <a:defRPr sz="1800" b="0" i="0" u="none" strike="noStrike" cap="none">
                <a:solidFill>
                  <a:schemeClr val="dk1"/>
                </a:solidFill>
                <a:latin typeface="Meiryo"/>
                <a:ea typeface="Meiryo"/>
                <a:cs typeface="Meiryo"/>
                <a:sym typeface="Meiryo"/>
              </a:defRPr>
            </a:lvl9pPr>
          </a:lstStyle>
          <a:p>
            <a:endParaRPr/>
          </a:p>
        </p:txBody>
      </p:sp>
      <p:sp>
        <p:nvSpPr>
          <p:cNvPr id="9" name="Google Shape;9;p33"/>
          <p:cNvSpPr txBox="1">
            <a:spLocks noGrp="1"/>
          </p:cNvSpPr>
          <p:nvPr>
            <p:ph type="ftr" idx="11"/>
          </p:nvPr>
        </p:nvSpPr>
        <p:spPr>
          <a:xfrm>
            <a:off x="1920240" y="6170490"/>
            <a:ext cx="5667375" cy="457200"/>
          </a:xfrm>
          <a:prstGeom prst="rect">
            <a:avLst/>
          </a:prstGeom>
          <a:noFill/>
          <a:ln>
            <a:noFill/>
          </a:ln>
        </p:spPr>
        <p:txBody>
          <a:bodyPr spcFirstLastPara="1" wrap="square" lIns="109725" tIns="109725" rIns="109725" bIns="91425" anchor="ctr" anchorCtr="0">
            <a:noAutofit/>
          </a:bodyPr>
          <a:lstStyle>
            <a:lvl1pPr marR="0" lvl="0" algn="l" rtl="0">
              <a:spcBef>
                <a:spcPts val="0"/>
              </a:spcBef>
              <a:spcAft>
                <a:spcPts val="0"/>
              </a:spcAft>
              <a:buSzPts val="1400"/>
              <a:buNone/>
              <a:defRPr sz="1100" b="0" i="0" u="none" strike="noStrike" cap="none">
                <a:solidFill>
                  <a:srgbClr val="3F3F3F"/>
                </a:solidFill>
                <a:latin typeface="Meiryo"/>
                <a:ea typeface="Meiryo"/>
                <a:cs typeface="Meiryo"/>
                <a:sym typeface="Meiryo"/>
              </a:defRPr>
            </a:lvl1pPr>
            <a:lvl2pPr marR="0" lvl="1" algn="l" rtl="0">
              <a:spcBef>
                <a:spcPts val="0"/>
              </a:spcBef>
              <a:spcAft>
                <a:spcPts val="0"/>
              </a:spcAft>
              <a:buSzPts val="1400"/>
              <a:buNone/>
              <a:defRPr sz="1800" b="0" i="0" u="none" strike="noStrike" cap="none">
                <a:solidFill>
                  <a:schemeClr val="dk1"/>
                </a:solidFill>
                <a:latin typeface="Meiryo"/>
                <a:ea typeface="Meiryo"/>
                <a:cs typeface="Meiryo"/>
                <a:sym typeface="Meiryo"/>
              </a:defRPr>
            </a:lvl2pPr>
            <a:lvl3pPr marR="0" lvl="2" algn="l" rtl="0">
              <a:spcBef>
                <a:spcPts val="0"/>
              </a:spcBef>
              <a:spcAft>
                <a:spcPts val="0"/>
              </a:spcAft>
              <a:buSzPts val="1400"/>
              <a:buNone/>
              <a:defRPr sz="1800" b="0" i="0" u="none" strike="noStrike" cap="none">
                <a:solidFill>
                  <a:schemeClr val="dk1"/>
                </a:solidFill>
                <a:latin typeface="Meiryo"/>
                <a:ea typeface="Meiryo"/>
                <a:cs typeface="Meiryo"/>
                <a:sym typeface="Meiryo"/>
              </a:defRPr>
            </a:lvl3pPr>
            <a:lvl4pPr marR="0" lvl="3" algn="l" rtl="0">
              <a:spcBef>
                <a:spcPts val="0"/>
              </a:spcBef>
              <a:spcAft>
                <a:spcPts val="0"/>
              </a:spcAft>
              <a:buSzPts val="1400"/>
              <a:buNone/>
              <a:defRPr sz="1800" b="0" i="0" u="none" strike="noStrike" cap="none">
                <a:solidFill>
                  <a:schemeClr val="dk1"/>
                </a:solidFill>
                <a:latin typeface="Meiryo"/>
                <a:ea typeface="Meiryo"/>
                <a:cs typeface="Meiryo"/>
                <a:sym typeface="Meiryo"/>
              </a:defRPr>
            </a:lvl4pPr>
            <a:lvl5pPr marR="0" lvl="4" algn="l" rtl="0">
              <a:spcBef>
                <a:spcPts val="0"/>
              </a:spcBef>
              <a:spcAft>
                <a:spcPts val="0"/>
              </a:spcAft>
              <a:buSzPts val="1400"/>
              <a:buNone/>
              <a:defRPr sz="1800" b="0" i="0" u="none" strike="noStrike" cap="none">
                <a:solidFill>
                  <a:schemeClr val="dk1"/>
                </a:solidFill>
                <a:latin typeface="Meiryo"/>
                <a:ea typeface="Meiryo"/>
                <a:cs typeface="Meiryo"/>
                <a:sym typeface="Meiryo"/>
              </a:defRPr>
            </a:lvl5pPr>
            <a:lvl6pPr marR="0" lvl="5" algn="l" rtl="0">
              <a:spcBef>
                <a:spcPts val="0"/>
              </a:spcBef>
              <a:spcAft>
                <a:spcPts val="0"/>
              </a:spcAft>
              <a:buSzPts val="1400"/>
              <a:buNone/>
              <a:defRPr sz="1800" b="0" i="0" u="none" strike="noStrike" cap="none">
                <a:solidFill>
                  <a:schemeClr val="dk1"/>
                </a:solidFill>
                <a:latin typeface="Meiryo"/>
                <a:ea typeface="Meiryo"/>
                <a:cs typeface="Meiryo"/>
                <a:sym typeface="Meiryo"/>
              </a:defRPr>
            </a:lvl6pPr>
            <a:lvl7pPr marR="0" lvl="6" algn="l" rtl="0">
              <a:spcBef>
                <a:spcPts val="0"/>
              </a:spcBef>
              <a:spcAft>
                <a:spcPts val="0"/>
              </a:spcAft>
              <a:buSzPts val="1400"/>
              <a:buNone/>
              <a:defRPr sz="1800" b="0" i="0" u="none" strike="noStrike" cap="none">
                <a:solidFill>
                  <a:schemeClr val="dk1"/>
                </a:solidFill>
                <a:latin typeface="Meiryo"/>
                <a:ea typeface="Meiryo"/>
                <a:cs typeface="Meiryo"/>
                <a:sym typeface="Meiryo"/>
              </a:defRPr>
            </a:lvl7pPr>
            <a:lvl8pPr marR="0" lvl="7" algn="l" rtl="0">
              <a:spcBef>
                <a:spcPts val="0"/>
              </a:spcBef>
              <a:spcAft>
                <a:spcPts val="0"/>
              </a:spcAft>
              <a:buSzPts val="1400"/>
              <a:buNone/>
              <a:defRPr sz="1800" b="0" i="0" u="none" strike="noStrike" cap="none">
                <a:solidFill>
                  <a:schemeClr val="dk1"/>
                </a:solidFill>
                <a:latin typeface="Meiryo"/>
                <a:ea typeface="Meiryo"/>
                <a:cs typeface="Meiryo"/>
                <a:sym typeface="Meiryo"/>
              </a:defRPr>
            </a:lvl8pPr>
            <a:lvl9pPr marR="0" lvl="8" algn="l" rtl="0">
              <a:spcBef>
                <a:spcPts val="0"/>
              </a:spcBef>
              <a:spcAft>
                <a:spcPts val="0"/>
              </a:spcAft>
              <a:buSzPts val="1400"/>
              <a:buNone/>
              <a:defRPr sz="1800" b="0" i="0" u="none" strike="noStrike" cap="none">
                <a:solidFill>
                  <a:schemeClr val="dk1"/>
                </a:solidFill>
                <a:latin typeface="Meiryo"/>
                <a:ea typeface="Meiryo"/>
                <a:cs typeface="Meiryo"/>
                <a:sym typeface="Meiryo"/>
              </a:defRPr>
            </a:lvl9pPr>
          </a:lstStyle>
          <a:p>
            <a:endParaRPr/>
          </a:p>
        </p:txBody>
      </p:sp>
      <p:sp>
        <p:nvSpPr>
          <p:cNvPr id="10" name="Google Shape;10;p33"/>
          <p:cNvSpPr txBox="1">
            <a:spLocks noGrp="1"/>
          </p:cNvSpPr>
          <p:nvPr>
            <p:ph type="sldNum" idx="12"/>
          </p:nvPr>
        </p:nvSpPr>
        <p:spPr>
          <a:xfrm>
            <a:off x="10853744" y="6170490"/>
            <a:ext cx="1188720" cy="457200"/>
          </a:xfrm>
          <a:prstGeom prst="rect">
            <a:avLst/>
          </a:prstGeom>
          <a:noFill/>
          <a:ln>
            <a:noFill/>
          </a:ln>
        </p:spPr>
        <p:txBody>
          <a:bodyPr spcFirstLastPara="1" wrap="square" lIns="109725" tIns="109725" rIns="109725" bIns="91425" anchor="b" anchorCtr="0">
            <a:noAutofit/>
          </a:bodyPr>
          <a:lstStyle>
            <a:lvl1pPr marL="0" marR="0" lvl="0" indent="0" algn="l" rtl="0">
              <a:spcBef>
                <a:spcPts val="0"/>
              </a:spcBef>
              <a:buNone/>
              <a:defRPr sz="1600" b="1" i="0" u="none" strike="noStrike" cap="none">
                <a:solidFill>
                  <a:srgbClr val="3F3F3F"/>
                </a:solidFill>
                <a:latin typeface="Meiryo"/>
                <a:ea typeface="Meiryo"/>
                <a:cs typeface="Meiryo"/>
                <a:sym typeface="Meiryo"/>
              </a:defRPr>
            </a:lvl1pPr>
            <a:lvl2pPr marL="0" marR="0" lvl="1" indent="0" algn="l" rtl="0">
              <a:spcBef>
                <a:spcPts val="0"/>
              </a:spcBef>
              <a:buNone/>
              <a:defRPr sz="1600" b="1" i="0" u="none" strike="noStrike" cap="none">
                <a:solidFill>
                  <a:srgbClr val="3F3F3F"/>
                </a:solidFill>
                <a:latin typeface="Meiryo"/>
                <a:ea typeface="Meiryo"/>
                <a:cs typeface="Meiryo"/>
                <a:sym typeface="Meiryo"/>
              </a:defRPr>
            </a:lvl2pPr>
            <a:lvl3pPr marL="0" marR="0" lvl="2" indent="0" algn="l" rtl="0">
              <a:spcBef>
                <a:spcPts val="0"/>
              </a:spcBef>
              <a:buNone/>
              <a:defRPr sz="1600" b="1" i="0" u="none" strike="noStrike" cap="none">
                <a:solidFill>
                  <a:srgbClr val="3F3F3F"/>
                </a:solidFill>
                <a:latin typeface="Meiryo"/>
                <a:ea typeface="Meiryo"/>
                <a:cs typeface="Meiryo"/>
                <a:sym typeface="Meiryo"/>
              </a:defRPr>
            </a:lvl3pPr>
            <a:lvl4pPr marL="0" marR="0" lvl="3" indent="0" algn="l" rtl="0">
              <a:spcBef>
                <a:spcPts val="0"/>
              </a:spcBef>
              <a:buNone/>
              <a:defRPr sz="1600" b="1" i="0" u="none" strike="noStrike" cap="none">
                <a:solidFill>
                  <a:srgbClr val="3F3F3F"/>
                </a:solidFill>
                <a:latin typeface="Meiryo"/>
                <a:ea typeface="Meiryo"/>
                <a:cs typeface="Meiryo"/>
                <a:sym typeface="Meiryo"/>
              </a:defRPr>
            </a:lvl4pPr>
            <a:lvl5pPr marL="0" marR="0" lvl="4" indent="0" algn="l" rtl="0">
              <a:spcBef>
                <a:spcPts val="0"/>
              </a:spcBef>
              <a:buNone/>
              <a:defRPr sz="1600" b="1" i="0" u="none" strike="noStrike" cap="none">
                <a:solidFill>
                  <a:srgbClr val="3F3F3F"/>
                </a:solidFill>
                <a:latin typeface="Meiryo"/>
                <a:ea typeface="Meiryo"/>
                <a:cs typeface="Meiryo"/>
                <a:sym typeface="Meiryo"/>
              </a:defRPr>
            </a:lvl5pPr>
            <a:lvl6pPr marL="0" marR="0" lvl="5" indent="0" algn="l" rtl="0">
              <a:spcBef>
                <a:spcPts val="0"/>
              </a:spcBef>
              <a:buNone/>
              <a:defRPr sz="1600" b="1" i="0" u="none" strike="noStrike" cap="none">
                <a:solidFill>
                  <a:srgbClr val="3F3F3F"/>
                </a:solidFill>
                <a:latin typeface="Meiryo"/>
                <a:ea typeface="Meiryo"/>
                <a:cs typeface="Meiryo"/>
                <a:sym typeface="Meiryo"/>
              </a:defRPr>
            </a:lvl6pPr>
            <a:lvl7pPr marL="0" marR="0" lvl="6" indent="0" algn="l" rtl="0">
              <a:spcBef>
                <a:spcPts val="0"/>
              </a:spcBef>
              <a:buNone/>
              <a:defRPr sz="1600" b="1" i="0" u="none" strike="noStrike" cap="none">
                <a:solidFill>
                  <a:srgbClr val="3F3F3F"/>
                </a:solidFill>
                <a:latin typeface="Meiryo"/>
                <a:ea typeface="Meiryo"/>
                <a:cs typeface="Meiryo"/>
                <a:sym typeface="Meiryo"/>
              </a:defRPr>
            </a:lvl7pPr>
            <a:lvl8pPr marL="0" marR="0" lvl="7" indent="0" algn="l" rtl="0">
              <a:spcBef>
                <a:spcPts val="0"/>
              </a:spcBef>
              <a:buNone/>
              <a:defRPr sz="1600" b="1" i="0" u="none" strike="noStrike" cap="none">
                <a:solidFill>
                  <a:srgbClr val="3F3F3F"/>
                </a:solidFill>
                <a:latin typeface="Meiryo"/>
                <a:ea typeface="Meiryo"/>
                <a:cs typeface="Meiryo"/>
                <a:sym typeface="Meiryo"/>
              </a:defRPr>
            </a:lvl8pPr>
            <a:lvl9pPr marL="0" marR="0" lvl="8" indent="0" algn="l" rtl="0">
              <a:spcBef>
                <a:spcPts val="0"/>
              </a:spcBef>
              <a:buNone/>
              <a:defRPr sz="1600" b="1" i="0" u="none" strike="noStrike" cap="none">
                <a:solidFill>
                  <a:srgbClr val="3F3F3F"/>
                </a:solidFill>
                <a:latin typeface="Meiryo"/>
                <a:ea typeface="Meiryo"/>
                <a:cs typeface="Meiryo"/>
                <a:sym typeface="Meiryo"/>
              </a:defRPr>
            </a:lvl9pPr>
          </a:lstStyle>
          <a:p>
            <a:pPr marL="0" lvl="0" indent="0" algn="l" rtl="0">
              <a:spcBef>
                <a:spcPts val="0"/>
              </a:spcBef>
              <a:spcAft>
                <a:spcPts val="0"/>
              </a:spcAft>
              <a:buNone/>
            </a:pPr>
            <a:fld id="{00000000-1234-1234-1234-123412341234}" type="slidenum">
              <a:rPr lang="en-US"/>
              <a:t>‹#›</a:t>
            </a:fld>
            <a:endParaRPr/>
          </a:p>
        </p:txBody>
      </p:sp>
      <p:cxnSp>
        <p:nvCxnSpPr>
          <p:cNvPr id="11" name="Google Shape;11;p33" title="Rule Line"/>
          <p:cNvCxnSpPr/>
          <p:nvPr/>
        </p:nvCxnSpPr>
        <p:spPr>
          <a:xfrm>
            <a:off x="1920240" y="2176009"/>
            <a:ext cx="8770571" cy="0"/>
          </a:xfrm>
          <a:prstGeom prst="straightConnector1">
            <a:avLst/>
          </a:prstGeom>
          <a:noFill/>
          <a:ln w="25400"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04"/>
        <p:cNvGrpSpPr/>
        <p:nvPr/>
      </p:nvGrpSpPr>
      <p:grpSpPr>
        <a:xfrm>
          <a:off x="0" y="0"/>
          <a:ext cx="0" cy="0"/>
          <a:chOff x="0" y="0"/>
          <a:chExt cx="0" cy="0"/>
        </a:xfrm>
      </p:grpSpPr>
      <p:sp>
        <p:nvSpPr>
          <p:cNvPr id="105" name="Google Shape;105;p1"/>
          <p:cNvSpPr/>
          <p:nvPr/>
        </p:nvSpPr>
        <p:spPr>
          <a:xfrm>
            <a:off x="305" y="0"/>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grpSp>
        <p:nvGrpSpPr>
          <p:cNvPr id="106" name="Google Shape;106;p1"/>
          <p:cNvGrpSpPr/>
          <p:nvPr/>
        </p:nvGrpSpPr>
        <p:grpSpPr>
          <a:xfrm>
            <a:off x="547626" y="0"/>
            <a:ext cx="10678291" cy="6858000"/>
            <a:chOff x="547626" y="0"/>
            <a:chExt cx="10678291" cy="6858000"/>
          </a:xfrm>
        </p:grpSpPr>
        <p:sp>
          <p:nvSpPr>
            <p:cNvPr id="107" name="Google Shape;107;p1"/>
            <p:cNvSpPr/>
            <p:nvPr/>
          </p:nvSpPr>
          <p:spPr>
            <a:xfrm flipH="1">
              <a:off x="966083" y="0"/>
              <a:ext cx="9841377" cy="6858000"/>
            </a:xfrm>
            <a:custGeom>
              <a:avLst/>
              <a:gdLst/>
              <a:ahLst/>
              <a:cxnLst/>
              <a:rect l="l" t="t" r="r" b="b"/>
              <a:pathLst>
                <a:path w="9841377" h="6858000" extrusionOk="0">
                  <a:moveTo>
                    <a:pt x="8218354" y="0"/>
                  </a:moveTo>
                  <a:lnTo>
                    <a:pt x="5551962" y="0"/>
                  </a:lnTo>
                  <a:lnTo>
                    <a:pt x="5482342" y="0"/>
                  </a:lnTo>
                  <a:lnTo>
                    <a:pt x="4359035" y="0"/>
                  </a:lnTo>
                  <a:lnTo>
                    <a:pt x="4289415" y="0"/>
                  </a:lnTo>
                  <a:lnTo>
                    <a:pt x="1623023" y="0"/>
                  </a:lnTo>
                  <a:lnTo>
                    <a:pt x="1600899" y="14997"/>
                  </a:lnTo>
                  <a:cubicBezTo>
                    <a:pt x="573736" y="754641"/>
                    <a:pt x="0" y="2093192"/>
                    <a:pt x="0" y="3621656"/>
                  </a:cubicBezTo>
                  <a:cubicBezTo>
                    <a:pt x="0" y="4969131"/>
                    <a:pt x="928725" y="5602839"/>
                    <a:pt x="1874350" y="6374814"/>
                  </a:cubicBezTo>
                  <a:cubicBezTo>
                    <a:pt x="2046553" y="6515397"/>
                    <a:pt x="2217180" y="6653108"/>
                    <a:pt x="2390998" y="6780599"/>
                  </a:cubicBezTo>
                  <a:lnTo>
                    <a:pt x="2502754" y="6858000"/>
                  </a:lnTo>
                  <a:lnTo>
                    <a:pt x="4289415" y="6858000"/>
                  </a:lnTo>
                  <a:lnTo>
                    <a:pt x="4359035" y="6858000"/>
                  </a:lnTo>
                  <a:lnTo>
                    <a:pt x="5482342" y="6858000"/>
                  </a:lnTo>
                  <a:lnTo>
                    <a:pt x="5551962" y="6858000"/>
                  </a:lnTo>
                  <a:lnTo>
                    <a:pt x="7338623" y="6858000"/>
                  </a:lnTo>
                  <a:lnTo>
                    <a:pt x="7450379" y="6780599"/>
                  </a:lnTo>
                  <a:cubicBezTo>
                    <a:pt x="7624197" y="6653108"/>
                    <a:pt x="7794824" y="6515397"/>
                    <a:pt x="7967027" y="6374814"/>
                  </a:cubicBezTo>
                  <a:cubicBezTo>
                    <a:pt x="8912652" y="5602839"/>
                    <a:pt x="9841377" y="4969131"/>
                    <a:pt x="9841377" y="3621656"/>
                  </a:cubicBezTo>
                  <a:cubicBezTo>
                    <a:pt x="9841377" y="2093192"/>
                    <a:pt x="9267641" y="754641"/>
                    <a:pt x="8240478" y="14997"/>
                  </a:cubicBez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Meiryo"/>
                <a:ea typeface="Meiryo"/>
                <a:cs typeface="Meiryo"/>
                <a:sym typeface="Meiryo"/>
              </a:endParaRPr>
            </a:p>
          </p:txBody>
        </p:sp>
        <p:sp>
          <p:nvSpPr>
            <p:cNvPr id="108" name="Google Shape;108;p1"/>
            <p:cNvSpPr/>
            <p:nvPr/>
          </p:nvSpPr>
          <p:spPr>
            <a:xfrm flipH="1">
              <a:off x="547626" y="0"/>
              <a:ext cx="2529723" cy="6858000"/>
            </a:xfrm>
            <a:custGeom>
              <a:avLst/>
              <a:gdLst/>
              <a:ahLst/>
              <a:cxnLst/>
              <a:rect l="l" t="t" r="r" b="b"/>
              <a:pathLst>
                <a:path w="2529723" h="6858000" extrusionOk="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09" name="Google Shape;109;p1"/>
            <p:cNvSpPr/>
            <p:nvPr/>
          </p:nvSpPr>
          <p:spPr>
            <a:xfrm flipH="1">
              <a:off x="760922"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10" name="Google Shape;110;p1"/>
            <p:cNvSpPr/>
            <p:nvPr/>
          </p:nvSpPr>
          <p:spPr>
            <a:xfrm flipH="1">
              <a:off x="1267246" y="0"/>
              <a:ext cx="2261351" cy="6858000"/>
            </a:xfrm>
            <a:custGeom>
              <a:avLst/>
              <a:gdLst/>
              <a:ahLst/>
              <a:cxnLst/>
              <a:rect l="l" t="t" r="r" b="b"/>
              <a:pathLst>
                <a:path w="2521425" h="6858000" extrusionOk="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DCD6C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11" name="Google Shape;111;p1"/>
            <p:cNvSpPr/>
            <p:nvPr/>
          </p:nvSpPr>
          <p:spPr>
            <a:xfrm>
              <a:off x="8696194" y="0"/>
              <a:ext cx="2529723" cy="6858000"/>
            </a:xfrm>
            <a:custGeom>
              <a:avLst/>
              <a:gdLst/>
              <a:ahLst/>
              <a:cxnLst/>
              <a:rect l="l" t="t" r="r" b="b"/>
              <a:pathLst>
                <a:path w="2529723" h="6858000" extrusionOk="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12" name="Google Shape;112;p1"/>
            <p:cNvSpPr/>
            <p:nvPr/>
          </p:nvSpPr>
          <p:spPr>
            <a:xfrm>
              <a:off x="8476187"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13" name="Google Shape;113;p1"/>
            <p:cNvSpPr/>
            <p:nvPr/>
          </p:nvSpPr>
          <p:spPr>
            <a:xfrm>
              <a:off x="8244946" y="0"/>
              <a:ext cx="2261351" cy="6858000"/>
            </a:xfrm>
            <a:custGeom>
              <a:avLst/>
              <a:gdLst/>
              <a:ahLst/>
              <a:cxnLst/>
              <a:rect l="l" t="t" r="r" b="b"/>
              <a:pathLst>
                <a:path w="2521425" h="6858000" extrusionOk="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DCD6C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grpSp>
      <p:sp>
        <p:nvSpPr>
          <p:cNvPr id="114" name="Google Shape;114;p1"/>
          <p:cNvSpPr txBox="1">
            <a:spLocks noGrp="1"/>
          </p:cNvSpPr>
          <p:nvPr>
            <p:ph type="ctrTitle"/>
          </p:nvPr>
        </p:nvSpPr>
        <p:spPr>
          <a:xfrm>
            <a:off x="2190750" y="1346268"/>
            <a:ext cx="7810500" cy="3125338"/>
          </a:xfrm>
          <a:prstGeom prst="rect">
            <a:avLst/>
          </a:prstGeom>
          <a:noFill/>
          <a:ln>
            <a:noFill/>
          </a:ln>
        </p:spPr>
        <p:txBody>
          <a:bodyPr spcFirstLastPara="1" wrap="square" lIns="109725" tIns="109725" rIns="109725" bIns="91425" anchor="b" anchorCtr="0">
            <a:normAutofit/>
          </a:bodyPr>
          <a:lstStyle/>
          <a:p>
            <a:pPr marL="0" lvl="0" indent="0" algn="ctr" rtl="0">
              <a:lnSpc>
                <a:spcPct val="120000"/>
              </a:lnSpc>
              <a:spcBef>
                <a:spcPts val="0"/>
              </a:spcBef>
              <a:spcAft>
                <a:spcPts val="0"/>
              </a:spcAft>
              <a:buClr>
                <a:srgbClr val="262626"/>
              </a:buClr>
              <a:buSzPts val="7200"/>
              <a:buFont typeface="Meiryo"/>
              <a:buNone/>
            </a:pPr>
            <a:r>
              <a:rPr lang="en-US" sz="7200" dirty="0"/>
              <a:t>Software Re-Engineering</a:t>
            </a:r>
            <a:endParaRPr dirty="0"/>
          </a:p>
        </p:txBody>
      </p:sp>
      <p:sp>
        <p:nvSpPr>
          <p:cNvPr id="115" name="Google Shape;115;p1"/>
          <p:cNvSpPr txBox="1">
            <a:spLocks noGrp="1"/>
          </p:cNvSpPr>
          <p:nvPr>
            <p:ph type="subTitle" idx="1"/>
          </p:nvPr>
        </p:nvSpPr>
        <p:spPr>
          <a:xfrm>
            <a:off x="2619375" y="4471607"/>
            <a:ext cx="6953250" cy="862394"/>
          </a:xfrm>
          <a:prstGeom prst="rect">
            <a:avLst/>
          </a:prstGeom>
          <a:noFill/>
          <a:ln>
            <a:noFill/>
          </a:ln>
        </p:spPr>
        <p:txBody>
          <a:bodyPr spcFirstLastPara="1" wrap="square" lIns="109725" tIns="109725" rIns="109725" bIns="91425" anchor="t" anchorCtr="0">
            <a:normAutofit fontScale="47500" lnSpcReduction="20000"/>
          </a:bodyPr>
          <a:lstStyle/>
          <a:p>
            <a:pPr marL="0" lvl="0" indent="0" algn="ctr" rtl="0">
              <a:lnSpc>
                <a:spcPct val="130000"/>
              </a:lnSpc>
              <a:spcBef>
                <a:spcPts val="0"/>
              </a:spcBef>
              <a:spcAft>
                <a:spcPts val="0"/>
              </a:spcAft>
              <a:buClr>
                <a:srgbClr val="262626"/>
              </a:buClr>
              <a:buSzPct val="100000"/>
              <a:buNone/>
            </a:pPr>
            <a:r>
              <a:rPr lang="en-US" sz="7200" b="1" dirty="0"/>
              <a:t>Code Reengineering </a:t>
            </a:r>
            <a:endParaRPr sz="7200" dirty="0">
              <a:solidFill>
                <a:srgbClr val="000000"/>
              </a:solidFill>
            </a:endParaRPr>
          </a:p>
          <a:p>
            <a:pPr marL="0" lvl="0" indent="0" algn="ctr" rtl="0">
              <a:lnSpc>
                <a:spcPct val="130000"/>
              </a:lnSpc>
              <a:spcBef>
                <a:spcPts val="930"/>
              </a:spcBef>
              <a:spcAft>
                <a:spcPts val="0"/>
              </a:spcAft>
              <a:buClr>
                <a:srgbClr val="262626"/>
              </a:buClr>
              <a:buSzPct val="100000"/>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19"/>
        <p:cNvGrpSpPr/>
        <p:nvPr/>
      </p:nvGrpSpPr>
      <p:grpSpPr>
        <a:xfrm>
          <a:off x="0" y="0"/>
          <a:ext cx="0" cy="0"/>
          <a:chOff x="0" y="0"/>
          <a:chExt cx="0" cy="0"/>
        </a:xfrm>
      </p:grpSpPr>
      <p:sp>
        <p:nvSpPr>
          <p:cNvPr id="120" name="Google Shape;120;p2"/>
          <p:cNvSpPr/>
          <p:nvPr/>
        </p:nvSpPr>
        <p:spPr>
          <a:xfrm>
            <a:off x="153" y="0"/>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21" name="Google Shape;121;p2"/>
          <p:cNvSpPr/>
          <p:nvPr/>
        </p:nvSpPr>
        <p:spPr>
          <a:xfrm>
            <a:off x="0" y="0"/>
            <a:ext cx="4583796" cy="6858000"/>
          </a:xfrm>
          <a:custGeom>
            <a:avLst/>
            <a:gdLst/>
            <a:ahLst/>
            <a:cxnLst/>
            <a:rect l="l" t="t" r="r" b="b"/>
            <a:pathLst>
              <a:path w="4583796" h="6858000" extrusionOk="0">
                <a:moveTo>
                  <a:pt x="0" y="0"/>
                </a:moveTo>
                <a:lnTo>
                  <a:pt x="1087374" y="0"/>
                </a:lnTo>
                <a:lnTo>
                  <a:pt x="1598212" y="0"/>
                </a:lnTo>
                <a:lnTo>
                  <a:pt x="2960773" y="0"/>
                </a:lnTo>
                <a:lnTo>
                  <a:pt x="2982897" y="14997"/>
                </a:lnTo>
                <a:cubicBezTo>
                  <a:pt x="4010060" y="754641"/>
                  <a:pt x="4583796" y="2093192"/>
                  <a:pt x="4583796" y="3621656"/>
                </a:cubicBezTo>
                <a:cubicBezTo>
                  <a:pt x="4583796" y="4969131"/>
                  <a:pt x="3655071" y="5602839"/>
                  <a:pt x="2709446" y="6374814"/>
                </a:cubicBezTo>
                <a:cubicBezTo>
                  <a:pt x="2537243" y="6515397"/>
                  <a:pt x="2366616" y="6653108"/>
                  <a:pt x="2192798" y="6780599"/>
                </a:cubicBezTo>
                <a:lnTo>
                  <a:pt x="2081042" y="6858000"/>
                </a:lnTo>
                <a:lnTo>
                  <a:pt x="1598212" y="6858000"/>
                </a:lnTo>
                <a:lnTo>
                  <a:pt x="1087374" y="6858000"/>
                </a:lnTo>
                <a:lnTo>
                  <a:pt x="0" y="6858000"/>
                </a:ln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Meiryo"/>
              <a:ea typeface="Meiryo"/>
              <a:cs typeface="Meiryo"/>
              <a:sym typeface="Meiryo"/>
            </a:endParaRPr>
          </a:p>
        </p:txBody>
      </p:sp>
      <p:sp>
        <p:nvSpPr>
          <p:cNvPr id="122" name="Google Shape;122;p2"/>
          <p:cNvSpPr/>
          <p:nvPr/>
        </p:nvSpPr>
        <p:spPr>
          <a:xfrm>
            <a:off x="2500120" y="0"/>
            <a:ext cx="2529723" cy="6858000"/>
          </a:xfrm>
          <a:custGeom>
            <a:avLst/>
            <a:gdLst/>
            <a:ahLst/>
            <a:cxnLst/>
            <a:rect l="l" t="t" r="r" b="b"/>
            <a:pathLst>
              <a:path w="2529723" h="6858000" extrusionOk="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23" name="Google Shape;123;p2"/>
          <p:cNvSpPr/>
          <p:nvPr/>
        </p:nvSpPr>
        <p:spPr>
          <a:xfrm>
            <a:off x="2280113"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24" name="Google Shape;124;p2"/>
          <p:cNvSpPr/>
          <p:nvPr/>
        </p:nvSpPr>
        <p:spPr>
          <a:xfrm>
            <a:off x="2048872" y="0"/>
            <a:ext cx="2261351" cy="6858000"/>
          </a:xfrm>
          <a:custGeom>
            <a:avLst/>
            <a:gdLst/>
            <a:ahLst/>
            <a:cxnLst/>
            <a:rect l="l" t="t" r="r" b="b"/>
            <a:pathLst>
              <a:path w="2521425" h="6858000" extrusionOk="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DCD6C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25" name="Google Shape;125;p2"/>
          <p:cNvSpPr/>
          <p:nvPr/>
        </p:nvSpPr>
        <p:spPr>
          <a:xfrm>
            <a:off x="2500120" y="0"/>
            <a:ext cx="2529723" cy="6858000"/>
          </a:xfrm>
          <a:custGeom>
            <a:avLst/>
            <a:gdLst/>
            <a:ahLst/>
            <a:cxnLst/>
            <a:rect l="l" t="t" r="r" b="b"/>
            <a:pathLst>
              <a:path w="2529723" h="6858000" extrusionOk="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26" name="Google Shape;126;p2"/>
          <p:cNvSpPr/>
          <p:nvPr/>
        </p:nvSpPr>
        <p:spPr>
          <a:xfrm>
            <a:off x="2280113"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27" name="Google Shape;127;p2"/>
          <p:cNvSpPr/>
          <p:nvPr/>
        </p:nvSpPr>
        <p:spPr>
          <a:xfrm>
            <a:off x="2048872" y="0"/>
            <a:ext cx="2261351" cy="6858000"/>
          </a:xfrm>
          <a:custGeom>
            <a:avLst/>
            <a:gdLst/>
            <a:ahLst/>
            <a:cxnLst/>
            <a:rect l="l" t="t" r="r" b="b"/>
            <a:pathLst>
              <a:path w="2521425" h="6858000" extrusionOk="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DCD6C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28" name="Google Shape;128;p2"/>
          <p:cNvSpPr txBox="1">
            <a:spLocks noGrp="1"/>
          </p:cNvSpPr>
          <p:nvPr>
            <p:ph type="title"/>
          </p:nvPr>
        </p:nvSpPr>
        <p:spPr>
          <a:xfrm>
            <a:off x="830218" y="1833229"/>
            <a:ext cx="3161338" cy="2934031"/>
          </a:xfrm>
          <a:prstGeom prst="rect">
            <a:avLst/>
          </a:prstGeom>
          <a:noFill/>
          <a:ln>
            <a:noFill/>
          </a:ln>
        </p:spPr>
        <p:txBody>
          <a:bodyPr spcFirstLastPara="1" wrap="square" lIns="109725" tIns="109725" rIns="109725" bIns="91425" anchor="ctr" anchorCtr="0">
            <a:normAutofit/>
          </a:bodyPr>
          <a:lstStyle/>
          <a:p>
            <a:pPr marL="0" lvl="0" indent="0" algn="l" rtl="0">
              <a:lnSpc>
                <a:spcPct val="130000"/>
              </a:lnSpc>
              <a:spcBef>
                <a:spcPts val="0"/>
              </a:spcBef>
              <a:spcAft>
                <a:spcPts val="0"/>
              </a:spcAft>
              <a:buClr>
                <a:srgbClr val="3F3F3F"/>
              </a:buClr>
              <a:buSzPts val="3200"/>
              <a:buFont typeface="PT Sans"/>
              <a:buNone/>
            </a:pPr>
            <a:r>
              <a:rPr lang="en-US">
                <a:latin typeface="PT Sans"/>
                <a:ea typeface="PT Sans"/>
                <a:cs typeface="PT Sans"/>
                <a:sym typeface="PT Sans"/>
              </a:rPr>
              <a:t>Refactoring</a:t>
            </a:r>
            <a:endParaRPr/>
          </a:p>
          <a:p>
            <a:pPr marL="0" lvl="0" indent="0" algn="l" rtl="0">
              <a:lnSpc>
                <a:spcPct val="130000"/>
              </a:lnSpc>
              <a:spcBef>
                <a:spcPts val="0"/>
              </a:spcBef>
              <a:spcAft>
                <a:spcPts val="0"/>
              </a:spcAft>
              <a:buClr>
                <a:srgbClr val="3F3F3F"/>
              </a:buClr>
              <a:buSzPts val="3200"/>
              <a:buFont typeface="Meiryo"/>
              <a:buNone/>
            </a:pPr>
            <a:endParaRPr>
              <a:latin typeface="Meiryo"/>
              <a:ea typeface="Meiryo"/>
              <a:cs typeface="Meiryo"/>
              <a:sym typeface="Meiryo"/>
            </a:endParaRPr>
          </a:p>
        </p:txBody>
      </p:sp>
      <p:sp>
        <p:nvSpPr>
          <p:cNvPr id="129" name="Google Shape;129;p2"/>
          <p:cNvSpPr txBox="1">
            <a:spLocks noGrp="1"/>
          </p:cNvSpPr>
          <p:nvPr>
            <p:ph type="body" idx="1"/>
          </p:nvPr>
        </p:nvSpPr>
        <p:spPr>
          <a:xfrm>
            <a:off x="5394721" y="1105306"/>
            <a:ext cx="5672565" cy="4337435"/>
          </a:xfrm>
          <a:prstGeom prst="rect">
            <a:avLst/>
          </a:prstGeom>
          <a:noFill/>
          <a:ln>
            <a:noFill/>
          </a:ln>
        </p:spPr>
        <p:txBody>
          <a:bodyPr spcFirstLastPara="1" wrap="square" lIns="109725" tIns="109725" rIns="109725" bIns="91425" anchor="ctr" anchorCtr="0">
            <a:normAutofit/>
          </a:bodyPr>
          <a:lstStyle/>
          <a:p>
            <a:pPr marL="0" lvl="0" indent="0" algn="l" rtl="0">
              <a:lnSpc>
                <a:spcPct val="140000"/>
              </a:lnSpc>
              <a:spcBef>
                <a:spcPts val="0"/>
              </a:spcBef>
              <a:spcAft>
                <a:spcPts val="0"/>
              </a:spcAft>
              <a:buClr>
                <a:srgbClr val="3F3F3F"/>
              </a:buClr>
              <a:buSzPts val="2400"/>
              <a:buNone/>
            </a:pPr>
            <a:r>
              <a:rPr lang="en-US" sz="2400">
                <a:latin typeface="PT Sans"/>
                <a:ea typeface="PT Sans"/>
                <a:cs typeface="PT Sans"/>
                <a:sym typeface="PT Sans"/>
              </a:rPr>
              <a:t>Refactoring is a systematic process of improving code without creating new functionality that can transform a mess into clean code and a simple design.</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33"/>
        <p:cNvGrpSpPr/>
        <p:nvPr/>
      </p:nvGrpSpPr>
      <p:grpSpPr>
        <a:xfrm>
          <a:off x="0" y="0"/>
          <a:ext cx="0" cy="0"/>
          <a:chOff x="0" y="0"/>
          <a:chExt cx="0" cy="0"/>
        </a:xfrm>
      </p:grpSpPr>
      <p:sp>
        <p:nvSpPr>
          <p:cNvPr id="134" name="Google Shape;134;p3"/>
          <p:cNvSpPr/>
          <p:nvPr/>
        </p:nvSpPr>
        <p:spPr>
          <a:xfrm>
            <a:off x="153" y="0"/>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grpSp>
        <p:nvGrpSpPr>
          <p:cNvPr id="135" name="Google Shape;135;p3"/>
          <p:cNvGrpSpPr/>
          <p:nvPr/>
        </p:nvGrpSpPr>
        <p:grpSpPr>
          <a:xfrm>
            <a:off x="-1" y="0"/>
            <a:ext cx="10853745" cy="6858000"/>
            <a:chOff x="-1" y="0"/>
            <a:chExt cx="10934058" cy="6858000"/>
          </a:xfrm>
        </p:grpSpPr>
        <p:sp>
          <p:nvSpPr>
            <p:cNvPr id="136" name="Google Shape;136;p3"/>
            <p:cNvSpPr/>
            <p:nvPr/>
          </p:nvSpPr>
          <p:spPr>
            <a:xfrm>
              <a:off x="-1" y="0"/>
              <a:ext cx="10515600" cy="6858000"/>
            </a:xfrm>
            <a:custGeom>
              <a:avLst/>
              <a:gdLst/>
              <a:ahLst/>
              <a:cxnLst/>
              <a:rect l="l" t="t" r="r" b="b"/>
              <a:pathLst>
                <a:path w="10515600" h="6858000" extrusionOk="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Meiryo"/>
                <a:ea typeface="Meiryo"/>
                <a:cs typeface="Meiryo"/>
                <a:sym typeface="Meiryo"/>
              </a:endParaRPr>
            </a:p>
          </p:txBody>
        </p:sp>
        <p:sp>
          <p:nvSpPr>
            <p:cNvPr id="137" name="Google Shape;137;p3"/>
            <p:cNvSpPr/>
            <p:nvPr/>
          </p:nvSpPr>
          <p:spPr>
            <a:xfrm>
              <a:off x="8404334" y="0"/>
              <a:ext cx="2529723" cy="6858000"/>
            </a:xfrm>
            <a:custGeom>
              <a:avLst/>
              <a:gdLst/>
              <a:ahLst/>
              <a:cxnLst/>
              <a:rect l="l" t="t" r="r" b="b"/>
              <a:pathLst>
                <a:path w="2529723" h="6858000" extrusionOk="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38" name="Google Shape;138;p3"/>
            <p:cNvSpPr/>
            <p:nvPr/>
          </p:nvSpPr>
          <p:spPr>
            <a:xfrm>
              <a:off x="8184327"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39" name="Google Shape;139;p3"/>
            <p:cNvSpPr/>
            <p:nvPr/>
          </p:nvSpPr>
          <p:spPr>
            <a:xfrm>
              <a:off x="7953086" y="0"/>
              <a:ext cx="2261351" cy="6858000"/>
            </a:xfrm>
            <a:custGeom>
              <a:avLst/>
              <a:gdLst/>
              <a:ahLst/>
              <a:cxnLst/>
              <a:rect l="l" t="t" r="r" b="b"/>
              <a:pathLst>
                <a:path w="2521425" h="6858000" extrusionOk="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DCD6C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grpSp>
      <p:sp>
        <p:nvSpPr>
          <p:cNvPr id="140" name="Google Shape;140;p3"/>
          <p:cNvSpPr txBox="1">
            <a:spLocks noGrp="1"/>
          </p:cNvSpPr>
          <p:nvPr>
            <p:ph type="title"/>
          </p:nvPr>
        </p:nvSpPr>
        <p:spPr>
          <a:xfrm>
            <a:off x="1920875" y="442913"/>
            <a:ext cx="6857365" cy="1344612"/>
          </a:xfrm>
          <a:prstGeom prst="rect">
            <a:avLst/>
          </a:prstGeom>
          <a:noFill/>
          <a:ln>
            <a:noFill/>
          </a:ln>
        </p:spPr>
        <p:txBody>
          <a:bodyPr spcFirstLastPara="1" wrap="square" lIns="109725" tIns="109725" rIns="109725" bIns="91425" anchor="b" anchorCtr="0">
            <a:normAutofit/>
          </a:bodyPr>
          <a:lstStyle/>
          <a:p>
            <a:pPr marL="0" lvl="0" indent="0" algn="l" rtl="0">
              <a:lnSpc>
                <a:spcPct val="130000"/>
              </a:lnSpc>
              <a:spcBef>
                <a:spcPts val="0"/>
              </a:spcBef>
              <a:spcAft>
                <a:spcPts val="0"/>
              </a:spcAft>
              <a:buClr>
                <a:srgbClr val="3F3F3F"/>
              </a:buClr>
              <a:buSzPts val="3200"/>
              <a:buFont typeface="Meiryo"/>
              <a:buNone/>
            </a:pPr>
            <a:r>
              <a:rPr lang="en-US"/>
              <a:t>Dirty Code</a:t>
            </a:r>
            <a:endParaRPr/>
          </a:p>
        </p:txBody>
      </p:sp>
      <p:sp>
        <p:nvSpPr>
          <p:cNvPr id="141" name="Google Shape;141;p3"/>
          <p:cNvSpPr txBox="1">
            <a:spLocks noGrp="1"/>
          </p:cNvSpPr>
          <p:nvPr>
            <p:ph type="body" idx="1"/>
          </p:nvPr>
        </p:nvSpPr>
        <p:spPr>
          <a:xfrm>
            <a:off x="1920875" y="2312988"/>
            <a:ext cx="6857365" cy="3651250"/>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US"/>
              <a:t>Dirty code is result of inexperience multiplied by tight deadlines, mismanagement, and nasty shortcuts taken during the development process.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45"/>
        <p:cNvGrpSpPr/>
        <p:nvPr/>
      </p:nvGrpSpPr>
      <p:grpSpPr>
        <a:xfrm>
          <a:off x="0" y="0"/>
          <a:ext cx="0" cy="0"/>
          <a:chOff x="0" y="0"/>
          <a:chExt cx="0" cy="0"/>
        </a:xfrm>
      </p:grpSpPr>
      <p:sp>
        <p:nvSpPr>
          <p:cNvPr id="146" name="Google Shape;146;p4"/>
          <p:cNvSpPr/>
          <p:nvPr/>
        </p:nvSpPr>
        <p:spPr>
          <a:xfrm>
            <a:off x="153" y="0"/>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grpSp>
        <p:nvGrpSpPr>
          <p:cNvPr id="147" name="Google Shape;147;p4"/>
          <p:cNvGrpSpPr/>
          <p:nvPr/>
        </p:nvGrpSpPr>
        <p:grpSpPr>
          <a:xfrm>
            <a:off x="-1" y="0"/>
            <a:ext cx="10853745" cy="6858000"/>
            <a:chOff x="-1" y="0"/>
            <a:chExt cx="10934058" cy="6858000"/>
          </a:xfrm>
        </p:grpSpPr>
        <p:sp>
          <p:nvSpPr>
            <p:cNvPr id="148" name="Google Shape;148;p4"/>
            <p:cNvSpPr/>
            <p:nvPr/>
          </p:nvSpPr>
          <p:spPr>
            <a:xfrm>
              <a:off x="-1" y="0"/>
              <a:ext cx="10515600" cy="6858000"/>
            </a:xfrm>
            <a:custGeom>
              <a:avLst/>
              <a:gdLst/>
              <a:ahLst/>
              <a:cxnLst/>
              <a:rect l="l" t="t" r="r" b="b"/>
              <a:pathLst>
                <a:path w="10515600" h="6858000" extrusionOk="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Meiryo"/>
                <a:ea typeface="Meiryo"/>
                <a:cs typeface="Meiryo"/>
                <a:sym typeface="Meiryo"/>
              </a:endParaRPr>
            </a:p>
          </p:txBody>
        </p:sp>
        <p:sp>
          <p:nvSpPr>
            <p:cNvPr id="149" name="Google Shape;149;p4"/>
            <p:cNvSpPr/>
            <p:nvPr/>
          </p:nvSpPr>
          <p:spPr>
            <a:xfrm>
              <a:off x="8404334" y="0"/>
              <a:ext cx="2529723" cy="6858000"/>
            </a:xfrm>
            <a:custGeom>
              <a:avLst/>
              <a:gdLst/>
              <a:ahLst/>
              <a:cxnLst/>
              <a:rect l="l" t="t" r="r" b="b"/>
              <a:pathLst>
                <a:path w="2529723" h="6858000" extrusionOk="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50" name="Google Shape;150;p4"/>
            <p:cNvSpPr/>
            <p:nvPr/>
          </p:nvSpPr>
          <p:spPr>
            <a:xfrm>
              <a:off x="8184327"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51" name="Google Shape;151;p4"/>
            <p:cNvSpPr/>
            <p:nvPr/>
          </p:nvSpPr>
          <p:spPr>
            <a:xfrm>
              <a:off x="7953086" y="0"/>
              <a:ext cx="2261351" cy="6858000"/>
            </a:xfrm>
            <a:custGeom>
              <a:avLst/>
              <a:gdLst/>
              <a:ahLst/>
              <a:cxnLst/>
              <a:rect l="l" t="t" r="r" b="b"/>
              <a:pathLst>
                <a:path w="2521425" h="6858000" extrusionOk="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DCD6C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grpSp>
      <p:sp>
        <p:nvSpPr>
          <p:cNvPr id="152" name="Google Shape;152;p4"/>
          <p:cNvSpPr txBox="1">
            <a:spLocks noGrp="1"/>
          </p:cNvSpPr>
          <p:nvPr>
            <p:ph type="title"/>
          </p:nvPr>
        </p:nvSpPr>
        <p:spPr>
          <a:xfrm>
            <a:off x="1920875" y="442913"/>
            <a:ext cx="6857365" cy="1344612"/>
          </a:xfrm>
          <a:prstGeom prst="rect">
            <a:avLst/>
          </a:prstGeom>
          <a:noFill/>
          <a:ln>
            <a:noFill/>
          </a:ln>
        </p:spPr>
        <p:txBody>
          <a:bodyPr spcFirstLastPara="1" wrap="square" lIns="109725" tIns="109725" rIns="109725" bIns="91425" anchor="b" anchorCtr="0">
            <a:normAutofit/>
          </a:bodyPr>
          <a:lstStyle/>
          <a:p>
            <a:pPr marL="0" lvl="0" indent="0" algn="l" rtl="0">
              <a:lnSpc>
                <a:spcPct val="130000"/>
              </a:lnSpc>
              <a:spcBef>
                <a:spcPts val="0"/>
              </a:spcBef>
              <a:spcAft>
                <a:spcPts val="0"/>
              </a:spcAft>
              <a:buClr>
                <a:srgbClr val="3F3F3F"/>
              </a:buClr>
              <a:buSzPts val="3200"/>
              <a:buFont typeface="Meiryo"/>
              <a:buNone/>
            </a:pPr>
            <a:r>
              <a:rPr lang="en-US"/>
              <a:t>Clean Code</a:t>
            </a:r>
            <a:endParaRPr/>
          </a:p>
        </p:txBody>
      </p:sp>
      <p:sp>
        <p:nvSpPr>
          <p:cNvPr id="153" name="Google Shape;153;p4"/>
          <p:cNvSpPr txBox="1">
            <a:spLocks noGrp="1"/>
          </p:cNvSpPr>
          <p:nvPr>
            <p:ph type="body" idx="1"/>
          </p:nvPr>
        </p:nvSpPr>
        <p:spPr>
          <a:xfrm>
            <a:off x="1920875" y="2312988"/>
            <a:ext cx="6857365" cy="3651250"/>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US"/>
              <a:t>Clean code is code that is easy to read, understand, and maintain. Clean code makes software development predictable and increases the quality of the resulting product.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57"/>
        <p:cNvGrpSpPr/>
        <p:nvPr/>
      </p:nvGrpSpPr>
      <p:grpSpPr>
        <a:xfrm>
          <a:off x="0" y="0"/>
          <a:ext cx="0" cy="0"/>
          <a:chOff x="0" y="0"/>
          <a:chExt cx="0" cy="0"/>
        </a:xfrm>
      </p:grpSpPr>
      <p:sp>
        <p:nvSpPr>
          <p:cNvPr id="158" name="Google Shape;158;p5"/>
          <p:cNvSpPr/>
          <p:nvPr/>
        </p:nvSpPr>
        <p:spPr>
          <a:xfrm>
            <a:off x="153" y="0"/>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59" name="Google Shape;159;p5"/>
          <p:cNvSpPr txBox="1">
            <a:spLocks noGrp="1"/>
          </p:cNvSpPr>
          <p:nvPr>
            <p:ph type="title"/>
          </p:nvPr>
        </p:nvSpPr>
        <p:spPr>
          <a:xfrm>
            <a:off x="1188340" y="1105232"/>
            <a:ext cx="3013545" cy="4277802"/>
          </a:xfrm>
          <a:prstGeom prst="rect">
            <a:avLst/>
          </a:prstGeom>
          <a:noFill/>
          <a:ln>
            <a:noFill/>
          </a:ln>
        </p:spPr>
        <p:txBody>
          <a:bodyPr spcFirstLastPara="1" wrap="square" lIns="109725" tIns="109725" rIns="109725" bIns="91425" anchor="ctr" anchorCtr="0">
            <a:normAutofit/>
          </a:bodyPr>
          <a:lstStyle/>
          <a:p>
            <a:pPr marL="0" lvl="0" indent="0" algn="l" rtl="0">
              <a:lnSpc>
                <a:spcPct val="130000"/>
              </a:lnSpc>
              <a:spcBef>
                <a:spcPts val="0"/>
              </a:spcBef>
              <a:spcAft>
                <a:spcPts val="0"/>
              </a:spcAft>
              <a:buClr>
                <a:srgbClr val="3F3F3F"/>
              </a:buClr>
              <a:buSzPts val="3200"/>
              <a:buFont typeface="Meiryo"/>
              <a:buNone/>
            </a:pPr>
            <a:r>
              <a:rPr lang="en-US"/>
              <a:t>Refactoring Process</a:t>
            </a:r>
            <a:endParaRPr/>
          </a:p>
          <a:p>
            <a:pPr marL="0" lvl="0" indent="0" algn="l" rtl="0">
              <a:lnSpc>
                <a:spcPct val="130000"/>
              </a:lnSpc>
              <a:spcBef>
                <a:spcPts val="0"/>
              </a:spcBef>
              <a:spcAft>
                <a:spcPts val="0"/>
              </a:spcAft>
              <a:buClr>
                <a:srgbClr val="3F3F3F"/>
              </a:buClr>
              <a:buSzPts val="3200"/>
              <a:buFont typeface="Meiryo"/>
              <a:buNone/>
            </a:pPr>
            <a:endParaRPr/>
          </a:p>
        </p:txBody>
      </p:sp>
      <p:grpSp>
        <p:nvGrpSpPr>
          <p:cNvPr id="160" name="Google Shape;160;p5"/>
          <p:cNvGrpSpPr/>
          <p:nvPr/>
        </p:nvGrpSpPr>
        <p:grpSpPr>
          <a:xfrm flipH="1">
            <a:off x="4308533" y="0"/>
            <a:ext cx="7883467" cy="6858000"/>
            <a:chOff x="0" y="0"/>
            <a:chExt cx="7883467" cy="6858000"/>
          </a:xfrm>
        </p:grpSpPr>
        <p:sp>
          <p:nvSpPr>
            <p:cNvPr id="161" name="Google Shape;161;p5"/>
            <p:cNvSpPr/>
            <p:nvPr/>
          </p:nvSpPr>
          <p:spPr>
            <a:xfrm>
              <a:off x="0" y="0"/>
              <a:ext cx="7475746" cy="6858000"/>
            </a:xfrm>
            <a:custGeom>
              <a:avLst/>
              <a:gdLst/>
              <a:ahLst/>
              <a:cxnLst/>
              <a:rect l="l" t="t" r="r" b="b"/>
              <a:pathLst>
                <a:path w="7475746" h="6858000" extrusionOk="0">
                  <a:moveTo>
                    <a:pt x="0" y="0"/>
                  </a:moveTo>
                  <a:lnTo>
                    <a:pt x="5859459" y="0"/>
                  </a:lnTo>
                  <a:lnTo>
                    <a:pt x="5874848" y="10445"/>
                  </a:lnTo>
                  <a:cubicBezTo>
                    <a:pt x="6902010" y="751075"/>
                    <a:pt x="7475746" y="2091411"/>
                    <a:pt x="7475746" y="3621913"/>
                  </a:cubicBezTo>
                  <a:cubicBezTo>
                    <a:pt x="7475746" y="4971185"/>
                    <a:pt x="6547021" y="5605738"/>
                    <a:pt x="5601397" y="6378742"/>
                  </a:cubicBezTo>
                  <a:cubicBezTo>
                    <a:pt x="5429193" y="6519512"/>
                    <a:pt x="5258566" y="6657407"/>
                    <a:pt x="5084748" y="6785068"/>
                  </a:cubicBezTo>
                  <a:lnTo>
                    <a:pt x="4979585" y="6858000"/>
                  </a:lnTo>
                  <a:lnTo>
                    <a:pt x="0" y="6858000"/>
                  </a:ln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Meiryo"/>
                <a:ea typeface="Meiryo"/>
                <a:cs typeface="Meiryo"/>
                <a:sym typeface="Meiryo"/>
              </a:endParaRPr>
            </a:p>
          </p:txBody>
        </p:sp>
        <p:sp>
          <p:nvSpPr>
            <p:cNvPr id="162" name="Google Shape;162;p5"/>
            <p:cNvSpPr/>
            <p:nvPr/>
          </p:nvSpPr>
          <p:spPr>
            <a:xfrm>
              <a:off x="5353744" y="0"/>
              <a:ext cx="2529723" cy="6858000"/>
            </a:xfrm>
            <a:custGeom>
              <a:avLst/>
              <a:gdLst/>
              <a:ahLst/>
              <a:cxnLst/>
              <a:rect l="l" t="t" r="r" b="b"/>
              <a:pathLst>
                <a:path w="2529723" h="6858000" extrusionOk="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63" name="Google Shape;163;p5"/>
            <p:cNvSpPr/>
            <p:nvPr/>
          </p:nvSpPr>
          <p:spPr>
            <a:xfrm>
              <a:off x="5133737"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grpSp>
      <p:sp>
        <p:nvSpPr>
          <p:cNvPr id="164" name="Google Shape;164;p5"/>
          <p:cNvSpPr txBox="1">
            <a:spLocks noGrp="1"/>
          </p:cNvSpPr>
          <p:nvPr>
            <p:ph type="body" idx="1"/>
          </p:nvPr>
        </p:nvSpPr>
        <p:spPr>
          <a:xfrm>
            <a:off x="6096000" y="1105232"/>
            <a:ext cx="5176298" cy="4277802"/>
          </a:xfrm>
          <a:prstGeom prst="rect">
            <a:avLst/>
          </a:prstGeom>
          <a:noFill/>
          <a:ln>
            <a:noFill/>
          </a:ln>
        </p:spPr>
        <p:txBody>
          <a:bodyPr spcFirstLastPara="1" wrap="square" lIns="109725" tIns="109725" rIns="109725" bIns="91425" anchor="ctr" anchorCtr="0">
            <a:normAutofit/>
          </a:bodyPr>
          <a:lstStyle/>
          <a:p>
            <a:pPr marL="0" lvl="0" indent="0" algn="l" rtl="0">
              <a:lnSpc>
                <a:spcPct val="140000"/>
              </a:lnSpc>
              <a:spcBef>
                <a:spcPts val="0"/>
              </a:spcBef>
              <a:spcAft>
                <a:spcPts val="0"/>
              </a:spcAft>
              <a:buClr>
                <a:srgbClr val="3F3F3F"/>
              </a:buClr>
              <a:buSzPts val="1800"/>
              <a:buNone/>
            </a:pPr>
            <a:r>
              <a:rPr lang="en-US">
                <a:latin typeface="PT Sans"/>
                <a:ea typeface="PT Sans"/>
                <a:cs typeface="PT Sans"/>
                <a:sym typeface="PT Sans"/>
              </a:rPr>
              <a:t>Performing refactoring step-by-step and running tests after each change are key elements of refactoring that make it predictable and safe.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68"/>
        <p:cNvGrpSpPr/>
        <p:nvPr/>
      </p:nvGrpSpPr>
      <p:grpSpPr>
        <a:xfrm>
          <a:off x="0" y="0"/>
          <a:ext cx="0" cy="0"/>
          <a:chOff x="0" y="0"/>
          <a:chExt cx="0" cy="0"/>
        </a:xfrm>
      </p:grpSpPr>
      <p:sp>
        <p:nvSpPr>
          <p:cNvPr id="169" name="Google Shape;169;p6"/>
          <p:cNvSpPr/>
          <p:nvPr/>
        </p:nvSpPr>
        <p:spPr>
          <a:xfrm>
            <a:off x="305" y="0"/>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grpSp>
        <p:nvGrpSpPr>
          <p:cNvPr id="170" name="Google Shape;170;p6"/>
          <p:cNvGrpSpPr/>
          <p:nvPr/>
        </p:nvGrpSpPr>
        <p:grpSpPr>
          <a:xfrm>
            <a:off x="-2" y="0"/>
            <a:ext cx="12191696" cy="6170490"/>
            <a:chOff x="-2" y="0"/>
            <a:chExt cx="12191696" cy="6170490"/>
          </a:xfrm>
        </p:grpSpPr>
        <p:sp>
          <p:nvSpPr>
            <p:cNvPr id="171" name="Google Shape;171;p6"/>
            <p:cNvSpPr/>
            <p:nvPr/>
          </p:nvSpPr>
          <p:spPr>
            <a:xfrm rot="5400000">
              <a:off x="3167675" y="-3167677"/>
              <a:ext cx="5856341" cy="12191695"/>
            </a:xfrm>
            <a:custGeom>
              <a:avLst/>
              <a:gdLst/>
              <a:ahLst/>
              <a:cxnLst/>
              <a:rect l="l" t="t" r="r" b="b"/>
              <a:pathLst>
                <a:path w="5856341" h="12191695" extrusionOk="0">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Meiryo"/>
                <a:ea typeface="Meiryo"/>
                <a:cs typeface="Meiryo"/>
                <a:sym typeface="Meiryo"/>
              </a:endParaRPr>
            </a:p>
          </p:txBody>
        </p:sp>
        <p:sp>
          <p:nvSpPr>
            <p:cNvPr id="172" name="Google Shape;172;p6"/>
            <p:cNvSpPr/>
            <p:nvPr/>
          </p:nvSpPr>
          <p:spPr>
            <a:xfrm rot="5400000">
              <a:off x="5146277" y="-874927"/>
              <a:ext cx="1899138" cy="12191695"/>
            </a:xfrm>
            <a:custGeom>
              <a:avLst/>
              <a:gdLst/>
              <a:ahLst/>
              <a:cxnLst/>
              <a:rect l="l" t="t" r="r" b="b"/>
              <a:pathLst>
                <a:path w="2529723" h="6858000" extrusionOk="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73" name="Google Shape;173;p6"/>
            <p:cNvSpPr/>
            <p:nvPr/>
          </p:nvSpPr>
          <p:spPr>
            <a:xfrm rot="5400000">
              <a:off x="5143758" y="-1037574"/>
              <a:ext cx="1904176" cy="12191695"/>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74" name="Google Shape;174;p6"/>
            <p:cNvSpPr/>
            <p:nvPr/>
          </p:nvSpPr>
          <p:spPr>
            <a:xfrm rot="5400000">
              <a:off x="5247015" y="-1314429"/>
              <a:ext cx="1697663" cy="12191695"/>
            </a:xfrm>
            <a:custGeom>
              <a:avLst/>
              <a:gdLst/>
              <a:ahLst/>
              <a:cxnLst/>
              <a:rect l="l" t="t" r="r" b="b"/>
              <a:pathLst>
                <a:path w="2521425" h="6858000" extrusionOk="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DCD6C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grpSp>
      <p:sp>
        <p:nvSpPr>
          <p:cNvPr id="175" name="Google Shape;175;p6"/>
          <p:cNvSpPr txBox="1">
            <a:spLocks noGrp="1"/>
          </p:cNvSpPr>
          <p:nvPr>
            <p:ph type="title"/>
          </p:nvPr>
        </p:nvSpPr>
        <p:spPr>
          <a:xfrm>
            <a:off x="1920875" y="442913"/>
            <a:ext cx="6857365" cy="1344612"/>
          </a:xfrm>
          <a:prstGeom prst="rect">
            <a:avLst/>
          </a:prstGeom>
          <a:noFill/>
          <a:ln>
            <a:noFill/>
          </a:ln>
        </p:spPr>
        <p:txBody>
          <a:bodyPr spcFirstLastPara="1" wrap="square" lIns="109725" tIns="109725" rIns="109725" bIns="91425" anchor="b" anchorCtr="0">
            <a:normAutofit/>
          </a:bodyPr>
          <a:lstStyle/>
          <a:p>
            <a:pPr marL="0" lvl="0" indent="0" algn="l" rtl="0">
              <a:lnSpc>
                <a:spcPct val="130000"/>
              </a:lnSpc>
              <a:spcBef>
                <a:spcPts val="0"/>
              </a:spcBef>
              <a:spcAft>
                <a:spcPts val="0"/>
              </a:spcAft>
              <a:buClr>
                <a:srgbClr val="3F3F3F"/>
              </a:buClr>
              <a:buSzPts val="3200"/>
              <a:buFont typeface="Meiryo"/>
              <a:buNone/>
            </a:pPr>
            <a:r>
              <a:rPr lang="en-US"/>
              <a:t>Refactoring Techniques</a:t>
            </a:r>
            <a:endParaRPr/>
          </a:p>
        </p:txBody>
      </p:sp>
      <p:sp>
        <p:nvSpPr>
          <p:cNvPr id="176" name="Google Shape;176;p6"/>
          <p:cNvSpPr txBox="1">
            <a:spLocks noGrp="1"/>
          </p:cNvSpPr>
          <p:nvPr>
            <p:ph type="body" idx="1"/>
          </p:nvPr>
        </p:nvSpPr>
        <p:spPr>
          <a:xfrm>
            <a:off x="1920875" y="2107096"/>
            <a:ext cx="8391967" cy="2846567"/>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US"/>
              <a:t>Refactoring techniques describe actual refactoring steps. Most refactoring techniques have their pros and cons. Therefore, each refactoring should be properly motivated and applied with caution</a:t>
            </a:r>
            <a:endParaRPr/>
          </a:p>
          <a:p>
            <a:pPr marL="0" lvl="0" indent="0" algn="l" rtl="0">
              <a:lnSpc>
                <a:spcPct val="140000"/>
              </a:lnSpc>
              <a:spcBef>
                <a:spcPts val="930"/>
              </a:spcBef>
              <a:spcAft>
                <a:spcPts val="0"/>
              </a:spcAft>
              <a:buClr>
                <a:srgbClr val="3F3F3F"/>
              </a:buClr>
              <a:buSzPts val="1800"/>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80"/>
        <p:cNvGrpSpPr/>
        <p:nvPr/>
      </p:nvGrpSpPr>
      <p:grpSpPr>
        <a:xfrm>
          <a:off x="0" y="0"/>
          <a:ext cx="0" cy="0"/>
          <a:chOff x="0" y="0"/>
          <a:chExt cx="0" cy="0"/>
        </a:xfrm>
      </p:grpSpPr>
      <p:sp>
        <p:nvSpPr>
          <p:cNvPr id="181" name="Google Shape;181;p7"/>
          <p:cNvSpPr/>
          <p:nvPr/>
        </p:nvSpPr>
        <p:spPr>
          <a:xfrm>
            <a:off x="153" y="0"/>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82" name="Google Shape;182;p7"/>
          <p:cNvSpPr/>
          <p:nvPr/>
        </p:nvSpPr>
        <p:spPr>
          <a:xfrm>
            <a:off x="0" y="0"/>
            <a:ext cx="7476051" cy="6858000"/>
          </a:xfrm>
          <a:custGeom>
            <a:avLst/>
            <a:gdLst/>
            <a:ahLst/>
            <a:cxnLst/>
            <a:rect l="l" t="t" r="r" b="b"/>
            <a:pathLst>
              <a:path w="7476051" h="6858000" extrusionOk="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83" name="Google Shape;183;p7"/>
          <p:cNvSpPr/>
          <p:nvPr/>
        </p:nvSpPr>
        <p:spPr>
          <a:xfrm>
            <a:off x="5348204" y="-1"/>
            <a:ext cx="2535264" cy="6858001"/>
          </a:xfrm>
          <a:custGeom>
            <a:avLst/>
            <a:gdLst/>
            <a:ahLst/>
            <a:cxnLst/>
            <a:rect l="l" t="t" r="r" b="b"/>
            <a:pathLst>
              <a:path w="2535264" h="6858001" extrusionOk="0">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84" name="Google Shape;184;p7"/>
          <p:cNvSpPr/>
          <p:nvPr/>
        </p:nvSpPr>
        <p:spPr>
          <a:xfrm>
            <a:off x="5133737"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185" name="Google Shape;185;p7"/>
          <p:cNvSpPr txBox="1">
            <a:spLocks noGrp="1"/>
          </p:cNvSpPr>
          <p:nvPr>
            <p:ph type="title"/>
          </p:nvPr>
        </p:nvSpPr>
        <p:spPr>
          <a:xfrm>
            <a:off x="992518" y="442913"/>
            <a:ext cx="5185645" cy="1639888"/>
          </a:xfrm>
          <a:prstGeom prst="rect">
            <a:avLst/>
          </a:prstGeom>
          <a:noFill/>
          <a:ln>
            <a:noFill/>
          </a:ln>
        </p:spPr>
        <p:txBody>
          <a:bodyPr spcFirstLastPara="1" wrap="square" lIns="109725" tIns="109725" rIns="109725" bIns="91425" anchor="b" anchorCtr="0">
            <a:normAutofit/>
          </a:bodyPr>
          <a:lstStyle/>
          <a:p>
            <a:pPr marL="0" lvl="0" indent="0" algn="l" rtl="0">
              <a:lnSpc>
                <a:spcPct val="130000"/>
              </a:lnSpc>
              <a:spcBef>
                <a:spcPts val="0"/>
              </a:spcBef>
              <a:spcAft>
                <a:spcPts val="0"/>
              </a:spcAft>
              <a:buClr>
                <a:srgbClr val="3F3F3F"/>
              </a:buClr>
              <a:buSzPts val="3000"/>
              <a:buFont typeface="Meiryo"/>
              <a:buNone/>
            </a:pPr>
            <a:br>
              <a:rPr lang="en-US" sz="3000"/>
            </a:br>
            <a:r>
              <a:rPr lang="en-US" sz="3000"/>
              <a:t>1.Composing Methods</a:t>
            </a:r>
            <a:endParaRPr sz="3000"/>
          </a:p>
        </p:txBody>
      </p:sp>
      <p:sp>
        <p:nvSpPr>
          <p:cNvPr id="186" name="Google Shape;186;p7"/>
          <p:cNvSpPr txBox="1">
            <a:spLocks noGrp="1"/>
          </p:cNvSpPr>
          <p:nvPr>
            <p:ph type="body" idx="1"/>
          </p:nvPr>
        </p:nvSpPr>
        <p:spPr>
          <a:xfrm>
            <a:off x="992519" y="2312988"/>
            <a:ext cx="5296964" cy="3651250"/>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US"/>
              <a:t>The refactoring techniques in this group streamline methods, remove code duplication, and pave the way for future improvements.</a:t>
            </a:r>
            <a:endParaRPr/>
          </a:p>
          <a:p>
            <a:pPr marL="0" lvl="0" indent="0" algn="l" rtl="0">
              <a:lnSpc>
                <a:spcPct val="140000"/>
              </a:lnSpc>
              <a:spcBef>
                <a:spcPts val="930"/>
              </a:spcBef>
              <a:spcAft>
                <a:spcPts val="0"/>
              </a:spcAft>
              <a:buClr>
                <a:srgbClr val="3F3F3F"/>
              </a:buClr>
              <a:buSzPts val="1800"/>
              <a:buNone/>
            </a:pPr>
            <a:endParaRPr/>
          </a:p>
        </p:txBody>
      </p:sp>
      <p:pic>
        <p:nvPicPr>
          <p:cNvPr id="187" name="Google Shape;187;p7" descr="A screenshot of a video game&#10;&#10;AI-generated content may be incorrect."/>
          <p:cNvPicPr preferRelativeResize="0"/>
          <p:nvPr/>
        </p:nvPicPr>
        <p:blipFill rotWithShape="1">
          <a:blip r:embed="rId3">
            <a:alphaModFix/>
          </a:blip>
          <a:srcRect/>
          <a:stretch/>
        </p:blipFill>
        <p:spPr>
          <a:xfrm>
            <a:off x="8324060" y="964568"/>
            <a:ext cx="2816493" cy="492886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8"/>
          <p:cNvSpPr txBox="1">
            <a:spLocks noGrp="1"/>
          </p:cNvSpPr>
          <p:nvPr>
            <p:ph type="body" idx="1"/>
          </p:nvPr>
        </p:nvSpPr>
        <p:spPr>
          <a:xfrm>
            <a:off x="1007166" y="583096"/>
            <a:ext cx="10402956" cy="6003234"/>
          </a:xfrm>
          <a:prstGeom prst="rect">
            <a:avLst/>
          </a:prstGeom>
          <a:noFill/>
          <a:ln>
            <a:noFill/>
          </a:ln>
        </p:spPr>
        <p:txBody>
          <a:bodyPr spcFirstLastPara="1" wrap="square" lIns="109725" tIns="109725" rIns="109725" bIns="91425" anchor="t" anchorCtr="0">
            <a:normAutofit lnSpcReduction="10000"/>
          </a:bodyPr>
          <a:lstStyle/>
          <a:p>
            <a:pPr marL="0" lvl="0" indent="0" algn="l" rtl="0">
              <a:lnSpc>
                <a:spcPct val="140000"/>
              </a:lnSpc>
              <a:spcBef>
                <a:spcPts val="0"/>
              </a:spcBef>
              <a:spcAft>
                <a:spcPts val="0"/>
              </a:spcAft>
              <a:buClr>
                <a:srgbClr val="3F3F3F"/>
              </a:buClr>
              <a:buSzPts val="2000"/>
              <a:buNone/>
            </a:pPr>
            <a:r>
              <a:rPr lang="en-US" sz="2000" b="0" i="0" u="none" strike="noStrike">
                <a:solidFill>
                  <a:srgbClr val="3F3F3F"/>
                </a:solidFill>
                <a:latin typeface="Meiryo"/>
                <a:ea typeface="Meiryo"/>
                <a:cs typeface="Meiryo"/>
                <a:sym typeface="Meiryo"/>
              </a:rPr>
              <a:t>void printDebt(double amount) {</a:t>
            </a:r>
            <a:endParaRPr sz="2000" b="0"/>
          </a:p>
          <a:p>
            <a:pPr marL="0" lvl="0" indent="0" algn="l" rtl="0">
              <a:lnSpc>
                <a:spcPct val="140000"/>
              </a:lnSpc>
              <a:spcBef>
                <a:spcPts val="930"/>
              </a:spcBef>
              <a:spcAft>
                <a:spcPts val="0"/>
              </a:spcAft>
              <a:buClr>
                <a:srgbClr val="3F3F3F"/>
              </a:buClr>
              <a:buSzPts val="2000"/>
              <a:buNone/>
            </a:pPr>
            <a:r>
              <a:rPr lang="en-US" sz="2000" b="0" i="0" u="none" strike="noStrike">
                <a:solidFill>
                  <a:srgbClr val="3F3F3F"/>
                </a:solidFill>
                <a:latin typeface="Meiryo"/>
                <a:ea typeface="Meiryo"/>
                <a:cs typeface="Meiryo"/>
                <a:sym typeface="Meiryo"/>
              </a:rPr>
              <a:t>    // Print Banner</a:t>
            </a:r>
            <a:endParaRPr sz="2000" b="0"/>
          </a:p>
          <a:p>
            <a:pPr marL="0" lvl="0" indent="0" algn="l" rtl="0">
              <a:lnSpc>
                <a:spcPct val="140000"/>
              </a:lnSpc>
              <a:spcBef>
                <a:spcPts val="930"/>
              </a:spcBef>
              <a:spcAft>
                <a:spcPts val="0"/>
              </a:spcAft>
              <a:buClr>
                <a:srgbClr val="3F3F3F"/>
              </a:buClr>
              <a:buSzPts val="2000"/>
              <a:buNone/>
            </a:pPr>
            <a:r>
              <a:rPr lang="en-US" sz="2000" b="0" i="0" u="none" strike="noStrike">
                <a:solidFill>
                  <a:srgbClr val="3F3F3F"/>
                </a:solidFill>
                <a:latin typeface="Meiryo"/>
                <a:ea typeface="Meiryo"/>
                <a:cs typeface="Meiryo"/>
                <a:sym typeface="Meiryo"/>
              </a:rPr>
              <a:t>    System.out.println("*****************");</a:t>
            </a:r>
            <a:endParaRPr sz="2000" b="0"/>
          </a:p>
          <a:p>
            <a:pPr marL="0" lvl="0" indent="0" algn="l" rtl="0">
              <a:lnSpc>
                <a:spcPct val="140000"/>
              </a:lnSpc>
              <a:spcBef>
                <a:spcPts val="930"/>
              </a:spcBef>
              <a:spcAft>
                <a:spcPts val="0"/>
              </a:spcAft>
              <a:buClr>
                <a:srgbClr val="3F3F3F"/>
              </a:buClr>
              <a:buSzPts val="2000"/>
              <a:buNone/>
            </a:pPr>
            <a:r>
              <a:rPr lang="en-US" sz="2000" b="0" i="0" u="none" strike="noStrike">
                <a:solidFill>
                  <a:srgbClr val="3F3F3F"/>
                </a:solidFill>
                <a:latin typeface="Meiryo"/>
                <a:ea typeface="Meiryo"/>
                <a:cs typeface="Meiryo"/>
                <a:sym typeface="Meiryo"/>
              </a:rPr>
              <a:t>    System.out.println("** Customer Debt **");</a:t>
            </a:r>
            <a:endParaRPr sz="2000" b="0"/>
          </a:p>
          <a:p>
            <a:pPr marL="0" lvl="0" indent="0" algn="l" rtl="0">
              <a:lnSpc>
                <a:spcPct val="140000"/>
              </a:lnSpc>
              <a:spcBef>
                <a:spcPts val="930"/>
              </a:spcBef>
              <a:spcAft>
                <a:spcPts val="0"/>
              </a:spcAft>
              <a:buClr>
                <a:srgbClr val="3F3F3F"/>
              </a:buClr>
              <a:buSzPts val="2000"/>
              <a:buNone/>
            </a:pPr>
            <a:r>
              <a:rPr lang="en-US" sz="2000" b="0" i="0" u="none" strike="noStrike">
                <a:solidFill>
                  <a:srgbClr val="3F3F3F"/>
                </a:solidFill>
                <a:latin typeface="Meiryo"/>
                <a:ea typeface="Meiryo"/>
                <a:cs typeface="Meiryo"/>
                <a:sym typeface="Meiryo"/>
              </a:rPr>
              <a:t>    System.out.println("*****************");</a:t>
            </a:r>
            <a:endParaRPr sz="2000" b="0"/>
          </a:p>
          <a:p>
            <a:pPr marL="0" lvl="0" indent="0" algn="l" rtl="0">
              <a:lnSpc>
                <a:spcPct val="140000"/>
              </a:lnSpc>
              <a:spcBef>
                <a:spcPts val="930"/>
              </a:spcBef>
              <a:spcAft>
                <a:spcPts val="0"/>
              </a:spcAft>
              <a:buClr>
                <a:srgbClr val="3F3F3F"/>
              </a:buClr>
              <a:buSzPts val="2000"/>
              <a:buNone/>
            </a:pPr>
            <a:br>
              <a:rPr lang="en-US" sz="2000" b="0"/>
            </a:br>
            <a:r>
              <a:rPr lang="en-US" sz="2000" b="0" i="0" u="none" strike="noStrike">
                <a:solidFill>
                  <a:srgbClr val="3F3F3F"/>
                </a:solidFill>
                <a:latin typeface="Meiryo"/>
                <a:ea typeface="Meiryo"/>
                <a:cs typeface="Meiryo"/>
                <a:sym typeface="Meiryo"/>
              </a:rPr>
              <a:t>    // Print Details</a:t>
            </a:r>
            <a:endParaRPr sz="2000" b="0"/>
          </a:p>
          <a:p>
            <a:pPr marL="0" lvl="0" indent="0" algn="l" rtl="0">
              <a:lnSpc>
                <a:spcPct val="140000"/>
              </a:lnSpc>
              <a:spcBef>
                <a:spcPts val="930"/>
              </a:spcBef>
              <a:spcAft>
                <a:spcPts val="0"/>
              </a:spcAft>
              <a:buClr>
                <a:srgbClr val="3F3F3F"/>
              </a:buClr>
              <a:buSzPts val="2000"/>
              <a:buNone/>
            </a:pPr>
            <a:r>
              <a:rPr lang="en-US" sz="2000" b="0" i="0" u="none" strike="noStrike">
                <a:solidFill>
                  <a:srgbClr val="3F3F3F"/>
                </a:solidFill>
                <a:latin typeface="Meiryo"/>
                <a:ea typeface="Meiryo"/>
                <a:cs typeface="Meiryo"/>
                <a:sym typeface="Meiryo"/>
              </a:rPr>
              <a:t>    System.out.println("name: " + name);</a:t>
            </a:r>
            <a:endParaRPr sz="2000" b="0"/>
          </a:p>
          <a:p>
            <a:pPr marL="0" lvl="0" indent="0" algn="l" rtl="0">
              <a:lnSpc>
                <a:spcPct val="140000"/>
              </a:lnSpc>
              <a:spcBef>
                <a:spcPts val="930"/>
              </a:spcBef>
              <a:spcAft>
                <a:spcPts val="0"/>
              </a:spcAft>
              <a:buClr>
                <a:srgbClr val="3F3F3F"/>
              </a:buClr>
              <a:buSzPts val="2000"/>
              <a:buNone/>
            </a:pPr>
            <a:r>
              <a:rPr lang="en-US" sz="2000" b="0" i="0" u="none" strike="noStrike">
                <a:solidFill>
                  <a:srgbClr val="3F3F3F"/>
                </a:solidFill>
                <a:latin typeface="Meiryo"/>
                <a:ea typeface="Meiryo"/>
                <a:cs typeface="Meiryo"/>
                <a:sym typeface="Meiryo"/>
              </a:rPr>
              <a:t>    System.out.println("amount: " + amount);</a:t>
            </a:r>
            <a:endParaRPr sz="2000" b="0"/>
          </a:p>
          <a:p>
            <a:pPr marL="0" lvl="0" indent="0" algn="l" rtl="0">
              <a:lnSpc>
                <a:spcPct val="140000"/>
              </a:lnSpc>
              <a:spcBef>
                <a:spcPts val="930"/>
              </a:spcBef>
              <a:spcAft>
                <a:spcPts val="0"/>
              </a:spcAft>
              <a:buClr>
                <a:srgbClr val="3F3F3F"/>
              </a:buClr>
              <a:buSzPts val="2000"/>
              <a:buNone/>
            </a:pPr>
            <a:r>
              <a:rPr lang="en-US" sz="2000" b="0" i="0" u="none" strike="noStrike">
                <a:solidFill>
                  <a:srgbClr val="3F3F3F"/>
                </a:solidFill>
                <a:latin typeface="Meiryo"/>
                <a:ea typeface="Meiryo"/>
                <a:cs typeface="Meiryo"/>
                <a:sym typeface="Meiryo"/>
              </a:rPr>
              <a:t>}</a:t>
            </a:r>
            <a:endParaRPr sz="2000" b="0"/>
          </a:p>
          <a:p>
            <a:pPr marL="0" lvl="0" indent="0" algn="l" rtl="0">
              <a:lnSpc>
                <a:spcPct val="140000"/>
              </a:lnSpc>
              <a:spcBef>
                <a:spcPts val="930"/>
              </a:spcBef>
              <a:spcAft>
                <a:spcPts val="0"/>
              </a:spcAft>
              <a:buClr>
                <a:srgbClr val="3F3F3F"/>
              </a:buClr>
              <a:buSzPts val="2000"/>
              <a:buNone/>
            </a:pPr>
            <a:br>
              <a:rPr lang="en-US" sz="2000" b="0"/>
            </a:br>
            <a:endParaRPr sz="2000" b="0"/>
          </a:p>
          <a:p>
            <a:pPr marL="0" lvl="0" indent="0" algn="l" rtl="0">
              <a:lnSpc>
                <a:spcPct val="140000"/>
              </a:lnSpc>
              <a:spcBef>
                <a:spcPts val="930"/>
              </a:spcBef>
              <a:spcAft>
                <a:spcPts val="0"/>
              </a:spcAft>
              <a:buClr>
                <a:srgbClr val="3F3F3F"/>
              </a:buClr>
              <a:buSzPts val="2000"/>
              <a:buNone/>
            </a:pP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9"/>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a:bodyPr>
          <a:lstStyle/>
          <a:p>
            <a:pPr marL="0" lvl="0" indent="0" algn="l" rtl="0">
              <a:lnSpc>
                <a:spcPct val="130000"/>
              </a:lnSpc>
              <a:spcBef>
                <a:spcPts val="0"/>
              </a:spcBef>
              <a:spcAft>
                <a:spcPts val="0"/>
              </a:spcAft>
              <a:buClr>
                <a:srgbClr val="3F3F3F"/>
              </a:buClr>
              <a:buSzPts val="3200"/>
              <a:buFont typeface="Meiryo"/>
              <a:buNone/>
            </a:pPr>
            <a:endParaRPr/>
          </a:p>
        </p:txBody>
      </p:sp>
      <p:sp>
        <p:nvSpPr>
          <p:cNvPr id="198" name="Google Shape;198;p9"/>
          <p:cNvSpPr txBox="1">
            <a:spLocks noGrp="1"/>
          </p:cNvSpPr>
          <p:nvPr>
            <p:ph type="body" idx="1"/>
          </p:nvPr>
        </p:nvSpPr>
        <p:spPr>
          <a:xfrm>
            <a:off x="1920240" y="2312276"/>
            <a:ext cx="8770571" cy="3651504"/>
          </a:xfrm>
          <a:prstGeom prst="rect">
            <a:avLst/>
          </a:prstGeom>
          <a:noFill/>
          <a:ln>
            <a:noFill/>
          </a:ln>
        </p:spPr>
        <p:txBody>
          <a:bodyPr spcFirstLastPara="1" wrap="square" lIns="109725" tIns="109725" rIns="109725" bIns="91425" anchor="t" anchorCtr="0">
            <a:normAutofit lnSpcReduction="10000"/>
          </a:bodyPr>
          <a:lstStyle/>
          <a:p>
            <a:pPr marL="0" lvl="0" indent="0" algn="l" rtl="0">
              <a:lnSpc>
                <a:spcPct val="140000"/>
              </a:lnSpc>
              <a:spcBef>
                <a:spcPts val="0"/>
              </a:spcBef>
              <a:spcAft>
                <a:spcPts val="0"/>
              </a:spcAft>
              <a:buClr>
                <a:srgbClr val="3F3F3F"/>
              </a:buClr>
              <a:buSzPts val="1200"/>
              <a:buNone/>
            </a:pPr>
            <a:r>
              <a:rPr lang="en-US" sz="1200" b="0" i="0" u="none" strike="noStrike">
                <a:solidFill>
                  <a:srgbClr val="3F3F3F"/>
                </a:solidFill>
                <a:latin typeface="Meiryo"/>
                <a:ea typeface="Meiryo"/>
                <a:cs typeface="Meiryo"/>
                <a:sym typeface="Meiryo"/>
              </a:rPr>
              <a:t>void printDebt(double amount) {</a:t>
            </a:r>
            <a:endParaRPr sz="1200" b="0"/>
          </a:p>
          <a:p>
            <a:pPr marL="0" lvl="0" indent="0" algn="l" rtl="0">
              <a:lnSpc>
                <a:spcPct val="140000"/>
              </a:lnSpc>
              <a:spcBef>
                <a:spcPts val="930"/>
              </a:spcBef>
              <a:spcAft>
                <a:spcPts val="0"/>
              </a:spcAft>
              <a:buClr>
                <a:srgbClr val="3F3F3F"/>
              </a:buClr>
              <a:buSzPts val="1200"/>
              <a:buNone/>
            </a:pPr>
            <a:r>
              <a:rPr lang="en-US" sz="1200" b="0" i="0" u="none" strike="noStrike">
                <a:solidFill>
                  <a:srgbClr val="3F3F3F"/>
                </a:solidFill>
                <a:latin typeface="Meiryo"/>
                <a:ea typeface="Meiryo"/>
                <a:cs typeface="Meiryo"/>
                <a:sym typeface="Meiryo"/>
              </a:rPr>
              <a:t>    printBanner();</a:t>
            </a:r>
            <a:endParaRPr sz="1200" b="0"/>
          </a:p>
          <a:p>
            <a:pPr marL="0" lvl="0" indent="0" algn="l" rtl="0">
              <a:lnSpc>
                <a:spcPct val="140000"/>
              </a:lnSpc>
              <a:spcBef>
                <a:spcPts val="930"/>
              </a:spcBef>
              <a:spcAft>
                <a:spcPts val="0"/>
              </a:spcAft>
              <a:buClr>
                <a:srgbClr val="3F3F3F"/>
              </a:buClr>
              <a:buSzPts val="1200"/>
              <a:buNone/>
            </a:pPr>
            <a:r>
              <a:rPr lang="en-US" sz="1200" b="0" i="0" u="none" strike="noStrike">
                <a:solidFill>
                  <a:srgbClr val="3F3F3F"/>
                </a:solidFill>
                <a:latin typeface="Meiryo"/>
                <a:ea typeface="Meiryo"/>
                <a:cs typeface="Meiryo"/>
                <a:sym typeface="Meiryo"/>
              </a:rPr>
              <a:t>    printDetails(amount);</a:t>
            </a:r>
            <a:endParaRPr sz="1200" b="0"/>
          </a:p>
          <a:p>
            <a:pPr marL="0" lvl="0" indent="0" algn="l" rtl="0">
              <a:lnSpc>
                <a:spcPct val="140000"/>
              </a:lnSpc>
              <a:spcBef>
                <a:spcPts val="930"/>
              </a:spcBef>
              <a:spcAft>
                <a:spcPts val="0"/>
              </a:spcAft>
              <a:buClr>
                <a:srgbClr val="3F3F3F"/>
              </a:buClr>
              <a:buSzPts val="1200"/>
              <a:buNone/>
            </a:pPr>
            <a:r>
              <a:rPr lang="en-US" sz="1200" b="0" i="0" u="none" strike="noStrike">
                <a:solidFill>
                  <a:srgbClr val="3F3F3F"/>
                </a:solidFill>
                <a:latin typeface="Meiryo"/>
                <a:ea typeface="Meiryo"/>
                <a:cs typeface="Meiryo"/>
                <a:sym typeface="Meiryo"/>
              </a:rPr>
              <a:t>}</a:t>
            </a:r>
            <a:endParaRPr sz="1200" b="0"/>
          </a:p>
          <a:p>
            <a:pPr marL="0" lvl="0" indent="0" algn="l" rtl="0">
              <a:lnSpc>
                <a:spcPct val="140000"/>
              </a:lnSpc>
              <a:spcBef>
                <a:spcPts val="930"/>
              </a:spcBef>
              <a:spcAft>
                <a:spcPts val="0"/>
              </a:spcAft>
              <a:buClr>
                <a:srgbClr val="3F3F3F"/>
              </a:buClr>
              <a:buSzPts val="1200"/>
              <a:buNone/>
            </a:pPr>
            <a:br>
              <a:rPr lang="en-US" sz="1200" b="0"/>
            </a:br>
            <a:r>
              <a:rPr lang="en-US" sz="1200" b="0" i="0" u="none" strike="noStrike">
                <a:solidFill>
                  <a:srgbClr val="3F3F3F"/>
                </a:solidFill>
                <a:latin typeface="Meiryo"/>
                <a:ea typeface="Meiryo"/>
                <a:cs typeface="Meiryo"/>
                <a:sym typeface="Meiryo"/>
              </a:rPr>
              <a:t>void printBanner() {</a:t>
            </a:r>
            <a:endParaRPr sz="1200" b="0"/>
          </a:p>
          <a:p>
            <a:pPr marL="0" lvl="0" indent="0" algn="l" rtl="0">
              <a:lnSpc>
                <a:spcPct val="140000"/>
              </a:lnSpc>
              <a:spcBef>
                <a:spcPts val="930"/>
              </a:spcBef>
              <a:spcAft>
                <a:spcPts val="0"/>
              </a:spcAft>
              <a:buClr>
                <a:srgbClr val="3F3F3F"/>
              </a:buClr>
              <a:buSzPts val="1200"/>
              <a:buNone/>
            </a:pPr>
            <a:r>
              <a:rPr lang="en-US" sz="1200" b="0" i="0" u="none" strike="noStrike">
                <a:solidFill>
                  <a:srgbClr val="3F3F3F"/>
                </a:solidFill>
                <a:latin typeface="Meiryo"/>
                <a:ea typeface="Meiryo"/>
                <a:cs typeface="Meiryo"/>
                <a:sym typeface="Meiryo"/>
              </a:rPr>
              <a:t>    System.out.println("*****************");</a:t>
            </a:r>
            <a:endParaRPr sz="1200" b="0"/>
          </a:p>
          <a:p>
            <a:pPr marL="0" lvl="0" indent="0" algn="l" rtl="0">
              <a:lnSpc>
                <a:spcPct val="140000"/>
              </a:lnSpc>
              <a:spcBef>
                <a:spcPts val="930"/>
              </a:spcBef>
              <a:spcAft>
                <a:spcPts val="0"/>
              </a:spcAft>
              <a:buClr>
                <a:srgbClr val="3F3F3F"/>
              </a:buClr>
              <a:buSzPts val="1200"/>
              <a:buNone/>
            </a:pPr>
            <a:r>
              <a:rPr lang="en-US" sz="1200" b="0" i="0" u="none" strike="noStrike">
                <a:solidFill>
                  <a:srgbClr val="3F3F3F"/>
                </a:solidFill>
                <a:latin typeface="Meiryo"/>
                <a:ea typeface="Meiryo"/>
                <a:cs typeface="Meiryo"/>
                <a:sym typeface="Meiryo"/>
              </a:rPr>
              <a:t>    System.out.println("** Customer Debt **");</a:t>
            </a:r>
            <a:endParaRPr sz="1200" b="0"/>
          </a:p>
          <a:p>
            <a:pPr marL="0" lvl="0" indent="0" algn="l" rtl="0">
              <a:lnSpc>
                <a:spcPct val="140000"/>
              </a:lnSpc>
              <a:spcBef>
                <a:spcPts val="930"/>
              </a:spcBef>
              <a:spcAft>
                <a:spcPts val="0"/>
              </a:spcAft>
              <a:buClr>
                <a:srgbClr val="3F3F3F"/>
              </a:buClr>
              <a:buSzPts val="1200"/>
              <a:buNone/>
            </a:pPr>
            <a:r>
              <a:rPr lang="en-US" sz="1200" b="0" i="0" u="none" strike="noStrike">
                <a:solidFill>
                  <a:srgbClr val="3F3F3F"/>
                </a:solidFill>
                <a:latin typeface="Meiryo"/>
                <a:ea typeface="Meiryo"/>
                <a:cs typeface="Meiryo"/>
                <a:sym typeface="Meiryo"/>
              </a:rPr>
              <a:t>    System.out.println("*****************");</a:t>
            </a:r>
            <a:endParaRPr sz="1200" b="0"/>
          </a:p>
          <a:p>
            <a:pPr marL="0" lvl="0" indent="0" algn="l" rtl="0">
              <a:lnSpc>
                <a:spcPct val="140000"/>
              </a:lnSpc>
              <a:spcBef>
                <a:spcPts val="930"/>
              </a:spcBef>
              <a:spcAft>
                <a:spcPts val="0"/>
              </a:spcAft>
              <a:buClr>
                <a:srgbClr val="3F3F3F"/>
              </a:buClr>
              <a:buSzPts val="1200"/>
              <a:buNone/>
            </a:pPr>
            <a:r>
              <a:rPr lang="en-US" sz="1200" b="0" i="0" u="none" strike="noStrike">
                <a:solidFill>
                  <a:srgbClr val="3F3F3F"/>
                </a:solidFill>
                <a:latin typeface="Meiryo"/>
                <a:ea typeface="Meiryo"/>
                <a:cs typeface="Meiryo"/>
                <a:sym typeface="Meiryo"/>
              </a:rPr>
              <a:t>}</a:t>
            </a:r>
            <a:endParaRPr sz="1200" b="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02"/>
        <p:cNvGrpSpPr/>
        <p:nvPr/>
      </p:nvGrpSpPr>
      <p:grpSpPr>
        <a:xfrm>
          <a:off x="0" y="0"/>
          <a:ext cx="0" cy="0"/>
          <a:chOff x="0" y="0"/>
          <a:chExt cx="0" cy="0"/>
        </a:xfrm>
      </p:grpSpPr>
      <p:sp>
        <p:nvSpPr>
          <p:cNvPr id="203" name="Google Shape;203;p10"/>
          <p:cNvSpPr/>
          <p:nvPr/>
        </p:nvSpPr>
        <p:spPr>
          <a:xfrm>
            <a:off x="153" y="0"/>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04" name="Google Shape;204;p10"/>
          <p:cNvSpPr/>
          <p:nvPr/>
        </p:nvSpPr>
        <p:spPr>
          <a:xfrm>
            <a:off x="0" y="0"/>
            <a:ext cx="7476051" cy="6858000"/>
          </a:xfrm>
          <a:custGeom>
            <a:avLst/>
            <a:gdLst/>
            <a:ahLst/>
            <a:cxnLst/>
            <a:rect l="l" t="t" r="r" b="b"/>
            <a:pathLst>
              <a:path w="7476051" h="6858000" extrusionOk="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05" name="Google Shape;205;p10"/>
          <p:cNvSpPr/>
          <p:nvPr/>
        </p:nvSpPr>
        <p:spPr>
          <a:xfrm>
            <a:off x="5348204" y="-1"/>
            <a:ext cx="2535264" cy="6858001"/>
          </a:xfrm>
          <a:custGeom>
            <a:avLst/>
            <a:gdLst/>
            <a:ahLst/>
            <a:cxnLst/>
            <a:rect l="l" t="t" r="r" b="b"/>
            <a:pathLst>
              <a:path w="2535264" h="6858001" extrusionOk="0">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06" name="Google Shape;206;p10"/>
          <p:cNvSpPr/>
          <p:nvPr/>
        </p:nvSpPr>
        <p:spPr>
          <a:xfrm>
            <a:off x="5133737"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07" name="Google Shape;207;p10"/>
          <p:cNvSpPr txBox="1">
            <a:spLocks noGrp="1"/>
          </p:cNvSpPr>
          <p:nvPr>
            <p:ph type="title"/>
          </p:nvPr>
        </p:nvSpPr>
        <p:spPr>
          <a:xfrm>
            <a:off x="992518" y="442913"/>
            <a:ext cx="5185645" cy="1639888"/>
          </a:xfrm>
          <a:prstGeom prst="rect">
            <a:avLst/>
          </a:prstGeom>
          <a:noFill/>
          <a:ln>
            <a:noFill/>
          </a:ln>
        </p:spPr>
        <p:txBody>
          <a:bodyPr spcFirstLastPara="1" wrap="square" lIns="109725" tIns="109725" rIns="109725" bIns="91425" anchor="b" anchorCtr="0">
            <a:normAutofit/>
          </a:bodyPr>
          <a:lstStyle/>
          <a:p>
            <a:pPr marL="0" lvl="0" indent="0" algn="l" rtl="0">
              <a:lnSpc>
                <a:spcPct val="120000"/>
              </a:lnSpc>
              <a:spcBef>
                <a:spcPts val="0"/>
              </a:spcBef>
              <a:spcAft>
                <a:spcPts val="0"/>
              </a:spcAft>
              <a:buClr>
                <a:srgbClr val="3F3F3F"/>
              </a:buClr>
              <a:buSzPts val="2500"/>
              <a:buFont typeface="Meiryo"/>
              <a:buNone/>
            </a:pPr>
            <a:br>
              <a:rPr lang="en-US" sz="2500"/>
            </a:br>
            <a:r>
              <a:rPr lang="en-US" sz="2500"/>
              <a:t>2. Moving Features between Objects</a:t>
            </a:r>
            <a:endParaRPr sz="2500"/>
          </a:p>
        </p:txBody>
      </p:sp>
      <p:sp>
        <p:nvSpPr>
          <p:cNvPr id="208" name="Google Shape;208;p10"/>
          <p:cNvSpPr txBox="1">
            <a:spLocks noGrp="1"/>
          </p:cNvSpPr>
          <p:nvPr>
            <p:ph type="body" idx="1"/>
          </p:nvPr>
        </p:nvSpPr>
        <p:spPr>
          <a:xfrm>
            <a:off x="992519" y="2312988"/>
            <a:ext cx="5296964" cy="3651250"/>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US">
                <a:latin typeface="PT Sans"/>
                <a:ea typeface="PT Sans"/>
                <a:cs typeface="PT Sans"/>
                <a:sym typeface="PT Sans"/>
              </a:rPr>
              <a:t>Even if you have distributed functionality among different classes in a less-than-perfect way, there is still hope.</a:t>
            </a:r>
            <a:endParaRPr/>
          </a:p>
          <a:p>
            <a:pPr marL="0" lvl="0" indent="0" algn="l" rtl="0">
              <a:lnSpc>
                <a:spcPct val="140000"/>
              </a:lnSpc>
              <a:spcBef>
                <a:spcPts val="930"/>
              </a:spcBef>
              <a:spcAft>
                <a:spcPts val="0"/>
              </a:spcAft>
              <a:buClr>
                <a:srgbClr val="3F3F3F"/>
              </a:buClr>
              <a:buSzPts val="1800"/>
              <a:buNone/>
            </a:pPr>
            <a:r>
              <a:rPr lang="en-US">
                <a:latin typeface="PT Sans"/>
                <a:ea typeface="PT Sans"/>
                <a:cs typeface="PT Sans"/>
                <a:sym typeface="PT Sans"/>
              </a:rPr>
              <a:t>These refactoring techniques show how to safely move functionality between classes, create new classes, and hide implementation details from public access.</a:t>
            </a:r>
            <a:endParaRPr/>
          </a:p>
          <a:p>
            <a:pPr marL="0" lvl="0" indent="0" algn="l" rtl="0">
              <a:lnSpc>
                <a:spcPct val="140000"/>
              </a:lnSpc>
              <a:spcBef>
                <a:spcPts val="930"/>
              </a:spcBef>
              <a:spcAft>
                <a:spcPts val="0"/>
              </a:spcAft>
              <a:buClr>
                <a:srgbClr val="3F3F3F"/>
              </a:buClr>
              <a:buSzPts val="1800"/>
              <a:buNone/>
            </a:pPr>
            <a:endParaRPr/>
          </a:p>
        </p:txBody>
      </p:sp>
      <p:pic>
        <p:nvPicPr>
          <p:cNvPr id="209" name="Google Shape;209;p10" descr="A cartoon of a road with trees and a car&#10;&#10;AI-generated content may be incorrect."/>
          <p:cNvPicPr preferRelativeResize="0"/>
          <p:nvPr/>
        </p:nvPicPr>
        <p:blipFill rotWithShape="1">
          <a:blip r:embed="rId3">
            <a:alphaModFix/>
          </a:blip>
          <a:srcRect/>
          <a:stretch/>
        </p:blipFill>
        <p:spPr>
          <a:xfrm>
            <a:off x="8324060" y="964568"/>
            <a:ext cx="2816493" cy="492886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1"/>
          <p:cNvSpPr txBox="1">
            <a:spLocks noGrp="1"/>
          </p:cNvSpPr>
          <p:nvPr>
            <p:ph type="body" idx="1"/>
          </p:nvPr>
        </p:nvSpPr>
        <p:spPr>
          <a:xfrm>
            <a:off x="1920240" y="2312276"/>
            <a:ext cx="8770571" cy="3651504"/>
          </a:xfrm>
          <a:prstGeom prst="rect">
            <a:avLst/>
          </a:prstGeom>
          <a:noFill/>
          <a:ln>
            <a:noFill/>
          </a:ln>
        </p:spPr>
        <p:txBody>
          <a:bodyPr spcFirstLastPara="1" wrap="square" lIns="109725" tIns="109725" rIns="109725" bIns="91425" anchor="t" anchorCtr="0">
            <a:normAutofit fontScale="55000" lnSpcReduction="20000"/>
          </a:bodyPr>
          <a:lstStyle/>
          <a:p>
            <a:pPr marL="0" lvl="0" indent="0" algn="l" rtl="0">
              <a:lnSpc>
                <a:spcPct val="140000"/>
              </a:lnSpc>
              <a:spcBef>
                <a:spcPts val="0"/>
              </a:spcBef>
              <a:spcAft>
                <a:spcPts val="0"/>
              </a:spcAft>
              <a:buClr>
                <a:srgbClr val="3F3F3F"/>
              </a:buClr>
              <a:buSzPct val="100000"/>
              <a:buNone/>
            </a:pPr>
            <a:r>
              <a:rPr lang="en-US"/>
              <a:t>class Account {</a:t>
            </a:r>
            <a:endParaRPr/>
          </a:p>
          <a:p>
            <a:pPr marL="0" lvl="0" indent="0" algn="l" rtl="0">
              <a:lnSpc>
                <a:spcPct val="140000"/>
              </a:lnSpc>
              <a:spcBef>
                <a:spcPts val="930"/>
              </a:spcBef>
              <a:spcAft>
                <a:spcPts val="0"/>
              </a:spcAft>
              <a:buClr>
                <a:srgbClr val="3F3F3F"/>
              </a:buClr>
              <a:buSzPct val="100000"/>
              <a:buNone/>
            </a:pPr>
            <a:r>
              <a:rPr lang="en-US"/>
              <a:t>    private AccountType type;</a:t>
            </a:r>
            <a:endParaRPr/>
          </a:p>
          <a:p>
            <a:pPr marL="0" lvl="0" indent="0" algn="l" rtl="0">
              <a:lnSpc>
                <a:spcPct val="140000"/>
              </a:lnSpc>
              <a:spcBef>
                <a:spcPts val="930"/>
              </a:spcBef>
              <a:spcAft>
                <a:spcPts val="0"/>
              </a:spcAft>
              <a:buClr>
                <a:srgbClr val="3F3F3F"/>
              </a:buClr>
              <a:buSzPct val="100000"/>
              <a:buNone/>
            </a:pPr>
            <a:r>
              <a:rPr lang="en-US"/>
              <a:t>    private int daysOverdrawn;</a:t>
            </a:r>
            <a:endParaRPr/>
          </a:p>
          <a:p>
            <a:pPr marL="0" lvl="0" indent="0" algn="l" rtl="0">
              <a:lnSpc>
                <a:spcPct val="140000"/>
              </a:lnSpc>
              <a:spcBef>
                <a:spcPts val="930"/>
              </a:spcBef>
              <a:spcAft>
                <a:spcPts val="0"/>
              </a:spcAft>
              <a:buClr>
                <a:srgbClr val="3F3F3F"/>
              </a:buClr>
              <a:buSzPct val="100000"/>
              <a:buNone/>
            </a:pPr>
            <a:endParaRPr/>
          </a:p>
          <a:p>
            <a:pPr marL="0" lvl="0" indent="0" algn="l" rtl="0">
              <a:lnSpc>
                <a:spcPct val="140000"/>
              </a:lnSpc>
              <a:spcBef>
                <a:spcPts val="930"/>
              </a:spcBef>
              <a:spcAft>
                <a:spcPts val="0"/>
              </a:spcAft>
              <a:buClr>
                <a:srgbClr val="3F3F3F"/>
              </a:buClr>
              <a:buSzPct val="100000"/>
              <a:buNone/>
            </a:pPr>
            <a:r>
              <a:rPr lang="en-US"/>
              <a:t>    // This method belongs more to AccountType</a:t>
            </a:r>
            <a:endParaRPr/>
          </a:p>
          <a:p>
            <a:pPr marL="0" lvl="0" indent="0" algn="l" rtl="0">
              <a:lnSpc>
                <a:spcPct val="140000"/>
              </a:lnSpc>
              <a:spcBef>
                <a:spcPts val="930"/>
              </a:spcBef>
              <a:spcAft>
                <a:spcPts val="0"/>
              </a:spcAft>
              <a:buClr>
                <a:srgbClr val="3F3F3F"/>
              </a:buClr>
              <a:buSzPct val="100000"/>
              <a:buNone/>
            </a:pPr>
            <a:r>
              <a:rPr lang="en-US"/>
              <a:t>    double overdraftCharge() {</a:t>
            </a:r>
            <a:endParaRPr/>
          </a:p>
          <a:p>
            <a:pPr marL="0" lvl="0" indent="0" algn="l" rtl="0">
              <a:lnSpc>
                <a:spcPct val="140000"/>
              </a:lnSpc>
              <a:spcBef>
                <a:spcPts val="930"/>
              </a:spcBef>
              <a:spcAft>
                <a:spcPts val="0"/>
              </a:spcAft>
              <a:buClr>
                <a:srgbClr val="3F3F3F"/>
              </a:buClr>
              <a:buSzPct val="100000"/>
              <a:buNone/>
            </a:pPr>
            <a:r>
              <a:rPr lang="en-US"/>
              <a:t>        if (type.isPremium()) {</a:t>
            </a:r>
            <a:endParaRPr/>
          </a:p>
          <a:p>
            <a:pPr marL="0" lvl="0" indent="0" algn="l" rtl="0">
              <a:lnSpc>
                <a:spcPct val="140000"/>
              </a:lnSpc>
              <a:spcBef>
                <a:spcPts val="930"/>
              </a:spcBef>
              <a:spcAft>
                <a:spcPts val="0"/>
              </a:spcAft>
              <a:buClr>
                <a:srgbClr val="3F3F3F"/>
              </a:buClr>
              <a:buSzPct val="100000"/>
              <a:buNone/>
            </a:pPr>
            <a:r>
              <a:rPr lang="en-US"/>
              <a:t>            return daysOverdrawn * 1.75;</a:t>
            </a:r>
            <a:endParaRPr/>
          </a:p>
          <a:p>
            <a:pPr marL="0" lvl="0" indent="0" algn="l" rtl="0">
              <a:lnSpc>
                <a:spcPct val="140000"/>
              </a:lnSpc>
              <a:spcBef>
                <a:spcPts val="930"/>
              </a:spcBef>
              <a:spcAft>
                <a:spcPts val="0"/>
              </a:spcAft>
              <a:buClr>
                <a:srgbClr val="3F3F3F"/>
              </a:buClr>
              <a:buSzPct val="100000"/>
              <a:buNone/>
            </a:pPr>
            <a:r>
              <a:rPr lang="en-US"/>
              <a:t>        }</a:t>
            </a:r>
            <a:endParaRPr/>
          </a:p>
          <a:p>
            <a:pPr marL="0" lvl="0" indent="0" algn="l" rtl="0">
              <a:lnSpc>
                <a:spcPct val="140000"/>
              </a:lnSpc>
              <a:spcBef>
                <a:spcPts val="930"/>
              </a:spcBef>
              <a:spcAft>
                <a:spcPts val="0"/>
              </a:spcAft>
              <a:buClr>
                <a:srgbClr val="3F3F3F"/>
              </a:buClr>
              <a:buSzPct val="100000"/>
              <a:buNone/>
            </a:pPr>
            <a:r>
              <a:rPr lang="en-US"/>
              <a:t>        return daysOverdrawn * 0.5;</a:t>
            </a:r>
            <a:endParaRPr/>
          </a:p>
          <a:p>
            <a:pPr marL="0" lvl="0" indent="0" algn="l" rtl="0">
              <a:lnSpc>
                <a:spcPct val="140000"/>
              </a:lnSpc>
              <a:spcBef>
                <a:spcPts val="930"/>
              </a:spcBef>
              <a:spcAft>
                <a:spcPts val="0"/>
              </a:spcAft>
              <a:buClr>
                <a:srgbClr val="3F3F3F"/>
              </a:buClr>
              <a:buSzPct val="100000"/>
              <a:buNone/>
            </a:pPr>
            <a:r>
              <a:rPr lang="en-US"/>
              <a:t>    }</a:t>
            </a:r>
            <a:endParaRPr/>
          </a:p>
          <a:p>
            <a:pPr marL="0" lvl="0" indent="0" algn="l" rtl="0">
              <a:lnSpc>
                <a:spcPct val="140000"/>
              </a:lnSpc>
              <a:spcBef>
                <a:spcPts val="930"/>
              </a:spcBef>
              <a:spcAft>
                <a:spcPts val="0"/>
              </a:spcAft>
              <a:buClr>
                <a:srgbClr val="3F3F3F"/>
              </a:buClr>
              <a:buSzPct val="100000"/>
              <a:buNone/>
            </a:pPr>
            <a:r>
              <a:rPr lang="en-US"/>
              <a:t>}</a:t>
            </a:r>
            <a:endParaRPr/>
          </a:p>
        </p:txBody>
      </p:sp>
      <p:sp>
        <p:nvSpPr>
          <p:cNvPr id="215" name="Google Shape;215;p11"/>
          <p:cNvSpPr txBox="1">
            <a:spLocks noGrp="1"/>
          </p:cNvSpPr>
          <p:nvPr>
            <p:ph type="title"/>
          </p:nvPr>
        </p:nvSpPr>
        <p:spPr>
          <a:xfrm>
            <a:off x="1920240" y="442220"/>
            <a:ext cx="8770571" cy="1345269"/>
          </a:xfrm>
          <a:prstGeom prst="rect">
            <a:avLst/>
          </a:prstGeom>
          <a:noFill/>
          <a:ln>
            <a:noFill/>
          </a:ln>
        </p:spPr>
        <p:txBody>
          <a:bodyPr spcFirstLastPara="1" wrap="square" lIns="91425" tIns="0" rIns="91425" bIns="45700" anchor="ctr" anchorCtr="0">
            <a:spAutoFit/>
          </a:bodyPr>
          <a:lstStyle/>
          <a:p>
            <a:pPr marL="0" marR="0" lvl="0" indent="0" algn="l" rtl="0">
              <a:lnSpc>
                <a:spcPct val="100000"/>
              </a:lnSpc>
              <a:spcBef>
                <a:spcPts val="0"/>
              </a:spcBef>
              <a:spcAft>
                <a:spcPts val="0"/>
              </a:spcAft>
              <a:buClr>
                <a:schemeClr val="dk1"/>
              </a:buClr>
              <a:buSzPts val="1800"/>
              <a:buFont typeface="Google Sans"/>
              <a:buNone/>
            </a:pPr>
            <a:r>
              <a:rPr lang="en-US" sz="1800" b="1" i="0" u="none" strike="noStrike" cap="none">
                <a:solidFill>
                  <a:schemeClr val="dk1"/>
                </a:solidFill>
                <a:latin typeface="Google Sans"/>
                <a:ea typeface="Google Sans"/>
                <a:cs typeface="Google Sans"/>
                <a:sym typeface="Google Sans"/>
              </a:rPr>
              <a:t>Technique:</a:t>
            </a:r>
            <a:r>
              <a:rPr lang="en-US" sz="1800" b="0" i="0" u="none" strike="noStrike" cap="none">
                <a:solidFill>
                  <a:schemeClr val="dk1"/>
                </a:solidFill>
                <a:latin typeface="Google Sans"/>
                <a:ea typeface="Google Sans"/>
                <a:cs typeface="Google Sans"/>
                <a:sym typeface="Google Sans"/>
              </a:rPr>
              <a:t> Move Method </a:t>
            </a:r>
            <a:endParaRPr sz="1800" b="0" i="0" u="none" strike="noStrike" cap="none">
              <a:solidFill>
                <a:schemeClr val="dk1"/>
              </a:solidFill>
            </a:endParaRPr>
          </a:p>
          <a:p>
            <a:pPr marL="0" marR="0" lvl="0" indent="-114300" algn="l" rtl="0">
              <a:lnSpc>
                <a:spcPct val="100000"/>
              </a:lnSpc>
              <a:spcBef>
                <a:spcPts val="0"/>
              </a:spcBef>
              <a:spcAft>
                <a:spcPts val="0"/>
              </a:spcAft>
              <a:buClr>
                <a:schemeClr val="dk1"/>
              </a:buClr>
              <a:buSzPts val="1800"/>
              <a:buFont typeface="Google Sans"/>
              <a:buChar char="•"/>
            </a:pPr>
            <a:r>
              <a:rPr lang="en-US" sz="1800" b="1" i="0" u="none" strike="noStrike" cap="none">
                <a:solidFill>
                  <a:schemeClr val="dk1"/>
                </a:solidFill>
                <a:latin typeface="Google Sans"/>
                <a:ea typeface="Google Sans"/>
                <a:cs typeface="Google Sans"/>
                <a:sym typeface="Google Sans"/>
              </a:rPr>
              <a:t>Dirty Code (Feature Envy):</a:t>
            </a:r>
            <a:r>
              <a:rPr lang="en-US" sz="1800" b="0" i="0" u="none" strike="noStrike" cap="none">
                <a:solidFill>
                  <a:schemeClr val="dk1"/>
                </a:solidFill>
                <a:latin typeface="Google Sans"/>
                <a:ea typeface="Google Sans"/>
                <a:cs typeface="Google Sans"/>
                <a:sym typeface="Google Sans"/>
              </a:rPr>
              <a:t> A method uses the data of another class more than its own.</a:t>
            </a:r>
            <a:endParaRPr/>
          </a:p>
          <a:p>
            <a:pPr marL="0" marR="0" lvl="0" indent="0" algn="l" rtl="0">
              <a:lnSpc>
                <a:spcPct val="100000"/>
              </a:lnSpc>
              <a:spcBef>
                <a:spcPts val="0"/>
              </a:spcBef>
              <a:spcAft>
                <a:spcPts val="0"/>
              </a:spcAft>
              <a:buClr>
                <a:srgbClr val="3F3F3F"/>
              </a:buClr>
              <a:buSzPts val="1800"/>
              <a:buFont typeface="Meiryo"/>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2"/>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fontScale="90000"/>
          </a:bodyPr>
          <a:lstStyle/>
          <a:p>
            <a:pPr marL="0" lvl="0" indent="0" algn="l" rtl="0">
              <a:lnSpc>
                <a:spcPct val="130000"/>
              </a:lnSpc>
              <a:spcBef>
                <a:spcPts val="0"/>
              </a:spcBef>
              <a:spcAft>
                <a:spcPts val="0"/>
              </a:spcAft>
              <a:buClr>
                <a:srgbClr val="3F3F3F"/>
              </a:buClr>
              <a:buSzPct val="100000"/>
              <a:buFont typeface="Meiryo"/>
              <a:buNone/>
            </a:pPr>
            <a:r>
              <a:rPr lang="en-US" b="1"/>
              <a:t>Refactored:</a:t>
            </a:r>
            <a:r>
              <a:rPr lang="en-US"/>
              <a:t> Moves the logic to the class that actually owns the data.</a:t>
            </a:r>
            <a:endParaRPr/>
          </a:p>
        </p:txBody>
      </p:sp>
      <p:sp>
        <p:nvSpPr>
          <p:cNvPr id="221" name="Google Shape;221;p12"/>
          <p:cNvSpPr txBox="1">
            <a:spLocks noGrp="1"/>
          </p:cNvSpPr>
          <p:nvPr>
            <p:ph type="body" idx="1"/>
          </p:nvPr>
        </p:nvSpPr>
        <p:spPr>
          <a:xfrm>
            <a:off x="1920240" y="2312276"/>
            <a:ext cx="8770571" cy="3651504"/>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US"/>
              <a:t>class AccountType {</a:t>
            </a:r>
            <a:endParaRPr/>
          </a:p>
          <a:p>
            <a:pPr marL="0" lvl="0" indent="0" algn="l" rtl="0">
              <a:lnSpc>
                <a:spcPct val="140000"/>
              </a:lnSpc>
              <a:spcBef>
                <a:spcPts val="930"/>
              </a:spcBef>
              <a:spcAft>
                <a:spcPts val="0"/>
              </a:spcAft>
              <a:buClr>
                <a:srgbClr val="3F3F3F"/>
              </a:buClr>
              <a:buSzPts val="1800"/>
              <a:buNone/>
            </a:pPr>
            <a:r>
              <a:rPr lang="en-US"/>
              <a:t>    double overdraftCharge(int daysOverdrawn) {</a:t>
            </a:r>
            <a:endParaRPr/>
          </a:p>
          <a:p>
            <a:pPr marL="0" lvl="0" indent="0" algn="l" rtl="0">
              <a:lnSpc>
                <a:spcPct val="140000"/>
              </a:lnSpc>
              <a:spcBef>
                <a:spcPts val="930"/>
              </a:spcBef>
              <a:spcAft>
                <a:spcPts val="0"/>
              </a:spcAft>
              <a:buClr>
                <a:srgbClr val="3F3F3F"/>
              </a:buClr>
              <a:buSzPts val="1800"/>
              <a:buNone/>
            </a:pPr>
            <a:r>
              <a:rPr lang="en-US"/>
              <a:t>        if (isPremium()) return daysOverdrawn * 1.75;</a:t>
            </a:r>
            <a:endParaRPr/>
          </a:p>
          <a:p>
            <a:pPr marL="0" lvl="0" indent="0" algn="l" rtl="0">
              <a:lnSpc>
                <a:spcPct val="140000"/>
              </a:lnSpc>
              <a:spcBef>
                <a:spcPts val="930"/>
              </a:spcBef>
              <a:spcAft>
                <a:spcPts val="0"/>
              </a:spcAft>
              <a:buClr>
                <a:srgbClr val="3F3F3F"/>
              </a:buClr>
              <a:buSzPts val="1800"/>
              <a:buNone/>
            </a:pPr>
            <a:r>
              <a:rPr lang="en-US"/>
              <a:t>        return daysOverdrawn * 0.5;</a:t>
            </a:r>
            <a:endParaRPr/>
          </a:p>
          <a:p>
            <a:pPr marL="0" lvl="0" indent="0" algn="l" rtl="0">
              <a:lnSpc>
                <a:spcPct val="140000"/>
              </a:lnSpc>
              <a:spcBef>
                <a:spcPts val="930"/>
              </a:spcBef>
              <a:spcAft>
                <a:spcPts val="0"/>
              </a:spcAft>
              <a:buClr>
                <a:srgbClr val="3F3F3F"/>
              </a:buClr>
              <a:buSzPts val="1800"/>
              <a:buNone/>
            </a:pPr>
            <a:r>
              <a:rPr lang="en-US"/>
              <a:t>    }</a:t>
            </a:r>
            <a:endParaRPr/>
          </a:p>
          <a:p>
            <a:pPr marL="0" lvl="0" indent="0" algn="l" rtl="0">
              <a:lnSpc>
                <a:spcPct val="140000"/>
              </a:lnSpc>
              <a:spcBef>
                <a:spcPts val="930"/>
              </a:spcBef>
              <a:spcAft>
                <a:spcPts val="0"/>
              </a:spcAft>
              <a:buClr>
                <a:srgbClr val="3F3F3F"/>
              </a:buClr>
              <a:buSzPts val="1800"/>
              <a:buNone/>
            </a:pPr>
            <a:r>
              <a:rPr lang="en-US"/>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25"/>
        <p:cNvGrpSpPr/>
        <p:nvPr/>
      </p:nvGrpSpPr>
      <p:grpSpPr>
        <a:xfrm>
          <a:off x="0" y="0"/>
          <a:ext cx="0" cy="0"/>
          <a:chOff x="0" y="0"/>
          <a:chExt cx="0" cy="0"/>
        </a:xfrm>
      </p:grpSpPr>
      <p:sp>
        <p:nvSpPr>
          <p:cNvPr id="226" name="Google Shape;226;p13"/>
          <p:cNvSpPr/>
          <p:nvPr/>
        </p:nvSpPr>
        <p:spPr>
          <a:xfrm>
            <a:off x="305" y="0"/>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27" name="Google Shape;227;p13"/>
          <p:cNvSpPr txBox="1">
            <a:spLocks noGrp="1"/>
          </p:cNvSpPr>
          <p:nvPr>
            <p:ph type="title"/>
          </p:nvPr>
        </p:nvSpPr>
        <p:spPr>
          <a:xfrm>
            <a:off x="992518" y="442913"/>
            <a:ext cx="5271804" cy="1639888"/>
          </a:xfrm>
          <a:prstGeom prst="rect">
            <a:avLst/>
          </a:prstGeom>
          <a:noFill/>
          <a:ln>
            <a:noFill/>
          </a:ln>
        </p:spPr>
        <p:txBody>
          <a:bodyPr spcFirstLastPara="1" wrap="square" lIns="109725" tIns="109725" rIns="109725" bIns="91425" anchor="b" anchorCtr="0">
            <a:normAutofit/>
          </a:bodyPr>
          <a:lstStyle/>
          <a:p>
            <a:pPr marL="0" lvl="0" indent="0" algn="l" rtl="0">
              <a:lnSpc>
                <a:spcPct val="130000"/>
              </a:lnSpc>
              <a:spcBef>
                <a:spcPts val="0"/>
              </a:spcBef>
              <a:spcAft>
                <a:spcPts val="0"/>
              </a:spcAft>
              <a:buClr>
                <a:srgbClr val="3F3F3F"/>
              </a:buClr>
              <a:buSzPts val="3200"/>
              <a:buFont typeface="Meiryo"/>
              <a:buNone/>
            </a:pPr>
            <a:br>
              <a:rPr lang="en-US"/>
            </a:br>
            <a:r>
              <a:rPr lang="en-US"/>
              <a:t>3.Organizing Data</a:t>
            </a:r>
            <a:endParaRPr/>
          </a:p>
        </p:txBody>
      </p:sp>
      <p:sp>
        <p:nvSpPr>
          <p:cNvPr id="228" name="Google Shape;228;p13"/>
          <p:cNvSpPr txBox="1">
            <a:spLocks noGrp="1"/>
          </p:cNvSpPr>
          <p:nvPr>
            <p:ph type="body" idx="1"/>
          </p:nvPr>
        </p:nvSpPr>
        <p:spPr>
          <a:xfrm>
            <a:off x="992519" y="2312988"/>
            <a:ext cx="5271804" cy="3651250"/>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US"/>
              <a:t>These refactoring techniques help with data handling, replacing primitives with rich class functionality. Another important result is the untangling of class associations, which makes classes more portable and reusable.</a:t>
            </a:r>
            <a:endParaRPr/>
          </a:p>
        </p:txBody>
      </p:sp>
      <p:sp>
        <p:nvSpPr>
          <p:cNvPr id="229" name="Google Shape;229;p13"/>
          <p:cNvSpPr/>
          <p:nvPr/>
        </p:nvSpPr>
        <p:spPr>
          <a:xfrm flipH="1">
            <a:off x="6986049" y="0"/>
            <a:ext cx="5205951" cy="6858000"/>
          </a:xfrm>
          <a:custGeom>
            <a:avLst/>
            <a:gdLst/>
            <a:ahLst/>
            <a:cxnLst/>
            <a:rect l="l" t="t" r="r" b="b"/>
            <a:pathLst>
              <a:path w="5205951" h="6858000" extrusionOk="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Meiryo"/>
              <a:ea typeface="Meiryo"/>
              <a:cs typeface="Meiryo"/>
              <a:sym typeface="Meiryo"/>
            </a:endParaRPr>
          </a:p>
        </p:txBody>
      </p:sp>
      <p:sp>
        <p:nvSpPr>
          <p:cNvPr id="230" name="Google Shape;230;p13"/>
          <p:cNvSpPr/>
          <p:nvPr/>
        </p:nvSpPr>
        <p:spPr>
          <a:xfrm flipH="1">
            <a:off x="6577485" y="0"/>
            <a:ext cx="2529723" cy="6858000"/>
          </a:xfrm>
          <a:custGeom>
            <a:avLst/>
            <a:gdLst/>
            <a:ahLst/>
            <a:cxnLst/>
            <a:rect l="l" t="t" r="r" b="b"/>
            <a:pathLst>
              <a:path w="2529723" h="6858000" extrusionOk="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31" name="Google Shape;231;p13"/>
          <p:cNvSpPr/>
          <p:nvPr/>
        </p:nvSpPr>
        <p:spPr>
          <a:xfrm flipH="1">
            <a:off x="6754925"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pic>
        <p:nvPicPr>
          <p:cNvPr id="232" name="Google Shape;232;p13"/>
          <p:cNvPicPr preferRelativeResize="0"/>
          <p:nvPr/>
        </p:nvPicPr>
        <p:blipFill rotWithShape="1">
          <a:blip r:embed="rId3">
            <a:alphaModFix/>
          </a:blip>
          <a:srcRect t="6122" r="1" b="15315"/>
          <a:stretch/>
        </p:blipFill>
        <p:spPr>
          <a:xfrm>
            <a:off x="7203882" y="10"/>
            <a:ext cx="4988118" cy="6857990"/>
          </a:xfrm>
          <a:custGeom>
            <a:avLst/>
            <a:gdLst/>
            <a:ahLst/>
            <a:cxnLst/>
            <a:rect l="l" t="t" r="r" b="b"/>
            <a:pathLst>
              <a:path w="4901771" h="6858000" extrusionOk="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body" idx="1"/>
          </p:nvPr>
        </p:nvSpPr>
        <p:spPr>
          <a:xfrm>
            <a:off x="1920240" y="2312276"/>
            <a:ext cx="8770571" cy="3651504"/>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US"/>
              <a:t>// Students often use simple Strings for complex things</a:t>
            </a:r>
            <a:endParaRPr/>
          </a:p>
          <a:p>
            <a:pPr marL="0" lvl="0" indent="0" algn="l" rtl="0">
              <a:lnSpc>
                <a:spcPct val="140000"/>
              </a:lnSpc>
              <a:spcBef>
                <a:spcPts val="930"/>
              </a:spcBef>
              <a:spcAft>
                <a:spcPts val="0"/>
              </a:spcAft>
              <a:buClr>
                <a:srgbClr val="3F3F3F"/>
              </a:buClr>
              <a:buSzPts val="1800"/>
              <a:buNone/>
            </a:pPr>
            <a:r>
              <a:rPr lang="en-US"/>
              <a:t>String phone = "5550199";</a:t>
            </a:r>
            <a:endParaRPr/>
          </a:p>
        </p:txBody>
      </p:sp>
      <p:sp>
        <p:nvSpPr>
          <p:cNvPr id="238" name="Google Shape;238;p14"/>
          <p:cNvSpPr txBox="1">
            <a:spLocks noGrp="1"/>
          </p:cNvSpPr>
          <p:nvPr>
            <p:ph type="title"/>
          </p:nvPr>
        </p:nvSpPr>
        <p:spPr>
          <a:xfrm>
            <a:off x="1920240" y="442220"/>
            <a:ext cx="8770571" cy="1345269"/>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1" i="0" u="none" strike="noStrike" cap="none">
                <a:solidFill>
                  <a:schemeClr val="dk1"/>
                </a:solidFill>
                <a:latin typeface="Arial"/>
                <a:ea typeface="Arial"/>
                <a:cs typeface="Arial"/>
                <a:sym typeface="Arial"/>
              </a:rPr>
              <a:t>Technique:</a:t>
            </a:r>
            <a:r>
              <a:rPr lang="en-US" sz="1800" b="0" i="0" u="none" strike="noStrike" cap="none">
                <a:solidFill>
                  <a:schemeClr val="dk1"/>
                </a:solidFill>
                <a:latin typeface="Arial"/>
                <a:ea typeface="Arial"/>
                <a:cs typeface="Arial"/>
                <a:sym typeface="Arial"/>
              </a:rPr>
              <a:t> Replace Primitive with Object </a:t>
            </a:r>
            <a:endParaRPr/>
          </a:p>
          <a:p>
            <a:pPr marL="0" marR="0" lvl="0" indent="-11430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Arial"/>
                <a:ea typeface="Arial"/>
                <a:cs typeface="Arial"/>
                <a:sym typeface="Arial"/>
              </a:rPr>
              <a:t>Dirty Code (Primitive Obsession):</a:t>
            </a:r>
            <a:r>
              <a:rPr lang="en-US" sz="1800" b="0" i="0" u="none" strike="noStrike" cap="none">
                <a:solidFill>
                  <a:schemeClr val="dk1"/>
                </a:solidFill>
                <a:latin typeface="Arial"/>
                <a:ea typeface="Arial"/>
                <a:cs typeface="Arial"/>
                <a:sym typeface="Arial"/>
              </a:rPr>
              <a:t> Using a primitive for a concept that has its own logic.</a:t>
            </a:r>
            <a:endParaRPr/>
          </a:p>
          <a:p>
            <a:pPr marL="0" marR="0" lvl="0" indent="0" algn="l" rtl="0">
              <a:lnSpc>
                <a:spcPct val="100000"/>
              </a:lnSpc>
              <a:spcBef>
                <a:spcPts val="0"/>
              </a:spcBef>
              <a:spcAft>
                <a:spcPts val="0"/>
              </a:spcAft>
              <a:buClr>
                <a:srgbClr val="3F3F3F"/>
              </a:buClr>
              <a:buSzPts val="1800"/>
              <a:buFont typeface="Meiryo"/>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5"/>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a:bodyPr>
          <a:lstStyle/>
          <a:p>
            <a:pPr marL="0" lvl="0" indent="0" algn="l" rtl="0">
              <a:lnSpc>
                <a:spcPct val="130000"/>
              </a:lnSpc>
              <a:spcBef>
                <a:spcPts val="0"/>
              </a:spcBef>
              <a:spcAft>
                <a:spcPts val="0"/>
              </a:spcAft>
              <a:buClr>
                <a:srgbClr val="3F3F3F"/>
              </a:buClr>
              <a:buSzPts val="3200"/>
              <a:buFont typeface="Meiryo"/>
              <a:buNone/>
            </a:pPr>
            <a:endParaRPr/>
          </a:p>
        </p:txBody>
      </p:sp>
      <p:sp>
        <p:nvSpPr>
          <p:cNvPr id="244" name="Google Shape;244;p15"/>
          <p:cNvSpPr txBox="1">
            <a:spLocks noGrp="1"/>
          </p:cNvSpPr>
          <p:nvPr>
            <p:ph type="body" idx="1"/>
          </p:nvPr>
        </p:nvSpPr>
        <p:spPr>
          <a:xfrm>
            <a:off x="1920240" y="2312276"/>
            <a:ext cx="8770571" cy="3651504"/>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US"/>
              <a:t>class PhoneNumber {</a:t>
            </a:r>
            <a:endParaRPr/>
          </a:p>
          <a:p>
            <a:pPr marL="0" lvl="0" indent="0" algn="l" rtl="0">
              <a:lnSpc>
                <a:spcPct val="140000"/>
              </a:lnSpc>
              <a:spcBef>
                <a:spcPts val="930"/>
              </a:spcBef>
              <a:spcAft>
                <a:spcPts val="0"/>
              </a:spcAft>
              <a:buClr>
                <a:srgbClr val="3F3F3F"/>
              </a:buClr>
              <a:buSzPts val="1800"/>
              <a:buNone/>
            </a:pPr>
            <a:r>
              <a:rPr lang="en-US"/>
              <a:t>    private String areaCode;</a:t>
            </a:r>
            <a:endParaRPr/>
          </a:p>
          <a:p>
            <a:pPr marL="0" lvl="0" indent="0" algn="l" rtl="0">
              <a:lnSpc>
                <a:spcPct val="140000"/>
              </a:lnSpc>
              <a:spcBef>
                <a:spcPts val="930"/>
              </a:spcBef>
              <a:spcAft>
                <a:spcPts val="0"/>
              </a:spcAft>
              <a:buClr>
                <a:srgbClr val="3F3F3F"/>
              </a:buClr>
              <a:buSzPts val="1800"/>
              <a:buNone/>
            </a:pPr>
            <a:r>
              <a:rPr lang="en-US"/>
              <a:t>    private String number;</a:t>
            </a:r>
            <a:endParaRPr/>
          </a:p>
          <a:p>
            <a:pPr marL="0" lvl="0" indent="0" algn="l" rtl="0">
              <a:lnSpc>
                <a:spcPct val="140000"/>
              </a:lnSpc>
              <a:spcBef>
                <a:spcPts val="930"/>
              </a:spcBef>
              <a:spcAft>
                <a:spcPts val="0"/>
              </a:spcAft>
              <a:buClr>
                <a:srgbClr val="3F3F3F"/>
              </a:buClr>
              <a:buSzPts val="1800"/>
              <a:buNone/>
            </a:pPr>
            <a:r>
              <a:rPr lang="en-US"/>
              <a:t>    // Allows for validation logic and formatting</a:t>
            </a:r>
            <a:endParaRPr/>
          </a:p>
          <a:p>
            <a:pPr marL="0" lvl="0" indent="0" algn="l" rtl="0">
              <a:lnSpc>
                <a:spcPct val="140000"/>
              </a:lnSpc>
              <a:spcBef>
                <a:spcPts val="930"/>
              </a:spcBef>
              <a:spcAft>
                <a:spcPts val="0"/>
              </a:spcAft>
              <a:buClr>
                <a:srgbClr val="3F3F3F"/>
              </a:buClr>
              <a:buSzPts val="1800"/>
              <a:buNone/>
            </a:pPr>
            <a:r>
              <a:rPr lang="en-US"/>
              <a:t>    public String getFormatted() { return "(" + areaCode + ") " + number; }</a:t>
            </a:r>
            <a:endParaRPr/>
          </a:p>
          <a:p>
            <a:pPr marL="0" lvl="0" indent="0" algn="l" rtl="0">
              <a:lnSpc>
                <a:spcPct val="140000"/>
              </a:lnSpc>
              <a:spcBef>
                <a:spcPts val="930"/>
              </a:spcBef>
              <a:spcAft>
                <a:spcPts val="0"/>
              </a:spcAft>
              <a:buClr>
                <a:srgbClr val="3F3F3F"/>
              </a:buClr>
              <a:buSzPts val="1800"/>
              <a:buNone/>
            </a:pPr>
            <a:r>
              <a:rPr lang="en-US"/>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48"/>
        <p:cNvGrpSpPr/>
        <p:nvPr/>
      </p:nvGrpSpPr>
      <p:grpSpPr>
        <a:xfrm>
          <a:off x="0" y="0"/>
          <a:ext cx="0" cy="0"/>
          <a:chOff x="0" y="0"/>
          <a:chExt cx="0" cy="0"/>
        </a:xfrm>
      </p:grpSpPr>
      <p:sp>
        <p:nvSpPr>
          <p:cNvPr id="249" name="Google Shape;249;p16"/>
          <p:cNvSpPr/>
          <p:nvPr/>
        </p:nvSpPr>
        <p:spPr>
          <a:xfrm>
            <a:off x="305" y="0"/>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50" name="Google Shape;250;p16"/>
          <p:cNvSpPr txBox="1">
            <a:spLocks noGrp="1"/>
          </p:cNvSpPr>
          <p:nvPr>
            <p:ph type="title"/>
          </p:nvPr>
        </p:nvSpPr>
        <p:spPr>
          <a:xfrm>
            <a:off x="992518" y="442913"/>
            <a:ext cx="5271804" cy="1639888"/>
          </a:xfrm>
          <a:prstGeom prst="rect">
            <a:avLst/>
          </a:prstGeom>
          <a:noFill/>
          <a:ln>
            <a:noFill/>
          </a:ln>
        </p:spPr>
        <p:txBody>
          <a:bodyPr spcFirstLastPara="1" wrap="square" lIns="109725" tIns="109725" rIns="109725" bIns="91425" anchor="b" anchorCtr="0">
            <a:normAutofit/>
          </a:bodyPr>
          <a:lstStyle/>
          <a:p>
            <a:pPr marL="0" lvl="0" indent="0" algn="l" rtl="0">
              <a:lnSpc>
                <a:spcPct val="120000"/>
              </a:lnSpc>
              <a:spcBef>
                <a:spcPts val="0"/>
              </a:spcBef>
              <a:spcAft>
                <a:spcPts val="0"/>
              </a:spcAft>
              <a:buClr>
                <a:srgbClr val="3F3F3F"/>
              </a:buClr>
              <a:buSzPts val="2500"/>
              <a:buFont typeface="Meiryo"/>
              <a:buNone/>
            </a:pPr>
            <a:br>
              <a:rPr lang="en-US" sz="2500"/>
            </a:br>
            <a:r>
              <a:rPr lang="en-US" sz="2500"/>
              <a:t>4.Simplifying Conditional Expressions</a:t>
            </a:r>
            <a:endParaRPr sz="2500"/>
          </a:p>
        </p:txBody>
      </p:sp>
      <p:sp>
        <p:nvSpPr>
          <p:cNvPr id="251" name="Google Shape;251;p16"/>
          <p:cNvSpPr txBox="1">
            <a:spLocks noGrp="1"/>
          </p:cNvSpPr>
          <p:nvPr>
            <p:ph type="body" idx="1"/>
          </p:nvPr>
        </p:nvSpPr>
        <p:spPr>
          <a:xfrm>
            <a:off x="992519" y="2312988"/>
            <a:ext cx="5271804" cy="3651250"/>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US"/>
              <a:t>Conditionals tend to get more and more complicated in their logic over time, and there are yet more techniques to combat this as well.</a:t>
            </a:r>
            <a:endParaRPr/>
          </a:p>
          <a:p>
            <a:pPr marL="0" lvl="0" indent="0" algn="l" rtl="0">
              <a:lnSpc>
                <a:spcPct val="140000"/>
              </a:lnSpc>
              <a:spcBef>
                <a:spcPts val="930"/>
              </a:spcBef>
              <a:spcAft>
                <a:spcPts val="0"/>
              </a:spcAft>
              <a:buClr>
                <a:srgbClr val="3F3F3F"/>
              </a:buClr>
              <a:buSzPts val="1800"/>
              <a:buNone/>
            </a:pPr>
            <a:endParaRPr/>
          </a:p>
        </p:txBody>
      </p:sp>
      <p:sp>
        <p:nvSpPr>
          <p:cNvPr id="252" name="Google Shape;252;p16"/>
          <p:cNvSpPr/>
          <p:nvPr/>
        </p:nvSpPr>
        <p:spPr>
          <a:xfrm flipH="1">
            <a:off x="6986049" y="0"/>
            <a:ext cx="5205951" cy="6858000"/>
          </a:xfrm>
          <a:custGeom>
            <a:avLst/>
            <a:gdLst/>
            <a:ahLst/>
            <a:cxnLst/>
            <a:rect l="l" t="t" r="r" b="b"/>
            <a:pathLst>
              <a:path w="5205951" h="6858000" extrusionOk="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Meiryo"/>
              <a:ea typeface="Meiryo"/>
              <a:cs typeface="Meiryo"/>
              <a:sym typeface="Meiryo"/>
            </a:endParaRPr>
          </a:p>
        </p:txBody>
      </p:sp>
      <p:sp>
        <p:nvSpPr>
          <p:cNvPr id="253" name="Google Shape;253;p16"/>
          <p:cNvSpPr/>
          <p:nvPr/>
        </p:nvSpPr>
        <p:spPr>
          <a:xfrm flipH="1">
            <a:off x="6577485" y="0"/>
            <a:ext cx="2529723" cy="6858000"/>
          </a:xfrm>
          <a:custGeom>
            <a:avLst/>
            <a:gdLst/>
            <a:ahLst/>
            <a:cxnLst/>
            <a:rect l="l" t="t" r="r" b="b"/>
            <a:pathLst>
              <a:path w="2529723" h="6858000" extrusionOk="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54" name="Google Shape;254;p16"/>
          <p:cNvSpPr/>
          <p:nvPr/>
        </p:nvSpPr>
        <p:spPr>
          <a:xfrm flipH="1">
            <a:off x="6754925"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pic>
        <p:nvPicPr>
          <p:cNvPr id="255" name="Google Shape;255;p16" descr="A cartoon car on a road&#10;&#10;AI-generated content may be incorrect."/>
          <p:cNvPicPr preferRelativeResize="0"/>
          <p:nvPr/>
        </p:nvPicPr>
        <p:blipFill rotWithShape="1">
          <a:blip r:embed="rId3">
            <a:alphaModFix/>
          </a:blip>
          <a:srcRect r="1" b="21437"/>
          <a:stretch/>
        </p:blipFill>
        <p:spPr>
          <a:xfrm>
            <a:off x="7203882" y="10"/>
            <a:ext cx="4988118" cy="6857990"/>
          </a:xfrm>
          <a:custGeom>
            <a:avLst/>
            <a:gdLst/>
            <a:ahLst/>
            <a:cxnLst/>
            <a:rect l="l" t="t" r="r" b="b"/>
            <a:pathLst>
              <a:path w="4901771" h="6858000" extrusionOk="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17"/>
          <p:cNvSpPr txBox="1">
            <a:spLocks noGrp="1"/>
          </p:cNvSpPr>
          <p:nvPr>
            <p:ph type="body" idx="1"/>
          </p:nvPr>
        </p:nvSpPr>
        <p:spPr>
          <a:xfrm>
            <a:off x="1920240" y="2312276"/>
            <a:ext cx="8770571" cy="3651504"/>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US"/>
              <a:t>if (date.before(SUMMER_START) || date.after(SUMMER_END)) {</a:t>
            </a:r>
            <a:endParaRPr/>
          </a:p>
          <a:p>
            <a:pPr marL="0" lvl="0" indent="0" algn="l" rtl="0">
              <a:lnSpc>
                <a:spcPct val="140000"/>
              </a:lnSpc>
              <a:spcBef>
                <a:spcPts val="930"/>
              </a:spcBef>
              <a:spcAft>
                <a:spcPts val="0"/>
              </a:spcAft>
              <a:buClr>
                <a:srgbClr val="3F3F3F"/>
              </a:buClr>
              <a:buSzPts val="1800"/>
              <a:buNone/>
            </a:pPr>
            <a:r>
              <a:rPr lang="en-US"/>
              <a:t>    charge = quantity * winterRate + winterServiceCharge;</a:t>
            </a:r>
            <a:endParaRPr/>
          </a:p>
          <a:p>
            <a:pPr marL="0" lvl="0" indent="0" algn="l" rtl="0">
              <a:lnSpc>
                <a:spcPct val="140000"/>
              </a:lnSpc>
              <a:spcBef>
                <a:spcPts val="930"/>
              </a:spcBef>
              <a:spcAft>
                <a:spcPts val="0"/>
              </a:spcAft>
              <a:buClr>
                <a:srgbClr val="3F3F3F"/>
              </a:buClr>
              <a:buSzPts val="1800"/>
              <a:buNone/>
            </a:pPr>
            <a:r>
              <a:rPr lang="en-US"/>
              <a:t>} else {</a:t>
            </a:r>
            <a:endParaRPr/>
          </a:p>
          <a:p>
            <a:pPr marL="0" lvl="0" indent="0" algn="l" rtl="0">
              <a:lnSpc>
                <a:spcPct val="140000"/>
              </a:lnSpc>
              <a:spcBef>
                <a:spcPts val="930"/>
              </a:spcBef>
              <a:spcAft>
                <a:spcPts val="0"/>
              </a:spcAft>
              <a:buClr>
                <a:srgbClr val="3F3F3F"/>
              </a:buClr>
              <a:buSzPts val="1800"/>
              <a:buNone/>
            </a:pPr>
            <a:r>
              <a:rPr lang="en-US"/>
              <a:t>    charge = quantity * summerRate;</a:t>
            </a:r>
            <a:endParaRPr/>
          </a:p>
          <a:p>
            <a:pPr marL="0" lvl="0" indent="0" algn="l" rtl="0">
              <a:lnSpc>
                <a:spcPct val="140000"/>
              </a:lnSpc>
              <a:spcBef>
                <a:spcPts val="930"/>
              </a:spcBef>
              <a:spcAft>
                <a:spcPts val="0"/>
              </a:spcAft>
              <a:buClr>
                <a:srgbClr val="3F3F3F"/>
              </a:buClr>
              <a:buSzPts val="1800"/>
              <a:buNone/>
            </a:pPr>
            <a:r>
              <a:rPr lang="en-US"/>
              <a:t>}</a:t>
            </a:r>
            <a:endParaRPr/>
          </a:p>
        </p:txBody>
      </p:sp>
      <p:sp>
        <p:nvSpPr>
          <p:cNvPr id="261" name="Google Shape;261;p17"/>
          <p:cNvSpPr txBox="1">
            <a:spLocks noGrp="1"/>
          </p:cNvSpPr>
          <p:nvPr>
            <p:ph type="title"/>
          </p:nvPr>
        </p:nvSpPr>
        <p:spPr>
          <a:xfrm>
            <a:off x="1920240" y="442220"/>
            <a:ext cx="8770571" cy="1345269"/>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1" i="0" u="none" strike="noStrike" cap="none">
                <a:solidFill>
                  <a:schemeClr val="dk1"/>
                </a:solidFill>
                <a:latin typeface="Arial"/>
                <a:ea typeface="Arial"/>
                <a:cs typeface="Arial"/>
                <a:sym typeface="Arial"/>
              </a:rPr>
              <a:t>Technique:</a:t>
            </a:r>
            <a:r>
              <a:rPr lang="en-US" sz="1800" b="0" i="0" u="none" strike="noStrike" cap="none">
                <a:solidFill>
                  <a:schemeClr val="dk1"/>
                </a:solidFill>
                <a:latin typeface="Arial"/>
                <a:ea typeface="Arial"/>
                <a:cs typeface="Arial"/>
                <a:sym typeface="Arial"/>
              </a:rPr>
              <a:t> Decompose Conditional </a:t>
            </a:r>
            <a:endParaRPr/>
          </a:p>
          <a:p>
            <a:pPr marL="0" marR="0" lvl="0" indent="-11430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Arial"/>
                <a:ea typeface="Arial"/>
                <a:cs typeface="Arial"/>
                <a:sym typeface="Arial"/>
              </a:rPr>
              <a:t>Dirty Code:</a:t>
            </a:r>
            <a:r>
              <a:rPr lang="en-US" sz="1800" b="0" i="0" u="none" strike="noStrike" cap="none">
                <a:solidFill>
                  <a:schemeClr val="dk1"/>
                </a:solidFill>
                <a:latin typeface="Arial"/>
                <a:ea typeface="Arial"/>
                <a:cs typeface="Arial"/>
                <a:sym typeface="Arial"/>
              </a:rPr>
              <a:t> Complicated "if" statements that become a "mess" over time.</a:t>
            </a:r>
            <a:endParaRPr/>
          </a:p>
          <a:p>
            <a:pPr marL="0" marR="0" lvl="0" indent="0" algn="l" rtl="0">
              <a:lnSpc>
                <a:spcPct val="100000"/>
              </a:lnSpc>
              <a:spcBef>
                <a:spcPts val="0"/>
              </a:spcBef>
              <a:spcAft>
                <a:spcPts val="0"/>
              </a:spcAft>
              <a:buClr>
                <a:srgbClr val="3F3F3F"/>
              </a:buClr>
              <a:buSzPts val="1800"/>
              <a:buFont typeface="Meiryo"/>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8"/>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a:bodyPr>
          <a:lstStyle/>
          <a:p>
            <a:pPr marL="0" lvl="0" indent="0" algn="l" rtl="0">
              <a:lnSpc>
                <a:spcPct val="130000"/>
              </a:lnSpc>
              <a:spcBef>
                <a:spcPts val="0"/>
              </a:spcBef>
              <a:spcAft>
                <a:spcPts val="0"/>
              </a:spcAft>
              <a:buClr>
                <a:srgbClr val="3F3F3F"/>
              </a:buClr>
              <a:buSzPts val="3200"/>
              <a:buFont typeface="Meiryo"/>
              <a:buNone/>
            </a:pPr>
            <a:endParaRPr/>
          </a:p>
        </p:txBody>
      </p:sp>
      <p:sp>
        <p:nvSpPr>
          <p:cNvPr id="267" name="Google Shape;267;p18"/>
          <p:cNvSpPr txBox="1">
            <a:spLocks noGrp="1"/>
          </p:cNvSpPr>
          <p:nvPr>
            <p:ph type="body" idx="1"/>
          </p:nvPr>
        </p:nvSpPr>
        <p:spPr>
          <a:xfrm>
            <a:off x="1920240" y="2312276"/>
            <a:ext cx="8770571" cy="3651504"/>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US"/>
              <a:t>if (isSummer(date)) {</a:t>
            </a:r>
            <a:endParaRPr/>
          </a:p>
          <a:p>
            <a:pPr marL="0" lvl="0" indent="0" algn="l" rtl="0">
              <a:lnSpc>
                <a:spcPct val="140000"/>
              </a:lnSpc>
              <a:spcBef>
                <a:spcPts val="930"/>
              </a:spcBef>
              <a:spcAft>
                <a:spcPts val="0"/>
              </a:spcAft>
              <a:buClr>
                <a:srgbClr val="3F3F3F"/>
              </a:buClr>
              <a:buSzPts val="1800"/>
              <a:buNone/>
            </a:pPr>
            <a:r>
              <a:rPr lang="en-US"/>
              <a:t>    charge = summerCharge(quantity);</a:t>
            </a:r>
            <a:endParaRPr/>
          </a:p>
          <a:p>
            <a:pPr marL="0" lvl="0" indent="0" algn="l" rtl="0">
              <a:lnSpc>
                <a:spcPct val="140000"/>
              </a:lnSpc>
              <a:spcBef>
                <a:spcPts val="930"/>
              </a:spcBef>
              <a:spcAft>
                <a:spcPts val="0"/>
              </a:spcAft>
              <a:buClr>
                <a:srgbClr val="3F3F3F"/>
              </a:buClr>
              <a:buSzPts val="1800"/>
              <a:buNone/>
            </a:pPr>
            <a:r>
              <a:rPr lang="en-US"/>
              <a:t>} else {</a:t>
            </a:r>
            <a:endParaRPr/>
          </a:p>
          <a:p>
            <a:pPr marL="0" lvl="0" indent="0" algn="l" rtl="0">
              <a:lnSpc>
                <a:spcPct val="140000"/>
              </a:lnSpc>
              <a:spcBef>
                <a:spcPts val="930"/>
              </a:spcBef>
              <a:spcAft>
                <a:spcPts val="0"/>
              </a:spcAft>
              <a:buClr>
                <a:srgbClr val="3F3F3F"/>
              </a:buClr>
              <a:buSzPts val="1800"/>
              <a:buNone/>
            </a:pPr>
            <a:r>
              <a:rPr lang="en-US"/>
              <a:t>    charge = winterCharge(quantity);</a:t>
            </a:r>
            <a:endParaRPr/>
          </a:p>
          <a:p>
            <a:pPr marL="0" lvl="0" indent="0" algn="l" rtl="0">
              <a:lnSpc>
                <a:spcPct val="140000"/>
              </a:lnSpc>
              <a:spcBef>
                <a:spcPts val="930"/>
              </a:spcBef>
              <a:spcAft>
                <a:spcPts val="0"/>
              </a:spcAft>
              <a:buClr>
                <a:srgbClr val="3F3F3F"/>
              </a:buClr>
              <a:buSzPts val="1800"/>
              <a:buNone/>
            </a:pPr>
            <a:r>
              <a:rPr lang="en-US"/>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71"/>
        <p:cNvGrpSpPr/>
        <p:nvPr/>
      </p:nvGrpSpPr>
      <p:grpSpPr>
        <a:xfrm>
          <a:off x="0" y="0"/>
          <a:ext cx="0" cy="0"/>
          <a:chOff x="0" y="0"/>
          <a:chExt cx="0" cy="0"/>
        </a:xfrm>
      </p:grpSpPr>
      <p:sp>
        <p:nvSpPr>
          <p:cNvPr id="272" name="Google Shape;272;p19"/>
          <p:cNvSpPr/>
          <p:nvPr/>
        </p:nvSpPr>
        <p:spPr>
          <a:xfrm>
            <a:off x="153" y="0"/>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73" name="Google Shape;273;p19"/>
          <p:cNvSpPr/>
          <p:nvPr/>
        </p:nvSpPr>
        <p:spPr>
          <a:xfrm>
            <a:off x="0" y="0"/>
            <a:ext cx="7476051" cy="6858000"/>
          </a:xfrm>
          <a:custGeom>
            <a:avLst/>
            <a:gdLst/>
            <a:ahLst/>
            <a:cxnLst/>
            <a:rect l="l" t="t" r="r" b="b"/>
            <a:pathLst>
              <a:path w="7476051" h="6858000" extrusionOk="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74" name="Google Shape;274;p19"/>
          <p:cNvSpPr/>
          <p:nvPr/>
        </p:nvSpPr>
        <p:spPr>
          <a:xfrm>
            <a:off x="5348204" y="-1"/>
            <a:ext cx="2535264" cy="6858001"/>
          </a:xfrm>
          <a:custGeom>
            <a:avLst/>
            <a:gdLst/>
            <a:ahLst/>
            <a:cxnLst/>
            <a:rect l="l" t="t" r="r" b="b"/>
            <a:pathLst>
              <a:path w="2535264" h="6858001" extrusionOk="0">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75" name="Google Shape;275;p19"/>
          <p:cNvSpPr/>
          <p:nvPr/>
        </p:nvSpPr>
        <p:spPr>
          <a:xfrm>
            <a:off x="5133737"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76" name="Google Shape;276;p19"/>
          <p:cNvSpPr txBox="1">
            <a:spLocks noGrp="1"/>
          </p:cNvSpPr>
          <p:nvPr>
            <p:ph type="title"/>
          </p:nvPr>
        </p:nvSpPr>
        <p:spPr>
          <a:xfrm>
            <a:off x="992518" y="442913"/>
            <a:ext cx="5185645" cy="1639888"/>
          </a:xfrm>
          <a:prstGeom prst="rect">
            <a:avLst/>
          </a:prstGeom>
          <a:noFill/>
          <a:ln>
            <a:noFill/>
          </a:ln>
        </p:spPr>
        <p:txBody>
          <a:bodyPr spcFirstLastPara="1" wrap="square" lIns="109725" tIns="109725" rIns="109725" bIns="91425" anchor="b" anchorCtr="0">
            <a:normAutofit/>
          </a:bodyPr>
          <a:lstStyle/>
          <a:p>
            <a:pPr marL="0" lvl="0" indent="0" algn="l" rtl="0">
              <a:lnSpc>
                <a:spcPct val="130000"/>
              </a:lnSpc>
              <a:spcBef>
                <a:spcPts val="0"/>
              </a:spcBef>
              <a:spcAft>
                <a:spcPts val="0"/>
              </a:spcAft>
              <a:buClr>
                <a:srgbClr val="3F3F3F"/>
              </a:buClr>
              <a:buSzPts val="3200"/>
              <a:buFont typeface="Meiryo"/>
              <a:buNone/>
            </a:pPr>
            <a:r>
              <a:rPr lang="en-US"/>
              <a:t>5. Simplifying Method Calls</a:t>
            </a:r>
            <a:endParaRPr/>
          </a:p>
        </p:txBody>
      </p:sp>
      <p:sp>
        <p:nvSpPr>
          <p:cNvPr id="277" name="Google Shape;277;p19"/>
          <p:cNvSpPr txBox="1">
            <a:spLocks noGrp="1"/>
          </p:cNvSpPr>
          <p:nvPr>
            <p:ph type="body" idx="1"/>
          </p:nvPr>
        </p:nvSpPr>
        <p:spPr>
          <a:xfrm>
            <a:off x="992519" y="2312988"/>
            <a:ext cx="5296964" cy="3651250"/>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US"/>
              <a:t>These techniques make method calls simpler and easier to understand. This, in turn, simplifies the interfaces for interaction between classes.</a:t>
            </a:r>
            <a:endParaRPr/>
          </a:p>
        </p:txBody>
      </p:sp>
      <p:pic>
        <p:nvPicPr>
          <p:cNvPr id="278" name="Google Shape;278;p19"/>
          <p:cNvPicPr preferRelativeResize="0"/>
          <p:nvPr/>
        </p:nvPicPr>
        <p:blipFill rotWithShape="1">
          <a:blip r:embed="rId3">
            <a:alphaModFix/>
          </a:blip>
          <a:srcRect/>
          <a:stretch/>
        </p:blipFill>
        <p:spPr>
          <a:xfrm>
            <a:off x="8324060" y="964568"/>
            <a:ext cx="2816493" cy="492886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0"/>
          <p:cNvSpPr txBox="1">
            <a:spLocks noGrp="1"/>
          </p:cNvSpPr>
          <p:nvPr>
            <p:ph type="body" idx="1"/>
          </p:nvPr>
        </p:nvSpPr>
        <p:spPr>
          <a:xfrm>
            <a:off x="911749" y="2365284"/>
            <a:ext cx="8770571" cy="3651504"/>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US"/>
              <a:t>void setValue(String name, int value) {</a:t>
            </a:r>
            <a:endParaRPr/>
          </a:p>
          <a:p>
            <a:pPr marL="0" lvl="0" indent="0" algn="l" rtl="0">
              <a:lnSpc>
                <a:spcPct val="140000"/>
              </a:lnSpc>
              <a:spcBef>
                <a:spcPts val="930"/>
              </a:spcBef>
              <a:spcAft>
                <a:spcPts val="0"/>
              </a:spcAft>
              <a:buClr>
                <a:srgbClr val="3F3F3F"/>
              </a:buClr>
              <a:buSzPts val="1800"/>
              <a:buNone/>
            </a:pPr>
            <a:r>
              <a:rPr lang="en-US"/>
              <a:t>    if (name.equals("height")) { height = value; return; }</a:t>
            </a:r>
            <a:endParaRPr/>
          </a:p>
          <a:p>
            <a:pPr marL="0" lvl="0" indent="0" algn="l" rtl="0">
              <a:lnSpc>
                <a:spcPct val="140000"/>
              </a:lnSpc>
              <a:spcBef>
                <a:spcPts val="930"/>
              </a:spcBef>
              <a:spcAft>
                <a:spcPts val="0"/>
              </a:spcAft>
              <a:buClr>
                <a:srgbClr val="3F3F3F"/>
              </a:buClr>
              <a:buSzPts val="1800"/>
              <a:buNone/>
            </a:pPr>
            <a:r>
              <a:rPr lang="en-US"/>
              <a:t>    if (name.equals("width")) { width = value; return; }</a:t>
            </a:r>
            <a:endParaRPr/>
          </a:p>
          <a:p>
            <a:pPr marL="0" lvl="0" indent="0" algn="l" rtl="0">
              <a:lnSpc>
                <a:spcPct val="140000"/>
              </a:lnSpc>
              <a:spcBef>
                <a:spcPts val="930"/>
              </a:spcBef>
              <a:spcAft>
                <a:spcPts val="0"/>
              </a:spcAft>
              <a:buClr>
                <a:srgbClr val="3F3F3F"/>
              </a:buClr>
              <a:buSzPts val="1800"/>
              <a:buNone/>
            </a:pPr>
            <a:r>
              <a:rPr lang="en-US"/>
              <a:t>}</a:t>
            </a:r>
            <a:endParaRPr/>
          </a:p>
        </p:txBody>
      </p:sp>
      <p:sp>
        <p:nvSpPr>
          <p:cNvPr id="284" name="Google Shape;284;p20"/>
          <p:cNvSpPr txBox="1">
            <a:spLocks noGrp="1"/>
          </p:cNvSpPr>
          <p:nvPr>
            <p:ph type="title"/>
          </p:nvPr>
        </p:nvSpPr>
        <p:spPr>
          <a:xfrm>
            <a:off x="873318" y="666441"/>
            <a:ext cx="10907865" cy="92333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1" i="0" u="none" strike="noStrike" cap="none">
                <a:solidFill>
                  <a:schemeClr val="dk1"/>
                </a:solidFill>
                <a:latin typeface="Arial"/>
                <a:ea typeface="Arial"/>
                <a:cs typeface="Arial"/>
                <a:sym typeface="Arial"/>
              </a:rPr>
              <a:t>Technique:</a:t>
            </a:r>
            <a:r>
              <a:rPr lang="en-US" sz="1800" b="0" i="0" u="none" strike="noStrike" cap="none">
                <a:solidFill>
                  <a:schemeClr val="dk1"/>
                </a:solidFill>
                <a:latin typeface="Arial"/>
                <a:ea typeface="Arial"/>
                <a:cs typeface="Arial"/>
                <a:sym typeface="Arial"/>
              </a:rPr>
              <a:t> Replace Parameter with Explicit Methods </a:t>
            </a:r>
            <a:endParaRPr/>
          </a:p>
          <a:p>
            <a:pPr marL="0" marR="0" lvl="0" indent="-11430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Arial"/>
                <a:ea typeface="Arial"/>
                <a:cs typeface="Arial"/>
                <a:sym typeface="Arial"/>
              </a:rPr>
              <a:t>Dirty Code:</a:t>
            </a:r>
            <a:r>
              <a:rPr lang="en-US" sz="1800" b="0" i="0" u="none" strike="noStrike" cap="none">
                <a:solidFill>
                  <a:schemeClr val="dk1"/>
                </a:solidFill>
                <a:latin typeface="Arial"/>
                <a:ea typeface="Arial"/>
                <a:cs typeface="Arial"/>
                <a:sym typeface="Arial"/>
              </a:rPr>
              <a:t> A single method that uses a flag to decide what to do (confusing interface).</a:t>
            </a:r>
            <a:endParaRPr/>
          </a:p>
          <a:p>
            <a:pPr marL="0" marR="0" lvl="0" indent="0" algn="l" rtl="0">
              <a:lnSpc>
                <a:spcPct val="100000"/>
              </a:lnSpc>
              <a:spcBef>
                <a:spcPts val="0"/>
              </a:spcBef>
              <a:spcAft>
                <a:spcPts val="0"/>
              </a:spcAft>
              <a:buClr>
                <a:srgbClr val="3F3F3F"/>
              </a:buClr>
              <a:buSzPts val="1800"/>
              <a:buFont typeface="Meiryo"/>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1"/>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a:bodyPr>
          <a:lstStyle/>
          <a:p>
            <a:pPr marL="0" lvl="0" indent="0" algn="l" rtl="0">
              <a:lnSpc>
                <a:spcPct val="130000"/>
              </a:lnSpc>
              <a:spcBef>
                <a:spcPts val="0"/>
              </a:spcBef>
              <a:spcAft>
                <a:spcPts val="0"/>
              </a:spcAft>
              <a:buClr>
                <a:srgbClr val="3F3F3F"/>
              </a:buClr>
              <a:buSzPts val="3200"/>
              <a:buFont typeface="Meiryo"/>
              <a:buNone/>
            </a:pPr>
            <a:endParaRPr/>
          </a:p>
        </p:txBody>
      </p:sp>
      <p:sp>
        <p:nvSpPr>
          <p:cNvPr id="290" name="Google Shape;290;p21"/>
          <p:cNvSpPr txBox="1">
            <a:spLocks noGrp="1"/>
          </p:cNvSpPr>
          <p:nvPr>
            <p:ph type="body" idx="1"/>
          </p:nvPr>
        </p:nvSpPr>
        <p:spPr>
          <a:xfrm>
            <a:off x="1920240" y="2312276"/>
            <a:ext cx="8770571" cy="3651504"/>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US"/>
              <a:t>void setHeight(int value) { height = value; }</a:t>
            </a:r>
            <a:endParaRPr/>
          </a:p>
          <a:p>
            <a:pPr marL="0" lvl="0" indent="0" algn="l" rtl="0">
              <a:lnSpc>
                <a:spcPct val="140000"/>
              </a:lnSpc>
              <a:spcBef>
                <a:spcPts val="930"/>
              </a:spcBef>
              <a:spcAft>
                <a:spcPts val="0"/>
              </a:spcAft>
              <a:buClr>
                <a:srgbClr val="3F3F3F"/>
              </a:buClr>
              <a:buSzPts val="1800"/>
              <a:buNone/>
            </a:pPr>
            <a:r>
              <a:rPr lang="en-US"/>
              <a:t>void setWidth(int value) { width = value;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94"/>
        <p:cNvGrpSpPr/>
        <p:nvPr/>
      </p:nvGrpSpPr>
      <p:grpSpPr>
        <a:xfrm>
          <a:off x="0" y="0"/>
          <a:ext cx="0" cy="0"/>
          <a:chOff x="0" y="0"/>
          <a:chExt cx="0" cy="0"/>
        </a:xfrm>
      </p:grpSpPr>
      <p:sp>
        <p:nvSpPr>
          <p:cNvPr id="295" name="Google Shape;295;p22"/>
          <p:cNvSpPr/>
          <p:nvPr/>
        </p:nvSpPr>
        <p:spPr>
          <a:xfrm>
            <a:off x="153" y="0"/>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96" name="Google Shape;296;p22"/>
          <p:cNvSpPr/>
          <p:nvPr/>
        </p:nvSpPr>
        <p:spPr>
          <a:xfrm>
            <a:off x="0" y="0"/>
            <a:ext cx="7476051" cy="6858000"/>
          </a:xfrm>
          <a:custGeom>
            <a:avLst/>
            <a:gdLst/>
            <a:ahLst/>
            <a:cxnLst/>
            <a:rect l="l" t="t" r="r" b="b"/>
            <a:pathLst>
              <a:path w="7476051" h="6858000" extrusionOk="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97" name="Google Shape;297;p22"/>
          <p:cNvSpPr/>
          <p:nvPr/>
        </p:nvSpPr>
        <p:spPr>
          <a:xfrm>
            <a:off x="5348204" y="-1"/>
            <a:ext cx="2535264" cy="6858001"/>
          </a:xfrm>
          <a:custGeom>
            <a:avLst/>
            <a:gdLst/>
            <a:ahLst/>
            <a:cxnLst/>
            <a:rect l="l" t="t" r="r" b="b"/>
            <a:pathLst>
              <a:path w="2535264" h="6858001" extrusionOk="0">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98" name="Google Shape;298;p22"/>
          <p:cNvSpPr/>
          <p:nvPr/>
        </p:nvSpPr>
        <p:spPr>
          <a:xfrm>
            <a:off x="5133737"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299" name="Google Shape;299;p22"/>
          <p:cNvSpPr txBox="1">
            <a:spLocks noGrp="1"/>
          </p:cNvSpPr>
          <p:nvPr>
            <p:ph type="title"/>
          </p:nvPr>
        </p:nvSpPr>
        <p:spPr>
          <a:xfrm>
            <a:off x="244895" y="140988"/>
            <a:ext cx="8305530" cy="1639888"/>
          </a:xfrm>
          <a:prstGeom prst="rect">
            <a:avLst/>
          </a:prstGeom>
          <a:noFill/>
          <a:ln>
            <a:noFill/>
          </a:ln>
        </p:spPr>
        <p:txBody>
          <a:bodyPr spcFirstLastPara="1" wrap="square" lIns="109725" tIns="109725" rIns="109725" bIns="91425" anchor="b" anchorCtr="0">
            <a:normAutofit/>
          </a:bodyPr>
          <a:lstStyle/>
          <a:p>
            <a:pPr marL="0" lvl="0" indent="0" algn="l" rtl="0">
              <a:lnSpc>
                <a:spcPct val="130000"/>
              </a:lnSpc>
              <a:spcBef>
                <a:spcPts val="0"/>
              </a:spcBef>
              <a:spcAft>
                <a:spcPts val="0"/>
              </a:spcAft>
              <a:buClr>
                <a:srgbClr val="3F3F3F"/>
              </a:buClr>
              <a:buSzPts val="3200"/>
              <a:buFont typeface="Meiryo"/>
              <a:buNone/>
            </a:pPr>
            <a:r>
              <a:rPr lang="en-US"/>
              <a:t>6. Dealing with Generalization</a:t>
            </a:r>
            <a:endParaRPr/>
          </a:p>
        </p:txBody>
      </p:sp>
      <p:sp>
        <p:nvSpPr>
          <p:cNvPr id="300" name="Google Shape;300;p22"/>
          <p:cNvSpPr txBox="1"/>
          <p:nvPr/>
        </p:nvSpPr>
        <p:spPr>
          <a:xfrm>
            <a:off x="992519" y="2312988"/>
            <a:ext cx="5296964" cy="3651250"/>
          </a:xfrm>
          <a:prstGeom prst="rect">
            <a:avLst/>
          </a:prstGeom>
          <a:noFill/>
          <a:ln>
            <a:noFill/>
          </a:ln>
        </p:spPr>
        <p:txBody>
          <a:bodyPr spcFirstLastPara="1" wrap="square" lIns="109725" tIns="109725" rIns="109725" bIns="91425" anchor="t" anchorCtr="0">
            <a:normAutofit/>
          </a:bodyPr>
          <a:lstStyle/>
          <a:p>
            <a:pPr marL="0" marR="0" lvl="0" indent="0" algn="l" rtl="0">
              <a:lnSpc>
                <a:spcPct val="140000"/>
              </a:lnSpc>
              <a:spcBef>
                <a:spcPts val="0"/>
              </a:spcBef>
              <a:spcAft>
                <a:spcPts val="0"/>
              </a:spcAft>
              <a:buNone/>
            </a:pPr>
            <a:r>
              <a:rPr lang="en-US" sz="1800" b="0" i="0" u="none" strike="noStrike" cap="none">
                <a:solidFill>
                  <a:srgbClr val="3F3F3F"/>
                </a:solidFill>
                <a:latin typeface="Meiryo"/>
                <a:ea typeface="Meiryo"/>
                <a:cs typeface="Meiryo"/>
                <a:sym typeface="Meiryo"/>
              </a:rPr>
              <a:t>Abstraction has its own group of refactoring techniques, primarily associated with moving functionality along the class inheritance hierarchy, creating new classes and interfaces, and replacing inheritance with delegation and vice versa.</a:t>
            </a:r>
            <a:endParaRPr/>
          </a:p>
          <a:p>
            <a:pPr marL="0" marR="0" lvl="0" indent="0" algn="l" rtl="0">
              <a:lnSpc>
                <a:spcPct val="140000"/>
              </a:lnSpc>
              <a:spcBef>
                <a:spcPts val="930"/>
              </a:spcBef>
              <a:spcAft>
                <a:spcPts val="0"/>
              </a:spcAft>
              <a:buNone/>
            </a:pPr>
            <a:endParaRPr sz="1800" b="0" i="0" u="none" strike="noStrike" cap="none">
              <a:solidFill>
                <a:srgbClr val="3F3F3F"/>
              </a:solidFill>
              <a:latin typeface="Meiryo"/>
              <a:ea typeface="Meiryo"/>
              <a:cs typeface="Meiryo"/>
              <a:sym typeface="Meiryo"/>
            </a:endParaRPr>
          </a:p>
        </p:txBody>
      </p:sp>
      <p:pic>
        <p:nvPicPr>
          <p:cNvPr id="301" name="Google Shape;301;p22" descr="A screenshot of a cartoon&#10;&#10;AI-generated content may be incorrect."/>
          <p:cNvPicPr preferRelativeResize="0">
            <a:picLocks noGrp="1"/>
          </p:cNvPicPr>
          <p:nvPr>
            <p:ph type="body" idx="1"/>
          </p:nvPr>
        </p:nvPicPr>
        <p:blipFill rotWithShape="1">
          <a:blip r:embed="rId3">
            <a:alphaModFix/>
          </a:blip>
          <a:srcRect/>
          <a:stretch/>
        </p:blipFill>
        <p:spPr>
          <a:xfrm>
            <a:off x="8324060" y="964568"/>
            <a:ext cx="2816493" cy="492886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23"/>
          <p:cNvSpPr txBox="1">
            <a:spLocks noGrp="1"/>
          </p:cNvSpPr>
          <p:nvPr>
            <p:ph type="body" idx="1"/>
          </p:nvPr>
        </p:nvSpPr>
        <p:spPr>
          <a:xfrm>
            <a:off x="1920240" y="2312276"/>
            <a:ext cx="8770571" cy="3651504"/>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US"/>
              <a:t>class Employee { }</a:t>
            </a:r>
            <a:endParaRPr/>
          </a:p>
          <a:p>
            <a:pPr marL="0" lvl="0" indent="0" algn="l" rtl="0">
              <a:lnSpc>
                <a:spcPct val="140000"/>
              </a:lnSpc>
              <a:spcBef>
                <a:spcPts val="930"/>
              </a:spcBef>
              <a:spcAft>
                <a:spcPts val="0"/>
              </a:spcAft>
              <a:buClr>
                <a:srgbClr val="3F3F3F"/>
              </a:buClr>
              <a:buSzPts val="1800"/>
              <a:buNone/>
            </a:pPr>
            <a:r>
              <a:rPr lang="en-US"/>
              <a:t>class Salesman extends Employee { private String name; }</a:t>
            </a:r>
            <a:endParaRPr/>
          </a:p>
          <a:p>
            <a:pPr marL="0" lvl="0" indent="0" algn="l" rtl="0">
              <a:lnSpc>
                <a:spcPct val="140000"/>
              </a:lnSpc>
              <a:spcBef>
                <a:spcPts val="930"/>
              </a:spcBef>
              <a:spcAft>
                <a:spcPts val="0"/>
              </a:spcAft>
              <a:buClr>
                <a:srgbClr val="3F3F3F"/>
              </a:buClr>
              <a:buSzPts val="1800"/>
              <a:buNone/>
            </a:pPr>
            <a:r>
              <a:rPr lang="en-US"/>
              <a:t>class Engineer extends Employee { private String name; }</a:t>
            </a:r>
            <a:endParaRPr/>
          </a:p>
        </p:txBody>
      </p:sp>
      <p:sp>
        <p:nvSpPr>
          <p:cNvPr id="307" name="Google Shape;307;p23"/>
          <p:cNvSpPr txBox="1">
            <a:spLocks noGrp="1"/>
          </p:cNvSpPr>
          <p:nvPr>
            <p:ph type="title"/>
          </p:nvPr>
        </p:nvSpPr>
        <p:spPr>
          <a:xfrm>
            <a:off x="1920240" y="442220"/>
            <a:ext cx="8770571" cy="1345269"/>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1" i="0" u="none" strike="noStrike" cap="none">
                <a:solidFill>
                  <a:schemeClr val="dk1"/>
                </a:solidFill>
                <a:latin typeface="Arial"/>
                <a:ea typeface="Arial"/>
                <a:cs typeface="Arial"/>
                <a:sym typeface="Arial"/>
              </a:rPr>
              <a:t>Technique:</a:t>
            </a:r>
            <a:r>
              <a:rPr lang="en-US" sz="1800" b="0" i="0" u="none" strike="noStrike" cap="none">
                <a:solidFill>
                  <a:schemeClr val="dk1"/>
                </a:solidFill>
                <a:latin typeface="Arial"/>
                <a:ea typeface="Arial"/>
                <a:cs typeface="Arial"/>
                <a:sym typeface="Arial"/>
              </a:rPr>
              <a:t> Pull Up Field/Method </a:t>
            </a:r>
            <a:endParaRPr/>
          </a:p>
          <a:p>
            <a:pPr marL="0" marR="0" lvl="0" indent="-11430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Arial"/>
                <a:ea typeface="Arial"/>
                <a:cs typeface="Arial"/>
                <a:sym typeface="Arial"/>
              </a:rPr>
              <a:t>Dirty Code (Duplicate Code):</a:t>
            </a:r>
            <a:r>
              <a:rPr lang="en-US" sz="1800" b="0" i="0" u="none" strike="noStrike" cap="none">
                <a:solidFill>
                  <a:schemeClr val="dk1"/>
                </a:solidFill>
                <a:latin typeface="Arial"/>
                <a:ea typeface="Arial"/>
                <a:cs typeface="Arial"/>
                <a:sym typeface="Arial"/>
              </a:rPr>
              <a:t> Two subclasses have the exact same field or method.</a:t>
            </a:r>
            <a:endParaRPr/>
          </a:p>
          <a:p>
            <a:pPr marL="0" marR="0" lvl="0" indent="0" algn="l" rtl="0">
              <a:lnSpc>
                <a:spcPct val="100000"/>
              </a:lnSpc>
              <a:spcBef>
                <a:spcPts val="0"/>
              </a:spcBef>
              <a:spcAft>
                <a:spcPts val="0"/>
              </a:spcAft>
              <a:buClr>
                <a:srgbClr val="3F3F3F"/>
              </a:buClr>
              <a:buSzPts val="1800"/>
              <a:buFont typeface="Meiryo"/>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4"/>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a:bodyPr>
          <a:lstStyle/>
          <a:p>
            <a:pPr marL="0" lvl="0" indent="0" algn="l" rtl="0">
              <a:lnSpc>
                <a:spcPct val="130000"/>
              </a:lnSpc>
              <a:spcBef>
                <a:spcPts val="0"/>
              </a:spcBef>
              <a:spcAft>
                <a:spcPts val="0"/>
              </a:spcAft>
              <a:buClr>
                <a:srgbClr val="3F3F3F"/>
              </a:buClr>
              <a:buSzPts val="3200"/>
              <a:buFont typeface="Meiryo"/>
              <a:buNone/>
            </a:pPr>
            <a:endParaRPr/>
          </a:p>
        </p:txBody>
      </p:sp>
      <p:sp>
        <p:nvSpPr>
          <p:cNvPr id="313" name="Google Shape;313;p24"/>
          <p:cNvSpPr txBox="1">
            <a:spLocks noGrp="1"/>
          </p:cNvSpPr>
          <p:nvPr>
            <p:ph type="body" idx="1"/>
          </p:nvPr>
        </p:nvSpPr>
        <p:spPr>
          <a:xfrm>
            <a:off x="1920240" y="2312276"/>
            <a:ext cx="8770571" cy="3651504"/>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US"/>
              <a:t>class Employee { protected String name; }</a:t>
            </a:r>
            <a:endParaRPr/>
          </a:p>
          <a:p>
            <a:pPr marL="0" lvl="0" indent="0" algn="l" rtl="0">
              <a:lnSpc>
                <a:spcPct val="140000"/>
              </a:lnSpc>
              <a:spcBef>
                <a:spcPts val="930"/>
              </a:spcBef>
              <a:spcAft>
                <a:spcPts val="0"/>
              </a:spcAft>
              <a:buClr>
                <a:srgbClr val="3F3F3F"/>
              </a:buClr>
              <a:buSzPts val="1800"/>
              <a:buNone/>
            </a:pPr>
            <a:r>
              <a:rPr lang="en-US"/>
              <a:t>class Salesman extends Employee { }</a:t>
            </a:r>
            <a:endParaRPr/>
          </a:p>
          <a:p>
            <a:pPr marL="0" lvl="0" indent="0" algn="l" rtl="0">
              <a:lnSpc>
                <a:spcPct val="140000"/>
              </a:lnSpc>
              <a:spcBef>
                <a:spcPts val="930"/>
              </a:spcBef>
              <a:spcAft>
                <a:spcPts val="0"/>
              </a:spcAft>
              <a:buClr>
                <a:srgbClr val="3F3F3F"/>
              </a:buClr>
              <a:buSzPts val="1800"/>
              <a:buNone/>
            </a:pPr>
            <a:r>
              <a:rPr lang="en-US"/>
              <a:t>class Engineer extends Employee {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25"/>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a:bodyPr>
          <a:lstStyle/>
          <a:p>
            <a:pPr marL="0" lvl="0" indent="0" algn="l" rtl="0">
              <a:lnSpc>
                <a:spcPct val="130000"/>
              </a:lnSpc>
              <a:spcBef>
                <a:spcPts val="0"/>
              </a:spcBef>
              <a:spcAft>
                <a:spcPts val="0"/>
              </a:spcAft>
              <a:buClr>
                <a:srgbClr val="3F3F3F"/>
              </a:buClr>
              <a:buSzPts val="3200"/>
              <a:buFont typeface="Meiryo"/>
              <a:buNone/>
            </a:pPr>
            <a:r>
              <a:rPr lang="en-US"/>
              <a:t>Code Smells</a:t>
            </a:r>
            <a:endParaRPr/>
          </a:p>
          <a:p>
            <a:pPr marL="0" lvl="0" indent="0" algn="l" rtl="0">
              <a:lnSpc>
                <a:spcPct val="130000"/>
              </a:lnSpc>
              <a:spcBef>
                <a:spcPts val="0"/>
              </a:spcBef>
              <a:spcAft>
                <a:spcPts val="0"/>
              </a:spcAft>
              <a:buClr>
                <a:srgbClr val="3F3F3F"/>
              </a:buClr>
              <a:buSzPts val="3200"/>
              <a:buFont typeface="Meiryo"/>
              <a:buNone/>
            </a:pPr>
            <a:endParaRPr/>
          </a:p>
        </p:txBody>
      </p:sp>
      <p:sp>
        <p:nvSpPr>
          <p:cNvPr id="319" name="Google Shape;319;p25"/>
          <p:cNvSpPr txBox="1">
            <a:spLocks noGrp="1"/>
          </p:cNvSpPr>
          <p:nvPr>
            <p:ph type="body" idx="1"/>
          </p:nvPr>
        </p:nvSpPr>
        <p:spPr>
          <a:xfrm>
            <a:off x="1920240" y="2312276"/>
            <a:ext cx="8770571" cy="3651504"/>
          </a:xfrm>
          <a:prstGeom prst="rect">
            <a:avLst/>
          </a:prstGeom>
          <a:noFill/>
          <a:ln>
            <a:noFill/>
          </a:ln>
        </p:spPr>
        <p:txBody>
          <a:bodyPr spcFirstLastPara="1" wrap="square" lIns="109725" tIns="109725" rIns="109725" bIns="91425" anchor="t" anchorCtr="0">
            <a:normAutofit/>
          </a:bodyPr>
          <a:lstStyle/>
          <a:p>
            <a:pPr marL="0" lvl="0" indent="0" algn="l" rtl="0">
              <a:lnSpc>
                <a:spcPct val="140000"/>
              </a:lnSpc>
              <a:spcBef>
                <a:spcPts val="0"/>
              </a:spcBef>
              <a:spcAft>
                <a:spcPts val="0"/>
              </a:spcAft>
              <a:buClr>
                <a:srgbClr val="3F3F3F"/>
              </a:buClr>
              <a:buSzPts val="1800"/>
              <a:buNone/>
            </a:pPr>
            <a:r>
              <a:rPr lang="en-US"/>
              <a:t>— What? How can code "smell"??</a:t>
            </a:r>
            <a:br>
              <a:rPr lang="en-US"/>
            </a:br>
            <a:r>
              <a:rPr lang="en-US"/>
              <a:t>— Well, it doesn't have a nose... but it definitely can stink!</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23"/>
        <p:cNvGrpSpPr/>
        <p:nvPr/>
      </p:nvGrpSpPr>
      <p:grpSpPr>
        <a:xfrm>
          <a:off x="0" y="0"/>
          <a:ext cx="0" cy="0"/>
          <a:chOff x="0" y="0"/>
          <a:chExt cx="0" cy="0"/>
        </a:xfrm>
      </p:grpSpPr>
      <p:sp>
        <p:nvSpPr>
          <p:cNvPr id="324" name="Google Shape;324;p26"/>
          <p:cNvSpPr/>
          <p:nvPr/>
        </p:nvSpPr>
        <p:spPr>
          <a:xfrm>
            <a:off x="153" y="0"/>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25" name="Google Shape;325;p26"/>
          <p:cNvSpPr/>
          <p:nvPr/>
        </p:nvSpPr>
        <p:spPr>
          <a:xfrm>
            <a:off x="0" y="0"/>
            <a:ext cx="7476051" cy="6858000"/>
          </a:xfrm>
          <a:custGeom>
            <a:avLst/>
            <a:gdLst/>
            <a:ahLst/>
            <a:cxnLst/>
            <a:rect l="l" t="t" r="r" b="b"/>
            <a:pathLst>
              <a:path w="7476051" h="6858000" extrusionOk="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26" name="Google Shape;326;p26"/>
          <p:cNvSpPr/>
          <p:nvPr/>
        </p:nvSpPr>
        <p:spPr>
          <a:xfrm>
            <a:off x="5348204" y="-1"/>
            <a:ext cx="2535264" cy="6858001"/>
          </a:xfrm>
          <a:custGeom>
            <a:avLst/>
            <a:gdLst/>
            <a:ahLst/>
            <a:cxnLst/>
            <a:rect l="l" t="t" r="r" b="b"/>
            <a:pathLst>
              <a:path w="2535264" h="6858001" extrusionOk="0">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27" name="Google Shape;327;p26"/>
          <p:cNvSpPr/>
          <p:nvPr/>
        </p:nvSpPr>
        <p:spPr>
          <a:xfrm>
            <a:off x="5133737"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28" name="Google Shape;328;p26"/>
          <p:cNvSpPr txBox="1">
            <a:spLocks noGrp="1"/>
          </p:cNvSpPr>
          <p:nvPr>
            <p:ph type="title"/>
          </p:nvPr>
        </p:nvSpPr>
        <p:spPr>
          <a:xfrm>
            <a:off x="992518" y="442913"/>
            <a:ext cx="5185645" cy="1639888"/>
          </a:xfrm>
          <a:prstGeom prst="rect">
            <a:avLst/>
          </a:prstGeom>
          <a:noFill/>
          <a:ln>
            <a:noFill/>
          </a:ln>
        </p:spPr>
        <p:txBody>
          <a:bodyPr spcFirstLastPara="1" wrap="square" lIns="109725" tIns="109725" rIns="109725" bIns="91425" anchor="b" anchorCtr="0">
            <a:normAutofit/>
          </a:bodyPr>
          <a:lstStyle/>
          <a:p>
            <a:pPr marL="0" lvl="0" indent="0" algn="l" rtl="0">
              <a:lnSpc>
                <a:spcPct val="130000"/>
              </a:lnSpc>
              <a:spcBef>
                <a:spcPts val="0"/>
              </a:spcBef>
              <a:spcAft>
                <a:spcPts val="0"/>
              </a:spcAft>
              <a:buClr>
                <a:srgbClr val="3F3F3F"/>
              </a:buClr>
              <a:buSzPts val="3200"/>
              <a:buFont typeface="Meiryo"/>
              <a:buNone/>
            </a:pPr>
            <a:br>
              <a:rPr lang="en-US"/>
            </a:br>
            <a:r>
              <a:rPr lang="en-US"/>
              <a:t>1. Bloaters</a:t>
            </a:r>
            <a:endParaRPr/>
          </a:p>
        </p:txBody>
      </p:sp>
      <p:sp>
        <p:nvSpPr>
          <p:cNvPr id="329" name="Google Shape;329;p26"/>
          <p:cNvSpPr txBox="1">
            <a:spLocks noGrp="1"/>
          </p:cNvSpPr>
          <p:nvPr>
            <p:ph type="body" idx="1"/>
          </p:nvPr>
        </p:nvSpPr>
        <p:spPr>
          <a:xfrm>
            <a:off x="992519" y="2312988"/>
            <a:ext cx="5296964" cy="3651250"/>
          </a:xfrm>
          <a:prstGeom prst="rect">
            <a:avLst/>
          </a:prstGeom>
          <a:noFill/>
          <a:ln>
            <a:noFill/>
          </a:ln>
        </p:spPr>
        <p:txBody>
          <a:bodyPr spcFirstLastPara="1" wrap="square" lIns="109725" tIns="109725" rIns="109725" bIns="91425" anchor="t" anchorCtr="0">
            <a:normAutofit/>
          </a:bodyPr>
          <a:lstStyle/>
          <a:p>
            <a:pPr marL="0" lvl="0" indent="0" algn="l" rtl="0">
              <a:lnSpc>
                <a:spcPct val="130000"/>
              </a:lnSpc>
              <a:spcBef>
                <a:spcPts val="0"/>
              </a:spcBef>
              <a:spcAft>
                <a:spcPts val="0"/>
              </a:spcAft>
              <a:buClr>
                <a:srgbClr val="3F3F3F"/>
              </a:buClr>
              <a:buSzPts val="1300"/>
              <a:buNone/>
            </a:pPr>
            <a:r>
              <a:rPr lang="en-US" sz="1300"/>
              <a:t>Bloaters are code, methods and classes that have increased to such gargantuan proportions that they are hard to work with. Usually these smells do not crop up right away, rather they accumulate over time as the program evolves (and especially when nobody makes an effort to eradicate them).</a:t>
            </a:r>
            <a:endParaRPr sz="1300"/>
          </a:p>
          <a:p>
            <a:pPr marL="342900" lvl="0" indent="-342900" algn="l" rtl="0">
              <a:lnSpc>
                <a:spcPct val="130000"/>
              </a:lnSpc>
              <a:spcBef>
                <a:spcPts val="930"/>
              </a:spcBef>
              <a:spcAft>
                <a:spcPts val="0"/>
              </a:spcAft>
              <a:buClr>
                <a:srgbClr val="3F3F3F"/>
              </a:buClr>
              <a:buSzPts val="1300"/>
              <a:buAutoNum type="arabicPeriod"/>
            </a:pPr>
            <a:r>
              <a:rPr lang="en-US" sz="1300"/>
              <a:t>Long Method</a:t>
            </a:r>
            <a:endParaRPr/>
          </a:p>
          <a:p>
            <a:pPr marL="342900" lvl="0" indent="-342900" algn="l" rtl="0">
              <a:lnSpc>
                <a:spcPct val="130000"/>
              </a:lnSpc>
              <a:spcBef>
                <a:spcPts val="930"/>
              </a:spcBef>
              <a:spcAft>
                <a:spcPts val="0"/>
              </a:spcAft>
              <a:buClr>
                <a:srgbClr val="3F3F3F"/>
              </a:buClr>
              <a:buSzPts val="1300"/>
              <a:buAutoNum type="arabicPeriod"/>
            </a:pPr>
            <a:r>
              <a:rPr lang="en-US" sz="1300"/>
              <a:t>Large Class</a:t>
            </a:r>
            <a:endParaRPr/>
          </a:p>
          <a:p>
            <a:pPr marL="342900" lvl="0" indent="-342900" algn="l" rtl="0">
              <a:lnSpc>
                <a:spcPct val="130000"/>
              </a:lnSpc>
              <a:spcBef>
                <a:spcPts val="930"/>
              </a:spcBef>
              <a:spcAft>
                <a:spcPts val="0"/>
              </a:spcAft>
              <a:buClr>
                <a:srgbClr val="3F3F3F"/>
              </a:buClr>
              <a:buSzPts val="1300"/>
              <a:buAutoNum type="arabicPeriod"/>
            </a:pPr>
            <a:r>
              <a:rPr lang="en-US" sz="1300"/>
              <a:t>Primitive Obsession</a:t>
            </a:r>
            <a:endParaRPr/>
          </a:p>
          <a:p>
            <a:pPr marL="342900" lvl="0" indent="-342900" algn="l" rtl="0">
              <a:lnSpc>
                <a:spcPct val="130000"/>
              </a:lnSpc>
              <a:spcBef>
                <a:spcPts val="930"/>
              </a:spcBef>
              <a:spcAft>
                <a:spcPts val="0"/>
              </a:spcAft>
              <a:buClr>
                <a:srgbClr val="3F3F3F"/>
              </a:buClr>
              <a:buSzPts val="1300"/>
              <a:buAutoNum type="arabicPeriod"/>
            </a:pPr>
            <a:r>
              <a:rPr lang="en-US" sz="1300"/>
              <a:t>Long Parameter List</a:t>
            </a:r>
            <a:endParaRPr/>
          </a:p>
          <a:p>
            <a:pPr marL="342900" lvl="0" indent="-342900" algn="l" rtl="0">
              <a:lnSpc>
                <a:spcPct val="130000"/>
              </a:lnSpc>
              <a:spcBef>
                <a:spcPts val="930"/>
              </a:spcBef>
              <a:spcAft>
                <a:spcPts val="0"/>
              </a:spcAft>
              <a:buClr>
                <a:srgbClr val="3F3F3F"/>
              </a:buClr>
              <a:buSzPts val="1300"/>
              <a:buAutoNum type="arabicPeriod"/>
            </a:pPr>
            <a:r>
              <a:rPr lang="en-US" sz="1300"/>
              <a:t>Data Clumps</a:t>
            </a:r>
            <a:endParaRPr/>
          </a:p>
          <a:p>
            <a:pPr marL="0" lvl="0" indent="0" algn="l" rtl="0">
              <a:lnSpc>
                <a:spcPct val="130000"/>
              </a:lnSpc>
              <a:spcBef>
                <a:spcPts val="930"/>
              </a:spcBef>
              <a:spcAft>
                <a:spcPts val="0"/>
              </a:spcAft>
              <a:buClr>
                <a:srgbClr val="3F3F3F"/>
              </a:buClr>
              <a:buSzPts val="1300"/>
              <a:buNone/>
            </a:pPr>
            <a:endParaRPr sz="1300"/>
          </a:p>
        </p:txBody>
      </p:sp>
      <p:pic>
        <p:nvPicPr>
          <p:cNvPr id="330" name="Google Shape;330;p26" descr="A cartoon of a monster and several tanks&#10;&#10;AI-generated content may be incorrect."/>
          <p:cNvPicPr preferRelativeResize="0"/>
          <p:nvPr/>
        </p:nvPicPr>
        <p:blipFill rotWithShape="1">
          <a:blip r:embed="rId3">
            <a:alphaModFix/>
          </a:blip>
          <a:srcRect/>
          <a:stretch/>
        </p:blipFill>
        <p:spPr>
          <a:xfrm>
            <a:off x="8324060" y="964568"/>
            <a:ext cx="2816493" cy="492886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34"/>
        <p:cNvGrpSpPr/>
        <p:nvPr/>
      </p:nvGrpSpPr>
      <p:grpSpPr>
        <a:xfrm>
          <a:off x="0" y="0"/>
          <a:ext cx="0" cy="0"/>
          <a:chOff x="0" y="0"/>
          <a:chExt cx="0" cy="0"/>
        </a:xfrm>
      </p:grpSpPr>
      <p:sp>
        <p:nvSpPr>
          <p:cNvPr id="335" name="Google Shape;335;p27"/>
          <p:cNvSpPr/>
          <p:nvPr/>
        </p:nvSpPr>
        <p:spPr>
          <a:xfrm>
            <a:off x="153" y="0"/>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36" name="Google Shape;336;p27"/>
          <p:cNvSpPr/>
          <p:nvPr/>
        </p:nvSpPr>
        <p:spPr>
          <a:xfrm>
            <a:off x="0" y="0"/>
            <a:ext cx="7476051" cy="6858000"/>
          </a:xfrm>
          <a:custGeom>
            <a:avLst/>
            <a:gdLst/>
            <a:ahLst/>
            <a:cxnLst/>
            <a:rect l="l" t="t" r="r" b="b"/>
            <a:pathLst>
              <a:path w="7476051" h="6858000" extrusionOk="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37" name="Google Shape;337;p27"/>
          <p:cNvSpPr/>
          <p:nvPr/>
        </p:nvSpPr>
        <p:spPr>
          <a:xfrm>
            <a:off x="5348204" y="-1"/>
            <a:ext cx="2535264" cy="6858001"/>
          </a:xfrm>
          <a:custGeom>
            <a:avLst/>
            <a:gdLst/>
            <a:ahLst/>
            <a:cxnLst/>
            <a:rect l="l" t="t" r="r" b="b"/>
            <a:pathLst>
              <a:path w="2535264" h="6858001" extrusionOk="0">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38" name="Google Shape;338;p27"/>
          <p:cNvSpPr/>
          <p:nvPr/>
        </p:nvSpPr>
        <p:spPr>
          <a:xfrm>
            <a:off x="5133737"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39" name="Google Shape;339;p27"/>
          <p:cNvSpPr txBox="1">
            <a:spLocks noGrp="1"/>
          </p:cNvSpPr>
          <p:nvPr>
            <p:ph type="title"/>
          </p:nvPr>
        </p:nvSpPr>
        <p:spPr>
          <a:xfrm>
            <a:off x="992518" y="442913"/>
            <a:ext cx="5185645" cy="1639888"/>
          </a:xfrm>
          <a:prstGeom prst="rect">
            <a:avLst/>
          </a:prstGeom>
          <a:noFill/>
          <a:ln>
            <a:noFill/>
          </a:ln>
        </p:spPr>
        <p:txBody>
          <a:bodyPr spcFirstLastPara="1" wrap="square" lIns="109725" tIns="109725" rIns="109725" bIns="91425" anchor="b" anchorCtr="0">
            <a:normAutofit/>
          </a:bodyPr>
          <a:lstStyle/>
          <a:p>
            <a:pPr marL="0" lvl="0" indent="0" algn="l" rtl="0">
              <a:lnSpc>
                <a:spcPct val="120000"/>
              </a:lnSpc>
              <a:spcBef>
                <a:spcPts val="0"/>
              </a:spcBef>
              <a:spcAft>
                <a:spcPts val="0"/>
              </a:spcAft>
              <a:buClr>
                <a:srgbClr val="3F3F3F"/>
              </a:buClr>
              <a:buSzPts val="2500"/>
              <a:buFont typeface="Meiryo"/>
              <a:buNone/>
            </a:pPr>
            <a:br>
              <a:rPr lang="en-US" sz="2500"/>
            </a:br>
            <a:r>
              <a:rPr lang="en-US" sz="2500"/>
              <a:t>2. Object-Orientation Abusers</a:t>
            </a:r>
            <a:endParaRPr sz="2500"/>
          </a:p>
        </p:txBody>
      </p:sp>
      <p:sp>
        <p:nvSpPr>
          <p:cNvPr id="340" name="Google Shape;340;p27"/>
          <p:cNvSpPr txBox="1">
            <a:spLocks noGrp="1"/>
          </p:cNvSpPr>
          <p:nvPr>
            <p:ph type="body" idx="1"/>
          </p:nvPr>
        </p:nvSpPr>
        <p:spPr>
          <a:xfrm>
            <a:off x="992519" y="2312988"/>
            <a:ext cx="5296964" cy="3651250"/>
          </a:xfrm>
          <a:prstGeom prst="rect">
            <a:avLst/>
          </a:prstGeom>
          <a:noFill/>
          <a:ln>
            <a:noFill/>
          </a:ln>
        </p:spPr>
        <p:txBody>
          <a:bodyPr spcFirstLastPara="1" wrap="square" lIns="109725" tIns="109725" rIns="109725" bIns="91425" anchor="t" anchorCtr="0">
            <a:normAutofit/>
          </a:bodyPr>
          <a:lstStyle/>
          <a:p>
            <a:pPr marL="0" lvl="0" indent="0" algn="l" rtl="0">
              <a:lnSpc>
                <a:spcPct val="130000"/>
              </a:lnSpc>
              <a:spcBef>
                <a:spcPts val="0"/>
              </a:spcBef>
              <a:spcAft>
                <a:spcPts val="0"/>
              </a:spcAft>
              <a:buClr>
                <a:srgbClr val="3F3F3F"/>
              </a:buClr>
              <a:buSzPts val="1800"/>
              <a:buNone/>
            </a:pPr>
            <a:r>
              <a:rPr lang="en-US"/>
              <a:t>All these smells are incomplete or incorrect application of object-oriented programming principles.</a:t>
            </a:r>
            <a:endParaRPr/>
          </a:p>
          <a:p>
            <a:pPr marL="342900" lvl="0" indent="-342900" algn="l" rtl="0">
              <a:lnSpc>
                <a:spcPct val="130000"/>
              </a:lnSpc>
              <a:spcBef>
                <a:spcPts val="930"/>
              </a:spcBef>
              <a:spcAft>
                <a:spcPts val="0"/>
              </a:spcAft>
              <a:buClr>
                <a:srgbClr val="3F3F3F"/>
              </a:buClr>
              <a:buSzPts val="1800"/>
              <a:buAutoNum type="arabicPeriod"/>
            </a:pPr>
            <a:r>
              <a:rPr lang="en-US">
                <a:latin typeface="Meiryo"/>
                <a:ea typeface="Meiryo"/>
                <a:cs typeface="Meiryo"/>
                <a:sym typeface="Meiryo"/>
              </a:rPr>
              <a:t>Alternative Classes with Different Interfaces</a:t>
            </a:r>
            <a:endParaRPr/>
          </a:p>
          <a:p>
            <a:pPr marL="342900" lvl="0" indent="-342900" algn="l" rtl="0">
              <a:lnSpc>
                <a:spcPct val="130000"/>
              </a:lnSpc>
              <a:spcBef>
                <a:spcPts val="930"/>
              </a:spcBef>
              <a:spcAft>
                <a:spcPts val="0"/>
              </a:spcAft>
              <a:buClr>
                <a:srgbClr val="3F3F3F"/>
              </a:buClr>
              <a:buSzPts val="1800"/>
              <a:buAutoNum type="arabicPeriod"/>
            </a:pPr>
            <a:r>
              <a:rPr lang="en-US">
                <a:latin typeface="Meiryo"/>
                <a:ea typeface="Meiryo"/>
                <a:cs typeface="Meiryo"/>
                <a:sym typeface="Meiryo"/>
              </a:rPr>
              <a:t>Refused Request</a:t>
            </a:r>
            <a:endParaRPr/>
          </a:p>
          <a:p>
            <a:pPr marL="342900" lvl="0" indent="-342900" algn="l" rtl="0">
              <a:lnSpc>
                <a:spcPct val="130000"/>
              </a:lnSpc>
              <a:spcBef>
                <a:spcPts val="930"/>
              </a:spcBef>
              <a:spcAft>
                <a:spcPts val="0"/>
              </a:spcAft>
              <a:buClr>
                <a:srgbClr val="3F3F3F"/>
              </a:buClr>
              <a:buSzPts val="1800"/>
              <a:buAutoNum type="arabicPeriod"/>
            </a:pPr>
            <a:r>
              <a:rPr lang="en-US">
                <a:latin typeface="Meiryo"/>
                <a:ea typeface="Meiryo"/>
                <a:cs typeface="Meiryo"/>
                <a:sym typeface="Meiryo"/>
              </a:rPr>
              <a:t>Switch Statements</a:t>
            </a:r>
            <a:endParaRPr/>
          </a:p>
          <a:p>
            <a:pPr marL="342900" lvl="0" indent="-342900" algn="l" rtl="0">
              <a:lnSpc>
                <a:spcPct val="130000"/>
              </a:lnSpc>
              <a:spcBef>
                <a:spcPts val="930"/>
              </a:spcBef>
              <a:spcAft>
                <a:spcPts val="0"/>
              </a:spcAft>
              <a:buClr>
                <a:srgbClr val="3F3F3F"/>
              </a:buClr>
              <a:buSzPts val="1800"/>
              <a:buAutoNum type="arabicPeriod"/>
            </a:pPr>
            <a:r>
              <a:rPr lang="en-US">
                <a:latin typeface="Meiryo"/>
                <a:ea typeface="Meiryo"/>
                <a:cs typeface="Meiryo"/>
                <a:sym typeface="Meiryo"/>
              </a:rPr>
              <a:t>Temporary Field</a:t>
            </a:r>
            <a:endParaRPr/>
          </a:p>
          <a:p>
            <a:pPr marL="0" lvl="0" indent="0" algn="l" rtl="0">
              <a:lnSpc>
                <a:spcPct val="130000"/>
              </a:lnSpc>
              <a:spcBef>
                <a:spcPts val="930"/>
              </a:spcBef>
              <a:spcAft>
                <a:spcPts val="0"/>
              </a:spcAft>
              <a:buClr>
                <a:srgbClr val="3F3F3F"/>
              </a:buClr>
              <a:buSzPts val="1800"/>
              <a:buNone/>
            </a:pPr>
            <a:endParaRPr/>
          </a:p>
        </p:txBody>
      </p:sp>
      <p:pic>
        <p:nvPicPr>
          <p:cNvPr id="341" name="Google Shape;341;p27" descr="A black and white illustration of a computer network&#10;&#10;AI-generated content may be incorrect."/>
          <p:cNvPicPr preferRelativeResize="0"/>
          <p:nvPr/>
        </p:nvPicPr>
        <p:blipFill rotWithShape="1">
          <a:blip r:embed="rId3">
            <a:alphaModFix/>
          </a:blip>
          <a:srcRect/>
          <a:stretch/>
        </p:blipFill>
        <p:spPr>
          <a:xfrm>
            <a:off x="8324060" y="964568"/>
            <a:ext cx="2816493" cy="492886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45"/>
        <p:cNvGrpSpPr/>
        <p:nvPr/>
      </p:nvGrpSpPr>
      <p:grpSpPr>
        <a:xfrm>
          <a:off x="0" y="0"/>
          <a:ext cx="0" cy="0"/>
          <a:chOff x="0" y="0"/>
          <a:chExt cx="0" cy="0"/>
        </a:xfrm>
      </p:grpSpPr>
      <p:sp>
        <p:nvSpPr>
          <p:cNvPr id="346" name="Google Shape;346;p28"/>
          <p:cNvSpPr/>
          <p:nvPr/>
        </p:nvSpPr>
        <p:spPr>
          <a:xfrm>
            <a:off x="153" y="0"/>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47" name="Google Shape;347;p28"/>
          <p:cNvSpPr/>
          <p:nvPr/>
        </p:nvSpPr>
        <p:spPr>
          <a:xfrm>
            <a:off x="0" y="0"/>
            <a:ext cx="7476051" cy="6858000"/>
          </a:xfrm>
          <a:custGeom>
            <a:avLst/>
            <a:gdLst/>
            <a:ahLst/>
            <a:cxnLst/>
            <a:rect l="l" t="t" r="r" b="b"/>
            <a:pathLst>
              <a:path w="7476051" h="6858000" extrusionOk="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48" name="Google Shape;348;p28"/>
          <p:cNvSpPr/>
          <p:nvPr/>
        </p:nvSpPr>
        <p:spPr>
          <a:xfrm>
            <a:off x="5348204" y="-1"/>
            <a:ext cx="2535264" cy="6858001"/>
          </a:xfrm>
          <a:custGeom>
            <a:avLst/>
            <a:gdLst/>
            <a:ahLst/>
            <a:cxnLst/>
            <a:rect l="l" t="t" r="r" b="b"/>
            <a:pathLst>
              <a:path w="2535264" h="6858001" extrusionOk="0">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49" name="Google Shape;349;p28"/>
          <p:cNvSpPr/>
          <p:nvPr/>
        </p:nvSpPr>
        <p:spPr>
          <a:xfrm>
            <a:off x="5133737"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50" name="Google Shape;350;p28"/>
          <p:cNvSpPr txBox="1">
            <a:spLocks noGrp="1"/>
          </p:cNvSpPr>
          <p:nvPr>
            <p:ph type="title"/>
          </p:nvPr>
        </p:nvSpPr>
        <p:spPr>
          <a:xfrm>
            <a:off x="992518" y="442913"/>
            <a:ext cx="5185645" cy="1639888"/>
          </a:xfrm>
          <a:prstGeom prst="rect">
            <a:avLst/>
          </a:prstGeom>
          <a:noFill/>
          <a:ln>
            <a:noFill/>
          </a:ln>
        </p:spPr>
        <p:txBody>
          <a:bodyPr spcFirstLastPara="1" wrap="square" lIns="109725" tIns="109725" rIns="109725" bIns="91425" anchor="b" anchorCtr="0">
            <a:normAutofit fontScale="90000"/>
          </a:bodyPr>
          <a:lstStyle/>
          <a:p>
            <a:pPr marL="0" lvl="0" indent="0" algn="l" rtl="0">
              <a:lnSpc>
                <a:spcPct val="130000"/>
              </a:lnSpc>
              <a:spcBef>
                <a:spcPts val="0"/>
              </a:spcBef>
              <a:spcAft>
                <a:spcPts val="0"/>
              </a:spcAft>
              <a:buClr>
                <a:srgbClr val="3F3F3F"/>
              </a:buClr>
              <a:buSzPct val="100000"/>
              <a:buFont typeface="Meiryo"/>
              <a:buNone/>
            </a:pPr>
            <a:br>
              <a:rPr lang="en-US"/>
            </a:br>
            <a:r>
              <a:rPr lang="en-US"/>
              <a:t>3. Change Preventers</a:t>
            </a:r>
            <a:endParaRPr/>
          </a:p>
        </p:txBody>
      </p:sp>
      <p:sp>
        <p:nvSpPr>
          <p:cNvPr id="351" name="Google Shape;351;p28"/>
          <p:cNvSpPr txBox="1">
            <a:spLocks noGrp="1"/>
          </p:cNvSpPr>
          <p:nvPr>
            <p:ph type="body" idx="1"/>
          </p:nvPr>
        </p:nvSpPr>
        <p:spPr>
          <a:xfrm>
            <a:off x="992519" y="2312988"/>
            <a:ext cx="5296964" cy="3651250"/>
          </a:xfrm>
          <a:prstGeom prst="rect">
            <a:avLst/>
          </a:prstGeom>
          <a:noFill/>
          <a:ln>
            <a:noFill/>
          </a:ln>
        </p:spPr>
        <p:txBody>
          <a:bodyPr spcFirstLastPara="1" wrap="square" lIns="109725" tIns="109725" rIns="109725" bIns="91425" anchor="t" anchorCtr="0">
            <a:normAutofit fontScale="92500"/>
          </a:bodyPr>
          <a:lstStyle/>
          <a:p>
            <a:pPr marL="0" lvl="0" indent="0" algn="l" rtl="0">
              <a:lnSpc>
                <a:spcPct val="130000"/>
              </a:lnSpc>
              <a:spcBef>
                <a:spcPts val="0"/>
              </a:spcBef>
              <a:spcAft>
                <a:spcPts val="0"/>
              </a:spcAft>
              <a:buClr>
                <a:srgbClr val="3F3F3F"/>
              </a:buClr>
              <a:buSzPct val="100000"/>
              <a:buNone/>
            </a:pPr>
            <a:r>
              <a:rPr lang="en-US" sz="1700"/>
              <a:t>These smells mean that if you need to change something in one place in your code, you have to make many changes in other places too. </a:t>
            </a:r>
            <a:endParaRPr/>
          </a:p>
          <a:p>
            <a:pPr marL="0" lvl="0" indent="0" algn="l" rtl="0">
              <a:lnSpc>
                <a:spcPct val="130000"/>
              </a:lnSpc>
              <a:spcBef>
                <a:spcPts val="930"/>
              </a:spcBef>
              <a:spcAft>
                <a:spcPts val="0"/>
              </a:spcAft>
              <a:buClr>
                <a:srgbClr val="3F3F3F"/>
              </a:buClr>
              <a:buSzPct val="100000"/>
              <a:buNone/>
            </a:pPr>
            <a:r>
              <a:rPr lang="en-US" sz="1700"/>
              <a:t>Program development becomes much more complicated and expensive as a result.</a:t>
            </a:r>
            <a:endParaRPr sz="1700"/>
          </a:p>
          <a:p>
            <a:pPr marL="342900" lvl="0" indent="-342931" algn="l" rtl="0">
              <a:lnSpc>
                <a:spcPct val="130000"/>
              </a:lnSpc>
              <a:spcBef>
                <a:spcPts val="930"/>
              </a:spcBef>
              <a:spcAft>
                <a:spcPts val="0"/>
              </a:spcAft>
              <a:buClr>
                <a:srgbClr val="3F3F3F"/>
              </a:buClr>
              <a:buSzPct val="100000"/>
              <a:buAutoNum type="arabicPeriod"/>
            </a:pPr>
            <a:r>
              <a:rPr lang="en-US" sz="1700"/>
              <a:t>Divergent Change</a:t>
            </a:r>
            <a:endParaRPr/>
          </a:p>
          <a:p>
            <a:pPr marL="342900" lvl="0" indent="-342931" algn="l" rtl="0">
              <a:lnSpc>
                <a:spcPct val="130000"/>
              </a:lnSpc>
              <a:spcBef>
                <a:spcPts val="930"/>
              </a:spcBef>
              <a:spcAft>
                <a:spcPts val="0"/>
              </a:spcAft>
              <a:buClr>
                <a:srgbClr val="3F3F3F"/>
              </a:buClr>
              <a:buSzPct val="100000"/>
              <a:buAutoNum type="arabicPeriod"/>
            </a:pPr>
            <a:r>
              <a:rPr lang="en-US" sz="1700"/>
              <a:t>Parallel Inheritance Hierarchies</a:t>
            </a:r>
            <a:endParaRPr/>
          </a:p>
          <a:p>
            <a:pPr marL="342900" lvl="0" indent="-342931" algn="l" rtl="0">
              <a:lnSpc>
                <a:spcPct val="130000"/>
              </a:lnSpc>
              <a:spcBef>
                <a:spcPts val="930"/>
              </a:spcBef>
              <a:spcAft>
                <a:spcPts val="0"/>
              </a:spcAft>
              <a:buClr>
                <a:srgbClr val="3F3F3F"/>
              </a:buClr>
              <a:buSzPct val="100000"/>
              <a:buAutoNum type="arabicPeriod"/>
            </a:pPr>
            <a:r>
              <a:rPr lang="en-US" sz="1700"/>
              <a:t>Shotgun Surgery</a:t>
            </a:r>
            <a:endParaRPr/>
          </a:p>
          <a:p>
            <a:pPr marL="0" lvl="0" indent="0" algn="l" rtl="0">
              <a:lnSpc>
                <a:spcPct val="130000"/>
              </a:lnSpc>
              <a:spcBef>
                <a:spcPts val="930"/>
              </a:spcBef>
              <a:spcAft>
                <a:spcPts val="0"/>
              </a:spcAft>
              <a:buClr>
                <a:srgbClr val="3F3F3F"/>
              </a:buClr>
              <a:buSzPct val="100000"/>
              <a:buNone/>
            </a:pPr>
            <a:endParaRPr sz="1700"/>
          </a:p>
        </p:txBody>
      </p:sp>
      <p:pic>
        <p:nvPicPr>
          <p:cNvPr id="352" name="Google Shape;352;p28" descr="A cartoon rocket with arms and legs holding a rope&#10;&#10;AI-generated content may be incorrect."/>
          <p:cNvPicPr preferRelativeResize="0"/>
          <p:nvPr/>
        </p:nvPicPr>
        <p:blipFill rotWithShape="1">
          <a:blip r:embed="rId3">
            <a:alphaModFix/>
          </a:blip>
          <a:srcRect/>
          <a:stretch/>
        </p:blipFill>
        <p:spPr>
          <a:xfrm>
            <a:off x="8324060" y="964568"/>
            <a:ext cx="2816493" cy="492886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56"/>
        <p:cNvGrpSpPr/>
        <p:nvPr/>
      </p:nvGrpSpPr>
      <p:grpSpPr>
        <a:xfrm>
          <a:off x="0" y="0"/>
          <a:ext cx="0" cy="0"/>
          <a:chOff x="0" y="0"/>
          <a:chExt cx="0" cy="0"/>
        </a:xfrm>
      </p:grpSpPr>
      <p:sp>
        <p:nvSpPr>
          <p:cNvPr id="357" name="Google Shape;357;p29"/>
          <p:cNvSpPr/>
          <p:nvPr/>
        </p:nvSpPr>
        <p:spPr>
          <a:xfrm>
            <a:off x="153" y="0"/>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58" name="Google Shape;358;p29"/>
          <p:cNvSpPr/>
          <p:nvPr/>
        </p:nvSpPr>
        <p:spPr>
          <a:xfrm>
            <a:off x="0" y="0"/>
            <a:ext cx="7476051" cy="6858000"/>
          </a:xfrm>
          <a:custGeom>
            <a:avLst/>
            <a:gdLst/>
            <a:ahLst/>
            <a:cxnLst/>
            <a:rect l="l" t="t" r="r" b="b"/>
            <a:pathLst>
              <a:path w="7476051" h="6858000" extrusionOk="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59" name="Google Shape;359;p29"/>
          <p:cNvSpPr/>
          <p:nvPr/>
        </p:nvSpPr>
        <p:spPr>
          <a:xfrm>
            <a:off x="5348204" y="-1"/>
            <a:ext cx="2535264" cy="6858001"/>
          </a:xfrm>
          <a:custGeom>
            <a:avLst/>
            <a:gdLst/>
            <a:ahLst/>
            <a:cxnLst/>
            <a:rect l="l" t="t" r="r" b="b"/>
            <a:pathLst>
              <a:path w="2535264" h="6858001" extrusionOk="0">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60" name="Google Shape;360;p29"/>
          <p:cNvSpPr/>
          <p:nvPr/>
        </p:nvSpPr>
        <p:spPr>
          <a:xfrm>
            <a:off x="5133737"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61" name="Google Shape;361;p29"/>
          <p:cNvSpPr txBox="1">
            <a:spLocks noGrp="1"/>
          </p:cNvSpPr>
          <p:nvPr>
            <p:ph type="title"/>
          </p:nvPr>
        </p:nvSpPr>
        <p:spPr>
          <a:xfrm>
            <a:off x="992518" y="442913"/>
            <a:ext cx="5185645" cy="1639888"/>
          </a:xfrm>
          <a:prstGeom prst="rect">
            <a:avLst/>
          </a:prstGeom>
          <a:noFill/>
          <a:ln>
            <a:noFill/>
          </a:ln>
        </p:spPr>
        <p:txBody>
          <a:bodyPr spcFirstLastPara="1" wrap="square" lIns="109725" tIns="109725" rIns="109725" bIns="91425" anchor="b" anchorCtr="0">
            <a:normAutofit/>
          </a:bodyPr>
          <a:lstStyle/>
          <a:p>
            <a:pPr marL="0" lvl="0" indent="0" algn="l" rtl="0">
              <a:lnSpc>
                <a:spcPct val="130000"/>
              </a:lnSpc>
              <a:spcBef>
                <a:spcPts val="0"/>
              </a:spcBef>
              <a:spcAft>
                <a:spcPts val="0"/>
              </a:spcAft>
              <a:buClr>
                <a:srgbClr val="3F3F3F"/>
              </a:buClr>
              <a:buSzPts val="3200"/>
              <a:buFont typeface="Meiryo"/>
              <a:buNone/>
            </a:pPr>
            <a:r>
              <a:rPr lang="en-US"/>
              <a:t>4. Dispensable</a:t>
            </a:r>
            <a:endParaRPr/>
          </a:p>
        </p:txBody>
      </p:sp>
      <p:sp>
        <p:nvSpPr>
          <p:cNvPr id="362" name="Google Shape;362;p29"/>
          <p:cNvSpPr txBox="1">
            <a:spLocks noGrp="1"/>
          </p:cNvSpPr>
          <p:nvPr>
            <p:ph type="body" idx="1"/>
          </p:nvPr>
        </p:nvSpPr>
        <p:spPr>
          <a:xfrm>
            <a:off x="992519" y="2312988"/>
            <a:ext cx="5296964" cy="3651250"/>
          </a:xfrm>
          <a:prstGeom prst="rect">
            <a:avLst/>
          </a:prstGeom>
          <a:noFill/>
          <a:ln>
            <a:noFill/>
          </a:ln>
        </p:spPr>
        <p:txBody>
          <a:bodyPr spcFirstLastPara="1" wrap="square" lIns="109725" tIns="109725" rIns="109725" bIns="91425" anchor="t" anchorCtr="0">
            <a:normAutofit/>
          </a:bodyPr>
          <a:lstStyle/>
          <a:p>
            <a:pPr marL="0" lvl="0" indent="0" algn="l" rtl="0">
              <a:lnSpc>
                <a:spcPct val="130000"/>
              </a:lnSpc>
              <a:spcBef>
                <a:spcPts val="0"/>
              </a:spcBef>
              <a:spcAft>
                <a:spcPts val="0"/>
              </a:spcAft>
              <a:buClr>
                <a:srgbClr val="3F3F3F"/>
              </a:buClr>
              <a:buSzPts val="1300"/>
              <a:buNone/>
            </a:pPr>
            <a:r>
              <a:rPr lang="en-US" sz="1300"/>
              <a:t>A dispensable is something pointless and unneeded whose absence would make the code cleaner, more efficient and easier to understand.</a:t>
            </a:r>
            <a:endParaRPr sz="1300"/>
          </a:p>
          <a:p>
            <a:pPr marL="342900" lvl="0" indent="-342900" algn="l" rtl="0">
              <a:lnSpc>
                <a:spcPct val="130000"/>
              </a:lnSpc>
              <a:spcBef>
                <a:spcPts val="930"/>
              </a:spcBef>
              <a:spcAft>
                <a:spcPts val="0"/>
              </a:spcAft>
              <a:buClr>
                <a:srgbClr val="3F3F3F"/>
              </a:buClr>
              <a:buSzPts val="1300"/>
              <a:buAutoNum type="arabicPeriod"/>
            </a:pPr>
            <a:r>
              <a:rPr lang="en-US" sz="1300"/>
              <a:t>Comments</a:t>
            </a:r>
            <a:endParaRPr/>
          </a:p>
          <a:p>
            <a:pPr marL="342900" lvl="0" indent="-342900" algn="l" rtl="0">
              <a:lnSpc>
                <a:spcPct val="130000"/>
              </a:lnSpc>
              <a:spcBef>
                <a:spcPts val="930"/>
              </a:spcBef>
              <a:spcAft>
                <a:spcPts val="0"/>
              </a:spcAft>
              <a:buClr>
                <a:srgbClr val="3F3F3F"/>
              </a:buClr>
              <a:buSzPts val="1300"/>
              <a:buAutoNum type="arabicPeriod"/>
            </a:pPr>
            <a:r>
              <a:rPr lang="en-US" sz="1300"/>
              <a:t>Duplicate Code</a:t>
            </a:r>
            <a:endParaRPr/>
          </a:p>
          <a:p>
            <a:pPr marL="342900" lvl="0" indent="-342900" algn="l" rtl="0">
              <a:lnSpc>
                <a:spcPct val="130000"/>
              </a:lnSpc>
              <a:spcBef>
                <a:spcPts val="930"/>
              </a:spcBef>
              <a:spcAft>
                <a:spcPts val="0"/>
              </a:spcAft>
              <a:buClr>
                <a:srgbClr val="3F3F3F"/>
              </a:buClr>
              <a:buSzPts val="1300"/>
              <a:buAutoNum type="arabicPeriod"/>
            </a:pPr>
            <a:r>
              <a:rPr lang="en-US" sz="1300"/>
              <a:t>Data Class</a:t>
            </a:r>
            <a:endParaRPr/>
          </a:p>
          <a:p>
            <a:pPr marL="342900" lvl="0" indent="-342900" algn="l" rtl="0">
              <a:lnSpc>
                <a:spcPct val="130000"/>
              </a:lnSpc>
              <a:spcBef>
                <a:spcPts val="930"/>
              </a:spcBef>
              <a:spcAft>
                <a:spcPts val="0"/>
              </a:spcAft>
              <a:buClr>
                <a:srgbClr val="3F3F3F"/>
              </a:buClr>
              <a:buSzPts val="1300"/>
              <a:buAutoNum type="arabicPeriod"/>
            </a:pPr>
            <a:r>
              <a:rPr lang="en-US" sz="1300"/>
              <a:t>Dead Code</a:t>
            </a:r>
            <a:endParaRPr/>
          </a:p>
          <a:p>
            <a:pPr marL="342900" lvl="0" indent="-342900" algn="l" rtl="0">
              <a:lnSpc>
                <a:spcPct val="130000"/>
              </a:lnSpc>
              <a:spcBef>
                <a:spcPts val="930"/>
              </a:spcBef>
              <a:spcAft>
                <a:spcPts val="0"/>
              </a:spcAft>
              <a:buClr>
                <a:srgbClr val="3F3F3F"/>
              </a:buClr>
              <a:buSzPts val="1300"/>
              <a:buAutoNum type="arabicPeriod"/>
            </a:pPr>
            <a:r>
              <a:rPr lang="en-US" sz="1300"/>
              <a:t>Lazy Class</a:t>
            </a:r>
            <a:endParaRPr/>
          </a:p>
          <a:p>
            <a:pPr marL="342900" lvl="0" indent="-342900" algn="l" rtl="0">
              <a:lnSpc>
                <a:spcPct val="130000"/>
              </a:lnSpc>
              <a:spcBef>
                <a:spcPts val="930"/>
              </a:spcBef>
              <a:spcAft>
                <a:spcPts val="0"/>
              </a:spcAft>
              <a:buClr>
                <a:srgbClr val="3F3F3F"/>
              </a:buClr>
              <a:buSzPts val="1300"/>
              <a:buAutoNum type="arabicPeriod"/>
            </a:pPr>
            <a:r>
              <a:rPr lang="en-US" sz="1300"/>
              <a:t>Speculative Generality</a:t>
            </a:r>
            <a:endParaRPr/>
          </a:p>
          <a:p>
            <a:pPr marL="0" lvl="0" indent="0" algn="l" rtl="0">
              <a:lnSpc>
                <a:spcPct val="130000"/>
              </a:lnSpc>
              <a:spcBef>
                <a:spcPts val="930"/>
              </a:spcBef>
              <a:spcAft>
                <a:spcPts val="0"/>
              </a:spcAft>
              <a:buClr>
                <a:srgbClr val="3F3F3F"/>
              </a:buClr>
              <a:buSzPts val="1300"/>
              <a:buNone/>
            </a:pPr>
            <a:endParaRPr sz="1300"/>
          </a:p>
        </p:txBody>
      </p:sp>
      <p:pic>
        <p:nvPicPr>
          <p:cNvPr id="363" name="Google Shape;363;p29" descr="A cartoon of a person pouring water from a bucket&#10;&#10;AI-generated content may be incorrect."/>
          <p:cNvPicPr preferRelativeResize="0"/>
          <p:nvPr/>
        </p:nvPicPr>
        <p:blipFill rotWithShape="1">
          <a:blip r:embed="rId3">
            <a:alphaModFix/>
          </a:blip>
          <a:srcRect/>
          <a:stretch/>
        </p:blipFill>
        <p:spPr>
          <a:xfrm>
            <a:off x="8324060" y="964568"/>
            <a:ext cx="2816493" cy="492886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67"/>
        <p:cNvGrpSpPr/>
        <p:nvPr/>
      </p:nvGrpSpPr>
      <p:grpSpPr>
        <a:xfrm>
          <a:off x="0" y="0"/>
          <a:ext cx="0" cy="0"/>
          <a:chOff x="0" y="0"/>
          <a:chExt cx="0" cy="0"/>
        </a:xfrm>
      </p:grpSpPr>
      <p:sp>
        <p:nvSpPr>
          <p:cNvPr id="368" name="Google Shape;368;p30"/>
          <p:cNvSpPr/>
          <p:nvPr/>
        </p:nvSpPr>
        <p:spPr>
          <a:xfrm>
            <a:off x="305" y="0"/>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69" name="Google Shape;369;p30"/>
          <p:cNvSpPr txBox="1">
            <a:spLocks noGrp="1"/>
          </p:cNvSpPr>
          <p:nvPr>
            <p:ph type="title"/>
          </p:nvPr>
        </p:nvSpPr>
        <p:spPr>
          <a:xfrm>
            <a:off x="992518" y="442913"/>
            <a:ext cx="5271804" cy="1639888"/>
          </a:xfrm>
          <a:prstGeom prst="rect">
            <a:avLst/>
          </a:prstGeom>
          <a:noFill/>
          <a:ln>
            <a:noFill/>
          </a:ln>
        </p:spPr>
        <p:txBody>
          <a:bodyPr spcFirstLastPara="1" wrap="square" lIns="109725" tIns="109725" rIns="109725" bIns="91425" anchor="b" anchorCtr="0">
            <a:normAutofit/>
          </a:bodyPr>
          <a:lstStyle/>
          <a:p>
            <a:pPr marL="0" lvl="0" indent="0" algn="l" rtl="0">
              <a:lnSpc>
                <a:spcPct val="130000"/>
              </a:lnSpc>
              <a:spcBef>
                <a:spcPts val="0"/>
              </a:spcBef>
              <a:spcAft>
                <a:spcPts val="0"/>
              </a:spcAft>
              <a:buClr>
                <a:srgbClr val="3F3F3F"/>
              </a:buClr>
              <a:buSzPts val="3200"/>
              <a:buFont typeface="Meiryo"/>
              <a:buNone/>
            </a:pPr>
            <a:r>
              <a:rPr lang="en-US"/>
              <a:t>5. Couplers</a:t>
            </a:r>
            <a:endParaRPr/>
          </a:p>
        </p:txBody>
      </p:sp>
      <p:sp>
        <p:nvSpPr>
          <p:cNvPr id="370" name="Google Shape;370;p30"/>
          <p:cNvSpPr txBox="1">
            <a:spLocks noGrp="1"/>
          </p:cNvSpPr>
          <p:nvPr>
            <p:ph type="body" idx="1"/>
          </p:nvPr>
        </p:nvSpPr>
        <p:spPr>
          <a:xfrm>
            <a:off x="992519" y="2312988"/>
            <a:ext cx="5271804" cy="3651250"/>
          </a:xfrm>
          <a:prstGeom prst="rect">
            <a:avLst/>
          </a:prstGeom>
          <a:noFill/>
          <a:ln>
            <a:noFill/>
          </a:ln>
        </p:spPr>
        <p:txBody>
          <a:bodyPr spcFirstLastPara="1" wrap="square" lIns="109725" tIns="109725" rIns="109725" bIns="91425" anchor="t" anchorCtr="0">
            <a:normAutofit/>
          </a:bodyPr>
          <a:lstStyle/>
          <a:p>
            <a:pPr marL="0" lvl="0" indent="0" algn="l" rtl="0">
              <a:lnSpc>
                <a:spcPct val="130000"/>
              </a:lnSpc>
              <a:spcBef>
                <a:spcPts val="0"/>
              </a:spcBef>
              <a:spcAft>
                <a:spcPts val="0"/>
              </a:spcAft>
              <a:buClr>
                <a:srgbClr val="3F3F3F"/>
              </a:buClr>
              <a:buSzPts val="1500"/>
              <a:buNone/>
            </a:pPr>
            <a:r>
              <a:rPr lang="en-US" sz="1500"/>
              <a:t>All the smells in this group contribute to excessive coupling between classes or show what happens if coupling is replaced by excessive delegation.</a:t>
            </a:r>
            <a:endParaRPr sz="1500"/>
          </a:p>
          <a:p>
            <a:pPr marL="342900" lvl="0" indent="-342900" algn="l" rtl="0">
              <a:lnSpc>
                <a:spcPct val="130000"/>
              </a:lnSpc>
              <a:spcBef>
                <a:spcPts val="930"/>
              </a:spcBef>
              <a:spcAft>
                <a:spcPts val="0"/>
              </a:spcAft>
              <a:buClr>
                <a:srgbClr val="3F3F3F"/>
              </a:buClr>
              <a:buSzPts val="1500"/>
              <a:buAutoNum type="arabicPeriod"/>
            </a:pPr>
            <a:r>
              <a:rPr lang="en-US" sz="1500"/>
              <a:t>Feature Envy</a:t>
            </a:r>
            <a:endParaRPr/>
          </a:p>
          <a:p>
            <a:pPr marL="342900" lvl="0" indent="-342900" algn="l" rtl="0">
              <a:lnSpc>
                <a:spcPct val="130000"/>
              </a:lnSpc>
              <a:spcBef>
                <a:spcPts val="930"/>
              </a:spcBef>
              <a:spcAft>
                <a:spcPts val="0"/>
              </a:spcAft>
              <a:buClr>
                <a:srgbClr val="3F3F3F"/>
              </a:buClr>
              <a:buSzPts val="1500"/>
              <a:buAutoNum type="arabicPeriod"/>
            </a:pPr>
            <a:r>
              <a:rPr lang="en-US" sz="1500"/>
              <a:t>Inappropriate Intimacy</a:t>
            </a:r>
            <a:endParaRPr/>
          </a:p>
          <a:p>
            <a:pPr marL="342900" lvl="0" indent="-342900" algn="l" rtl="0">
              <a:lnSpc>
                <a:spcPct val="130000"/>
              </a:lnSpc>
              <a:spcBef>
                <a:spcPts val="930"/>
              </a:spcBef>
              <a:spcAft>
                <a:spcPts val="0"/>
              </a:spcAft>
              <a:buClr>
                <a:srgbClr val="3F3F3F"/>
              </a:buClr>
              <a:buSzPts val="1500"/>
              <a:buAutoNum type="arabicPeriod"/>
            </a:pPr>
            <a:r>
              <a:rPr lang="en-US" sz="1500"/>
              <a:t>Incomplete Library Class</a:t>
            </a:r>
            <a:endParaRPr/>
          </a:p>
          <a:p>
            <a:pPr marL="342900" lvl="0" indent="-342900" algn="l" rtl="0">
              <a:lnSpc>
                <a:spcPct val="130000"/>
              </a:lnSpc>
              <a:spcBef>
                <a:spcPts val="930"/>
              </a:spcBef>
              <a:spcAft>
                <a:spcPts val="0"/>
              </a:spcAft>
              <a:buClr>
                <a:srgbClr val="3F3F3F"/>
              </a:buClr>
              <a:buSzPts val="1500"/>
              <a:buAutoNum type="arabicPeriod"/>
            </a:pPr>
            <a:r>
              <a:rPr lang="en-US" sz="1500"/>
              <a:t>Message Chains</a:t>
            </a:r>
            <a:endParaRPr/>
          </a:p>
          <a:p>
            <a:pPr marL="342900" lvl="0" indent="-342900" algn="l" rtl="0">
              <a:lnSpc>
                <a:spcPct val="130000"/>
              </a:lnSpc>
              <a:spcBef>
                <a:spcPts val="930"/>
              </a:spcBef>
              <a:spcAft>
                <a:spcPts val="0"/>
              </a:spcAft>
              <a:buClr>
                <a:srgbClr val="3F3F3F"/>
              </a:buClr>
              <a:buSzPts val="1500"/>
              <a:buAutoNum type="arabicPeriod"/>
            </a:pPr>
            <a:r>
              <a:rPr lang="en-US" sz="1500"/>
              <a:t>Middle Man</a:t>
            </a:r>
            <a:endParaRPr/>
          </a:p>
          <a:p>
            <a:pPr marL="0" lvl="0" indent="0" algn="l" rtl="0">
              <a:lnSpc>
                <a:spcPct val="130000"/>
              </a:lnSpc>
              <a:spcBef>
                <a:spcPts val="930"/>
              </a:spcBef>
              <a:spcAft>
                <a:spcPts val="0"/>
              </a:spcAft>
              <a:buClr>
                <a:srgbClr val="3F3F3F"/>
              </a:buClr>
              <a:buSzPts val="1500"/>
              <a:buNone/>
            </a:pPr>
            <a:endParaRPr sz="1500"/>
          </a:p>
        </p:txBody>
      </p:sp>
      <p:sp>
        <p:nvSpPr>
          <p:cNvPr id="371" name="Google Shape;371;p30"/>
          <p:cNvSpPr/>
          <p:nvPr/>
        </p:nvSpPr>
        <p:spPr>
          <a:xfrm flipH="1">
            <a:off x="6986049" y="0"/>
            <a:ext cx="5205951" cy="6858000"/>
          </a:xfrm>
          <a:custGeom>
            <a:avLst/>
            <a:gdLst/>
            <a:ahLst/>
            <a:cxnLst/>
            <a:rect l="l" t="t" r="r" b="b"/>
            <a:pathLst>
              <a:path w="5205951" h="6858000" extrusionOk="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Meiryo"/>
              <a:ea typeface="Meiryo"/>
              <a:cs typeface="Meiryo"/>
              <a:sym typeface="Meiryo"/>
            </a:endParaRPr>
          </a:p>
        </p:txBody>
      </p:sp>
      <p:sp>
        <p:nvSpPr>
          <p:cNvPr id="372" name="Google Shape;372;p30"/>
          <p:cNvSpPr/>
          <p:nvPr/>
        </p:nvSpPr>
        <p:spPr>
          <a:xfrm flipH="1">
            <a:off x="6577485" y="0"/>
            <a:ext cx="2529723" cy="6858000"/>
          </a:xfrm>
          <a:custGeom>
            <a:avLst/>
            <a:gdLst/>
            <a:ahLst/>
            <a:cxnLst/>
            <a:rect l="l" t="t" r="r" b="b"/>
            <a:pathLst>
              <a:path w="2529723" h="6858000" extrusionOk="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sp>
        <p:nvSpPr>
          <p:cNvPr id="373" name="Google Shape;373;p30"/>
          <p:cNvSpPr/>
          <p:nvPr/>
        </p:nvSpPr>
        <p:spPr>
          <a:xfrm flipH="1">
            <a:off x="6754925" y="0"/>
            <a:ext cx="2536434" cy="6858000"/>
          </a:xfrm>
          <a:custGeom>
            <a:avLst/>
            <a:gdLst/>
            <a:ahLst/>
            <a:cxnLst/>
            <a:rect l="l" t="t" r="r" b="b"/>
            <a:pathLst>
              <a:path w="2536434" h="6858000" extrusionOk="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pic>
        <p:nvPicPr>
          <p:cNvPr id="374" name="Google Shape;374;p30" descr="A cartoon of a person tied to a piece of paper&#10;&#10;AI-generated content may be incorrect."/>
          <p:cNvPicPr preferRelativeResize="0"/>
          <p:nvPr/>
        </p:nvPicPr>
        <p:blipFill rotWithShape="1">
          <a:blip r:embed="rId3">
            <a:alphaModFix/>
          </a:blip>
          <a:srcRect t="2274" r="1" b="19163"/>
          <a:stretch/>
        </p:blipFill>
        <p:spPr>
          <a:xfrm>
            <a:off x="7203882" y="10"/>
            <a:ext cx="4988118" cy="6857990"/>
          </a:xfrm>
          <a:custGeom>
            <a:avLst/>
            <a:gdLst/>
            <a:ahLst/>
            <a:cxnLst/>
            <a:rect l="l" t="t" r="r" b="b"/>
            <a:pathLst>
              <a:path w="4901771" h="6858000" extrusionOk="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78"/>
        <p:cNvGrpSpPr/>
        <p:nvPr/>
      </p:nvGrpSpPr>
      <p:grpSpPr>
        <a:xfrm>
          <a:off x="0" y="0"/>
          <a:ext cx="0" cy="0"/>
          <a:chOff x="0" y="0"/>
          <a:chExt cx="0" cy="0"/>
        </a:xfrm>
      </p:grpSpPr>
      <p:sp>
        <p:nvSpPr>
          <p:cNvPr id="379" name="Google Shape;379;p31"/>
          <p:cNvSpPr/>
          <p:nvPr/>
        </p:nvSpPr>
        <p:spPr>
          <a:xfrm>
            <a:off x="11473" y="-9274"/>
            <a:ext cx="12191695"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eiryo"/>
              <a:buNone/>
            </a:pPr>
            <a:endParaRPr sz="1800" b="0" i="0" u="none" strike="noStrike" cap="none">
              <a:solidFill>
                <a:srgbClr val="FFFFFF"/>
              </a:solidFill>
              <a:latin typeface="Meiryo"/>
              <a:ea typeface="Meiryo"/>
              <a:cs typeface="Meiryo"/>
              <a:sym typeface="Meiryo"/>
            </a:endParaRPr>
          </a:p>
        </p:txBody>
      </p:sp>
      <p:grpSp>
        <p:nvGrpSpPr>
          <p:cNvPr id="380" name="Google Shape;380;p31"/>
          <p:cNvGrpSpPr/>
          <p:nvPr/>
        </p:nvGrpSpPr>
        <p:grpSpPr>
          <a:xfrm>
            <a:off x="454747" y="764514"/>
            <a:ext cx="5325079" cy="5081975"/>
            <a:chOff x="454747" y="764514"/>
            <a:chExt cx="5325079" cy="5081975"/>
          </a:xfrm>
        </p:grpSpPr>
        <p:sp>
          <p:nvSpPr>
            <p:cNvPr id="381" name="Google Shape;381;p31"/>
            <p:cNvSpPr/>
            <p:nvPr/>
          </p:nvSpPr>
          <p:spPr>
            <a:xfrm flipH="1">
              <a:off x="743803" y="1124162"/>
              <a:ext cx="4691485" cy="4342182"/>
            </a:xfrm>
            <a:custGeom>
              <a:avLst/>
              <a:gdLst/>
              <a:ahLst/>
              <a:cxnLst/>
              <a:rect l="l" t="t" r="r" b="b"/>
              <a:pathLst>
                <a:path w="3810827" h="3634591" extrusionOk="0">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Meiryo"/>
                <a:ea typeface="Meiryo"/>
                <a:cs typeface="Meiryo"/>
                <a:sym typeface="Meiryo"/>
              </a:endParaRPr>
            </a:p>
          </p:txBody>
        </p:sp>
        <p:sp>
          <p:nvSpPr>
            <p:cNvPr id="382" name="Google Shape;382;p31"/>
            <p:cNvSpPr/>
            <p:nvPr/>
          </p:nvSpPr>
          <p:spPr>
            <a:xfrm flipH="1">
              <a:off x="864592" y="1290468"/>
              <a:ext cx="4389795" cy="4074679"/>
            </a:xfrm>
            <a:custGeom>
              <a:avLst/>
              <a:gdLst/>
              <a:ahLst/>
              <a:cxnLst/>
              <a:rect l="l" t="t" r="r" b="b"/>
              <a:pathLst>
                <a:path w="3810827" h="3634591" extrusionOk="0">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Meiryo"/>
                <a:ea typeface="Meiryo"/>
                <a:cs typeface="Meiryo"/>
                <a:sym typeface="Meiryo"/>
              </a:endParaRPr>
            </a:p>
          </p:txBody>
        </p:sp>
        <p:sp>
          <p:nvSpPr>
            <p:cNvPr id="383" name="Google Shape;383;p31"/>
            <p:cNvSpPr/>
            <p:nvPr/>
          </p:nvSpPr>
          <p:spPr>
            <a:xfrm rot="-300000" flipH="1">
              <a:off x="648839" y="970769"/>
              <a:ext cx="4936895" cy="4669465"/>
            </a:xfrm>
            <a:custGeom>
              <a:avLst/>
              <a:gdLst/>
              <a:ahLst/>
              <a:cxnLst/>
              <a:rect l="l" t="t" r="r" b="b"/>
              <a:pathLst>
                <a:path w="3810827" h="3634591" extrusionOk="0">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Meiryo"/>
                <a:ea typeface="Meiryo"/>
                <a:cs typeface="Meiryo"/>
                <a:sym typeface="Meiryo"/>
              </a:endParaRPr>
            </a:p>
          </p:txBody>
        </p:sp>
      </p:grpSp>
      <p:sp>
        <p:nvSpPr>
          <p:cNvPr id="384" name="Google Shape;384;p31"/>
          <p:cNvSpPr txBox="1">
            <a:spLocks noGrp="1"/>
          </p:cNvSpPr>
          <p:nvPr>
            <p:ph type="title"/>
          </p:nvPr>
        </p:nvSpPr>
        <p:spPr>
          <a:xfrm>
            <a:off x="1412543" y="1833229"/>
            <a:ext cx="3577022" cy="2934031"/>
          </a:xfrm>
          <a:prstGeom prst="rect">
            <a:avLst/>
          </a:prstGeom>
          <a:noFill/>
          <a:ln>
            <a:noFill/>
          </a:ln>
        </p:spPr>
        <p:txBody>
          <a:bodyPr spcFirstLastPara="1" wrap="square" lIns="109725" tIns="109725" rIns="109725" bIns="91425" anchor="ctr" anchorCtr="0">
            <a:normAutofit/>
          </a:bodyPr>
          <a:lstStyle/>
          <a:p>
            <a:pPr marL="0" lvl="0" indent="0" algn="l" rtl="0">
              <a:lnSpc>
                <a:spcPct val="130000"/>
              </a:lnSpc>
              <a:spcBef>
                <a:spcPts val="0"/>
              </a:spcBef>
              <a:spcAft>
                <a:spcPts val="0"/>
              </a:spcAft>
              <a:buClr>
                <a:srgbClr val="3F3F3F"/>
              </a:buClr>
              <a:buSzPts val="3200"/>
              <a:buFont typeface="Meiryo"/>
              <a:buNone/>
            </a:pPr>
            <a:r>
              <a:rPr lang="en-US"/>
              <a:t>How to refactor</a:t>
            </a:r>
            <a:endParaRPr/>
          </a:p>
        </p:txBody>
      </p:sp>
      <p:sp>
        <p:nvSpPr>
          <p:cNvPr id="385" name="Google Shape;385;p31"/>
          <p:cNvSpPr txBox="1">
            <a:spLocks noGrp="1"/>
          </p:cNvSpPr>
          <p:nvPr>
            <p:ph type="body" idx="1"/>
          </p:nvPr>
        </p:nvSpPr>
        <p:spPr>
          <a:xfrm>
            <a:off x="6241774" y="1105306"/>
            <a:ext cx="5285587" cy="4998793"/>
          </a:xfrm>
          <a:prstGeom prst="rect">
            <a:avLst/>
          </a:prstGeom>
          <a:noFill/>
          <a:ln>
            <a:noFill/>
          </a:ln>
        </p:spPr>
        <p:txBody>
          <a:bodyPr spcFirstLastPara="1" wrap="square" lIns="109725" tIns="109725" rIns="109725" bIns="91425" anchor="ctr" anchorCtr="0">
            <a:normAutofit/>
          </a:bodyPr>
          <a:lstStyle/>
          <a:p>
            <a:pPr marL="0" lvl="0" indent="0" algn="l" rtl="0">
              <a:lnSpc>
                <a:spcPct val="140000"/>
              </a:lnSpc>
              <a:spcBef>
                <a:spcPts val="0"/>
              </a:spcBef>
              <a:spcAft>
                <a:spcPts val="0"/>
              </a:spcAft>
              <a:buClr>
                <a:srgbClr val="3F3F3F"/>
              </a:buClr>
              <a:buSzPts val="2400"/>
              <a:buNone/>
            </a:pPr>
            <a:r>
              <a:rPr lang="en-US" sz="2400"/>
              <a:t>Refactoring should be done as a series of small changes, each of which makes the existing code slightly better while still leaving the program in working order.</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2"/>
          <p:cNvSpPr txBox="1">
            <a:spLocks noGrp="1"/>
          </p:cNvSpPr>
          <p:nvPr>
            <p:ph type="title"/>
          </p:nvPr>
        </p:nvSpPr>
        <p:spPr>
          <a:xfrm>
            <a:off x="1920240" y="442220"/>
            <a:ext cx="8770571" cy="1345269"/>
          </a:xfrm>
          <a:prstGeom prst="rect">
            <a:avLst/>
          </a:prstGeom>
          <a:noFill/>
          <a:ln>
            <a:noFill/>
          </a:ln>
        </p:spPr>
        <p:txBody>
          <a:bodyPr spcFirstLastPara="1" wrap="square" lIns="109725" tIns="109725" rIns="109725" bIns="91425" anchor="b" anchorCtr="0">
            <a:normAutofit fontScale="90000"/>
          </a:bodyPr>
          <a:lstStyle/>
          <a:p>
            <a:pPr marL="0" lvl="0" indent="0" algn="l" rtl="0">
              <a:lnSpc>
                <a:spcPct val="130000"/>
              </a:lnSpc>
              <a:spcBef>
                <a:spcPts val="0"/>
              </a:spcBef>
              <a:spcAft>
                <a:spcPts val="0"/>
              </a:spcAft>
              <a:buClr>
                <a:srgbClr val="3F3F3F"/>
              </a:buClr>
              <a:buSzPct val="100000"/>
              <a:buFont typeface="Meiryo"/>
              <a:buNone/>
            </a:pPr>
            <a:r>
              <a:rPr lang="en-US"/>
              <a:t> Checklist of refactoring done right way</a:t>
            </a:r>
            <a:endParaRPr/>
          </a:p>
          <a:p>
            <a:pPr marL="0" lvl="0" indent="0" algn="l" rtl="0">
              <a:lnSpc>
                <a:spcPct val="130000"/>
              </a:lnSpc>
              <a:spcBef>
                <a:spcPts val="0"/>
              </a:spcBef>
              <a:spcAft>
                <a:spcPts val="0"/>
              </a:spcAft>
              <a:buClr>
                <a:srgbClr val="3F3F3F"/>
              </a:buClr>
              <a:buSzPct val="100000"/>
              <a:buFont typeface="Meiryo"/>
              <a:buNone/>
            </a:pPr>
            <a:endParaRPr/>
          </a:p>
        </p:txBody>
      </p:sp>
      <p:grpSp>
        <p:nvGrpSpPr>
          <p:cNvPr id="391" name="Google Shape;391;p32"/>
          <p:cNvGrpSpPr/>
          <p:nvPr/>
        </p:nvGrpSpPr>
        <p:grpSpPr>
          <a:xfrm>
            <a:off x="1920240" y="2312721"/>
            <a:ext cx="8770571" cy="3650613"/>
            <a:chOff x="0" y="445"/>
            <a:chExt cx="8770571" cy="3650613"/>
          </a:xfrm>
        </p:grpSpPr>
        <p:sp>
          <p:nvSpPr>
            <p:cNvPr id="392" name="Google Shape;392;p32"/>
            <p:cNvSpPr/>
            <p:nvPr/>
          </p:nvSpPr>
          <p:spPr>
            <a:xfrm>
              <a:off x="0" y="445"/>
              <a:ext cx="8770571" cy="1043032"/>
            </a:xfrm>
            <a:prstGeom prst="roundRect">
              <a:avLst>
                <a:gd name="adj" fmla="val 10000"/>
              </a:avLst>
            </a:prstGeom>
            <a:solidFill>
              <a:srgbClr val="F5CE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2"/>
            <p:cNvSpPr/>
            <p:nvPr/>
          </p:nvSpPr>
          <p:spPr>
            <a:xfrm>
              <a:off x="315517" y="235127"/>
              <a:ext cx="573667" cy="573667"/>
            </a:xfrm>
            <a:prstGeom prst="rect">
              <a:avLst/>
            </a:prstGeom>
            <a:blipFill rotWithShape="1">
              <a:blip r:embed="rId3">
                <a:alphaModFix/>
              </a:blip>
              <a:stretch>
                <a:fillRect/>
              </a:stretch>
            </a:blipFill>
            <a:ln w="127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2"/>
            <p:cNvSpPr/>
            <p:nvPr/>
          </p:nvSpPr>
          <p:spPr>
            <a:xfrm>
              <a:off x="1204702" y="445"/>
              <a:ext cx="7565868" cy="104303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2"/>
            <p:cNvSpPr txBox="1"/>
            <p:nvPr/>
          </p:nvSpPr>
          <p:spPr>
            <a:xfrm>
              <a:off x="1204702" y="445"/>
              <a:ext cx="7565868" cy="1043032"/>
            </a:xfrm>
            <a:prstGeom prst="rect">
              <a:avLst/>
            </a:prstGeom>
            <a:noFill/>
            <a:ln>
              <a:noFill/>
            </a:ln>
          </p:spPr>
          <p:txBody>
            <a:bodyPr spcFirstLastPara="1" wrap="square" lIns="110375" tIns="110375" rIns="110375" bIns="110375" anchor="ctr" anchorCtr="0">
              <a:noAutofit/>
            </a:bodyPr>
            <a:lstStyle/>
            <a:p>
              <a:pPr marL="0" marR="0" lvl="0" indent="0" algn="l" rtl="0">
                <a:lnSpc>
                  <a:spcPct val="100000"/>
                </a:lnSpc>
                <a:spcBef>
                  <a:spcPts val="0"/>
                </a:spcBef>
                <a:spcAft>
                  <a:spcPts val="0"/>
                </a:spcAft>
                <a:buClr>
                  <a:schemeClr val="dk1"/>
                </a:buClr>
                <a:buSzPts val="2000"/>
                <a:buFont typeface="Meiryo"/>
                <a:buNone/>
              </a:pPr>
              <a:r>
                <a:rPr lang="en-US" sz="2000" b="0" i="0" u="none" strike="noStrike" cap="none">
                  <a:solidFill>
                    <a:schemeClr val="dk1"/>
                  </a:solidFill>
                  <a:latin typeface="Meiryo"/>
                  <a:ea typeface="Meiryo"/>
                  <a:cs typeface="Meiryo"/>
                  <a:sym typeface="Meiryo"/>
                </a:rPr>
                <a:t>The code should become cleaner.</a:t>
              </a:r>
              <a:endParaRPr/>
            </a:p>
          </p:txBody>
        </p:sp>
        <p:sp>
          <p:nvSpPr>
            <p:cNvPr id="396" name="Google Shape;396;p32"/>
            <p:cNvSpPr/>
            <p:nvPr/>
          </p:nvSpPr>
          <p:spPr>
            <a:xfrm>
              <a:off x="0" y="1304235"/>
              <a:ext cx="8770571" cy="1043032"/>
            </a:xfrm>
            <a:prstGeom prst="roundRect">
              <a:avLst>
                <a:gd name="adj" fmla="val 10000"/>
              </a:avLst>
            </a:prstGeom>
            <a:solidFill>
              <a:srgbClr val="F5CE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2"/>
            <p:cNvSpPr/>
            <p:nvPr/>
          </p:nvSpPr>
          <p:spPr>
            <a:xfrm>
              <a:off x="315517" y="1538918"/>
              <a:ext cx="573667" cy="573667"/>
            </a:xfrm>
            <a:prstGeom prst="rect">
              <a:avLst/>
            </a:prstGeom>
            <a:blipFill rotWithShape="1">
              <a:blip r:embed="rId4">
                <a:alphaModFix/>
              </a:blip>
              <a:stretch>
                <a:fillRect/>
              </a:stretch>
            </a:blipFill>
            <a:ln w="127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2"/>
            <p:cNvSpPr/>
            <p:nvPr/>
          </p:nvSpPr>
          <p:spPr>
            <a:xfrm>
              <a:off x="1204702" y="1304235"/>
              <a:ext cx="7565868" cy="104303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2"/>
            <p:cNvSpPr txBox="1"/>
            <p:nvPr/>
          </p:nvSpPr>
          <p:spPr>
            <a:xfrm>
              <a:off x="1204702" y="1304235"/>
              <a:ext cx="7565868" cy="1043032"/>
            </a:xfrm>
            <a:prstGeom prst="rect">
              <a:avLst/>
            </a:prstGeom>
            <a:noFill/>
            <a:ln>
              <a:noFill/>
            </a:ln>
          </p:spPr>
          <p:txBody>
            <a:bodyPr spcFirstLastPara="1" wrap="square" lIns="110375" tIns="110375" rIns="110375" bIns="110375" anchor="ctr" anchorCtr="0">
              <a:noAutofit/>
            </a:bodyPr>
            <a:lstStyle/>
            <a:p>
              <a:pPr marL="0" marR="0" lvl="0" indent="0" algn="l" rtl="0">
                <a:lnSpc>
                  <a:spcPct val="100000"/>
                </a:lnSpc>
                <a:spcBef>
                  <a:spcPts val="0"/>
                </a:spcBef>
                <a:spcAft>
                  <a:spcPts val="0"/>
                </a:spcAft>
                <a:buClr>
                  <a:schemeClr val="dk1"/>
                </a:buClr>
                <a:buSzPts val="2000"/>
                <a:buFont typeface="Meiryo"/>
                <a:buNone/>
              </a:pPr>
              <a:r>
                <a:rPr lang="en-US" sz="2000" b="0" i="0" u="none" strike="noStrike" cap="none">
                  <a:solidFill>
                    <a:schemeClr val="dk1"/>
                  </a:solidFill>
                  <a:latin typeface="Meiryo"/>
                  <a:ea typeface="Meiryo"/>
                  <a:cs typeface="Meiryo"/>
                  <a:sym typeface="Meiryo"/>
                </a:rPr>
                <a:t>New functionality shouldn’t be created during refactoring.</a:t>
              </a:r>
              <a:endParaRPr/>
            </a:p>
          </p:txBody>
        </p:sp>
        <p:sp>
          <p:nvSpPr>
            <p:cNvPr id="400" name="Google Shape;400;p32"/>
            <p:cNvSpPr/>
            <p:nvPr/>
          </p:nvSpPr>
          <p:spPr>
            <a:xfrm>
              <a:off x="0" y="2608026"/>
              <a:ext cx="8770571" cy="1043032"/>
            </a:xfrm>
            <a:prstGeom prst="roundRect">
              <a:avLst>
                <a:gd name="adj" fmla="val 10000"/>
              </a:avLst>
            </a:prstGeom>
            <a:solidFill>
              <a:srgbClr val="F5CE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2"/>
            <p:cNvSpPr/>
            <p:nvPr/>
          </p:nvSpPr>
          <p:spPr>
            <a:xfrm>
              <a:off x="315517" y="2842708"/>
              <a:ext cx="573667" cy="573667"/>
            </a:xfrm>
            <a:prstGeom prst="rect">
              <a:avLst/>
            </a:prstGeom>
            <a:blipFill rotWithShape="1">
              <a:blip r:embed="rId5">
                <a:alphaModFix/>
              </a:blip>
              <a:stretch>
                <a:fillRect/>
              </a:stretch>
            </a:blipFill>
            <a:ln w="127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2"/>
            <p:cNvSpPr/>
            <p:nvPr/>
          </p:nvSpPr>
          <p:spPr>
            <a:xfrm>
              <a:off x="1204702" y="2608026"/>
              <a:ext cx="7565868" cy="104303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2"/>
            <p:cNvSpPr txBox="1"/>
            <p:nvPr/>
          </p:nvSpPr>
          <p:spPr>
            <a:xfrm>
              <a:off x="1204702" y="2608026"/>
              <a:ext cx="7565868" cy="1043032"/>
            </a:xfrm>
            <a:prstGeom prst="rect">
              <a:avLst/>
            </a:prstGeom>
            <a:noFill/>
            <a:ln>
              <a:noFill/>
            </a:ln>
          </p:spPr>
          <p:txBody>
            <a:bodyPr spcFirstLastPara="1" wrap="square" lIns="110375" tIns="110375" rIns="110375" bIns="110375" anchor="ctr" anchorCtr="0">
              <a:noAutofit/>
            </a:bodyPr>
            <a:lstStyle/>
            <a:p>
              <a:pPr marL="0" marR="0" lvl="0" indent="0" algn="l" rtl="0">
                <a:lnSpc>
                  <a:spcPct val="100000"/>
                </a:lnSpc>
                <a:spcBef>
                  <a:spcPts val="0"/>
                </a:spcBef>
                <a:spcAft>
                  <a:spcPts val="0"/>
                </a:spcAft>
                <a:buClr>
                  <a:schemeClr val="dk1"/>
                </a:buClr>
                <a:buSzPts val="2000"/>
                <a:buFont typeface="Meiryo"/>
                <a:buNone/>
              </a:pPr>
              <a:r>
                <a:rPr lang="en-US" sz="2000" b="0" i="0" u="none" strike="noStrike" cap="none">
                  <a:solidFill>
                    <a:schemeClr val="dk1"/>
                  </a:solidFill>
                  <a:latin typeface="Meiryo"/>
                  <a:ea typeface="Meiryo"/>
                  <a:cs typeface="Meiryo"/>
                  <a:sym typeface="Meiryo"/>
                </a:rPr>
                <a:t>All existing tests must pass after refactoring.</a:t>
              </a:r>
              <a:endParaRPr/>
            </a:p>
          </p:txBody>
        </p:sp>
      </p:grpSp>
    </p:spTree>
  </p:cSld>
  <p:clrMapOvr>
    <a:masterClrMapping/>
  </p:clrMapOvr>
</p:sld>
</file>

<file path=ppt/theme/theme1.xml><?xml version="1.0" encoding="utf-8"?>
<a:theme xmlns:a="http://schemas.openxmlformats.org/drawingml/2006/main" name="SketchLinesVTI">
  <a:themeElements>
    <a:clrScheme name="SketchLines">
      <a:dk1>
        <a:srgbClr val="000000"/>
      </a:dk1>
      <a:lt1>
        <a:srgbClr val="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1223</Words>
  <Application>Microsoft Office PowerPoint</Application>
  <PresentationFormat>Widescreen</PresentationFormat>
  <Paragraphs>145</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Corbel</vt:lpstr>
      <vt:lpstr>PT Sans</vt:lpstr>
      <vt:lpstr>Google Sans</vt:lpstr>
      <vt:lpstr>Meiryo</vt:lpstr>
      <vt:lpstr>SketchLinesVTI</vt:lpstr>
      <vt:lpstr>Software Re-Engineering</vt:lpstr>
      <vt:lpstr>Refactoring </vt:lpstr>
      <vt:lpstr>Dirty Code</vt:lpstr>
      <vt:lpstr>Clean Code</vt:lpstr>
      <vt:lpstr>Refactoring Process </vt:lpstr>
      <vt:lpstr>Refactoring Techniques</vt:lpstr>
      <vt:lpstr> 1.Composing Methods</vt:lpstr>
      <vt:lpstr>PowerPoint Presentation</vt:lpstr>
      <vt:lpstr>PowerPoint Presentation</vt:lpstr>
      <vt:lpstr> 2. Moving Features between Objects</vt:lpstr>
      <vt:lpstr>Technique: Move Method  Dirty Code (Feature Envy): A method uses the data of another class more than its own. </vt:lpstr>
      <vt:lpstr>Refactored: Moves the logic to the class that actually owns the data.</vt:lpstr>
      <vt:lpstr> 3.Organizing Data</vt:lpstr>
      <vt:lpstr>Technique: Replace Primitive with Object  Dirty Code (Primitive Obsession): Using a primitive for a concept that has its own logic. </vt:lpstr>
      <vt:lpstr>PowerPoint Presentation</vt:lpstr>
      <vt:lpstr> 4.Simplifying Conditional Expressions</vt:lpstr>
      <vt:lpstr>Technique: Decompose Conditional  Dirty Code: Complicated "if" statements that become a "mess" over time. </vt:lpstr>
      <vt:lpstr>PowerPoint Presentation</vt:lpstr>
      <vt:lpstr>5. Simplifying Method Calls</vt:lpstr>
      <vt:lpstr>Technique: Replace Parameter with Explicit Methods  Dirty Code: A single method that uses a flag to decide what to do (confusing interface). </vt:lpstr>
      <vt:lpstr>PowerPoint Presentation</vt:lpstr>
      <vt:lpstr>6. Dealing with Generalization</vt:lpstr>
      <vt:lpstr>Technique: Pull Up Field/Method  Dirty Code (Duplicate Code): Two subclasses have the exact same field or method. </vt:lpstr>
      <vt:lpstr>PowerPoint Presentation</vt:lpstr>
      <vt:lpstr>Code Smells </vt:lpstr>
      <vt:lpstr> 1. Bloaters</vt:lpstr>
      <vt:lpstr> 2. Object-Orientation Abusers</vt:lpstr>
      <vt:lpstr> 3. Change Preventers</vt:lpstr>
      <vt:lpstr>4. Dispensable</vt:lpstr>
      <vt:lpstr>5. Couplers</vt:lpstr>
      <vt:lpstr>How to refactor</vt:lpstr>
      <vt:lpstr> Checklist of refactoring done right way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Re-Engineering</dc:title>
  <dc:creator>Maqsood</dc:creator>
  <cp:lastModifiedBy>Maqsooda</cp:lastModifiedBy>
  <cp:revision>1</cp:revision>
  <dcterms:created xsi:type="dcterms:W3CDTF">2026-03-02T16:35:27Z</dcterms:created>
  <dcterms:modified xsi:type="dcterms:W3CDTF">2026-03-24T02:54:28Z</dcterms:modified>
</cp:coreProperties>
</file>