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76"/>
  </p:notesMasterIdLst>
  <p:sldIdLst>
    <p:sldId id="960" r:id="rId2"/>
    <p:sldId id="1129" r:id="rId3"/>
    <p:sldId id="964" r:id="rId4"/>
    <p:sldId id="1047" r:id="rId5"/>
    <p:sldId id="1048" r:id="rId6"/>
    <p:sldId id="1049" r:id="rId7"/>
    <p:sldId id="1051" r:id="rId8"/>
    <p:sldId id="1050" r:id="rId9"/>
    <p:sldId id="1052" r:id="rId10"/>
    <p:sldId id="1196" r:id="rId11"/>
    <p:sldId id="1197" r:id="rId12"/>
    <p:sldId id="1198" r:id="rId13"/>
    <p:sldId id="1195" r:id="rId14"/>
    <p:sldId id="1199" r:id="rId15"/>
    <p:sldId id="1200" r:id="rId16"/>
    <p:sldId id="1201" r:id="rId17"/>
    <p:sldId id="1202" r:id="rId18"/>
    <p:sldId id="1061" r:id="rId19"/>
    <p:sldId id="1076" r:id="rId20"/>
    <p:sldId id="1077" r:id="rId21"/>
    <p:sldId id="1078" r:id="rId22"/>
    <p:sldId id="1079" r:id="rId23"/>
    <p:sldId id="1080" r:id="rId24"/>
    <p:sldId id="1215" r:id="rId25"/>
    <p:sldId id="1241" r:id="rId26"/>
    <p:sldId id="1081" r:id="rId27"/>
    <p:sldId id="1213" r:id="rId28"/>
    <p:sldId id="1082" r:id="rId29"/>
    <p:sldId id="1083" r:id="rId30"/>
    <p:sldId id="1084" r:id="rId31"/>
    <p:sldId id="1085" r:id="rId32"/>
    <p:sldId id="1086" r:id="rId33"/>
    <p:sldId id="1087" r:id="rId34"/>
    <p:sldId id="1088" r:id="rId35"/>
    <p:sldId id="1089" r:id="rId36"/>
    <p:sldId id="1090" r:id="rId37"/>
    <p:sldId id="1091" r:id="rId38"/>
    <p:sldId id="1093" r:id="rId39"/>
    <p:sldId id="1092" r:id="rId40"/>
    <p:sldId id="1095" r:id="rId41"/>
    <p:sldId id="1096" r:id="rId42"/>
    <p:sldId id="1098" r:id="rId43"/>
    <p:sldId id="1214" r:id="rId44"/>
    <p:sldId id="1097" r:id="rId45"/>
    <p:sldId id="1104" r:id="rId46"/>
    <p:sldId id="1099" r:id="rId47"/>
    <p:sldId id="1100" r:id="rId48"/>
    <p:sldId id="1102" r:id="rId49"/>
    <p:sldId id="1101" r:id="rId50"/>
    <p:sldId id="1103" r:id="rId51"/>
    <p:sldId id="1105" r:id="rId52"/>
    <p:sldId id="1107" r:id="rId53"/>
    <p:sldId id="1108" r:id="rId54"/>
    <p:sldId id="1109" r:id="rId55"/>
    <p:sldId id="1218" r:id="rId56"/>
    <p:sldId id="1216" r:id="rId57"/>
    <p:sldId id="1239" r:id="rId58"/>
    <p:sldId id="1240" r:id="rId59"/>
    <p:sldId id="1111" r:id="rId60"/>
    <p:sldId id="1112" r:id="rId61"/>
    <p:sldId id="1113" r:id="rId62"/>
    <p:sldId id="1114" r:id="rId63"/>
    <p:sldId id="1115" r:id="rId64"/>
    <p:sldId id="1116" r:id="rId65"/>
    <p:sldId id="1117" r:id="rId66"/>
    <p:sldId id="1118" r:id="rId67"/>
    <p:sldId id="1194" r:id="rId68"/>
    <p:sldId id="1119" r:id="rId69"/>
    <p:sldId id="1192" r:id="rId70"/>
    <p:sldId id="1220" r:id="rId71"/>
    <p:sldId id="1120" r:id="rId72"/>
    <p:sldId id="1121" r:id="rId73"/>
    <p:sldId id="1221" r:id="rId74"/>
    <p:sldId id="1222" r:id="rId75"/>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9252"/>
    <p:restoredTop sz="94364" autoAdjust="0"/>
  </p:normalViewPr>
  <p:slideViewPr>
    <p:cSldViewPr snapToGrid="0" snapToObjects="1">
      <p:cViewPr varScale="1">
        <p:scale>
          <a:sx n="58" d="100"/>
          <a:sy n="58" d="100"/>
        </p:scale>
        <p:origin x="96" y="216"/>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16" Type="http://schemas.openxmlformats.org/officeDocument/2006/relationships/slide" Target="slides/slide1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slide" Target="slides/slide73.xml"/><Relationship Id="rId79" Type="http://schemas.openxmlformats.org/officeDocument/2006/relationships/theme" Target="theme/theme1.xml"/><Relationship Id="rId5" Type="http://schemas.openxmlformats.org/officeDocument/2006/relationships/slide" Target="slides/slide4.xml"/><Relationship Id="rId61" Type="http://schemas.openxmlformats.org/officeDocument/2006/relationships/slide" Target="slides/slide60.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tableStyles" Target="tableStyle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notesMaster" Target="notesMasters/notesMaster1.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29" Type="http://schemas.openxmlformats.org/officeDocument/2006/relationships/slide" Target="slides/slide2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4/2/2025</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(May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added new  8</a:t>
            </a:r>
            <a:r>
              <a:rPr lang="en-US" baseline="30000" dirty="0"/>
              <a:t>th</a:t>
            </a:r>
            <a:r>
              <a:rPr lang="en-US" dirty="0"/>
              <a:t> edition material on middleboxes (and Internet arch), Net neutrality, buffering …</a:t>
            </a:r>
          </a:p>
          <a:p>
            <a:pPr marL="171450" indent="-171450">
              <a:buFont typeface="Arial" panose="020B0604020202020204" pitchFamily="34" charset="0"/>
              <a:buChar char="•"/>
            </a:pPr>
            <a:r>
              <a:rPr lang="en-US" dirty="0"/>
              <a:t>lighter header font</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8.2 (July 2023), changes from 8.0:</a:t>
            </a:r>
          </a:p>
          <a:p>
            <a:pPr marL="171450" indent="-171450">
              <a:buFont typeface="Arial" panose="020B0604020202020204" pitchFamily="34" charset="0"/>
              <a:buChar char="•"/>
            </a:pPr>
            <a:r>
              <a:rPr lang="en-US" dirty="0"/>
              <a:t>some minor updates (e.g., IPv6 stats updated) but not much has changed.</a:t>
            </a:r>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dirty="0"/>
          </a:p>
        </p:txBody>
      </p:sp>
    </p:spTree>
    <p:extLst>
      <p:ext uri="{BB962C8B-B14F-4D97-AF65-F5344CB8AC3E}">
        <p14:creationId xmlns:p14="http://schemas.microsoft.com/office/powerpoint/2010/main" val="207452558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387659726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514612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49075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205333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162544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29612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290820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33748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503431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86290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Text for this animation:</a:t>
            </a:r>
          </a:p>
          <a:p>
            <a:endParaRPr lang="en-US" dirty="0"/>
          </a:p>
          <a:p>
            <a:r>
              <a:rPr lang="en-US" sz="1200" kern="1200" dirty="0">
                <a:solidFill>
                  <a:schemeClr val="tx1"/>
                </a:solidFill>
                <a:effectLst/>
                <a:latin typeface="+mn-lt"/>
                <a:ea typeface="+mn-ea"/>
                <a:cs typeface="+mn-cs"/>
              </a:rPr>
              <a:t>This all works out pretty nice and looks pretty simple!</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But of course the devil is in the details, as the saying goes.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What happens,  for example, when a subset of addresses say in this first range should go to say interface 3, rather than interface 0.  Well, of course we could split the first address range into multiple pieces, and add in this new subrange with its new destination output port.  But it turns out there’s a much simpler and elegant way to do this.  Known as longest prefix matching.</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59993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964343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40512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72057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35333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22623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19</a:t>
            </a:fld>
            <a:endParaRPr lang="en-US" dirty="0"/>
          </a:p>
        </p:txBody>
      </p:sp>
    </p:spTree>
    <p:extLst>
      <p:ext uri="{BB962C8B-B14F-4D97-AF65-F5344CB8AC3E}">
        <p14:creationId xmlns:p14="http://schemas.microsoft.com/office/powerpoint/2010/main" val="291036230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22</a:t>
            </a:fld>
            <a:endParaRPr lang="en-US" dirty="0"/>
          </a:p>
        </p:txBody>
      </p:sp>
    </p:spTree>
    <p:extLst>
      <p:ext uri="{BB962C8B-B14F-4D97-AF65-F5344CB8AC3E}">
        <p14:creationId xmlns:p14="http://schemas.microsoft.com/office/powerpoint/2010/main" val="333428369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23</a:t>
            </a:fld>
            <a:endParaRPr lang="en-US" dirty="0"/>
          </a:p>
        </p:txBody>
      </p:sp>
    </p:spTree>
    <p:extLst>
      <p:ext uri="{BB962C8B-B14F-4D97-AF65-F5344CB8AC3E}">
        <p14:creationId xmlns:p14="http://schemas.microsoft.com/office/powerpoint/2010/main" val="156474343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27876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144976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764984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06122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910829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81535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3148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35450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646543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84251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57364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628738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7798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03205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40194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268989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514298"/>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673532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582434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45</a:t>
            </a:fld>
            <a:endParaRPr lang="en-US" dirty="0"/>
          </a:p>
        </p:txBody>
      </p:sp>
    </p:spTree>
    <p:extLst>
      <p:ext uri="{BB962C8B-B14F-4D97-AF65-F5344CB8AC3E}">
        <p14:creationId xmlns:p14="http://schemas.microsoft.com/office/powerpoint/2010/main" val="257439433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473718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203005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75803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765410"/>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830516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13095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4688098"/>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52057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59</a:t>
            </a:fld>
            <a:endParaRPr lang="en-US" dirty="0"/>
          </a:p>
        </p:txBody>
      </p:sp>
    </p:spTree>
    <p:extLst>
      <p:ext uri="{BB962C8B-B14F-4D97-AF65-F5344CB8AC3E}">
        <p14:creationId xmlns:p14="http://schemas.microsoft.com/office/powerpoint/2010/main" val="224179991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4763660"/>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793623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04935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8253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871756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7275059"/>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4783494"/>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145208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55426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0195442"/>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70</a:t>
            </a:fld>
            <a:endParaRPr lang="en-US" dirty="0"/>
          </a:p>
        </p:txBody>
      </p:sp>
    </p:spTree>
    <p:extLst>
      <p:ext uri="{BB962C8B-B14F-4D97-AF65-F5344CB8AC3E}">
        <p14:creationId xmlns:p14="http://schemas.microsoft.com/office/powerpoint/2010/main" val="156977969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6758047"/>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564787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27.emf"/></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3.xml"/><Relationship Id="rId1" Type="http://schemas.openxmlformats.org/officeDocument/2006/relationships/slideLayout" Target="../slideLayouts/slideLayout3.xml"/><Relationship Id="rId5" Type="http://schemas.openxmlformats.org/officeDocument/2006/relationships/image" Target="../media/image30.png"/><Relationship Id="rId4" Type="http://schemas.openxmlformats.org/officeDocument/2006/relationships/image" Target="../media/image29.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6.xml"/><Relationship Id="rId1" Type="http://schemas.openxmlformats.org/officeDocument/2006/relationships/slideLayout" Target="../slideLayouts/slideLayout2.xml"/><Relationship Id="rId4" Type="http://schemas.openxmlformats.org/officeDocument/2006/relationships/image" Target="../media/image6.png"/></Relationships>
</file>

<file path=ppt/slides/_rels/slide29.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image" Target="../media/image31.png"/><Relationship Id="rId7" Type="http://schemas.openxmlformats.org/officeDocument/2006/relationships/image" Target="../media/image9.png"/><Relationship Id="rId2" Type="http://schemas.openxmlformats.org/officeDocument/2006/relationships/notesSlide" Target="../notesSlides/notesSlide33.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s/_rels/slide3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4.xml"/><Relationship Id="rId1" Type="http://schemas.openxmlformats.org/officeDocument/2006/relationships/slideLayout" Target="../slideLayouts/slideLayout2.xml"/><Relationship Id="rId4" Type="http://schemas.openxmlformats.org/officeDocument/2006/relationships/image" Target="../media/image35.png"/></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36.xml"/><Relationship Id="rId1" Type="http://schemas.openxmlformats.org/officeDocument/2006/relationships/slideLayout" Target="../slideLayouts/slideLayout2.xml"/><Relationship Id="rId4" Type="http://schemas.openxmlformats.org/officeDocument/2006/relationships/image" Target="../media/image37.png"/></Relationships>
</file>

<file path=ppt/slides/_rels/slide3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37.xml"/><Relationship Id="rId1" Type="http://schemas.openxmlformats.org/officeDocument/2006/relationships/slideLayout" Target="../slideLayouts/slideLayout2.xml"/><Relationship Id="rId4" Type="http://schemas.openxmlformats.org/officeDocument/2006/relationships/image" Target="../media/image37.png"/></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65.xml"/><Relationship Id="rId1" Type="http://schemas.openxmlformats.org/officeDocument/2006/relationships/slideLayout" Target="../slideLayouts/slideLayout2.xml"/><Relationship Id="rId4" Type="http://schemas.openxmlformats.org/officeDocument/2006/relationships/image" Target="../media/image40.png"/></Relationships>
</file>

<file path=ppt/slides/_rels/slide68.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66.xml"/><Relationship Id="rId1" Type="http://schemas.openxmlformats.org/officeDocument/2006/relationships/slideLayout" Target="../slideLayouts/slideLayout2.xml"/><Relationship Id="rId4" Type="http://schemas.openxmlformats.org/officeDocument/2006/relationships/image" Target="../media/image40.png"/></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18" Type="http://schemas.openxmlformats.org/officeDocument/2006/relationships/image" Target="../media/image21.png"/><Relationship Id="rId3" Type="http://schemas.openxmlformats.org/officeDocument/2006/relationships/image" Target="../media/image4.png"/><Relationship Id="rId21" Type="http://schemas.openxmlformats.org/officeDocument/2006/relationships/image" Target="../media/image5.png"/><Relationship Id="rId7" Type="http://schemas.openxmlformats.org/officeDocument/2006/relationships/image" Target="../media/image9.png"/><Relationship Id="rId12" Type="http://schemas.openxmlformats.org/officeDocument/2006/relationships/image" Target="../media/image15.png"/><Relationship Id="rId17" Type="http://schemas.openxmlformats.org/officeDocument/2006/relationships/image" Target="../media/image20.png"/><Relationship Id="rId2" Type="http://schemas.openxmlformats.org/officeDocument/2006/relationships/image" Target="../media/image3.png"/><Relationship Id="rId16" Type="http://schemas.openxmlformats.org/officeDocument/2006/relationships/image" Target="../media/image19.png"/><Relationship Id="rId20" Type="http://schemas.openxmlformats.org/officeDocument/2006/relationships/image" Target="../media/image23.png"/><Relationship Id="rId1" Type="http://schemas.openxmlformats.org/officeDocument/2006/relationships/slideLayout" Target="../slideLayouts/slideLayout4.xml"/><Relationship Id="rId6" Type="http://schemas.openxmlformats.org/officeDocument/2006/relationships/image" Target="../media/image8.png"/><Relationship Id="rId11" Type="http://schemas.openxmlformats.org/officeDocument/2006/relationships/image" Target="../media/image14.png"/><Relationship Id="rId5" Type="http://schemas.openxmlformats.org/officeDocument/2006/relationships/image" Target="../media/image7.png"/><Relationship Id="rId15" Type="http://schemas.openxmlformats.org/officeDocument/2006/relationships/image" Target="../media/image18.png"/><Relationship Id="rId10" Type="http://schemas.openxmlformats.org/officeDocument/2006/relationships/image" Target="../media/image13.png"/><Relationship Id="rId19" Type="http://schemas.openxmlformats.org/officeDocument/2006/relationships/image" Target="../media/image22.png"/><Relationship Id="rId4" Type="http://schemas.openxmlformats.org/officeDocument/2006/relationships/image" Target="../media/image6.png"/><Relationship Id="rId9" Type="http://schemas.openxmlformats.org/officeDocument/2006/relationships/image" Target="../media/image12.png"/><Relationship Id="rId14" Type="http://schemas.openxmlformats.org/officeDocument/2006/relationships/image" Target="../media/image17.png"/></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4</a:t>
            </a:r>
            <a:br>
              <a:rPr lang="en-US" altLang="en-US" sz="6000" b="1" dirty="0">
                <a:solidFill>
                  <a:srgbClr val="000099"/>
                </a:solidFill>
                <a:latin typeface="+mj-lt"/>
              </a:rPr>
            </a:br>
            <a:r>
              <a:rPr lang="en-US" altLang="en-US" sz="5400" b="1" dirty="0">
                <a:solidFill>
                  <a:srgbClr val="000099"/>
                </a:solidFill>
                <a:latin typeface="+mj-lt"/>
              </a:rPr>
              <a:t>Network Layer:</a:t>
            </a:r>
          </a:p>
          <a:p>
            <a:pPr eaLnBrk="1" hangingPunct="1">
              <a:lnSpc>
                <a:spcPct val="85000"/>
              </a:lnSpc>
            </a:pPr>
            <a:r>
              <a:rPr lang="en-US" altLang="en-US" sz="5400" b="1" dirty="0">
                <a:solidFill>
                  <a:srgbClr val="000099"/>
                </a:solidFill>
                <a:latin typeface="+mj-lt"/>
              </a:rPr>
              <a:t>Data Plane</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1996-2020</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Network layer: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network layer services, focusing on data plane:</a:t>
            </a:r>
          </a:p>
          <a:p>
            <a:pPr lvl="1">
              <a:buFont typeface="Arial"/>
              <a:buChar char="•"/>
              <a:defRPr/>
            </a:pPr>
            <a:r>
              <a:rPr lang="en-US" sz="2800" dirty="0"/>
              <a:t>network layer service models</a:t>
            </a:r>
          </a:p>
          <a:p>
            <a:pPr lvl="1">
              <a:buFont typeface="Arial"/>
              <a:buChar char="•"/>
              <a:defRPr/>
            </a:pPr>
            <a:r>
              <a:rPr lang="en-US" sz="2800" dirty="0"/>
              <a:t>forwarding versus routing</a:t>
            </a:r>
          </a:p>
          <a:p>
            <a:pPr lvl="1">
              <a:buFont typeface="Arial"/>
              <a:buChar char="•"/>
              <a:defRPr/>
            </a:pPr>
            <a:r>
              <a:rPr lang="en-US" sz="2800" dirty="0"/>
              <a:t>how a router works</a:t>
            </a:r>
          </a:p>
          <a:p>
            <a:pPr lvl="1">
              <a:buFont typeface="Arial"/>
              <a:buChar char="•"/>
              <a:defRPr/>
            </a:pPr>
            <a:r>
              <a:rPr lang="en-US" sz="2800" dirty="0"/>
              <a:t>addressing</a:t>
            </a:r>
          </a:p>
          <a:p>
            <a:pPr lvl="1">
              <a:buFont typeface="Arial"/>
              <a:buChar char="•"/>
              <a:defRPr/>
            </a:pPr>
            <a:r>
              <a:rPr lang="en-US" sz="2800" dirty="0"/>
              <a:t>generalized forwarding</a:t>
            </a:r>
          </a:p>
          <a:p>
            <a:pPr lvl="1">
              <a:buFont typeface="Arial"/>
              <a:buChar char="•"/>
              <a:defRPr/>
            </a:pPr>
            <a:r>
              <a:rPr lang="en-US" sz="2800" dirty="0"/>
              <a:t>Internet architecture</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172199" y="1572573"/>
            <a:ext cx="5584371" cy="4351338"/>
          </a:xfrm>
        </p:spPr>
        <p:txBody>
          <a:bodyPr>
            <a:normAutofit/>
          </a:bodyPr>
          <a:lstStyle/>
          <a:p>
            <a:pPr marL="407988" indent="-277813"/>
            <a:r>
              <a:rPr lang="en-US" sz="3200" dirty="0"/>
              <a:t>instantiation, implementation in the Internet</a:t>
            </a:r>
          </a:p>
          <a:p>
            <a:pPr lvl="1"/>
            <a:r>
              <a:rPr lang="en-US" sz="2800" dirty="0"/>
              <a:t>IP protocol</a:t>
            </a:r>
          </a:p>
          <a:p>
            <a:pPr lvl="1"/>
            <a:r>
              <a:rPr lang="en-US" sz="2800" dirty="0"/>
              <a:t>NAT, middleboxes</a:t>
            </a:r>
          </a:p>
        </p:txBody>
      </p:sp>
      <p:sp>
        <p:nvSpPr>
          <p:cNvPr id="5" name="Slide Number Placeholder 4">
            <a:extLst>
              <a:ext uri="{FF2B5EF4-FFF2-40B4-BE49-F238E27FC236}">
                <a16:creationId xmlns:a16="http://schemas.microsoft.com/office/drawing/2014/main" id="{AF90DE33-80BA-7C4C-A2DC-16FEA33E29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a:t>
            </a:fld>
            <a:endParaRPr lang="en-US" dirty="0"/>
          </a:p>
        </p:txBody>
      </p:sp>
    </p:spTree>
    <p:extLst>
      <p:ext uri="{BB962C8B-B14F-4D97-AF65-F5344CB8AC3E}">
        <p14:creationId xmlns:p14="http://schemas.microsoft.com/office/powerpoint/2010/main" val="4100286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pPr>
            <a:r>
              <a:rPr lang="en-US" altLang="en-US" sz="3200" dirty="0">
                <a:solidFill>
                  <a:srgbClr val="CC0000"/>
                </a:solidFill>
                <a:ea typeface="ＭＳ Ｐゴシック" panose="020B0600070205080204" pitchFamily="34" charset="-128"/>
                <a:cs typeface="Arial" panose="020B0604020202020204" pitchFamily="34" charset="0"/>
              </a:rPr>
              <a:t>Network layer: overview</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data plane</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control plane</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r>
              <a:rPr lang="en-US" altLang="en-US" sz="3200" dirty="0">
                <a:ea typeface="ＭＳ Ｐゴシック" panose="020B0600070205080204" pitchFamily="34" charset="-128"/>
                <a:cs typeface="ＭＳ Ｐゴシック" panose="020B0600070205080204" pitchFamily="34" charset="-128"/>
              </a:rPr>
              <a:t>Generalized Forwarding, SDN</a:t>
            </a:r>
          </a:p>
          <a:p>
            <a:pPr lvl="1">
              <a:spcBef>
                <a:spcPts val="0"/>
              </a:spcBef>
            </a:pPr>
            <a:r>
              <a:rPr lang="en-US" altLang="en-US" sz="2800" dirty="0">
                <a:ea typeface="ＭＳ Ｐゴシック" panose="020B0600070205080204" pitchFamily="34" charset="-128"/>
              </a:rPr>
              <a:t>Match+action</a:t>
            </a:r>
          </a:p>
          <a:p>
            <a:pPr lvl="1">
              <a:spcBef>
                <a:spcPts val="0"/>
              </a:spcBef>
            </a:pPr>
            <a:r>
              <a:rPr lang="en-US" altLang="en-US" sz="2800" dirty="0">
                <a:ea typeface="ＭＳ Ｐゴシック" panose="020B0600070205080204" pitchFamily="34" charset="-128"/>
              </a:rPr>
              <a:t>OpenFlow: match+action in action</a:t>
            </a:r>
          </a:p>
          <a:p>
            <a:pPr marL="407988" indent="-277813">
              <a:spcBef>
                <a:spcPts val="600"/>
              </a:spcBef>
            </a:pPr>
            <a:r>
              <a:rPr lang="en-US" altLang="en-US" sz="3200" dirty="0">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3</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 ports, switching, output ports</a:t>
            </a:r>
          </a:p>
          <a:p>
            <a:pPr lvl="1">
              <a:spcBef>
                <a:spcPts val="0"/>
              </a:spcBef>
            </a:pPr>
            <a:r>
              <a:rPr lang="en-US" altLang="ja-JP" sz="2800" dirty="0">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0"/>
              </a:spcBef>
            </a:pPr>
            <a:r>
              <a:rPr lang="en-US" altLang="en-US" sz="2800" dirty="0">
                <a:ea typeface="ＭＳ Ｐゴシック" panose="020B0600070205080204" pitchFamily="34" charset="-128"/>
                <a:cs typeface="Arial" panose="020B0604020202020204" pitchFamily="34" charset="0"/>
              </a:rPr>
              <a:t>datagram format</a:t>
            </a:r>
          </a:p>
          <a:p>
            <a:pPr lvl="1">
              <a:spcBef>
                <a:spcPts val="0"/>
              </a:spcBef>
            </a:pPr>
            <a:r>
              <a:rPr lang="en-US" altLang="en-US" sz="2800" dirty="0">
                <a:ea typeface="ＭＳ Ｐゴシック" panose="020B0600070205080204" pitchFamily="34" charset="-128"/>
                <a:cs typeface="Arial" panose="020B0604020202020204" pitchFamily="34" charset="0"/>
              </a:rPr>
              <a:t>addressing</a:t>
            </a:r>
          </a:p>
          <a:p>
            <a:pPr lvl="1">
              <a:spcBef>
                <a:spcPts val="0"/>
              </a:spcBef>
            </a:pPr>
            <a:r>
              <a:rPr lang="en-US" altLang="en-US" sz="2800" dirty="0">
                <a:ea typeface="ＭＳ Ｐゴシック" panose="020B0600070205080204" pitchFamily="34" charset="-128"/>
                <a:cs typeface="Arial" panose="020B0604020202020204" pitchFamily="34" charset="0"/>
              </a:rPr>
              <a:t>network address translation</a:t>
            </a:r>
          </a:p>
          <a:p>
            <a:pPr lvl="1">
              <a:spcBef>
                <a:spcPts val="0"/>
              </a:spcBef>
            </a:pPr>
            <a:r>
              <a:rPr lang="en-US" altLang="en-US" sz="2800" dirty="0">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851074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
                                            <p:txEl>
                                              <p:pRg st="3" end="3"/>
                                            </p:txEl>
                                          </p:spTgt>
                                        </p:tgtEl>
                                        <p:attrNameLst>
                                          <p:attrName>style.visibility</p:attrName>
                                        </p:attrNameLst>
                                      </p:cBhvr>
                                      <p:to>
                                        <p:strVal val="visible"/>
                                      </p:to>
                                    </p:set>
                                    <p:animEffect transition="in" filter="dissolve">
                                      <p:cBhvr>
                                        <p:cTn id="18" dur="500"/>
                                        <p:tgtEl>
                                          <p:spTgt spid="10">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Network-layer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617981" cy="528434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transport segment from sending to receiving host </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sender: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encapsulates segments into datagrams, passes to link layer</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receiver: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delivers segments to transport layer protocol</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 layer protocols in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every Internet device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hosts, routers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routers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examines header fields in all IP datagrams passing through it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moves datagrams from input ports to output ports to transfer datagrams along end-end path</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74" name="Group 473">
            <a:extLst>
              <a:ext uri="{FF2B5EF4-FFF2-40B4-BE49-F238E27FC236}">
                <a16:creationId xmlns:a16="http://schemas.microsoft.com/office/drawing/2014/main" id="{68802756-5E0F-D142-AA8F-2D274E297BB1}"/>
              </a:ext>
            </a:extLst>
          </p:cNvPr>
          <p:cNvGrpSpPr/>
          <p:nvPr/>
        </p:nvGrpSpPr>
        <p:grpSpPr>
          <a:xfrm>
            <a:off x="6571713" y="2686293"/>
            <a:ext cx="1038308" cy="956788"/>
            <a:chOff x="6571713" y="2686293"/>
            <a:chExt cx="1038308" cy="956788"/>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55" name="Group 454">
              <a:extLst>
                <a:ext uri="{FF2B5EF4-FFF2-40B4-BE49-F238E27FC236}">
                  <a16:creationId xmlns:a16="http://schemas.microsoft.com/office/drawing/2014/main" id="{F51EF82F-6B76-1D43-BDCE-36A16F512D10}"/>
                </a:ext>
              </a:extLst>
            </p:cNvPr>
            <p:cNvGrpSpPr/>
            <p:nvPr/>
          </p:nvGrpSpPr>
          <p:grpSpPr>
            <a:xfrm>
              <a:off x="6571713" y="2686293"/>
              <a:ext cx="764135" cy="854075"/>
              <a:chOff x="6571713" y="2686293"/>
              <a:chExt cx="764135" cy="854075"/>
            </a:xfrm>
          </p:grpSpPr>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9" name="Straight Connector 8">
                <a:extLst>
                  <a:ext uri="{FF2B5EF4-FFF2-40B4-BE49-F238E27FC236}">
                    <a16:creationId xmlns:a16="http://schemas.microsoft.com/office/drawing/2014/main" id="{3862EE7F-63B9-EE4A-8A32-E1BB698AA3F2}"/>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929A4F7E-FE01-E545-A0B9-9F724FDE264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BD3F59DE-C12C-D645-AC9D-20A80143D6BE}"/>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7757E2F0-9B94-084A-90A0-8529D1B757E6}"/>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4" name="Group 463">
            <a:extLst>
              <a:ext uri="{FF2B5EF4-FFF2-40B4-BE49-F238E27FC236}">
                <a16:creationId xmlns:a16="http://schemas.microsoft.com/office/drawing/2014/main" id="{6D7E4C2B-1DC3-2A4C-90A6-0BDE31D46D3B}"/>
              </a:ext>
            </a:extLst>
          </p:cNvPr>
          <p:cNvGrpSpPr/>
          <p:nvPr/>
        </p:nvGrpSpPr>
        <p:grpSpPr>
          <a:xfrm>
            <a:off x="10202006" y="5357871"/>
            <a:ext cx="970347" cy="854075"/>
            <a:chOff x="10202006" y="5357871"/>
            <a:chExt cx="970347" cy="854075"/>
          </a:xfrm>
        </p:grpSpPr>
        <p:sp>
          <p:nvSpPr>
            <p:cNvPr id="530" name="Freeform 917">
              <a:extLst>
                <a:ext uri="{FF2B5EF4-FFF2-40B4-BE49-F238E27FC236}">
                  <a16:creationId xmlns:a16="http://schemas.microsoft.com/office/drawing/2014/main" id="{88BB7911-0614-1748-A570-7F1CD9A39BB8}"/>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1" name="Group 530">
              <a:extLst>
                <a:ext uri="{FF2B5EF4-FFF2-40B4-BE49-F238E27FC236}">
                  <a16:creationId xmlns:a16="http://schemas.microsoft.com/office/drawing/2014/main" id="{19A9DE1D-45C9-C144-A1C0-784FDCD971D3}"/>
                </a:ext>
              </a:extLst>
            </p:cNvPr>
            <p:cNvGrpSpPr/>
            <p:nvPr/>
          </p:nvGrpSpPr>
          <p:grpSpPr>
            <a:xfrm>
              <a:off x="10408218" y="5357871"/>
              <a:ext cx="764135" cy="854075"/>
              <a:chOff x="6571713" y="2686293"/>
              <a:chExt cx="764135" cy="854075"/>
            </a:xfrm>
          </p:grpSpPr>
          <p:sp>
            <p:nvSpPr>
              <p:cNvPr id="532" name="Rectangle 228">
                <a:extLst>
                  <a:ext uri="{FF2B5EF4-FFF2-40B4-BE49-F238E27FC236}">
                    <a16:creationId xmlns:a16="http://schemas.microsoft.com/office/drawing/2014/main" id="{5DD713FD-EA40-9B4B-802C-3AF871B580F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3" name="Rectangle 229">
                <a:extLst>
                  <a:ext uri="{FF2B5EF4-FFF2-40B4-BE49-F238E27FC236}">
                    <a16:creationId xmlns:a16="http://schemas.microsoft.com/office/drawing/2014/main" id="{719538F1-BB3F-A747-B46B-E825372287C2}"/>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4" name="Text Box 230">
                <a:extLst>
                  <a:ext uri="{FF2B5EF4-FFF2-40B4-BE49-F238E27FC236}">
                    <a16:creationId xmlns:a16="http://schemas.microsoft.com/office/drawing/2014/main" id="{67AF1768-8AEF-FD44-8A30-E764E9F88B70}"/>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35" name="Straight Connector 534">
                <a:extLst>
                  <a:ext uri="{FF2B5EF4-FFF2-40B4-BE49-F238E27FC236}">
                    <a16:creationId xmlns:a16="http://schemas.microsoft.com/office/drawing/2014/main" id="{22CAF256-C57E-8848-9992-472431799A88}"/>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7573D7D3-A7AB-0B4F-A08C-BA6A7E07CA0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211E2459-6D52-2248-81F0-411DFD34BC1D}"/>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50F9C417-B611-7043-A15F-F361AA3E9B74}"/>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60901EC0-CB41-754B-B4DA-85BC262C3E55}"/>
              </a:ext>
            </a:extLst>
          </p:cNvPr>
          <p:cNvGrpSpPr/>
          <p:nvPr/>
        </p:nvGrpSpPr>
        <p:grpSpPr>
          <a:xfrm>
            <a:off x="7774998" y="3463448"/>
            <a:ext cx="3007624" cy="1690703"/>
            <a:chOff x="7774998" y="3463448"/>
            <a:chExt cx="3007624" cy="1690703"/>
          </a:xfrm>
        </p:grpSpPr>
        <p:grpSp>
          <p:nvGrpSpPr>
            <p:cNvPr id="458" name="Group 457">
              <a:extLst>
                <a:ext uri="{FF2B5EF4-FFF2-40B4-BE49-F238E27FC236}">
                  <a16:creationId xmlns:a16="http://schemas.microsoft.com/office/drawing/2014/main" id="{B4570A0C-5E2B-7C40-89EC-C23D39A482DA}"/>
                </a:ext>
              </a:extLst>
            </p:cNvPr>
            <p:cNvGrpSpPr/>
            <p:nvPr/>
          </p:nvGrpSpPr>
          <p:grpSpPr>
            <a:xfrm>
              <a:off x="7774998" y="4090572"/>
              <a:ext cx="571917" cy="577694"/>
              <a:chOff x="7774998" y="4090572"/>
              <a:chExt cx="571917" cy="577694"/>
            </a:xfrm>
          </p:grpSpPr>
          <p:sp>
            <p:nvSpPr>
              <p:cNvPr id="575" name="Freeform 917">
                <a:extLst>
                  <a:ext uri="{FF2B5EF4-FFF2-40B4-BE49-F238E27FC236}">
                    <a16:creationId xmlns:a16="http://schemas.microsoft.com/office/drawing/2014/main" id="{23F7F5C6-92E3-C040-BD26-8FBF5B6476F1}"/>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6" name="Group 575">
                <a:extLst>
                  <a:ext uri="{FF2B5EF4-FFF2-40B4-BE49-F238E27FC236}">
                    <a16:creationId xmlns:a16="http://schemas.microsoft.com/office/drawing/2014/main" id="{E45930EA-CBF5-A94B-B8A6-7DD15266A71D}"/>
                  </a:ext>
                </a:extLst>
              </p:cNvPr>
              <p:cNvGrpSpPr/>
              <p:nvPr/>
            </p:nvGrpSpPr>
            <p:grpSpPr>
              <a:xfrm>
                <a:off x="7774998" y="4206600"/>
                <a:ext cx="571917" cy="461666"/>
                <a:chOff x="9980560" y="726571"/>
                <a:chExt cx="659732" cy="461666"/>
              </a:xfrm>
            </p:grpSpPr>
            <p:sp>
              <p:nvSpPr>
                <p:cNvPr id="577" name="Rectangle 228">
                  <a:extLst>
                    <a:ext uri="{FF2B5EF4-FFF2-40B4-BE49-F238E27FC236}">
                      <a16:creationId xmlns:a16="http://schemas.microsoft.com/office/drawing/2014/main" id="{7E692C2A-D1BF-0D4C-B32B-089A3522A6A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8" name="Rectangle 229">
                  <a:extLst>
                    <a:ext uri="{FF2B5EF4-FFF2-40B4-BE49-F238E27FC236}">
                      <a16:creationId xmlns:a16="http://schemas.microsoft.com/office/drawing/2014/main" id="{48E2C8F8-BEC3-2F43-8CBC-8EDE87C1274B}"/>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9" name="Text Box 230">
                  <a:extLst>
                    <a:ext uri="{FF2B5EF4-FFF2-40B4-BE49-F238E27FC236}">
                      <a16:creationId xmlns:a16="http://schemas.microsoft.com/office/drawing/2014/main" id="{FDE32090-CC8A-8241-9AA0-5E1A3B04495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0" name="Straight Connector 579">
                  <a:extLst>
                    <a:ext uri="{FF2B5EF4-FFF2-40B4-BE49-F238E27FC236}">
                      <a16:creationId xmlns:a16="http://schemas.microsoft.com/office/drawing/2014/main" id="{C9A663DC-B3E2-E244-A55A-89E7E902796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6DA0B88E-C18A-5449-904A-0022412086E7}"/>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59" name="Group 458">
              <a:extLst>
                <a:ext uri="{FF2B5EF4-FFF2-40B4-BE49-F238E27FC236}">
                  <a16:creationId xmlns:a16="http://schemas.microsoft.com/office/drawing/2014/main" id="{1E322C66-C2C1-C349-B912-5AA0767A8324}"/>
                </a:ext>
              </a:extLst>
            </p:cNvPr>
            <p:cNvGrpSpPr/>
            <p:nvPr/>
          </p:nvGrpSpPr>
          <p:grpSpPr>
            <a:xfrm>
              <a:off x="8692628" y="3463448"/>
              <a:ext cx="571917" cy="574365"/>
              <a:chOff x="8692628" y="3463448"/>
              <a:chExt cx="571917" cy="574365"/>
            </a:xfrm>
          </p:grpSpPr>
          <p:sp>
            <p:nvSpPr>
              <p:cNvPr id="573" name="Freeform 917">
                <a:extLst>
                  <a:ext uri="{FF2B5EF4-FFF2-40B4-BE49-F238E27FC236}">
                    <a16:creationId xmlns:a16="http://schemas.microsoft.com/office/drawing/2014/main" id="{09253F5C-3E18-6A4E-86CE-63A57FDD27F0}"/>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2" name="Group 581">
                <a:extLst>
                  <a:ext uri="{FF2B5EF4-FFF2-40B4-BE49-F238E27FC236}">
                    <a16:creationId xmlns:a16="http://schemas.microsoft.com/office/drawing/2014/main" id="{2B3B79E0-A9CA-8343-BC50-944B3D057C83}"/>
                  </a:ext>
                </a:extLst>
              </p:cNvPr>
              <p:cNvGrpSpPr/>
              <p:nvPr/>
            </p:nvGrpSpPr>
            <p:grpSpPr>
              <a:xfrm>
                <a:off x="8692628" y="3463448"/>
                <a:ext cx="571917" cy="461666"/>
                <a:chOff x="9980560" y="726571"/>
                <a:chExt cx="659732" cy="461666"/>
              </a:xfrm>
            </p:grpSpPr>
            <p:sp>
              <p:nvSpPr>
                <p:cNvPr id="583" name="Rectangle 228">
                  <a:extLst>
                    <a:ext uri="{FF2B5EF4-FFF2-40B4-BE49-F238E27FC236}">
                      <a16:creationId xmlns:a16="http://schemas.microsoft.com/office/drawing/2014/main" id="{E7793237-B524-9348-8D4A-2C1027CD2AC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4" name="Rectangle 229">
                  <a:extLst>
                    <a:ext uri="{FF2B5EF4-FFF2-40B4-BE49-F238E27FC236}">
                      <a16:creationId xmlns:a16="http://schemas.microsoft.com/office/drawing/2014/main" id="{5F0972A7-9FB8-4E4A-9B5E-39F0D7CDC82A}"/>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5" name="Text Box 230">
                  <a:extLst>
                    <a:ext uri="{FF2B5EF4-FFF2-40B4-BE49-F238E27FC236}">
                      <a16:creationId xmlns:a16="http://schemas.microsoft.com/office/drawing/2014/main" id="{B600132A-08D1-5845-B328-72B9C0CEC49A}"/>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6" name="Straight Connector 585">
                  <a:extLst>
                    <a:ext uri="{FF2B5EF4-FFF2-40B4-BE49-F238E27FC236}">
                      <a16:creationId xmlns:a16="http://schemas.microsoft.com/office/drawing/2014/main" id="{0C4F0C12-1A41-BA45-B327-EE0A215695B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4A0EA22A-33EB-C945-8E74-EB8BC9C330C4}"/>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0" name="Group 459">
              <a:extLst>
                <a:ext uri="{FF2B5EF4-FFF2-40B4-BE49-F238E27FC236}">
                  <a16:creationId xmlns:a16="http://schemas.microsoft.com/office/drawing/2014/main" id="{6480027A-C6CF-D74D-A342-F3EE54633FA0}"/>
                </a:ext>
              </a:extLst>
            </p:cNvPr>
            <p:cNvGrpSpPr/>
            <p:nvPr/>
          </p:nvGrpSpPr>
          <p:grpSpPr>
            <a:xfrm>
              <a:off x="9846130" y="3502221"/>
              <a:ext cx="571917" cy="607211"/>
              <a:chOff x="9846130" y="3502221"/>
              <a:chExt cx="571917" cy="607211"/>
            </a:xfrm>
          </p:grpSpPr>
          <p:sp>
            <p:nvSpPr>
              <p:cNvPr id="574" name="Freeform 917">
                <a:extLst>
                  <a:ext uri="{FF2B5EF4-FFF2-40B4-BE49-F238E27FC236}">
                    <a16:creationId xmlns:a16="http://schemas.microsoft.com/office/drawing/2014/main" id="{846385EA-7D91-F547-BC81-FC77126DF237}"/>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0318DF36-59E8-B646-A5EA-22C52DB7533C}"/>
                  </a:ext>
                </a:extLst>
              </p:cNvPr>
              <p:cNvGrpSpPr/>
              <p:nvPr/>
            </p:nvGrpSpPr>
            <p:grpSpPr>
              <a:xfrm>
                <a:off x="9846130" y="3502221"/>
                <a:ext cx="571917" cy="461666"/>
                <a:chOff x="9980560" y="726571"/>
                <a:chExt cx="659732" cy="461666"/>
              </a:xfrm>
            </p:grpSpPr>
            <p:sp>
              <p:nvSpPr>
                <p:cNvPr id="590" name="Rectangle 228">
                  <a:extLst>
                    <a:ext uri="{FF2B5EF4-FFF2-40B4-BE49-F238E27FC236}">
                      <a16:creationId xmlns:a16="http://schemas.microsoft.com/office/drawing/2014/main" id="{131C8400-834E-5345-B332-0CA44FC7426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1" name="Rectangle 229">
                  <a:extLst>
                    <a:ext uri="{FF2B5EF4-FFF2-40B4-BE49-F238E27FC236}">
                      <a16:creationId xmlns:a16="http://schemas.microsoft.com/office/drawing/2014/main" id="{55AFC556-EB02-774A-AF5B-36D0B2144B8F}"/>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2" name="Text Box 230">
                  <a:extLst>
                    <a:ext uri="{FF2B5EF4-FFF2-40B4-BE49-F238E27FC236}">
                      <a16:creationId xmlns:a16="http://schemas.microsoft.com/office/drawing/2014/main" id="{8D3E0672-2F8A-B948-9454-93F597182C93}"/>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93" name="Straight Connector 592">
                  <a:extLst>
                    <a:ext uri="{FF2B5EF4-FFF2-40B4-BE49-F238E27FC236}">
                      <a16:creationId xmlns:a16="http://schemas.microsoft.com/office/drawing/2014/main" id="{8D2F48EB-4CEE-D44B-8209-C126FF35BBE2}"/>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0248C143-6367-CE41-9442-465AEAB8C7A6}"/>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1" name="Group 460">
              <a:extLst>
                <a:ext uri="{FF2B5EF4-FFF2-40B4-BE49-F238E27FC236}">
                  <a16:creationId xmlns:a16="http://schemas.microsoft.com/office/drawing/2014/main" id="{D0C86AC5-6FCF-FF4A-BC5F-A236021B8F1A}"/>
                </a:ext>
              </a:extLst>
            </p:cNvPr>
            <p:cNvGrpSpPr/>
            <p:nvPr/>
          </p:nvGrpSpPr>
          <p:grpSpPr>
            <a:xfrm>
              <a:off x="9554792" y="4299763"/>
              <a:ext cx="571917" cy="630904"/>
              <a:chOff x="9554792" y="4299763"/>
              <a:chExt cx="571917" cy="630904"/>
            </a:xfrm>
          </p:grpSpPr>
          <p:sp>
            <p:nvSpPr>
              <p:cNvPr id="595" name="Freeform 917">
                <a:extLst>
                  <a:ext uri="{FF2B5EF4-FFF2-40B4-BE49-F238E27FC236}">
                    <a16:creationId xmlns:a16="http://schemas.microsoft.com/office/drawing/2014/main" id="{5ED6F1FC-EC2E-3248-A181-32D9CFD8B2B9}"/>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F3F36025-2038-BC49-AF0C-2475C376E0E9}"/>
                  </a:ext>
                </a:extLst>
              </p:cNvPr>
              <p:cNvGrpSpPr/>
              <p:nvPr/>
            </p:nvGrpSpPr>
            <p:grpSpPr>
              <a:xfrm>
                <a:off x="9554792" y="4299763"/>
                <a:ext cx="571917" cy="461666"/>
                <a:chOff x="9980560" y="726571"/>
                <a:chExt cx="659732" cy="461666"/>
              </a:xfrm>
            </p:grpSpPr>
            <p:sp>
              <p:nvSpPr>
                <p:cNvPr id="568" name="Rectangle 228">
                  <a:extLst>
                    <a:ext uri="{FF2B5EF4-FFF2-40B4-BE49-F238E27FC236}">
                      <a16:creationId xmlns:a16="http://schemas.microsoft.com/office/drawing/2014/main" id="{ED5E50F7-5461-574C-9AF9-CB79813E9BB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9" name="Rectangle 229">
                  <a:extLst>
                    <a:ext uri="{FF2B5EF4-FFF2-40B4-BE49-F238E27FC236}">
                      <a16:creationId xmlns:a16="http://schemas.microsoft.com/office/drawing/2014/main" id="{2F7C9861-2086-4945-8713-75641140A37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0" name="Text Box 230">
                  <a:extLst>
                    <a:ext uri="{FF2B5EF4-FFF2-40B4-BE49-F238E27FC236}">
                      <a16:creationId xmlns:a16="http://schemas.microsoft.com/office/drawing/2014/main" id="{12582F5C-7D7F-2140-8A3F-3E4115557DF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71" name="Straight Connector 570">
                  <a:extLst>
                    <a:ext uri="{FF2B5EF4-FFF2-40B4-BE49-F238E27FC236}">
                      <a16:creationId xmlns:a16="http://schemas.microsoft.com/office/drawing/2014/main" id="{4562A11B-D98F-9E4C-8877-765050F91F2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2D978BF9-AAF0-644C-A151-30CDCA01EAA8}"/>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2" name="Group 461">
              <a:extLst>
                <a:ext uri="{FF2B5EF4-FFF2-40B4-BE49-F238E27FC236}">
                  <a16:creationId xmlns:a16="http://schemas.microsoft.com/office/drawing/2014/main" id="{22F3DB9F-6BFB-3D4D-9EE3-40BAB140C142}"/>
                </a:ext>
              </a:extLst>
            </p:cNvPr>
            <p:cNvGrpSpPr/>
            <p:nvPr/>
          </p:nvGrpSpPr>
          <p:grpSpPr>
            <a:xfrm>
              <a:off x="10153753" y="4577638"/>
              <a:ext cx="628869" cy="576513"/>
              <a:chOff x="10153753" y="4577638"/>
              <a:chExt cx="628869" cy="576513"/>
            </a:xfrm>
          </p:grpSpPr>
          <p:sp>
            <p:nvSpPr>
              <p:cNvPr id="596" name="Freeform 917">
                <a:extLst>
                  <a:ext uri="{FF2B5EF4-FFF2-40B4-BE49-F238E27FC236}">
                    <a16:creationId xmlns:a16="http://schemas.microsoft.com/office/drawing/2014/main" id="{879A7AD4-7015-EA48-8AC1-1D4830161CB6}"/>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1" name="Group 560">
                <a:extLst>
                  <a:ext uri="{FF2B5EF4-FFF2-40B4-BE49-F238E27FC236}">
                    <a16:creationId xmlns:a16="http://schemas.microsoft.com/office/drawing/2014/main" id="{C29EA216-1A13-4648-B304-50B3793355C6}"/>
                  </a:ext>
                </a:extLst>
              </p:cNvPr>
              <p:cNvGrpSpPr/>
              <p:nvPr/>
            </p:nvGrpSpPr>
            <p:grpSpPr>
              <a:xfrm>
                <a:off x="10210705" y="4577638"/>
                <a:ext cx="571917" cy="461666"/>
                <a:chOff x="9980560" y="726571"/>
                <a:chExt cx="659732" cy="461666"/>
              </a:xfrm>
            </p:grpSpPr>
            <p:sp>
              <p:nvSpPr>
                <p:cNvPr id="562" name="Rectangle 228">
                  <a:extLst>
                    <a:ext uri="{FF2B5EF4-FFF2-40B4-BE49-F238E27FC236}">
                      <a16:creationId xmlns:a16="http://schemas.microsoft.com/office/drawing/2014/main" id="{DE075DD4-ED42-6A4D-AE73-7FF16B94014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229">
                  <a:extLst>
                    <a:ext uri="{FF2B5EF4-FFF2-40B4-BE49-F238E27FC236}">
                      <a16:creationId xmlns:a16="http://schemas.microsoft.com/office/drawing/2014/main" id="{F7259EAC-8796-1E43-A2F4-D2BFE8251B24}"/>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4" name="Text Box 230">
                  <a:extLst>
                    <a:ext uri="{FF2B5EF4-FFF2-40B4-BE49-F238E27FC236}">
                      <a16:creationId xmlns:a16="http://schemas.microsoft.com/office/drawing/2014/main" id="{1FFEDBB2-C626-674C-897C-7265632ACAB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65" name="Straight Connector 564">
                  <a:extLst>
                    <a:ext uri="{FF2B5EF4-FFF2-40B4-BE49-F238E27FC236}">
                      <a16:creationId xmlns:a16="http://schemas.microsoft.com/office/drawing/2014/main" id="{219CCEA3-E9D0-E24D-8DA6-838694003D8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3166A4C7-E5AA-FA45-9EA8-29BB7351E88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57" name="Freeform 456">
            <a:extLst>
              <a:ext uri="{FF2B5EF4-FFF2-40B4-BE49-F238E27FC236}">
                <a16:creationId xmlns:a16="http://schemas.microsoft.com/office/drawing/2014/main" id="{C29E3841-9511-CE48-9C97-7A796907B706}"/>
              </a:ext>
            </a:extLst>
          </p:cNvPr>
          <p:cNvSpPr/>
          <p:nvPr/>
        </p:nvSpPr>
        <p:spPr>
          <a:xfrm>
            <a:off x="7288696" y="3114260"/>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B7C8E70B-CD71-5344-8A10-A97CD4A21DD6}"/>
              </a:ext>
            </a:extLst>
          </p:cNvPr>
          <p:cNvGrpSpPr/>
          <p:nvPr/>
        </p:nvGrpSpPr>
        <p:grpSpPr>
          <a:xfrm>
            <a:off x="6543892" y="2922262"/>
            <a:ext cx="3175" cy="379738"/>
            <a:chOff x="6543892" y="2922262"/>
            <a:chExt cx="3175" cy="379738"/>
          </a:xfrm>
        </p:grpSpPr>
        <p:cxnSp>
          <p:nvCxnSpPr>
            <p:cNvPr id="4" name="Straight Arrow Connector 3">
              <a:extLst>
                <a:ext uri="{FF2B5EF4-FFF2-40B4-BE49-F238E27FC236}">
                  <a16:creationId xmlns:a16="http://schemas.microsoft.com/office/drawing/2014/main" id="{6BDA0B02-D308-914F-B9AF-9B30A608DC39}"/>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57B8E898-44FB-B841-AE65-AE09A8A0CFEB}"/>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B56D1341-8122-3F4B-B605-EEF86D2EC3FE}"/>
              </a:ext>
            </a:extLst>
          </p:cNvPr>
          <p:cNvGrpSpPr/>
          <p:nvPr/>
        </p:nvGrpSpPr>
        <p:grpSpPr>
          <a:xfrm>
            <a:off x="11233367" y="5608312"/>
            <a:ext cx="3175" cy="379738"/>
            <a:chOff x="6543892" y="2922262"/>
            <a:chExt cx="3175" cy="379738"/>
          </a:xfrm>
        </p:grpSpPr>
        <p:cxnSp>
          <p:nvCxnSpPr>
            <p:cNvPr id="542" name="Straight Arrow Connector 541">
              <a:extLst>
                <a:ext uri="{FF2B5EF4-FFF2-40B4-BE49-F238E27FC236}">
                  <a16:creationId xmlns:a16="http://schemas.microsoft.com/office/drawing/2014/main" id="{8548ACDB-2213-B74B-9620-96BE011EBED2}"/>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B997A270-0B54-B346-940E-141C5BCBA349}"/>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544" name="Slide Number Placeholder 4">
            <a:extLst>
              <a:ext uri="{FF2B5EF4-FFF2-40B4-BE49-F238E27FC236}">
                <a16:creationId xmlns:a16="http://schemas.microsoft.com/office/drawing/2014/main" id="{78A6B799-8B01-D64E-9924-2C0FA4115D5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a:t>
            </a:fld>
            <a:endParaRPr lang="en-US" dirty="0"/>
          </a:p>
        </p:txBody>
      </p:sp>
    </p:spTree>
    <p:extLst>
      <p:ext uri="{BB962C8B-B14F-4D97-AF65-F5344CB8AC3E}">
        <p14:creationId xmlns:p14="http://schemas.microsoft.com/office/powerpoint/2010/main" val="277286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par>
                                <p:cTn id="8" presetID="22" presetClass="entr" presetSubtype="2" fill="hold" nodeType="withEffect">
                                  <p:stCondLst>
                                    <p:cond delay="0"/>
                                  </p:stCondLst>
                                  <p:childTnLst>
                                    <p:set>
                                      <p:cBhvr>
                                        <p:cTn id="9" dur="1" fill="hold">
                                          <p:stCondLst>
                                            <p:cond delay="0"/>
                                          </p:stCondLst>
                                        </p:cTn>
                                        <p:tgtEl>
                                          <p:spTgt spid="474"/>
                                        </p:tgtEl>
                                        <p:attrNameLst>
                                          <p:attrName>style.visibility</p:attrName>
                                        </p:attrNameLst>
                                      </p:cBhvr>
                                      <p:to>
                                        <p:strVal val="visible"/>
                                      </p:to>
                                    </p:set>
                                    <p:animEffect transition="in" filter="wipe(right)">
                                      <p:cBhvr>
                                        <p:cTn id="10" dur="500"/>
                                        <p:tgtEl>
                                          <p:spTgt spid="474"/>
                                        </p:tgtEl>
                                      </p:cBhvr>
                                    </p:animEffect>
                                  </p:childTnLst>
                                </p:cTn>
                              </p:par>
                              <p:par>
                                <p:cTn id="11" presetID="22" presetClass="entr" presetSubtype="8" fill="hold" nodeType="withEffect">
                                  <p:stCondLst>
                                    <p:cond delay="0"/>
                                  </p:stCondLst>
                                  <p:childTnLst>
                                    <p:set>
                                      <p:cBhvr>
                                        <p:cTn id="12" dur="1" fill="hold">
                                          <p:stCondLst>
                                            <p:cond delay="0"/>
                                          </p:stCondLst>
                                        </p:cTn>
                                        <p:tgtEl>
                                          <p:spTgt spid="464"/>
                                        </p:tgtEl>
                                        <p:attrNameLst>
                                          <p:attrName>style.visibility</p:attrName>
                                        </p:attrNameLst>
                                      </p:cBhvr>
                                      <p:to>
                                        <p:strVal val="visible"/>
                                      </p:to>
                                    </p:set>
                                    <p:animEffect transition="in" filter="wipe(left)">
                                      <p:cBhvr>
                                        <p:cTn id="13" dur="500"/>
                                        <p:tgtEl>
                                          <p:spTgt spid="464"/>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1" end="1"/>
                                            </p:txEl>
                                          </p:spTgt>
                                        </p:tgtEl>
                                        <p:attrNameLst>
                                          <p:attrName>style.visibility</p:attrName>
                                        </p:attrNameLst>
                                      </p:cBhvr>
                                      <p:to>
                                        <p:strVal val="visible"/>
                                      </p:to>
                                    </p:set>
                                    <p:animEffect transition="in" filter="dissolve">
                                      <p:cBhvr>
                                        <p:cTn id="16" dur="500"/>
                                        <p:tgtEl>
                                          <p:spTgt spid="6">
                                            <p:txEl>
                                              <p:pRg st="1" end="1"/>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2" end="2"/>
                                            </p:txEl>
                                          </p:spTgt>
                                        </p:tgtEl>
                                        <p:attrNameLst>
                                          <p:attrName>style.visibility</p:attrName>
                                        </p:attrNameLst>
                                      </p:cBhvr>
                                      <p:to>
                                        <p:strVal val="visible"/>
                                      </p:to>
                                    </p:set>
                                    <p:animEffect transition="in" filter="dissolve">
                                      <p:cBhvr>
                                        <p:cTn id="19" dur="500"/>
                                        <p:tgtEl>
                                          <p:spTgt spid="6">
                                            <p:txEl>
                                              <p:pRg st="2" end="2"/>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par>
                                <p:cTn id="23" presetID="9" presetClass="entr" presetSubtype="0" fill="hold" nodeType="withEffect">
                                  <p:stCondLst>
                                    <p:cond delay="0"/>
                                  </p:stCondLst>
                                  <p:childTnLst>
                                    <p:set>
                                      <p:cBhvr>
                                        <p:cTn id="24" dur="1" fill="hold">
                                          <p:stCondLst>
                                            <p:cond delay="0"/>
                                          </p:stCondLst>
                                        </p:cTn>
                                        <p:tgtEl>
                                          <p:spTgt spid="541"/>
                                        </p:tgtEl>
                                        <p:attrNameLst>
                                          <p:attrName>style.visibility</p:attrName>
                                        </p:attrNameLst>
                                      </p:cBhvr>
                                      <p:to>
                                        <p:strVal val="visible"/>
                                      </p:to>
                                    </p:set>
                                    <p:animEffect transition="in" filter="dissolve">
                                      <p:cBhvr>
                                        <p:cTn id="25" dur="500"/>
                                        <p:tgtEl>
                                          <p:spTgt spid="541"/>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par>
                          <p:cTn id="31" fill="hold">
                            <p:stCondLst>
                              <p:cond delay="500"/>
                            </p:stCondLst>
                            <p:childTnLst>
                              <p:par>
                                <p:cTn id="32" presetID="9" presetClass="entr" presetSubtype="0" fill="hold" nodeType="afterEffect">
                                  <p:stCondLst>
                                    <p:cond delay="0"/>
                                  </p:stCondLst>
                                  <p:childTnLst>
                                    <p:set>
                                      <p:cBhvr>
                                        <p:cTn id="33" dur="1" fill="hold">
                                          <p:stCondLst>
                                            <p:cond delay="0"/>
                                          </p:stCondLst>
                                        </p:cTn>
                                        <p:tgtEl>
                                          <p:spTgt spid="473"/>
                                        </p:tgtEl>
                                        <p:attrNameLst>
                                          <p:attrName>style.visibility</p:attrName>
                                        </p:attrNameLst>
                                      </p:cBhvr>
                                      <p:to>
                                        <p:strVal val="visible"/>
                                      </p:to>
                                    </p:set>
                                    <p:animEffect transition="in" filter="dissolve">
                                      <p:cBhvr>
                                        <p:cTn id="34" dur="1000"/>
                                        <p:tgtEl>
                                          <p:spTgt spid="47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6">
                                            <p:txEl>
                                              <p:pRg st="4" end="4"/>
                                            </p:txEl>
                                          </p:spTgt>
                                        </p:tgtEl>
                                        <p:attrNameLst>
                                          <p:attrName>style.visibility</p:attrName>
                                        </p:attrNameLst>
                                      </p:cBhvr>
                                      <p:to>
                                        <p:strVal val="visible"/>
                                      </p:to>
                                    </p:set>
                                    <p:animEffect transition="in" filter="dissolve">
                                      <p:cBhvr>
                                        <p:cTn id="39" dur="500"/>
                                        <p:tgtEl>
                                          <p:spTgt spid="6">
                                            <p:txEl>
                                              <p:pRg st="4" end="4"/>
                                            </p:txEl>
                                          </p:spTgt>
                                        </p:tgtEl>
                                      </p:cBhvr>
                                    </p:animEffect>
                                  </p:childTnLst>
                                </p:cTn>
                              </p:par>
                            </p:childTnLst>
                          </p:cTn>
                        </p:par>
                        <p:par>
                          <p:cTn id="40" fill="hold">
                            <p:stCondLst>
                              <p:cond delay="500"/>
                            </p:stCondLst>
                            <p:childTnLst>
                              <p:par>
                                <p:cTn id="41" presetID="9" presetClass="entr" presetSubtype="0" fill="hold" grpId="0" nodeType="afterEffect">
                                  <p:stCondLst>
                                    <p:cond delay="0"/>
                                  </p:stCondLst>
                                  <p:childTnLst>
                                    <p:set>
                                      <p:cBhvr>
                                        <p:cTn id="42" dur="1" fill="hold">
                                          <p:stCondLst>
                                            <p:cond delay="0"/>
                                          </p:stCondLst>
                                        </p:cTn>
                                        <p:tgtEl>
                                          <p:spTgt spid="457"/>
                                        </p:tgtEl>
                                        <p:attrNameLst>
                                          <p:attrName>style.visibility</p:attrName>
                                        </p:attrNameLst>
                                      </p:cBhvr>
                                      <p:to>
                                        <p:strVal val="visible"/>
                                      </p:to>
                                    </p:set>
                                    <p:animEffect transition="in" filter="dissolve">
                                      <p:cBhvr>
                                        <p:cTn id="43" dur="1000"/>
                                        <p:tgtEl>
                                          <p:spTgt spid="457"/>
                                        </p:tgtEl>
                                      </p:cBhvr>
                                    </p:animEffect>
                                  </p:childTnLst>
                                </p:cTn>
                              </p:par>
                              <p:par>
                                <p:cTn id="44" presetID="9" presetClass="entr" presetSubtype="0" fill="hold" nodeType="withEffect">
                                  <p:stCondLst>
                                    <p:cond delay="0"/>
                                  </p:stCondLst>
                                  <p:childTnLst>
                                    <p:set>
                                      <p:cBhvr>
                                        <p:cTn id="45" dur="1" fill="hold">
                                          <p:stCondLst>
                                            <p:cond delay="0"/>
                                          </p:stCondLst>
                                        </p:cTn>
                                        <p:tgtEl>
                                          <p:spTgt spid="6">
                                            <p:txEl>
                                              <p:pRg st="5" end="5"/>
                                            </p:txEl>
                                          </p:spTgt>
                                        </p:tgtEl>
                                        <p:attrNameLst>
                                          <p:attrName>style.visibility</p:attrName>
                                        </p:attrNameLst>
                                      </p:cBhvr>
                                      <p:to>
                                        <p:strVal val="visible"/>
                                      </p:to>
                                    </p:set>
                                    <p:animEffect transition="in" filter="dissolve">
                                      <p:cBhvr>
                                        <p:cTn id="46" dur="500"/>
                                        <p:tgtEl>
                                          <p:spTgt spid="6">
                                            <p:txEl>
                                              <p:pRg st="5" end="5"/>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6">
                                            <p:txEl>
                                              <p:pRg st="6" end="6"/>
                                            </p:txEl>
                                          </p:spTgt>
                                        </p:tgtEl>
                                        <p:attrNameLst>
                                          <p:attrName>style.visibility</p:attrName>
                                        </p:attrNameLst>
                                      </p:cBhvr>
                                      <p:to>
                                        <p:strVal val="visible"/>
                                      </p:to>
                                    </p:set>
                                    <p:animEffect transition="in" filter="dissolve">
                                      <p:cBhvr>
                                        <p:cTn id="49"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Two key network-layer functions</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77956" y="1666601"/>
            <a:ext cx="5181600" cy="1890791"/>
          </a:xfrm>
        </p:spPr>
        <p:txBody>
          <a:bodyPr/>
          <a:lstStyle/>
          <a:p>
            <a:pPr marL="0" indent="0">
              <a:spcBef>
                <a:spcPts val="600"/>
              </a:spcBef>
              <a:buNone/>
            </a:pPr>
            <a:r>
              <a:rPr lang="en-US" altLang="en-US" sz="3200" dirty="0">
                <a:solidFill>
                  <a:srgbClr val="CC0000"/>
                </a:solidFill>
                <a:ea typeface="ＭＳ Ｐゴシック" panose="020B0600070205080204" pitchFamily="34" charset="-128"/>
                <a:cs typeface="ＭＳ Ｐゴシック" panose="020B0600070205080204" pitchFamily="34" charset="-128"/>
              </a:rPr>
              <a:t>network-layer functions:</a:t>
            </a:r>
          </a:p>
          <a:p>
            <a:pPr indent="-234950">
              <a:spcBef>
                <a:spcPts val="600"/>
              </a:spcBef>
            </a:pPr>
            <a:r>
              <a:rPr lang="en-US" altLang="en-US" i="1" dirty="0">
                <a:solidFill>
                  <a:srgbClr val="000099"/>
                </a:solidFill>
                <a:ea typeface="ＭＳ Ｐゴシック" panose="020B0600070205080204" pitchFamily="34" charset="-128"/>
                <a:cs typeface="ＭＳ Ｐゴシック" panose="020B0600070205080204" pitchFamily="34" charset="-128"/>
              </a:rPr>
              <a:t>forwarding:</a:t>
            </a:r>
            <a:r>
              <a:rPr lang="en-US" altLang="en-US" dirty="0">
                <a:ea typeface="ＭＳ Ｐゴシック" panose="020B0600070205080204" pitchFamily="34" charset="-128"/>
                <a:cs typeface="ＭＳ Ｐゴシック" panose="020B0600070205080204" pitchFamily="34" charset="-128"/>
              </a:rPr>
              <a:t> move packets from a router’</a:t>
            </a:r>
            <a:r>
              <a:rPr lang="en-US" altLang="ja-JP" dirty="0">
                <a:ea typeface="ＭＳ Ｐゴシック" panose="020B0600070205080204" pitchFamily="34" charset="-128"/>
                <a:cs typeface="ＭＳ Ｐゴシック" panose="020B0600070205080204" pitchFamily="34" charset="-128"/>
              </a:rPr>
              <a:t>s input link to appropriate router output link</a:t>
            </a:r>
          </a:p>
          <a:p>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172200" y="1693105"/>
            <a:ext cx="5181600" cy="4351338"/>
          </a:xfrm>
        </p:spPr>
        <p:txBody>
          <a:bodyPr/>
          <a:lstStyle/>
          <a:p>
            <a:pPr marL="342900" indent="-342900">
              <a:lnSpc>
                <a:spcPct val="85000"/>
              </a:lnSpc>
              <a:spcBef>
                <a:spcPts val="600"/>
              </a:spcBef>
              <a:buClr>
                <a:srgbClr val="000099"/>
              </a:buClr>
              <a:buSzPct val="65000"/>
              <a:buFont typeface="Wingdings" charset="0"/>
              <a:buNone/>
              <a:defRPr/>
            </a:pPr>
            <a:r>
              <a:rPr lang="en-US" sz="3200" dirty="0">
                <a:solidFill>
                  <a:srgbClr val="CC0000"/>
                </a:solidFill>
                <a:ea typeface="ＭＳ Ｐゴシック" charset="0"/>
                <a:cs typeface="ＭＳ Ｐゴシック" charset="0"/>
              </a:rPr>
              <a:t>analogy: taking a trip</a:t>
            </a:r>
          </a:p>
          <a:p>
            <a:pPr indent="-234950">
              <a:lnSpc>
                <a:spcPct val="85000"/>
              </a:lnSpc>
              <a:spcBef>
                <a:spcPts val="600"/>
              </a:spcBef>
              <a:buClr>
                <a:srgbClr val="000099"/>
              </a:buClr>
              <a:buSzPct val="100000"/>
              <a:buFont typeface="Wingdings" charset="2"/>
              <a:buChar char="§"/>
              <a:defRPr/>
            </a:pPr>
            <a:r>
              <a:rPr lang="en-US" i="1" dirty="0">
                <a:solidFill>
                  <a:srgbClr val="000099"/>
                </a:solidFill>
                <a:ea typeface="ＭＳ Ｐゴシック" charset="0"/>
                <a:cs typeface="ＭＳ Ｐゴシック" charset="0"/>
              </a:rPr>
              <a:t>forwarding</a:t>
            </a:r>
            <a:r>
              <a:rPr lang="en-US" i="1" dirty="0">
                <a:solidFill>
                  <a:schemeClr val="accent2"/>
                </a:solidFill>
                <a:ea typeface="ＭＳ Ｐゴシック" charset="0"/>
                <a:cs typeface="ＭＳ Ｐゴシック" charset="0"/>
              </a:rPr>
              <a:t>:</a:t>
            </a:r>
            <a:r>
              <a:rPr lang="en-US" dirty="0">
                <a:ea typeface="ＭＳ Ｐゴシック" charset="0"/>
                <a:cs typeface="ＭＳ Ｐゴシック" charset="0"/>
              </a:rPr>
              <a:t> process of getting through single interchange</a:t>
            </a:r>
          </a:p>
          <a:p>
            <a:pPr marL="130175" indent="0">
              <a:buNone/>
            </a:pPr>
            <a:endParaRPr lang="en-US" dirty="0"/>
          </a:p>
        </p:txBody>
      </p:sp>
      <p:grpSp>
        <p:nvGrpSpPr>
          <p:cNvPr id="12" name="Group 11">
            <a:extLst>
              <a:ext uri="{FF2B5EF4-FFF2-40B4-BE49-F238E27FC236}">
                <a16:creationId xmlns:a16="http://schemas.microsoft.com/office/drawing/2014/main" id="{68371013-A5FC-6449-8EBD-FFD24F88C1EA}"/>
              </a:ext>
            </a:extLst>
          </p:cNvPr>
          <p:cNvGrpSpPr/>
          <p:nvPr/>
        </p:nvGrpSpPr>
        <p:grpSpPr>
          <a:xfrm>
            <a:off x="6519334" y="4075932"/>
            <a:ext cx="2227101" cy="1745933"/>
            <a:chOff x="6519334" y="4075932"/>
            <a:chExt cx="2227101" cy="1745933"/>
          </a:xfrm>
        </p:grpSpPr>
        <p:pic>
          <p:nvPicPr>
            <p:cNvPr id="7" name="Picture 4" descr="Why traffic apps make congestion worse | Berkeley News">
              <a:extLst>
                <a:ext uri="{FF2B5EF4-FFF2-40B4-BE49-F238E27FC236}">
                  <a16:creationId xmlns:a16="http://schemas.microsoft.com/office/drawing/2014/main" id="{CD6CA999-26EA-C043-A05F-7FF647C236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06213" y="4075932"/>
              <a:ext cx="2140222" cy="142681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296BA12-D229-844C-A5E1-61D8CC428F53}"/>
                </a:ext>
              </a:extLst>
            </p:cNvPr>
            <p:cNvSpPr txBox="1"/>
            <p:nvPr/>
          </p:nvSpPr>
          <p:spPr>
            <a:xfrm>
              <a:off x="6519334" y="5452533"/>
              <a:ext cx="12092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forwarding</a:t>
              </a:r>
            </a:p>
          </p:txBody>
        </p:sp>
      </p:grpSp>
      <p:grpSp>
        <p:nvGrpSpPr>
          <p:cNvPr id="13" name="Group 12">
            <a:extLst>
              <a:ext uri="{FF2B5EF4-FFF2-40B4-BE49-F238E27FC236}">
                <a16:creationId xmlns:a16="http://schemas.microsoft.com/office/drawing/2014/main" id="{88DBC121-CDA2-B741-8F45-B80ACE3E69DE}"/>
              </a:ext>
            </a:extLst>
          </p:cNvPr>
          <p:cNvGrpSpPr/>
          <p:nvPr/>
        </p:nvGrpSpPr>
        <p:grpSpPr>
          <a:xfrm>
            <a:off x="8314267" y="4706696"/>
            <a:ext cx="2953118" cy="1640102"/>
            <a:chOff x="8314267" y="4706696"/>
            <a:chExt cx="2953118" cy="1640102"/>
          </a:xfrm>
        </p:grpSpPr>
        <p:pic>
          <p:nvPicPr>
            <p:cNvPr id="9" name="Picture 8">
              <a:extLst>
                <a:ext uri="{FF2B5EF4-FFF2-40B4-BE49-F238E27FC236}">
                  <a16:creationId xmlns:a16="http://schemas.microsoft.com/office/drawing/2014/main" id="{7884099A-DDCA-7547-BE60-5A9CFCE7F631}"/>
                </a:ext>
              </a:extLst>
            </p:cNvPr>
            <p:cNvPicPr>
              <a:picLocks noChangeAspect="1"/>
            </p:cNvPicPr>
            <p:nvPr/>
          </p:nvPicPr>
          <p:blipFill>
            <a:blip r:embed="rId4"/>
            <a:stretch>
              <a:fillRect/>
            </a:stretch>
          </p:blipFill>
          <p:spPr>
            <a:xfrm>
              <a:off x="8415131" y="4706696"/>
              <a:ext cx="2852254" cy="1323319"/>
            </a:xfrm>
            <a:prstGeom prst="rect">
              <a:avLst/>
            </a:prstGeom>
          </p:spPr>
        </p:pic>
        <p:sp>
          <p:nvSpPr>
            <p:cNvPr id="10" name="TextBox 9">
              <a:extLst>
                <a:ext uri="{FF2B5EF4-FFF2-40B4-BE49-F238E27FC236}">
                  <a16:creationId xmlns:a16="http://schemas.microsoft.com/office/drawing/2014/main" id="{781A4B5F-43BE-FB43-AF10-E92F839A199B}"/>
                </a:ext>
              </a:extLst>
            </p:cNvPr>
            <p:cNvSpPr txBox="1"/>
            <p:nvPr/>
          </p:nvSpPr>
          <p:spPr>
            <a:xfrm>
              <a:off x="8314267" y="5977466"/>
              <a:ext cx="86543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routing</a:t>
              </a:r>
            </a:p>
          </p:txBody>
        </p:sp>
      </p:grpSp>
      <p:sp>
        <p:nvSpPr>
          <p:cNvPr id="11" name="Content Placeholder 3">
            <a:extLst>
              <a:ext uri="{FF2B5EF4-FFF2-40B4-BE49-F238E27FC236}">
                <a16:creationId xmlns:a16="http://schemas.microsoft.com/office/drawing/2014/main" id="{D007BA21-27F4-4642-B902-0EF872DFA1E0}"/>
              </a:ext>
            </a:extLst>
          </p:cNvPr>
          <p:cNvSpPr txBox="1">
            <a:spLocks/>
          </p:cNvSpPr>
          <p:nvPr/>
        </p:nvSpPr>
        <p:spPr>
          <a:xfrm>
            <a:off x="6183682" y="3026965"/>
            <a:ext cx="5181600" cy="8792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routing:</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process of planning trip from source to destination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Content Placeholder 2">
            <a:extLst>
              <a:ext uri="{FF2B5EF4-FFF2-40B4-BE49-F238E27FC236}">
                <a16:creationId xmlns:a16="http://schemas.microsoft.com/office/drawing/2014/main" id="{E9D472C9-435D-D347-A485-D65E6F2FE2CE}"/>
              </a:ext>
            </a:extLst>
          </p:cNvPr>
          <p:cNvSpPr txBox="1">
            <a:spLocks/>
          </p:cNvSpPr>
          <p:nvPr/>
        </p:nvSpPr>
        <p:spPr>
          <a:xfrm>
            <a:off x="880044" y="3441526"/>
            <a:ext cx="5181600" cy="18569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routing: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determine route taken by packets from source to destination</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algorithms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Slide Number Placeholder 4">
            <a:extLst>
              <a:ext uri="{FF2B5EF4-FFF2-40B4-BE49-F238E27FC236}">
                <a16:creationId xmlns:a16="http://schemas.microsoft.com/office/drawing/2014/main" id="{5320A79B-30CD-5748-9442-313B2CD2B8B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a:t>
            </a:fld>
            <a:endParaRPr lang="en-US" dirty="0"/>
          </a:p>
        </p:txBody>
      </p:sp>
    </p:spTree>
    <p:extLst>
      <p:ext uri="{BB962C8B-B14F-4D97-AF65-F5344CB8AC3E}">
        <p14:creationId xmlns:p14="http://schemas.microsoft.com/office/powerpoint/2010/main" val="912255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par>
                                <p:cTn id="21" presetID="9"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dissolve">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Network layer: data plane, control plane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771938" y="1534078"/>
            <a:ext cx="4621697" cy="4351338"/>
          </a:xfrm>
        </p:spPr>
        <p:txBody>
          <a:bodyPr>
            <a:normAutofit/>
          </a:bodyPr>
          <a:lstStyle/>
          <a:p>
            <a:pPr marL="0" indent="0">
              <a:buFont typeface="Wingdings" charset="2"/>
              <a:buNone/>
              <a:defRPr/>
            </a:pPr>
            <a:r>
              <a:rPr lang="en-US" sz="3200" dirty="0">
                <a:solidFill>
                  <a:srgbClr val="CC0000"/>
                </a:solidFill>
              </a:rPr>
              <a:t>Data plane:</a:t>
            </a:r>
          </a:p>
          <a:p>
            <a:pPr marL="292100" indent="-292100">
              <a:spcBef>
                <a:spcPts val="600"/>
              </a:spcBef>
              <a:buFont typeface="Wingdings" charset="2"/>
              <a:buChar char="§"/>
              <a:defRPr/>
            </a:pPr>
            <a:r>
              <a:rPr lang="en-US" i="1" dirty="0">
                <a:solidFill>
                  <a:srgbClr val="0000A3"/>
                </a:solidFill>
              </a:rPr>
              <a:t>local</a:t>
            </a:r>
            <a:r>
              <a:rPr lang="en-US" dirty="0"/>
              <a:t>, per-router function</a:t>
            </a:r>
          </a:p>
          <a:p>
            <a:pPr marL="292100" indent="-292100">
              <a:spcBef>
                <a:spcPts val="600"/>
              </a:spcBef>
              <a:buFont typeface="Wingdings" charset="2"/>
              <a:buChar char="§"/>
              <a:defRPr/>
            </a:pPr>
            <a:r>
              <a:rPr lang="en-US" dirty="0"/>
              <a:t>determines how datagram arriving on router input port is forwarded to router output port</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1547331"/>
            <a:ext cx="5502965" cy="4614932"/>
          </a:xfrm>
        </p:spPr>
        <p:txBody>
          <a:bodyPr>
            <a:normAutofit/>
          </a:bodyPr>
          <a:lstStyle/>
          <a:p>
            <a:pPr marL="0" indent="0">
              <a:buFont typeface="Wingdings" charset="2"/>
              <a:buNone/>
              <a:defRPr/>
            </a:pPr>
            <a:r>
              <a:rPr lang="en-US" sz="3200" dirty="0">
                <a:solidFill>
                  <a:srgbClr val="CC0000"/>
                </a:solidFill>
              </a:rPr>
              <a:t>Control plane</a:t>
            </a:r>
          </a:p>
          <a:p>
            <a:pPr marL="228600" indent="-228600">
              <a:spcBef>
                <a:spcPts val="600"/>
              </a:spcBef>
              <a:defRPr/>
            </a:pPr>
            <a:r>
              <a:rPr lang="en-US" i="1" dirty="0">
                <a:solidFill>
                  <a:srgbClr val="0000A3"/>
                </a:solidFill>
              </a:rPr>
              <a:t>network-wide</a:t>
            </a:r>
            <a:r>
              <a:rPr lang="en-US" dirty="0"/>
              <a:t> logic</a:t>
            </a:r>
          </a:p>
          <a:p>
            <a:pPr marL="228600" indent="-228600">
              <a:spcBef>
                <a:spcPts val="600"/>
              </a:spcBef>
              <a:defRPr/>
            </a:pPr>
            <a:r>
              <a:rPr lang="en-US" dirty="0"/>
              <a:t>determines how datagram is routed among routers along end-end path from source host to destination host</a:t>
            </a:r>
          </a:p>
          <a:p>
            <a:endParaRPr lang="en-US" dirty="0"/>
          </a:p>
        </p:txBody>
      </p:sp>
      <p:grpSp>
        <p:nvGrpSpPr>
          <p:cNvPr id="34" name="Group 8">
            <a:extLst>
              <a:ext uri="{FF2B5EF4-FFF2-40B4-BE49-F238E27FC236}">
                <a16:creationId xmlns:a16="http://schemas.microsoft.com/office/drawing/2014/main" id="{A631C563-0189-334C-BAD6-5E7863CB03FA}"/>
              </a:ext>
            </a:extLst>
          </p:cNvPr>
          <p:cNvGrpSpPr>
            <a:grpSpLocks/>
          </p:cNvGrpSpPr>
          <p:nvPr/>
        </p:nvGrpSpPr>
        <p:grpSpPr bwMode="auto">
          <a:xfrm>
            <a:off x="1181100" y="4260145"/>
            <a:ext cx="3643313" cy="1582738"/>
            <a:chOff x="842050" y="4767952"/>
            <a:chExt cx="3644169" cy="1582996"/>
          </a:xfrm>
        </p:grpSpPr>
        <p:sp>
          <p:nvSpPr>
            <p:cNvPr id="35" name="Freeform 2">
              <a:extLst>
                <a:ext uri="{FF2B5EF4-FFF2-40B4-BE49-F238E27FC236}">
                  <a16:creationId xmlns:a16="http://schemas.microsoft.com/office/drawing/2014/main" id="{4BAC525B-86C4-444C-8006-DE0779B6AF01}"/>
                </a:ext>
              </a:extLst>
            </p:cNvPr>
            <p:cNvSpPr>
              <a:spLocks/>
            </p:cNvSpPr>
            <p:nvPr/>
          </p:nvSpPr>
          <p:spPr bwMode="auto">
            <a:xfrm>
              <a:off x="2591886" y="5436399"/>
              <a:ext cx="1894333" cy="914549"/>
            </a:xfrm>
            <a:custGeom>
              <a:avLst/>
              <a:gdLst>
                <a:gd name="T0" fmla="*/ 1611 w 10001"/>
                <a:gd name="T1" fmla="*/ 374679 h 10125"/>
                <a:gd name="T2" fmla="*/ 287991 w 10001"/>
                <a:gd name="T3" fmla="*/ 147961 h 10125"/>
                <a:gd name="T4" fmla="*/ 1260716 w 10001"/>
                <a:gd name="T5" fmla="*/ 93322 h 10125"/>
                <a:gd name="T6" fmla="*/ 2011909 w 10001"/>
                <a:gd name="T7" fmla="*/ 0 h 10125"/>
                <a:gd name="T8" fmla="*/ 2706712 w 10001"/>
                <a:gd name="T9" fmla="*/ 93600 h 10125"/>
                <a:gd name="T10" fmla="*/ 3255305 w 10001"/>
                <a:gd name="T11" fmla="*/ 46104 h 10125"/>
                <a:gd name="T12" fmla="*/ 4023415 w 10001"/>
                <a:gd name="T13" fmla="*/ 277276 h 10125"/>
                <a:gd name="T14" fmla="*/ 3463544 w 10001"/>
                <a:gd name="T15" fmla="*/ 630526 h 10125"/>
                <a:gd name="T16" fmla="*/ 2817478 w 10001"/>
                <a:gd name="T17" fmla="*/ 864758 h 10125"/>
                <a:gd name="T18" fmla="*/ 2137577 w 10001"/>
                <a:gd name="T19" fmla="*/ 820324 h 10125"/>
                <a:gd name="T20" fmla="*/ 1760571 w 10001"/>
                <a:gd name="T21" fmla="*/ 919490 h 10125"/>
                <a:gd name="T22" fmla="*/ 1264743 w 10001"/>
                <a:gd name="T23" fmla="*/ 929416 h 10125"/>
                <a:gd name="T24" fmla="*/ 877667 w 10001"/>
                <a:gd name="T25" fmla="*/ 732382 h 10125"/>
                <a:gd name="T26" fmla="*/ 478105 w 10001"/>
                <a:gd name="T27" fmla="*/ 695276 h 10125"/>
                <a:gd name="T28" fmla="*/ 1611 w 10001"/>
                <a:gd name="T29" fmla="*/ 374679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gradFill flip="none" rotWithShape="1">
              <a:gsLst>
                <a:gs pos="0">
                  <a:srgbClr val="66CCFF"/>
                </a:gs>
                <a:gs pos="100000">
                  <a:srgbClr val="FFFFFF"/>
                </a:gs>
                <a:gs pos="50000">
                  <a:srgbClr val="FFFFFF"/>
                </a:gs>
              </a:gsLst>
              <a:lin ang="0" scaled="1"/>
              <a:tileRect/>
            </a:gra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cxnSp>
          <p:nvCxnSpPr>
            <p:cNvPr id="36" name="Straight Connector 35">
              <a:extLst>
                <a:ext uri="{FF2B5EF4-FFF2-40B4-BE49-F238E27FC236}">
                  <a16:creationId xmlns:a16="http://schemas.microsoft.com/office/drawing/2014/main" id="{7D15FAE8-03F8-BA4A-951E-9D4D23E6D586}"/>
                </a:ext>
              </a:extLst>
            </p:cNvPr>
            <p:cNvCxnSpPr/>
            <p:nvPr/>
          </p:nvCxnSpPr>
          <p:spPr>
            <a:xfrm flipV="1">
              <a:off x="3261968" y="5558656"/>
              <a:ext cx="500180" cy="157189"/>
            </a:xfrm>
            <a:prstGeom prst="line">
              <a:avLst/>
            </a:prstGeom>
            <a:noFill/>
            <a:ln w="12700" cap="flat" cmpd="sng" algn="ctr">
              <a:solidFill>
                <a:srgbClr val="000000"/>
              </a:solidFill>
              <a:prstDash val="solid"/>
            </a:ln>
            <a:effectLst/>
          </p:spPr>
        </p:cxnSp>
        <p:cxnSp>
          <p:nvCxnSpPr>
            <p:cNvPr id="37" name="Straight Connector 36">
              <a:extLst>
                <a:ext uri="{FF2B5EF4-FFF2-40B4-BE49-F238E27FC236}">
                  <a16:creationId xmlns:a16="http://schemas.microsoft.com/office/drawing/2014/main" id="{2744B5FC-216C-3645-866B-ECC6E4613BA8}"/>
                </a:ext>
              </a:extLst>
            </p:cNvPr>
            <p:cNvCxnSpPr/>
            <p:nvPr/>
          </p:nvCxnSpPr>
          <p:spPr>
            <a:xfrm>
              <a:off x="3111121" y="5774591"/>
              <a:ext cx="862215" cy="104792"/>
            </a:xfrm>
            <a:prstGeom prst="line">
              <a:avLst/>
            </a:prstGeom>
            <a:noFill/>
            <a:ln w="12700" cap="flat" cmpd="sng" algn="ctr">
              <a:solidFill>
                <a:srgbClr val="000000"/>
              </a:solidFill>
              <a:prstDash val="solid"/>
            </a:ln>
            <a:effectLst/>
          </p:spPr>
        </p:cxnSp>
        <p:cxnSp>
          <p:nvCxnSpPr>
            <p:cNvPr id="38" name="Straight Connector 37">
              <a:extLst>
                <a:ext uri="{FF2B5EF4-FFF2-40B4-BE49-F238E27FC236}">
                  <a16:creationId xmlns:a16="http://schemas.microsoft.com/office/drawing/2014/main" id="{6AF9B2C2-7AB9-604B-B4AE-5D6F8CA0DFF9}"/>
                </a:ext>
              </a:extLst>
            </p:cNvPr>
            <p:cNvCxnSpPr/>
            <p:nvPr/>
          </p:nvCxnSpPr>
          <p:spPr>
            <a:xfrm>
              <a:off x="3123824" y="5880971"/>
              <a:ext cx="714543" cy="274682"/>
            </a:xfrm>
            <a:prstGeom prst="line">
              <a:avLst/>
            </a:prstGeom>
            <a:noFill/>
            <a:ln w="12700" cap="flat" cmpd="sng" algn="ctr">
              <a:solidFill>
                <a:srgbClr val="000000"/>
              </a:solidFill>
              <a:prstDash val="solid"/>
            </a:ln>
            <a:effectLst/>
          </p:spPr>
        </p:cxnSp>
        <p:cxnSp>
          <p:nvCxnSpPr>
            <p:cNvPr id="39" name="Straight Connector 38">
              <a:extLst>
                <a:ext uri="{FF2B5EF4-FFF2-40B4-BE49-F238E27FC236}">
                  <a16:creationId xmlns:a16="http://schemas.microsoft.com/office/drawing/2014/main" id="{650A0971-27B1-0A40-B11B-F30D52475911}"/>
                </a:ext>
              </a:extLst>
            </p:cNvPr>
            <p:cNvCxnSpPr/>
            <p:nvPr/>
          </p:nvCxnSpPr>
          <p:spPr>
            <a:xfrm flipH="1">
              <a:off x="1283479" y="5801583"/>
              <a:ext cx="1506892" cy="1587"/>
            </a:xfrm>
            <a:prstGeom prst="line">
              <a:avLst/>
            </a:prstGeom>
            <a:noFill/>
            <a:ln w="9525" cap="flat" cmpd="sng" algn="ctr">
              <a:solidFill>
                <a:srgbClr val="000000"/>
              </a:solidFill>
              <a:prstDash val="solid"/>
            </a:ln>
            <a:effectLst/>
          </p:spPr>
        </p:cxnSp>
        <p:sp>
          <p:nvSpPr>
            <p:cNvPr id="40" name="TextBox 265">
              <a:extLst>
                <a:ext uri="{FF2B5EF4-FFF2-40B4-BE49-F238E27FC236}">
                  <a16:creationId xmlns:a16="http://schemas.microsoft.com/office/drawing/2014/main" id="{4BD8D488-F9B4-5D47-8E0A-48546209837D}"/>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1" name="TextBox 281">
              <a:extLst>
                <a:ext uri="{FF2B5EF4-FFF2-40B4-BE49-F238E27FC236}">
                  <a16:creationId xmlns:a16="http://schemas.microsoft.com/office/drawing/2014/main" id="{AD5D47CA-82AD-DC4E-A2CC-F6555ADBB73E}"/>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sp>
          <p:nvSpPr>
            <p:cNvPr id="42" name="TextBox 282">
              <a:extLst>
                <a:ext uri="{FF2B5EF4-FFF2-40B4-BE49-F238E27FC236}">
                  <a16:creationId xmlns:a16="http://schemas.microsoft.com/office/drawing/2014/main" id="{755C7E60-8A5C-5B4E-BCD3-83EC372268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nvGrpSpPr>
            <p:cNvPr id="43" name="Group 5">
              <a:extLst>
                <a:ext uri="{FF2B5EF4-FFF2-40B4-BE49-F238E27FC236}">
                  <a16:creationId xmlns:a16="http://schemas.microsoft.com/office/drawing/2014/main" id="{DA838191-9D78-6E40-B146-38B5229893F5}"/>
                </a:ext>
              </a:extLst>
            </p:cNvPr>
            <p:cNvGrpSpPr>
              <a:grpSpLocks/>
            </p:cNvGrpSpPr>
            <p:nvPr/>
          </p:nvGrpSpPr>
          <p:grpSpPr bwMode="auto">
            <a:xfrm>
              <a:off x="938213" y="5237163"/>
              <a:ext cx="1616075" cy="487362"/>
              <a:chOff x="-4079003" y="2717403"/>
              <a:chExt cx="1616718" cy="488475"/>
            </a:xfrm>
          </p:grpSpPr>
          <p:sp>
            <p:nvSpPr>
              <p:cNvPr id="56" name="Rectangle 97">
                <a:extLst>
                  <a:ext uri="{FF2B5EF4-FFF2-40B4-BE49-F238E27FC236}">
                    <a16:creationId xmlns:a16="http://schemas.microsoft.com/office/drawing/2014/main" id="{79AE2BC3-C380-EE40-9462-41F3726CC38E}"/>
                  </a:ext>
                </a:extLst>
              </p:cNvPr>
              <p:cNvSpPr>
                <a:spLocks noChangeArrowheads="1"/>
              </p:cNvSpPr>
              <p:nvPr/>
            </p:nvSpPr>
            <p:spPr bwMode="auto">
              <a:xfrm>
                <a:off x="-4052413" y="2965119"/>
                <a:ext cx="1290538" cy="208750"/>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Rectangle 98">
                <a:extLst>
                  <a:ext uri="{FF2B5EF4-FFF2-40B4-BE49-F238E27FC236}">
                    <a16:creationId xmlns:a16="http://schemas.microsoft.com/office/drawing/2014/main" id="{2D568618-D5B3-354C-974C-0C2355EDED34}"/>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Line 99">
                <a:extLst>
                  <a:ext uri="{FF2B5EF4-FFF2-40B4-BE49-F238E27FC236}">
                    <a16:creationId xmlns:a16="http://schemas.microsoft.com/office/drawing/2014/main" id="{D67E4958-4052-B649-83B2-2706B277FB1C}"/>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104">
                <a:extLst>
                  <a:ext uri="{FF2B5EF4-FFF2-40B4-BE49-F238E27FC236}">
                    <a16:creationId xmlns:a16="http://schemas.microsoft.com/office/drawing/2014/main" id="{A6E72E22-A826-4E49-AA53-8A5FCBA23E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 name="Text Box 105">
                <a:extLst>
                  <a:ext uri="{FF2B5EF4-FFF2-40B4-BE49-F238E27FC236}">
                    <a16:creationId xmlns:a16="http://schemas.microsoft.com/office/drawing/2014/main" id="{1BBEBC69-F691-7B4E-AA1F-3F1CFFF5C6D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61" name="Line 119">
                <a:extLst>
                  <a:ext uri="{FF2B5EF4-FFF2-40B4-BE49-F238E27FC236}">
                    <a16:creationId xmlns:a16="http://schemas.microsoft.com/office/drawing/2014/main" id="{4522617A-F9E8-6C4D-890C-B40CD1F2DA2B}"/>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 name="TextBox 6">
              <a:extLst>
                <a:ext uri="{FF2B5EF4-FFF2-40B4-BE49-F238E27FC236}">
                  <a16:creationId xmlns:a16="http://schemas.microsoft.com/office/drawing/2014/main" id="{E04647EA-CE57-8E43-979A-6EBC3F213DDC}"/>
                </a:ext>
              </a:extLst>
            </p:cNvPr>
            <p:cNvSpPr txBox="1">
              <a:spLocks noChangeArrowheads="1"/>
            </p:cNvSpPr>
            <p:nvPr/>
          </p:nvSpPr>
          <p:spPr bwMode="auto">
            <a:xfrm>
              <a:off x="842050" y="4767952"/>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 name="Group 357">
              <a:extLst>
                <a:ext uri="{FF2B5EF4-FFF2-40B4-BE49-F238E27FC236}">
                  <a16:creationId xmlns:a16="http://schemas.microsoft.com/office/drawing/2014/main" id="{09AF8C17-7E42-874A-B83C-5931470E1EC4}"/>
                </a:ext>
              </a:extLst>
            </p:cNvPr>
            <p:cNvGrpSpPr>
              <a:grpSpLocks/>
            </p:cNvGrpSpPr>
            <p:nvPr/>
          </p:nvGrpSpPr>
          <p:grpSpPr bwMode="auto">
            <a:xfrm>
              <a:off x="2714625" y="5659438"/>
              <a:ext cx="565150" cy="293687"/>
              <a:chOff x="1871277" y="1576300"/>
              <a:chExt cx="1128371" cy="437861"/>
            </a:xfrm>
          </p:grpSpPr>
          <p:sp>
            <p:nvSpPr>
              <p:cNvPr id="47" name="Oval 46">
                <a:extLst>
                  <a:ext uri="{FF2B5EF4-FFF2-40B4-BE49-F238E27FC236}">
                    <a16:creationId xmlns:a16="http://schemas.microsoft.com/office/drawing/2014/main" id="{442B41FA-D8CE-DA4F-BCCC-0C4BA14A7880}"/>
                  </a:ext>
                </a:extLst>
              </p:cNvPr>
              <p:cNvSpPr>
                <a:spLocks noChangeArrowheads="1"/>
              </p:cNvSpPr>
              <p:nvPr/>
            </p:nvSpPr>
            <p:spPr bwMode="auto">
              <a:xfrm flipV="1">
                <a:off x="1873504" y="1693538"/>
                <a:ext cx="1125467" cy="319572"/>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8" name="Rectangle 47">
                <a:extLst>
                  <a:ext uri="{FF2B5EF4-FFF2-40B4-BE49-F238E27FC236}">
                    <a16:creationId xmlns:a16="http://schemas.microsoft.com/office/drawing/2014/main" id="{A77B4157-033B-B042-B386-C7E81265D594}"/>
                  </a:ext>
                </a:extLst>
              </p:cNvPr>
              <p:cNvSpPr/>
              <p:nvPr/>
            </p:nvSpPr>
            <p:spPr bwMode="auto">
              <a:xfrm>
                <a:off x="1870334" y="1738514"/>
                <a:ext cx="1128637" cy="11599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 name="Oval 48">
                <a:extLst>
                  <a:ext uri="{FF2B5EF4-FFF2-40B4-BE49-F238E27FC236}">
                    <a16:creationId xmlns:a16="http://schemas.microsoft.com/office/drawing/2014/main" id="{2D486A47-1979-CC46-BE7C-FE1EE9FB3502}"/>
                  </a:ext>
                </a:extLst>
              </p:cNvPr>
              <p:cNvSpPr>
                <a:spLocks noChangeArrowheads="1"/>
              </p:cNvSpPr>
              <p:nvPr/>
            </p:nvSpPr>
            <p:spPr bwMode="auto">
              <a:xfrm flipV="1">
                <a:off x="1870334" y="1575177"/>
                <a:ext cx="1125465" cy="31957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0" name="Freeform 49">
                <a:extLst>
                  <a:ext uri="{FF2B5EF4-FFF2-40B4-BE49-F238E27FC236}">
                    <a16:creationId xmlns:a16="http://schemas.microsoft.com/office/drawing/2014/main" id="{573261F5-AADE-5B49-B26C-73A061CB4A13}"/>
                  </a:ext>
                </a:extLst>
              </p:cNvPr>
              <p:cNvSpPr/>
              <p:nvPr/>
            </p:nvSpPr>
            <p:spPr bwMode="auto">
              <a:xfrm>
                <a:off x="2158833" y="1672232"/>
                <a:ext cx="548468" cy="16097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 name="Freeform 50">
                <a:extLst>
                  <a:ext uri="{FF2B5EF4-FFF2-40B4-BE49-F238E27FC236}">
                    <a16:creationId xmlns:a16="http://schemas.microsoft.com/office/drawing/2014/main" id="{1AFE4CA0-422C-BB45-8378-5923AFA3A2D6}"/>
                  </a:ext>
                </a:extLst>
              </p:cNvPr>
              <p:cNvSpPr>
                <a:spLocks/>
              </p:cNvSpPr>
              <p:nvPr/>
            </p:nvSpPr>
            <p:spPr bwMode="auto">
              <a:xfrm>
                <a:off x="2101767" y="1631990"/>
                <a:ext cx="662599" cy="111258"/>
              </a:xfrm>
              <a:custGeom>
                <a:avLst/>
                <a:gdLst>
                  <a:gd name="T0" fmla="*/ 0 w 3723451"/>
                  <a:gd name="T1" fmla="*/ 27219 h 932950"/>
                  <a:gd name="T2" fmla="*/ 116589 w 3723451"/>
                  <a:gd name="T3" fmla="*/ 321 h 932950"/>
                  <a:gd name="T4" fmla="*/ 330241 w 3723451"/>
                  <a:gd name="T5" fmla="*/ 62079 h 932950"/>
                  <a:gd name="T6" fmla="*/ 534068 w 3723451"/>
                  <a:gd name="T7" fmla="*/ 0 h 932950"/>
                  <a:gd name="T8" fmla="*/ 662599 w 3723451"/>
                  <a:gd name="T9" fmla="*/ 24703 h 932950"/>
                  <a:gd name="T10" fmla="*/ 566972 w 3723451"/>
                  <a:gd name="T11" fmla="*/ 55080 h 932950"/>
                  <a:gd name="T12" fmla="*/ 536184 w 3723451"/>
                  <a:gd name="T13" fmla="*/ 46891 h 932950"/>
                  <a:gd name="T14" fmla="*/ 333995 w 3723451"/>
                  <a:gd name="T15" fmla="*/ 111258 h 932950"/>
                  <a:gd name="T16" fmla="*/ 126634 w 3723451"/>
                  <a:gd name="T17" fmla="*/ 49258 h 932950"/>
                  <a:gd name="T18" fmla="*/ 93107 w 3723451"/>
                  <a:gd name="T19" fmla="*/ 55950 h 932950"/>
                  <a:gd name="T20" fmla="*/ 0 w 3723451"/>
                  <a:gd name="T21" fmla="*/ 272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Freeform 51">
                <a:extLst>
                  <a:ext uri="{FF2B5EF4-FFF2-40B4-BE49-F238E27FC236}">
                    <a16:creationId xmlns:a16="http://schemas.microsoft.com/office/drawing/2014/main" id="{C2270E51-2490-C240-AD5F-825154ECC122}"/>
                  </a:ext>
                </a:extLst>
              </p:cNvPr>
              <p:cNvSpPr>
                <a:spLocks/>
              </p:cNvSpPr>
              <p:nvPr/>
            </p:nvSpPr>
            <p:spPr bwMode="auto">
              <a:xfrm>
                <a:off x="2536103" y="1726678"/>
                <a:ext cx="244114" cy="97055"/>
              </a:xfrm>
              <a:custGeom>
                <a:avLst/>
                <a:gdLst>
                  <a:gd name="T0" fmla="*/ 0 w 1366596"/>
                  <a:gd name="T1" fmla="*/ 0 h 809868"/>
                  <a:gd name="T2" fmla="*/ 244114 w 1366596"/>
                  <a:gd name="T3" fmla="*/ 74997 h 809868"/>
                  <a:gd name="T4" fmla="*/ 154523 w 1366596"/>
                  <a:gd name="T5" fmla="*/ 97055 h 809868"/>
                  <a:gd name="T6" fmla="*/ 822 w 1366596"/>
                  <a:gd name="T7" fmla="*/ 5128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Freeform 52">
                <a:extLst>
                  <a:ext uri="{FF2B5EF4-FFF2-40B4-BE49-F238E27FC236}">
                    <a16:creationId xmlns:a16="http://schemas.microsoft.com/office/drawing/2014/main" id="{008859F4-DF2D-4347-8249-C929496F3B2F}"/>
                  </a:ext>
                </a:extLst>
              </p:cNvPr>
              <p:cNvSpPr>
                <a:spLocks/>
              </p:cNvSpPr>
              <p:nvPr/>
            </p:nvSpPr>
            <p:spPr bwMode="auto">
              <a:xfrm>
                <a:off x="2089086" y="1729045"/>
                <a:ext cx="240945" cy="97056"/>
              </a:xfrm>
              <a:custGeom>
                <a:avLst/>
                <a:gdLst>
                  <a:gd name="T0" fmla="*/ 237656 w 1348191"/>
                  <a:gd name="T1" fmla="*/ 0 h 791462"/>
                  <a:gd name="T2" fmla="*/ 240945 w 1348191"/>
                  <a:gd name="T3" fmla="*/ 46835 h 791462"/>
                  <a:gd name="T4" fmla="*/ 87168 w 1348191"/>
                  <a:gd name="T5" fmla="*/ 97056 h 791462"/>
                  <a:gd name="T6" fmla="*/ 0 w 1348191"/>
                  <a:gd name="T7" fmla="*/ 75049 h 791462"/>
                  <a:gd name="T8" fmla="*/ 237656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 name="Straight Connector 53">
                <a:extLst>
                  <a:ext uri="{FF2B5EF4-FFF2-40B4-BE49-F238E27FC236}">
                    <a16:creationId xmlns:a16="http://schemas.microsoft.com/office/drawing/2014/main" id="{8255DA76-192D-044B-8762-92700C24A73E}"/>
                  </a:ext>
                </a:extLst>
              </p:cNvPr>
              <p:cNvCxnSpPr>
                <a:cxnSpLocks noChangeShapeType="1"/>
                <a:endCxn id="49" idx="2"/>
              </p:cNvCxnSpPr>
              <p:nvPr/>
            </p:nvCxnSpPr>
            <p:spPr bwMode="auto">
              <a:xfrm flipH="1" flipV="1">
                <a:off x="1870334" y="1736147"/>
                <a:ext cx="3169"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B8121134-CF29-9643-A097-AC1724B9BC6C}"/>
                  </a:ext>
                </a:extLst>
              </p:cNvPr>
              <p:cNvCxnSpPr>
                <a:cxnSpLocks noChangeShapeType="1"/>
              </p:cNvCxnSpPr>
              <p:nvPr/>
            </p:nvCxnSpPr>
            <p:spPr bwMode="auto">
              <a:xfrm flipH="1" flipV="1">
                <a:off x="2995800" y="1733779"/>
                <a:ext cx="3171"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 name="Freeform 120">
              <a:extLst>
                <a:ext uri="{FF2B5EF4-FFF2-40B4-BE49-F238E27FC236}">
                  <a16:creationId xmlns:a16="http://schemas.microsoft.com/office/drawing/2014/main" id="{AA8DABE2-7520-5C45-941C-F8EFCE33F9A2}"/>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Content Placeholder 3">
            <a:extLst>
              <a:ext uri="{FF2B5EF4-FFF2-40B4-BE49-F238E27FC236}">
                <a16:creationId xmlns:a16="http://schemas.microsoft.com/office/drawing/2014/main" id="{A06F5D4D-83A2-064D-AF5B-6B67A6A12AB8}"/>
              </a:ext>
            </a:extLst>
          </p:cNvPr>
          <p:cNvSpPr txBox="1">
            <a:spLocks/>
          </p:cNvSpPr>
          <p:nvPr/>
        </p:nvSpPr>
        <p:spPr>
          <a:xfrm>
            <a:off x="6255252" y="4142307"/>
            <a:ext cx="5502965" cy="20956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two control-plane approaches: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traditional routing algorithms: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implemented in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software-defined networking (SDN)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implemented in (remote)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Slide Number Placeholder 4">
            <a:extLst>
              <a:ext uri="{FF2B5EF4-FFF2-40B4-BE49-F238E27FC236}">
                <a16:creationId xmlns:a16="http://schemas.microsoft.com/office/drawing/2014/main" id="{E1DA7C3D-A185-DD42-9D1C-17140F6215E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a:t>
            </a:fld>
            <a:endParaRPr lang="en-US" dirty="0"/>
          </a:p>
        </p:txBody>
      </p:sp>
    </p:spTree>
    <p:extLst>
      <p:ext uri="{BB962C8B-B14F-4D97-AF65-F5344CB8AC3E}">
        <p14:creationId xmlns:p14="http://schemas.microsoft.com/office/powerpoint/2010/main" val="804502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200" y="279543"/>
            <a:ext cx="10515600" cy="894622"/>
          </a:xfrm>
        </p:spPr>
        <p:txBody>
          <a:bodyPr>
            <a:normAutofit/>
          </a:bodyPr>
          <a:lstStyle/>
          <a:p>
            <a:r>
              <a:rPr lang="en-US" sz="4800" dirty="0"/>
              <a:t>Per-router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80773" y="1101105"/>
            <a:ext cx="1098715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Individual routing algorithm components </a:t>
            </a:r>
            <a:r>
              <a:rPr kumimoji="0" lang="en-US" altLang="en-US" sz="3200" b="0" i="1"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in each and every router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 in the control plane</a:t>
            </a:r>
          </a:p>
        </p:txBody>
      </p:sp>
      <p:sp>
        <p:nvSpPr>
          <p:cNvPr id="238" name="Freeform 2">
            <a:extLst>
              <a:ext uri="{FF2B5EF4-FFF2-40B4-BE49-F238E27FC236}">
                <a16:creationId xmlns:a16="http://schemas.microsoft.com/office/drawing/2014/main" id="{66A80B54-F93B-A94A-938E-DFA6C3C90E64}"/>
              </a:ext>
            </a:extLst>
          </p:cNvPr>
          <p:cNvSpPr>
            <a:spLocks/>
          </p:cNvSpPr>
          <p:nvPr/>
        </p:nvSpPr>
        <p:spPr bwMode="auto">
          <a:xfrm>
            <a:off x="4182648" y="5476945"/>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39" name="Straight Connector 238">
            <a:extLst>
              <a:ext uri="{FF2B5EF4-FFF2-40B4-BE49-F238E27FC236}">
                <a16:creationId xmlns:a16="http://schemas.microsoft.com/office/drawing/2014/main" id="{6B89A56E-4B45-1449-B1CC-C8EF7ABE50B3}"/>
              </a:ext>
            </a:extLst>
          </p:cNvPr>
          <p:cNvCxnSpPr/>
          <p:nvPr/>
        </p:nvCxnSpPr>
        <p:spPr>
          <a:xfrm flipV="1">
            <a:off x="4812885" y="5629345"/>
            <a:ext cx="1316038" cy="131762"/>
          </a:xfrm>
          <a:prstGeom prst="line">
            <a:avLst/>
          </a:prstGeom>
          <a:noFill/>
          <a:ln w="12700" cap="flat" cmpd="sng" algn="ctr">
            <a:solidFill>
              <a:srgbClr val="000000"/>
            </a:solidFill>
            <a:prstDash val="solid"/>
          </a:ln>
          <a:effectLst/>
        </p:spPr>
      </p:cxnSp>
      <p:cxnSp>
        <p:nvCxnSpPr>
          <p:cNvPr id="240" name="Straight Connector 239">
            <a:extLst>
              <a:ext uri="{FF2B5EF4-FFF2-40B4-BE49-F238E27FC236}">
                <a16:creationId xmlns:a16="http://schemas.microsoft.com/office/drawing/2014/main" id="{2740CBE6-0A59-E645-A69D-A9AE662529A8}"/>
              </a:ext>
            </a:extLst>
          </p:cNvPr>
          <p:cNvCxnSpPr/>
          <p:nvPr/>
        </p:nvCxnSpPr>
        <p:spPr>
          <a:xfrm>
            <a:off x="4701760" y="5815082"/>
            <a:ext cx="2259013" cy="300038"/>
          </a:xfrm>
          <a:prstGeom prst="line">
            <a:avLst/>
          </a:prstGeom>
          <a:noFill/>
          <a:ln w="12700" cap="flat" cmpd="sng" algn="ctr">
            <a:solidFill>
              <a:srgbClr val="000000"/>
            </a:solidFill>
            <a:prstDash val="solid"/>
          </a:ln>
          <a:effectLst/>
        </p:spPr>
      </p:cxnSp>
      <p:cxnSp>
        <p:nvCxnSpPr>
          <p:cNvPr id="241" name="Straight Connector 240">
            <a:extLst>
              <a:ext uri="{FF2B5EF4-FFF2-40B4-BE49-F238E27FC236}">
                <a16:creationId xmlns:a16="http://schemas.microsoft.com/office/drawing/2014/main" id="{FEDEF0D8-C674-7A42-948E-7E305FE7E98D}"/>
              </a:ext>
            </a:extLst>
          </p:cNvPr>
          <p:cNvCxnSpPr/>
          <p:nvPr/>
        </p:nvCxnSpPr>
        <p:spPr>
          <a:xfrm>
            <a:off x="4714460" y="5921445"/>
            <a:ext cx="714375" cy="274637"/>
          </a:xfrm>
          <a:prstGeom prst="line">
            <a:avLst/>
          </a:prstGeom>
          <a:noFill/>
          <a:ln w="12700" cap="flat" cmpd="sng" algn="ctr">
            <a:solidFill>
              <a:srgbClr val="000000"/>
            </a:solidFill>
            <a:prstDash val="solid"/>
          </a:ln>
          <a:effectLst/>
        </p:spPr>
      </p:cxnSp>
      <p:cxnSp>
        <p:nvCxnSpPr>
          <p:cNvPr id="242" name="Straight Connector 241">
            <a:extLst>
              <a:ext uri="{FF2B5EF4-FFF2-40B4-BE49-F238E27FC236}">
                <a16:creationId xmlns:a16="http://schemas.microsoft.com/office/drawing/2014/main" id="{88FEC270-B253-8E44-A411-9C7971EEB2C5}"/>
              </a:ext>
            </a:extLst>
          </p:cNvPr>
          <p:cNvCxnSpPr/>
          <p:nvPr/>
        </p:nvCxnSpPr>
        <p:spPr>
          <a:xfrm flipV="1">
            <a:off x="5732048" y="6115120"/>
            <a:ext cx="1247775" cy="80962"/>
          </a:xfrm>
          <a:prstGeom prst="line">
            <a:avLst/>
          </a:prstGeom>
          <a:noFill/>
          <a:ln w="12700" cap="flat" cmpd="sng" algn="ctr">
            <a:solidFill>
              <a:srgbClr val="000000"/>
            </a:solidFill>
            <a:prstDash val="solid"/>
          </a:ln>
          <a:effectLst/>
        </p:spPr>
      </p:cxnSp>
      <p:cxnSp>
        <p:nvCxnSpPr>
          <p:cNvPr id="243" name="Straight Connector 242">
            <a:extLst>
              <a:ext uri="{FF2B5EF4-FFF2-40B4-BE49-F238E27FC236}">
                <a16:creationId xmlns:a16="http://schemas.microsoft.com/office/drawing/2014/main" id="{829E7CD6-E2DF-3F41-969B-DA845A408D9F}"/>
              </a:ext>
            </a:extLst>
          </p:cNvPr>
          <p:cNvCxnSpPr/>
          <p:nvPr/>
        </p:nvCxnSpPr>
        <p:spPr>
          <a:xfrm>
            <a:off x="6392448" y="5661095"/>
            <a:ext cx="1057275" cy="123825"/>
          </a:xfrm>
          <a:prstGeom prst="line">
            <a:avLst/>
          </a:prstGeom>
          <a:noFill/>
          <a:ln w="12700" cap="flat" cmpd="sng" algn="ctr">
            <a:solidFill>
              <a:srgbClr val="000000"/>
            </a:solidFill>
            <a:prstDash val="solid"/>
          </a:ln>
          <a:effectLst/>
        </p:spPr>
      </p:cxnSp>
      <p:cxnSp>
        <p:nvCxnSpPr>
          <p:cNvPr id="244" name="Straight Connector 243">
            <a:extLst>
              <a:ext uri="{FF2B5EF4-FFF2-40B4-BE49-F238E27FC236}">
                <a16:creationId xmlns:a16="http://schemas.microsoft.com/office/drawing/2014/main" id="{DE601DF1-8D2D-2A46-BC8F-F868A11F76CA}"/>
              </a:ext>
            </a:extLst>
          </p:cNvPr>
          <p:cNvCxnSpPr/>
          <p:nvPr/>
        </p:nvCxnSpPr>
        <p:spPr>
          <a:xfrm flipV="1">
            <a:off x="5676485" y="5815082"/>
            <a:ext cx="1790700" cy="300038"/>
          </a:xfrm>
          <a:prstGeom prst="line">
            <a:avLst/>
          </a:prstGeom>
          <a:noFill/>
          <a:ln w="12700" cap="flat" cmpd="sng" algn="ctr">
            <a:solidFill>
              <a:srgbClr val="000000"/>
            </a:solidFill>
            <a:prstDash val="solid"/>
          </a:ln>
          <a:effectLst/>
        </p:spPr>
      </p:cxnSp>
      <p:cxnSp>
        <p:nvCxnSpPr>
          <p:cNvPr id="245" name="Straight Connector 244">
            <a:extLst>
              <a:ext uri="{FF2B5EF4-FFF2-40B4-BE49-F238E27FC236}">
                <a16:creationId xmlns:a16="http://schemas.microsoft.com/office/drawing/2014/main" id="{A11DDE0B-F575-FA48-8F6B-03D4A7733DCF}"/>
              </a:ext>
            </a:extLst>
          </p:cNvPr>
          <p:cNvCxnSpPr/>
          <p:nvPr/>
        </p:nvCxnSpPr>
        <p:spPr>
          <a:xfrm flipV="1">
            <a:off x="7003635" y="5843657"/>
            <a:ext cx="588963" cy="271463"/>
          </a:xfrm>
          <a:prstGeom prst="line">
            <a:avLst/>
          </a:prstGeom>
          <a:noFill/>
          <a:ln w="12700" cap="flat" cmpd="sng" algn="ctr">
            <a:solidFill>
              <a:srgbClr val="000000"/>
            </a:solidFill>
            <a:prstDash val="solid"/>
          </a:ln>
          <a:effectLst/>
        </p:spPr>
      </p:cxnSp>
      <p:cxnSp>
        <p:nvCxnSpPr>
          <p:cNvPr id="246" name="Straight Connector 245">
            <a:extLst>
              <a:ext uri="{FF2B5EF4-FFF2-40B4-BE49-F238E27FC236}">
                <a16:creationId xmlns:a16="http://schemas.microsoft.com/office/drawing/2014/main" id="{ADA6CD88-616E-B24E-8E41-831DCFC74F88}"/>
              </a:ext>
            </a:extLst>
          </p:cNvPr>
          <p:cNvCxnSpPr/>
          <p:nvPr/>
        </p:nvCxnSpPr>
        <p:spPr>
          <a:xfrm>
            <a:off x="6146385" y="5629345"/>
            <a:ext cx="814388" cy="400050"/>
          </a:xfrm>
          <a:prstGeom prst="line">
            <a:avLst/>
          </a:prstGeom>
          <a:noFill/>
          <a:ln w="12700" cap="flat" cmpd="sng" algn="ctr">
            <a:solidFill>
              <a:srgbClr val="000000"/>
            </a:solidFill>
            <a:prstDash val="solid"/>
          </a:ln>
          <a:effectLst/>
        </p:spPr>
      </p:cxnSp>
      <p:grpSp>
        <p:nvGrpSpPr>
          <p:cNvPr id="247" name="Group 7">
            <a:extLst>
              <a:ext uri="{FF2B5EF4-FFF2-40B4-BE49-F238E27FC236}">
                <a16:creationId xmlns:a16="http://schemas.microsoft.com/office/drawing/2014/main" id="{F23FF8D1-2C6B-9448-B97C-26AA0FF38328}"/>
              </a:ext>
            </a:extLst>
          </p:cNvPr>
          <p:cNvGrpSpPr>
            <a:grpSpLocks/>
          </p:cNvGrpSpPr>
          <p:nvPr/>
        </p:nvGrpSpPr>
        <p:grpSpPr bwMode="auto">
          <a:xfrm>
            <a:off x="5271673" y="6054795"/>
            <a:ext cx="563562" cy="293687"/>
            <a:chOff x="1871277" y="1576300"/>
            <a:chExt cx="1128371" cy="437861"/>
          </a:xfrm>
        </p:grpSpPr>
        <p:sp>
          <p:nvSpPr>
            <p:cNvPr id="248" name="Oval 247">
              <a:extLst>
                <a:ext uri="{FF2B5EF4-FFF2-40B4-BE49-F238E27FC236}">
                  <a16:creationId xmlns:a16="http://schemas.microsoft.com/office/drawing/2014/main" id="{F781E7E0-A5A4-AD4A-A844-E9A7BB7A7970}"/>
                </a:ext>
              </a:extLst>
            </p:cNvPr>
            <p:cNvSpPr>
              <a:spLocks noChangeArrowheads="1"/>
            </p:cNvSpPr>
            <p:nvPr/>
          </p:nvSpPr>
          <p:spPr bwMode="auto">
            <a:xfrm flipV="1">
              <a:off x="1874455" y="1694641"/>
              <a:ext cx="1125193"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49" name="Rectangle 248">
              <a:extLst>
                <a:ext uri="{FF2B5EF4-FFF2-40B4-BE49-F238E27FC236}">
                  <a16:creationId xmlns:a16="http://schemas.microsoft.com/office/drawing/2014/main" id="{3D5BD08E-FA2E-E04F-A545-2E0866784F9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0" name="Oval 249">
              <a:extLst>
                <a:ext uri="{FF2B5EF4-FFF2-40B4-BE49-F238E27FC236}">
                  <a16:creationId xmlns:a16="http://schemas.microsoft.com/office/drawing/2014/main" id="{01E234FF-7C0E-FD47-9DA3-FA9619013171}"/>
                </a:ext>
              </a:extLst>
            </p:cNvPr>
            <p:cNvSpPr>
              <a:spLocks noChangeArrowheads="1"/>
            </p:cNvSpPr>
            <p:nvPr/>
          </p:nvSpPr>
          <p:spPr bwMode="auto">
            <a:xfrm flipV="1">
              <a:off x="1871277" y="1576300"/>
              <a:ext cx="1125193"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1" name="Freeform 250">
              <a:extLst>
                <a:ext uri="{FF2B5EF4-FFF2-40B4-BE49-F238E27FC236}">
                  <a16:creationId xmlns:a16="http://schemas.microsoft.com/office/drawing/2014/main" id="{563210E5-D710-8E45-8417-02EB79B5C81A}"/>
                </a:ext>
              </a:extLst>
            </p:cNvPr>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2" name="Freeform 251">
              <a:extLst>
                <a:ext uri="{FF2B5EF4-FFF2-40B4-BE49-F238E27FC236}">
                  <a16:creationId xmlns:a16="http://schemas.microsoft.com/office/drawing/2014/main" id="{430FD04E-46A2-3749-B589-BEE902C8D592}"/>
                </a:ext>
              </a:extLst>
            </p:cNvPr>
            <p:cNvSpPr>
              <a:spLocks/>
            </p:cNvSpPr>
            <p:nvPr/>
          </p:nvSpPr>
          <p:spPr bwMode="auto">
            <a:xfrm>
              <a:off x="2103307" y="1633104"/>
              <a:ext cx="661131" cy="111240"/>
            </a:xfrm>
            <a:custGeom>
              <a:avLst/>
              <a:gdLst>
                <a:gd name="T0" fmla="*/ 0 w 3723451"/>
                <a:gd name="T1" fmla="*/ 27215 h 932950"/>
                <a:gd name="T2" fmla="*/ 116331 w 3723451"/>
                <a:gd name="T3" fmla="*/ 321 h 932950"/>
                <a:gd name="T4" fmla="*/ 329509 w 3723451"/>
                <a:gd name="T5" fmla="*/ 62069 h 932950"/>
                <a:gd name="T6" fmla="*/ 532884 w 3723451"/>
                <a:gd name="T7" fmla="*/ 0 h 932950"/>
                <a:gd name="T8" fmla="*/ 661131 w 3723451"/>
                <a:gd name="T9" fmla="*/ 24699 h 932950"/>
                <a:gd name="T10" fmla="*/ 565716 w 3723451"/>
                <a:gd name="T11" fmla="*/ 55071 h 932950"/>
                <a:gd name="T12" fmla="*/ 534996 w 3723451"/>
                <a:gd name="T13" fmla="*/ 46883 h 932950"/>
                <a:gd name="T14" fmla="*/ 333255 w 3723451"/>
                <a:gd name="T15" fmla="*/ 111240 h 932950"/>
                <a:gd name="T16" fmla="*/ 126353 w 3723451"/>
                <a:gd name="T17" fmla="*/ 49250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Freeform 252">
              <a:extLst>
                <a:ext uri="{FF2B5EF4-FFF2-40B4-BE49-F238E27FC236}">
                  <a16:creationId xmlns:a16="http://schemas.microsoft.com/office/drawing/2014/main" id="{BDBA4CA4-485A-D94A-B148-5C44318A1988}"/>
                </a:ext>
              </a:extLst>
            </p:cNvPr>
            <p:cNvSpPr>
              <a:spLocks/>
            </p:cNvSpPr>
            <p:nvPr/>
          </p:nvSpPr>
          <p:spPr bwMode="auto">
            <a:xfrm>
              <a:off x="2538765" y="1727776"/>
              <a:ext cx="241567" cy="97039"/>
            </a:xfrm>
            <a:custGeom>
              <a:avLst/>
              <a:gdLst>
                <a:gd name="T0" fmla="*/ 0 w 1366596"/>
                <a:gd name="T1" fmla="*/ 0 h 809868"/>
                <a:gd name="T2" fmla="*/ 241567 w 1366596"/>
                <a:gd name="T3" fmla="*/ 74985 h 809868"/>
                <a:gd name="T4" fmla="*/ 152911 w 1366596"/>
                <a:gd name="T5" fmla="*/ 97039 h 809868"/>
                <a:gd name="T6" fmla="*/ 813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Freeform 253">
              <a:extLst>
                <a:ext uri="{FF2B5EF4-FFF2-40B4-BE49-F238E27FC236}">
                  <a16:creationId xmlns:a16="http://schemas.microsoft.com/office/drawing/2014/main" id="{4F7BCFB0-4862-0040-98EF-79148CCE20CE}"/>
                </a:ext>
              </a:extLst>
            </p:cNvPr>
            <p:cNvSpPr>
              <a:spLocks/>
            </p:cNvSpPr>
            <p:nvPr/>
          </p:nvSpPr>
          <p:spPr bwMode="auto">
            <a:xfrm>
              <a:off x="2090593" y="1730143"/>
              <a:ext cx="238389" cy="97040"/>
            </a:xfrm>
            <a:custGeom>
              <a:avLst/>
              <a:gdLst>
                <a:gd name="T0" fmla="*/ 235135 w 1348191"/>
                <a:gd name="T1" fmla="*/ 0 h 791462"/>
                <a:gd name="T2" fmla="*/ 238389 w 1348191"/>
                <a:gd name="T3" fmla="*/ 46827 h 791462"/>
                <a:gd name="T4" fmla="*/ 86243 w 1348191"/>
                <a:gd name="T5" fmla="*/ 97040 h 791462"/>
                <a:gd name="T6" fmla="*/ 0 w 1348191"/>
                <a:gd name="T7" fmla="*/ 75037 h 791462"/>
                <a:gd name="T8" fmla="*/ 23513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55" name="Straight Connector 254">
              <a:extLst>
                <a:ext uri="{FF2B5EF4-FFF2-40B4-BE49-F238E27FC236}">
                  <a16:creationId xmlns:a16="http://schemas.microsoft.com/office/drawing/2014/main" id="{FA80ECE7-29EF-E045-8DE9-443E8B56CBA4}"/>
                </a:ext>
              </a:extLst>
            </p:cNvPr>
            <p:cNvCxnSpPr>
              <a:cxnSpLocks noChangeShapeType="1"/>
              <a:endCxn id="250" idx="2"/>
            </p:cNvCxnSpPr>
            <p:nvPr/>
          </p:nvCxnSpPr>
          <p:spPr bwMode="auto">
            <a:xfrm flipH="1" flipV="1">
              <a:off x="1871277" y="1737244"/>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56" name="Straight Connector 255">
              <a:extLst>
                <a:ext uri="{FF2B5EF4-FFF2-40B4-BE49-F238E27FC236}">
                  <a16:creationId xmlns:a16="http://schemas.microsoft.com/office/drawing/2014/main" id="{886C4C8B-81F8-494E-B3C9-F2C152BA755D}"/>
                </a:ext>
              </a:extLst>
            </p:cNvPr>
            <p:cNvCxnSpPr>
              <a:cxnSpLocks noChangeShapeType="1"/>
            </p:cNvCxnSpPr>
            <p:nvPr/>
          </p:nvCxnSpPr>
          <p:spPr bwMode="auto">
            <a:xfrm flipH="1" flipV="1">
              <a:off x="2996470" y="1734876"/>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57" name="Group 327">
            <a:extLst>
              <a:ext uri="{FF2B5EF4-FFF2-40B4-BE49-F238E27FC236}">
                <a16:creationId xmlns:a16="http://schemas.microsoft.com/office/drawing/2014/main" id="{C6D6E434-396F-824D-B42D-39B257E17412}"/>
              </a:ext>
            </a:extLst>
          </p:cNvPr>
          <p:cNvGrpSpPr>
            <a:grpSpLocks/>
          </p:cNvGrpSpPr>
          <p:nvPr/>
        </p:nvGrpSpPr>
        <p:grpSpPr bwMode="auto">
          <a:xfrm>
            <a:off x="5966998" y="5513457"/>
            <a:ext cx="565150" cy="292100"/>
            <a:chOff x="1871277" y="1576300"/>
            <a:chExt cx="1128371" cy="437861"/>
          </a:xfrm>
        </p:grpSpPr>
        <p:sp>
          <p:nvSpPr>
            <p:cNvPr id="258" name="Oval 257">
              <a:extLst>
                <a:ext uri="{FF2B5EF4-FFF2-40B4-BE49-F238E27FC236}">
                  <a16:creationId xmlns:a16="http://schemas.microsoft.com/office/drawing/2014/main" id="{BD523501-0761-ED43-9FA5-AEA15E2D1C9C}"/>
                </a:ext>
              </a:extLst>
            </p:cNvPr>
            <p:cNvSpPr>
              <a:spLocks noChangeArrowheads="1"/>
            </p:cNvSpPr>
            <p:nvPr/>
          </p:nvSpPr>
          <p:spPr bwMode="auto">
            <a:xfrm flipV="1">
              <a:off x="1874446" y="1692905"/>
              <a:ext cx="1125202" cy="32125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9" name="Rectangle 258">
              <a:extLst>
                <a:ext uri="{FF2B5EF4-FFF2-40B4-BE49-F238E27FC236}">
                  <a16:creationId xmlns:a16="http://schemas.microsoft.com/office/drawing/2014/main" id="{1B2C53EE-99C4-9041-B078-E1DEA73E56F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0" name="Oval 259">
              <a:extLst>
                <a:ext uri="{FF2B5EF4-FFF2-40B4-BE49-F238E27FC236}">
                  <a16:creationId xmlns:a16="http://schemas.microsoft.com/office/drawing/2014/main" id="{27361595-2FF4-1B46-839D-326969B484FA}"/>
                </a:ext>
              </a:extLst>
            </p:cNvPr>
            <p:cNvSpPr>
              <a:spLocks noChangeArrowheads="1"/>
            </p:cNvSpPr>
            <p:nvPr/>
          </p:nvSpPr>
          <p:spPr bwMode="auto">
            <a:xfrm flipV="1">
              <a:off x="1871277" y="1576300"/>
              <a:ext cx="1125200" cy="3212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1" name="Freeform 260">
              <a:extLst>
                <a:ext uri="{FF2B5EF4-FFF2-40B4-BE49-F238E27FC236}">
                  <a16:creationId xmlns:a16="http://schemas.microsoft.com/office/drawing/2014/main" id="{89642470-FD74-1047-9747-D0EB2363B80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2" name="Freeform 261">
              <a:extLst>
                <a:ext uri="{FF2B5EF4-FFF2-40B4-BE49-F238E27FC236}">
                  <a16:creationId xmlns:a16="http://schemas.microsoft.com/office/drawing/2014/main" id="{12E17BAF-3675-9946-91CF-C0BD05A47A02}"/>
                </a:ext>
              </a:extLst>
            </p:cNvPr>
            <p:cNvSpPr>
              <a:spLocks/>
            </p:cNvSpPr>
            <p:nvPr/>
          </p:nvSpPr>
          <p:spPr bwMode="auto">
            <a:xfrm>
              <a:off x="2102655" y="1633412"/>
              <a:ext cx="662444" cy="111846"/>
            </a:xfrm>
            <a:custGeom>
              <a:avLst/>
              <a:gdLst>
                <a:gd name="T0" fmla="*/ 0 w 3723451"/>
                <a:gd name="T1" fmla="*/ 27363 h 932950"/>
                <a:gd name="T2" fmla="*/ 116562 w 3723451"/>
                <a:gd name="T3" fmla="*/ 322 h 932950"/>
                <a:gd name="T4" fmla="*/ 330164 w 3723451"/>
                <a:gd name="T5" fmla="*/ 62407 h 932950"/>
                <a:gd name="T6" fmla="*/ 533943 w 3723451"/>
                <a:gd name="T7" fmla="*/ 0 h 932950"/>
                <a:gd name="T8" fmla="*/ 662444 w 3723451"/>
                <a:gd name="T9" fmla="*/ 24834 h 932950"/>
                <a:gd name="T10" fmla="*/ 566839 w 3723451"/>
                <a:gd name="T11" fmla="*/ 55371 h 932950"/>
                <a:gd name="T12" fmla="*/ 536059 w 3723451"/>
                <a:gd name="T13" fmla="*/ 47138 h 932950"/>
                <a:gd name="T14" fmla="*/ 333917 w 3723451"/>
                <a:gd name="T15" fmla="*/ 111846 h 932950"/>
                <a:gd name="T16" fmla="*/ 126604 w 3723451"/>
                <a:gd name="T17" fmla="*/ 49519 h 932950"/>
                <a:gd name="T18" fmla="*/ 93086 w 3723451"/>
                <a:gd name="T19" fmla="*/ 56246 h 932950"/>
                <a:gd name="T20" fmla="*/ 0 w 3723451"/>
                <a:gd name="T21" fmla="*/ 2736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Freeform 262">
              <a:extLst>
                <a:ext uri="{FF2B5EF4-FFF2-40B4-BE49-F238E27FC236}">
                  <a16:creationId xmlns:a16="http://schemas.microsoft.com/office/drawing/2014/main" id="{FB02D5C9-E16C-D545-9658-9B08CD700FC7}"/>
                </a:ext>
              </a:extLst>
            </p:cNvPr>
            <p:cNvSpPr>
              <a:spLocks/>
            </p:cNvSpPr>
            <p:nvPr/>
          </p:nvSpPr>
          <p:spPr bwMode="auto">
            <a:xfrm>
              <a:off x="2536889" y="1728599"/>
              <a:ext cx="244057" cy="97568"/>
            </a:xfrm>
            <a:custGeom>
              <a:avLst/>
              <a:gdLst>
                <a:gd name="T0" fmla="*/ 0 w 1366596"/>
                <a:gd name="T1" fmla="*/ 0 h 809868"/>
                <a:gd name="T2" fmla="*/ 244057 w 1366596"/>
                <a:gd name="T3" fmla="*/ 75393 h 809868"/>
                <a:gd name="T4" fmla="*/ 154487 w 1366596"/>
                <a:gd name="T5" fmla="*/ 97568 h 809868"/>
                <a:gd name="T6" fmla="*/ 822 w 1366596"/>
                <a:gd name="T7" fmla="*/ 5155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263">
              <a:extLst>
                <a:ext uri="{FF2B5EF4-FFF2-40B4-BE49-F238E27FC236}">
                  <a16:creationId xmlns:a16="http://schemas.microsoft.com/office/drawing/2014/main" id="{43C530C6-57F7-D943-BF8C-3B8BE501FC32}"/>
                </a:ext>
              </a:extLst>
            </p:cNvPr>
            <p:cNvSpPr>
              <a:spLocks/>
            </p:cNvSpPr>
            <p:nvPr/>
          </p:nvSpPr>
          <p:spPr bwMode="auto">
            <a:xfrm>
              <a:off x="2089977" y="1730980"/>
              <a:ext cx="240888" cy="95187"/>
            </a:xfrm>
            <a:custGeom>
              <a:avLst/>
              <a:gdLst>
                <a:gd name="T0" fmla="*/ 237599 w 1348191"/>
                <a:gd name="T1" fmla="*/ 0 h 791462"/>
                <a:gd name="T2" fmla="*/ 240888 w 1348191"/>
                <a:gd name="T3" fmla="*/ 45933 h 791462"/>
                <a:gd name="T4" fmla="*/ 87147 w 1348191"/>
                <a:gd name="T5" fmla="*/ 95187 h 791462"/>
                <a:gd name="T6" fmla="*/ 0 w 1348191"/>
                <a:gd name="T7" fmla="*/ 73604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04998C4B-6CC3-804D-8149-EB9753D18CA7}"/>
                </a:ext>
              </a:extLst>
            </p:cNvPr>
            <p:cNvCxnSpPr>
              <a:cxnSpLocks noChangeShapeType="1"/>
              <a:endCxn id="260" idx="2"/>
            </p:cNvCxnSpPr>
            <p:nvPr/>
          </p:nvCxnSpPr>
          <p:spPr bwMode="auto">
            <a:xfrm flipH="1" flipV="1">
              <a:off x="1871277" y="1735739"/>
              <a:ext cx="3169"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66" name="Straight Connector 265">
              <a:extLst>
                <a:ext uri="{FF2B5EF4-FFF2-40B4-BE49-F238E27FC236}">
                  <a16:creationId xmlns:a16="http://schemas.microsoft.com/office/drawing/2014/main" id="{565D2A47-CC6C-8440-A5DF-83E670BCAF12}"/>
                </a:ext>
              </a:extLst>
            </p:cNvPr>
            <p:cNvCxnSpPr>
              <a:cxnSpLocks noChangeShapeType="1"/>
            </p:cNvCxnSpPr>
            <p:nvPr/>
          </p:nvCxnSpPr>
          <p:spPr bwMode="auto">
            <a:xfrm flipH="1" flipV="1">
              <a:off x="2996477" y="1733359"/>
              <a:ext cx="3171"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67" name="Group 337">
            <a:extLst>
              <a:ext uri="{FF2B5EF4-FFF2-40B4-BE49-F238E27FC236}">
                <a16:creationId xmlns:a16="http://schemas.microsoft.com/office/drawing/2014/main" id="{82B40A4C-BCB9-0F49-86D8-65358510B247}"/>
              </a:ext>
            </a:extLst>
          </p:cNvPr>
          <p:cNvGrpSpPr>
            <a:grpSpLocks/>
          </p:cNvGrpSpPr>
          <p:nvPr/>
        </p:nvGrpSpPr>
        <p:grpSpPr bwMode="auto">
          <a:xfrm>
            <a:off x="6609935" y="5967482"/>
            <a:ext cx="563563" cy="293688"/>
            <a:chOff x="1871277" y="1576300"/>
            <a:chExt cx="1128371" cy="437861"/>
          </a:xfrm>
        </p:grpSpPr>
        <p:sp>
          <p:nvSpPr>
            <p:cNvPr id="268" name="Oval 267">
              <a:extLst>
                <a:ext uri="{FF2B5EF4-FFF2-40B4-BE49-F238E27FC236}">
                  <a16:creationId xmlns:a16="http://schemas.microsoft.com/office/drawing/2014/main" id="{683F4F4C-42FD-9846-A017-5B90A1CDF30A}"/>
                </a:ext>
              </a:extLst>
            </p:cNvPr>
            <p:cNvSpPr>
              <a:spLocks noChangeArrowheads="1"/>
            </p:cNvSpPr>
            <p:nvPr/>
          </p:nvSpPr>
          <p:spPr bwMode="auto">
            <a:xfrm flipV="1">
              <a:off x="1874457" y="1694641"/>
              <a:ext cx="1125191"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9" name="Rectangle 268">
              <a:extLst>
                <a:ext uri="{FF2B5EF4-FFF2-40B4-BE49-F238E27FC236}">
                  <a16:creationId xmlns:a16="http://schemas.microsoft.com/office/drawing/2014/main" id="{3F600344-6D5A-5149-9480-8AD325F910A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0" name="Oval 269">
              <a:extLst>
                <a:ext uri="{FF2B5EF4-FFF2-40B4-BE49-F238E27FC236}">
                  <a16:creationId xmlns:a16="http://schemas.microsoft.com/office/drawing/2014/main" id="{358912A5-2365-7548-98D1-05C254AB8C93}"/>
                </a:ext>
              </a:extLst>
            </p:cNvPr>
            <p:cNvSpPr>
              <a:spLocks noChangeArrowheads="1"/>
            </p:cNvSpPr>
            <p:nvPr/>
          </p:nvSpPr>
          <p:spPr bwMode="auto">
            <a:xfrm flipV="1">
              <a:off x="1871277" y="1576300"/>
              <a:ext cx="1125191"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1" name="Freeform 270">
              <a:extLst>
                <a:ext uri="{FF2B5EF4-FFF2-40B4-BE49-F238E27FC236}">
                  <a16:creationId xmlns:a16="http://schemas.microsoft.com/office/drawing/2014/main" id="{856A4118-FA0A-BF49-876A-9D235E6C6E2E}"/>
                </a:ext>
              </a:extLst>
            </p:cNvPr>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2" name="Freeform 271">
              <a:extLst>
                <a:ext uri="{FF2B5EF4-FFF2-40B4-BE49-F238E27FC236}">
                  <a16:creationId xmlns:a16="http://schemas.microsoft.com/office/drawing/2014/main" id="{73066D64-2E3F-F24D-B741-44F8F9E6C32A}"/>
                </a:ext>
              </a:extLst>
            </p:cNvPr>
            <p:cNvSpPr>
              <a:spLocks/>
            </p:cNvSpPr>
            <p:nvPr/>
          </p:nvSpPr>
          <p:spPr bwMode="auto">
            <a:xfrm>
              <a:off x="2103309" y="1633103"/>
              <a:ext cx="661129" cy="111241"/>
            </a:xfrm>
            <a:custGeom>
              <a:avLst/>
              <a:gdLst>
                <a:gd name="T0" fmla="*/ 0 w 3723451"/>
                <a:gd name="T1" fmla="*/ 27215 h 932950"/>
                <a:gd name="T2" fmla="*/ 116330 w 3723451"/>
                <a:gd name="T3" fmla="*/ 321 h 932950"/>
                <a:gd name="T4" fmla="*/ 329508 w 3723451"/>
                <a:gd name="T5" fmla="*/ 62070 h 932950"/>
                <a:gd name="T6" fmla="*/ 532883 w 3723451"/>
                <a:gd name="T7" fmla="*/ 0 h 932950"/>
                <a:gd name="T8" fmla="*/ 661129 w 3723451"/>
                <a:gd name="T9" fmla="*/ 24700 h 932950"/>
                <a:gd name="T10" fmla="*/ 565714 w 3723451"/>
                <a:gd name="T11" fmla="*/ 55072 h 932950"/>
                <a:gd name="T12" fmla="*/ 534995 w 3723451"/>
                <a:gd name="T13" fmla="*/ 46883 h 932950"/>
                <a:gd name="T14" fmla="*/ 333254 w 3723451"/>
                <a:gd name="T15" fmla="*/ 111241 h 932950"/>
                <a:gd name="T16" fmla="*/ 126353 w 3723451"/>
                <a:gd name="T17" fmla="*/ 49251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3" name="Freeform 272">
              <a:extLst>
                <a:ext uri="{FF2B5EF4-FFF2-40B4-BE49-F238E27FC236}">
                  <a16:creationId xmlns:a16="http://schemas.microsoft.com/office/drawing/2014/main" id="{63C7C818-A6BA-5B46-8663-C7EB1B1CEB1A}"/>
                </a:ext>
              </a:extLst>
            </p:cNvPr>
            <p:cNvSpPr>
              <a:spLocks/>
            </p:cNvSpPr>
            <p:nvPr/>
          </p:nvSpPr>
          <p:spPr bwMode="auto">
            <a:xfrm>
              <a:off x="2538763" y="1727776"/>
              <a:ext cx="241567" cy="97040"/>
            </a:xfrm>
            <a:custGeom>
              <a:avLst/>
              <a:gdLst>
                <a:gd name="T0" fmla="*/ 0 w 1366596"/>
                <a:gd name="T1" fmla="*/ 0 h 809868"/>
                <a:gd name="T2" fmla="*/ 241567 w 1366596"/>
                <a:gd name="T3" fmla="*/ 74985 h 809868"/>
                <a:gd name="T4" fmla="*/ 152911 w 1366596"/>
                <a:gd name="T5" fmla="*/ 97040 h 809868"/>
                <a:gd name="T6" fmla="*/ 813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Freeform 273">
              <a:extLst>
                <a:ext uri="{FF2B5EF4-FFF2-40B4-BE49-F238E27FC236}">
                  <a16:creationId xmlns:a16="http://schemas.microsoft.com/office/drawing/2014/main" id="{958FEB88-75FB-2D44-9A10-0367FDB3A463}"/>
                </a:ext>
              </a:extLst>
            </p:cNvPr>
            <p:cNvSpPr>
              <a:spLocks/>
            </p:cNvSpPr>
            <p:nvPr/>
          </p:nvSpPr>
          <p:spPr bwMode="auto">
            <a:xfrm>
              <a:off x="2090595" y="1730144"/>
              <a:ext cx="238387" cy="97039"/>
            </a:xfrm>
            <a:custGeom>
              <a:avLst/>
              <a:gdLst>
                <a:gd name="T0" fmla="*/ 235133 w 1348191"/>
                <a:gd name="T1" fmla="*/ 0 h 791462"/>
                <a:gd name="T2" fmla="*/ 238387 w 1348191"/>
                <a:gd name="T3" fmla="*/ 46827 h 791462"/>
                <a:gd name="T4" fmla="*/ 86242 w 1348191"/>
                <a:gd name="T5" fmla="*/ 97039 h 791462"/>
                <a:gd name="T6" fmla="*/ 0 w 1348191"/>
                <a:gd name="T7" fmla="*/ 75036 h 791462"/>
                <a:gd name="T8" fmla="*/ 23513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75" name="Straight Connector 274">
              <a:extLst>
                <a:ext uri="{FF2B5EF4-FFF2-40B4-BE49-F238E27FC236}">
                  <a16:creationId xmlns:a16="http://schemas.microsoft.com/office/drawing/2014/main" id="{E5F8810D-58B9-1B41-9069-743A57CBD942}"/>
                </a:ext>
              </a:extLst>
            </p:cNvPr>
            <p:cNvCxnSpPr>
              <a:cxnSpLocks noChangeShapeType="1"/>
              <a:endCxn id="270" idx="2"/>
            </p:cNvCxnSpPr>
            <p:nvPr/>
          </p:nvCxnSpPr>
          <p:spPr bwMode="auto">
            <a:xfrm flipH="1" flipV="1">
              <a:off x="1871277" y="1737243"/>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76" name="Straight Connector 275">
              <a:extLst>
                <a:ext uri="{FF2B5EF4-FFF2-40B4-BE49-F238E27FC236}">
                  <a16:creationId xmlns:a16="http://schemas.microsoft.com/office/drawing/2014/main" id="{B7248C01-1BC9-084D-9C19-4C517E66801B}"/>
                </a:ext>
              </a:extLst>
            </p:cNvPr>
            <p:cNvCxnSpPr>
              <a:cxnSpLocks noChangeShapeType="1"/>
            </p:cNvCxnSpPr>
            <p:nvPr/>
          </p:nvCxnSpPr>
          <p:spPr bwMode="auto">
            <a:xfrm flipH="1" flipV="1">
              <a:off x="2996468" y="1734877"/>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77" name="Group 347">
            <a:extLst>
              <a:ext uri="{FF2B5EF4-FFF2-40B4-BE49-F238E27FC236}">
                <a16:creationId xmlns:a16="http://schemas.microsoft.com/office/drawing/2014/main" id="{EA66C38A-2A9F-054D-B190-0607C48440C0}"/>
              </a:ext>
            </a:extLst>
          </p:cNvPr>
          <p:cNvGrpSpPr>
            <a:grpSpLocks/>
          </p:cNvGrpSpPr>
          <p:nvPr/>
        </p:nvGrpSpPr>
        <p:grpSpPr bwMode="auto">
          <a:xfrm>
            <a:off x="7332248" y="5653157"/>
            <a:ext cx="565150" cy="293688"/>
            <a:chOff x="1871277" y="1576300"/>
            <a:chExt cx="1128371" cy="437861"/>
          </a:xfrm>
        </p:grpSpPr>
        <p:sp>
          <p:nvSpPr>
            <p:cNvPr id="278" name="Oval 277">
              <a:extLst>
                <a:ext uri="{FF2B5EF4-FFF2-40B4-BE49-F238E27FC236}">
                  <a16:creationId xmlns:a16="http://schemas.microsoft.com/office/drawing/2014/main" id="{578C6C8A-3C2C-CA47-A52F-E5336E397A8C}"/>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9" name="Rectangle 278">
              <a:extLst>
                <a:ext uri="{FF2B5EF4-FFF2-40B4-BE49-F238E27FC236}">
                  <a16:creationId xmlns:a16="http://schemas.microsoft.com/office/drawing/2014/main" id="{40527894-E8D6-8847-A758-9F4A98B89D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0" name="Oval 279">
              <a:extLst>
                <a:ext uri="{FF2B5EF4-FFF2-40B4-BE49-F238E27FC236}">
                  <a16:creationId xmlns:a16="http://schemas.microsoft.com/office/drawing/2014/main" id="{50FCBF9F-6CE0-7B47-94FC-CD5787B788A2}"/>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81" name="Freeform 280">
              <a:extLst>
                <a:ext uri="{FF2B5EF4-FFF2-40B4-BE49-F238E27FC236}">
                  <a16:creationId xmlns:a16="http://schemas.microsoft.com/office/drawing/2014/main" id="{5D5ADD21-3F21-8E47-B87D-2BDC146712B9}"/>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2" name="Freeform 281">
              <a:extLst>
                <a:ext uri="{FF2B5EF4-FFF2-40B4-BE49-F238E27FC236}">
                  <a16:creationId xmlns:a16="http://schemas.microsoft.com/office/drawing/2014/main" id="{0FF22D66-78A9-2245-ACA6-A35063B9545F}"/>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82">
              <a:extLst>
                <a:ext uri="{FF2B5EF4-FFF2-40B4-BE49-F238E27FC236}">
                  <a16:creationId xmlns:a16="http://schemas.microsoft.com/office/drawing/2014/main" id="{A86BA2E2-E459-454D-98E3-2CB0E41E1ED3}"/>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Freeform 283">
              <a:extLst>
                <a:ext uri="{FF2B5EF4-FFF2-40B4-BE49-F238E27FC236}">
                  <a16:creationId xmlns:a16="http://schemas.microsoft.com/office/drawing/2014/main" id="{32EB212F-0575-FD42-B1AF-F3AAD1FDE604}"/>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85" name="Straight Connector 284">
              <a:extLst>
                <a:ext uri="{FF2B5EF4-FFF2-40B4-BE49-F238E27FC236}">
                  <a16:creationId xmlns:a16="http://schemas.microsoft.com/office/drawing/2014/main" id="{913FC001-18AF-3A49-BFB4-0B914F19FFD8}"/>
                </a:ext>
              </a:extLst>
            </p:cNvPr>
            <p:cNvCxnSpPr>
              <a:cxnSpLocks noChangeShapeType="1"/>
              <a:endCxn id="280"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86" name="Straight Connector 285">
              <a:extLst>
                <a:ext uri="{FF2B5EF4-FFF2-40B4-BE49-F238E27FC236}">
                  <a16:creationId xmlns:a16="http://schemas.microsoft.com/office/drawing/2014/main" id="{7194EB53-3E3D-024D-B0D2-5596DAD2A331}"/>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87" name="Group 286">
            <a:extLst>
              <a:ext uri="{FF2B5EF4-FFF2-40B4-BE49-F238E27FC236}">
                <a16:creationId xmlns:a16="http://schemas.microsoft.com/office/drawing/2014/main" id="{7169FC3C-178E-6048-AB6C-8493893B17E5}"/>
              </a:ext>
            </a:extLst>
          </p:cNvPr>
          <p:cNvGrpSpPr>
            <a:grpSpLocks/>
          </p:cNvGrpSpPr>
          <p:nvPr/>
        </p:nvGrpSpPr>
        <p:grpSpPr bwMode="auto">
          <a:xfrm>
            <a:off x="3347623" y="2370207"/>
            <a:ext cx="5270500" cy="3805238"/>
            <a:chOff x="1757805" y="2331054"/>
            <a:chExt cx="5270058" cy="3804634"/>
          </a:xfrm>
        </p:grpSpPr>
        <p:sp>
          <p:nvSpPr>
            <p:cNvPr id="288" name="Freeform 287">
              <a:extLst>
                <a:ext uri="{FF2B5EF4-FFF2-40B4-BE49-F238E27FC236}">
                  <a16:creationId xmlns:a16="http://schemas.microsoft.com/office/drawing/2014/main" id="{440C625E-763F-DC45-B239-42BFE9E9081B}"/>
                </a:ext>
              </a:extLst>
            </p:cNvPr>
            <p:cNvSpPr/>
            <p:nvPr/>
          </p:nvSpPr>
          <p:spPr>
            <a:xfrm>
              <a:off x="1776853" y="4829382"/>
              <a:ext cx="1220685" cy="92060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9" name="Freeform 288">
              <a:extLst>
                <a:ext uri="{FF2B5EF4-FFF2-40B4-BE49-F238E27FC236}">
                  <a16:creationId xmlns:a16="http://schemas.microsoft.com/office/drawing/2014/main" id="{7B2A49C4-873B-2743-B356-AA474598AAC7}"/>
                </a:ext>
              </a:extLst>
            </p:cNvPr>
            <p:cNvSpPr/>
            <p:nvPr/>
          </p:nvSpPr>
          <p:spPr>
            <a:xfrm>
              <a:off x="6102428" y="4916682"/>
              <a:ext cx="925435" cy="75711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0" name="Freeform 289">
              <a:extLst>
                <a:ext uri="{FF2B5EF4-FFF2-40B4-BE49-F238E27FC236}">
                  <a16:creationId xmlns:a16="http://schemas.microsoft.com/office/drawing/2014/main" id="{0D9AB348-D7F2-A742-9B0C-84535C1F8A96}"/>
                </a:ext>
              </a:extLst>
            </p:cNvPr>
            <p:cNvSpPr/>
            <p:nvPr/>
          </p:nvSpPr>
          <p:spPr>
            <a:xfrm>
              <a:off x="5288109" y="4937315"/>
              <a:ext cx="725426" cy="109996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1" name="Freeform 290">
              <a:extLst>
                <a:ext uri="{FF2B5EF4-FFF2-40B4-BE49-F238E27FC236}">
                  <a16:creationId xmlns:a16="http://schemas.microsoft.com/office/drawing/2014/main" id="{98F06BD2-BA43-1144-B69F-BF325541EB43}"/>
                </a:ext>
              </a:extLst>
            </p:cNvPr>
            <p:cNvSpPr/>
            <p:nvPr/>
          </p:nvSpPr>
          <p:spPr>
            <a:xfrm>
              <a:off x="4300767" y="4956362"/>
              <a:ext cx="514307" cy="57775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2" name="Freeform 291">
              <a:extLst>
                <a:ext uri="{FF2B5EF4-FFF2-40B4-BE49-F238E27FC236}">
                  <a16:creationId xmlns:a16="http://schemas.microsoft.com/office/drawing/2014/main" id="{57135A78-79C3-CB4B-8E8E-D9A274265F07}"/>
                </a:ext>
              </a:extLst>
            </p:cNvPr>
            <p:cNvSpPr/>
            <p:nvPr/>
          </p:nvSpPr>
          <p:spPr>
            <a:xfrm>
              <a:off x="3521369" y="4919856"/>
              <a:ext cx="593675" cy="121583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293" name="Group 17">
              <a:extLst>
                <a:ext uri="{FF2B5EF4-FFF2-40B4-BE49-F238E27FC236}">
                  <a16:creationId xmlns:a16="http://schemas.microsoft.com/office/drawing/2014/main" id="{3DCFE7AC-3DDA-544E-9FBA-E2013CB1F765}"/>
                </a:ext>
              </a:extLst>
            </p:cNvPr>
            <p:cNvGrpSpPr>
              <a:grpSpLocks/>
            </p:cNvGrpSpPr>
            <p:nvPr/>
          </p:nvGrpSpPr>
          <p:grpSpPr bwMode="auto">
            <a:xfrm>
              <a:off x="1757805" y="2331054"/>
              <a:ext cx="1079500" cy="2674334"/>
              <a:chOff x="1757805" y="2331054"/>
              <a:chExt cx="1079500" cy="2674334"/>
            </a:xfrm>
          </p:grpSpPr>
          <p:sp>
            <p:nvSpPr>
              <p:cNvPr id="380" name="Rectangle 379">
                <a:extLst>
                  <a:ext uri="{FF2B5EF4-FFF2-40B4-BE49-F238E27FC236}">
                    <a16:creationId xmlns:a16="http://schemas.microsoft.com/office/drawing/2014/main" id="{4A6C83BC-7EC5-0F45-B8BB-C3B547B3E007}"/>
                  </a:ext>
                </a:extLst>
              </p:cNvPr>
              <p:cNvSpPr/>
              <p:nvPr/>
            </p:nvSpPr>
            <p:spPr bwMode="auto">
              <a:xfrm rot="10800000">
                <a:off x="1789552" y="2580252"/>
                <a:ext cx="1027025" cy="108409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381" name="Group 104">
                <a:extLst>
                  <a:ext uri="{FF2B5EF4-FFF2-40B4-BE49-F238E27FC236}">
                    <a16:creationId xmlns:a16="http://schemas.microsoft.com/office/drawing/2014/main" id="{C49CCBB3-581C-F744-9C12-88066A544A1A}"/>
                  </a:ext>
                </a:extLst>
              </p:cNvPr>
              <p:cNvGrpSpPr>
                <a:grpSpLocks/>
              </p:cNvGrpSpPr>
              <p:nvPr/>
            </p:nvGrpSpPr>
            <p:grpSpPr bwMode="auto">
              <a:xfrm>
                <a:off x="1782739" y="4616206"/>
                <a:ext cx="1034710" cy="389182"/>
                <a:chOff x="4128636" y="3606589"/>
                <a:chExt cx="568145" cy="338667"/>
              </a:xfrm>
            </p:grpSpPr>
            <p:sp>
              <p:nvSpPr>
                <p:cNvPr id="395" name="Oval 394">
                  <a:extLst>
                    <a:ext uri="{FF2B5EF4-FFF2-40B4-BE49-F238E27FC236}">
                      <a16:creationId xmlns:a16="http://schemas.microsoft.com/office/drawing/2014/main" id="{1360C793-55DD-E448-BB09-2AF9F40ABA16}"/>
                    </a:ext>
                  </a:extLst>
                </p:cNvPr>
                <p:cNvSpPr/>
                <p:nvPr/>
              </p:nvSpPr>
              <p:spPr>
                <a:xfrm>
                  <a:off x="4128891" y="3720271"/>
                  <a:ext cx="565669" cy="22514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6" name="Rectangle 395">
                  <a:extLst>
                    <a:ext uri="{FF2B5EF4-FFF2-40B4-BE49-F238E27FC236}">
                      <a16:creationId xmlns:a16="http://schemas.microsoft.com/office/drawing/2014/main" id="{B5E5E126-5712-074A-827E-49B7AB6291A3}"/>
                    </a:ext>
                  </a:extLst>
                </p:cNvPr>
                <p:cNvSpPr/>
                <p:nvPr/>
              </p:nvSpPr>
              <p:spPr>
                <a:xfrm>
                  <a:off x="4128891" y="3720271"/>
                  <a:ext cx="565669" cy="111880"/>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7" name="Oval 396">
                  <a:extLst>
                    <a:ext uri="{FF2B5EF4-FFF2-40B4-BE49-F238E27FC236}">
                      <a16:creationId xmlns:a16="http://schemas.microsoft.com/office/drawing/2014/main" id="{90782D44-406D-1A44-B8FA-7DABB141B919}"/>
                    </a:ext>
                  </a:extLst>
                </p:cNvPr>
                <p:cNvSpPr/>
                <p:nvPr/>
              </p:nvSpPr>
              <p:spPr>
                <a:xfrm>
                  <a:off x="4128891" y="3607011"/>
                  <a:ext cx="565669" cy="225140"/>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98" name="Straight Connector 397">
                  <a:extLst>
                    <a:ext uri="{FF2B5EF4-FFF2-40B4-BE49-F238E27FC236}">
                      <a16:creationId xmlns:a16="http://schemas.microsoft.com/office/drawing/2014/main" id="{91CE1BD1-E198-874C-A63D-F01D330549A7}"/>
                    </a:ext>
                  </a:extLst>
                </p:cNvPr>
                <p:cNvCxnSpPr/>
                <p:nvPr/>
              </p:nvCxnSpPr>
              <p:spPr>
                <a:xfrm>
                  <a:off x="4694560" y="3720271"/>
                  <a:ext cx="0" cy="111880"/>
                </a:xfrm>
                <a:prstGeom prst="line">
                  <a:avLst/>
                </a:prstGeom>
                <a:noFill/>
                <a:ln w="6350" cap="flat" cmpd="sng" algn="ctr">
                  <a:solidFill>
                    <a:srgbClr val="000000"/>
                  </a:solidFill>
                  <a:prstDash val="solid"/>
                </a:ln>
                <a:effectLst/>
              </p:spPr>
            </p:cxnSp>
            <p:cxnSp>
              <p:nvCxnSpPr>
                <p:cNvPr id="399" name="Straight Connector 398">
                  <a:extLst>
                    <a:ext uri="{FF2B5EF4-FFF2-40B4-BE49-F238E27FC236}">
                      <a16:creationId xmlns:a16="http://schemas.microsoft.com/office/drawing/2014/main" id="{5C32A76A-C218-CD4F-A5EA-5F04BEBB7C8B}"/>
                    </a:ext>
                  </a:extLst>
                </p:cNvPr>
                <p:cNvCxnSpPr/>
                <p:nvPr/>
              </p:nvCxnSpPr>
              <p:spPr>
                <a:xfrm>
                  <a:off x="4128891" y="3720271"/>
                  <a:ext cx="0" cy="111880"/>
                </a:xfrm>
                <a:prstGeom prst="line">
                  <a:avLst/>
                </a:prstGeom>
                <a:noFill/>
                <a:ln w="6350" cap="flat" cmpd="sng" algn="ctr">
                  <a:solidFill>
                    <a:srgbClr val="000000"/>
                  </a:solidFill>
                  <a:prstDash val="solid"/>
                </a:ln>
                <a:effectLst/>
              </p:spPr>
            </p:cxnSp>
          </p:grpSp>
          <p:sp>
            <p:nvSpPr>
              <p:cNvPr id="382" name="Rectangle 381">
                <a:extLst>
                  <a:ext uri="{FF2B5EF4-FFF2-40B4-BE49-F238E27FC236}">
                    <a16:creationId xmlns:a16="http://schemas.microsoft.com/office/drawing/2014/main" id="{9568C327-A8B8-714A-9EC6-981C762ACAD5}"/>
                  </a:ext>
                </a:extLst>
              </p:cNvPr>
              <p:cNvSpPr/>
              <p:nvPr/>
            </p:nvSpPr>
            <p:spPr bwMode="auto">
              <a:xfrm>
                <a:off x="1802251" y="3602440"/>
                <a:ext cx="1027025" cy="1163452"/>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83" name="Straight Connector 382">
                <a:extLst>
                  <a:ext uri="{FF2B5EF4-FFF2-40B4-BE49-F238E27FC236}">
                    <a16:creationId xmlns:a16="http://schemas.microsoft.com/office/drawing/2014/main" id="{CE43604B-D39F-7044-94F2-CD4AD82F1987}"/>
                  </a:ext>
                </a:extLst>
              </p:cNvPr>
              <p:cNvCxnSpPr/>
              <p:nvPr/>
            </p:nvCxnSpPr>
            <p:spPr bwMode="auto">
              <a:xfrm>
                <a:off x="1781615" y="2805642"/>
                <a:ext cx="20636" cy="2020566"/>
              </a:xfrm>
              <a:prstGeom prst="line">
                <a:avLst/>
              </a:prstGeom>
              <a:noFill/>
              <a:ln w="3175" cap="flat" cmpd="sng" algn="ctr">
                <a:solidFill>
                  <a:srgbClr val="000000"/>
                </a:solidFill>
                <a:prstDash val="sysDash"/>
              </a:ln>
              <a:effectLst/>
            </p:spPr>
          </p:cxnSp>
          <p:cxnSp>
            <p:nvCxnSpPr>
              <p:cNvPr id="384" name="Straight Connector 383">
                <a:extLst>
                  <a:ext uri="{FF2B5EF4-FFF2-40B4-BE49-F238E27FC236}">
                    <a16:creationId xmlns:a16="http://schemas.microsoft.com/office/drawing/2014/main" id="{5C4C1EF2-5AB5-114F-AE30-53470A226E36}"/>
                  </a:ext>
                </a:extLst>
              </p:cNvPr>
              <p:cNvCxnSpPr/>
              <p:nvPr/>
            </p:nvCxnSpPr>
            <p:spPr bwMode="auto">
              <a:xfrm flipH="1">
                <a:off x="2818166" y="2805642"/>
                <a:ext cx="4762" cy="1976123"/>
              </a:xfrm>
              <a:prstGeom prst="line">
                <a:avLst/>
              </a:prstGeom>
              <a:noFill/>
              <a:ln w="3175" cap="flat" cmpd="sng" algn="ctr">
                <a:solidFill>
                  <a:srgbClr val="000000"/>
                </a:solidFill>
                <a:prstDash val="sysDash"/>
              </a:ln>
              <a:effectLst/>
            </p:spPr>
          </p:cxnSp>
          <p:grpSp>
            <p:nvGrpSpPr>
              <p:cNvPr id="385" name="Group 9">
                <a:extLst>
                  <a:ext uri="{FF2B5EF4-FFF2-40B4-BE49-F238E27FC236}">
                    <a16:creationId xmlns:a16="http://schemas.microsoft.com/office/drawing/2014/main" id="{052F022E-CD26-8744-AC3E-C859146E3805}"/>
                  </a:ext>
                </a:extLst>
              </p:cNvPr>
              <p:cNvGrpSpPr>
                <a:grpSpLocks/>
              </p:cNvGrpSpPr>
              <p:nvPr/>
            </p:nvGrpSpPr>
            <p:grpSpPr bwMode="auto">
              <a:xfrm>
                <a:off x="1757805" y="2331054"/>
                <a:ext cx="1079500" cy="430213"/>
                <a:chOff x="2183302" y="1574638"/>
                <a:chExt cx="1200154" cy="430181"/>
              </a:xfrm>
            </p:grpSpPr>
            <p:sp>
              <p:nvSpPr>
                <p:cNvPr id="386" name="Oval 385">
                  <a:extLst>
                    <a:ext uri="{FF2B5EF4-FFF2-40B4-BE49-F238E27FC236}">
                      <a16:creationId xmlns:a16="http://schemas.microsoft.com/office/drawing/2014/main" id="{80AE789D-EAFB-F44C-ACC8-D4E9E127F29B}"/>
                    </a:ext>
                  </a:extLst>
                </p:cNvPr>
                <p:cNvSpPr/>
                <p:nvPr/>
              </p:nvSpPr>
              <p:spPr bwMode="auto">
                <a:xfrm flipV="1">
                  <a:off x="2186832" y="1690499"/>
                  <a:ext cx="1194758" cy="31425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7" name="Rectangle 386">
                  <a:extLst>
                    <a:ext uri="{FF2B5EF4-FFF2-40B4-BE49-F238E27FC236}">
                      <a16:creationId xmlns:a16="http://schemas.microsoft.com/office/drawing/2014/main" id="{5F200699-ED1E-0245-9D7A-C9227AC90EC0}"/>
                    </a:ext>
                  </a:extLst>
                </p:cNvPr>
                <p:cNvSpPr/>
                <p:nvPr/>
              </p:nvSpPr>
              <p:spPr bwMode="auto">
                <a:xfrm>
                  <a:off x="2183302" y="1734939"/>
                  <a:ext cx="1198287" cy="112686"/>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8" name="Oval 387">
                  <a:extLst>
                    <a:ext uri="{FF2B5EF4-FFF2-40B4-BE49-F238E27FC236}">
                      <a16:creationId xmlns:a16="http://schemas.microsoft.com/office/drawing/2014/main" id="{1653876D-5808-4845-8D45-41E30CCABC5A}"/>
                    </a:ext>
                  </a:extLst>
                </p:cNvPr>
                <p:cNvSpPr>
                  <a:spLocks noChangeArrowheads="1"/>
                </p:cNvSpPr>
                <p:nvPr/>
              </p:nvSpPr>
              <p:spPr bwMode="auto">
                <a:xfrm flipV="1">
                  <a:off x="2183302" y="1574638"/>
                  <a:ext cx="1196523" cy="31425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89" name="Freeform 388">
                  <a:extLst>
                    <a:ext uri="{FF2B5EF4-FFF2-40B4-BE49-F238E27FC236}">
                      <a16:creationId xmlns:a16="http://schemas.microsoft.com/office/drawing/2014/main" id="{B63C1A57-A326-E44D-89A7-AE4E169A70AE}"/>
                    </a:ext>
                  </a:extLst>
                </p:cNvPr>
                <p:cNvSpPr/>
                <p:nvPr/>
              </p:nvSpPr>
              <p:spPr bwMode="auto">
                <a:xfrm>
                  <a:off x="2490374" y="1671453"/>
                  <a:ext cx="582379" cy="15712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0" name="Freeform 389">
                  <a:extLst>
                    <a:ext uri="{FF2B5EF4-FFF2-40B4-BE49-F238E27FC236}">
                      <a16:creationId xmlns:a16="http://schemas.microsoft.com/office/drawing/2014/main" id="{C060360D-64F4-6C46-9C73-B1B076DAA15D}"/>
                    </a:ext>
                  </a:extLst>
                </p:cNvPr>
                <p:cNvSpPr>
                  <a:spLocks/>
                </p:cNvSpPr>
                <p:nvPr/>
              </p:nvSpPr>
              <p:spPr bwMode="auto">
                <a:xfrm>
                  <a:off x="2430372" y="1630188"/>
                  <a:ext cx="702384" cy="109512"/>
                </a:xfrm>
                <a:custGeom>
                  <a:avLst/>
                  <a:gdLst>
                    <a:gd name="T0" fmla="*/ 0 w 3723451"/>
                    <a:gd name="T1" fmla="*/ 26792 h 932950"/>
                    <a:gd name="T2" fmla="*/ 123590 w 3723451"/>
                    <a:gd name="T3" fmla="*/ 316 h 932950"/>
                    <a:gd name="T4" fmla="*/ 350070 w 3723451"/>
                    <a:gd name="T5" fmla="*/ 61105 h 932950"/>
                    <a:gd name="T6" fmla="*/ 566135 w 3723451"/>
                    <a:gd name="T7" fmla="*/ 0 h 932950"/>
                    <a:gd name="T8" fmla="*/ 702384 w 3723451"/>
                    <a:gd name="T9" fmla="*/ 24316 h 932950"/>
                    <a:gd name="T10" fmla="*/ 601015 w 3723451"/>
                    <a:gd name="T11" fmla="*/ 54216 h 932950"/>
                    <a:gd name="T12" fmla="*/ 568379 w 3723451"/>
                    <a:gd name="T13" fmla="*/ 46155 h 932950"/>
                    <a:gd name="T14" fmla="*/ 354049 w 3723451"/>
                    <a:gd name="T15" fmla="*/ 109512 h 932950"/>
                    <a:gd name="T16" fmla="*/ 134237 w 3723451"/>
                    <a:gd name="T17" fmla="*/ 48485 h 932950"/>
                    <a:gd name="T18" fmla="*/ 98698 w 3723451"/>
                    <a:gd name="T19" fmla="*/ 55072 h 932950"/>
                    <a:gd name="T20" fmla="*/ 0 w 3723451"/>
                    <a:gd name="T21" fmla="*/ 2679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Freeform 390">
                  <a:extLst>
                    <a:ext uri="{FF2B5EF4-FFF2-40B4-BE49-F238E27FC236}">
                      <a16:creationId xmlns:a16="http://schemas.microsoft.com/office/drawing/2014/main" id="{6762EEAF-2C47-B149-8689-0C95EC53C318}"/>
                    </a:ext>
                  </a:extLst>
                </p:cNvPr>
                <p:cNvSpPr>
                  <a:spLocks/>
                </p:cNvSpPr>
                <p:nvPr/>
              </p:nvSpPr>
              <p:spPr bwMode="auto">
                <a:xfrm>
                  <a:off x="2892745" y="1723828"/>
                  <a:ext cx="257658" cy="95228"/>
                </a:xfrm>
                <a:custGeom>
                  <a:avLst/>
                  <a:gdLst>
                    <a:gd name="T0" fmla="*/ 0 w 1366596"/>
                    <a:gd name="T1" fmla="*/ 0 h 809868"/>
                    <a:gd name="T2" fmla="*/ 257658 w 1366596"/>
                    <a:gd name="T3" fmla="*/ 73585 h 809868"/>
                    <a:gd name="T4" fmla="*/ 163097 w 1366596"/>
                    <a:gd name="T5" fmla="*/ 95228 h 809868"/>
                    <a:gd name="T6" fmla="*/ 867 w 1366596"/>
                    <a:gd name="T7" fmla="*/ 5031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Freeform 391">
                  <a:extLst>
                    <a:ext uri="{FF2B5EF4-FFF2-40B4-BE49-F238E27FC236}">
                      <a16:creationId xmlns:a16="http://schemas.microsoft.com/office/drawing/2014/main" id="{EEF29461-B5AA-2744-A3DA-2814904A2E2F}"/>
                    </a:ext>
                  </a:extLst>
                </p:cNvPr>
                <p:cNvSpPr>
                  <a:spLocks/>
                </p:cNvSpPr>
                <p:nvPr/>
              </p:nvSpPr>
              <p:spPr bwMode="auto">
                <a:xfrm>
                  <a:off x="2418018" y="1725416"/>
                  <a:ext cx="254129" cy="95228"/>
                </a:xfrm>
                <a:custGeom>
                  <a:avLst/>
                  <a:gdLst>
                    <a:gd name="T0" fmla="*/ 250660 w 1348191"/>
                    <a:gd name="T1" fmla="*/ 0 h 791462"/>
                    <a:gd name="T2" fmla="*/ 254129 w 1348191"/>
                    <a:gd name="T3" fmla="*/ 45953 h 791462"/>
                    <a:gd name="T4" fmla="*/ 91938 w 1348191"/>
                    <a:gd name="T5" fmla="*/ 95228 h 791462"/>
                    <a:gd name="T6" fmla="*/ 0 w 1348191"/>
                    <a:gd name="T7" fmla="*/ 73636 h 791462"/>
                    <a:gd name="T8" fmla="*/ 25066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93" name="Straight Connector 392">
                  <a:extLst>
                    <a:ext uri="{FF2B5EF4-FFF2-40B4-BE49-F238E27FC236}">
                      <a16:creationId xmlns:a16="http://schemas.microsoft.com/office/drawing/2014/main" id="{BE5A273A-2FEE-9545-BB88-87C7E505179F}"/>
                    </a:ext>
                  </a:extLst>
                </p:cNvPr>
                <p:cNvCxnSpPr>
                  <a:cxnSpLocks noChangeShapeType="1"/>
                  <a:endCxn id="388" idx="2"/>
                </p:cNvCxnSpPr>
                <p:nvPr/>
              </p:nvCxnSpPr>
              <p:spPr bwMode="auto">
                <a:xfrm flipH="1" flipV="1">
                  <a:off x="2183302" y="1731764"/>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94" name="Straight Connector 393">
                  <a:extLst>
                    <a:ext uri="{FF2B5EF4-FFF2-40B4-BE49-F238E27FC236}">
                      <a16:creationId xmlns:a16="http://schemas.microsoft.com/office/drawing/2014/main" id="{3C46EAE7-509B-4E45-A6E7-9A33E4F0FC70}"/>
                    </a:ext>
                  </a:extLst>
                </p:cNvPr>
                <p:cNvCxnSpPr>
                  <a:cxnSpLocks noChangeShapeType="1"/>
                </p:cNvCxnSpPr>
                <p:nvPr/>
              </p:nvCxnSpPr>
              <p:spPr bwMode="auto">
                <a:xfrm flipH="1" flipV="1">
                  <a:off x="3379825" y="1728590"/>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4" name="Group 18">
              <a:extLst>
                <a:ext uri="{FF2B5EF4-FFF2-40B4-BE49-F238E27FC236}">
                  <a16:creationId xmlns:a16="http://schemas.microsoft.com/office/drawing/2014/main" id="{482172DC-CB77-9547-9B55-AA80104E7E80}"/>
                </a:ext>
              </a:extLst>
            </p:cNvPr>
            <p:cNvGrpSpPr>
              <a:grpSpLocks/>
            </p:cNvGrpSpPr>
            <p:nvPr/>
          </p:nvGrpSpPr>
          <p:grpSpPr bwMode="auto">
            <a:xfrm>
              <a:off x="3500438" y="3174091"/>
              <a:ext cx="522287" cy="1831297"/>
              <a:chOff x="3500438" y="3174091"/>
              <a:chExt cx="522287" cy="1831297"/>
            </a:xfrm>
          </p:grpSpPr>
          <p:sp>
            <p:nvSpPr>
              <p:cNvPr id="359" name="Rectangle 358">
                <a:extLst>
                  <a:ext uri="{FF2B5EF4-FFF2-40B4-BE49-F238E27FC236}">
                    <a16:creationId xmlns:a16="http://schemas.microsoft.com/office/drawing/2014/main" id="{62075464-1A4E-BF45-A532-01A9C76E55CE}"/>
                  </a:ext>
                </a:extLst>
              </p:cNvPr>
              <p:cNvSpPr/>
              <p:nvPr/>
            </p:nvSpPr>
            <p:spPr bwMode="auto">
              <a:xfrm rot="10800000">
                <a:off x="3507320" y="3287221"/>
                <a:ext cx="498349" cy="30662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0" name="Straight Connector 359">
                <a:extLst>
                  <a:ext uri="{FF2B5EF4-FFF2-40B4-BE49-F238E27FC236}">
                    <a16:creationId xmlns:a16="http://schemas.microsoft.com/office/drawing/2014/main" id="{E6476089-4E8D-9748-8A20-B65AB809DCB0}"/>
                  </a:ext>
                </a:extLst>
              </p:cNvPr>
              <p:cNvCxnSpPr/>
              <p:nvPr/>
            </p:nvCxnSpPr>
            <p:spPr bwMode="auto">
              <a:xfrm flipH="1">
                <a:off x="4019802" y="3321497"/>
                <a:ext cx="1588" cy="1536456"/>
              </a:xfrm>
              <a:prstGeom prst="line">
                <a:avLst/>
              </a:prstGeom>
              <a:noFill/>
              <a:ln w="3175" cap="flat" cmpd="sng" algn="ctr">
                <a:solidFill>
                  <a:srgbClr val="000000"/>
                </a:solidFill>
                <a:prstDash val="sysDash"/>
              </a:ln>
              <a:effectLst/>
            </p:spPr>
          </p:cxnSp>
          <p:pic>
            <p:nvPicPr>
              <p:cNvPr id="361" name="Picture 86" descr="router_top.png">
                <a:extLst>
                  <a:ext uri="{FF2B5EF4-FFF2-40B4-BE49-F238E27FC236}">
                    <a16:creationId xmlns:a16="http://schemas.microsoft.com/office/drawing/2014/main" id="{903307E4-A9C2-9644-824F-D336213F448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2" name="Group 82">
                <a:extLst>
                  <a:ext uri="{FF2B5EF4-FFF2-40B4-BE49-F238E27FC236}">
                    <a16:creationId xmlns:a16="http://schemas.microsoft.com/office/drawing/2014/main" id="{F71CE2FF-B936-C547-A3CE-97AE0CF5BB65}"/>
                  </a:ext>
                </a:extLst>
              </p:cNvPr>
              <p:cNvGrpSpPr>
                <a:grpSpLocks/>
              </p:cNvGrpSpPr>
              <p:nvPr/>
            </p:nvGrpSpPr>
            <p:grpSpPr bwMode="auto">
              <a:xfrm>
                <a:off x="3511442" y="4783543"/>
                <a:ext cx="507858" cy="221845"/>
                <a:chOff x="4128636" y="3606589"/>
                <a:chExt cx="568145" cy="338667"/>
              </a:xfrm>
            </p:grpSpPr>
            <p:sp>
              <p:nvSpPr>
                <p:cNvPr id="375" name="Oval 374">
                  <a:extLst>
                    <a:ext uri="{FF2B5EF4-FFF2-40B4-BE49-F238E27FC236}">
                      <a16:creationId xmlns:a16="http://schemas.microsoft.com/office/drawing/2014/main" id="{586404AE-C86C-2743-98EF-9CF4A95F4440}"/>
                    </a:ext>
                  </a:extLst>
                </p:cNvPr>
                <p:cNvSpPr/>
                <p:nvPr/>
              </p:nvSpPr>
              <p:spPr>
                <a:xfrm>
                  <a:off x="4129087" y="3720182"/>
                  <a:ext cx="568256" cy="22534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6" name="Rectangle 375">
                  <a:extLst>
                    <a:ext uri="{FF2B5EF4-FFF2-40B4-BE49-F238E27FC236}">
                      <a16:creationId xmlns:a16="http://schemas.microsoft.com/office/drawing/2014/main" id="{5396A314-1026-4E4E-A149-99672789B306}"/>
                    </a:ext>
                  </a:extLst>
                </p:cNvPr>
                <p:cNvSpPr/>
                <p:nvPr/>
              </p:nvSpPr>
              <p:spPr>
                <a:xfrm>
                  <a:off x="4129087" y="3720182"/>
                  <a:ext cx="568256" cy="111462"/>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7" name="Oval 376">
                  <a:extLst>
                    <a:ext uri="{FF2B5EF4-FFF2-40B4-BE49-F238E27FC236}">
                      <a16:creationId xmlns:a16="http://schemas.microsoft.com/office/drawing/2014/main" id="{23054A25-C068-9244-9B31-DD0F45D202D9}"/>
                    </a:ext>
                  </a:extLst>
                </p:cNvPr>
                <p:cNvSpPr/>
                <p:nvPr/>
              </p:nvSpPr>
              <p:spPr>
                <a:xfrm>
                  <a:off x="4129087" y="3606297"/>
                  <a:ext cx="568256" cy="22534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78" name="Straight Connector 377">
                  <a:extLst>
                    <a:ext uri="{FF2B5EF4-FFF2-40B4-BE49-F238E27FC236}">
                      <a16:creationId xmlns:a16="http://schemas.microsoft.com/office/drawing/2014/main" id="{CD4A2AA1-5618-3140-9C21-11DC36124DCC}"/>
                    </a:ext>
                  </a:extLst>
                </p:cNvPr>
                <p:cNvCxnSpPr/>
                <p:nvPr/>
              </p:nvCxnSpPr>
              <p:spPr>
                <a:xfrm>
                  <a:off x="4697343" y="3720182"/>
                  <a:ext cx="0" cy="111462"/>
                </a:xfrm>
                <a:prstGeom prst="line">
                  <a:avLst/>
                </a:prstGeom>
                <a:noFill/>
                <a:ln w="6350" cap="flat" cmpd="sng" algn="ctr">
                  <a:solidFill>
                    <a:srgbClr val="000000"/>
                  </a:solidFill>
                  <a:prstDash val="solid"/>
                </a:ln>
                <a:effectLst/>
              </p:spPr>
            </p:cxnSp>
            <p:cxnSp>
              <p:nvCxnSpPr>
                <p:cNvPr id="379" name="Straight Connector 378">
                  <a:extLst>
                    <a:ext uri="{FF2B5EF4-FFF2-40B4-BE49-F238E27FC236}">
                      <a16:creationId xmlns:a16="http://schemas.microsoft.com/office/drawing/2014/main" id="{C0356843-B7EB-A343-9F3C-424592CF11BD}"/>
                    </a:ext>
                  </a:extLst>
                </p:cNvPr>
                <p:cNvCxnSpPr/>
                <p:nvPr/>
              </p:nvCxnSpPr>
              <p:spPr>
                <a:xfrm>
                  <a:off x="4129087" y="3720182"/>
                  <a:ext cx="0" cy="111462"/>
                </a:xfrm>
                <a:prstGeom prst="line">
                  <a:avLst/>
                </a:prstGeom>
                <a:noFill/>
                <a:ln w="6350" cap="flat" cmpd="sng" algn="ctr">
                  <a:solidFill>
                    <a:srgbClr val="000000"/>
                  </a:solidFill>
                  <a:prstDash val="solid"/>
                </a:ln>
                <a:effectLst/>
              </p:spPr>
            </p:cxnSp>
          </p:grpSp>
          <p:sp>
            <p:nvSpPr>
              <p:cNvPr id="363" name="Rectangle 362">
                <a:extLst>
                  <a:ext uri="{FF2B5EF4-FFF2-40B4-BE49-F238E27FC236}">
                    <a16:creationId xmlns:a16="http://schemas.microsoft.com/office/drawing/2014/main" id="{AC6DBBE1-F8C8-7C49-A55E-1A360F9F0FF8}"/>
                  </a:ext>
                </a:extLst>
              </p:cNvPr>
              <p:cNvSpPr/>
              <p:nvPr/>
            </p:nvSpPr>
            <p:spPr bwMode="auto">
              <a:xfrm>
                <a:off x="3516608" y="3697675"/>
                <a:ext cx="498433" cy="116345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4" name="Straight Connector 363">
                <a:extLst>
                  <a:ext uri="{FF2B5EF4-FFF2-40B4-BE49-F238E27FC236}">
                    <a16:creationId xmlns:a16="http://schemas.microsoft.com/office/drawing/2014/main" id="{30264003-6422-A246-8128-339027C2EFE4}"/>
                  </a:ext>
                </a:extLst>
              </p:cNvPr>
              <p:cNvCxnSpPr>
                <a:stCxn id="368" idx="2"/>
              </p:cNvCxnSpPr>
              <p:nvPr/>
            </p:nvCxnSpPr>
            <p:spPr bwMode="auto">
              <a:xfrm flipH="1">
                <a:off x="3507083" y="3262769"/>
                <a:ext cx="4762" cy="1688832"/>
              </a:xfrm>
              <a:prstGeom prst="line">
                <a:avLst/>
              </a:prstGeom>
              <a:noFill/>
              <a:ln w="3175" cap="flat" cmpd="sng" algn="ctr">
                <a:solidFill>
                  <a:srgbClr val="000000"/>
                </a:solidFill>
                <a:prstDash val="sysDash"/>
              </a:ln>
              <a:effectLst/>
            </p:spPr>
          </p:cxnSp>
          <p:grpSp>
            <p:nvGrpSpPr>
              <p:cNvPr id="365" name="Group 377">
                <a:extLst>
                  <a:ext uri="{FF2B5EF4-FFF2-40B4-BE49-F238E27FC236}">
                    <a16:creationId xmlns:a16="http://schemas.microsoft.com/office/drawing/2014/main" id="{39ED4179-25C2-BD40-8CB0-2D2D19D3B89E}"/>
                  </a:ext>
                </a:extLst>
              </p:cNvPr>
              <p:cNvGrpSpPr>
                <a:grpSpLocks/>
              </p:cNvGrpSpPr>
              <p:nvPr/>
            </p:nvGrpSpPr>
            <p:grpSpPr bwMode="auto">
              <a:xfrm>
                <a:off x="3511057" y="3174091"/>
                <a:ext cx="504096" cy="242719"/>
                <a:chOff x="2183302" y="1574638"/>
                <a:chExt cx="1200154" cy="430218"/>
              </a:xfrm>
            </p:grpSpPr>
            <p:sp>
              <p:nvSpPr>
                <p:cNvPr id="366" name="Oval 365">
                  <a:extLst>
                    <a:ext uri="{FF2B5EF4-FFF2-40B4-BE49-F238E27FC236}">
                      <a16:creationId xmlns:a16="http://schemas.microsoft.com/office/drawing/2014/main" id="{8E546C63-6051-664A-A3B3-09898899A0F6}"/>
                    </a:ext>
                  </a:extLst>
                </p:cNvPr>
                <p:cNvSpPr/>
                <p:nvPr/>
              </p:nvSpPr>
              <p:spPr bwMode="auto">
                <a:xfrm flipV="1">
                  <a:off x="2188958" y="1689617"/>
                  <a:ext cx="1194231" cy="3150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7" name="Rectangle 366">
                  <a:extLst>
                    <a:ext uri="{FF2B5EF4-FFF2-40B4-BE49-F238E27FC236}">
                      <a16:creationId xmlns:a16="http://schemas.microsoft.com/office/drawing/2014/main" id="{F85D8891-4691-274F-8A4C-6EB421E1A629}"/>
                    </a:ext>
                  </a:extLst>
                </p:cNvPr>
                <p:cNvSpPr/>
                <p:nvPr/>
              </p:nvSpPr>
              <p:spPr bwMode="auto">
                <a:xfrm>
                  <a:off x="2185178" y="1734631"/>
                  <a:ext cx="1198011" cy="11253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8" name="Oval 367">
                  <a:extLst>
                    <a:ext uri="{FF2B5EF4-FFF2-40B4-BE49-F238E27FC236}">
                      <a16:creationId xmlns:a16="http://schemas.microsoft.com/office/drawing/2014/main" id="{F6D6309A-F621-8F43-966A-42EE2F5341A2}"/>
                    </a:ext>
                  </a:extLst>
                </p:cNvPr>
                <p:cNvSpPr>
                  <a:spLocks noChangeArrowheads="1"/>
                </p:cNvSpPr>
                <p:nvPr/>
              </p:nvSpPr>
              <p:spPr bwMode="auto">
                <a:xfrm flipV="1">
                  <a:off x="2185178" y="1574269"/>
                  <a:ext cx="1194231" cy="3150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69" name="Freeform 368">
                  <a:extLst>
                    <a:ext uri="{FF2B5EF4-FFF2-40B4-BE49-F238E27FC236}">
                      <a16:creationId xmlns:a16="http://schemas.microsoft.com/office/drawing/2014/main" id="{E0967AA3-A871-A446-BBBF-E652596BA5E0}"/>
                    </a:ext>
                  </a:extLst>
                </p:cNvPr>
                <p:cNvSpPr/>
                <p:nvPr/>
              </p:nvSpPr>
              <p:spPr bwMode="auto">
                <a:xfrm>
                  <a:off x="2491295" y="1669924"/>
                  <a:ext cx="581999" cy="15754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0" name="Freeform 369">
                  <a:extLst>
                    <a:ext uri="{FF2B5EF4-FFF2-40B4-BE49-F238E27FC236}">
                      <a16:creationId xmlns:a16="http://schemas.microsoft.com/office/drawing/2014/main" id="{928F9198-71DD-1048-BF0F-138BFE3045B5}"/>
                    </a:ext>
                  </a:extLst>
                </p:cNvPr>
                <p:cNvSpPr>
                  <a:spLocks/>
                </p:cNvSpPr>
                <p:nvPr/>
              </p:nvSpPr>
              <p:spPr bwMode="auto">
                <a:xfrm>
                  <a:off x="2430828" y="1630537"/>
                  <a:ext cx="702933" cy="109721"/>
                </a:xfrm>
                <a:custGeom>
                  <a:avLst/>
                  <a:gdLst>
                    <a:gd name="T0" fmla="*/ 0 w 3723451"/>
                    <a:gd name="T1" fmla="*/ 26843 h 932950"/>
                    <a:gd name="T2" fmla="*/ 123686 w 3723451"/>
                    <a:gd name="T3" fmla="*/ 316 h 932950"/>
                    <a:gd name="T4" fmla="*/ 350344 w 3723451"/>
                    <a:gd name="T5" fmla="*/ 61221 h 932950"/>
                    <a:gd name="T6" fmla="*/ 566578 w 3723451"/>
                    <a:gd name="T7" fmla="*/ 0 h 932950"/>
                    <a:gd name="T8" fmla="*/ 702933 w 3723451"/>
                    <a:gd name="T9" fmla="*/ 24362 h 932950"/>
                    <a:gd name="T10" fmla="*/ 601485 w 3723451"/>
                    <a:gd name="T11" fmla="*/ 54319 h 932950"/>
                    <a:gd name="T12" fmla="*/ 568823 w 3723451"/>
                    <a:gd name="T13" fmla="*/ 46243 h 932950"/>
                    <a:gd name="T14" fmla="*/ 354326 w 3723451"/>
                    <a:gd name="T15" fmla="*/ 109721 h 932950"/>
                    <a:gd name="T16" fmla="*/ 134342 w 3723451"/>
                    <a:gd name="T17" fmla="*/ 48578 h 932950"/>
                    <a:gd name="T18" fmla="*/ 98775 w 3723451"/>
                    <a:gd name="T19" fmla="*/ 55177 h 932950"/>
                    <a:gd name="T20" fmla="*/ 0 w 3723451"/>
                    <a:gd name="T21" fmla="*/ 2684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Freeform 370">
                  <a:extLst>
                    <a:ext uri="{FF2B5EF4-FFF2-40B4-BE49-F238E27FC236}">
                      <a16:creationId xmlns:a16="http://schemas.microsoft.com/office/drawing/2014/main" id="{1C72F53E-6D8A-1247-85AD-4F6DFA9BC40F}"/>
                    </a:ext>
                  </a:extLst>
                </p:cNvPr>
                <p:cNvSpPr>
                  <a:spLocks/>
                </p:cNvSpPr>
                <p:nvPr/>
              </p:nvSpPr>
              <p:spPr bwMode="auto">
                <a:xfrm>
                  <a:off x="2891892" y="1723378"/>
                  <a:ext cx="260764" cy="95655"/>
                </a:xfrm>
                <a:custGeom>
                  <a:avLst/>
                  <a:gdLst>
                    <a:gd name="T0" fmla="*/ 0 w 1366596"/>
                    <a:gd name="T1" fmla="*/ 0 h 809868"/>
                    <a:gd name="T2" fmla="*/ 260764 w 1366596"/>
                    <a:gd name="T3" fmla="*/ 73915 h 809868"/>
                    <a:gd name="T4" fmla="*/ 165063 w 1366596"/>
                    <a:gd name="T5" fmla="*/ 95655 h 809868"/>
                    <a:gd name="T6" fmla="*/ 878 w 1366596"/>
                    <a:gd name="T7" fmla="*/ 5054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Freeform 371">
                  <a:extLst>
                    <a:ext uri="{FF2B5EF4-FFF2-40B4-BE49-F238E27FC236}">
                      <a16:creationId xmlns:a16="http://schemas.microsoft.com/office/drawing/2014/main" id="{AC38375A-6308-3C42-8428-1BC8EF1E3EF6}"/>
                    </a:ext>
                  </a:extLst>
                </p:cNvPr>
                <p:cNvSpPr>
                  <a:spLocks/>
                </p:cNvSpPr>
                <p:nvPr/>
              </p:nvSpPr>
              <p:spPr bwMode="auto">
                <a:xfrm>
                  <a:off x="2419489" y="1726192"/>
                  <a:ext cx="253208" cy="92841"/>
                </a:xfrm>
                <a:custGeom>
                  <a:avLst/>
                  <a:gdLst>
                    <a:gd name="T0" fmla="*/ 249751 w 1348191"/>
                    <a:gd name="T1" fmla="*/ 0 h 791462"/>
                    <a:gd name="T2" fmla="*/ 253208 w 1348191"/>
                    <a:gd name="T3" fmla="*/ 44801 h 791462"/>
                    <a:gd name="T4" fmla="*/ 91604 w 1348191"/>
                    <a:gd name="T5" fmla="*/ 92841 h 791462"/>
                    <a:gd name="T6" fmla="*/ 0 w 1348191"/>
                    <a:gd name="T7" fmla="*/ 71790 h 791462"/>
                    <a:gd name="T8" fmla="*/ 24975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73" name="Straight Connector 372">
                  <a:extLst>
                    <a:ext uri="{FF2B5EF4-FFF2-40B4-BE49-F238E27FC236}">
                      <a16:creationId xmlns:a16="http://schemas.microsoft.com/office/drawing/2014/main" id="{2676B342-72B9-EC4E-BEB9-884A31061112}"/>
                    </a:ext>
                  </a:extLst>
                </p:cNvPr>
                <p:cNvCxnSpPr>
                  <a:cxnSpLocks noChangeShapeType="1"/>
                  <a:endCxn id="368" idx="2"/>
                </p:cNvCxnSpPr>
                <p:nvPr/>
              </p:nvCxnSpPr>
              <p:spPr bwMode="auto">
                <a:xfrm flipH="1" flipV="1">
                  <a:off x="2185178" y="1731819"/>
                  <a:ext cx="3780" cy="1209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4" name="Straight Connector 373">
                  <a:extLst>
                    <a:ext uri="{FF2B5EF4-FFF2-40B4-BE49-F238E27FC236}">
                      <a16:creationId xmlns:a16="http://schemas.microsoft.com/office/drawing/2014/main" id="{C9E5ACD2-0571-394B-B54A-E4FD99B680A6}"/>
                    </a:ext>
                  </a:extLst>
                </p:cNvPr>
                <p:cNvCxnSpPr>
                  <a:cxnSpLocks noChangeShapeType="1"/>
                </p:cNvCxnSpPr>
                <p:nvPr/>
              </p:nvCxnSpPr>
              <p:spPr bwMode="auto">
                <a:xfrm flipH="1" flipV="1">
                  <a:off x="3379409" y="1729005"/>
                  <a:ext cx="3780" cy="120976"/>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5" name="Group 19">
              <a:extLst>
                <a:ext uri="{FF2B5EF4-FFF2-40B4-BE49-F238E27FC236}">
                  <a16:creationId xmlns:a16="http://schemas.microsoft.com/office/drawing/2014/main" id="{3F4E53BA-5956-854C-B31F-6EC1D0D219D1}"/>
                </a:ext>
              </a:extLst>
            </p:cNvPr>
            <p:cNvGrpSpPr>
              <a:grpSpLocks/>
            </p:cNvGrpSpPr>
            <p:nvPr/>
          </p:nvGrpSpPr>
          <p:grpSpPr bwMode="auto">
            <a:xfrm>
              <a:off x="4299212" y="2486508"/>
              <a:ext cx="528376" cy="2517292"/>
              <a:chOff x="4299212" y="2486508"/>
              <a:chExt cx="528376" cy="2517292"/>
            </a:xfrm>
          </p:grpSpPr>
          <p:sp>
            <p:nvSpPr>
              <p:cNvPr id="339" name="Rectangle 338">
                <a:extLst>
                  <a:ext uri="{FF2B5EF4-FFF2-40B4-BE49-F238E27FC236}">
                    <a16:creationId xmlns:a16="http://schemas.microsoft.com/office/drawing/2014/main" id="{E47F6DBD-7B1F-E84E-80B1-B0007CEE2ECA}"/>
                  </a:ext>
                </a:extLst>
              </p:cNvPr>
              <p:cNvSpPr/>
              <p:nvPr/>
            </p:nvSpPr>
            <p:spPr bwMode="auto">
              <a:xfrm rot="10800000">
                <a:off x="4315358" y="2675960"/>
                <a:ext cx="498350" cy="91657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0" name="Straight Connector 339">
                <a:extLst>
                  <a:ext uri="{FF2B5EF4-FFF2-40B4-BE49-F238E27FC236}">
                    <a16:creationId xmlns:a16="http://schemas.microsoft.com/office/drawing/2014/main" id="{AD6BA39E-C72A-2B46-89AC-72BC6ECE8737}"/>
                  </a:ext>
                </a:extLst>
              </p:cNvPr>
              <p:cNvCxnSpPr/>
              <p:nvPr/>
            </p:nvCxnSpPr>
            <p:spPr bwMode="auto">
              <a:xfrm>
                <a:off x="4821424" y="2642154"/>
                <a:ext cx="6349" cy="2214211"/>
              </a:xfrm>
              <a:prstGeom prst="line">
                <a:avLst/>
              </a:prstGeom>
              <a:noFill/>
              <a:ln w="3175" cap="flat" cmpd="sng" algn="ctr">
                <a:solidFill>
                  <a:srgbClr val="000000"/>
                </a:solidFill>
                <a:prstDash val="sysDash"/>
              </a:ln>
              <a:effectLst/>
            </p:spPr>
          </p:cxnSp>
          <p:grpSp>
            <p:nvGrpSpPr>
              <p:cNvPr id="341" name="Group 442">
                <a:extLst>
                  <a:ext uri="{FF2B5EF4-FFF2-40B4-BE49-F238E27FC236}">
                    <a16:creationId xmlns:a16="http://schemas.microsoft.com/office/drawing/2014/main" id="{3A2CD557-2097-8643-A2CC-2FC42E115686}"/>
                  </a:ext>
                </a:extLst>
              </p:cNvPr>
              <p:cNvGrpSpPr>
                <a:grpSpLocks/>
              </p:cNvGrpSpPr>
              <p:nvPr/>
            </p:nvGrpSpPr>
            <p:grpSpPr bwMode="auto">
              <a:xfrm>
                <a:off x="4319479" y="4781999"/>
                <a:ext cx="507859" cy="221801"/>
                <a:chOff x="4128636" y="3606589"/>
                <a:chExt cx="568145" cy="338667"/>
              </a:xfrm>
            </p:grpSpPr>
            <p:sp>
              <p:nvSpPr>
                <p:cNvPr id="354" name="Oval 353">
                  <a:extLst>
                    <a:ext uri="{FF2B5EF4-FFF2-40B4-BE49-F238E27FC236}">
                      <a16:creationId xmlns:a16="http://schemas.microsoft.com/office/drawing/2014/main" id="{B01BCE74-1665-8347-ABE7-7ED7C4611208}"/>
                    </a:ext>
                  </a:extLst>
                </p:cNvPr>
                <p:cNvSpPr/>
                <p:nvPr/>
              </p:nvSpPr>
              <p:spPr>
                <a:xfrm>
                  <a:off x="4129012"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5" name="Rectangle 354">
                  <a:extLst>
                    <a:ext uri="{FF2B5EF4-FFF2-40B4-BE49-F238E27FC236}">
                      <a16:creationId xmlns:a16="http://schemas.microsoft.com/office/drawing/2014/main" id="{3E2DD078-496C-2B4E-9AB7-8E3ED7B0B010}"/>
                    </a:ext>
                  </a:extLst>
                </p:cNvPr>
                <p:cNvSpPr/>
                <p:nvPr/>
              </p:nvSpPr>
              <p:spPr>
                <a:xfrm>
                  <a:off x="4129012"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6" name="Oval 355">
                  <a:extLst>
                    <a:ext uri="{FF2B5EF4-FFF2-40B4-BE49-F238E27FC236}">
                      <a16:creationId xmlns:a16="http://schemas.microsoft.com/office/drawing/2014/main" id="{0589AD59-3F91-674B-AB1F-9687AE0A7155}"/>
                    </a:ext>
                  </a:extLst>
                </p:cNvPr>
                <p:cNvSpPr/>
                <p:nvPr/>
              </p:nvSpPr>
              <p:spPr>
                <a:xfrm>
                  <a:off x="4129012"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57" name="Straight Connector 356">
                  <a:extLst>
                    <a:ext uri="{FF2B5EF4-FFF2-40B4-BE49-F238E27FC236}">
                      <a16:creationId xmlns:a16="http://schemas.microsoft.com/office/drawing/2014/main" id="{D7DF9909-4629-2B41-A097-0EE5060D231F}"/>
                    </a:ext>
                  </a:extLst>
                </p:cNvPr>
                <p:cNvCxnSpPr/>
                <p:nvPr/>
              </p:nvCxnSpPr>
              <p:spPr>
                <a:xfrm>
                  <a:off x="4697268" y="3720139"/>
                  <a:ext cx="0" cy="111484"/>
                </a:xfrm>
                <a:prstGeom prst="line">
                  <a:avLst/>
                </a:prstGeom>
                <a:noFill/>
                <a:ln w="6350" cap="flat" cmpd="sng" algn="ctr">
                  <a:solidFill>
                    <a:srgbClr val="000000"/>
                  </a:solidFill>
                  <a:prstDash val="solid"/>
                </a:ln>
                <a:effectLst/>
              </p:spPr>
            </p:cxnSp>
            <p:cxnSp>
              <p:nvCxnSpPr>
                <p:cNvPr id="358" name="Straight Connector 357">
                  <a:extLst>
                    <a:ext uri="{FF2B5EF4-FFF2-40B4-BE49-F238E27FC236}">
                      <a16:creationId xmlns:a16="http://schemas.microsoft.com/office/drawing/2014/main" id="{E00A7AA3-4A7D-5A4A-923D-8190368DDD2A}"/>
                    </a:ext>
                  </a:extLst>
                </p:cNvPr>
                <p:cNvCxnSpPr/>
                <p:nvPr/>
              </p:nvCxnSpPr>
              <p:spPr>
                <a:xfrm>
                  <a:off x="4129012" y="3720139"/>
                  <a:ext cx="0" cy="111484"/>
                </a:xfrm>
                <a:prstGeom prst="line">
                  <a:avLst/>
                </a:prstGeom>
                <a:noFill/>
                <a:ln w="6350" cap="flat" cmpd="sng" algn="ctr">
                  <a:solidFill>
                    <a:srgbClr val="000000"/>
                  </a:solidFill>
                  <a:prstDash val="solid"/>
                </a:ln>
                <a:effectLst/>
              </p:spPr>
            </p:cxnSp>
          </p:grpSp>
          <p:sp>
            <p:nvSpPr>
              <p:cNvPr id="342" name="Rectangle 341">
                <a:extLst>
                  <a:ext uri="{FF2B5EF4-FFF2-40B4-BE49-F238E27FC236}">
                    <a16:creationId xmlns:a16="http://schemas.microsoft.com/office/drawing/2014/main" id="{BC350F5D-A217-434B-B0AD-B82598901D58}"/>
                  </a:ext>
                </a:extLst>
              </p:cNvPr>
              <p:cNvSpPr/>
              <p:nvPr/>
            </p:nvSpPr>
            <p:spPr bwMode="auto">
              <a:xfrm>
                <a:off x="4324577" y="3696087"/>
                <a:ext cx="498433" cy="11634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3" name="Straight Connector 342">
                <a:extLst>
                  <a:ext uri="{FF2B5EF4-FFF2-40B4-BE49-F238E27FC236}">
                    <a16:creationId xmlns:a16="http://schemas.microsoft.com/office/drawing/2014/main" id="{59C23D10-C5AD-324E-A998-0B2D8811551A}"/>
                  </a:ext>
                </a:extLst>
              </p:cNvPr>
              <p:cNvCxnSpPr>
                <a:stCxn id="345" idx="2"/>
              </p:cNvCxnSpPr>
              <p:nvPr/>
            </p:nvCxnSpPr>
            <p:spPr bwMode="auto">
              <a:xfrm>
                <a:off x="4300767" y="2640568"/>
                <a:ext cx="14286" cy="2309445"/>
              </a:xfrm>
              <a:prstGeom prst="line">
                <a:avLst/>
              </a:prstGeom>
              <a:noFill/>
              <a:ln w="3175" cap="flat" cmpd="sng" algn="ctr">
                <a:solidFill>
                  <a:srgbClr val="000000"/>
                </a:solidFill>
                <a:prstDash val="sysDash"/>
              </a:ln>
              <a:effectLst/>
            </p:spPr>
          </p:cxnSp>
          <p:grpSp>
            <p:nvGrpSpPr>
              <p:cNvPr id="344" name="Group 456">
                <a:extLst>
                  <a:ext uri="{FF2B5EF4-FFF2-40B4-BE49-F238E27FC236}">
                    <a16:creationId xmlns:a16="http://schemas.microsoft.com/office/drawing/2014/main" id="{3D4ED6A7-656E-564B-9724-777A0E00F8CF}"/>
                  </a:ext>
                </a:extLst>
              </p:cNvPr>
              <p:cNvGrpSpPr>
                <a:grpSpLocks/>
              </p:cNvGrpSpPr>
              <p:nvPr/>
            </p:nvGrpSpPr>
            <p:grpSpPr bwMode="auto">
              <a:xfrm>
                <a:off x="4299212" y="2486508"/>
                <a:ext cx="504825" cy="242888"/>
                <a:chOff x="2183302" y="1574638"/>
                <a:chExt cx="1200154" cy="430218"/>
              </a:xfrm>
            </p:grpSpPr>
            <p:sp>
              <p:nvSpPr>
                <p:cNvPr id="345" name="Oval 344">
                  <a:extLst>
                    <a:ext uri="{FF2B5EF4-FFF2-40B4-BE49-F238E27FC236}">
                      <a16:creationId xmlns:a16="http://schemas.microsoft.com/office/drawing/2014/main" id="{5CA9CA10-6CB9-8C4D-9798-DE3642585FBF}"/>
                    </a:ext>
                  </a:extLst>
                </p:cNvPr>
                <p:cNvSpPr/>
                <p:nvPr/>
              </p:nvSpPr>
              <p:spPr bwMode="auto">
                <a:xfrm flipV="1">
                  <a:off x="2186998" y="1690077"/>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6" name="Rectangle 345">
                  <a:extLst>
                    <a:ext uri="{FF2B5EF4-FFF2-40B4-BE49-F238E27FC236}">
                      <a16:creationId xmlns:a16="http://schemas.microsoft.com/office/drawing/2014/main" id="{ED7DFE49-0AB2-5F4A-8804-D8EE2F5D8051}"/>
                    </a:ext>
                  </a:extLst>
                </p:cNvPr>
                <p:cNvSpPr/>
                <p:nvPr/>
              </p:nvSpPr>
              <p:spPr bwMode="auto">
                <a:xfrm>
                  <a:off x="2183224" y="1735060"/>
                  <a:ext cx="1200054"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7" name="Oval 346">
                  <a:extLst>
                    <a:ext uri="{FF2B5EF4-FFF2-40B4-BE49-F238E27FC236}">
                      <a16:creationId xmlns:a16="http://schemas.microsoft.com/office/drawing/2014/main" id="{D9CC071E-9384-A844-AEDF-4D3D5A3D016C}"/>
                    </a:ext>
                  </a:extLst>
                </p:cNvPr>
                <p:cNvSpPr>
                  <a:spLocks noChangeArrowheads="1"/>
                </p:cNvSpPr>
                <p:nvPr/>
              </p:nvSpPr>
              <p:spPr bwMode="auto">
                <a:xfrm flipV="1">
                  <a:off x="2183224" y="1574808"/>
                  <a:ext cx="1196282"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48" name="Freeform 347">
                  <a:extLst>
                    <a:ext uri="{FF2B5EF4-FFF2-40B4-BE49-F238E27FC236}">
                      <a16:creationId xmlns:a16="http://schemas.microsoft.com/office/drawing/2014/main" id="{9221CFD6-F2B1-BC4A-8685-E97AB592CAEA}"/>
                    </a:ext>
                  </a:extLst>
                </p:cNvPr>
                <p:cNvSpPr/>
                <p:nvPr/>
              </p:nvSpPr>
              <p:spPr bwMode="auto">
                <a:xfrm>
                  <a:off x="2488899" y="1670396"/>
                  <a:ext cx="584931"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9" name="Freeform 348">
                  <a:extLst>
                    <a:ext uri="{FF2B5EF4-FFF2-40B4-BE49-F238E27FC236}">
                      <a16:creationId xmlns:a16="http://schemas.microsoft.com/office/drawing/2014/main" id="{E1EB2301-9912-744E-B205-5948ED836C1B}"/>
                    </a:ext>
                  </a:extLst>
                </p:cNvPr>
                <p:cNvSpPr>
                  <a:spLocks/>
                </p:cNvSpPr>
                <p:nvPr/>
              </p:nvSpPr>
              <p:spPr bwMode="auto">
                <a:xfrm>
                  <a:off x="2428519" y="1631037"/>
                  <a:ext cx="705691" cy="109646"/>
                </a:xfrm>
                <a:custGeom>
                  <a:avLst/>
                  <a:gdLst>
                    <a:gd name="T0" fmla="*/ 0 w 3723451"/>
                    <a:gd name="T1" fmla="*/ 26825 h 932950"/>
                    <a:gd name="T2" fmla="*/ 124171 w 3723451"/>
                    <a:gd name="T3" fmla="*/ 316 h 932950"/>
                    <a:gd name="T4" fmla="*/ 351718 w 3723451"/>
                    <a:gd name="T5" fmla="*/ 61180 h 932950"/>
                    <a:gd name="T6" fmla="*/ 568801 w 3723451"/>
                    <a:gd name="T7" fmla="*/ 0 h 932950"/>
                    <a:gd name="T8" fmla="*/ 705691 w 3723451"/>
                    <a:gd name="T9" fmla="*/ 24345 h 932950"/>
                    <a:gd name="T10" fmla="*/ 603845 w 3723451"/>
                    <a:gd name="T11" fmla="*/ 54282 h 932950"/>
                    <a:gd name="T12" fmla="*/ 571055 w 3723451"/>
                    <a:gd name="T13" fmla="*/ 46211 h 932950"/>
                    <a:gd name="T14" fmla="*/ 355716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Freeform 349">
                  <a:extLst>
                    <a:ext uri="{FF2B5EF4-FFF2-40B4-BE49-F238E27FC236}">
                      <a16:creationId xmlns:a16="http://schemas.microsoft.com/office/drawing/2014/main" id="{274D27B5-7E68-5C4D-964B-A01609731F22}"/>
                    </a:ext>
                  </a:extLst>
                </p:cNvPr>
                <p:cNvSpPr>
                  <a:spLocks/>
                </p:cNvSpPr>
                <p:nvPr/>
              </p:nvSpPr>
              <p:spPr bwMode="auto">
                <a:xfrm>
                  <a:off x="2892690" y="1723814"/>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Freeform 350">
                  <a:extLst>
                    <a:ext uri="{FF2B5EF4-FFF2-40B4-BE49-F238E27FC236}">
                      <a16:creationId xmlns:a16="http://schemas.microsoft.com/office/drawing/2014/main" id="{CCCB88EE-5244-8644-B451-9B5D239AEB91}"/>
                    </a:ext>
                  </a:extLst>
                </p:cNvPr>
                <p:cNvSpPr>
                  <a:spLocks/>
                </p:cNvSpPr>
                <p:nvPr/>
              </p:nvSpPr>
              <p:spPr bwMode="auto">
                <a:xfrm>
                  <a:off x="2417196" y="1726625"/>
                  <a:ext cx="252843" cy="92778"/>
                </a:xfrm>
                <a:custGeom>
                  <a:avLst/>
                  <a:gdLst>
                    <a:gd name="T0" fmla="*/ 249391 w 1348191"/>
                    <a:gd name="T1" fmla="*/ 0 h 791462"/>
                    <a:gd name="T2" fmla="*/ 252843 w 1348191"/>
                    <a:gd name="T3" fmla="*/ 44771 h 791462"/>
                    <a:gd name="T4" fmla="*/ 91472 w 1348191"/>
                    <a:gd name="T5" fmla="*/ 92778 h 791462"/>
                    <a:gd name="T6" fmla="*/ 0 w 1348191"/>
                    <a:gd name="T7" fmla="*/ 71741 h 791462"/>
                    <a:gd name="T8" fmla="*/ 24939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52" name="Straight Connector 351">
                  <a:extLst>
                    <a:ext uri="{FF2B5EF4-FFF2-40B4-BE49-F238E27FC236}">
                      <a16:creationId xmlns:a16="http://schemas.microsoft.com/office/drawing/2014/main" id="{4DFA4F03-E97A-1E4E-8C06-5FCF8ACB1D15}"/>
                    </a:ext>
                  </a:extLst>
                </p:cNvPr>
                <p:cNvCxnSpPr>
                  <a:cxnSpLocks noChangeShapeType="1"/>
                  <a:endCxn id="347" idx="2"/>
                </p:cNvCxnSpPr>
                <p:nvPr/>
              </p:nvCxnSpPr>
              <p:spPr bwMode="auto">
                <a:xfrm flipH="1" flipV="1">
                  <a:off x="2183224" y="1732248"/>
                  <a:ext cx="3775"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53" name="Straight Connector 352">
                  <a:extLst>
                    <a:ext uri="{FF2B5EF4-FFF2-40B4-BE49-F238E27FC236}">
                      <a16:creationId xmlns:a16="http://schemas.microsoft.com/office/drawing/2014/main" id="{8A9EDB0B-D51F-9C4D-A606-035EEB4B8D26}"/>
                    </a:ext>
                  </a:extLst>
                </p:cNvPr>
                <p:cNvCxnSpPr>
                  <a:cxnSpLocks noChangeShapeType="1"/>
                </p:cNvCxnSpPr>
                <p:nvPr/>
              </p:nvCxnSpPr>
              <p:spPr bwMode="auto">
                <a:xfrm flipH="1" flipV="1">
                  <a:off x="3379505" y="1729437"/>
                  <a:ext cx="3773"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6" name="Group 20">
              <a:extLst>
                <a:ext uri="{FF2B5EF4-FFF2-40B4-BE49-F238E27FC236}">
                  <a16:creationId xmlns:a16="http://schemas.microsoft.com/office/drawing/2014/main" id="{7B3927DE-D2D4-0549-B6FC-DB36E97AF650}"/>
                </a:ext>
              </a:extLst>
            </p:cNvPr>
            <p:cNvGrpSpPr>
              <a:grpSpLocks/>
            </p:cNvGrpSpPr>
            <p:nvPr/>
          </p:nvGrpSpPr>
          <p:grpSpPr bwMode="auto">
            <a:xfrm>
              <a:off x="5491163" y="3179295"/>
              <a:ext cx="522287" cy="1824505"/>
              <a:chOff x="5491163" y="3179295"/>
              <a:chExt cx="522287" cy="1824505"/>
            </a:xfrm>
          </p:grpSpPr>
          <p:sp>
            <p:nvSpPr>
              <p:cNvPr id="318" name="Rectangle 317">
                <a:extLst>
                  <a:ext uri="{FF2B5EF4-FFF2-40B4-BE49-F238E27FC236}">
                    <a16:creationId xmlns:a16="http://schemas.microsoft.com/office/drawing/2014/main" id="{94693F99-2D5B-7E44-B2D3-365FDA0CFBDB}"/>
                  </a:ext>
                </a:extLst>
              </p:cNvPr>
              <p:cNvSpPr/>
              <p:nvPr/>
            </p:nvSpPr>
            <p:spPr bwMode="auto">
              <a:xfrm rot="10800000">
                <a:off x="5498044" y="3266845"/>
                <a:ext cx="498349" cy="325689"/>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9" name="Straight Connector 318">
                <a:extLst>
                  <a:ext uri="{FF2B5EF4-FFF2-40B4-BE49-F238E27FC236}">
                    <a16:creationId xmlns:a16="http://schemas.microsoft.com/office/drawing/2014/main" id="{0BE62149-301B-CD40-877F-421A14409479}"/>
                  </a:ext>
                </a:extLst>
              </p:cNvPr>
              <p:cNvCxnSpPr>
                <a:stCxn id="327" idx="6"/>
              </p:cNvCxnSpPr>
              <p:nvPr/>
            </p:nvCxnSpPr>
            <p:spPr bwMode="auto">
              <a:xfrm>
                <a:off x="6004011" y="3267530"/>
                <a:ext cx="6349" cy="1582486"/>
              </a:xfrm>
              <a:prstGeom prst="line">
                <a:avLst/>
              </a:prstGeom>
              <a:noFill/>
              <a:ln w="3175" cap="flat" cmpd="sng" algn="ctr">
                <a:solidFill>
                  <a:srgbClr val="000000"/>
                </a:solidFill>
                <a:prstDash val="sysDash"/>
              </a:ln>
              <a:effectLst/>
            </p:spPr>
          </p:cxnSp>
          <p:pic>
            <p:nvPicPr>
              <p:cNvPr id="320" name="Picture 469" descr="router_top.png">
                <a:extLst>
                  <a:ext uri="{FF2B5EF4-FFF2-40B4-BE49-F238E27FC236}">
                    <a16:creationId xmlns:a16="http://schemas.microsoft.com/office/drawing/2014/main" id="{DD59AE55-8859-5841-B6AC-641E9B1FF76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 name="Group 471">
                <a:extLst>
                  <a:ext uri="{FF2B5EF4-FFF2-40B4-BE49-F238E27FC236}">
                    <a16:creationId xmlns:a16="http://schemas.microsoft.com/office/drawing/2014/main" id="{387A8315-A9E2-CD41-9540-BE22EB264718}"/>
                  </a:ext>
                </a:extLst>
              </p:cNvPr>
              <p:cNvGrpSpPr>
                <a:grpSpLocks/>
              </p:cNvGrpSpPr>
              <p:nvPr/>
            </p:nvGrpSpPr>
            <p:grpSpPr bwMode="auto">
              <a:xfrm>
                <a:off x="5502167" y="4781999"/>
                <a:ext cx="507858" cy="221801"/>
                <a:chOff x="4128636" y="3606589"/>
                <a:chExt cx="568145" cy="338667"/>
              </a:xfrm>
            </p:grpSpPr>
            <p:sp>
              <p:nvSpPr>
                <p:cNvPr id="334" name="Oval 333">
                  <a:extLst>
                    <a:ext uri="{FF2B5EF4-FFF2-40B4-BE49-F238E27FC236}">
                      <a16:creationId xmlns:a16="http://schemas.microsoft.com/office/drawing/2014/main" id="{5439A4FE-DB6E-D74D-95B5-D1F4AE9642E7}"/>
                    </a:ext>
                  </a:extLst>
                </p:cNvPr>
                <p:cNvSpPr/>
                <p:nvPr/>
              </p:nvSpPr>
              <p:spPr>
                <a:xfrm>
                  <a:off x="4128900"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5" name="Rectangle 334">
                  <a:extLst>
                    <a:ext uri="{FF2B5EF4-FFF2-40B4-BE49-F238E27FC236}">
                      <a16:creationId xmlns:a16="http://schemas.microsoft.com/office/drawing/2014/main" id="{FA27B6FA-AB40-0D4B-BBE7-6000E55B03D1}"/>
                    </a:ext>
                  </a:extLst>
                </p:cNvPr>
                <p:cNvSpPr/>
                <p:nvPr/>
              </p:nvSpPr>
              <p:spPr>
                <a:xfrm>
                  <a:off x="4128900"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6" name="Oval 335">
                  <a:extLst>
                    <a:ext uri="{FF2B5EF4-FFF2-40B4-BE49-F238E27FC236}">
                      <a16:creationId xmlns:a16="http://schemas.microsoft.com/office/drawing/2014/main" id="{C6FD79C0-1B1A-AB4A-A3BD-6514A1F64FCB}"/>
                    </a:ext>
                  </a:extLst>
                </p:cNvPr>
                <p:cNvSpPr/>
                <p:nvPr/>
              </p:nvSpPr>
              <p:spPr>
                <a:xfrm>
                  <a:off x="4128900"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37" name="Straight Connector 336">
                  <a:extLst>
                    <a:ext uri="{FF2B5EF4-FFF2-40B4-BE49-F238E27FC236}">
                      <a16:creationId xmlns:a16="http://schemas.microsoft.com/office/drawing/2014/main" id="{C730D6A9-51D0-864D-9F88-3CA108609D03}"/>
                    </a:ext>
                  </a:extLst>
                </p:cNvPr>
                <p:cNvCxnSpPr/>
                <p:nvPr/>
              </p:nvCxnSpPr>
              <p:spPr>
                <a:xfrm>
                  <a:off x="4697156" y="3720139"/>
                  <a:ext cx="0" cy="111484"/>
                </a:xfrm>
                <a:prstGeom prst="line">
                  <a:avLst/>
                </a:prstGeom>
                <a:noFill/>
                <a:ln w="6350" cap="flat" cmpd="sng" algn="ctr">
                  <a:solidFill>
                    <a:srgbClr val="000000"/>
                  </a:solidFill>
                  <a:prstDash val="solid"/>
                </a:ln>
                <a:effectLst/>
              </p:spPr>
            </p:cxnSp>
            <p:cxnSp>
              <p:nvCxnSpPr>
                <p:cNvPr id="338" name="Straight Connector 337">
                  <a:extLst>
                    <a:ext uri="{FF2B5EF4-FFF2-40B4-BE49-F238E27FC236}">
                      <a16:creationId xmlns:a16="http://schemas.microsoft.com/office/drawing/2014/main" id="{41EA4558-0D04-634B-A8B0-CAB6FB1D2028}"/>
                    </a:ext>
                  </a:extLst>
                </p:cNvPr>
                <p:cNvCxnSpPr/>
                <p:nvPr/>
              </p:nvCxnSpPr>
              <p:spPr>
                <a:xfrm>
                  <a:off x="4128900" y="3720139"/>
                  <a:ext cx="0" cy="111484"/>
                </a:xfrm>
                <a:prstGeom prst="line">
                  <a:avLst/>
                </a:prstGeom>
                <a:noFill/>
                <a:ln w="6350" cap="flat" cmpd="sng" algn="ctr">
                  <a:solidFill>
                    <a:srgbClr val="000000"/>
                  </a:solidFill>
                  <a:prstDash val="solid"/>
                </a:ln>
                <a:effectLst/>
              </p:spPr>
            </p:cxnSp>
          </p:grpSp>
          <p:sp>
            <p:nvSpPr>
              <p:cNvPr id="322" name="Rectangle 321">
                <a:extLst>
                  <a:ext uri="{FF2B5EF4-FFF2-40B4-BE49-F238E27FC236}">
                    <a16:creationId xmlns:a16="http://schemas.microsoft.com/office/drawing/2014/main" id="{3670DAE7-C167-BA4B-9FB3-842EEBB6E0BC}"/>
                  </a:ext>
                </a:extLst>
              </p:cNvPr>
              <p:cNvSpPr/>
              <p:nvPr/>
            </p:nvSpPr>
            <p:spPr bwMode="auto">
              <a:xfrm>
                <a:off x="5507166" y="3694500"/>
                <a:ext cx="498433" cy="11650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23" name="Straight Connector 322">
                <a:extLst>
                  <a:ext uri="{FF2B5EF4-FFF2-40B4-BE49-F238E27FC236}">
                    <a16:creationId xmlns:a16="http://schemas.microsoft.com/office/drawing/2014/main" id="{FDAD1200-F8CD-4C4C-B862-839CDCE380A4}"/>
                  </a:ext>
                </a:extLst>
              </p:cNvPr>
              <p:cNvCxnSpPr>
                <a:stCxn id="320" idx="1"/>
              </p:cNvCxnSpPr>
              <p:nvPr/>
            </p:nvCxnSpPr>
            <p:spPr bwMode="auto">
              <a:xfrm>
                <a:off x="5491292" y="3316735"/>
                <a:ext cx="6349" cy="1633277"/>
              </a:xfrm>
              <a:prstGeom prst="line">
                <a:avLst/>
              </a:prstGeom>
              <a:noFill/>
              <a:ln w="3175" cap="flat" cmpd="sng" algn="ctr">
                <a:solidFill>
                  <a:srgbClr val="000000"/>
                </a:solidFill>
                <a:prstDash val="sysDash"/>
              </a:ln>
              <a:effectLst/>
            </p:spPr>
          </p:cxnSp>
          <p:grpSp>
            <p:nvGrpSpPr>
              <p:cNvPr id="324" name="Group 485">
                <a:extLst>
                  <a:ext uri="{FF2B5EF4-FFF2-40B4-BE49-F238E27FC236}">
                    <a16:creationId xmlns:a16="http://schemas.microsoft.com/office/drawing/2014/main" id="{A6200FD6-2FAC-504D-AC15-41C2E0E5FE4E}"/>
                  </a:ext>
                </a:extLst>
              </p:cNvPr>
              <p:cNvGrpSpPr>
                <a:grpSpLocks/>
              </p:cNvGrpSpPr>
              <p:nvPr/>
            </p:nvGrpSpPr>
            <p:grpSpPr bwMode="auto">
              <a:xfrm>
                <a:off x="5500688" y="3179295"/>
                <a:ext cx="504825" cy="242888"/>
                <a:chOff x="2183302" y="1574638"/>
                <a:chExt cx="1200154" cy="430218"/>
              </a:xfrm>
            </p:grpSpPr>
            <p:sp>
              <p:nvSpPr>
                <p:cNvPr id="325" name="Oval 324">
                  <a:extLst>
                    <a:ext uri="{FF2B5EF4-FFF2-40B4-BE49-F238E27FC236}">
                      <a16:creationId xmlns:a16="http://schemas.microsoft.com/office/drawing/2014/main" id="{ECDA45FA-C7C9-1D42-AD17-0A94B356D9C2}"/>
                    </a:ext>
                  </a:extLst>
                </p:cNvPr>
                <p:cNvSpPr/>
                <p:nvPr/>
              </p:nvSpPr>
              <p:spPr bwMode="auto">
                <a:xfrm flipV="1">
                  <a:off x="2187379" y="1688754"/>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26" name="Rectangle 325">
                  <a:extLst>
                    <a:ext uri="{FF2B5EF4-FFF2-40B4-BE49-F238E27FC236}">
                      <a16:creationId xmlns:a16="http://schemas.microsoft.com/office/drawing/2014/main" id="{66DEE6E1-40E6-CC4A-9BD2-12B0FC5617F6}"/>
                    </a:ext>
                  </a:extLst>
                </p:cNvPr>
                <p:cNvSpPr/>
                <p:nvPr/>
              </p:nvSpPr>
              <p:spPr bwMode="auto">
                <a:xfrm>
                  <a:off x="2183606" y="1733737"/>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7" name="Oval 326">
                  <a:extLst>
                    <a:ext uri="{FF2B5EF4-FFF2-40B4-BE49-F238E27FC236}">
                      <a16:creationId xmlns:a16="http://schemas.microsoft.com/office/drawing/2014/main" id="{3B2579C2-CFB4-C243-A571-87CC47767059}"/>
                    </a:ext>
                  </a:extLst>
                </p:cNvPr>
                <p:cNvSpPr>
                  <a:spLocks noChangeArrowheads="1"/>
                </p:cNvSpPr>
                <p:nvPr/>
              </p:nvSpPr>
              <p:spPr bwMode="auto">
                <a:xfrm flipV="1">
                  <a:off x="2183606" y="1573485"/>
                  <a:ext cx="1196277"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8" name="Freeform 327">
                  <a:extLst>
                    <a:ext uri="{FF2B5EF4-FFF2-40B4-BE49-F238E27FC236}">
                      <a16:creationId xmlns:a16="http://schemas.microsoft.com/office/drawing/2014/main" id="{8C20CAF5-F7F2-8C4F-BF4C-8061B2C174B5}"/>
                    </a:ext>
                  </a:extLst>
                </p:cNvPr>
                <p:cNvSpPr/>
                <p:nvPr/>
              </p:nvSpPr>
              <p:spPr bwMode="auto">
                <a:xfrm>
                  <a:off x="2489279" y="1669074"/>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9" name="Freeform 328">
                  <a:extLst>
                    <a:ext uri="{FF2B5EF4-FFF2-40B4-BE49-F238E27FC236}">
                      <a16:creationId xmlns:a16="http://schemas.microsoft.com/office/drawing/2014/main" id="{751DAB4D-7078-0843-8893-ECF4AEBB832A}"/>
                    </a:ext>
                  </a:extLst>
                </p:cNvPr>
                <p:cNvSpPr>
                  <a:spLocks/>
                </p:cNvSpPr>
                <p:nvPr/>
              </p:nvSpPr>
              <p:spPr bwMode="auto">
                <a:xfrm>
                  <a:off x="2428899" y="1629714"/>
                  <a:ext cx="705692" cy="109646"/>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5 h 932950"/>
                    <a:gd name="T10" fmla="*/ 603846 w 3723451"/>
                    <a:gd name="T11" fmla="*/ 54282 h 932950"/>
                    <a:gd name="T12" fmla="*/ 571056 w 3723451"/>
                    <a:gd name="T13" fmla="*/ 46211 h 932950"/>
                    <a:gd name="T14" fmla="*/ 355717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Freeform 329">
                  <a:extLst>
                    <a:ext uri="{FF2B5EF4-FFF2-40B4-BE49-F238E27FC236}">
                      <a16:creationId xmlns:a16="http://schemas.microsoft.com/office/drawing/2014/main" id="{49F08601-D11A-7246-97C4-4796E28716C2}"/>
                    </a:ext>
                  </a:extLst>
                </p:cNvPr>
                <p:cNvSpPr>
                  <a:spLocks/>
                </p:cNvSpPr>
                <p:nvPr/>
              </p:nvSpPr>
              <p:spPr bwMode="auto">
                <a:xfrm>
                  <a:off x="2893071" y="1722492"/>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330">
                  <a:extLst>
                    <a:ext uri="{FF2B5EF4-FFF2-40B4-BE49-F238E27FC236}">
                      <a16:creationId xmlns:a16="http://schemas.microsoft.com/office/drawing/2014/main" id="{0F35FC16-0782-6242-8A31-B2C90A57D832}"/>
                    </a:ext>
                  </a:extLst>
                </p:cNvPr>
                <p:cNvSpPr>
                  <a:spLocks/>
                </p:cNvSpPr>
                <p:nvPr/>
              </p:nvSpPr>
              <p:spPr bwMode="auto">
                <a:xfrm>
                  <a:off x="2417579" y="1725302"/>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32" name="Straight Connector 331">
                  <a:extLst>
                    <a:ext uri="{FF2B5EF4-FFF2-40B4-BE49-F238E27FC236}">
                      <a16:creationId xmlns:a16="http://schemas.microsoft.com/office/drawing/2014/main" id="{28B38805-D14D-6F4E-9C2D-85288858DC4A}"/>
                    </a:ext>
                  </a:extLst>
                </p:cNvPr>
                <p:cNvCxnSpPr>
                  <a:cxnSpLocks noChangeShapeType="1"/>
                  <a:endCxn id="327" idx="2"/>
                </p:cNvCxnSpPr>
                <p:nvPr/>
              </p:nvCxnSpPr>
              <p:spPr bwMode="auto">
                <a:xfrm flipH="1" flipV="1">
                  <a:off x="2183606" y="1730925"/>
                  <a:ext cx="3773"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33" name="Straight Connector 332">
                  <a:extLst>
                    <a:ext uri="{FF2B5EF4-FFF2-40B4-BE49-F238E27FC236}">
                      <a16:creationId xmlns:a16="http://schemas.microsoft.com/office/drawing/2014/main" id="{839A4B18-24F7-8748-BABF-156684EACDA2}"/>
                    </a:ext>
                  </a:extLst>
                </p:cNvPr>
                <p:cNvCxnSpPr>
                  <a:cxnSpLocks noChangeShapeType="1"/>
                </p:cNvCxnSpPr>
                <p:nvPr/>
              </p:nvCxnSpPr>
              <p:spPr bwMode="auto">
                <a:xfrm flipH="1" flipV="1">
                  <a:off x="3379883" y="1728114"/>
                  <a:ext cx="3775"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7" name="Group 21">
              <a:extLst>
                <a:ext uri="{FF2B5EF4-FFF2-40B4-BE49-F238E27FC236}">
                  <a16:creationId xmlns:a16="http://schemas.microsoft.com/office/drawing/2014/main" id="{9CDA8888-DE9C-FA48-880D-EF852C6370C1}"/>
                </a:ext>
              </a:extLst>
            </p:cNvPr>
            <p:cNvGrpSpPr>
              <a:grpSpLocks/>
            </p:cNvGrpSpPr>
            <p:nvPr/>
          </p:nvGrpSpPr>
          <p:grpSpPr bwMode="auto">
            <a:xfrm>
              <a:off x="6472366" y="2647932"/>
              <a:ext cx="522159" cy="2354282"/>
              <a:chOff x="6472366" y="2647932"/>
              <a:chExt cx="522159" cy="2354282"/>
            </a:xfrm>
          </p:grpSpPr>
          <p:sp>
            <p:nvSpPr>
              <p:cNvPr id="298" name="Rectangle 297">
                <a:extLst>
                  <a:ext uri="{FF2B5EF4-FFF2-40B4-BE49-F238E27FC236}">
                    <a16:creationId xmlns:a16="http://schemas.microsoft.com/office/drawing/2014/main" id="{995D8FCE-884F-0F40-A676-D4D29F8E694C}"/>
                  </a:ext>
                </a:extLst>
              </p:cNvPr>
              <p:cNvSpPr/>
              <p:nvPr/>
            </p:nvSpPr>
            <p:spPr bwMode="auto">
              <a:xfrm rot="10800000">
                <a:off x="6482296" y="2777838"/>
                <a:ext cx="498349" cy="72203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99" name="Straight Connector 298">
                <a:extLst>
                  <a:ext uri="{FF2B5EF4-FFF2-40B4-BE49-F238E27FC236}">
                    <a16:creationId xmlns:a16="http://schemas.microsoft.com/office/drawing/2014/main" id="{316D5606-0146-DC48-97E2-18F369EDE031}"/>
                  </a:ext>
                </a:extLst>
              </p:cNvPr>
              <p:cNvCxnSpPr/>
              <p:nvPr/>
            </p:nvCxnSpPr>
            <p:spPr bwMode="auto">
              <a:xfrm>
                <a:off x="6994528" y="2846910"/>
                <a:ext cx="0" cy="1998345"/>
              </a:xfrm>
              <a:prstGeom prst="line">
                <a:avLst/>
              </a:prstGeom>
              <a:noFill/>
              <a:ln w="3175" cap="flat" cmpd="sng" algn="ctr">
                <a:solidFill>
                  <a:srgbClr val="000000"/>
                </a:solidFill>
                <a:prstDash val="sysDash"/>
              </a:ln>
              <a:effectLst/>
            </p:spPr>
          </p:cxnSp>
          <p:grpSp>
            <p:nvGrpSpPr>
              <p:cNvPr id="300" name="Group 500">
                <a:extLst>
                  <a:ext uri="{FF2B5EF4-FFF2-40B4-BE49-F238E27FC236}">
                    <a16:creationId xmlns:a16="http://schemas.microsoft.com/office/drawing/2014/main" id="{AA425C1A-E91E-6E4A-A356-24012E642772}"/>
                  </a:ext>
                </a:extLst>
              </p:cNvPr>
              <p:cNvGrpSpPr>
                <a:grpSpLocks/>
              </p:cNvGrpSpPr>
              <p:nvPr/>
            </p:nvGrpSpPr>
            <p:grpSpPr bwMode="auto">
              <a:xfrm>
                <a:off x="6486417" y="4766099"/>
                <a:ext cx="507858" cy="236115"/>
                <a:chOff x="4128636" y="3606589"/>
                <a:chExt cx="568145" cy="338667"/>
              </a:xfrm>
            </p:grpSpPr>
            <p:sp>
              <p:nvSpPr>
                <p:cNvPr id="313" name="Oval 312">
                  <a:extLst>
                    <a:ext uri="{FF2B5EF4-FFF2-40B4-BE49-F238E27FC236}">
                      <a16:creationId xmlns:a16="http://schemas.microsoft.com/office/drawing/2014/main" id="{16CAB2BE-001A-5849-8EFC-BF1C74D20DA6}"/>
                    </a:ext>
                  </a:extLst>
                </p:cNvPr>
                <p:cNvSpPr/>
                <p:nvPr/>
              </p:nvSpPr>
              <p:spPr>
                <a:xfrm>
                  <a:off x="4128808" y="3720125"/>
                  <a:ext cx="568256" cy="22538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4" name="Rectangle 313">
                  <a:extLst>
                    <a:ext uri="{FF2B5EF4-FFF2-40B4-BE49-F238E27FC236}">
                      <a16:creationId xmlns:a16="http://schemas.microsoft.com/office/drawing/2014/main" id="{ED3C727A-F086-5345-9D90-47A10FCD45F2}"/>
                    </a:ext>
                  </a:extLst>
                </p:cNvPr>
                <p:cNvSpPr/>
                <p:nvPr/>
              </p:nvSpPr>
              <p:spPr>
                <a:xfrm>
                  <a:off x="4128808" y="3720125"/>
                  <a:ext cx="568256" cy="111556"/>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5" name="Oval 314">
                  <a:extLst>
                    <a:ext uri="{FF2B5EF4-FFF2-40B4-BE49-F238E27FC236}">
                      <a16:creationId xmlns:a16="http://schemas.microsoft.com/office/drawing/2014/main" id="{49C1B443-F565-5F4C-B75C-09F669AC3DE7}"/>
                    </a:ext>
                  </a:extLst>
                </p:cNvPr>
                <p:cNvSpPr/>
                <p:nvPr/>
              </p:nvSpPr>
              <p:spPr>
                <a:xfrm>
                  <a:off x="4128808" y="3606294"/>
                  <a:ext cx="568256" cy="225387"/>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6" name="Straight Connector 315">
                  <a:extLst>
                    <a:ext uri="{FF2B5EF4-FFF2-40B4-BE49-F238E27FC236}">
                      <a16:creationId xmlns:a16="http://schemas.microsoft.com/office/drawing/2014/main" id="{FBA53D70-9A4D-7E4E-AC09-D42784DF8272}"/>
                    </a:ext>
                  </a:extLst>
                </p:cNvPr>
                <p:cNvCxnSpPr/>
                <p:nvPr/>
              </p:nvCxnSpPr>
              <p:spPr>
                <a:xfrm>
                  <a:off x="4697064" y="3720125"/>
                  <a:ext cx="0" cy="111556"/>
                </a:xfrm>
                <a:prstGeom prst="line">
                  <a:avLst/>
                </a:prstGeom>
                <a:noFill/>
                <a:ln w="6350" cap="flat" cmpd="sng" algn="ctr">
                  <a:solidFill>
                    <a:srgbClr val="000000"/>
                  </a:solidFill>
                  <a:prstDash val="solid"/>
                </a:ln>
                <a:effectLst/>
              </p:spPr>
            </p:cxnSp>
            <p:cxnSp>
              <p:nvCxnSpPr>
                <p:cNvPr id="317" name="Straight Connector 316">
                  <a:extLst>
                    <a:ext uri="{FF2B5EF4-FFF2-40B4-BE49-F238E27FC236}">
                      <a16:creationId xmlns:a16="http://schemas.microsoft.com/office/drawing/2014/main" id="{A5C3BEC2-90B0-8B41-88A4-351B428CAFB4}"/>
                    </a:ext>
                  </a:extLst>
                </p:cNvPr>
                <p:cNvCxnSpPr/>
                <p:nvPr/>
              </p:nvCxnSpPr>
              <p:spPr>
                <a:xfrm>
                  <a:off x="4128808" y="3720125"/>
                  <a:ext cx="0" cy="111556"/>
                </a:xfrm>
                <a:prstGeom prst="line">
                  <a:avLst/>
                </a:prstGeom>
                <a:noFill/>
                <a:ln w="6350" cap="flat" cmpd="sng" algn="ctr">
                  <a:solidFill>
                    <a:srgbClr val="000000"/>
                  </a:solidFill>
                  <a:prstDash val="solid"/>
                </a:ln>
                <a:effectLst/>
              </p:spPr>
            </p:cxnSp>
          </p:grpSp>
          <p:sp>
            <p:nvSpPr>
              <p:cNvPr id="301" name="Rectangle 300">
                <a:extLst>
                  <a:ext uri="{FF2B5EF4-FFF2-40B4-BE49-F238E27FC236}">
                    <a16:creationId xmlns:a16="http://schemas.microsoft.com/office/drawing/2014/main" id="{2309F1E7-7D26-E941-9221-C8DF0612EE28}"/>
                  </a:ext>
                </a:extLst>
              </p:cNvPr>
              <p:cNvSpPr/>
              <p:nvPr/>
            </p:nvSpPr>
            <p:spPr bwMode="auto">
              <a:xfrm>
                <a:off x="6491333" y="3610376"/>
                <a:ext cx="498433" cy="12380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02" name="Straight Connector 301">
                <a:extLst>
                  <a:ext uri="{FF2B5EF4-FFF2-40B4-BE49-F238E27FC236}">
                    <a16:creationId xmlns:a16="http://schemas.microsoft.com/office/drawing/2014/main" id="{9C251E47-5FE5-B64D-8E6E-2491993604B5}"/>
                  </a:ext>
                </a:extLst>
              </p:cNvPr>
              <p:cNvCxnSpPr/>
              <p:nvPr/>
            </p:nvCxnSpPr>
            <p:spPr bwMode="auto">
              <a:xfrm>
                <a:off x="6472285" y="2818340"/>
                <a:ext cx="9524" cy="2126912"/>
              </a:xfrm>
              <a:prstGeom prst="line">
                <a:avLst/>
              </a:prstGeom>
              <a:noFill/>
              <a:ln w="3175" cap="flat" cmpd="sng" algn="ctr">
                <a:solidFill>
                  <a:srgbClr val="000000"/>
                </a:solidFill>
                <a:prstDash val="sysDash"/>
              </a:ln>
              <a:effectLst/>
            </p:spPr>
          </p:cxnSp>
          <p:grpSp>
            <p:nvGrpSpPr>
              <p:cNvPr id="303" name="Group 514">
                <a:extLst>
                  <a:ext uri="{FF2B5EF4-FFF2-40B4-BE49-F238E27FC236}">
                    <a16:creationId xmlns:a16="http://schemas.microsoft.com/office/drawing/2014/main" id="{9B7D3C6F-466A-3143-9B8E-F60B2AAFD7B5}"/>
                  </a:ext>
                </a:extLst>
              </p:cNvPr>
              <p:cNvGrpSpPr>
                <a:grpSpLocks/>
              </p:cNvGrpSpPr>
              <p:nvPr/>
            </p:nvGrpSpPr>
            <p:grpSpPr bwMode="auto">
              <a:xfrm>
                <a:off x="6478146" y="2647932"/>
                <a:ext cx="504825" cy="242887"/>
                <a:chOff x="2183302" y="1574638"/>
                <a:chExt cx="1200154" cy="430218"/>
              </a:xfrm>
            </p:grpSpPr>
            <p:sp>
              <p:nvSpPr>
                <p:cNvPr id="304" name="Oval 303">
                  <a:extLst>
                    <a:ext uri="{FF2B5EF4-FFF2-40B4-BE49-F238E27FC236}">
                      <a16:creationId xmlns:a16="http://schemas.microsoft.com/office/drawing/2014/main" id="{12A307F7-5B73-2445-A2F4-C0FA1266E373}"/>
                    </a:ext>
                  </a:extLst>
                </p:cNvPr>
                <p:cNvSpPr/>
                <p:nvPr/>
              </p:nvSpPr>
              <p:spPr bwMode="auto">
                <a:xfrm flipV="1">
                  <a:off x="2188237" y="1690921"/>
                  <a:ext cx="1196279" cy="314881"/>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05" name="Rectangle 304">
                  <a:extLst>
                    <a:ext uri="{FF2B5EF4-FFF2-40B4-BE49-F238E27FC236}">
                      <a16:creationId xmlns:a16="http://schemas.microsoft.com/office/drawing/2014/main" id="{33E19D46-3715-614C-AAF4-022904355894}"/>
                    </a:ext>
                  </a:extLst>
                </p:cNvPr>
                <p:cNvSpPr/>
                <p:nvPr/>
              </p:nvSpPr>
              <p:spPr bwMode="auto">
                <a:xfrm>
                  <a:off x="2184464" y="1735904"/>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6" name="Oval 305">
                  <a:extLst>
                    <a:ext uri="{FF2B5EF4-FFF2-40B4-BE49-F238E27FC236}">
                      <a16:creationId xmlns:a16="http://schemas.microsoft.com/office/drawing/2014/main" id="{E55709E7-7775-884D-A34A-45191B84AF9C}"/>
                    </a:ext>
                  </a:extLst>
                </p:cNvPr>
                <p:cNvSpPr>
                  <a:spLocks noChangeArrowheads="1"/>
                </p:cNvSpPr>
                <p:nvPr/>
              </p:nvSpPr>
              <p:spPr bwMode="auto">
                <a:xfrm flipV="1">
                  <a:off x="2184464" y="1575651"/>
                  <a:ext cx="1196277" cy="31488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7" name="Freeform 306">
                  <a:extLst>
                    <a:ext uri="{FF2B5EF4-FFF2-40B4-BE49-F238E27FC236}">
                      <a16:creationId xmlns:a16="http://schemas.microsoft.com/office/drawing/2014/main" id="{53C2A2DA-53F1-794E-A987-B42C0AC0022C}"/>
                    </a:ext>
                  </a:extLst>
                </p:cNvPr>
                <p:cNvSpPr/>
                <p:nvPr/>
              </p:nvSpPr>
              <p:spPr bwMode="auto">
                <a:xfrm>
                  <a:off x="2490137" y="1671240"/>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8" name="Freeform 307">
                  <a:extLst>
                    <a:ext uri="{FF2B5EF4-FFF2-40B4-BE49-F238E27FC236}">
                      <a16:creationId xmlns:a16="http://schemas.microsoft.com/office/drawing/2014/main" id="{9EECC5D2-5F03-5B4A-A066-DEC9954D666C}"/>
                    </a:ext>
                  </a:extLst>
                </p:cNvPr>
                <p:cNvSpPr>
                  <a:spLocks/>
                </p:cNvSpPr>
                <p:nvPr/>
              </p:nvSpPr>
              <p:spPr bwMode="auto">
                <a:xfrm>
                  <a:off x="2429757" y="1631880"/>
                  <a:ext cx="705692" cy="109647"/>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6 h 932950"/>
                    <a:gd name="T10" fmla="*/ 603846 w 3723451"/>
                    <a:gd name="T11" fmla="*/ 54283 h 932950"/>
                    <a:gd name="T12" fmla="*/ 571056 w 3723451"/>
                    <a:gd name="T13" fmla="*/ 46212 h 932950"/>
                    <a:gd name="T14" fmla="*/ 355717 w 3723451"/>
                    <a:gd name="T15" fmla="*/ 109647 h 932950"/>
                    <a:gd name="T16" fmla="*/ 134869 w 3723451"/>
                    <a:gd name="T17" fmla="*/ 48545 h 932950"/>
                    <a:gd name="T18" fmla="*/ 99163 w 3723451"/>
                    <a:gd name="T19" fmla="*/ 55140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308">
                  <a:extLst>
                    <a:ext uri="{FF2B5EF4-FFF2-40B4-BE49-F238E27FC236}">
                      <a16:creationId xmlns:a16="http://schemas.microsoft.com/office/drawing/2014/main" id="{8388544E-A2CB-0640-A29C-1662E6885FE0}"/>
                    </a:ext>
                  </a:extLst>
                </p:cNvPr>
                <p:cNvSpPr>
                  <a:spLocks/>
                </p:cNvSpPr>
                <p:nvPr/>
              </p:nvSpPr>
              <p:spPr bwMode="auto">
                <a:xfrm>
                  <a:off x="2893929" y="1724658"/>
                  <a:ext cx="256615" cy="95589"/>
                </a:xfrm>
                <a:custGeom>
                  <a:avLst/>
                  <a:gdLst>
                    <a:gd name="T0" fmla="*/ 0 w 1366596"/>
                    <a:gd name="T1" fmla="*/ 0 h 809868"/>
                    <a:gd name="T2" fmla="*/ 256615 w 1366596"/>
                    <a:gd name="T3" fmla="*/ 73864 h 809868"/>
                    <a:gd name="T4" fmla="*/ 162436 w 1366596"/>
                    <a:gd name="T5" fmla="*/ 95589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309">
                  <a:extLst>
                    <a:ext uri="{FF2B5EF4-FFF2-40B4-BE49-F238E27FC236}">
                      <a16:creationId xmlns:a16="http://schemas.microsoft.com/office/drawing/2014/main" id="{0DDF3C4E-5F2E-864E-88A4-D785A5D6EEF6}"/>
                    </a:ext>
                  </a:extLst>
                </p:cNvPr>
                <p:cNvSpPr>
                  <a:spLocks/>
                </p:cNvSpPr>
                <p:nvPr/>
              </p:nvSpPr>
              <p:spPr bwMode="auto">
                <a:xfrm>
                  <a:off x="2418437" y="1727469"/>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11" name="Straight Connector 310">
                  <a:extLst>
                    <a:ext uri="{FF2B5EF4-FFF2-40B4-BE49-F238E27FC236}">
                      <a16:creationId xmlns:a16="http://schemas.microsoft.com/office/drawing/2014/main" id="{5A28B5B0-5BAC-8C46-B4B8-9BCB18DCD1DD}"/>
                    </a:ext>
                  </a:extLst>
                </p:cNvPr>
                <p:cNvCxnSpPr>
                  <a:cxnSpLocks noChangeShapeType="1"/>
                  <a:endCxn id="306" idx="2"/>
                </p:cNvCxnSpPr>
                <p:nvPr/>
              </p:nvCxnSpPr>
              <p:spPr bwMode="auto">
                <a:xfrm flipH="1" flipV="1">
                  <a:off x="2184464" y="1733091"/>
                  <a:ext cx="3773" cy="1208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12" name="Straight Connector 311">
                  <a:extLst>
                    <a:ext uri="{FF2B5EF4-FFF2-40B4-BE49-F238E27FC236}">
                      <a16:creationId xmlns:a16="http://schemas.microsoft.com/office/drawing/2014/main" id="{3A010796-660C-4C4D-865E-8D108EDA01B6}"/>
                    </a:ext>
                  </a:extLst>
                </p:cNvPr>
                <p:cNvCxnSpPr>
                  <a:cxnSpLocks noChangeShapeType="1"/>
                </p:cNvCxnSpPr>
                <p:nvPr/>
              </p:nvCxnSpPr>
              <p:spPr bwMode="auto">
                <a:xfrm flipH="1" flipV="1">
                  <a:off x="3380741" y="1730281"/>
                  <a:ext cx="3775" cy="120891"/>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400" name="Group 399">
            <a:extLst>
              <a:ext uri="{FF2B5EF4-FFF2-40B4-BE49-F238E27FC236}">
                <a16:creationId xmlns:a16="http://schemas.microsoft.com/office/drawing/2014/main" id="{094E25C2-45E6-0C43-ADA4-684E51DC703A}"/>
              </a:ext>
            </a:extLst>
          </p:cNvPr>
          <p:cNvGrpSpPr>
            <a:grpSpLocks/>
          </p:cNvGrpSpPr>
          <p:nvPr/>
        </p:nvGrpSpPr>
        <p:grpSpPr bwMode="auto">
          <a:xfrm>
            <a:off x="3419060" y="2725807"/>
            <a:ext cx="5111750" cy="879475"/>
            <a:chOff x="1866825" y="707349"/>
            <a:chExt cx="5112820" cy="879389"/>
          </a:xfrm>
        </p:grpSpPr>
        <p:sp>
          <p:nvSpPr>
            <p:cNvPr id="401" name="Oval 400">
              <a:extLst>
                <a:ext uri="{FF2B5EF4-FFF2-40B4-BE49-F238E27FC236}">
                  <a16:creationId xmlns:a16="http://schemas.microsoft.com/office/drawing/2014/main" id="{C759FDA4-4088-0A4C-9E92-BD72D7D52B56}"/>
                </a:ext>
              </a:extLst>
            </p:cNvPr>
            <p:cNvSpPr/>
            <p:nvPr/>
          </p:nvSpPr>
          <p:spPr>
            <a:xfrm>
              <a:off x="1866825" y="785129"/>
              <a:ext cx="954288" cy="49207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2" name="TextBox 233">
              <a:extLst>
                <a:ext uri="{FF2B5EF4-FFF2-40B4-BE49-F238E27FC236}">
                  <a16:creationId xmlns:a16="http://schemas.microsoft.com/office/drawing/2014/main" id="{91B4E7D9-6C4B-6C4B-86F5-8BB66F936B0C}"/>
                </a:ext>
              </a:extLst>
            </p:cNvPr>
            <p:cNvSpPr txBox="1">
              <a:spLocks noChangeArrowheads="1"/>
            </p:cNvSpPr>
            <p:nvPr/>
          </p:nvSpPr>
          <p:spPr bwMode="auto">
            <a:xfrm>
              <a:off x="1891781" y="783191"/>
              <a:ext cx="910613" cy="47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Routing</a:t>
              </a:r>
            </a:p>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Algorithm</a:t>
              </a:r>
            </a:p>
          </p:txBody>
        </p:sp>
        <p:cxnSp>
          <p:nvCxnSpPr>
            <p:cNvPr id="403" name="Straight Arrow Connector 402">
              <a:extLst>
                <a:ext uri="{FF2B5EF4-FFF2-40B4-BE49-F238E27FC236}">
                  <a16:creationId xmlns:a16="http://schemas.microsoft.com/office/drawing/2014/main" id="{86DA61DF-3320-724E-9861-CF654B1F47AF}"/>
                </a:ext>
              </a:extLst>
            </p:cNvPr>
            <p:cNvCxnSpPr/>
            <p:nvPr/>
          </p:nvCxnSpPr>
          <p:spPr>
            <a:xfrm flipV="1">
              <a:off x="2833815" y="807352"/>
              <a:ext cx="1517968" cy="214291"/>
            </a:xfrm>
            <a:prstGeom prst="straightConnector1">
              <a:avLst/>
            </a:prstGeom>
            <a:noFill/>
            <a:ln w="25400" cap="flat" cmpd="sng" algn="ctr">
              <a:solidFill>
                <a:srgbClr val="CC0000"/>
              </a:solidFill>
              <a:prstDash val="solid"/>
              <a:headEnd type="triangle"/>
              <a:tailEnd type="triangle"/>
            </a:ln>
            <a:effectLst/>
          </p:spPr>
        </p:cxnSp>
        <p:cxnSp>
          <p:nvCxnSpPr>
            <p:cNvPr id="404" name="Straight Arrow Connector 403">
              <a:extLst>
                <a:ext uri="{FF2B5EF4-FFF2-40B4-BE49-F238E27FC236}">
                  <a16:creationId xmlns:a16="http://schemas.microsoft.com/office/drawing/2014/main" id="{FA99C173-8DEF-3940-BC9B-72CA3FA99281}"/>
                </a:ext>
              </a:extLst>
            </p:cNvPr>
            <p:cNvCxnSpPr/>
            <p:nvPr/>
          </p:nvCxnSpPr>
          <p:spPr>
            <a:xfrm>
              <a:off x="2751248" y="1201014"/>
              <a:ext cx="797092" cy="279373"/>
            </a:xfrm>
            <a:prstGeom prst="straightConnector1">
              <a:avLst/>
            </a:prstGeom>
            <a:noFill/>
            <a:ln w="25400" cap="flat" cmpd="sng" algn="ctr">
              <a:solidFill>
                <a:srgbClr val="CC0000"/>
              </a:solidFill>
              <a:prstDash val="solid"/>
              <a:headEnd type="triangle"/>
              <a:tailEnd type="triangle"/>
            </a:ln>
            <a:effectLst/>
          </p:spPr>
        </p:cxnSp>
        <p:cxnSp>
          <p:nvCxnSpPr>
            <p:cNvPr id="405" name="Straight Arrow Connector 404">
              <a:extLst>
                <a:ext uri="{FF2B5EF4-FFF2-40B4-BE49-F238E27FC236}">
                  <a16:creationId xmlns:a16="http://schemas.microsoft.com/office/drawing/2014/main" id="{57AAE988-13E3-6642-B8CC-252C9113ABCC}"/>
                </a:ext>
              </a:extLst>
            </p:cNvPr>
            <p:cNvCxnSpPr/>
            <p:nvPr/>
          </p:nvCxnSpPr>
          <p:spPr>
            <a:xfrm>
              <a:off x="4685228" y="894656"/>
              <a:ext cx="892362" cy="509538"/>
            </a:xfrm>
            <a:prstGeom prst="straightConnector1">
              <a:avLst/>
            </a:prstGeom>
            <a:noFill/>
            <a:ln w="25400" cap="flat" cmpd="sng" algn="ctr">
              <a:solidFill>
                <a:srgbClr val="CC0000"/>
              </a:solidFill>
              <a:prstDash val="solid"/>
              <a:headEnd type="triangle"/>
              <a:tailEnd type="triangle"/>
            </a:ln>
            <a:effectLst/>
          </p:spPr>
        </p:cxnSp>
        <p:cxnSp>
          <p:nvCxnSpPr>
            <p:cNvPr id="406" name="Straight Arrow Connector 405">
              <a:extLst>
                <a:ext uri="{FF2B5EF4-FFF2-40B4-BE49-F238E27FC236}">
                  <a16:creationId xmlns:a16="http://schemas.microsoft.com/office/drawing/2014/main" id="{286126FC-663F-E140-85FF-EA643857EAAB}"/>
                </a:ext>
              </a:extLst>
            </p:cNvPr>
            <p:cNvCxnSpPr/>
            <p:nvPr/>
          </p:nvCxnSpPr>
          <p:spPr>
            <a:xfrm>
              <a:off x="4801139" y="801003"/>
              <a:ext cx="1695805" cy="130162"/>
            </a:xfrm>
            <a:prstGeom prst="straightConnector1">
              <a:avLst/>
            </a:prstGeom>
            <a:noFill/>
            <a:ln w="25400" cap="flat" cmpd="sng" algn="ctr">
              <a:solidFill>
                <a:srgbClr val="CC0000"/>
              </a:solidFill>
              <a:prstDash val="solid"/>
              <a:headEnd type="triangle"/>
              <a:tailEnd type="triangle"/>
            </a:ln>
            <a:effectLst/>
          </p:spPr>
        </p:cxnSp>
        <p:sp>
          <p:nvSpPr>
            <p:cNvPr id="407" name="Oval 406">
              <a:extLst>
                <a:ext uri="{FF2B5EF4-FFF2-40B4-BE49-F238E27FC236}">
                  <a16:creationId xmlns:a16="http://schemas.microsoft.com/office/drawing/2014/main" id="{4DA7DE45-D335-D548-B5FE-488518B7B2B7}"/>
                </a:ext>
              </a:extLst>
            </p:cNvPr>
            <p:cNvSpPr/>
            <p:nvPr/>
          </p:nvSpPr>
          <p:spPr>
            <a:xfrm>
              <a:off x="6558870" y="894656"/>
              <a:ext cx="420775"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8" name="Oval 407">
              <a:extLst>
                <a:ext uri="{FF2B5EF4-FFF2-40B4-BE49-F238E27FC236}">
                  <a16:creationId xmlns:a16="http://schemas.microsoft.com/office/drawing/2014/main" id="{E0F6C35C-914C-3B41-9CC4-D8179FFB699E}"/>
                </a:ext>
              </a:extLst>
            </p:cNvPr>
            <p:cNvSpPr/>
            <p:nvPr/>
          </p:nvSpPr>
          <p:spPr>
            <a:xfrm>
              <a:off x="5572826" y="1404194"/>
              <a:ext cx="420776" cy="182544"/>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9" name="Oval 408">
              <a:extLst>
                <a:ext uri="{FF2B5EF4-FFF2-40B4-BE49-F238E27FC236}">
                  <a16:creationId xmlns:a16="http://schemas.microsoft.com/office/drawing/2014/main" id="{F2328B0F-766B-A544-ACA3-A1877D849A35}"/>
                </a:ext>
              </a:extLst>
            </p:cNvPr>
            <p:cNvSpPr/>
            <p:nvPr/>
          </p:nvSpPr>
          <p:spPr>
            <a:xfrm>
              <a:off x="4367661" y="707349"/>
              <a:ext cx="420775" cy="182545"/>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0" name="Oval 409">
              <a:extLst>
                <a:ext uri="{FF2B5EF4-FFF2-40B4-BE49-F238E27FC236}">
                  <a16:creationId xmlns:a16="http://schemas.microsoft.com/office/drawing/2014/main" id="{4E049E95-C6A9-FE4D-937B-C134ECB1D9AB}"/>
                </a:ext>
              </a:extLst>
            </p:cNvPr>
            <p:cNvSpPr/>
            <p:nvPr/>
          </p:nvSpPr>
          <p:spPr>
            <a:xfrm>
              <a:off x="3572157" y="1402606"/>
              <a:ext cx="420776"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11" name="Straight Arrow Connector 410">
              <a:extLst>
                <a:ext uri="{FF2B5EF4-FFF2-40B4-BE49-F238E27FC236}">
                  <a16:creationId xmlns:a16="http://schemas.microsoft.com/office/drawing/2014/main" id="{C5FBB1F6-0839-A343-AE4E-8487D7B4403B}"/>
                </a:ext>
              </a:extLst>
            </p:cNvPr>
            <p:cNvCxnSpPr/>
            <p:nvPr/>
          </p:nvCxnSpPr>
          <p:spPr>
            <a:xfrm>
              <a:off x="2821113" y="1105773"/>
              <a:ext cx="2739010" cy="339692"/>
            </a:xfrm>
            <a:prstGeom prst="straightConnector1">
              <a:avLst/>
            </a:prstGeom>
            <a:noFill/>
            <a:ln w="25400" cap="flat" cmpd="sng" algn="ctr">
              <a:solidFill>
                <a:srgbClr val="CC0000"/>
              </a:solidFill>
              <a:prstDash val="solid"/>
              <a:headEnd type="triangle"/>
              <a:tailEnd type="triangle"/>
            </a:ln>
            <a:effectLst/>
          </p:spPr>
        </p:cxnSp>
        <p:cxnSp>
          <p:nvCxnSpPr>
            <p:cNvPr id="412" name="Straight Arrow Connector 411">
              <a:extLst>
                <a:ext uri="{FF2B5EF4-FFF2-40B4-BE49-F238E27FC236}">
                  <a16:creationId xmlns:a16="http://schemas.microsoft.com/office/drawing/2014/main" id="{01507C1D-D7CC-314D-9BC2-599E67963164}"/>
                </a:ext>
              </a:extLst>
            </p:cNvPr>
            <p:cNvCxnSpPr>
              <a:endCxn id="407" idx="2"/>
            </p:cNvCxnSpPr>
            <p:nvPr/>
          </p:nvCxnSpPr>
          <p:spPr>
            <a:xfrm flipV="1">
              <a:off x="3997696" y="985135"/>
              <a:ext cx="2561174" cy="469854"/>
            </a:xfrm>
            <a:prstGeom prst="straightConnector1">
              <a:avLst/>
            </a:prstGeom>
            <a:noFill/>
            <a:ln w="25400" cap="flat" cmpd="sng" algn="ctr">
              <a:solidFill>
                <a:srgbClr val="CC0000"/>
              </a:solidFill>
              <a:prstDash val="solid"/>
              <a:headEnd type="triangle"/>
              <a:tailEnd type="triangle"/>
            </a:ln>
            <a:effectLst/>
          </p:spPr>
        </p:cxnSp>
        <p:cxnSp>
          <p:nvCxnSpPr>
            <p:cNvPr id="413" name="Straight Arrow Connector 412">
              <a:extLst>
                <a:ext uri="{FF2B5EF4-FFF2-40B4-BE49-F238E27FC236}">
                  <a16:creationId xmlns:a16="http://schemas.microsoft.com/office/drawing/2014/main" id="{0D0AA51C-C88C-DA40-BB5F-C90D75401B35}"/>
                </a:ext>
              </a:extLst>
            </p:cNvPr>
            <p:cNvCxnSpPr/>
            <p:nvPr/>
          </p:nvCxnSpPr>
          <p:spPr>
            <a:xfrm flipV="1">
              <a:off x="3991345" y="1508959"/>
              <a:ext cx="1581481" cy="0"/>
            </a:xfrm>
            <a:prstGeom prst="straightConnector1">
              <a:avLst/>
            </a:prstGeom>
            <a:noFill/>
            <a:ln w="25400" cap="flat" cmpd="sng" algn="ctr">
              <a:solidFill>
                <a:srgbClr val="CC0000"/>
              </a:solidFill>
              <a:prstDash val="solid"/>
              <a:headEnd type="triangle"/>
              <a:tailEnd type="triangle"/>
            </a:ln>
            <a:effectLst/>
          </p:spPr>
        </p:cxnSp>
        <p:cxnSp>
          <p:nvCxnSpPr>
            <p:cNvPr id="414" name="Straight Arrow Connector 413">
              <a:extLst>
                <a:ext uri="{FF2B5EF4-FFF2-40B4-BE49-F238E27FC236}">
                  <a16:creationId xmlns:a16="http://schemas.microsoft.com/office/drawing/2014/main" id="{B8B513D7-9162-0648-BC71-8BEBCC27917A}"/>
                </a:ext>
              </a:extLst>
            </p:cNvPr>
            <p:cNvCxnSpPr/>
            <p:nvPr/>
          </p:nvCxnSpPr>
          <p:spPr>
            <a:xfrm flipV="1">
              <a:off x="5996777" y="1083550"/>
              <a:ext cx="751044" cy="396836"/>
            </a:xfrm>
            <a:prstGeom prst="straightConnector1">
              <a:avLst/>
            </a:prstGeom>
            <a:noFill/>
            <a:ln w="25400" cap="flat" cmpd="sng" algn="ctr">
              <a:solidFill>
                <a:srgbClr val="CC0000"/>
              </a:solidFill>
              <a:prstDash val="solid"/>
              <a:headEnd type="triangle"/>
              <a:tailEnd type="triangle"/>
            </a:ln>
            <a:effectLst/>
          </p:spPr>
        </p:cxnSp>
      </p:grpSp>
      <p:grpSp>
        <p:nvGrpSpPr>
          <p:cNvPr id="415" name="Group 414">
            <a:extLst>
              <a:ext uri="{FF2B5EF4-FFF2-40B4-BE49-F238E27FC236}">
                <a16:creationId xmlns:a16="http://schemas.microsoft.com/office/drawing/2014/main" id="{C4AAA334-C4B2-DD48-A566-2EA2C1AA11DF}"/>
              </a:ext>
            </a:extLst>
          </p:cNvPr>
          <p:cNvGrpSpPr>
            <a:grpSpLocks/>
          </p:cNvGrpSpPr>
          <p:nvPr/>
        </p:nvGrpSpPr>
        <p:grpSpPr bwMode="auto">
          <a:xfrm>
            <a:off x="3147598" y="3114745"/>
            <a:ext cx="6375400" cy="1047750"/>
            <a:chOff x="1557338" y="3074988"/>
            <a:chExt cx="6375400" cy="1047750"/>
          </a:xfrm>
        </p:grpSpPr>
        <p:sp>
          <p:nvSpPr>
            <p:cNvPr id="416" name="TextBox 232">
              <a:extLst>
                <a:ext uri="{FF2B5EF4-FFF2-40B4-BE49-F238E27FC236}">
                  <a16:creationId xmlns:a16="http://schemas.microsoft.com/office/drawing/2014/main" id="{97D7EB84-BAC0-D448-A55F-A56C30BB6A4D}"/>
                </a:ext>
              </a:extLst>
            </p:cNvPr>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417" name="TextBox 233">
              <a:extLst>
                <a:ext uri="{FF2B5EF4-FFF2-40B4-BE49-F238E27FC236}">
                  <a16:creationId xmlns:a16="http://schemas.microsoft.com/office/drawing/2014/main" id="{24A4F1C7-4BF4-EB42-A291-47BAC2502CDB}"/>
                </a:ext>
              </a:extLst>
            </p:cNvPr>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418" name="Straight Connector 417">
              <a:extLst>
                <a:ext uri="{FF2B5EF4-FFF2-40B4-BE49-F238E27FC236}">
                  <a16:creationId xmlns:a16="http://schemas.microsoft.com/office/drawing/2014/main" id="{61FEE5A3-FA87-164D-B072-015586DE3B9B}"/>
                </a:ext>
              </a:extLst>
            </p:cNvPr>
            <p:cNvCxnSpPr/>
            <p:nvPr/>
          </p:nvCxnSpPr>
          <p:spPr>
            <a:xfrm>
              <a:off x="1557338" y="3613150"/>
              <a:ext cx="6207125" cy="0"/>
            </a:xfrm>
            <a:prstGeom prst="line">
              <a:avLst/>
            </a:prstGeom>
            <a:noFill/>
            <a:ln w="25400" cap="flat" cmpd="sng" algn="ctr">
              <a:solidFill>
                <a:srgbClr val="000000"/>
              </a:solidFill>
              <a:prstDash val="dash"/>
            </a:ln>
            <a:effectLst/>
          </p:spPr>
        </p:cxnSp>
      </p:grpSp>
      <p:grpSp>
        <p:nvGrpSpPr>
          <p:cNvPr id="419" name="Group 418">
            <a:extLst>
              <a:ext uri="{FF2B5EF4-FFF2-40B4-BE49-F238E27FC236}">
                <a16:creationId xmlns:a16="http://schemas.microsoft.com/office/drawing/2014/main" id="{DB2133B7-0204-944D-9F85-D90FA61B1AAF}"/>
              </a:ext>
            </a:extLst>
          </p:cNvPr>
          <p:cNvGrpSpPr>
            <a:grpSpLocks/>
          </p:cNvGrpSpPr>
          <p:nvPr/>
        </p:nvGrpSpPr>
        <p:grpSpPr bwMode="auto">
          <a:xfrm>
            <a:off x="3419060" y="3741807"/>
            <a:ext cx="5126038" cy="1120775"/>
            <a:chOff x="-4746102" y="4471477"/>
            <a:chExt cx="5126173" cy="1120753"/>
          </a:xfrm>
        </p:grpSpPr>
        <p:pic>
          <p:nvPicPr>
            <p:cNvPr id="420" name="Picture 10" descr="fig42_table.pdf">
              <a:extLst>
                <a:ext uri="{FF2B5EF4-FFF2-40B4-BE49-F238E27FC236}">
                  <a16:creationId xmlns:a16="http://schemas.microsoft.com/office/drawing/2014/main" id="{B9B148BF-D420-D548-A8E4-2E44EE43547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a:solidFill>
                    <a:srgbClr val="FFFFFF"/>
                  </a:solidFill>
                </a14:hiddenFill>
              </a:ext>
            </a:extLst>
          </p:spPr>
        </p:pic>
        <p:grpSp>
          <p:nvGrpSpPr>
            <p:cNvPr id="421" name="Group 25">
              <a:extLst>
                <a:ext uri="{FF2B5EF4-FFF2-40B4-BE49-F238E27FC236}">
                  <a16:creationId xmlns:a16="http://schemas.microsoft.com/office/drawing/2014/main" id="{6DCB3611-5B47-554A-AF9F-B20E8866BE38}"/>
                </a:ext>
              </a:extLst>
            </p:cNvPr>
            <p:cNvGrpSpPr>
              <a:grpSpLocks/>
            </p:cNvGrpSpPr>
            <p:nvPr/>
          </p:nvGrpSpPr>
          <p:grpSpPr bwMode="auto">
            <a:xfrm>
              <a:off x="-3025264" y="5228984"/>
              <a:ext cx="3405335" cy="363246"/>
              <a:chOff x="-3025264" y="5228984"/>
              <a:chExt cx="3405335" cy="363246"/>
            </a:xfrm>
          </p:grpSpPr>
          <p:grpSp>
            <p:nvGrpSpPr>
              <p:cNvPr id="422" name="Group 241">
                <a:extLst>
                  <a:ext uri="{FF2B5EF4-FFF2-40B4-BE49-F238E27FC236}">
                    <a16:creationId xmlns:a16="http://schemas.microsoft.com/office/drawing/2014/main" id="{18B65E09-A0C2-A34F-9844-081D03E2EEEF}"/>
                  </a:ext>
                </a:extLst>
              </p:cNvPr>
              <p:cNvGrpSpPr>
                <a:grpSpLocks/>
              </p:cNvGrpSpPr>
              <p:nvPr/>
            </p:nvGrpSpPr>
            <p:grpSpPr bwMode="auto">
              <a:xfrm>
                <a:off x="-3025264" y="5262858"/>
                <a:ext cx="430360" cy="329372"/>
                <a:chOff x="2931664" y="3912603"/>
                <a:chExt cx="430450" cy="329314"/>
              </a:xfrm>
            </p:grpSpPr>
            <p:sp>
              <p:nvSpPr>
                <p:cNvPr id="438" name="Rectangle 437">
                  <a:extLst>
                    <a:ext uri="{FF2B5EF4-FFF2-40B4-BE49-F238E27FC236}">
                      <a16:creationId xmlns:a16="http://schemas.microsoft.com/office/drawing/2014/main" id="{510D7726-2281-144B-B722-F9A0F8992620}"/>
                    </a:ext>
                  </a:extLst>
                </p:cNvPr>
                <p:cNvSpPr/>
                <p:nvPr/>
              </p:nvSpPr>
              <p:spPr>
                <a:xfrm>
                  <a:off x="2936485" y="3908607"/>
                  <a:ext cx="425550" cy="333310"/>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9" name="Straight Connector 438">
                  <a:extLst>
                    <a:ext uri="{FF2B5EF4-FFF2-40B4-BE49-F238E27FC236}">
                      <a16:creationId xmlns:a16="http://schemas.microsoft.com/office/drawing/2014/main" id="{B663A8A6-A483-9C45-9694-3F60B5B96577}"/>
                    </a:ext>
                  </a:extLst>
                </p:cNvPr>
                <p:cNvCxnSpPr/>
                <p:nvPr/>
              </p:nvCxnSpPr>
              <p:spPr>
                <a:xfrm>
                  <a:off x="2931721" y="4003838"/>
                  <a:ext cx="425550" cy="0"/>
                </a:xfrm>
                <a:prstGeom prst="line">
                  <a:avLst/>
                </a:prstGeom>
                <a:noFill/>
                <a:ln w="3175" cap="flat" cmpd="sng" algn="ctr">
                  <a:solidFill>
                    <a:srgbClr val="000000"/>
                  </a:solidFill>
                  <a:prstDash val="solid"/>
                </a:ln>
                <a:effectLst/>
              </p:spPr>
            </p:cxnSp>
            <p:cxnSp>
              <p:nvCxnSpPr>
                <p:cNvPr id="440" name="Straight Connector 439">
                  <a:extLst>
                    <a:ext uri="{FF2B5EF4-FFF2-40B4-BE49-F238E27FC236}">
                      <a16:creationId xmlns:a16="http://schemas.microsoft.com/office/drawing/2014/main" id="{50FC0E77-85DF-A44F-A7EA-DB2E7EDC7F79}"/>
                    </a:ext>
                  </a:extLst>
                </p:cNvPr>
                <p:cNvCxnSpPr/>
                <p:nvPr/>
              </p:nvCxnSpPr>
              <p:spPr>
                <a:xfrm>
                  <a:off x="2931721" y="4067326"/>
                  <a:ext cx="425550" cy="0"/>
                </a:xfrm>
                <a:prstGeom prst="line">
                  <a:avLst/>
                </a:prstGeom>
                <a:noFill/>
                <a:ln w="3175" cap="flat" cmpd="sng" algn="ctr">
                  <a:solidFill>
                    <a:srgbClr val="000000"/>
                  </a:solidFill>
                  <a:prstDash val="solid"/>
                </a:ln>
                <a:effectLst/>
              </p:spPr>
            </p:cxnSp>
            <p:cxnSp>
              <p:nvCxnSpPr>
                <p:cNvPr id="441" name="Straight Connector 440">
                  <a:extLst>
                    <a:ext uri="{FF2B5EF4-FFF2-40B4-BE49-F238E27FC236}">
                      <a16:creationId xmlns:a16="http://schemas.microsoft.com/office/drawing/2014/main" id="{6DCCCE94-F2A7-3D41-B0D1-67C30138A31B}"/>
                    </a:ext>
                  </a:extLst>
                </p:cNvPr>
                <p:cNvCxnSpPr>
                  <a:stCxn id="438" idx="2"/>
                </p:cNvCxnSpPr>
                <p:nvPr/>
              </p:nvCxnSpPr>
              <p:spPr>
                <a:xfrm flipH="1" flipV="1">
                  <a:off x="3147672" y="4003838"/>
                  <a:ext cx="1588" cy="238079"/>
                </a:xfrm>
                <a:prstGeom prst="line">
                  <a:avLst/>
                </a:prstGeom>
                <a:noFill/>
                <a:ln w="3175" cap="flat" cmpd="sng" algn="ctr">
                  <a:solidFill>
                    <a:srgbClr val="000000"/>
                  </a:solidFill>
                  <a:prstDash val="solid"/>
                </a:ln>
                <a:effectLst/>
              </p:spPr>
            </p:cxnSp>
          </p:grpSp>
          <p:grpSp>
            <p:nvGrpSpPr>
              <p:cNvPr id="423" name="Group 444">
                <a:extLst>
                  <a:ext uri="{FF2B5EF4-FFF2-40B4-BE49-F238E27FC236}">
                    <a16:creationId xmlns:a16="http://schemas.microsoft.com/office/drawing/2014/main" id="{80000B7B-1868-0545-96E2-2F3AE96E33EA}"/>
                  </a:ext>
                </a:extLst>
              </p:cNvPr>
              <p:cNvGrpSpPr>
                <a:grpSpLocks/>
              </p:cNvGrpSpPr>
              <p:nvPr/>
            </p:nvGrpSpPr>
            <p:grpSpPr bwMode="auto">
              <a:xfrm>
                <a:off x="-2217227" y="5261364"/>
                <a:ext cx="430361" cy="329307"/>
                <a:chOff x="2931664" y="3912603"/>
                <a:chExt cx="430450" cy="329314"/>
              </a:xfrm>
            </p:grpSpPr>
            <p:sp>
              <p:nvSpPr>
                <p:cNvPr id="434" name="Rectangle 433">
                  <a:extLst>
                    <a:ext uri="{FF2B5EF4-FFF2-40B4-BE49-F238E27FC236}">
                      <a16:creationId xmlns:a16="http://schemas.microsoft.com/office/drawing/2014/main" id="{152E459E-7CA1-E445-B3BA-7DCA2E4A2C56}"/>
                    </a:ext>
                  </a:extLst>
                </p:cNvPr>
                <p:cNvSpPr/>
                <p:nvPr/>
              </p:nvSpPr>
              <p:spPr>
                <a:xfrm>
                  <a:off x="2936506" y="3908513"/>
                  <a:ext cx="425549"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5" name="Straight Connector 434">
                  <a:extLst>
                    <a:ext uri="{FF2B5EF4-FFF2-40B4-BE49-F238E27FC236}">
                      <a16:creationId xmlns:a16="http://schemas.microsoft.com/office/drawing/2014/main" id="{89A2E2E8-DA8D-6D49-B2DC-12FC2FC6D3C4}"/>
                    </a:ext>
                  </a:extLst>
                </p:cNvPr>
                <p:cNvCxnSpPr/>
                <p:nvPr/>
              </p:nvCxnSpPr>
              <p:spPr>
                <a:xfrm>
                  <a:off x="2931743" y="4003763"/>
                  <a:ext cx="425549" cy="0"/>
                </a:xfrm>
                <a:prstGeom prst="line">
                  <a:avLst/>
                </a:prstGeom>
                <a:noFill/>
                <a:ln w="3175" cap="flat" cmpd="sng" algn="ctr">
                  <a:solidFill>
                    <a:srgbClr val="000000"/>
                  </a:solidFill>
                  <a:prstDash val="solid"/>
                </a:ln>
                <a:effectLst/>
              </p:spPr>
            </p:cxnSp>
            <p:cxnSp>
              <p:nvCxnSpPr>
                <p:cNvPr id="436" name="Straight Connector 435">
                  <a:extLst>
                    <a:ext uri="{FF2B5EF4-FFF2-40B4-BE49-F238E27FC236}">
                      <a16:creationId xmlns:a16="http://schemas.microsoft.com/office/drawing/2014/main" id="{D4FBE92F-02C8-4244-A63E-618F5A912844}"/>
                    </a:ext>
                  </a:extLst>
                </p:cNvPr>
                <p:cNvCxnSpPr/>
                <p:nvPr/>
              </p:nvCxnSpPr>
              <p:spPr>
                <a:xfrm>
                  <a:off x="2931743" y="4067263"/>
                  <a:ext cx="425549" cy="0"/>
                </a:xfrm>
                <a:prstGeom prst="line">
                  <a:avLst/>
                </a:prstGeom>
                <a:noFill/>
                <a:ln w="3175" cap="flat" cmpd="sng" algn="ctr">
                  <a:solidFill>
                    <a:srgbClr val="000000"/>
                  </a:solidFill>
                  <a:prstDash val="solid"/>
                </a:ln>
                <a:effectLst/>
              </p:spPr>
            </p:cxnSp>
            <p:cxnSp>
              <p:nvCxnSpPr>
                <p:cNvPr id="437" name="Straight Connector 436">
                  <a:extLst>
                    <a:ext uri="{FF2B5EF4-FFF2-40B4-BE49-F238E27FC236}">
                      <a16:creationId xmlns:a16="http://schemas.microsoft.com/office/drawing/2014/main" id="{760EDE61-1AAF-D848-91CB-39C5F318690E}"/>
                    </a:ext>
                  </a:extLst>
                </p:cNvPr>
                <p:cNvCxnSpPr>
                  <a:stCxn id="434" idx="2"/>
                </p:cNvCxnSpPr>
                <p:nvPr/>
              </p:nvCxnSpPr>
              <p:spPr>
                <a:xfrm flipH="1" flipV="1">
                  <a:off x="3147693" y="4003763"/>
                  <a:ext cx="1587" cy="238126"/>
                </a:xfrm>
                <a:prstGeom prst="line">
                  <a:avLst/>
                </a:prstGeom>
                <a:noFill/>
                <a:ln w="3175" cap="flat" cmpd="sng" algn="ctr">
                  <a:solidFill>
                    <a:srgbClr val="000000"/>
                  </a:solidFill>
                  <a:prstDash val="solid"/>
                </a:ln>
                <a:effectLst/>
              </p:spPr>
            </p:cxnSp>
          </p:grpSp>
          <p:grpSp>
            <p:nvGrpSpPr>
              <p:cNvPr id="424" name="Group 473">
                <a:extLst>
                  <a:ext uri="{FF2B5EF4-FFF2-40B4-BE49-F238E27FC236}">
                    <a16:creationId xmlns:a16="http://schemas.microsoft.com/office/drawing/2014/main" id="{80D1C087-9836-C245-B670-1284428A4A6A}"/>
                  </a:ext>
                </a:extLst>
              </p:cNvPr>
              <p:cNvGrpSpPr>
                <a:grpSpLocks/>
              </p:cNvGrpSpPr>
              <p:nvPr/>
            </p:nvGrpSpPr>
            <p:grpSpPr bwMode="auto">
              <a:xfrm>
                <a:off x="-1034539" y="5261364"/>
                <a:ext cx="430360" cy="329307"/>
                <a:chOff x="2931664" y="3912603"/>
                <a:chExt cx="430450" cy="329314"/>
              </a:xfrm>
            </p:grpSpPr>
            <p:sp>
              <p:nvSpPr>
                <p:cNvPr id="430" name="Rectangle 429">
                  <a:extLst>
                    <a:ext uri="{FF2B5EF4-FFF2-40B4-BE49-F238E27FC236}">
                      <a16:creationId xmlns:a16="http://schemas.microsoft.com/office/drawing/2014/main" id="{C9A7D412-65DC-9649-A008-5ED26335CCA7}"/>
                    </a:ext>
                  </a:extLst>
                </p:cNvPr>
                <p:cNvSpPr/>
                <p:nvPr/>
              </p:nvSpPr>
              <p:spPr>
                <a:xfrm>
                  <a:off x="2936538" y="3908513"/>
                  <a:ext cx="425550"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1" name="Straight Connector 430">
                  <a:extLst>
                    <a:ext uri="{FF2B5EF4-FFF2-40B4-BE49-F238E27FC236}">
                      <a16:creationId xmlns:a16="http://schemas.microsoft.com/office/drawing/2014/main" id="{2F282FB7-7000-B945-8F5A-E39A5A12E34F}"/>
                    </a:ext>
                  </a:extLst>
                </p:cNvPr>
                <p:cNvCxnSpPr/>
                <p:nvPr/>
              </p:nvCxnSpPr>
              <p:spPr>
                <a:xfrm>
                  <a:off x="2931774" y="4003763"/>
                  <a:ext cx="425550" cy="0"/>
                </a:xfrm>
                <a:prstGeom prst="line">
                  <a:avLst/>
                </a:prstGeom>
                <a:noFill/>
                <a:ln w="3175" cap="flat" cmpd="sng" algn="ctr">
                  <a:solidFill>
                    <a:srgbClr val="000000"/>
                  </a:solidFill>
                  <a:prstDash val="solid"/>
                </a:ln>
                <a:effectLst/>
              </p:spPr>
            </p:cxnSp>
            <p:cxnSp>
              <p:nvCxnSpPr>
                <p:cNvPr id="432" name="Straight Connector 431">
                  <a:extLst>
                    <a:ext uri="{FF2B5EF4-FFF2-40B4-BE49-F238E27FC236}">
                      <a16:creationId xmlns:a16="http://schemas.microsoft.com/office/drawing/2014/main" id="{6613E38A-F502-9F4F-9071-21665BB1F3DD}"/>
                    </a:ext>
                  </a:extLst>
                </p:cNvPr>
                <p:cNvCxnSpPr/>
                <p:nvPr/>
              </p:nvCxnSpPr>
              <p:spPr>
                <a:xfrm>
                  <a:off x="2931774" y="4067263"/>
                  <a:ext cx="425550" cy="0"/>
                </a:xfrm>
                <a:prstGeom prst="line">
                  <a:avLst/>
                </a:prstGeom>
                <a:noFill/>
                <a:ln w="317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29B42128-C51A-6040-824E-C554F8EE3D12}"/>
                    </a:ext>
                  </a:extLst>
                </p:cNvPr>
                <p:cNvCxnSpPr>
                  <a:stCxn id="430" idx="2"/>
                </p:cNvCxnSpPr>
                <p:nvPr/>
              </p:nvCxnSpPr>
              <p:spPr>
                <a:xfrm flipH="1" flipV="1">
                  <a:off x="3147725" y="4003763"/>
                  <a:ext cx="1588" cy="238126"/>
                </a:xfrm>
                <a:prstGeom prst="line">
                  <a:avLst/>
                </a:prstGeom>
                <a:noFill/>
                <a:ln w="3175" cap="flat" cmpd="sng" algn="ctr">
                  <a:solidFill>
                    <a:srgbClr val="000000"/>
                  </a:solidFill>
                  <a:prstDash val="solid"/>
                </a:ln>
                <a:effectLst/>
              </p:spPr>
            </p:cxnSp>
          </p:grpSp>
          <p:grpSp>
            <p:nvGrpSpPr>
              <p:cNvPr id="425" name="Group 502">
                <a:extLst>
                  <a:ext uri="{FF2B5EF4-FFF2-40B4-BE49-F238E27FC236}">
                    <a16:creationId xmlns:a16="http://schemas.microsoft.com/office/drawing/2014/main" id="{C30D5DDC-A13E-034A-A1BA-1E146390EA7D}"/>
                  </a:ext>
                </a:extLst>
              </p:cNvPr>
              <p:cNvGrpSpPr>
                <a:grpSpLocks/>
              </p:cNvGrpSpPr>
              <p:nvPr/>
            </p:nvGrpSpPr>
            <p:grpSpPr bwMode="auto">
              <a:xfrm>
                <a:off x="-50289" y="5228984"/>
                <a:ext cx="430360" cy="350559"/>
                <a:chOff x="2931664" y="3912603"/>
                <a:chExt cx="430450" cy="329314"/>
              </a:xfrm>
            </p:grpSpPr>
            <p:sp>
              <p:nvSpPr>
                <p:cNvPr id="426" name="Rectangle 425">
                  <a:extLst>
                    <a:ext uri="{FF2B5EF4-FFF2-40B4-BE49-F238E27FC236}">
                      <a16:creationId xmlns:a16="http://schemas.microsoft.com/office/drawing/2014/main" id="{63A91007-6182-8647-9879-8292A71EAFEF}"/>
                    </a:ext>
                  </a:extLst>
                </p:cNvPr>
                <p:cNvSpPr/>
                <p:nvPr/>
              </p:nvSpPr>
              <p:spPr>
                <a:xfrm>
                  <a:off x="2936564" y="3912336"/>
                  <a:ext cx="425550" cy="32956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27" name="Straight Connector 426">
                  <a:extLst>
                    <a:ext uri="{FF2B5EF4-FFF2-40B4-BE49-F238E27FC236}">
                      <a16:creationId xmlns:a16="http://schemas.microsoft.com/office/drawing/2014/main" id="{0674F85B-15F4-F446-AD9E-DD534F9C342D}"/>
                    </a:ext>
                  </a:extLst>
                </p:cNvPr>
                <p:cNvCxnSpPr/>
                <p:nvPr/>
              </p:nvCxnSpPr>
              <p:spPr>
                <a:xfrm>
                  <a:off x="2931800" y="4003303"/>
                  <a:ext cx="425550" cy="0"/>
                </a:xfrm>
                <a:prstGeom prst="line">
                  <a:avLst/>
                </a:prstGeom>
                <a:noFill/>
                <a:ln w="317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60409E77-E63A-824F-A704-D7AE94C9BA5F}"/>
                    </a:ext>
                  </a:extLst>
                </p:cNvPr>
                <p:cNvCxnSpPr/>
                <p:nvPr/>
              </p:nvCxnSpPr>
              <p:spPr>
                <a:xfrm>
                  <a:off x="2931800" y="4067428"/>
                  <a:ext cx="425550" cy="0"/>
                </a:xfrm>
                <a:prstGeom prst="line">
                  <a:avLst/>
                </a:prstGeom>
                <a:noFill/>
                <a:ln w="317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76DF7BD3-201B-AE4F-909F-AB196C0CDB0D}"/>
                    </a:ext>
                  </a:extLst>
                </p:cNvPr>
                <p:cNvCxnSpPr>
                  <a:stCxn id="426" idx="2"/>
                </p:cNvCxnSpPr>
                <p:nvPr/>
              </p:nvCxnSpPr>
              <p:spPr>
                <a:xfrm flipH="1" flipV="1">
                  <a:off x="3147751" y="4003303"/>
                  <a:ext cx="1588" cy="238602"/>
                </a:xfrm>
                <a:prstGeom prst="line">
                  <a:avLst/>
                </a:prstGeom>
                <a:noFill/>
                <a:ln w="3175" cap="flat" cmpd="sng" algn="ctr">
                  <a:solidFill>
                    <a:srgbClr val="000000"/>
                  </a:solidFill>
                  <a:prstDash val="solid"/>
                </a:ln>
                <a:effectLst/>
              </p:spPr>
            </p:cxnSp>
          </p:grpSp>
        </p:grpSp>
      </p:grpSp>
      <p:grpSp>
        <p:nvGrpSpPr>
          <p:cNvPr id="442" name="Group 441">
            <a:extLst>
              <a:ext uri="{FF2B5EF4-FFF2-40B4-BE49-F238E27FC236}">
                <a16:creationId xmlns:a16="http://schemas.microsoft.com/office/drawing/2014/main" id="{DC317182-2E9B-354F-9E6B-904AD53D9670}"/>
              </a:ext>
            </a:extLst>
          </p:cNvPr>
          <p:cNvGrpSpPr>
            <a:grpSpLocks/>
          </p:cNvGrpSpPr>
          <p:nvPr/>
        </p:nvGrpSpPr>
        <p:grpSpPr bwMode="auto">
          <a:xfrm>
            <a:off x="3873085" y="2922657"/>
            <a:ext cx="4437063" cy="1577975"/>
            <a:chOff x="-4267279" y="3655204"/>
            <a:chExt cx="4437063" cy="1578510"/>
          </a:xfrm>
        </p:grpSpPr>
        <p:cxnSp>
          <p:nvCxnSpPr>
            <p:cNvPr id="443" name="Straight Arrow Connector 442">
              <a:extLst>
                <a:ext uri="{FF2B5EF4-FFF2-40B4-BE49-F238E27FC236}">
                  <a16:creationId xmlns:a16="http://schemas.microsoft.com/office/drawing/2014/main" id="{AEBEBCEA-9DEC-FC46-95E5-83FE63BD526A}"/>
                </a:ext>
              </a:extLst>
            </p:cNvPr>
            <p:cNvCxnSpPr/>
            <p:nvPr/>
          </p:nvCxnSpPr>
          <p:spPr bwMode="auto">
            <a:xfrm>
              <a:off x="-4267279" y="4047450"/>
              <a:ext cx="0" cy="422418"/>
            </a:xfrm>
            <a:prstGeom prst="straightConnector1">
              <a:avLst/>
            </a:prstGeom>
            <a:noFill/>
            <a:ln w="12700" cap="flat" cmpd="sng" algn="ctr">
              <a:solidFill>
                <a:srgbClr val="CC0000"/>
              </a:solidFill>
              <a:prstDash val="solid"/>
              <a:tailEnd type="triangle"/>
            </a:ln>
            <a:effectLst/>
          </p:spPr>
        </p:cxnSp>
        <p:cxnSp>
          <p:nvCxnSpPr>
            <p:cNvPr id="444" name="Straight Arrow Connector 443">
              <a:extLst>
                <a:ext uri="{FF2B5EF4-FFF2-40B4-BE49-F238E27FC236}">
                  <a16:creationId xmlns:a16="http://schemas.microsoft.com/office/drawing/2014/main" id="{8ADE9CEC-EEA0-A54D-AC1A-85CC293083F6}"/>
                </a:ext>
              </a:extLst>
            </p:cNvPr>
            <p:cNvCxnSpPr>
              <a:cxnSpLocks noChangeShapeType="1"/>
            </p:cNvCxnSpPr>
            <p:nvPr/>
          </p:nvCxnSpPr>
          <p:spPr bwMode="auto">
            <a:xfrm flipH="1">
              <a:off x="-2808366" y="4361882"/>
              <a:ext cx="0" cy="87183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5" name="Straight Arrow Connector 444">
              <a:extLst>
                <a:ext uri="{FF2B5EF4-FFF2-40B4-BE49-F238E27FC236}">
                  <a16:creationId xmlns:a16="http://schemas.microsoft.com/office/drawing/2014/main" id="{6391DEC8-23F8-A847-ACF3-AD06E6E59A69}"/>
                </a:ext>
              </a:extLst>
            </p:cNvPr>
            <p:cNvCxnSpPr>
              <a:cxnSpLocks noChangeShapeType="1"/>
            </p:cNvCxnSpPr>
            <p:nvPr/>
          </p:nvCxnSpPr>
          <p:spPr bwMode="auto">
            <a:xfrm>
              <a:off x="-2006679" y="3655204"/>
              <a:ext cx="6350" cy="157692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6" name="Straight Arrow Connector 445">
              <a:extLst>
                <a:ext uri="{FF2B5EF4-FFF2-40B4-BE49-F238E27FC236}">
                  <a16:creationId xmlns:a16="http://schemas.microsoft.com/office/drawing/2014/main" id="{C40B4987-DD61-E544-9ED1-243F1836BF7B}"/>
                </a:ext>
              </a:extLst>
            </p:cNvPr>
            <p:cNvCxnSpPr>
              <a:cxnSpLocks noChangeShapeType="1"/>
            </p:cNvCxnSpPr>
            <p:nvPr/>
          </p:nvCxnSpPr>
          <p:spPr bwMode="auto">
            <a:xfrm>
              <a:off x="-823991" y="4326945"/>
              <a:ext cx="6350" cy="90518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7" name="Straight Arrow Connector 446">
              <a:extLst>
                <a:ext uri="{FF2B5EF4-FFF2-40B4-BE49-F238E27FC236}">
                  <a16:creationId xmlns:a16="http://schemas.microsoft.com/office/drawing/2014/main" id="{B6FD6F72-9B1A-9E49-BC03-FF4EB3F432F8}"/>
                </a:ext>
              </a:extLst>
            </p:cNvPr>
            <p:cNvCxnSpPr>
              <a:cxnSpLocks noChangeShapeType="1"/>
            </p:cNvCxnSpPr>
            <p:nvPr/>
          </p:nvCxnSpPr>
          <p:spPr bwMode="auto">
            <a:xfrm flipH="1">
              <a:off x="166609" y="3798127"/>
              <a:ext cx="3175" cy="139906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cxnSp>
        <p:nvCxnSpPr>
          <p:cNvPr id="448" name="Straight Connector 447">
            <a:extLst>
              <a:ext uri="{FF2B5EF4-FFF2-40B4-BE49-F238E27FC236}">
                <a16:creationId xmlns:a16="http://schemas.microsoft.com/office/drawing/2014/main" id="{EBF459C0-AF75-AC4B-82FD-7B57E1803EDC}"/>
              </a:ext>
            </a:extLst>
          </p:cNvPr>
          <p:cNvCxnSpPr/>
          <p:nvPr/>
        </p:nvCxnSpPr>
        <p:spPr>
          <a:xfrm flipH="1">
            <a:off x="2872960" y="5842070"/>
            <a:ext cx="1508125" cy="1587"/>
          </a:xfrm>
          <a:prstGeom prst="line">
            <a:avLst/>
          </a:prstGeom>
          <a:noFill/>
          <a:ln w="9525" cap="flat" cmpd="sng" algn="ctr">
            <a:solidFill>
              <a:srgbClr val="000000"/>
            </a:solidFill>
            <a:prstDash val="solid"/>
          </a:ln>
          <a:effectLst/>
        </p:spPr>
      </p:cxnSp>
      <p:sp>
        <p:nvSpPr>
          <p:cNvPr id="449" name="TextBox 265">
            <a:extLst>
              <a:ext uri="{FF2B5EF4-FFF2-40B4-BE49-F238E27FC236}">
                <a16:creationId xmlns:a16="http://schemas.microsoft.com/office/drawing/2014/main" id="{8D6CC213-50D8-D143-AB2E-8A70AD0BD3DA}"/>
              </a:ext>
            </a:extLst>
          </p:cNvPr>
          <p:cNvSpPr txBox="1">
            <a:spLocks noChangeArrowheads="1"/>
          </p:cNvSpPr>
          <p:nvPr/>
        </p:nvSpPr>
        <p:spPr bwMode="auto">
          <a:xfrm>
            <a:off x="4789073" y="5513457"/>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50" name="TextBox 281">
            <a:extLst>
              <a:ext uri="{FF2B5EF4-FFF2-40B4-BE49-F238E27FC236}">
                <a16:creationId xmlns:a16="http://schemas.microsoft.com/office/drawing/2014/main" id="{FD871173-63C8-004A-B893-95B0B94D0C38}"/>
              </a:ext>
            </a:extLst>
          </p:cNvPr>
          <p:cNvSpPr txBox="1">
            <a:spLocks noChangeArrowheads="1"/>
          </p:cNvSpPr>
          <p:nvPr/>
        </p:nvSpPr>
        <p:spPr bwMode="auto">
          <a:xfrm>
            <a:off x="4963698" y="5800795"/>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451" name="Group 5">
            <a:extLst>
              <a:ext uri="{FF2B5EF4-FFF2-40B4-BE49-F238E27FC236}">
                <a16:creationId xmlns:a16="http://schemas.microsoft.com/office/drawing/2014/main" id="{57C14B28-467E-9240-8CC3-03FBD986B649}"/>
              </a:ext>
            </a:extLst>
          </p:cNvPr>
          <p:cNvGrpSpPr>
            <a:grpSpLocks/>
          </p:cNvGrpSpPr>
          <p:nvPr/>
        </p:nvGrpSpPr>
        <p:grpSpPr bwMode="auto">
          <a:xfrm>
            <a:off x="2528473" y="5276920"/>
            <a:ext cx="1616075" cy="487362"/>
            <a:chOff x="-4079003" y="2717403"/>
            <a:chExt cx="1616718" cy="488475"/>
          </a:xfrm>
        </p:grpSpPr>
        <p:sp>
          <p:nvSpPr>
            <p:cNvPr id="453" name="Rectangle 98">
              <a:extLst>
                <a:ext uri="{FF2B5EF4-FFF2-40B4-BE49-F238E27FC236}">
                  <a16:creationId xmlns:a16="http://schemas.microsoft.com/office/drawing/2014/main" id="{693A8054-41EF-F147-A07F-2F6F499255AB}"/>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Line 99">
              <a:extLst>
                <a:ext uri="{FF2B5EF4-FFF2-40B4-BE49-F238E27FC236}">
                  <a16:creationId xmlns:a16="http://schemas.microsoft.com/office/drawing/2014/main" id="{F72989E1-2AE2-724E-BB5A-C3EDBBB6AF66}"/>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Rectangle 104">
              <a:extLst>
                <a:ext uri="{FF2B5EF4-FFF2-40B4-BE49-F238E27FC236}">
                  <a16:creationId xmlns:a16="http://schemas.microsoft.com/office/drawing/2014/main" id="{5AC95A09-8057-7147-9F57-6EFF2A5E5336}"/>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Text Box 105">
              <a:extLst>
                <a:ext uri="{FF2B5EF4-FFF2-40B4-BE49-F238E27FC236}">
                  <a16:creationId xmlns:a16="http://schemas.microsoft.com/office/drawing/2014/main" id="{47FDF11B-1F9E-D148-996F-69ECC9F11F2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457" name="Line 119">
              <a:extLst>
                <a:ext uri="{FF2B5EF4-FFF2-40B4-BE49-F238E27FC236}">
                  <a16:creationId xmlns:a16="http://schemas.microsoft.com/office/drawing/2014/main" id="{CD73CAA3-C367-7049-8128-3C09B270BBE7}"/>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8" name="Freeform 120">
            <a:extLst>
              <a:ext uri="{FF2B5EF4-FFF2-40B4-BE49-F238E27FC236}">
                <a16:creationId xmlns:a16="http://schemas.microsoft.com/office/drawing/2014/main" id="{9B17F469-9813-DD46-ADCC-A6A37DCBE4CD}"/>
              </a:ext>
            </a:extLst>
          </p:cNvPr>
          <p:cNvSpPr>
            <a:spLocks/>
          </p:cNvSpPr>
          <p:nvPr/>
        </p:nvSpPr>
        <p:spPr bwMode="auto">
          <a:xfrm>
            <a:off x="4084223" y="5708720"/>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9" name="Group 357">
            <a:extLst>
              <a:ext uri="{FF2B5EF4-FFF2-40B4-BE49-F238E27FC236}">
                <a16:creationId xmlns:a16="http://schemas.microsoft.com/office/drawing/2014/main" id="{F5E5FC5C-1765-2446-9583-0A67B919000D}"/>
              </a:ext>
            </a:extLst>
          </p:cNvPr>
          <p:cNvGrpSpPr>
            <a:grpSpLocks/>
          </p:cNvGrpSpPr>
          <p:nvPr/>
        </p:nvGrpSpPr>
        <p:grpSpPr bwMode="auto">
          <a:xfrm>
            <a:off x="4304885" y="5699195"/>
            <a:ext cx="565150" cy="293687"/>
            <a:chOff x="1871277" y="1576300"/>
            <a:chExt cx="1128371" cy="437861"/>
          </a:xfrm>
        </p:grpSpPr>
        <p:sp>
          <p:nvSpPr>
            <p:cNvPr id="460" name="Oval 459">
              <a:extLst>
                <a:ext uri="{FF2B5EF4-FFF2-40B4-BE49-F238E27FC236}">
                  <a16:creationId xmlns:a16="http://schemas.microsoft.com/office/drawing/2014/main" id="{BE27647C-3DCE-C848-8559-90456AA1A4C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1" name="Rectangle 460">
              <a:extLst>
                <a:ext uri="{FF2B5EF4-FFF2-40B4-BE49-F238E27FC236}">
                  <a16:creationId xmlns:a16="http://schemas.microsoft.com/office/drawing/2014/main" id="{59B28033-FF2E-0D49-AE8B-150A3DAC870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2" name="Oval 461">
              <a:extLst>
                <a:ext uri="{FF2B5EF4-FFF2-40B4-BE49-F238E27FC236}">
                  <a16:creationId xmlns:a16="http://schemas.microsoft.com/office/drawing/2014/main" id="{90E87BE2-8DD5-F949-9609-CEE42558EC6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3" name="Freeform 462">
              <a:extLst>
                <a:ext uri="{FF2B5EF4-FFF2-40B4-BE49-F238E27FC236}">
                  <a16:creationId xmlns:a16="http://schemas.microsoft.com/office/drawing/2014/main" id="{E67E4AB2-89E6-9547-93D2-34CED5D46ECE}"/>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4" name="Freeform 463">
              <a:extLst>
                <a:ext uri="{FF2B5EF4-FFF2-40B4-BE49-F238E27FC236}">
                  <a16:creationId xmlns:a16="http://schemas.microsoft.com/office/drawing/2014/main" id="{E0013E89-2E09-C94F-888A-0764BFC4C3D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Freeform 464">
              <a:extLst>
                <a:ext uri="{FF2B5EF4-FFF2-40B4-BE49-F238E27FC236}">
                  <a16:creationId xmlns:a16="http://schemas.microsoft.com/office/drawing/2014/main" id="{D4D31051-3F76-8D4A-A94B-F0DCA0AFF25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Freeform 465">
              <a:extLst>
                <a:ext uri="{FF2B5EF4-FFF2-40B4-BE49-F238E27FC236}">
                  <a16:creationId xmlns:a16="http://schemas.microsoft.com/office/drawing/2014/main" id="{DFC93EA6-DE5D-3E40-831C-1084B477EA4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67" name="Straight Connector 466">
              <a:extLst>
                <a:ext uri="{FF2B5EF4-FFF2-40B4-BE49-F238E27FC236}">
                  <a16:creationId xmlns:a16="http://schemas.microsoft.com/office/drawing/2014/main" id="{4C149BB2-DFC7-984A-98E9-3C4AA2DDC501}"/>
                </a:ext>
              </a:extLst>
            </p:cNvPr>
            <p:cNvCxnSpPr>
              <a:cxnSpLocks noChangeShapeType="1"/>
              <a:endCxn id="462"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68" name="Straight Connector 467">
              <a:extLst>
                <a:ext uri="{FF2B5EF4-FFF2-40B4-BE49-F238E27FC236}">
                  <a16:creationId xmlns:a16="http://schemas.microsoft.com/office/drawing/2014/main" id="{7AD8C9C3-3ED3-FC4C-9678-8E0AF3B5400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9" name="TextBox 6">
            <a:extLst>
              <a:ext uri="{FF2B5EF4-FFF2-40B4-BE49-F238E27FC236}">
                <a16:creationId xmlns:a16="http://schemas.microsoft.com/office/drawing/2014/main" id="{EED866B1-9598-C54F-A0E0-D641030E1752}"/>
              </a:ext>
            </a:extLst>
          </p:cNvPr>
          <p:cNvSpPr txBox="1">
            <a:spLocks noChangeArrowheads="1"/>
          </p:cNvSpPr>
          <p:nvPr/>
        </p:nvSpPr>
        <p:spPr bwMode="auto">
          <a:xfrm>
            <a:off x="1787110" y="4943545"/>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TextBox 282">
            <a:extLst>
              <a:ext uri="{FF2B5EF4-FFF2-40B4-BE49-F238E27FC236}">
                <a16:creationId xmlns:a16="http://schemas.microsoft.com/office/drawing/2014/main" id="{CE2B3699-263C-CA42-8354-6E8A61868F04}"/>
              </a:ext>
            </a:extLst>
          </p:cNvPr>
          <p:cNvSpPr txBox="1">
            <a:spLocks noChangeArrowheads="1"/>
          </p:cNvSpPr>
          <p:nvPr/>
        </p:nvSpPr>
        <p:spPr bwMode="auto">
          <a:xfrm>
            <a:off x="4658898" y="5902395"/>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236" name="Slide Number Placeholder 4">
            <a:extLst>
              <a:ext uri="{FF2B5EF4-FFF2-40B4-BE49-F238E27FC236}">
                <a16:creationId xmlns:a16="http://schemas.microsoft.com/office/drawing/2014/main" id="{ED6517D9-F18B-5447-8ABE-90D9847B30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a:t>
            </a:fld>
            <a:endParaRPr lang="en-US" dirty="0"/>
          </a:p>
        </p:txBody>
      </p:sp>
    </p:spTree>
    <p:extLst>
      <p:ext uri="{BB962C8B-B14F-4D97-AF65-F5344CB8AC3E}">
        <p14:creationId xmlns:p14="http://schemas.microsoft.com/office/powerpoint/2010/main" val="904953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87"/>
                                        </p:tgtEl>
                                        <p:attrNameLst>
                                          <p:attrName>style.visibility</p:attrName>
                                        </p:attrNameLst>
                                      </p:cBhvr>
                                      <p:to>
                                        <p:strVal val="visible"/>
                                      </p:to>
                                    </p:set>
                                    <p:animEffect transition="in" filter="wipe(down)">
                                      <p:cBhvr>
                                        <p:cTn id="7" dur="1000"/>
                                        <p:tgtEl>
                                          <p:spTgt spid="2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9"/>
                                        </p:tgtEl>
                                        <p:attrNameLst>
                                          <p:attrName>style.visibility</p:attrName>
                                        </p:attrNameLst>
                                      </p:cBhvr>
                                      <p:to>
                                        <p:strVal val="visible"/>
                                      </p:to>
                                    </p:set>
                                    <p:animEffect transition="in" filter="dissolve">
                                      <p:cBhvr>
                                        <p:cTn id="12" dur="500"/>
                                        <p:tgtEl>
                                          <p:spTgt spid="4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00"/>
                                        </p:tgtEl>
                                        <p:attrNameLst>
                                          <p:attrName>style.visibility</p:attrName>
                                        </p:attrNameLst>
                                      </p:cBhvr>
                                      <p:to>
                                        <p:strVal val="visible"/>
                                      </p:to>
                                    </p:set>
                                    <p:animEffect transition="in" filter="dissolve">
                                      <p:cBhvr>
                                        <p:cTn id="17" dur="500"/>
                                        <p:tgtEl>
                                          <p:spTgt spid="40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442"/>
                                        </p:tgtEl>
                                        <p:attrNameLst>
                                          <p:attrName>style.visibility</p:attrName>
                                        </p:attrNameLst>
                                      </p:cBhvr>
                                      <p:to>
                                        <p:strVal val="visible"/>
                                      </p:to>
                                    </p:set>
                                    <p:animEffect transition="in" filter="wipe(up)">
                                      <p:cBhvr>
                                        <p:cTn id="22" dur="500"/>
                                        <p:tgtEl>
                                          <p:spTgt spid="44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415"/>
                                        </p:tgtEl>
                                        <p:attrNameLst>
                                          <p:attrName>style.visibility</p:attrName>
                                        </p:attrNameLst>
                                      </p:cBhvr>
                                      <p:to>
                                        <p:strVal val="visible"/>
                                      </p:to>
                                    </p:set>
                                    <p:animEffect transition="in" filter="dissolve">
                                      <p:cBhvr>
                                        <p:cTn id="27" dur="500"/>
                                        <p:tgtEl>
                                          <p:spTgt spid="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417576" y="261255"/>
            <a:ext cx="11213592" cy="894622"/>
          </a:xfrm>
        </p:spPr>
        <p:txBody>
          <a:bodyPr>
            <a:normAutofit fontScale="90000"/>
          </a:bodyPr>
          <a:lstStyle/>
          <a:p>
            <a:r>
              <a:rPr lang="en-US" sz="4800" dirty="0"/>
              <a:t>Software-Defined Networking (SDN)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292609" y="1064529"/>
            <a:ext cx="113107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controller computes, installs forwarding tables in routers</a:t>
            </a:r>
          </a:p>
        </p:txBody>
      </p:sp>
      <p:grpSp>
        <p:nvGrpSpPr>
          <p:cNvPr id="817" name="Group 816">
            <a:extLst>
              <a:ext uri="{FF2B5EF4-FFF2-40B4-BE49-F238E27FC236}">
                <a16:creationId xmlns:a16="http://schemas.microsoft.com/office/drawing/2014/main" id="{0035B262-335A-2042-8F0A-4D25C5CCAA4C}"/>
              </a:ext>
            </a:extLst>
          </p:cNvPr>
          <p:cNvGrpSpPr>
            <a:grpSpLocks/>
          </p:cNvGrpSpPr>
          <p:nvPr/>
        </p:nvGrpSpPr>
        <p:grpSpPr bwMode="auto">
          <a:xfrm>
            <a:off x="3203430" y="1967880"/>
            <a:ext cx="6027738" cy="1439862"/>
            <a:chOff x="1492879" y="2061336"/>
            <a:chExt cx="6027737" cy="1440135"/>
          </a:xfrm>
        </p:grpSpPr>
        <p:sp>
          <p:nvSpPr>
            <p:cNvPr id="818" name="Rectangle 817">
              <a:extLst>
                <a:ext uri="{FF2B5EF4-FFF2-40B4-BE49-F238E27FC236}">
                  <a16:creationId xmlns:a16="http://schemas.microsoft.com/office/drawing/2014/main" id="{2911F90D-6E6D-8D44-A029-2BB47782B47E}"/>
                </a:ext>
              </a:extLst>
            </p:cNvPr>
            <p:cNvSpPr/>
            <p:nvPr/>
          </p:nvSpPr>
          <p:spPr bwMode="auto">
            <a:xfrm>
              <a:off x="1929442" y="2064512"/>
              <a:ext cx="5043486" cy="1017780"/>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19" name="Freeform 818">
              <a:extLst>
                <a:ext uri="{FF2B5EF4-FFF2-40B4-BE49-F238E27FC236}">
                  <a16:creationId xmlns:a16="http://schemas.microsoft.com/office/drawing/2014/main" id="{24B8DF14-13D1-7B4D-AA8E-6D4B866768A6}"/>
                </a:ext>
              </a:extLst>
            </p:cNvPr>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20" name="Freeform 819">
              <a:extLst>
                <a:ext uri="{FF2B5EF4-FFF2-40B4-BE49-F238E27FC236}">
                  <a16:creationId xmlns:a16="http://schemas.microsoft.com/office/drawing/2014/main" id="{B3477997-2171-D144-8F62-1363F13885FD}"/>
                </a:ext>
              </a:extLst>
            </p:cNvPr>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rotWithShape="1">
              <a:gsLst>
                <a:gs pos="0">
                  <a:srgbClr val="2D2DB9">
                    <a:lumMod val="20000"/>
                    <a:lumOff val="80000"/>
                  </a:srgbClr>
                </a:gs>
                <a:gs pos="100000">
                  <a:srgbClr val="FFFFFF"/>
                </a:gs>
              </a:gsLst>
              <a:lin ang="108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21" name="Group 950">
              <a:extLst>
                <a:ext uri="{FF2B5EF4-FFF2-40B4-BE49-F238E27FC236}">
                  <a16:creationId xmlns:a16="http://schemas.microsoft.com/office/drawing/2014/main" id="{DB6AE1A4-24E9-664C-A51D-C17F6021B3EC}"/>
                </a:ext>
              </a:extLst>
            </p:cNvPr>
            <p:cNvGrpSpPr>
              <a:grpSpLocks/>
            </p:cNvGrpSpPr>
            <p:nvPr/>
          </p:nvGrpSpPr>
          <p:grpSpPr bwMode="auto">
            <a:xfrm>
              <a:off x="1492879" y="2820676"/>
              <a:ext cx="338137" cy="653816"/>
              <a:chOff x="4140" y="429"/>
              <a:chExt cx="1425" cy="2396"/>
            </a:xfrm>
          </p:grpSpPr>
          <p:sp>
            <p:nvSpPr>
              <p:cNvPr id="855" name="Freeform 951">
                <a:extLst>
                  <a:ext uri="{FF2B5EF4-FFF2-40B4-BE49-F238E27FC236}">
                    <a16:creationId xmlns:a16="http://schemas.microsoft.com/office/drawing/2014/main" id="{BFB37BD8-4427-2A47-AE85-B992137B4E8C}"/>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6" name="Rectangle 952">
                <a:extLst>
                  <a:ext uri="{FF2B5EF4-FFF2-40B4-BE49-F238E27FC236}">
                    <a16:creationId xmlns:a16="http://schemas.microsoft.com/office/drawing/2014/main" id="{D33ED3AE-893B-0641-B3D0-6332B98270D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7" name="Freeform 953">
                <a:extLst>
                  <a:ext uri="{FF2B5EF4-FFF2-40B4-BE49-F238E27FC236}">
                    <a16:creationId xmlns:a16="http://schemas.microsoft.com/office/drawing/2014/main" id="{7F8B5734-537E-2D40-ABC5-1153CA76F023}"/>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8" name="Freeform 954">
                <a:extLst>
                  <a:ext uri="{FF2B5EF4-FFF2-40B4-BE49-F238E27FC236}">
                    <a16:creationId xmlns:a16="http://schemas.microsoft.com/office/drawing/2014/main" id="{A27CC3E2-8472-FE49-B22C-8BAD36D3F1D7}"/>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9" name="Rectangle 955">
                <a:extLst>
                  <a:ext uri="{FF2B5EF4-FFF2-40B4-BE49-F238E27FC236}">
                    <a16:creationId xmlns:a16="http://schemas.microsoft.com/office/drawing/2014/main" id="{11CD015D-401B-EC42-A713-37F4F580649A}"/>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0" name="Group 956">
                <a:extLst>
                  <a:ext uri="{FF2B5EF4-FFF2-40B4-BE49-F238E27FC236}">
                    <a16:creationId xmlns:a16="http://schemas.microsoft.com/office/drawing/2014/main" id="{A208DF6A-EF9F-044D-8302-1B9476D1841A}"/>
                  </a:ext>
                </a:extLst>
              </p:cNvPr>
              <p:cNvGrpSpPr>
                <a:grpSpLocks/>
              </p:cNvGrpSpPr>
              <p:nvPr/>
            </p:nvGrpSpPr>
            <p:grpSpPr bwMode="auto">
              <a:xfrm>
                <a:off x="4749" y="668"/>
                <a:ext cx="581" cy="145"/>
                <a:chOff x="614" y="2568"/>
                <a:chExt cx="725" cy="139"/>
              </a:xfrm>
            </p:grpSpPr>
            <p:sp>
              <p:nvSpPr>
                <p:cNvPr id="885" name="AutoShape 957">
                  <a:extLst>
                    <a:ext uri="{FF2B5EF4-FFF2-40B4-BE49-F238E27FC236}">
                      <a16:creationId xmlns:a16="http://schemas.microsoft.com/office/drawing/2014/main" id="{FCC50AD6-31B9-FD4A-9D12-E293AC79E312}"/>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6" name="AutoShape 958">
                  <a:extLst>
                    <a:ext uri="{FF2B5EF4-FFF2-40B4-BE49-F238E27FC236}">
                      <a16:creationId xmlns:a16="http://schemas.microsoft.com/office/drawing/2014/main" id="{9515A907-A38B-AC46-9351-9821F9262FD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1" name="Rectangle 959">
                <a:extLst>
                  <a:ext uri="{FF2B5EF4-FFF2-40B4-BE49-F238E27FC236}">
                    <a16:creationId xmlns:a16="http://schemas.microsoft.com/office/drawing/2014/main" id="{DA74175D-E323-954D-B321-A525406F9D7F}"/>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2" name="Group 960">
                <a:extLst>
                  <a:ext uri="{FF2B5EF4-FFF2-40B4-BE49-F238E27FC236}">
                    <a16:creationId xmlns:a16="http://schemas.microsoft.com/office/drawing/2014/main" id="{28DE356C-C6F7-BA40-87C6-C5B5BE6C2BFE}"/>
                  </a:ext>
                </a:extLst>
              </p:cNvPr>
              <p:cNvGrpSpPr>
                <a:grpSpLocks/>
              </p:cNvGrpSpPr>
              <p:nvPr/>
            </p:nvGrpSpPr>
            <p:grpSpPr bwMode="auto">
              <a:xfrm>
                <a:off x="4747" y="994"/>
                <a:ext cx="581" cy="134"/>
                <a:chOff x="614" y="2568"/>
                <a:chExt cx="725" cy="139"/>
              </a:xfrm>
            </p:grpSpPr>
            <p:sp>
              <p:nvSpPr>
                <p:cNvPr id="883" name="AutoShape 961">
                  <a:extLst>
                    <a:ext uri="{FF2B5EF4-FFF2-40B4-BE49-F238E27FC236}">
                      <a16:creationId xmlns:a16="http://schemas.microsoft.com/office/drawing/2014/main" id="{9643844A-45E6-7443-A468-4BC3D1762A7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4" name="AutoShape 962">
                  <a:extLst>
                    <a:ext uri="{FF2B5EF4-FFF2-40B4-BE49-F238E27FC236}">
                      <a16:creationId xmlns:a16="http://schemas.microsoft.com/office/drawing/2014/main" id="{60C84F35-0A59-8349-91F6-D5FECFED742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3" name="Rectangle 963">
                <a:extLst>
                  <a:ext uri="{FF2B5EF4-FFF2-40B4-BE49-F238E27FC236}">
                    <a16:creationId xmlns:a16="http://schemas.microsoft.com/office/drawing/2014/main" id="{92014399-9751-FC4F-9035-A395245BCD44}"/>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4" name="Rectangle 964">
                <a:extLst>
                  <a:ext uri="{FF2B5EF4-FFF2-40B4-BE49-F238E27FC236}">
                    <a16:creationId xmlns:a16="http://schemas.microsoft.com/office/drawing/2014/main" id="{9B818A3E-FD1D-F04D-8158-62E78EE4B0DC}"/>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5" name="Group 965">
                <a:extLst>
                  <a:ext uri="{FF2B5EF4-FFF2-40B4-BE49-F238E27FC236}">
                    <a16:creationId xmlns:a16="http://schemas.microsoft.com/office/drawing/2014/main" id="{4CE95AA0-C88F-3D48-98E7-F3E038739D8B}"/>
                  </a:ext>
                </a:extLst>
              </p:cNvPr>
              <p:cNvGrpSpPr>
                <a:grpSpLocks/>
              </p:cNvGrpSpPr>
              <p:nvPr/>
            </p:nvGrpSpPr>
            <p:grpSpPr bwMode="auto">
              <a:xfrm>
                <a:off x="4735" y="1627"/>
                <a:ext cx="582" cy="151"/>
                <a:chOff x="614" y="2568"/>
                <a:chExt cx="725" cy="139"/>
              </a:xfrm>
            </p:grpSpPr>
            <p:sp>
              <p:nvSpPr>
                <p:cNvPr id="881" name="AutoShape 966">
                  <a:extLst>
                    <a:ext uri="{FF2B5EF4-FFF2-40B4-BE49-F238E27FC236}">
                      <a16:creationId xmlns:a16="http://schemas.microsoft.com/office/drawing/2014/main" id="{5B978760-D630-664D-941B-E0517C2034E6}"/>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2" name="AutoShape 967">
                  <a:extLst>
                    <a:ext uri="{FF2B5EF4-FFF2-40B4-BE49-F238E27FC236}">
                      <a16:creationId xmlns:a16="http://schemas.microsoft.com/office/drawing/2014/main" id="{66581CC6-E163-4349-98BB-7B8F11B5842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6" name="Freeform 968">
                <a:extLst>
                  <a:ext uri="{FF2B5EF4-FFF2-40B4-BE49-F238E27FC236}">
                    <a16:creationId xmlns:a16="http://schemas.microsoft.com/office/drawing/2014/main" id="{0C578B43-7341-984A-8E2E-758C1FE627B0}"/>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7" name="Group 969">
                <a:extLst>
                  <a:ext uri="{FF2B5EF4-FFF2-40B4-BE49-F238E27FC236}">
                    <a16:creationId xmlns:a16="http://schemas.microsoft.com/office/drawing/2014/main" id="{00F4A952-5D56-894B-BE04-57FD8D9A8FC1}"/>
                  </a:ext>
                </a:extLst>
              </p:cNvPr>
              <p:cNvGrpSpPr>
                <a:grpSpLocks/>
              </p:cNvGrpSpPr>
              <p:nvPr/>
            </p:nvGrpSpPr>
            <p:grpSpPr bwMode="auto">
              <a:xfrm>
                <a:off x="4739" y="1327"/>
                <a:ext cx="582" cy="139"/>
                <a:chOff x="614" y="2568"/>
                <a:chExt cx="725" cy="139"/>
              </a:xfrm>
            </p:grpSpPr>
            <p:sp>
              <p:nvSpPr>
                <p:cNvPr id="879" name="AutoShape 970">
                  <a:extLst>
                    <a:ext uri="{FF2B5EF4-FFF2-40B4-BE49-F238E27FC236}">
                      <a16:creationId xmlns:a16="http://schemas.microsoft.com/office/drawing/2014/main" id="{C6D2E1F8-9BE6-1340-A97F-25C96F4EA328}"/>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0" name="AutoShape 971">
                  <a:extLst>
                    <a:ext uri="{FF2B5EF4-FFF2-40B4-BE49-F238E27FC236}">
                      <a16:creationId xmlns:a16="http://schemas.microsoft.com/office/drawing/2014/main" id="{076B7F4B-58FD-394A-A7D1-825421A0DD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8" name="Rectangle 972">
                <a:extLst>
                  <a:ext uri="{FF2B5EF4-FFF2-40B4-BE49-F238E27FC236}">
                    <a16:creationId xmlns:a16="http://schemas.microsoft.com/office/drawing/2014/main" id="{9CF6079F-A485-B34F-BAE1-E461B27BC01A}"/>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9" name="Freeform 973">
                <a:extLst>
                  <a:ext uri="{FF2B5EF4-FFF2-40B4-BE49-F238E27FC236}">
                    <a16:creationId xmlns:a16="http://schemas.microsoft.com/office/drawing/2014/main" id="{4D22F667-50F0-554D-A2A3-06E318F9206C}"/>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0" name="Freeform 974">
                <a:extLst>
                  <a:ext uri="{FF2B5EF4-FFF2-40B4-BE49-F238E27FC236}">
                    <a16:creationId xmlns:a16="http://schemas.microsoft.com/office/drawing/2014/main" id="{FEA6AA77-7341-EC44-9A1C-8FF6D3429B9A}"/>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1" name="Oval 975">
                <a:extLst>
                  <a:ext uri="{FF2B5EF4-FFF2-40B4-BE49-F238E27FC236}">
                    <a16:creationId xmlns:a16="http://schemas.microsoft.com/office/drawing/2014/main" id="{A02843C6-28FA-9945-9CEB-7717E68BC3D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2" name="Freeform 976">
                <a:extLst>
                  <a:ext uri="{FF2B5EF4-FFF2-40B4-BE49-F238E27FC236}">
                    <a16:creationId xmlns:a16="http://schemas.microsoft.com/office/drawing/2014/main" id="{B41467ED-71ED-774D-B5B1-0E498264B3FE}"/>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3" name="AutoShape 977">
                <a:extLst>
                  <a:ext uri="{FF2B5EF4-FFF2-40B4-BE49-F238E27FC236}">
                    <a16:creationId xmlns:a16="http://schemas.microsoft.com/office/drawing/2014/main" id="{9B5749F0-C743-D247-9288-DD5C4B670C6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4" name="AutoShape 978">
                <a:extLst>
                  <a:ext uri="{FF2B5EF4-FFF2-40B4-BE49-F238E27FC236}">
                    <a16:creationId xmlns:a16="http://schemas.microsoft.com/office/drawing/2014/main" id="{990B835A-E601-8B4A-913C-86C2C6F75DF1}"/>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5" name="Oval 979">
                <a:extLst>
                  <a:ext uri="{FF2B5EF4-FFF2-40B4-BE49-F238E27FC236}">
                    <a16:creationId xmlns:a16="http://schemas.microsoft.com/office/drawing/2014/main" id="{54D6634C-D1A9-6142-9854-19C444BA4C3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6" name="Oval 980">
                <a:extLst>
                  <a:ext uri="{FF2B5EF4-FFF2-40B4-BE49-F238E27FC236}">
                    <a16:creationId xmlns:a16="http://schemas.microsoft.com/office/drawing/2014/main" id="{4B663C71-DBAC-684F-AC10-C3062136DE5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77" name="Oval 981">
                <a:extLst>
                  <a:ext uri="{FF2B5EF4-FFF2-40B4-BE49-F238E27FC236}">
                    <a16:creationId xmlns:a16="http://schemas.microsoft.com/office/drawing/2014/main" id="{89DA651A-7990-3046-B6A9-BDF3A76B18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8" name="Rectangle 982">
                <a:extLst>
                  <a:ext uri="{FF2B5EF4-FFF2-40B4-BE49-F238E27FC236}">
                    <a16:creationId xmlns:a16="http://schemas.microsoft.com/office/drawing/2014/main" id="{97BCC976-FD19-5C44-A0F3-970A14677F1F}"/>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2" name="Group 950">
              <a:extLst>
                <a:ext uri="{FF2B5EF4-FFF2-40B4-BE49-F238E27FC236}">
                  <a16:creationId xmlns:a16="http://schemas.microsoft.com/office/drawing/2014/main" id="{408FB985-1A5F-F147-891F-C6EE203F1727}"/>
                </a:ext>
              </a:extLst>
            </p:cNvPr>
            <p:cNvGrpSpPr>
              <a:grpSpLocks/>
            </p:cNvGrpSpPr>
            <p:nvPr/>
          </p:nvGrpSpPr>
          <p:grpSpPr bwMode="auto">
            <a:xfrm>
              <a:off x="7182479" y="2847655"/>
              <a:ext cx="338137" cy="653816"/>
              <a:chOff x="4140" y="429"/>
              <a:chExt cx="1425" cy="2396"/>
            </a:xfrm>
          </p:grpSpPr>
          <p:sp>
            <p:nvSpPr>
              <p:cNvPr id="823" name="Freeform 951">
                <a:extLst>
                  <a:ext uri="{FF2B5EF4-FFF2-40B4-BE49-F238E27FC236}">
                    <a16:creationId xmlns:a16="http://schemas.microsoft.com/office/drawing/2014/main" id="{E5433180-28F2-BE4A-AA7C-A7B21A6324C8}"/>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4" name="Rectangle 952">
                <a:extLst>
                  <a:ext uri="{FF2B5EF4-FFF2-40B4-BE49-F238E27FC236}">
                    <a16:creationId xmlns:a16="http://schemas.microsoft.com/office/drawing/2014/main" id="{8C5BD778-66FD-3945-B836-91E6ED4A0B3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5" name="Freeform 953">
                <a:extLst>
                  <a:ext uri="{FF2B5EF4-FFF2-40B4-BE49-F238E27FC236}">
                    <a16:creationId xmlns:a16="http://schemas.microsoft.com/office/drawing/2014/main" id="{2A91ACBD-8D41-DD4C-A2B1-048B348B9E49}"/>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6" name="Freeform 954">
                <a:extLst>
                  <a:ext uri="{FF2B5EF4-FFF2-40B4-BE49-F238E27FC236}">
                    <a16:creationId xmlns:a16="http://schemas.microsoft.com/office/drawing/2014/main" id="{FD9AFB84-DB6D-6046-8467-AD372F41387B}"/>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7" name="Rectangle 955">
                <a:extLst>
                  <a:ext uri="{FF2B5EF4-FFF2-40B4-BE49-F238E27FC236}">
                    <a16:creationId xmlns:a16="http://schemas.microsoft.com/office/drawing/2014/main" id="{77DBE4BA-8D67-5B43-8297-B9D264FE9BE2}"/>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8" name="Group 956">
                <a:extLst>
                  <a:ext uri="{FF2B5EF4-FFF2-40B4-BE49-F238E27FC236}">
                    <a16:creationId xmlns:a16="http://schemas.microsoft.com/office/drawing/2014/main" id="{F3DA3736-9C54-FD40-9182-376547A2AE83}"/>
                  </a:ext>
                </a:extLst>
              </p:cNvPr>
              <p:cNvGrpSpPr>
                <a:grpSpLocks/>
              </p:cNvGrpSpPr>
              <p:nvPr/>
            </p:nvGrpSpPr>
            <p:grpSpPr bwMode="auto">
              <a:xfrm>
                <a:off x="4749" y="668"/>
                <a:ext cx="581" cy="145"/>
                <a:chOff x="614" y="2568"/>
                <a:chExt cx="725" cy="139"/>
              </a:xfrm>
            </p:grpSpPr>
            <p:sp>
              <p:nvSpPr>
                <p:cNvPr id="853" name="AutoShape 957">
                  <a:extLst>
                    <a:ext uri="{FF2B5EF4-FFF2-40B4-BE49-F238E27FC236}">
                      <a16:creationId xmlns:a16="http://schemas.microsoft.com/office/drawing/2014/main" id="{AF6DA2C1-3BA8-9F42-8082-1828FAC4EDA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4" name="AutoShape 958">
                  <a:extLst>
                    <a:ext uri="{FF2B5EF4-FFF2-40B4-BE49-F238E27FC236}">
                      <a16:creationId xmlns:a16="http://schemas.microsoft.com/office/drawing/2014/main" id="{7E65A1C9-4BD5-C648-BDA4-FE7A4B1268D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29" name="Rectangle 959">
                <a:extLst>
                  <a:ext uri="{FF2B5EF4-FFF2-40B4-BE49-F238E27FC236}">
                    <a16:creationId xmlns:a16="http://schemas.microsoft.com/office/drawing/2014/main" id="{EC0E4CD1-FF46-4441-8D14-832711884C57}"/>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0" name="Group 960">
                <a:extLst>
                  <a:ext uri="{FF2B5EF4-FFF2-40B4-BE49-F238E27FC236}">
                    <a16:creationId xmlns:a16="http://schemas.microsoft.com/office/drawing/2014/main" id="{E64F3582-6063-6041-8631-63DD7426A470}"/>
                  </a:ext>
                </a:extLst>
              </p:cNvPr>
              <p:cNvGrpSpPr>
                <a:grpSpLocks/>
              </p:cNvGrpSpPr>
              <p:nvPr/>
            </p:nvGrpSpPr>
            <p:grpSpPr bwMode="auto">
              <a:xfrm>
                <a:off x="4747" y="994"/>
                <a:ext cx="581" cy="134"/>
                <a:chOff x="614" y="2568"/>
                <a:chExt cx="725" cy="139"/>
              </a:xfrm>
            </p:grpSpPr>
            <p:sp>
              <p:nvSpPr>
                <p:cNvPr id="851" name="AutoShape 961">
                  <a:extLst>
                    <a:ext uri="{FF2B5EF4-FFF2-40B4-BE49-F238E27FC236}">
                      <a16:creationId xmlns:a16="http://schemas.microsoft.com/office/drawing/2014/main" id="{C34EAECD-E1EF-8646-9F61-922B7F0EA0BF}"/>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2" name="AutoShape 962">
                  <a:extLst>
                    <a:ext uri="{FF2B5EF4-FFF2-40B4-BE49-F238E27FC236}">
                      <a16:creationId xmlns:a16="http://schemas.microsoft.com/office/drawing/2014/main" id="{9D855FB6-3F8B-4F48-BB63-40E93ACB20A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1" name="Rectangle 963">
                <a:extLst>
                  <a:ext uri="{FF2B5EF4-FFF2-40B4-BE49-F238E27FC236}">
                    <a16:creationId xmlns:a16="http://schemas.microsoft.com/office/drawing/2014/main" id="{F062D5F9-755C-724B-955A-7A2BDC06D58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Rectangle 964">
                <a:extLst>
                  <a:ext uri="{FF2B5EF4-FFF2-40B4-BE49-F238E27FC236}">
                    <a16:creationId xmlns:a16="http://schemas.microsoft.com/office/drawing/2014/main" id="{177A8ED0-5EFF-1249-9487-CD3CEB431A8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3" name="Group 965">
                <a:extLst>
                  <a:ext uri="{FF2B5EF4-FFF2-40B4-BE49-F238E27FC236}">
                    <a16:creationId xmlns:a16="http://schemas.microsoft.com/office/drawing/2014/main" id="{A1DF88D1-CA38-D94A-B614-BF080EB38912}"/>
                  </a:ext>
                </a:extLst>
              </p:cNvPr>
              <p:cNvGrpSpPr>
                <a:grpSpLocks/>
              </p:cNvGrpSpPr>
              <p:nvPr/>
            </p:nvGrpSpPr>
            <p:grpSpPr bwMode="auto">
              <a:xfrm>
                <a:off x="4735" y="1627"/>
                <a:ext cx="582" cy="151"/>
                <a:chOff x="614" y="2568"/>
                <a:chExt cx="725" cy="139"/>
              </a:xfrm>
            </p:grpSpPr>
            <p:sp>
              <p:nvSpPr>
                <p:cNvPr id="849" name="AutoShape 966">
                  <a:extLst>
                    <a:ext uri="{FF2B5EF4-FFF2-40B4-BE49-F238E27FC236}">
                      <a16:creationId xmlns:a16="http://schemas.microsoft.com/office/drawing/2014/main" id="{F38F11ED-A8CE-5249-99B7-BC200E46CAC5}"/>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0" name="AutoShape 967">
                  <a:extLst>
                    <a:ext uri="{FF2B5EF4-FFF2-40B4-BE49-F238E27FC236}">
                      <a16:creationId xmlns:a16="http://schemas.microsoft.com/office/drawing/2014/main" id="{BE8854EE-7F90-844A-B45E-E7DD53A00DD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4" name="Freeform 968">
                <a:extLst>
                  <a:ext uri="{FF2B5EF4-FFF2-40B4-BE49-F238E27FC236}">
                    <a16:creationId xmlns:a16="http://schemas.microsoft.com/office/drawing/2014/main" id="{C685DB2D-2CAC-9042-82A0-DF8A8A5C76FB}"/>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5" name="Group 969">
                <a:extLst>
                  <a:ext uri="{FF2B5EF4-FFF2-40B4-BE49-F238E27FC236}">
                    <a16:creationId xmlns:a16="http://schemas.microsoft.com/office/drawing/2014/main" id="{17E8E7C0-53DA-9845-A7EC-5C2E647C9876}"/>
                  </a:ext>
                </a:extLst>
              </p:cNvPr>
              <p:cNvGrpSpPr>
                <a:grpSpLocks/>
              </p:cNvGrpSpPr>
              <p:nvPr/>
            </p:nvGrpSpPr>
            <p:grpSpPr bwMode="auto">
              <a:xfrm>
                <a:off x="4739" y="1327"/>
                <a:ext cx="582" cy="139"/>
                <a:chOff x="614" y="2568"/>
                <a:chExt cx="725" cy="139"/>
              </a:xfrm>
            </p:grpSpPr>
            <p:sp>
              <p:nvSpPr>
                <p:cNvPr id="847" name="AutoShape 970">
                  <a:extLst>
                    <a:ext uri="{FF2B5EF4-FFF2-40B4-BE49-F238E27FC236}">
                      <a16:creationId xmlns:a16="http://schemas.microsoft.com/office/drawing/2014/main" id="{B5CA9A5E-F11C-004B-9937-AD191292AEAD}"/>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8" name="AutoShape 971">
                  <a:extLst>
                    <a:ext uri="{FF2B5EF4-FFF2-40B4-BE49-F238E27FC236}">
                      <a16:creationId xmlns:a16="http://schemas.microsoft.com/office/drawing/2014/main" id="{96386543-71E7-1D42-9624-7949180883C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6" name="Rectangle 972">
                <a:extLst>
                  <a:ext uri="{FF2B5EF4-FFF2-40B4-BE49-F238E27FC236}">
                    <a16:creationId xmlns:a16="http://schemas.microsoft.com/office/drawing/2014/main" id="{C1AF9949-5911-9240-A6AD-91975A73F01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7" name="Freeform 973">
                <a:extLst>
                  <a:ext uri="{FF2B5EF4-FFF2-40B4-BE49-F238E27FC236}">
                    <a16:creationId xmlns:a16="http://schemas.microsoft.com/office/drawing/2014/main" id="{27BBB8ED-9D76-4E4F-BF4D-5A7FF5643591}"/>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8" name="Freeform 974">
                <a:extLst>
                  <a:ext uri="{FF2B5EF4-FFF2-40B4-BE49-F238E27FC236}">
                    <a16:creationId xmlns:a16="http://schemas.microsoft.com/office/drawing/2014/main" id="{02E9A54F-05AA-404E-91E8-11085F7EBD45}"/>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9" name="Oval 975">
                <a:extLst>
                  <a:ext uri="{FF2B5EF4-FFF2-40B4-BE49-F238E27FC236}">
                    <a16:creationId xmlns:a16="http://schemas.microsoft.com/office/drawing/2014/main" id="{9AC3BA29-CFE0-7A41-866E-F884B95B87E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0" name="Freeform 976">
                <a:extLst>
                  <a:ext uri="{FF2B5EF4-FFF2-40B4-BE49-F238E27FC236}">
                    <a16:creationId xmlns:a16="http://schemas.microsoft.com/office/drawing/2014/main" id="{E7FFF245-8A0A-2749-A793-25B6F30E9636}"/>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1" name="AutoShape 977">
                <a:extLst>
                  <a:ext uri="{FF2B5EF4-FFF2-40B4-BE49-F238E27FC236}">
                    <a16:creationId xmlns:a16="http://schemas.microsoft.com/office/drawing/2014/main" id="{774C1F7E-EF61-9041-A67B-B2D38BDB148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2" name="AutoShape 978">
                <a:extLst>
                  <a:ext uri="{FF2B5EF4-FFF2-40B4-BE49-F238E27FC236}">
                    <a16:creationId xmlns:a16="http://schemas.microsoft.com/office/drawing/2014/main" id="{8321AD11-FD38-2140-803F-0861F460D9A8}"/>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3" name="Oval 979">
                <a:extLst>
                  <a:ext uri="{FF2B5EF4-FFF2-40B4-BE49-F238E27FC236}">
                    <a16:creationId xmlns:a16="http://schemas.microsoft.com/office/drawing/2014/main" id="{3B03DD16-3989-194B-BD6E-9FAE3F6CDAA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4" name="Oval 980">
                <a:extLst>
                  <a:ext uri="{FF2B5EF4-FFF2-40B4-BE49-F238E27FC236}">
                    <a16:creationId xmlns:a16="http://schemas.microsoft.com/office/drawing/2014/main" id="{FB43C4D6-3355-2049-A335-F477077CE12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45" name="Oval 981">
                <a:extLst>
                  <a:ext uri="{FF2B5EF4-FFF2-40B4-BE49-F238E27FC236}">
                    <a16:creationId xmlns:a16="http://schemas.microsoft.com/office/drawing/2014/main" id="{8045FE53-47F3-754E-922B-AF14C036060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6" name="Rectangle 982">
                <a:extLst>
                  <a:ext uri="{FF2B5EF4-FFF2-40B4-BE49-F238E27FC236}">
                    <a16:creationId xmlns:a16="http://schemas.microsoft.com/office/drawing/2014/main" id="{970F4A74-CE34-AE4C-A565-ABAC41470B99}"/>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696917"/>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847730"/>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035055"/>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139830"/>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333505"/>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881067"/>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035055"/>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063630"/>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847730"/>
            <a:ext cx="814387" cy="401637"/>
          </a:xfrm>
          <a:prstGeom prst="line">
            <a:avLst/>
          </a:prstGeom>
          <a:noFill/>
          <a:ln w="12700" cap="flat" cmpd="sng" algn="ctr">
            <a:solidFill>
              <a:srgbClr val="000000"/>
            </a:solidFill>
            <a:prstDash val="solid"/>
          </a:ln>
          <a:effectLst/>
        </p:spPr>
      </p:cxnSp>
      <p:grpSp>
        <p:nvGrpSpPr>
          <p:cNvPr id="896" name="Group 895">
            <a:extLst>
              <a:ext uri="{FF2B5EF4-FFF2-40B4-BE49-F238E27FC236}">
                <a16:creationId xmlns:a16="http://schemas.microsoft.com/office/drawing/2014/main" id="{711F93EB-336F-294F-9B30-EC65C9DC0F9C}"/>
              </a:ext>
            </a:extLst>
          </p:cNvPr>
          <p:cNvGrpSpPr>
            <a:grpSpLocks/>
          </p:cNvGrpSpPr>
          <p:nvPr/>
        </p:nvGrpSpPr>
        <p:grpSpPr bwMode="auto">
          <a:xfrm>
            <a:off x="3274868" y="2950542"/>
            <a:ext cx="6978650" cy="1096963"/>
            <a:chOff x="1526216" y="3003498"/>
            <a:chExt cx="6978041" cy="1096962"/>
          </a:xfrm>
        </p:grpSpPr>
        <p:sp>
          <p:nvSpPr>
            <p:cNvPr id="897" name="TextBox 399">
              <a:extLst>
                <a:ext uri="{FF2B5EF4-FFF2-40B4-BE49-F238E27FC236}">
                  <a16:creationId xmlns:a16="http://schemas.microsoft.com/office/drawing/2014/main" id="{02C371D3-2C1E-5244-9747-22984982BA7B}"/>
                </a:ext>
              </a:extLst>
            </p:cNvPr>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898" name="TextBox 400">
              <a:extLst>
                <a:ext uri="{FF2B5EF4-FFF2-40B4-BE49-F238E27FC236}">
                  <a16:creationId xmlns:a16="http://schemas.microsoft.com/office/drawing/2014/main" id="{E9FCEA42-739D-C647-B0B2-29DF6799176C}"/>
                </a:ext>
              </a:extLst>
            </p:cNvPr>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899" name="Straight Connector 898">
              <a:extLst>
                <a:ext uri="{FF2B5EF4-FFF2-40B4-BE49-F238E27FC236}">
                  <a16:creationId xmlns:a16="http://schemas.microsoft.com/office/drawing/2014/main" id="{B4D02647-EB69-3549-8B8C-C214B4362D0C}"/>
                </a:ext>
              </a:extLst>
            </p:cNvPr>
            <p:cNvCxnSpPr/>
            <p:nvPr/>
          </p:nvCxnSpPr>
          <p:spPr bwMode="auto">
            <a:xfrm flipV="1">
              <a:off x="1526216" y="3579760"/>
              <a:ext cx="6978041" cy="11112"/>
            </a:xfrm>
            <a:prstGeom prst="line">
              <a:avLst/>
            </a:prstGeom>
            <a:noFill/>
            <a:ln w="25400" cap="flat" cmpd="sng" algn="ctr">
              <a:solidFill>
                <a:srgbClr val="000000"/>
              </a:solidFill>
              <a:prstDash val="dash"/>
            </a:ln>
            <a:effectLst/>
          </p:spPr>
        </p:cxnSp>
      </p:grpSp>
      <p:grpSp>
        <p:nvGrpSpPr>
          <p:cNvPr id="900" name="Group 899">
            <a:extLst>
              <a:ext uri="{FF2B5EF4-FFF2-40B4-BE49-F238E27FC236}">
                <a16:creationId xmlns:a16="http://schemas.microsoft.com/office/drawing/2014/main" id="{D1C980A1-7A81-E64E-86E7-AE4ADB468ED3}"/>
              </a:ext>
            </a:extLst>
          </p:cNvPr>
          <p:cNvGrpSpPr>
            <a:grpSpLocks/>
          </p:cNvGrpSpPr>
          <p:nvPr/>
        </p:nvGrpSpPr>
        <p:grpSpPr bwMode="auto">
          <a:xfrm>
            <a:off x="4186093" y="2682255"/>
            <a:ext cx="4295775" cy="320675"/>
            <a:chOff x="2433511" y="2792111"/>
            <a:chExt cx="4296530" cy="320561"/>
          </a:xfrm>
        </p:grpSpPr>
        <p:grpSp>
          <p:nvGrpSpPr>
            <p:cNvPr id="901" name="Group 401">
              <a:extLst>
                <a:ext uri="{FF2B5EF4-FFF2-40B4-BE49-F238E27FC236}">
                  <a16:creationId xmlns:a16="http://schemas.microsoft.com/office/drawing/2014/main" id="{0C7ACA51-7903-9B4D-A9BA-79FE11C0D1D4}"/>
                </a:ext>
              </a:extLst>
            </p:cNvPr>
            <p:cNvGrpSpPr>
              <a:grpSpLocks/>
            </p:cNvGrpSpPr>
            <p:nvPr/>
          </p:nvGrpSpPr>
          <p:grpSpPr bwMode="auto">
            <a:xfrm>
              <a:off x="2433511" y="2794083"/>
              <a:ext cx="349250" cy="317387"/>
              <a:chOff x="2931664" y="3912603"/>
              <a:chExt cx="430450" cy="329314"/>
            </a:xfrm>
          </p:grpSpPr>
          <p:sp>
            <p:nvSpPr>
              <p:cNvPr id="922" name="Rectangle 921">
                <a:extLst>
                  <a:ext uri="{FF2B5EF4-FFF2-40B4-BE49-F238E27FC236}">
                    <a16:creationId xmlns:a16="http://schemas.microsoft.com/office/drawing/2014/main" id="{4D33FA09-AAF7-044A-A5A8-F3F23C68AF3C}"/>
                  </a:ext>
                </a:extLst>
              </p:cNvPr>
              <p:cNvSpPr/>
              <p:nvPr/>
            </p:nvSpPr>
            <p:spPr>
              <a:xfrm>
                <a:off x="2937534" y="39122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23" name="Straight Connector 922">
                <a:extLst>
                  <a:ext uri="{FF2B5EF4-FFF2-40B4-BE49-F238E27FC236}">
                    <a16:creationId xmlns:a16="http://schemas.microsoft.com/office/drawing/2014/main" id="{C201AD05-8A56-4949-B304-A2A9AB5DD587}"/>
                  </a:ext>
                </a:extLst>
              </p:cNvPr>
              <p:cNvCxnSpPr/>
              <p:nvPr/>
            </p:nvCxnSpPr>
            <p:spPr>
              <a:xfrm>
                <a:off x="2931664" y="4004411"/>
                <a:ext cx="424654" cy="0"/>
              </a:xfrm>
              <a:prstGeom prst="line">
                <a:avLst/>
              </a:prstGeom>
              <a:noFill/>
              <a:ln w="3175" cap="flat" cmpd="sng" algn="ctr">
                <a:solidFill>
                  <a:srgbClr val="CC0000"/>
                </a:solidFill>
                <a:prstDash val="solid"/>
              </a:ln>
              <a:effectLst/>
            </p:spPr>
          </p:cxnSp>
          <p:cxnSp>
            <p:nvCxnSpPr>
              <p:cNvPr id="924" name="Straight Connector 923">
                <a:extLst>
                  <a:ext uri="{FF2B5EF4-FFF2-40B4-BE49-F238E27FC236}">
                    <a16:creationId xmlns:a16="http://schemas.microsoft.com/office/drawing/2014/main" id="{ED7C9AD7-08A8-D942-BF3A-F53E94AF4B95}"/>
                  </a:ext>
                </a:extLst>
              </p:cNvPr>
              <p:cNvCxnSpPr/>
              <p:nvPr/>
            </p:nvCxnSpPr>
            <p:spPr>
              <a:xfrm>
                <a:off x="2931664" y="4066980"/>
                <a:ext cx="424654" cy="0"/>
              </a:xfrm>
              <a:prstGeom prst="line">
                <a:avLst/>
              </a:prstGeom>
              <a:noFill/>
              <a:ln w="3175" cap="flat" cmpd="sng" algn="ctr">
                <a:solidFill>
                  <a:srgbClr val="CC0000"/>
                </a:solidFill>
                <a:prstDash val="solid"/>
              </a:ln>
              <a:effectLst/>
            </p:spPr>
          </p:cxnSp>
          <p:cxnSp>
            <p:nvCxnSpPr>
              <p:cNvPr id="925" name="Straight Connector 924">
                <a:extLst>
                  <a:ext uri="{FF2B5EF4-FFF2-40B4-BE49-F238E27FC236}">
                    <a16:creationId xmlns:a16="http://schemas.microsoft.com/office/drawing/2014/main" id="{143A10B8-06CC-D647-AEF7-2670CD772003}"/>
                  </a:ext>
                </a:extLst>
              </p:cNvPr>
              <p:cNvCxnSpPr>
                <a:stCxn id="922" idx="2"/>
              </p:cNvCxnSpPr>
              <p:nvPr/>
            </p:nvCxnSpPr>
            <p:spPr>
              <a:xfrm flipH="1" flipV="1">
                <a:off x="3148883" y="4004411"/>
                <a:ext cx="0" cy="237106"/>
              </a:xfrm>
              <a:prstGeom prst="line">
                <a:avLst/>
              </a:prstGeom>
              <a:noFill/>
              <a:ln w="3175" cap="flat" cmpd="sng" algn="ctr">
                <a:solidFill>
                  <a:srgbClr val="CC0000"/>
                </a:solidFill>
                <a:prstDash val="solid"/>
              </a:ln>
              <a:effectLst/>
            </p:spPr>
          </p:cxnSp>
        </p:grpSp>
        <p:grpSp>
          <p:nvGrpSpPr>
            <p:cNvPr id="902" name="Group 406">
              <a:extLst>
                <a:ext uri="{FF2B5EF4-FFF2-40B4-BE49-F238E27FC236}">
                  <a16:creationId xmlns:a16="http://schemas.microsoft.com/office/drawing/2014/main" id="{508A07A5-EEA9-904C-A972-4C4DADB52684}"/>
                </a:ext>
              </a:extLst>
            </p:cNvPr>
            <p:cNvGrpSpPr>
              <a:grpSpLocks/>
            </p:cNvGrpSpPr>
            <p:nvPr/>
          </p:nvGrpSpPr>
          <p:grpSpPr bwMode="auto">
            <a:xfrm>
              <a:off x="3348666" y="2792111"/>
              <a:ext cx="350838" cy="317387"/>
              <a:chOff x="2931664" y="3912603"/>
              <a:chExt cx="430450" cy="329314"/>
            </a:xfrm>
          </p:grpSpPr>
          <p:sp>
            <p:nvSpPr>
              <p:cNvPr id="918" name="Rectangle 917">
                <a:extLst>
                  <a:ext uri="{FF2B5EF4-FFF2-40B4-BE49-F238E27FC236}">
                    <a16:creationId xmlns:a16="http://schemas.microsoft.com/office/drawing/2014/main" id="{3F286581-2453-1F47-8CC7-5657614015DB}"/>
                  </a:ext>
                </a:extLst>
              </p:cNvPr>
              <p:cNvSpPr/>
              <p:nvPr/>
            </p:nvSpPr>
            <p:spPr>
              <a:xfrm>
                <a:off x="2936779" y="3912603"/>
                <a:ext cx="424681"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9" name="Straight Connector 918">
                <a:extLst>
                  <a:ext uri="{FF2B5EF4-FFF2-40B4-BE49-F238E27FC236}">
                    <a16:creationId xmlns:a16="http://schemas.microsoft.com/office/drawing/2014/main" id="{30F55D65-689B-184E-A7EE-17D45743B000}"/>
                  </a:ext>
                </a:extLst>
              </p:cNvPr>
              <p:cNvCxnSpPr/>
              <p:nvPr/>
            </p:nvCxnSpPr>
            <p:spPr>
              <a:xfrm>
                <a:off x="2930935" y="4004811"/>
                <a:ext cx="424681" cy="0"/>
              </a:xfrm>
              <a:prstGeom prst="line">
                <a:avLst/>
              </a:prstGeom>
              <a:noFill/>
              <a:ln w="3175" cap="flat" cmpd="sng" algn="ctr">
                <a:solidFill>
                  <a:srgbClr val="CC0000"/>
                </a:solidFill>
                <a:prstDash val="solid"/>
              </a:ln>
              <a:effectLst/>
            </p:spPr>
          </p:cxnSp>
          <p:cxnSp>
            <p:nvCxnSpPr>
              <p:cNvPr id="920" name="Straight Connector 919">
                <a:extLst>
                  <a:ext uri="{FF2B5EF4-FFF2-40B4-BE49-F238E27FC236}">
                    <a16:creationId xmlns:a16="http://schemas.microsoft.com/office/drawing/2014/main" id="{076ADE22-2AEF-5040-9FA3-121B2C370E3A}"/>
                  </a:ext>
                </a:extLst>
              </p:cNvPr>
              <p:cNvCxnSpPr/>
              <p:nvPr/>
            </p:nvCxnSpPr>
            <p:spPr>
              <a:xfrm>
                <a:off x="2930935" y="4067381"/>
                <a:ext cx="424681" cy="0"/>
              </a:xfrm>
              <a:prstGeom prst="line">
                <a:avLst/>
              </a:prstGeom>
              <a:noFill/>
              <a:ln w="3175" cap="flat" cmpd="sng" algn="ctr">
                <a:solidFill>
                  <a:srgbClr val="CC0000"/>
                </a:solidFill>
                <a:prstDash val="solid"/>
              </a:ln>
              <a:effectLst/>
            </p:spPr>
          </p:cxnSp>
          <p:cxnSp>
            <p:nvCxnSpPr>
              <p:cNvPr id="921" name="Straight Connector 920">
                <a:extLst>
                  <a:ext uri="{FF2B5EF4-FFF2-40B4-BE49-F238E27FC236}">
                    <a16:creationId xmlns:a16="http://schemas.microsoft.com/office/drawing/2014/main" id="{F2B6C973-6DE4-2349-9A6A-64B1F7541845}"/>
                  </a:ext>
                </a:extLst>
              </p:cNvPr>
              <p:cNvCxnSpPr>
                <a:stCxn id="918" idx="2"/>
              </p:cNvCxnSpPr>
              <p:nvPr/>
            </p:nvCxnSpPr>
            <p:spPr>
              <a:xfrm flipH="1" flipV="1">
                <a:off x="3147171" y="4004811"/>
                <a:ext cx="1949" cy="237106"/>
              </a:xfrm>
              <a:prstGeom prst="line">
                <a:avLst/>
              </a:prstGeom>
              <a:noFill/>
              <a:ln w="3175" cap="flat" cmpd="sng" algn="ctr">
                <a:solidFill>
                  <a:srgbClr val="CC0000"/>
                </a:solidFill>
                <a:prstDash val="solid"/>
              </a:ln>
              <a:effectLst/>
            </p:spPr>
          </p:cxnSp>
        </p:grpSp>
        <p:grpSp>
          <p:nvGrpSpPr>
            <p:cNvPr id="903" name="Group 411">
              <a:extLst>
                <a:ext uri="{FF2B5EF4-FFF2-40B4-BE49-F238E27FC236}">
                  <a16:creationId xmlns:a16="http://schemas.microsoft.com/office/drawing/2014/main" id="{AB449866-D0BC-6B4F-801B-0FA210DD8325}"/>
                </a:ext>
              </a:extLst>
            </p:cNvPr>
            <p:cNvGrpSpPr>
              <a:grpSpLocks/>
            </p:cNvGrpSpPr>
            <p:nvPr/>
          </p:nvGrpSpPr>
          <p:grpSpPr bwMode="auto">
            <a:xfrm>
              <a:off x="4182104" y="2792111"/>
              <a:ext cx="350837" cy="317387"/>
              <a:chOff x="2931664" y="3912603"/>
              <a:chExt cx="430450" cy="329314"/>
            </a:xfrm>
          </p:grpSpPr>
          <p:sp>
            <p:nvSpPr>
              <p:cNvPr id="914" name="Rectangle 913">
                <a:extLst>
                  <a:ext uri="{FF2B5EF4-FFF2-40B4-BE49-F238E27FC236}">
                    <a16:creationId xmlns:a16="http://schemas.microsoft.com/office/drawing/2014/main" id="{4E4F9BC1-F5BE-B344-A249-E838C680C739}"/>
                  </a:ext>
                </a:extLst>
              </p:cNvPr>
              <p:cNvSpPr/>
              <p:nvPr/>
            </p:nvSpPr>
            <p:spPr>
              <a:xfrm>
                <a:off x="2936958"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5" name="Straight Connector 914">
                <a:extLst>
                  <a:ext uri="{FF2B5EF4-FFF2-40B4-BE49-F238E27FC236}">
                    <a16:creationId xmlns:a16="http://schemas.microsoft.com/office/drawing/2014/main" id="{DB20F410-274B-C043-A0B4-75FDB2F514FF}"/>
                  </a:ext>
                </a:extLst>
              </p:cNvPr>
              <p:cNvCxnSpPr/>
              <p:nvPr/>
            </p:nvCxnSpPr>
            <p:spPr>
              <a:xfrm>
                <a:off x="2931113" y="4004811"/>
                <a:ext cx="424682" cy="0"/>
              </a:xfrm>
              <a:prstGeom prst="line">
                <a:avLst/>
              </a:prstGeom>
              <a:noFill/>
              <a:ln w="3175" cap="flat" cmpd="sng" algn="ctr">
                <a:solidFill>
                  <a:srgbClr val="CC0000"/>
                </a:solidFill>
                <a:prstDash val="solid"/>
              </a:ln>
              <a:effectLst/>
            </p:spPr>
          </p:cxnSp>
          <p:cxnSp>
            <p:nvCxnSpPr>
              <p:cNvPr id="916" name="Straight Connector 915">
                <a:extLst>
                  <a:ext uri="{FF2B5EF4-FFF2-40B4-BE49-F238E27FC236}">
                    <a16:creationId xmlns:a16="http://schemas.microsoft.com/office/drawing/2014/main" id="{7E028785-0101-4B45-BBD3-8308680B4792}"/>
                  </a:ext>
                </a:extLst>
              </p:cNvPr>
              <p:cNvCxnSpPr/>
              <p:nvPr/>
            </p:nvCxnSpPr>
            <p:spPr>
              <a:xfrm>
                <a:off x="2931113" y="4067381"/>
                <a:ext cx="424682" cy="0"/>
              </a:xfrm>
              <a:prstGeom prst="line">
                <a:avLst/>
              </a:prstGeom>
              <a:noFill/>
              <a:ln w="3175" cap="flat" cmpd="sng" algn="ctr">
                <a:solidFill>
                  <a:srgbClr val="CC0000"/>
                </a:solidFill>
                <a:prstDash val="solid"/>
              </a:ln>
              <a:effectLst/>
            </p:spPr>
          </p:cxnSp>
          <p:cxnSp>
            <p:nvCxnSpPr>
              <p:cNvPr id="917" name="Straight Connector 916">
                <a:extLst>
                  <a:ext uri="{FF2B5EF4-FFF2-40B4-BE49-F238E27FC236}">
                    <a16:creationId xmlns:a16="http://schemas.microsoft.com/office/drawing/2014/main" id="{A47B9AA0-7155-B643-A937-D99E939A959D}"/>
                  </a:ext>
                </a:extLst>
              </p:cNvPr>
              <p:cNvCxnSpPr>
                <a:stCxn id="914" idx="2"/>
              </p:cNvCxnSpPr>
              <p:nvPr/>
            </p:nvCxnSpPr>
            <p:spPr>
              <a:xfrm flipH="1" flipV="1">
                <a:off x="3147351" y="4004811"/>
                <a:ext cx="1947" cy="237106"/>
              </a:xfrm>
              <a:prstGeom prst="line">
                <a:avLst/>
              </a:prstGeom>
              <a:noFill/>
              <a:ln w="3175" cap="flat" cmpd="sng" algn="ctr">
                <a:solidFill>
                  <a:srgbClr val="CC0000"/>
                </a:solidFill>
                <a:prstDash val="solid"/>
              </a:ln>
              <a:effectLst/>
            </p:spPr>
          </p:cxnSp>
        </p:grpSp>
        <p:grpSp>
          <p:nvGrpSpPr>
            <p:cNvPr id="904" name="Group 416">
              <a:extLst>
                <a:ext uri="{FF2B5EF4-FFF2-40B4-BE49-F238E27FC236}">
                  <a16:creationId xmlns:a16="http://schemas.microsoft.com/office/drawing/2014/main" id="{6CFC219B-7363-534F-BBB9-2940C18F6DDC}"/>
                </a:ext>
              </a:extLst>
            </p:cNvPr>
            <p:cNvGrpSpPr>
              <a:grpSpLocks/>
            </p:cNvGrpSpPr>
            <p:nvPr/>
          </p:nvGrpSpPr>
          <p:grpSpPr bwMode="auto">
            <a:xfrm>
              <a:off x="5374316" y="2795285"/>
              <a:ext cx="349250" cy="317387"/>
              <a:chOff x="2931664" y="3912603"/>
              <a:chExt cx="430450" cy="329314"/>
            </a:xfrm>
          </p:grpSpPr>
          <p:sp>
            <p:nvSpPr>
              <p:cNvPr id="910" name="Rectangle 909">
                <a:extLst>
                  <a:ext uri="{FF2B5EF4-FFF2-40B4-BE49-F238E27FC236}">
                    <a16:creationId xmlns:a16="http://schemas.microsoft.com/office/drawing/2014/main" id="{A90F17FE-7DC7-C744-AC85-74012E165AB3}"/>
                  </a:ext>
                </a:extLst>
              </p:cNvPr>
              <p:cNvSpPr/>
              <p:nvPr/>
            </p:nvSpPr>
            <p:spPr>
              <a:xfrm>
                <a:off x="2937241" y="39126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1" name="Straight Connector 910">
                <a:extLst>
                  <a:ext uri="{FF2B5EF4-FFF2-40B4-BE49-F238E27FC236}">
                    <a16:creationId xmlns:a16="http://schemas.microsoft.com/office/drawing/2014/main" id="{493DE14E-A2F1-A249-AD60-B96754D395E1}"/>
                  </a:ext>
                </a:extLst>
              </p:cNvPr>
              <p:cNvCxnSpPr/>
              <p:nvPr/>
            </p:nvCxnSpPr>
            <p:spPr>
              <a:xfrm>
                <a:off x="2931371" y="4004811"/>
                <a:ext cx="424654" cy="0"/>
              </a:xfrm>
              <a:prstGeom prst="line">
                <a:avLst/>
              </a:prstGeom>
              <a:noFill/>
              <a:ln w="3175" cap="flat" cmpd="sng" algn="ctr">
                <a:solidFill>
                  <a:srgbClr val="CC0000"/>
                </a:solidFill>
                <a:prstDash val="solid"/>
              </a:ln>
              <a:effectLst/>
            </p:spPr>
          </p:cxnSp>
          <p:cxnSp>
            <p:nvCxnSpPr>
              <p:cNvPr id="912" name="Straight Connector 911">
                <a:extLst>
                  <a:ext uri="{FF2B5EF4-FFF2-40B4-BE49-F238E27FC236}">
                    <a16:creationId xmlns:a16="http://schemas.microsoft.com/office/drawing/2014/main" id="{8DFE02DA-2A86-4844-B164-F4DC02A4123A}"/>
                  </a:ext>
                </a:extLst>
              </p:cNvPr>
              <p:cNvCxnSpPr/>
              <p:nvPr/>
            </p:nvCxnSpPr>
            <p:spPr>
              <a:xfrm>
                <a:off x="2931371" y="4067381"/>
                <a:ext cx="424654" cy="0"/>
              </a:xfrm>
              <a:prstGeom prst="line">
                <a:avLst/>
              </a:prstGeom>
              <a:noFill/>
              <a:ln w="3175" cap="flat" cmpd="sng" algn="ctr">
                <a:solidFill>
                  <a:srgbClr val="CC0000"/>
                </a:solidFill>
                <a:prstDash val="solid"/>
              </a:ln>
              <a:effectLst/>
            </p:spPr>
          </p:cxnSp>
          <p:cxnSp>
            <p:nvCxnSpPr>
              <p:cNvPr id="913" name="Straight Connector 912">
                <a:extLst>
                  <a:ext uri="{FF2B5EF4-FFF2-40B4-BE49-F238E27FC236}">
                    <a16:creationId xmlns:a16="http://schemas.microsoft.com/office/drawing/2014/main" id="{C4AA7EE7-5C2E-8D48-989F-F7194666A353}"/>
                  </a:ext>
                </a:extLst>
              </p:cNvPr>
              <p:cNvCxnSpPr>
                <a:stCxn id="910" idx="2"/>
              </p:cNvCxnSpPr>
              <p:nvPr/>
            </p:nvCxnSpPr>
            <p:spPr>
              <a:xfrm flipH="1" flipV="1">
                <a:off x="3148590" y="4004811"/>
                <a:ext cx="0" cy="237106"/>
              </a:xfrm>
              <a:prstGeom prst="line">
                <a:avLst/>
              </a:prstGeom>
              <a:noFill/>
              <a:ln w="3175" cap="flat" cmpd="sng" algn="ctr">
                <a:solidFill>
                  <a:srgbClr val="CC0000"/>
                </a:solidFill>
                <a:prstDash val="solid"/>
              </a:ln>
              <a:effectLst/>
            </p:spPr>
          </p:cxnSp>
        </p:grpSp>
        <p:grpSp>
          <p:nvGrpSpPr>
            <p:cNvPr id="905" name="Group 421">
              <a:extLst>
                <a:ext uri="{FF2B5EF4-FFF2-40B4-BE49-F238E27FC236}">
                  <a16:creationId xmlns:a16="http://schemas.microsoft.com/office/drawing/2014/main" id="{1FA36B18-95B0-CB4E-95BE-59E9718161E7}"/>
                </a:ext>
              </a:extLst>
            </p:cNvPr>
            <p:cNvGrpSpPr>
              <a:grpSpLocks/>
            </p:cNvGrpSpPr>
            <p:nvPr/>
          </p:nvGrpSpPr>
          <p:grpSpPr bwMode="auto">
            <a:xfrm>
              <a:off x="6379204" y="2792111"/>
              <a:ext cx="350837" cy="317387"/>
              <a:chOff x="2931664" y="3912603"/>
              <a:chExt cx="430450" cy="329314"/>
            </a:xfrm>
          </p:grpSpPr>
          <p:sp>
            <p:nvSpPr>
              <p:cNvPr id="906" name="Rectangle 905">
                <a:extLst>
                  <a:ext uri="{FF2B5EF4-FFF2-40B4-BE49-F238E27FC236}">
                    <a16:creationId xmlns:a16="http://schemas.microsoft.com/office/drawing/2014/main" id="{EE684161-8E76-E041-95F6-E692F09DB739}"/>
                  </a:ext>
                </a:extLst>
              </p:cNvPr>
              <p:cNvSpPr/>
              <p:nvPr/>
            </p:nvSpPr>
            <p:spPr>
              <a:xfrm>
                <a:off x="2937432"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07" name="Straight Connector 906">
                <a:extLst>
                  <a:ext uri="{FF2B5EF4-FFF2-40B4-BE49-F238E27FC236}">
                    <a16:creationId xmlns:a16="http://schemas.microsoft.com/office/drawing/2014/main" id="{7927B3EE-2CC2-B44C-94F1-B69CA0A815A2}"/>
                  </a:ext>
                </a:extLst>
              </p:cNvPr>
              <p:cNvCxnSpPr/>
              <p:nvPr/>
            </p:nvCxnSpPr>
            <p:spPr>
              <a:xfrm>
                <a:off x="2931587" y="4004811"/>
                <a:ext cx="424682" cy="0"/>
              </a:xfrm>
              <a:prstGeom prst="line">
                <a:avLst/>
              </a:prstGeom>
              <a:noFill/>
              <a:ln w="3175" cap="flat" cmpd="sng" algn="ctr">
                <a:solidFill>
                  <a:srgbClr val="CC0000"/>
                </a:solidFill>
                <a:prstDash val="solid"/>
              </a:ln>
              <a:effectLst/>
            </p:spPr>
          </p:cxnSp>
          <p:cxnSp>
            <p:nvCxnSpPr>
              <p:cNvPr id="908" name="Straight Connector 907">
                <a:extLst>
                  <a:ext uri="{FF2B5EF4-FFF2-40B4-BE49-F238E27FC236}">
                    <a16:creationId xmlns:a16="http://schemas.microsoft.com/office/drawing/2014/main" id="{89B6595F-CFF0-3B40-B47C-ADB86E974281}"/>
                  </a:ext>
                </a:extLst>
              </p:cNvPr>
              <p:cNvCxnSpPr/>
              <p:nvPr/>
            </p:nvCxnSpPr>
            <p:spPr>
              <a:xfrm>
                <a:off x="2931587" y="4067381"/>
                <a:ext cx="424682" cy="0"/>
              </a:xfrm>
              <a:prstGeom prst="line">
                <a:avLst/>
              </a:prstGeom>
              <a:noFill/>
              <a:ln w="3175" cap="flat" cmpd="sng" algn="ctr">
                <a:solidFill>
                  <a:srgbClr val="CC0000"/>
                </a:solidFill>
                <a:prstDash val="solid"/>
              </a:ln>
              <a:effectLst/>
            </p:spPr>
          </p:cxnSp>
          <p:cxnSp>
            <p:nvCxnSpPr>
              <p:cNvPr id="909" name="Straight Connector 908">
                <a:extLst>
                  <a:ext uri="{FF2B5EF4-FFF2-40B4-BE49-F238E27FC236}">
                    <a16:creationId xmlns:a16="http://schemas.microsoft.com/office/drawing/2014/main" id="{C551D2B6-035F-CE4D-A43A-5FFB5AFCEED5}"/>
                  </a:ext>
                </a:extLst>
              </p:cNvPr>
              <p:cNvCxnSpPr>
                <a:stCxn id="906" idx="2"/>
              </p:cNvCxnSpPr>
              <p:nvPr/>
            </p:nvCxnSpPr>
            <p:spPr>
              <a:xfrm flipH="1" flipV="1">
                <a:off x="3147825" y="4004811"/>
                <a:ext cx="1947" cy="237106"/>
              </a:xfrm>
              <a:prstGeom prst="line">
                <a:avLst/>
              </a:prstGeom>
              <a:noFill/>
              <a:ln w="3175" cap="flat" cmpd="sng" algn="ctr">
                <a:solidFill>
                  <a:srgbClr val="CC0000"/>
                </a:solidFill>
                <a:prstDash val="solid"/>
              </a:ln>
              <a:effectLst/>
            </p:spPr>
          </p:cxnSp>
        </p:grpSp>
      </p:grpSp>
      <p:grpSp>
        <p:nvGrpSpPr>
          <p:cNvPr id="926" name="Group 925">
            <a:extLst>
              <a:ext uri="{FF2B5EF4-FFF2-40B4-BE49-F238E27FC236}">
                <a16:creationId xmlns:a16="http://schemas.microsoft.com/office/drawing/2014/main" id="{A988FEAF-222E-2C4B-8C38-8B6C17D4D63D}"/>
              </a:ext>
            </a:extLst>
          </p:cNvPr>
          <p:cNvGrpSpPr>
            <a:grpSpLocks/>
          </p:cNvGrpSpPr>
          <p:nvPr/>
        </p:nvGrpSpPr>
        <p:grpSpPr bwMode="auto">
          <a:xfrm>
            <a:off x="3605068" y="3656980"/>
            <a:ext cx="5211762" cy="2740025"/>
            <a:chOff x="1856416" y="3709935"/>
            <a:chExt cx="5211763" cy="2739614"/>
          </a:xfrm>
        </p:grpSpPr>
        <p:sp>
          <p:nvSpPr>
            <p:cNvPr id="927" name="Freeform 926">
              <a:extLst>
                <a:ext uri="{FF2B5EF4-FFF2-40B4-BE49-F238E27FC236}">
                  <a16:creationId xmlns:a16="http://schemas.microsoft.com/office/drawing/2014/main" id="{875BCAC4-B573-D54B-BF32-094096F89D98}"/>
                </a:ext>
              </a:extLst>
            </p:cNvPr>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8" name="Freeform 927">
              <a:extLst>
                <a:ext uri="{FF2B5EF4-FFF2-40B4-BE49-F238E27FC236}">
                  <a16:creationId xmlns:a16="http://schemas.microsoft.com/office/drawing/2014/main" id="{0D857BEA-FC6F-1449-A5C0-C21CC8BC5CED}"/>
                </a:ext>
              </a:extLst>
            </p:cNvPr>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218DF382-E11C-A94A-ABF5-F93EB0534196}"/>
                </a:ext>
              </a:extLst>
            </p:cNvPr>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BD4E8E8A-5281-2546-8825-0786245B15DA}"/>
                </a:ext>
              </a:extLst>
            </p:cNvPr>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E78920D8-D684-1642-B41B-2CC538B9202E}"/>
                </a:ext>
              </a:extLst>
            </p:cNvPr>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932" name="Group 28">
              <a:extLst>
                <a:ext uri="{FF2B5EF4-FFF2-40B4-BE49-F238E27FC236}">
                  <a16:creationId xmlns:a16="http://schemas.microsoft.com/office/drawing/2014/main" id="{088ACE2A-7A5D-4F42-921C-CF157C288095}"/>
                </a:ext>
              </a:extLst>
            </p:cNvPr>
            <p:cNvGrpSpPr>
              <a:grpSpLocks/>
            </p:cNvGrpSpPr>
            <p:nvPr/>
          </p:nvGrpSpPr>
          <p:grpSpPr bwMode="auto">
            <a:xfrm>
              <a:off x="1856416" y="3709935"/>
              <a:ext cx="1049338" cy="1739900"/>
              <a:chOff x="1856416" y="3709935"/>
              <a:chExt cx="1049338" cy="1739900"/>
            </a:xfrm>
          </p:grpSpPr>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1867528" y="3957548"/>
                <a:ext cx="1027113"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1858805" y="5088863"/>
                <a:ext cx="1035373" cy="360972"/>
                <a:chOff x="4128636" y="3606589"/>
                <a:chExt cx="568145" cy="338667"/>
              </a:xfrm>
            </p:grpSpPr>
            <p:sp>
              <p:nvSpPr>
                <p:cNvPr id="1032" name="Oval 1031">
                  <a:extLst>
                    <a:ext uri="{FF2B5EF4-FFF2-40B4-BE49-F238E27FC236}">
                      <a16:creationId xmlns:a16="http://schemas.microsoft.com/office/drawing/2014/main" id="{6285E922-4389-6747-873A-ED742F93B7B8}"/>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1877053" y="4705148"/>
                <a:ext cx="102870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p:nvPr/>
            </p:nvCxnSpPr>
            <p:spPr bwMode="auto">
              <a:xfrm>
                <a:off x="1861178" y="3981356"/>
                <a:ext cx="17463" cy="1301555"/>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1856416" y="3709935"/>
                <a:ext cx="1044712" cy="39906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3" name="Group 29">
              <a:extLst>
                <a:ext uri="{FF2B5EF4-FFF2-40B4-BE49-F238E27FC236}">
                  <a16:creationId xmlns:a16="http://schemas.microsoft.com/office/drawing/2014/main" id="{BE1E7CEF-FBEC-2040-A3E0-0EBB60746AF9}"/>
                </a:ext>
              </a:extLst>
            </p:cNvPr>
            <p:cNvGrpSpPr>
              <a:grpSpLocks/>
            </p:cNvGrpSpPr>
            <p:nvPr/>
          </p:nvGrpSpPr>
          <p:grpSpPr bwMode="auto">
            <a:xfrm>
              <a:off x="3566154" y="3862335"/>
              <a:ext cx="514350" cy="1670050"/>
              <a:chOff x="3566154" y="3862335"/>
              <a:chExt cx="514350" cy="1670050"/>
            </a:xfrm>
          </p:grpSpPr>
          <p:sp>
            <p:nvSpPr>
              <p:cNvPr id="997" name="Rectangle 996">
                <a:extLst>
                  <a:ext uri="{FF2B5EF4-FFF2-40B4-BE49-F238E27FC236}">
                    <a16:creationId xmlns:a16="http://schemas.microsoft.com/office/drawing/2014/main" id="{7F242236-8B77-9144-8038-81B9BCAB1509}"/>
                  </a:ext>
                </a:extLst>
              </p:cNvPr>
              <p:cNvSpPr/>
              <p:nvPr/>
            </p:nvSpPr>
            <p:spPr bwMode="auto">
              <a:xfrm rot="10800000">
                <a:off x="3569201" y="39460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p:nvPr/>
            </p:nvCxnSpPr>
            <p:spPr bwMode="auto">
              <a:xfrm flipH="1">
                <a:off x="4078916" y="4019450"/>
                <a:ext cx="1587" cy="1365045"/>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3571302" y="5310688"/>
                <a:ext cx="507588" cy="221697"/>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3572503" y="4574992"/>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p:nvPr/>
            </p:nvCxnSpPr>
            <p:spPr bwMode="auto">
              <a:xfrm flipH="1">
                <a:off x="3566153" y="4027387"/>
                <a:ext cx="3175" cy="1450757"/>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3568667" y="3862335"/>
                <a:ext cx="503828" cy="248249"/>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4" name="Group 30">
              <a:extLst>
                <a:ext uri="{FF2B5EF4-FFF2-40B4-BE49-F238E27FC236}">
                  <a16:creationId xmlns:a16="http://schemas.microsoft.com/office/drawing/2014/main" id="{B108AACE-03DC-254D-AC34-727FF075B859}"/>
                </a:ext>
              </a:extLst>
            </p:cNvPr>
            <p:cNvGrpSpPr>
              <a:grpSpLocks/>
            </p:cNvGrpSpPr>
            <p:nvPr/>
          </p:nvGrpSpPr>
          <p:grpSpPr bwMode="auto">
            <a:xfrm>
              <a:off x="4348791" y="3867098"/>
              <a:ext cx="514350" cy="1670050"/>
              <a:chOff x="4348791" y="3867098"/>
              <a:chExt cx="514350" cy="1670050"/>
            </a:xfrm>
          </p:grpSpPr>
          <p:sp>
            <p:nvSpPr>
              <p:cNvPr id="977" name="Rectangle 976">
                <a:extLst>
                  <a:ext uri="{FF2B5EF4-FFF2-40B4-BE49-F238E27FC236}">
                    <a16:creationId xmlns:a16="http://schemas.microsoft.com/office/drawing/2014/main" id="{B0F9C3E9-A467-3F42-B81A-4399A9B977B8}"/>
                  </a:ext>
                </a:extLst>
              </p:cNvPr>
              <p:cNvSpPr/>
              <p:nvPr/>
            </p:nvSpPr>
            <p:spPr bwMode="auto">
              <a:xfrm rot="10800000">
                <a:off x="4351838" y="3950855"/>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p:nvPr/>
            </p:nvCxnSpPr>
            <p:spPr bwMode="auto">
              <a:xfrm flipH="1">
                <a:off x="4861553" y="4024212"/>
                <a:ext cx="1588" cy="136504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4353939" y="5315451"/>
                <a:ext cx="507588" cy="221697"/>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4355141" y="457975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p:nvPr/>
            </p:nvCxnSpPr>
            <p:spPr bwMode="auto">
              <a:xfrm flipH="1">
                <a:off x="4348791" y="4032148"/>
                <a:ext cx="3175" cy="1450757"/>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4351304" y="3867098"/>
                <a:ext cx="503828" cy="248249"/>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5" name="Group 48257">
              <a:extLst>
                <a:ext uri="{FF2B5EF4-FFF2-40B4-BE49-F238E27FC236}">
                  <a16:creationId xmlns:a16="http://schemas.microsoft.com/office/drawing/2014/main" id="{DFD8AD38-F69C-AE4E-A7C6-58BC92264C2E}"/>
                </a:ext>
              </a:extLst>
            </p:cNvPr>
            <p:cNvGrpSpPr>
              <a:grpSpLocks/>
            </p:cNvGrpSpPr>
            <p:nvPr/>
          </p:nvGrpSpPr>
          <p:grpSpPr bwMode="auto">
            <a:xfrm>
              <a:off x="5552116" y="3849635"/>
              <a:ext cx="514350" cy="1670050"/>
              <a:chOff x="5552116" y="3849635"/>
              <a:chExt cx="514350" cy="1670050"/>
            </a:xfrm>
          </p:grpSpPr>
          <p:sp>
            <p:nvSpPr>
              <p:cNvPr id="957" name="Rectangle 956">
                <a:extLst>
                  <a:ext uri="{FF2B5EF4-FFF2-40B4-BE49-F238E27FC236}">
                    <a16:creationId xmlns:a16="http://schemas.microsoft.com/office/drawing/2014/main" id="{B13372F6-7422-A24B-A223-1174A9270D3C}"/>
                  </a:ext>
                </a:extLst>
              </p:cNvPr>
              <p:cNvSpPr/>
              <p:nvPr/>
            </p:nvSpPr>
            <p:spPr bwMode="auto">
              <a:xfrm rot="10800000">
                <a:off x="5555163" y="39333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p:nvPr/>
            </p:nvCxnSpPr>
            <p:spPr bwMode="auto">
              <a:xfrm flipH="1">
                <a:off x="6064879" y="4006752"/>
                <a:ext cx="1588" cy="1365045"/>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5557264" y="5297988"/>
                <a:ext cx="507588" cy="221697"/>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5558467" y="456229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p:nvPr/>
            </p:nvCxnSpPr>
            <p:spPr bwMode="auto">
              <a:xfrm flipH="1">
                <a:off x="5552117" y="4014689"/>
                <a:ext cx="3175" cy="1450757"/>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5554629" y="3849635"/>
                <a:ext cx="503828" cy="248249"/>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6" name="Group 48258">
              <a:extLst>
                <a:ext uri="{FF2B5EF4-FFF2-40B4-BE49-F238E27FC236}">
                  <a16:creationId xmlns:a16="http://schemas.microsoft.com/office/drawing/2014/main" id="{47B32372-CF84-404F-9FD0-9ACFAC4EE60D}"/>
                </a:ext>
              </a:extLst>
            </p:cNvPr>
            <p:cNvGrpSpPr>
              <a:grpSpLocks/>
            </p:cNvGrpSpPr>
            <p:nvPr/>
          </p:nvGrpSpPr>
          <p:grpSpPr bwMode="auto">
            <a:xfrm>
              <a:off x="6547479" y="3836935"/>
              <a:ext cx="514350" cy="1671638"/>
              <a:chOff x="6547479" y="3836935"/>
              <a:chExt cx="514350" cy="1671638"/>
            </a:xfrm>
          </p:grpSpPr>
          <p:sp>
            <p:nvSpPr>
              <p:cNvPr id="937" name="Rectangle 936">
                <a:extLst>
                  <a:ext uri="{FF2B5EF4-FFF2-40B4-BE49-F238E27FC236}">
                    <a16:creationId xmlns:a16="http://schemas.microsoft.com/office/drawing/2014/main" id="{73DDF967-9AF3-2A4F-AE8E-6BE3B9FF2E91}"/>
                  </a:ext>
                </a:extLst>
              </p:cNvPr>
              <p:cNvSpPr/>
              <p:nvPr/>
            </p:nvSpPr>
            <p:spPr bwMode="auto">
              <a:xfrm rot="10800000">
                <a:off x="6550526" y="3920772"/>
                <a:ext cx="498084" cy="62924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p:nvPr/>
            </p:nvCxnSpPr>
            <p:spPr bwMode="auto">
              <a:xfrm flipH="1">
                <a:off x="7060242" y="3994054"/>
                <a:ext cx="1587" cy="1366633"/>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6552627" y="5286665"/>
                <a:ext cx="507588" cy="221908"/>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6553829" y="4551184"/>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p:nvPr/>
            </p:nvCxnSpPr>
            <p:spPr bwMode="auto">
              <a:xfrm flipH="1">
                <a:off x="6547479" y="4001991"/>
                <a:ext cx="3175" cy="1452344"/>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6549992" y="3836935"/>
                <a:ext cx="503828" cy="248485"/>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37" name="Group 1036">
            <a:extLst>
              <a:ext uri="{FF2B5EF4-FFF2-40B4-BE49-F238E27FC236}">
                <a16:creationId xmlns:a16="http://schemas.microsoft.com/office/drawing/2014/main" id="{B91F629B-CF25-F443-9115-62469DD7E55B}"/>
              </a:ext>
            </a:extLst>
          </p:cNvPr>
          <p:cNvGrpSpPr>
            <a:grpSpLocks/>
          </p:cNvGrpSpPr>
          <p:nvPr/>
        </p:nvGrpSpPr>
        <p:grpSpPr bwMode="auto">
          <a:xfrm>
            <a:off x="4130530" y="2423492"/>
            <a:ext cx="4416425" cy="2314575"/>
            <a:chOff x="2381956" y="2435173"/>
            <a:chExt cx="4415330" cy="2315048"/>
          </a:xfrm>
        </p:grpSpPr>
        <p:sp>
          <p:nvSpPr>
            <p:cNvPr id="1038" name="Freeform 1037">
              <a:extLst>
                <a:ext uri="{FF2B5EF4-FFF2-40B4-BE49-F238E27FC236}">
                  <a16:creationId xmlns:a16="http://schemas.microsoft.com/office/drawing/2014/main" id="{9766E8B3-28C0-B742-8340-745064581E4E}"/>
                </a:ext>
              </a:extLst>
            </p:cNvPr>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Gill Sans MT"/>
                <a:ea typeface="+mn-ea"/>
                <a:cs typeface="+mn-cs"/>
              </a:endParaRPr>
            </a:p>
          </p:txBody>
        </p:sp>
        <p:sp>
          <p:nvSpPr>
            <p:cNvPr id="1039" name="Freeform 1038">
              <a:extLst>
                <a:ext uri="{FF2B5EF4-FFF2-40B4-BE49-F238E27FC236}">
                  <a16:creationId xmlns:a16="http://schemas.microsoft.com/office/drawing/2014/main" id="{CDF62C6F-3C23-F349-9A9F-804273D0BA51}"/>
                </a:ext>
              </a:extLst>
            </p:cNvPr>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cxnSp>
          <p:nvCxnSpPr>
            <p:cNvPr id="1040" name="Straight Arrow Connector 1039">
              <a:extLst>
                <a:ext uri="{FF2B5EF4-FFF2-40B4-BE49-F238E27FC236}">
                  <a16:creationId xmlns:a16="http://schemas.microsoft.com/office/drawing/2014/main" id="{497E72DF-A12C-4044-A2D6-B881FE41D269}"/>
                </a:ext>
              </a:extLst>
            </p:cNvPr>
            <p:cNvCxnSpPr/>
            <p:nvPr/>
          </p:nvCxnSpPr>
          <p:spPr>
            <a:xfrm flipV="1">
              <a:off x="5791061" y="2687638"/>
              <a:ext cx="7936" cy="2062583"/>
            </a:xfrm>
            <a:prstGeom prst="straightConnector1">
              <a:avLst/>
            </a:prstGeom>
            <a:noFill/>
            <a:ln w="31750" cap="flat" cmpd="sng" algn="ctr">
              <a:solidFill>
                <a:srgbClr val="CC0000"/>
              </a:solidFill>
              <a:prstDash val="solid"/>
              <a:headEnd type="triangle"/>
              <a:tailEnd type="triangle"/>
            </a:ln>
            <a:effectLst/>
          </p:spPr>
        </p:cxnSp>
        <p:cxnSp>
          <p:nvCxnSpPr>
            <p:cNvPr id="1041" name="Straight Arrow Connector 1040">
              <a:extLst>
                <a:ext uri="{FF2B5EF4-FFF2-40B4-BE49-F238E27FC236}">
                  <a16:creationId xmlns:a16="http://schemas.microsoft.com/office/drawing/2014/main" id="{EF8C79E1-BE27-8F43-B34B-79F8C5338E4E}"/>
                </a:ext>
              </a:extLst>
            </p:cNvPr>
            <p:cNvCxnSpPr/>
            <p:nvPr/>
          </p:nvCxnSpPr>
          <p:spPr>
            <a:xfrm flipV="1">
              <a:off x="4599144" y="2708279"/>
              <a:ext cx="17458" cy="2037179"/>
            </a:xfrm>
            <a:prstGeom prst="straightConnector1">
              <a:avLst/>
            </a:prstGeom>
            <a:noFill/>
            <a:ln w="31750" cap="flat" cmpd="sng" algn="ctr">
              <a:solidFill>
                <a:srgbClr val="CC0000"/>
              </a:solidFill>
              <a:prstDash val="solid"/>
              <a:headEnd type="triangle"/>
              <a:tailEnd type="triangle"/>
            </a:ln>
            <a:effectLst/>
          </p:spPr>
        </p:cxnSp>
        <p:cxnSp>
          <p:nvCxnSpPr>
            <p:cNvPr id="1042" name="Straight Arrow Connector 1041">
              <a:extLst>
                <a:ext uri="{FF2B5EF4-FFF2-40B4-BE49-F238E27FC236}">
                  <a16:creationId xmlns:a16="http://schemas.microsoft.com/office/drawing/2014/main" id="{4B55563F-765E-CC4D-92B4-D17FBE1B08A6}"/>
                </a:ext>
              </a:extLst>
            </p:cNvPr>
            <p:cNvCxnSpPr/>
            <p:nvPr/>
          </p:nvCxnSpPr>
          <p:spPr>
            <a:xfrm flipH="1" flipV="1">
              <a:off x="3807178" y="2762265"/>
              <a:ext cx="9523" cy="1983193"/>
            </a:xfrm>
            <a:prstGeom prst="straightConnector1">
              <a:avLst/>
            </a:prstGeom>
            <a:noFill/>
            <a:ln w="31750" cap="flat" cmpd="sng" algn="ctr">
              <a:solidFill>
                <a:srgbClr val="CC0000"/>
              </a:solidFill>
              <a:prstDash val="solid"/>
              <a:headEnd type="triangle"/>
              <a:tailEnd type="triangle"/>
            </a:ln>
            <a:effectLst/>
          </p:spPr>
        </p:cxn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805093" y="4634880"/>
            <a:ext cx="4957762" cy="693737"/>
            <a:chOff x="2055070" y="4690247"/>
            <a:chExt cx="4956877" cy="694339"/>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05320" y="5055434"/>
              <a:ext cx="430131" cy="329152"/>
              <a:chOff x="2931664" y="3912603"/>
              <a:chExt cx="430450" cy="329314"/>
            </a:xfrm>
          </p:grpSpPr>
          <p:sp>
            <p:nvSpPr>
              <p:cNvPr id="1065" name="Rectangle 1064">
                <a:extLst>
                  <a:ext uri="{FF2B5EF4-FFF2-40B4-BE49-F238E27FC236}">
                    <a16:creationId xmlns:a16="http://schemas.microsoft.com/office/drawing/2014/main" id="{C71DD82B-ED54-9D40-848F-40B6802EC749}"/>
                  </a:ext>
                </a:extLst>
              </p:cNvPr>
              <p:cNvSpPr/>
              <p:nvPr/>
            </p:nvSpPr>
            <p:spPr>
              <a:xfrm>
                <a:off x="2936890"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32124"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32124"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48146"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387957" y="5055368"/>
              <a:ext cx="430131" cy="329152"/>
              <a:chOff x="2931664" y="3912603"/>
              <a:chExt cx="430450" cy="329314"/>
            </a:xfrm>
          </p:grpSpPr>
          <p:sp>
            <p:nvSpPr>
              <p:cNvPr id="1061" name="Rectangle 1060">
                <a:extLst>
                  <a:ext uri="{FF2B5EF4-FFF2-40B4-BE49-F238E27FC236}">
                    <a16:creationId xmlns:a16="http://schemas.microsoft.com/office/drawing/2014/main" id="{CDA497B5-1F53-4B4A-B52C-8AF25ACDEA7D}"/>
                  </a:ext>
                </a:extLst>
              </p:cNvPr>
              <p:cNvSpPr/>
              <p:nvPr/>
            </p:nvSpPr>
            <p:spPr>
              <a:xfrm>
                <a:off x="2936750"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31985"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31985"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48007"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591804" y="5053093"/>
              <a:ext cx="430212" cy="328614"/>
              <a:chOff x="2932186" y="3913304"/>
              <a:chExt cx="430531" cy="328775"/>
            </a:xfrm>
          </p:grpSpPr>
          <p:sp>
            <p:nvSpPr>
              <p:cNvPr id="1057" name="Rectangle 1056">
                <a:extLst>
                  <a:ext uri="{FF2B5EF4-FFF2-40B4-BE49-F238E27FC236}">
                    <a16:creationId xmlns:a16="http://schemas.microsoft.com/office/drawing/2014/main" id="{7E038D77-DD73-D34F-AE34-D667F6E9B9F0}"/>
                  </a:ext>
                </a:extLst>
              </p:cNvPr>
              <p:cNvSpPr/>
              <p:nvPr/>
            </p:nvSpPr>
            <p:spPr>
              <a:xfrm>
                <a:off x="2936535"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31771"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31771"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47792"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581816" y="5045656"/>
              <a:ext cx="430131" cy="329465"/>
              <a:chOff x="2931664" y="3912603"/>
              <a:chExt cx="430450" cy="329314"/>
            </a:xfrm>
          </p:grpSpPr>
          <p:sp>
            <p:nvSpPr>
              <p:cNvPr id="1053" name="Rectangle 1052">
                <a:extLst>
                  <a:ext uri="{FF2B5EF4-FFF2-40B4-BE49-F238E27FC236}">
                    <a16:creationId xmlns:a16="http://schemas.microsoft.com/office/drawing/2014/main" id="{F4182402-0285-CD46-9828-6534BE97D257}"/>
                  </a:ext>
                </a:extLst>
              </p:cNvPr>
              <p:cNvSpPr/>
              <p:nvPr/>
            </p:nvSpPr>
            <p:spPr>
              <a:xfrm>
                <a:off x="2936425"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3166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31660"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4768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890592"/>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749305"/>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209680"/>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01755"/>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10" name="Group 11">
            <a:extLst>
              <a:ext uri="{FF2B5EF4-FFF2-40B4-BE49-F238E27FC236}">
                <a16:creationId xmlns:a16="http://schemas.microsoft.com/office/drawing/2014/main" id="{E5217315-CB03-2542-94D5-3FA12A407609}"/>
              </a:ext>
            </a:extLst>
          </p:cNvPr>
          <p:cNvGrpSpPr>
            <a:grpSpLocks/>
          </p:cNvGrpSpPr>
          <p:nvPr/>
        </p:nvGrpSpPr>
        <p:grpSpPr bwMode="auto">
          <a:xfrm>
            <a:off x="4494536" y="2167905"/>
            <a:ext cx="3597875" cy="493470"/>
            <a:chOff x="2705100" y="2011398"/>
            <a:chExt cx="3597533" cy="493677"/>
          </a:xfrm>
        </p:grpSpPr>
        <p:sp>
          <p:nvSpPr>
            <p:cNvPr id="1135" name="Oval 1134">
              <a:extLst>
                <a:ext uri="{FF2B5EF4-FFF2-40B4-BE49-F238E27FC236}">
                  <a16:creationId xmlns:a16="http://schemas.microsoft.com/office/drawing/2014/main" id="{57A6E143-0094-5D49-8A05-004EA3A97A71}"/>
                </a:ext>
              </a:extLst>
            </p:cNvPr>
            <p:cNvSpPr/>
            <p:nvPr/>
          </p:nvSpPr>
          <p:spPr bwMode="auto">
            <a:xfrm>
              <a:off x="2722092" y="2011398"/>
              <a:ext cx="3581060" cy="492331"/>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6" name="Oval 1135">
              <a:extLst>
                <a:ext uri="{FF2B5EF4-FFF2-40B4-BE49-F238E27FC236}">
                  <a16:creationId xmlns:a16="http://schemas.microsoft.com/office/drawing/2014/main" id="{431997AA-2888-D042-A558-B6DE0F737D3F}"/>
                </a:ext>
              </a:extLst>
            </p:cNvPr>
            <p:cNvSpPr/>
            <p:nvPr/>
          </p:nvSpPr>
          <p:spPr bwMode="auto">
            <a:xfrm>
              <a:off x="2704632" y="2012986"/>
              <a:ext cx="3581060" cy="49233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7" name="TextBox 389">
              <a:extLst>
                <a:ext uri="{FF2B5EF4-FFF2-40B4-BE49-F238E27FC236}">
                  <a16:creationId xmlns:a16="http://schemas.microsoft.com/office/drawing/2014/main" id="{D0AF8FB3-4D5B-7B4A-8B82-CF15E8A6F1F0}"/>
                </a:ext>
              </a:extLst>
            </p:cNvPr>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Remote Controller</a:t>
              </a:r>
            </a:p>
          </p:txBody>
        </p:sp>
      </p:grpSp>
      <p:grpSp>
        <p:nvGrpSpPr>
          <p:cNvPr id="3" name="Group 2">
            <a:extLst>
              <a:ext uri="{FF2B5EF4-FFF2-40B4-BE49-F238E27FC236}">
                <a16:creationId xmlns:a16="http://schemas.microsoft.com/office/drawing/2014/main" id="{370F660B-2991-C94D-80D9-F1429AC36768}"/>
              </a:ext>
            </a:extLst>
          </p:cNvPr>
          <p:cNvGrpSpPr/>
          <p:nvPr/>
        </p:nvGrpSpPr>
        <p:grpSpPr>
          <a:xfrm>
            <a:off x="3674918" y="4177613"/>
            <a:ext cx="5095875" cy="822392"/>
            <a:chOff x="3674918" y="4177613"/>
            <a:chExt cx="5095875" cy="822392"/>
          </a:xfrm>
        </p:grpSpPr>
        <p:grpSp>
          <p:nvGrpSpPr>
            <p:cNvPr id="1111" name="Group 441">
              <a:extLst>
                <a:ext uri="{FF2B5EF4-FFF2-40B4-BE49-F238E27FC236}">
                  <a16:creationId xmlns:a16="http://schemas.microsoft.com/office/drawing/2014/main" id="{0C03A32C-FA65-214B-B936-B6E1B2C384AE}"/>
                </a:ext>
              </a:extLst>
            </p:cNvPr>
            <p:cNvGrpSpPr>
              <a:grpSpLocks/>
            </p:cNvGrpSpPr>
            <p:nvPr/>
          </p:nvGrpSpPr>
          <p:grpSpPr bwMode="auto">
            <a:xfrm>
              <a:off x="3674918" y="4177613"/>
              <a:ext cx="923628" cy="405783"/>
              <a:chOff x="2705100" y="2011398"/>
              <a:chExt cx="3597533" cy="493677"/>
            </a:xfrm>
          </p:grpSpPr>
          <p:sp>
            <p:nvSpPr>
              <p:cNvPr id="1132" name="Oval 1131">
                <a:extLst>
                  <a:ext uri="{FF2B5EF4-FFF2-40B4-BE49-F238E27FC236}">
                    <a16:creationId xmlns:a16="http://schemas.microsoft.com/office/drawing/2014/main" id="{F74AE388-0960-CF47-B1A1-1ABEEB3A9CAF}"/>
                  </a:ext>
                </a:extLst>
              </p:cNvPr>
              <p:cNvSpPr/>
              <p:nvPr/>
            </p:nvSpPr>
            <p:spPr bwMode="auto">
              <a:xfrm>
                <a:off x="2723648" y="2011480"/>
                <a:ext cx="3580142" cy="492496"/>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3" name="Oval 1132">
                <a:extLst>
                  <a:ext uri="{FF2B5EF4-FFF2-40B4-BE49-F238E27FC236}">
                    <a16:creationId xmlns:a16="http://schemas.microsoft.com/office/drawing/2014/main" id="{1181AFDF-673F-BE48-B342-3AE78D0EFECC}"/>
                  </a:ext>
                </a:extLst>
              </p:cNvPr>
              <p:cNvSpPr/>
              <p:nvPr/>
            </p:nvSpPr>
            <p:spPr bwMode="auto">
              <a:xfrm>
                <a:off x="2705100" y="2013410"/>
                <a:ext cx="3580138" cy="492497"/>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4" name="TextBox 389">
                <a:extLst>
                  <a:ext uri="{FF2B5EF4-FFF2-40B4-BE49-F238E27FC236}">
                    <a16:creationId xmlns:a16="http://schemas.microsoft.com/office/drawing/2014/main" id="{F3932BCA-D430-FC40-B54E-015140A71EFE}"/>
                  </a:ext>
                </a:extLst>
              </p:cNvPr>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p>
            </p:txBody>
          </p:sp>
        </p:grpSp>
        <p:grpSp>
          <p:nvGrpSpPr>
            <p:cNvPr id="1112" name="Group 16">
              <a:extLst>
                <a:ext uri="{FF2B5EF4-FFF2-40B4-BE49-F238E27FC236}">
                  <a16:creationId xmlns:a16="http://schemas.microsoft.com/office/drawing/2014/main" id="{C3F9499B-4024-2B4E-8994-25AA993B23C7}"/>
                </a:ext>
              </a:extLst>
            </p:cNvPr>
            <p:cNvGrpSpPr>
              <a:grpSpLocks/>
            </p:cNvGrpSpPr>
            <p:nvPr/>
          </p:nvGrpSpPr>
          <p:grpSpPr bwMode="auto">
            <a:xfrm>
              <a:off x="5338708" y="4714256"/>
              <a:ext cx="463612" cy="285749"/>
              <a:chOff x="3558850" y="4573304"/>
              <a:chExt cx="463568" cy="285869"/>
            </a:xfrm>
          </p:grpSpPr>
          <p:grpSp>
            <p:nvGrpSpPr>
              <p:cNvPr id="1128" name="Group 12">
                <a:extLst>
                  <a:ext uri="{FF2B5EF4-FFF2-40B4-BE49-F238E27FC236}">
                    <a16:creationId xmlns:a16="http://schemas.microsoft.com/office/drawing/2014/main" id="{643660C7-BD5F-8243-BB52-5E41566520BE}"/>
                  </a:ext>
                </a:extLst>
              </p:cNvPr>
              <p:cNvGrpSpPr>
                <a:grpSpLocks/>
              </p:cNvGrpSpPr>
              <p:nvPr/>
            </p:nvGrpSpPr>
            <p:grpSpPr bwMode="auto">
              <a:xfrm>
                <a:off x="3558850" y="4577634"/>
                <a:ext cx="463568" cy="262710"/>
                <a:chOff x="3558850" y="4577634"/>
                <a:chExt cx="463568" cy="262710"/>
              </a:xfrm>
            </p:grpSpPr>
            <p:sp>
              <p:nvSpPr>
                <p:cNvPr id="1130" name="Oval 1129">
                  <a:extLst>
                    <a:ext uri="{FF2B5EF4-FFF2-40B4-BE49-F238E27FC236}">
                      <a16:creationId xmlns:a16="http://schemas.microsoft.com/office/drawing/2014/main" id="{EB6F94A5-07EA-824D-BCE4-E412F1D275A9}"/>
                    </a:ext>
                  </a:extLst>
                </p:cNvPr>
                <p:cNvSpPr/>
                <p:nvPr/>
              </p:nvSpPr>
              <p:spPr bwMode="auto">
                <a:xfrm>
                  <a:off x="3573046" y="4578067"/>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1" name="Oval 1130">
                  <a:extLst>
                    <a:ext uri="{FF2B5EF4-FFF2-40B4-BE49-F238E27FC236}">
                      <a16:creationId xmlns:a16="http://schemas.microsoft.com/office/drawing/2014/main" id="{3AFA8449-4699-DE4E-AD4F-2F50FF91F472}"/>
                    </a:ext>
                  </a:extLst>
                </p:cNvPr>
                <p:cNvSpPr/>
                <p:nvPr/>
              </p:nvSpPr>
              <p:spPr bwMode="auto">
                <a:xfrm>
                  <a:off x="3558760" y="4587596"/>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9" name="TextBox 389">
                <a:extLst>
                  <a:ext uri="{FF2B5EF4-FFF2-40B4-BE49-F238E27FC236}">
                    <a16:creationId xmlns:a16="http://schemas.microsoft.com/office/drawing/2014/main" id="{64D840F2-5A70-9E44-A243-269898185070}"/>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3" name="Group 450">
              <a:extLst>
                <a:ext uri="{FF2B5EF4-FFF2-40B4-BE49-F238E27FC236}">
                  <a16:creationId xmlns:a16="http://schemas.microsoft.com/office/drawing/2014/main" id="{AADDBF22-BF75-E042-B015-F1D30A1937CF}"/>
                </a:ext>
              </a:extLst>
            </p:cNvPr>
            <p:cNvGrpSpPr>
              <a:grpSpLocks/>
            </p:cNvGrpSpPr>
            <p:nvPr/>
          </p:nvGrpSpPr>
          <p:grpSpPr bwMode="auto">
            <a:xfrm>
              <a:off x="6118930" y="4712138"/>
              <a:ext cx="463612" cy="285749"/>
              <a:chOff x="3558850" y="4573304"/>
              <a:chExt cx="463568" cy="285869"/>
            </a:xfrm>
          </p:grpSpPr>
          <p:grpSp>
            <p:nvGrpSpPr>
              <p:cNvPr id="1124" name="Group 451">
                <a:extLst>
                  <a:ext uri="{FF2B5EF4-FFF2-40B4-BE49-F238E27FC236}">
                    <a16:creationId xmlns:a16="http://schemas.microsoft.com/office/drawing/2014/main" id="{BD64AF44-6F7F-1747-8E26-3E6D0EDDA010}"/>
                  </a:ext>
                </a:extLst>
              </p:cNvPr>
              <p:cNvGrpSpPr>
                <a:grpSpLocks/>
              </p:cNvGrpSpPr>
              <p:nvPr/>
            </p:nvGrpSpPr>
            <p:grpSpPr bwMode="auto">
              <a:xfrm>
                <a:off x="3558850" y="4577634"/>
                <a:ext cx="463568" cy="262710"/>
                <a:chOff x="3558850" y="4577634"/>
                <a:chExt cx="463568" cy="262710"/>
              </a:xfrm>
            </p:grpSpPr>
            <p:sp>
              <p:nvSpPr>
                <p:cNvPr id="1126" name="Oval 1125">
                  <a:extLst>
                    <a:ext uri="{FF2B5EF4-FFF2-40B4-BE49-F238E27FC236}">
                      <a16:creationId xmlns:a16="http://schemas.microsoft.com/office/drawing/2014/main" id="{B13E6B0A-9B22-874D-A5BB-CAB7052B0E58}"/>
                    </a:ext>
                  </a:extLst>
                </p:cNvPr>
                <p:cNvSpPr/>
                <p:nvPr/>
              </p:nvSpPr>
              <p:spPr bwMode="auto">
                <a:xfrm>
                  <a:off x="3573874" y="4581775"/>
                  <a:ext cx="439696" cy="257283"/>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7" name="Oval 1126">
                  <a:extLst>
                    <a:ext uri="{FF2B5EF4-FFF2-40B4-BE49-F238E27FC236}">
                      <a16:creationId xmlns:a16="http://schemas.microsoft.com/office/drawing/2014/main" id="{88C69275-D6D4-D64E-9433-86A12EE44DC2}"/>
                    </a:ext>
                  </a:extLst>
                </p:cNvPr>
                <p:cNvSpPr/>
                <p:nvPr/>
              </p:nvSpPr>
              <p:spPr bwMode="auto">
                <a:xfrm>
                  <a:off x="3559588" y="4591304"/>
                  <a:ext cx="463506" cy="24934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5" name="TextBox 389">
                <a:extLst>
                  <a:ext uri="{FF2B5EF4-FFF2-40B4-BE49-F238E27FC236}">
                    <a16:creationId xmlns:a16="http://schemas.microsoft.com/office/drawing/2014/main" id="{137E9DC6-E808-9244-BE10-49D98EA5A17A}"/>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4" name="Group 455">
              <a:extLst>
                <a:ext uri="{FF2B5EF4-FFF2-40B4-BE49-F238E27FC236}">
                  <a16:creationId xmlns:a16="http://schemas.microsoft.com/office/drawing/2014/main" id="{F9EC1EDD-92AD-2245-AE89-053A0D1F0A45}"/>
                </a:ext>
              </a:extLst>
            </p:cNvPr>
            <p:cNvGrpSpPr>
              <a:grpSpLocks/>
            </p:cNvGrpSpPr>
            <p:nvPr/>
          </p:nvGrpSpPr>
          <p:grpSpPr bwMode="auto">
            <a:xfrm>
              <a:off x="7319300" y="4710021"/>
              <a:ext cx="463612" cy="285749"/>
              <a:chOff x="3558850" y="4573304"/>
              <a:chExt cx="463568" cy="285869"/>
            </a:xfrm>
          </p:grpSpPr>
          <p:grpSp>
            <p:nvGrpSpPr>
              <p:cNvPr id="1120" name="Group 456">
                <a:extLst>
                  <a:ext uri="{FF2B5EF4-FFF2-40B4-BE49-F238E27FC236}">
                    <a16:creationId xmlns:a16="http://schemas.microsoft.com/office/drawing/2014/main" id="{CB1EA6B7-79F6-7C4E-B31B-F6338BD15A28}"/>
                  </a:ext>
                </a:extLst>
              </p:cNvPr>
              <p:cNvGrpSpPr>
                <a:grpSpLocks/>
              </p:cNvGrpSpPr>
              <p:nvPr/>
            </p:nvGrpSpPr>
            <p:grpSpPr bwMode="auto">
              <a:xfrm>
                <a:off x="3558850" y="4577634"/>
                <a:ext cx="463568" cy="262710"/>
                <a:chOff x="3558850" y="4577634"/>
                <a:chExt cx="463568" cy="262710"/>
              </a:xfrm>
            </p:grpSpPr>
            <p:sp>
              <p:nvSpPr>
                <p:cNvPr id="1122" name="Oval 1121">
                  <a:extLst>
                    <a:ext uri="{FF2B5EF4-FFF2-40B4-BE49-F238E27FC236}">
                      <a16:creationId xmlns:a16="http://schemas.microsoft.com/office/drawing/2014/main" id="{9BF9A7D0-3676-5B44-9F92-551F82BA815A}"/>
                    </a:ext>
                  </a:extLst>
                </p:cNvPr>
                <p:cNvSpPr/>
                <p:nvPr/>
              </p:nvSpPr>
              <p:spPr bwMode="auto">
                <a:xfrm>
                  <a:off x="3573654" y="4577540"/>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3" name="Oval 1122">
                  <a:extLst>
                    <a:ext uri="{FF2B5EF4-FFF2-40B4-BE49-F238E27FC236}">
                      <a16:creationId xmlns:a16="http://schemas.microsoft.com/office/drawing/2014/main" id="{F3145DFC-AFCD-7043-8580-05CA0BB4CB0F}"/>
                    </a:ext>
                  </a:extLst>
                </p:cNvPr>
                <p:cNvSpPr/>
                <p:nvPr/>
              </p:nvSpPr>
              <p:spPr bwMode="auto">
                <a:xfrm>
                  <a:off x="3559368" y="4587069"/>
                  <a:ext cx="463506" cy="252518"/>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1" name="TextBox 389">
                <a:extLst>
                  <a:ext uri="{FF2B5EF4-FFF2-40B4-BE49-F238E27FC236}">
                    <a16:creationId xmlns:a16="http://schemas.microsoft.com/office/drawing/2014/main" id="{F248CEB0-87E6-A44A-A50F-5C3EC5372B5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5" name="Group 460">
              <a:extLst>
                <a:ext uri="{FF2B5EF4-FFF2-40B4-BE49-F238E27FC236}">
                  <a16:creationId xmlns:a16="http://schemas.microsoft.com/office/drawing/2014/main" id="{4F7BA808-3479-484C-BAF0-5CC1FD0331EB}"/>
                </a:ext>
              </a:extLst>
            </p:cNvPr>
            <p:cNvGrpSpPr>
              <a:grpSpLocks/>
            </p:cNvGrpSpPr>
            <p:nvPr/>
          </p:nvGrpSpPr>
          <p:grpSpPr bwMode="auto">
            <a:xfrm>
              <a:off x="8307181" y="4707904"/>
              <a:ext cx="463612" cy="285749"/>
              <a:chOff x="3558850" y="4573304"/>
              <a:chExt cx="463568" cy="285869"/>
            </a:xfrm>
          </p:grpSpPr>
          <p:grpSp>
            <p:nvGrpSpPr>
              <p:cNvPr id="1116" name="Group 461">
                <a:extLst>
                  <a:ext uri="{FF2B5EF4-FFF2-40B4-BE49-F238E27FC236}">
                    <a16:creationId xmlns:a16="http://schemas.microsoft.com/office/drawing/2014/main" id="{933FA7BC-47D5-ED48-85E7-B486D7CBCA91}"/>
                  </a:ext>
                </a:extLst>
              </p:cNvPr>
              <p:cNvGrpSpPr>
                <a:grpSpLocks/>
              </p:cNvGrpSpPr>
              <p:nvPr/>
            </p:nvGrpSpPr>
            <p:grpSpPr bwMode="auto">
              <a:xfrm>
                <a:off x="3558850" y="4577634"/>
                <a:ext cx="463568" cy="262710"/>
                <a:chOff x="3558850" y="4577634"/>
                <a:chExt cx="463568" cy="262710"/>
              </a:xfrm>
            </p:grpSpPr>
            <p:sp>
              <p:nvSpPr>
                <p:cNvPr id="1118" name="Oval 1117">
                  <a:extLst>
                    <a:ext uri="{FF2B5EF4-FFF2-40B4-BE49-F238E27FC236}">
                      <a16:creationId xmlns:a16="http://schemas.microsoft.com/office/drawing/2014/main" id="{BFFF1AA5-D313-234B-BDA6-40E287FD081F}"/>
                    </a:ext>
                  </a:extLst>
                </p:cNvPr>
                <p:cNvSpPr/>
                <p:nvPr/>
              </p:nvSpPr>
              <p:spPr bwMode="auto">
                <a:xfrm>
                  <a:off x="3573198" y="4578069"/>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19" name="Oval 1118">
                  <a:extLst>
                    <a:ext uri="{FF2B5EF4-FFF2-40B4-BE49-F238E27FC236}">
                      <a16:creationId xmlns:a16="http://schemas.microsoft.com/office/drawing/2014/main" id="{08D261B5-FBF3-B541-B8CA-B63F648BEF5C}"/>
                    </a:ext>
                  </a:extLst>
                </p:cNvPr>
                <p:cNvSpPr/>
                <p:nvPr/>
              </p:nvSpPr>
              <p:spPr bwMode="auto">
                <a:xfrm>
                  <a:off x="3558912" y="4587598"/>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17" name="TextBox 389">
                <a:extLst>
                  <a:ext uri="{FF2B5EF4-FFF2-40B4-BE49-F238E27FC236}">
                    <a16:creationId xmlns:a16="http://schemas.microsoft.com/office/drawing/2014/main" id="{8386C9B3-5C0B-0443-98EF-8CDB1312E97F}"/>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474667"/>
            <a:ext cx="2698750" cy="903288"/>
            <a:chOff x="938213" y="5237163"/>
            <a:chExt cx="2698750" cy="903287"/>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237163"/>
              <a:ext cx="1616075" cy="487362"/>
              <a:chOff x="-4079003" y="2717403"/>
              <a:chExt cx="1616718" cy="488475"/>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946130" y="485078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3" name="Group 1162">
            <a:extLst>
              <a:ext uri="{FF2B5EF4-FFF2-40B4-BE49-F238E27FC236}">
                <a16:creationId xmlns:a16="http://schemas.microsoft.com/office/drawing/2014/main" id="{F8C15A5A-1645-0849-B8DE-390745B8EBA4}"/>
              </a:ext>
            </a:extLst>
          </p:cNvPr>
          <p:cNvGrpSpPr>
            <a:grpSpLocks/>
          </p:cNvGrpSpPr>
          <p:nvPr/>
        </p:nvGrpSpPr>
        <p:grpSpPr bwMode="auto">
          <a:xfrm>
            <a:off x="4390906" y="2898842"/>
            <a:ext cx="4051268" cy="2367063"/>
            <a:chOff x="-3855475" y="3644638"/>
            <a:chExt cx="4051268" cy="2367866"/>
          </a:xfrm>
        </p:grpSpPr>
        <p:cxnSp>
          <p:nvCxnSpPr>
            <p:cNvPr id="1164" name="Straight Arrow Connector 1163">
              <a:extLst>
                <a:ext uri="{FF2B5EF4-FFF2-40B4-BE49-F238E27FC236}">
                  <a16:creationId xmlns:a16="http://schemas.microsoft.com/office/drawing/2014/main" id="{D6CE7F18-1D47-9C49-BB85-76C5894DE532}"/>
                </a:ext>
              </a:extLst>
            </p:cNvPr>
            <p:cNvCxnSpPr>
              <a:cxnSpLocks/>
            </p:cNvCxnSpPr>
            <p:nvPr/>
          </p:nvCxnSpPr>
          <p:spPr bwMode="auto">
            <a:xfrm>
              <a:off x="-3855475" y="3664699"/>
              <a:ext cx="0" cy="2094800"/>
            </a:xfrm>
            <a:prstGeom prst="straightConnector1">
              <a:avLst/>
            </a:prstGeom>
            <a:noFill/>
            <a:ln w="12700" cap="flat" cmpd="sng" algn="ctr">
              <a:solidFill>
                <a:srgbClr val="CC0000"/>
              </a:solidFill>
              <a:prstDash val="solid"/>
              <a:tailEnd type="triangle"/>
            </a:ln>
            <a:effectLst/>
          </p:spPr>
        </p:cxnSp>
        <p:cxnSp>
          <p:nvCxnSpPr>
            <p:cNvPr id="1165" name="Straight Arrow Connector 1164">
              <a:extLst>
                <a:ext uri="{FF2B5EF4-FFF2-40B4-BE49-F238E27FC236}">
                  <a16:creationId xmlns:a16="http://schemas.microsoft.com/office/drawing/2014/main" id="{1C7BE6B4-EA67-FB4B-B50B-7E72D52ED7D1}"/>
                </a:ext>
              </a:extLst>
            </p:cNvPr>
            <p:cNvCxnSpPr>
              <a:cxnSpLocks noChangeShapeType="1"/>
            </p:cNvCxnSpPr>
            <p:nvPr/>
          </p:nvCxnSpPr>
          <p:spPr bwMode="auto">
            <a:xfrm>
              <a:off x="-2818087" y="3658010"/>
              <a:ext cx="0" cy="235449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6" name="Straight Arrow Connector 1165">
              <a:extLst>
                <a:ext uri="{FF2B5EF4-FFF2-40B4-BE49-F238E27FC236}">
                  <a16:creationId xmlns:a16="http://schemas.microsoft.com/office/drawing/2014/main" id="{57774C27-8FF6-9F4F-A17E-D2F743FE22FC}"/>
                </a:ext>
              </a:extLst>
            </p:cNvPr>
            <p:cNvCxnSpPr>
              <a:cxnSpLocks noChangeShapeType="1"/>
            </p:cNvCxnSpPr>
            <p:nvPr/>
          </p:nvCxnSpPr>
          <p:spPr bwMode="auto">
            <a:xfrm>
              <a:off x="-2006679" y="3655204"/>
              <a:ext cx="31396" cy="2331351"/>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7" name="Straight Arrow Connector 1166">
              <a:extLst>
                <a:ext uri="{FF2B5EF4-FFF2-40B4-BE49-F238E27FC236}">
                  <a16:creationId xmlns:a16="http://schemas.microsoft.com/office/drawing/2014/main" id="{1F481D65-016C-9E4F-A167-D6343A313652}"/>
                </a:ext>
              </a:extLst>
            </p:cNvPr>
            <p:cNvCxnSpPr>
              <a:cxnSpLocks noChangeShapeType="1"/>
            </p:cNvCxnSpPr>
            <p:nvPr/>
          </p:nvCxnSpPr>
          <p:spPr bwMode="auto">
            <a:xfrm>
              <a:off x="-817641" y="3644638"/>
              <a:ext cx="0" cy="236462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8" name="Straight Arrow Connector 1167">
              <a:extLst>
                <a:ext uri="{FF2B5EF4-FFF2-40B4-BE49-F238E27FC236}">
                  <a16:creationId xmlns:a16="http://schemas.microsoft.com/office/drawing/2014/main" id="{8D76033E-EA4A-B441-99A6-CFC1521E6CB2}"/>
                </a:ext>
              </a:extLst>
            </p:cNvPr>
            <p:cNvCxnSpPr>
              <a:cxnSpLocks noChangeShapeType="1"/>
            </p:cNvCxnSpPr>
            <p:nvPr/>
          </p:nvCxnSpPr>
          <p:spPr bwMode="auto">
            <a:xfrm>
              <a:off x="195792" y="3690049"/>
              <a:ext cx="1" cy="2311566"/>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sp>
        <p:nvSpPr>
          <p:cNvPr id="354" name="Slide Number Placeholder 4">
            <a:extLst>
              <a:ext uri="{FF2B5EF4-FFF2-40B4-BE49-F238E27FC236}">
                <a16:creationId xmlns:a16="http://schemas.microsoft.com/office/drawing/2014/main" id="{EB6E2EBA-F897-A249-9C0A-5C6AC0D9112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a:t>
            </a:fld>
            <a:endParaRPr lang="en-US" dirty="0"/>
          </a:p>
        </p:txBody>
      </p:sp>
    </p:spTree>
    <p:extLst>
      <p:ext uri="{BB962C8B-B14F-4D97-AF65-F5344CB8AC3E}">
        <p14:creationId xmlns:p14="http://schemas.microsoft.com/office/powerpoint/2010/main" val="162510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926"/>
                                        </p:tgtEl>
                                        <p:attrNameLst>
                                          <p:attrName>style.visibility</p:attrName>
                                        </p:attrNameLst>
                                      </p:cBhvr>
                                      <p:to>
                                        <p:strVal val="visible"/>
                                      </p:to>
                                    </p:set>
                                    <p:animEffect transition="in" filter="wipe(down)">
                                      <p:cBhvr>
                                        <p:cTn id="7" dur="500"/>
                                        <p:tgtEl>
                                          <p:spTgt spid="9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7"/>
                                        </p:tgtEl>
                                        <p:attrNameLst>
                                          <p:attrName>style.visibility</p:attrName>
                                        </p:attrNameLst>
                                      </p:cBhvr>
                                      <p:to>
                                        <p:strVal val="visible"/>
                                      </p:to>
                                    </p:set>
                                    <p:animEffect transition="in" filter="dissolve">
                                      <p:cBhvr>
                                        <p:cTn id="12" dur="500"/>
                                        <p:tgtEl>
                                          <p:spTgt spid="817"/>
                                        </p:tgtEl>
                                      </p:cBhvr>
                                    </p:animEffect>
                                  </p:childTnLst>
                                </p:cTn>
                              </p:par>
                              <p:par>
                                <p:cTn id="13" presetID="9" presetClass="entr" presetSubtype="0" fill="hold" nodeType="withEffect">
                                  <p:stCondLst>
                                    <p:cond delay="0"/>
                                  </p:stCondLst>
                                  <p:childTnLst>
                                    <p:set>
                                      <p:cBhvr>
                                        <p:cTn id="14" dur="1" fill="hold">
                                          <p:stCondLst>
                                            <p:cond delay="0"/>
                                          </p:stCondLst>
                                        </p:cTn>
                                        <p:tgtEl>
                                          <p:spTgt spid="1110"/>
                                        </p:tgtEl>
                                        <p:attrNameLst>
                                          <p:attrName>style.visibility</p:attrName>
                                        </p:attrNameLst>
                                      </p:cBhvr>
                                      <p:to>
                                        <p:strVal val="visible"/>
                                      </p:to>
                                    </p:set>
                                    <p:animEffect transition="in" filter="dissolve">
                                      <p:cBhvr>
                                        <p:cTn id="15" dur="500"/>
                                        <p:tgtEl>
                                          <p:spTgt spid="111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00"/>
                                        </p:tgtEl>
                                        <p:attrNameLst>
                                          <p:attrName>style.visibility</p:attrName>
                                        </p:attrNameLst>
                                      </p:cBhvr>
                                      <p:to>
                                        <p:strVal val="visible"/>
                                      </p:to>
                                    </p:set>
                                    <p:animEffect transition="in" filter="dissolve">
                                      <p:cBhvr>
                                        <p:cTn id="20" dur="500"/>
                                        <p:tgtEl>
                                          <p:spTgt spid="90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163"/>
                                        </p:tgtEl>
                                        <p:attrNameLst>
                                          <p:attrName>style.visibility</p:attrName>
                                        </p:attrNameLst>
                                      </p:cBhvr>
                                      <p:to>
                                        <p:strVal val="visible"/>
                                      </p:to>
                                    </p:set>
                                    <p:animEffect transition="in" filter="wipe(up)">
                                      <p:cBhvr>
                                        <p:cTn id="25" dur="500"/>
                                        <p:tgtEl>
                                          <p:spTgt spid="1163"/>
                                        </p:tgtEl>
                                      </p:cBhvr>
                                    </p:animEffect>
                                  </p:childTnLst>
                                </p:cTn>
                              </p:par>
                              <p:par>
                                <p:cTn id="26" presetID="9" presetClass="entr" presetSubtype="0" fill="hold" nodeType="withEffect">
                                  <p:stCondLst>
                                    <p:cond delay="0"/>
                                  </p:stCondLst>
                                  <p:childTnLst>
                                    <p:set>
                                      <p:cBhvr>
                                        <p:cTn id="27" dur="1" fill="hold">
                                          <p:stCondLst>
                                            <p:cond delay="0"/>
                                          </p:stCondLst>
                                        </p:cTn>
                                        <p:tgtEl>
                                          <p:spTgt spid="1037"/>
                                        </p:tgtEl>
                                        <p:attrNameLst>
                                          <p:attrName>style.visibility</p:attrName>
                                        </p:attrNameLst>
                                      </p:cBhvr>
                                      <p:to>
                                        <p:strVal val="visible"/>
                                      </p:to>
                                    </p:set>
                                    <p:animEffect transition="in" filter="dissolve">
                                      <p:cBhvr>
                                        <p:cTn id="28" dur="500"/>
                                        <p:tgtEl>
                                          <p:spTgt spid="1037"/>
                                        </p:tgtEl>
                                      </p:cBhvr>
                                    </p:animEffect>
                                  </p:childTnLst>
                                </p:cTn>
                              </p:par>
                              <p:par>
                                <p:cTn id="29" presetID="9"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dissolve">
                                      <p:cBhvr>
                                        <p:cTn id="31" dur="500"/>
                                        <p:tgtEl>
                                          <p:spTgt spid="3"/>
                                        </p:tgtEl>
                                      </p:cBhvr>
                                    </p:animEffect>
                                  </p:childTnLst>
                                </p:cTn>
                              </p:par>
                            </p:childTnLst>
                          </p:cTn>
                        </p:par>
                        <p:par>
                          <p:cTn id="32" fill="hold">
                            <p:stCondLst>
                              <p:cond delay="500"/>
                            </p:stCondLst>
                            <p:childTnLst>
                              <p:par>
                                <p:cTn id="33" presetID="9" presetClass="entr" presetSubtype="0" fill="hold" nodeType="afterEffect">
                                  <p:stCondLst>
                                    <p:cond delay="500"/>
                                  </p:stCondLst>
                                  <p:childTnLst>
                                    <p:set>
                                      <p:cBhvr>
                                        <p:cTn id="34" dur="1" fill="hold">
                                          <p:stCondLst>
                                            <p:cond delay="0"/>
                                          </p:stCondLst>
                                        </p:cTn>
                                        <p:tgtEl>
                                          <p:spTgt spid="1043"/>
                                        </p:tgtEl>
                                        <p:attrNameLst>
                                          <p:attrName>style.visibility</p:attrName>
                                        </p:attrNameLst>
                                      </p:cBhvr>
                                      <p:to>
                                        <p:strVal val="visible"/>
                                      </p:to>
                                    </p:set>
                                    <p:animEffect transition="in" filter="dissolve">
                                      <p:cBhvr>
                                        <p:cTn id="35" dur="2000"/>
                                        <p:tgtEl>
                                          <p:spTgt spid="104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96"/>
                                        </p:tgtEl>
                                        <p:attrNameLst>
                                          <p:attrName>style.visibility</p:attrName>
                                        </p:attrNameLst>
                                      </p:cBhvr>
                                      <p:to>
                                        <p:strVal val="visible"/>
                                      </p:to>
                                    </p:set>
                                    <p:animEffect transition="in" filter="dissolve">
                                      <p:cBhvr>
                                        <p:cTn id="40" dur="500"/>
                                        <p:tgtEl>
                                          <p:spTgt spid="8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 service model</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1050233" y="2623931"/>
            <a:ext cx="4621697" cy="3208477"/>
          </a:xfrm>
        </p:spPr>
        <p:txBody>
          <a:bodyPr>
            <a:normAutofit/>
          </a:bodyPr>
          <a:lstStyle/>
          <a:p>
            <a:pPr>
              <a:buFont typeface="Wingdings" charset="0"/>
              <a:buNone/>
              <a:defRPr/>
            </a:pPr>
            <a:r>
              <a:rPr lang="en-US" sz="3200" dirty="0">
                <a:solidFill>
                  <a:srgbClr val="C00000"/>
                </a:solidFill>
              </a:rPr>
              <a:t>example services for </a:t>
            </a:r>
            <a:r>
              <a:rPr lang="en-US" sz="3200" i="1" dirty="0">
                <a:solidFill>
                  <a:srgbClr val="C00000"/>
                </a:solidFill>
              </a:rPr>
              <a:t>individual</a:t>
            </a:r>
            <a:r>
              <a:rPr lang="en-US" sz="3200" dirty="0">
                <a:solidFill>
                  <a:srgbClr val="C00000"/>
                </a:solidFill>
              </a:rPr>
              <a:t> datagrams</a:t>
            </a:r>
            <a:r>
              <a:rPr lang="en-US" sz="3200" dirty="0">
                <a:solidFill>
                  <a:srgbClr val="CC0000"/>
                </a:solidFill>
              </a:rPr>
              <a:t>:</a:t>
            </a:r>
          </a:p>
          <a:p>
            <a:pPr>
              <a:buFont typeface="Wingdings" charset="2"/>
              <a:buChar char="§"/>
              <a:defRPr/>
            </a:pPr>
            <a:r>
              <a:rPr lang="en-US" dirty="0"/>
              <a:t>guaranteed delivery</a:t>
            </a:r>
          </a:p>
          <a:p>
            <a:pPr>
              <a:buFont typeface="Wingdings" charset="2"/>
              <a:buChar char="§"/>
              <a:defRPr/>
            </a:pPr>
            <a:r>
              <a:rPr lang="en-US" dirty="0"/>
              <a:t>guaranteed delivery with less than 40 msec delay</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2597426"/>
            <a:ext cx="5502965" cy="3564837"/>
          </a:xfrm>
        </p:spPr>
        <p:txBody>
          <a:bodyPr>
            <a:normAutofit/>
          </a:bodyPr>
          <a:lstStyle/>
          <a:p>
            <a:pPr>
              <a:buNone/>
            </a:pPr>
            <a:r>
              <a:rPr lang="en-US" altLang="en-US" sz="3200" dirty="0">
                <a:solidFill>
                  <a:srgbClr val="CC0000"/>
                </a:solidFill>
                <a:ea typeface="ＭＳ Ｐゴシック" panose="020B0600070205080204" pitchFamily="34" charset="-128"/>
                <a:cs typeface="ＭＳ Ｐゴシック" panose="020B0600070205080204" pitchFamily="34" charset="-128"/>
              </a:rPr>
              <a:t>example services for a </a:t>
            </a:r>
            <a:r>
              <a:rPr lang="en-US" altLang="en-US" sz="3200" i="1" dirty="0">
                <a:solidFill>
                  <a:srgbClr val="CC0000"/>
                </a:solidFill>
                <a:ea typeface="ＭＳ Ｐゴシック" panose="020B0600070205080204" pitchFamily="34" charset="-128"/>
                <a:cs typeface="ＭＳ Ｐゴシック" panose="020B0600070205080204" pitchFamily="34" charset="-128"/>
              </a:rPr>
              <a:t>flow</a:t>
            </a:r>
            <a:r>
              <a:rPr lang="en-US" altLang="en-US" sz="3200" dirty="0">
                <a:solidFill>
                  <a:srgbClr val="CC0000"/>
                </a:solidFill>
                <a:ea typeface="ＭＳ Ｐゴシック" panose="020B0600070205080204" pitchFamily="34" charset="-128"/>
                <a:cs typeface="ＭＳ Ｐゴシック" panose="020B0600070205080204" pitchFamily="34" charset="-128"/>
              </a:rPr>
              <a:t> of datagrams:</a:t>
            </a:r>
          </a:p>
          <a:p>
            <a:r>
              <a:rPr lang="en-US" altLang="en-US" dirty="0">
                <a:ea typeface="ＭＳ Ｐゴシック" panose="020B0600070205080204" pitchFamily="34" charset="-128"/>
                <a:cs typeface="ＭＳ Ｐゴシック" panose="020B0600070205080204" pitchFamily="34" charset="-128"/>
              </a:rPr>
              <a:t>in-order datagram delivery</a:t>
            </a:r>
          </a:p>
          <a:p>
            <a:r>
              <a:rPr lang="en-US" altLang="en-US" dirty="0">
                <a:ea typeface="ＭＳ Ｐゴシック" panose="020B0600070205080204" pitchFamily="34" charset="-128"/>
                <a:cs typeface="ＭＳ Ｐゴシック" panose="020B0600070205080204" pitchFamily="34" charset="-128"/>
              </a:rPr>
              <a:t>guaranteed minimum bandwidth to flow</a:t>
            </a:r>
          </a:p>
          <a:p>
            <a:r>
              <a:rPr lang="en-US" altLang="en-US" dirty="0">
                <a:ea typeface="ＭＳ Ｐゴシック" panose="020B0600070205080204" pitchFamily="34" charset="-128"/>
                <a:cs typeface="ＭＳ Ｐゴシック" panose="020B0600070205080204" pitchFamily="34" charset="-128"/>
              </a:rPr>
              <a:t>restrictions on changes in inter-packet spacing</a:t>
            </a:r>
          </a:p>
          <a:p>
            <a:endParaRPr lang="en-US"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1033668" y="1403834"/>
            <a:ext cx="1078727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20000"/>
              </a:spcBef>
              <a:spcAft>
                <a:spcPts val="0"/>
              </a:spcAft>
              <a:buClr>
                <a:srgbClr val="ED7D31"/>
              </a:buClr>
              <a:buSzPct val="85000"/>
              <a:buFont typeface="ZapfDingbats"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What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service model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channel” transporting datagrams from sender to receiver?</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Slide Number Placeholder 4">
            <a:extLst>
              <a:ext uri="{FF2B5EF4-FFF2-40B4-BE49-F238E27FC236}">
                <a16:creationId xmlns:a16="http://schemas.microsoft.com/office/drawing/2014/main" id="{BCE52C15-0B00-9649-90D9-D506878A4BC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a:t>
            </a:fld>
            <a:endParaRPr lang="en-US" dirty="0"/>
          </a:p>
        </p:txBody>
      </p:sp>
    </p:spTree>
    <p:extLst>
      <p:ext uri="{BB962C8B-B14F-4D97-AF65-F5344CB8AC3E}">
        <p14:creationId xmlns:p14="http://schemas.microsoft.com/office/powerpoint/2010/main" val="357709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76539A4-4744-8842-8ED2-36EF0B5DAA55}"/>
              </a:ext>
            </a:extLst>
          </p:cNvPr>
          <p:cNvSpPr/>
          <p:nvPr/>
        </p:nvSpPr>
        <p:spPr>
          <a:xfrm>
            <a:off x="821410" y="3093349"/>
            <a:ext cx="10120393" cy="29044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Line 16">
            <a:extLst>
              <a:ext uri="{FF2B5EF4-FFF2-40B4-BE49-F238E27FC236}">
                <a16:creationId xmlns:a16="http://schemas.microsoft.com/office/drawing/2014/main" id="{B1FE5F6C-026F-0544-9F5F-295E95B4FC3A}"/>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B777822C-9D57-814F-877A-2273D1202ED7}"/>
              </a:ext>
            </a:extLst>
          </p:cNvPr>
          <p:cNvGrpSpPr/>
          <p:nvPr/>
        </p:nvGrpSpPr>
        <p:grpSpPr>
          <a:xfrm>
            <a:off x="1859797" y="3440624"/>
            <a:ext cx="8105613" cy="2557221"/>
            <a:chOff x="852407" y="3270142"/>
            <a:chExt cx="8105613" cy="2557221"/>
          </a:xfrm>
        </p:grpSpPr>
        <p:sp>
          <p:nvSpPr>
            <p:cNvPr id="28" name="TextBox 27">
              <a:extLst>
                <a:ext uri="{FF2B5EF4-FFF2-40B4-BE49-F238E27FC236}">
                  <a16:creationId xmlns:a16="http://schemas.microsoft.com/office/drawing/2014/main" id="{828EFD12-C61D-5143-AE81-9D893932CA81}"/>
                </a:ext>
              </a:extLst>
            </p:cNvPr>
            <p:cNvSpPr txBox="1"/>
            <p:nvPr/>
          </p:nvSpPr>
          <p:spPr>
            <a:xfrm>
              <a:off x="1175287" y="3794500"/>
              <a:ext cx="7516160" cy="181588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No</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guarantees on</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successful</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datagram delivery to destination</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timing or order of delivery</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bandwidth available to end-end flow</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78D0C32C-957E-6540-8CA6-963771BBE837}"/>
                </a:ext>
              </a:extLst>
            </p:cNvPr>
            <p:cNvSpPr/>
            <p:nvPr/>
          </p:nvSpPr>
          <p:spPr>
            <a:xfrm>
              <a:off x="852407" y="3502617"/>
              <a:ext cx="8105613" cy="2324746"/>
            </a:xfrm>
            <a:prstGeom prst="rect">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611B64E3-F240-2E4A-9BB4-1C9FDFBB21EA}"/>
                </a:ext>
              </a:extLst>
            </p:cNvPr>
            <p:cNvSpPr txBox="1"/>
            <p:nvPr/>
          </p:nvSpPr>
          <p:spPr>
            <a:xfrm>
              <a:off x="1100380" y="3270142"/>
              <a:ext cx="5474191"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Internet  “best effort” service model</a:t>
              </a:r>
            </a:p>
          </p:txBody>
        </p:sp>
      </p:grpSp>
      <p:sp>
        <p:nvSpPr>
          <p:cNvPr id="29" name="Text Box 15">
            <a:extLst>
              <a:ext uri="{FF2B5EF4-FFF2-40B4-BE49-F238E27FC236}">
                <a16:creationId xmlns:a16="http://schemas.microsoft.com/office/drawing/2014/main" id="{9BD70DA9-3274-304C-A354-2FF885CD2536}"/>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1" name="Slide Number Placeholder 4">
            <a:extLst>
              <a:ext uri="{FF2B5EF4-FFF2-40B4-BE49-F238E27FC236}">
                <a16:creationId xmlns:a16="http://schemas.microsoft.com/office/drawing/2014/main" id="{CC41D844-4BFF-004B-B364-1106DEFC8A1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a:t>
            </a:fld>
            <a:endParaRPr lang="en-US" dirty="0"/>
          </a:p>
        </p:txBody>
      </p:sp>
    </p:spTree>
    <p:extLst>
      <p:ext uri="{BB962C8B-B14F-4D97-AF65-F5344CB8AC3E}">
        <p14:creationId xmlns:p14="http://schemas.microsoft.com/office/powerpoint/2010/main" val="789343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6" name="Text Box 15">
            <a:extLst>
              <a:ext uri="{FF2B5EF4-FFF2-40B4-BE49-F238E27FC236}">
                <a16:creationId xmlns:a16="http://schemas.microsoft.com/office/drawing/2014/main" id="{479EAFF1-C146-F24F-9503-6BE4EF35EFE9}"/>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7" name="Line 16">
            <a:extLst>
              <a:ext uri="{FF2B5EF4-FFF2-40B4-BE49-F238E27FC236}">
                <a16:creationId xmlns:a16="http://schemas.microsoft.com/office/drawing/2014/main" id="{A7360785-A1D9-E240-8C62-5B61E714BE89}"/>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Slide Number Placeholder 4">
            <a:extLst>
              <a:ext uri="{FF2B5EF4-FFF2-40B4-BE49-F238E27FC236}">
                <a16:creationId xmlns:a16="http://schemas.microsoft.com/office/drawing/2014/main" id="{34A31A66-AE43-4140-AE73-7F9488AFC11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11</a:t>
            </a:fld>
            <a:endParaRPr lang="en-US" dirty="0"/>
          </a:p>
        </p:txBody>
      </p:sp>
    </p:spTree>
    <p:extLst>
      <p:ext uri="{BB962C8B-B14F-4D97-AF65-F5344CB8AC3E}">
        <p14:creationId xmlns:p14="http://schemas.microsoft.com/office/powerpoint/2010/main" val="2954852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Reflections on best-effort  service: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48755" y="1399565"/>
            <a:ext cx="10836967" cy="4691268"/>
          </a:xfrm>
        </p:spPr>
        <p:txBody>
          <a:bodyPr>
            <a:normAutofit/>
          </a:bodyPr>
          <a:lstStyle/>
          <a:p>
            <a:pPr>
              <a:buFont typeface="Wingdings" charset="2"/>
              <a:buChar char="§"/>
              <a:defRPr/>
            </a:pPr>
            <a:r>
              <a:rPr lang="en-US" dirty="0">
                <a:solidFill>
                  <a:srgbClr val="0013A3"/>
                </a:solidFill>
              </a:rPr>
              <a:t>simplicity of mechanism </a:t>
            </a:r>
            <a:r>
              <a:rPr lang="en-US" dirty="0"/>
              <a:t>has allowed Internet to be widely deployed adopted</a:t>
            </a:r>
          </a:p>
          <a:p>
            <a:pPr>
              <a:buFont typeface="Wingdings" charset="2"/>
              <a:buChar char="§"/>
              <a:defRPr/>
            </a:pPr>
            <a:r>
              <a:rPr lang="en-US" dirty="0"/>
              <a:t>sufficient </a:t>
            </a:r>
            <a:r>
              <a:rPr lang="en-US" dirty="0">
                <a:solidFill>
                  <a:srgbClr val="0013A3"/>
                </a:solidFill>
              </a:rPr>
              <a:t>provisioning of bandwidth</a:t>
            </a:r>
            <a:r>
              <a:rPr lang="en-US" dirty="0"/>
              <a:t> allows performance of real-time applications (e.g., interactive voice, video) to be “good enough” for “most of the time”</a:t>
            </a:r>
          </a:p>
          <a:p>
            <a:pPr>
              <a:buFont typeface="Wingdings" charset="2"/>
              <a:buChar char="§"/>
              <a:defRPr/>
            </a:pPr>
            <a:r>
              <a:rPr lang="en-US" dirty="0">
                <a:solidFill>
                  <a:srgbClr val="0013A3"/>
                </a:solidFill>
              </a:rPr>
              <a:t>replicated, application-layer distributed services </a:t>
            </a:r>
            <a:r>
              <a:rPr lang="en-US" dirty="0"/>
              <a:t>(datacenters, content distribution networks) connecting close to clients’ networks, allow services to be provided from multiple locations</a:t>
            </a:r>
          </a:p>
          <a:p>
            <a:pPr>
              <a:buFont typeface="Wingdings" charset="2"/>
              <a:buChar char="§"/>
              <a:defRPr/>
            </a:pPr>
            <a:r>
              <a:rPr lang="en-US" dirty="0"/>
              <a:t>congestion control of “elastic” services helps</a:t>
            </a:r>
          </a:p>
          <a:p>
            <a:pPr marL="130175" indent="0">
              <a:buNone/>
            </a:pPr>
            <a:endParaRPr lang="en-US" dirty="0"/>
          </a:p>
        </p:txBody>
      </p:sp>
      <p:sp>
        <p:nvSpPr>
          <p:cNvPr id="7" name="TextBox 6">
            <a:extLst>
              <a:ext uri="{FF2B5EF4-FFF2-40B4-BE49-F238E27FC236}">
                <a16:creationId xmlns:a16="http://schemas.microsoft.com/office/drawing/2014/main" id="{A62B6DB3-9428-AA4F-A9F0-FA024E48D16D}"/>
              </a:ext>
            </a:extLst>
          </p:cNvPr>
          <p:cNvSpPr txBox="1"/>
          <p:nvPr/>
        </p:nvSpPr>
        <p:spPr>
          <a:xfrm flipH="1">
            <a:off x="1131375" y="5749871"/>
            <a:ext cx="10104895"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It’s hard to argue with success of best-effort service model </a:t>
            </a:r>
          </a:p>
        </p:txBody>
      </p:sp>
      <p:sp>
        <p:nvSpPr>
          <p:cNvPr id="5" name="Slide Number Placeholder 4">
            <a:extLst>
              <a:ext uri="{FF2B5EF4-FFF2-40B4-BE49-F238E27FC236}">
                <a16:creationId xmlns:a16="http://schemas.microsoft.com/office/drawing/2014/main" id="{F7F6B907-925A-7C4B-8121-37A5FA8A6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12</a:t>
            </a:fld>
            <a:endParaRPr lang="en-US" dirty="0"/>
          </a:p>
        </p:txBody>
      </p:sp>
    </p:spTree>
    <p:extLst>
      <p:ext uri="{BB962C8B-B14F-4D97-AF65-F5344CB8AC3E}">
        <p14:creationId xmlns:p14="http://schemas.microsoft.com/office/powerpoint/2010/main" val="462188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dissolv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dissolv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dissolv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Box 12">
            <a:extLst>
              <a:ext uri="{FF2B5EF4-FFF2-40B4-BE49-F238E27FC236}">
                <a16:creationId xmlns:a16="http://schemas.microsoft.com/office/drawing/2014/main" id="{39713235-40E8-FD43-A0F7-09AF038C8856}"/>
              </a:ext>
            </a:extLst>
          </p:cNvPr>
          <p:cNvSpPr txBox="1">
            <a:spLocks noChangeArrowheads="1"/>
          </p:cNvSpPr>
          <p:nvPr/>
        </p:nvSpPr>
        <p:spPr bwMode="auto">
          <a:xfrm>
            <a:off x="1188002" y="6033604"/>
            <a:ext cx="73207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what happens if ranges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divide up so nicely?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7" name="Picture 26">
            <a:extLst>
              <a:ext uri="{FF2B5EF4-FFF2-40B4-BE49-F238E27FC236}">
                <a16:creationId xmlns:a16="http://schemas.microsoft.com/office/drawing/2014/main" id="{26C911F9-D713-DF44-9F74-E50D01F6C43A}"/>
              </a:ext>
            </a:extLst>
          </p:cNvPr>
          <p:cNvPicPr>
            <a:picLocks noChangeAspect="1"/>
          </p:cNvPicPr>
          <p:nvPr/>
        </p:nvPicPr>
        <p:blipFill>
          <a:blip r:embed="rId3"/>
          <a:stretch>
            <a:fillRect/>
          </a:stretch>
        </p:blipFill>
        <p:spPr>
          <a:xfrm>
            <a:off x="1056411" y="3154505"/>
            <a:ext cx="9375866" cy="2779571"/>
          </a:xfrm>
          <a:prstGeom prst="rect">
            <a:avLst/>
          </a:prstGeom>
        </p:spPr>
      </p:pic>
      <p:grpSp>
        <p:nvGrpSpPr>
          <p:cNvPr id="7" name="Group 6">
            <a:extLst>
              <a:ext uri="{FF2B5EF4-FFF2-40B4-BE49-F238E27FC236}">
                <a16:creationId xmlns:a16="http://schemas.microsoft.com/office/drawing/2014/main" id="{625C7E65-E330-D54C-9458-A2526E45EE84}"/>
              </a:ext>
            </a:extLst>
          </p:cNvPr>
          <p:cNvGrpSpPr/>
          <p:nvPr/>
        </p:nvGrpSpPr>
        <p:grpSpPr>
          <a:xfrm>
            <a:off x="898734" y="1108364"/>
            <a:ext cx="9699993" cy="2044580"/>
            <a:chOff x="898734" y="1108364"/>
            <a:chExt cx="9699993" cy="2044580"/>
          </a:xfrm>
        </p:grpSpPr>
        <p:pic>
          <p:nvPicPr>
            <p:cNvPr id="28" name="Picture 27">
              <a:extLst>
                <a:ext uri="{FF2B5EF4-FFF2-40B4-BE49-F238E27FC236}">
                  <a16:creationId xmlns:a16="http://schemas.microsoft.com/office/drawing/2014/main" id="{AB2C9B1D-B13F-2A44-BFD7-FE059F60C03B}"/>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1FAB1BC2-A9DF-384B-9E93-78C77805E9B5}"/>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Destination-based forwarding</a:t>
            </a:r>
          </a:p>
        </p:txBody>
      </p:sp>
      <p:grpSp>
        <p:nvGrpSpPr>
          <p:cNvPr id="9" name="Group 8">
            <a:extLst>
              <a:ext uri="{FF2B5EF4-FFF2-40B4-BE49-F238E27FC236}">
                <a16:creationId xmlns:a16="http://schemas.microsoft.com/office/drawing/2014/main" id="{BDFBC640-7D8A-6C4E-A73D-113F295A0D69}"/>
              </a:ext>
            </a:extLst>
          </p:cNvPr>
          <p:cNvGrpSpPr/>
          <p:nvPr/>
        </p:nvGrpSpPr>
        <p:grpSpPr>
          <a:xfrm>
            <a:off x="1038514" y="2679128"/>
            <a:ext cx="9093336" cy="1283278"/>
            <a:chOff x="1038514" y="2679128"/>
            <a:chExt cx="9093336" cy="1283278"/>
          </a:xfrm>
        </p:grpSpPr>
        <p:pic>
          <p:nvPicPr>
            <p:cNvPr id="29" name="Picture 28">
              <a:extLst>
                <a:ext uri="{FF2B5EF4-FFF2-40B4-BE49-F238E27FC236}">
                  <a16:creationId xmlns:a16="http://schemas.microsoft.com/office/drawing/2014/main" id="{16512AEA-D127-3748-A1EB-EB563AC90228}"/>
                </a:ext>
              </a:extLst>
            </p:cNvPr>
            <p:cNvPicPr>
              <a:picLocks noChangeAspect="1"/>
            </p:cNvPicPr>
            <p:nvPr/>
          </p:nvPicPr>
          <p:blipFill>
            <a:blip r:embed="rId5"/>
            <a:stretch>
              <a:fillRect/>
            </a:stretch>
          </p:blipFill>
          <p:spPr>
            <a:xfrm>
              <a:off x="1038514" y="2679128"/>
              <a:ext cx="9093336" cy="1283278"/>
            </a:xfrm>
            <a:prstGeom prst="rect">
              <a:avLst/>
            </a:prstGeom>
          </p:spPr>
        </p:pic>
        <p:sp>
          <p:nvSpPr>
            <p:cNvPr id="8" name="TextBox 7">
              <a:extLst>
                <a:ext uri="{FF2B5EF4-FFF2-40B4-BE49-F238E27FC236}">
                  <a16:creationId xmlns:a16="http://schemas.microsoft.com/office/drawing/2014/main" id="{9EF59FBD-8B2C-9141-A4D8-C536B3311F8A}"/>
                </a:ext>
              </a:extLst>
            </p:cNvPr>
            <p:cNvSpPr txBox="1"/>
            <p:nvPr/>
          </p:nvSpPr>
          <p:spPr>
            <a:xfrm>
              <a:off x="8451272" y="3131128"/>
              <a:ext cx="886691" cy="43088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sp>
        <p:nvSpPr>
          <p:cNvPr id="11" name="Slide Number Placeholder 4">
            <a:extLst>
              <a:ext uri="{FF2B5EF4-FFF2-40B4-BE49-F238E27FC236}">
                <a16:creationId xmlns:a16="http://schemas.microsoft.com/office/drawing/2014/main" id="{81C74D07-6178-E24A-9413-942CDFCE346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13</a:t>
            </a:fld>
            <a:endParaRPr lang="en-US" dirty="0"/>
          </a:p>
        </p:txBody>
      </p:sp>
    </p:spTree>
    <p:extLst>
      <p:ext uri="{BB962C8B-B14F-4D97-AF65-F5344CB8AC3E}">
        <p14:creationId xmlns:p14="http://schemas.microsoft.com/office/powerpoint/2010/main" val="3657912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42" presetClass="path" presetSubtype="0" accel="50000" decel="50000" fill="hold" nodeType="withEffect">
                                  <p:stCondLst>
                                    <p:cond delay="0"/>
                                  </p:stCondLst>
                                  <p:childTnLst>
                                    <p:animMotion origin="layout" path="M -3.75E-6 1.11022E-16 L 0.00052 0.10718 " pathEditMode="relative" rAng="0" ptsTypes="AA">
                                      <p:cBhvr>
                                        <p:cTn id="9" dur="2000" fill="hold"/>
                                        <p:tgtEl>
                                          <p:spTgt spid="27"/>
                                        </p:tgtEl>
                                        <p:attrNameLst>
                                          <p:attrName>ppt_x</p:attrName>
                                          <p:attrName>ppt_y</p:attrName>
                                        </p:attrNameLst>
                                      </p:cBhvr>
                                      <p:rCtr x="26" y="5347"/>
                                    </p:animMotion>
                                  </p:childTnLst>
                                </p:cTn>
                              </p:par>
                              <p:par>
                                <p:cTn id="10" presetID="42" presetClass="path" presetSubtype="0" accel="50000" decel="50000" fill="hold" nodeType="withEffect">
                                  <p:stCondLst>
                                    <p:cond delay="0"/>
                                  </p:stCondLst>
                                  <p:childTnLst>
                                    <p:animMotion origin="layout" path="M -4.375E-6 1.85185E-6 L 0.00013 -0.05417 " pathEditMode="relative" rAng="0" ptsTypes="AA">
                                      <p:cBhvr>
                                        <p:cTn id="11" dur="2000" fill="hold"/>
                                        <p:tgtEl>
                                          <p:spTgt spid="7"/>
                                        </p:tgtEl>
                                        <p:attrNameLst>
                                          <p:attrName>ppt_x</p:attrName>
                                          <p:attrName>ppt_y</p:attrName>
                                        </p:attrNameLst>
                                      </p:cBhvr>
                                      <p:rCtr x="0" y="-2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nvGrpSpPr>
          <p:cNvPr id="3" name="Group 2">
            <a:extLst>
              <a:ext uri="{FF2B5EF4-FFF2-40B4-BE49-F238E27FC236}">
                <a16:creationId xmlns:a16="http://schemas.microsoft.com/office/drawing/2014/main" id="{03D13401-BB00-AB4B-8905-3EDC38C55E44}"/>
              </a:ext>
            </a:extLst>
          </p:cNvPr>
          <p:cNvGrpSpPr/>
          <p:nvPr/>
        </p:nvGrpSpPr>
        <p:grpSpPr>
          <a:xfrm>
            <a:off x="2674601" y="3416024"/>
            <a:ext cx="7479325" cy="2180038"/>
            <a:chOff x="2674601" y="3416024"/>
            <a:chExt cx="7479325" cy="2180038"/>
          </a:xfrm>
        </p:grpSpPr>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grpSp>
        <p:nvGrpSpPr>
          <p:cNvPr id="4" name="Group 3">
            <a:extLst>
              <a:ext uri="{FF2B5EF4-FFF2-40B4-BE49-F238E27FC236}">
                <a16:creationId xmlns:a16="http://schemas.microsoft.com/office/drawing/2014/main" id="{F655AE30-180F-9548-B5CE-B9911AA53A47}"/>
              </a:ext>
            </a:extLst>
          </p:cNvPr>
          <p:cNvGrpSpPr/>
          <p:nvPr/>
        </p:nvGrpSpPr>
        <p:grpSpPr>
          <a:xfrm>
            <a:off x="789703" y="5747609"/>
            <a:ext cx="9305341" cy="903606"/>
            <a:chOff x="789703" y="5747609"/>
            <a:chExt cx="9305341" cy="903606"/>
          </a:xfrm>
        </p:grpSpPr>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sp>
        <p:nvSpPr>
          <p:cNvPr id="31" name="Slide Number Placeholder 4">
            <a:extLst>
              <a:ext uri="{FF2B5EF4-FFF2-40B4-BE49-F238E27FC236}">
                <a16:creationId xmlns:a16="http://schemas.microsoft.com/office/drawing/2014/main" id="{EC760D1C-B9BF-9F46-BBE7-A444C5F6877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14</a:t>
            </a:fld>
            <a:endParaRPr lang="en-US" dirty="0"/>
          </a:p>
        </p:txBody>
      </p:sp>
    </p:spTree>
    <p:extLst>
      <p:ext uri="{BB962C8B-B14F-4D97-AF65-F5344CB8AC3E}">
        <p14:creationId xmlns:p14="http://schemas.microsoft.com/office/powerpoint/2010/main" val="1421189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03563" y="3297382"/>
            <a:ext cx="9670473" cy="3560618"/>
            <a:chOff x="803563" y="3297382"/>
            <a:chExt cx="9670473" cy="3560618"/>
          </a:xfrm>
        </p:grpSpPr>
        <p:sp>
          <p:nvSpPr>
            <p:cNvPr id="7" name="Freeform 6">
              <a:extLst>
                <a:ext uri="{FF2B5EF4-FFF2-40B4-BE49-F238E27FC236}">
                  <a16:creationId xmlns:a16="http://schemas.microsoft.com/office/drawing/2014/main" id="{A848FF30-7F47-EF40-9B21-6336F9996053}"/>
                </a:ext>
              </a:extLst>
            </p:cNvPr>
            <p:cNvSpPr/>
            <p:nvPr/>
          </p:nvSpPr>
          <p:spPr>
            <a:xfrm>
              <a:off x="845127" y="32973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418" y="1108364"/>
                  </a:lnTo>
                  <a:lnTo>
                    <a:pt x="5375564" y="665017"/>
                  </a:lnTo>
                  <a:lnTo>
                    <a:pt x="1856509" y="651163"/>
                  </a:lnTo>
                  <a:lnTo>
                    <a:pt x="1870364" y="1122218"/>
                  </a:lnTo>
                  <a:lnTo>
                    <a:pt x="0" y="1080654"/>
                  </a:lnTo>
                  <a:lnTo>
                    <a:pt x="110837"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1634837" y="4364180"/>
              <a:ext cx="8756072" cy="1399309"/>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803563" y="57357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246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246" y="1094510"/>
                  </a:lnTo>
                  <a:cubicBezTo>
                    <a:pt x="5390952" y="952610"/>
                    <a:pt x="5392657" y="810711"/>
                    <a:pt x="5394363" y="668811"/>
                  </a:cubicBezTo>
                  <a:lnTo>
                    <a:pt x="1856509" y="651163"/>
                  </a:lnTo>
                  <a:lnTo>
                    <a:pt x="1870364" y="1122218"/>
                  </a:lnTo>
                  <a:lnTo>
                    <a:pt x="0" y="1080654"/>
                  </a:lnTo>
                  <a:lnTo>
                    <a:pt x="110837"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3972790"/>
            <a:ext cx="3505199" cy="2150919"/>
            <a:chOff x="2701636" y="3972790"/>
            <a:chExt cx="3505199" cy="2150919"/>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7279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350327"/>
              <a:ext cx="290946" cy="142701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4738255"/>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0AD153D5-F6CB-0E4F-AE80-7E6404A6B28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15</a:t>
            </a:fld>
            <a:endParaRPr lang="en-US" dirty="0"/>
          </a:p>
        </p:txBody>
      </p:sp>
    </p:spTree>
    <p:extLst>
      <p:ext uri="{BB962C8B-B14F-4D97-AF65-F5344CB8AC3E}">
        <p14:creationId xmlns:p14="http://schemas.microsoft.com/office/powerpoint/2010/main" val="423417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2" y="3297383"/>
            <a:ext cx="9628910" cy="3560617"/>
            <a:chOff x="858982" y="3297383"/>
            <a:chExt cx="9628910" cy="3560617"/>
          </a:xfrm>
        </p:grpSpPr>
        <p:sp>
          <p:nvSpPr>
            <p:cNvPr id="7" name="Freeform 6">
              <a:extLst>
                <a:ext uri="{FF2B5EF4-FFF2-40B4-BE49-F238E27FC236}">
                  <a16:creationId xmlns:a16="http://schemas.microsoft.com/office/drawing/2014/main" id="{A848FF30-7F47-EF40-9B21-6336F9996053}"/>
                </a:ext>
              </a:extLst>
            </p:cNvPr>
            <p:cNvSpPr/>
            <p:nvPr/>
          </p:nvSpPr>
          <p:spPr>
            <a:xfrm>
              <a:off x="858982" y="3297383"/>
              <a:ext cx="9628910" cy="1944054"/>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10" h="1944054">
                  <a:moveTo>
                    <a:pt x="96983" y="0"/>
                  </a:moveTo>
                  <a:lnTo>
                    <a:pt x="9615055" y="13854"/>
                  </a:lnTo>
                  <a:lnTo>
                    <a:pt x="9628910" y="1925782"/>
                  </a:lnTo>
                  <a:lnTo>
                    <a:pt x="5349662" y="1944054"/>
                  </a:lnTo>
                  <a:lnTo>
                    <a:pt x="5341431" y="1505726"/>
                  </a:lnTo>
                  <a:lnTo>
                    <a:pt x="1856509" y="1482436"/>
                  </a:lnTo>
                  <a:lnTo>
                    <a:pt x="1801092" y="1939637"/>
                  </a:ln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5112326"/>
              <a:ext cx="8118764" cy="1052948"/>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289224" y="652972"/>
                  </a:lnTo>
                  <a:lnTo>
                    <a:pt x="5298661" y="198982"/>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4804081"/>
            <a:ext cx="3505199" cy="1804550"/>
            <a:chOff x="2701636" y="4319159"/>
            <a:chExt cx="3505199" cy="1804550"/>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4319159"/>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682823"/>
              <a:ext cx="290945" cy="1094521"/>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502920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1B73FEC-A96A-8347-A60F-5E87D5B24CA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16</a:t>
            </a:fld>
            <a:endParaRPr lang="en-US" dirty="0"/>
          </a:p>
        </p:txBody>
      </p:sp>
    </p:spTree>
    <p:extLst>
      <p:ext uri="{BB962C8B-B14F-4D97-AF65-F5344CB8AC3E}">
        <p14:creationId xmlns:p14="http://schemas.microsoft.com/office/powerpoint/2010/main" val="2204531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1" y="3297382"/>
            <a:ext cx="9615055" cy="3560618"/>
            <a:chOff x="858981" y="3297382"/>
            <a:chExt cx="9615055" cy="3560618"/>
          </a:xfrm>
        </p:grpSpPr>
        <p:sp>
          <p:nvSpPr>
            <p:cNvPr id="7" name="Freeform 6">
              <a:extLst>
                <a:ext uri="{FF2B5EF4-FFF2-40B4-BE49-F238E27FC236}">
                  <a16:creationId xmlns:a16="http://schemas.microsoft.com/office/drawing/2014/main" id="{A848FF30-7F47-EF40-9B21-6336F9996053}"/>
                </a:ext>
              </a:extLst>
            </p:cNvPr>
            <p:cNvSpPr/>
            <p:nvPr/>
          </p:nvSpPr>
          <p:spPr>
            <a:xfrm>
              <a:off x="858981" y="3297382"/>
              <a:ext cx="9615055" cy="1884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39637"/>
                <a:gd name="connsiteX1" fmla="*/ 9615055 w 9628910"/>
                <a:gd name="connsiteY1" fmla="*/ 13854 h 1939637"/>
                <a:gd name="connsiteX2" fmla="*/ 9628910 w 9628910"/>
                <a:gd name="connsiteY2" fmla="*/ 1925782 h 1939637"/>
                <a:gd name="connsiteX3" fmla="*/ 5848426 w 9628910"/>
                <a:gd name="connsiteY3" fmla="*/ 1500709 h 1939637"/>
                <a:gd name="connsiteX4" fmla="*/ 5341431 w 9628910"/>
                <a:gd name="connsiteY4" fmla="*/ 1505726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341431 w 9615055"/>
                <a:gd name="connsiteY4" fmla="*/ 1505726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066799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26340 w 9615055"/>
                <a:gd name="connsiteY4" fmla="*/ 1006963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88397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37712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5055" h="1884218">
                  <a:moveTo>
                    <a:pt x="96983" y="0"/>
                  </a:moveTo>
                  <a:lnTo>
                    <a:pt x="9615055" y="13854"/>
                  </a:lnTo>
                  <a:lnTo>
                    <a:pt x="9545783" y="1510146"/>
                  </a:lnTo>
                  <a:lnTo>
                    <a:pt x="5787719" y="1504503"/>
                  </a:lnTo>
                  <a:cubicBezTo>
                    <a:pt x="5789210" y="1356363"/>
                    <a:pt x="5790700" y="1208222"/>
                    <a:pt x="5792191" y="1060082"/>
                  </a:cubicBezTo>
                  <a:lnTo>
                    <a:pt x="1829949" y="1063004"/>
                  </a:lnTo>
                  <a:cubicBezTo>
                    <a:pt x="1832537" y="1313651"/>
                    <a:pt x="1835125" y="1571887"/>
                    <a:pt x="1826330" y="1818740"/>
                  </a:cubicBez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4764472"/>
              <a:ext cx="8118764" cy="1343892"/>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760279 w 9531927"/>
                <a:gd name="connsiteY3" fmla="*/ 625263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760279" y="625263"/>
                  </a:lnTo>
                  <a:lnTo>
                    <a:pt x="5728152" y="185128"/>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5" y="4388439"/>
            <a:ext cx="3934692" cy="2261743"/>
            <a:chOff x="2701635" y="3903517"/>
            <a:chExt cx="3934692" cy="2261743"/>
          </a:xfrm>
        </p:grpSpPr>
        <p:sp>
          <p:nvSpPr>
            <p:cNvPr id="3" name="Rectangle 2">
              <a:extLst>
                <a:ext uri="{FF2B5EF4-FFF2-40B4-BE49-F238E27FC236}">
                  <a16:creationId xmlns:a16="http://schemas.microsoft.com/office/drawing/2014/main" id="{0F0BC283-76C4-1340-944F-7C4D353D8FFC}"/>
                </a:ext>
              </a:extLst>
            </p:cNvPr>
            <p:cNvSpPr/>
            <p:nvPr/>
          </p:nvSpPr>
          <p:spPr>
            <a:xfrm>
              <a:off x="2701635" y="5791200"/>
              <a:ext cx="3934691" cy="37406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03517"/>
              <a:ext cx="3920838" cy="34981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294897"/>
              <a:ext cx="346364" cy="148244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45528" y="480753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48BDD4C-3288-5747-9BB3-0F1BB4D2595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17</a:t>
            </a:fld>
            <a:endParaRPr lang="en-US" dirty="0"/>
          </a:p>
        </p:txBody>
      </p:sp>
    </p:spTree>
    <p:extLst>
      <p:ext uri="{BB962C8B-B14F-4D97-AF65-F5344CB8AC3E}">
        <p14:creationId xmlns:p14="http://schemas.microsoft.com/office/powerpoint/2010/main" val="3615323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p:txBody>
          <a:bodyPr/>
          <a:lstStyle/>
          <a:p>
            <a:pPr indent="-287338"/>
            <a:r>
              <a:rPr lang="en-US" altLang="en-US" sz="3200" dirty="0">
                <a:ea typeface="ＭＳ Ｐゴシック" panose="020B0600070205080204" pitchFamily="34" charset="-128"/>
                <a:cs typeface="ＭＳ Ｐゴシック" panose="020B0600070205080204" pitchFamily="34" charset="-128"/>
              </a:rPr>
              <a:t>we’ll see</a:t>
            </a:r>
            <a:r>
              <a:rPr lang="en-US" altLang="en-US" sz="3200" i="1" dirty="0">
                <a:solidFill>
                  <a:srgbClr val="000090"/>
                </a:solidFill>
                <a:ea typeface="ＭＳ Ｐゴシック" panose="020B0600070205080204" pitchFamily="34" charset="-128"/>
                <a:cs typeface="ＭＳ Ｐゴシック" panose="020B0600070205080204" pitchFamily="34" charset="-128"/>
              </a:rPr>
              <a:t> why </a:t>
            </a:r>
            <a:r>
              <a:rPr lang="en-US" altLang="en-US" sz="3200" dirty="0">
                <a:ea typeface="ＭＳ Ｐゴシック" panose="020B0600070205080204" pitchFamily="34" charset="-128"/>
                <a:cs typeface="ＭＳ Ｐゴシック" panose="020B0600070205080204" pitchFamily="34" charset="-128"/>
              </a:rPr>
              <a:t>longest prefix matching is used shortly, when we study addressing</a:t>
            </a:r>
          </a:p>
          <a:p>
            <a:pPr indent="-287338"/>
            <a:r>
              <a:rPr lang="en-US" altLang="en-US" sz="3200" dirty="0">
                <a:ea typeface="ＭＳ Ｐゴシック" panose="020B0600070205080204" pitchFamily="34" charset="-128"/>
                <a:cs typeface="ＭＳ Ｐゴシック" panose="020B0600070205080204" pitchFamily="34" charset="-128"/>
              </a:rPr>
              <a:t>longest prefix matching: often performed using ternary content addressable memories (TCAMs)</a:t>
            </a:r>
          </a:p>
          <a:p>
            <a:pPr lvl="1"/>
            <a:r>
              <a:rPr lang="en-US" altLang="en-US" sz="2800" i="1" dirty="0">
                <a:solidFill>
                  <a:srgbClr val="CC0000"/>
                </a:solidFill>
                <a:ea typeface="ＭＳ Ｐゴシック" panose="020B0600070205080204" pitchFamily="34" charset="-128"/>
              </a:rPr>
              <a:t>content addressable: </a:t>
            </a:r>
            <a:r>
              <a:rPr lang="en-US" altLang="en-US" sz="2800" dirty="0">
                <a:ea typeface="ＭＳ Ｐゴシック" panose="020B0600070205080204" pitchFamily="34" charset="-128"/>
              </a:rPr>
              <a:t>present address to TCAM: retrieve address in one clock cycle, regardless of table size</a:t>
            </a:r>
          </a:p>
          <a:p>
            <a:pPr lvl="1"/>
            <a:r>
              <a:rPr lang="en-US" altLang="en-US" sz="2800" dirty="0">
                <a:ea typeface="ＭＳ Ｐゴシック" panose="020B0600070205080204" pitchFamily="34" charset="-128"/>
              </a:rPr>
              <a:t>Cisco Catalyst:  ~1M routing table entries in TCAM</a:t>
            </a:r>
          </a:p>
          <a:p>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Longest prefix matching</a:t>
            </a:r>
          </a:p>
        </p:txBody>
      </p:sp>
      <p:sp>
        <p:nvSpPr>
          <p:cNvPr id="4" name="Slide Number Placeholder 4">
            <a:extLst>
              <a:ext uri="{FF2B5EF4-FFF2-40B4-BE49-F238E27FC236}">
                <a16:creationId xmlns:a16="http://schemas.microsoft.com/office/drawing/2014/main" id="{3FF29919-E30C-C848-A2A0-2376EB62D48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18</a:t>
            </a:fld>
            <a:endParaRPr lang="en-US" dirty="0"/>
          </a:p>
        </p:txBody>
      </p:sp>
    </p:spTree>
    <p:extLst>
      <p:ext uri="{BB962C8B-B14F-4D97-AF65-F5344CB8AC3E}">
        <p14:creationId xmlns:p14="http://schemas.microsoft.com/office/powerpoint/2010/main" val="325308787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match+action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19</a:t>
            </a:fld>
            <a:endParaRPr lang="en-US" dirty="0"/>
          </a:p>
        </p:txBody>
      </p:sp>
    </p:spTree>
    <p:extLst>
      <p:ext uri="{BB962C8B-B14F-4D97-AF65-F5344CB8AC3E}">
        <p14:creationId xmlns:p14="http://schemas.microsoft.com/office/powerpoint/2010/main" val="49482520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20</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21</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075"/>
            <a:ext cx="5557988" cy="5201586"/>
          </a:xfrm>
        </p:spPr>
        <p:txBody>
          <a:bodyPr>
            <a:normAutofit/>
          </a:bodyPr>
          <a:lstStyle/>
          <a:p>
            <a:r>
              <a:rPr lang="en-US" altLang="en-US" dirty="0">
                <a:ea typeface="ＭＳ Ｐゴシック" panose="020B0600070205080204" pitchFamily="34" charset="-128"/>
                <a:cs typeface="ＭＳ Ｐゴシック" panose="020B0600070205080204" pitchFamily="34" charset="-128"/>
              </a:rPr>
              <a:t>network links have MTU (max. transfer size) - largest possible link-level frame</a:t>
            </a:r>
          </a:p>
          <a:p>
            <a:pPr lvl="1"/>
            <a:r>
              <a:rPr lang="en-US" altLang="en-US" dirty="0">
                <a:ea typeface="ＭＳ Ｐゴシック" panose="020B0600070205080204" pitchFamily="34" charset="-128"/>
              </a:rPr>
              <a:t>different link types, different MTUs </a:t>
            </a:r>
          </a:p>
          <a:p>
            <a:r>
              <a:rPr lang="en-US" altLang="en-US" dirty="0">
                <a:ea typeface="ＭＳ Ｐゴシック" panose="020B0600070205080204" pitchFamily="34" charset="-128"/>
                <a:cs typeface="ＭＳ Ｐゴシック" panose="020B0600070205080204" pitchFamily="34" charset="-128"/>
              </a:rPr>
              <a:t>large IP datagram divided (“</a:t>
            </a:r>
            <a:r>
              <a:rPr lang="en-US" altLang="ja-JP" dirty="0">
                <a:ea typeface="ＭＳ Ｐゴシック" panose="020B0600070205080204" pitchFamily="34" charset="-128"/>
                <a:cs typeface="ＭＳ Ｐゴシック" panose="020B0600070205080204" pitchFamily="34" charset="-128"/>
              </a:rPr>
              <a:t>fragmented”) within net</a:t>
            </a:r>
          </a:p>
          <a:p>
            <a:pPr lvl="1"/>
            <a:r>
              <a:rPr lang="en-US" altLang="en-US" dirty="0">
                <a:ea typeface="ＭＳ Ｐゴシック" panose="020B0600070205080204" pitchFamily="34" charset="-128"/>
              </a:rPr>
              <a:t>one datagram becomes several datagrams</a:t>
            </a:r>
          </a:p>
          <a:p>
            <a:pPr lvl="1"/>
            <a:r>
              <a:rPr lang="en-US" altLang="ja-JP" dirty="0">
                <a:ea typeface="ＭＳ Ｐゴシック" panose="020B0600070205080204" pitchFamily="34" charset="-128"/>
              </a:rPr>
              <a:t>“reassembled” only at </a:t>
            </a:r>
            <a:r>
              <a:rPr lang="en-US" altLang="ja-JP" i="1" dirty="0">
                <a:ea typeface="ＭＳ Ｐゴシック" panose="020B0600070205080204" pitchFamily="34" charset="-128"/>
              </a:rPr>
              <a:t>destination</a:t>
            </a:r>
            <a:endParaRPr lang="en-US" altLang="ja-JP" dirty="0">
              <a:ea typeface="ＭＳ Ｐゴシック" panose="020B0600070205080204" pitchFamily="34" charset="-128"/>
            </a:endParaRPr>
          </a:p>
          <a:p>
            <a:pPr lvl="1"/>
            <a:r>
              <a:rPr lang="en-US" altLang="en-US" dirty="0">
                <a:ea typeface="ＭＳ Ｐゴシック" panose="020B0600070205080204" pitchFamily="34" charset="-128"/>
              </a:rPr>
              <a:t>IP header bits used to identify, order related fragments</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22</a:t>
            </a:fld>
            <a:endParaRPr lang="en-US" dirty="0"/>
          </a:p>
        </p:txBody>
      </p:sp>
      <p:sp>
        <p:nvSpPr>
          <p:cNvPr id="135" name="Freeform 4">
            <a:extLst>
              <a:ext uri="{FF2B5EF4-FFF2-40B4-BE49-F238E27FC236}">
                <a16:creationId xmlns:a16="http://schemas.microsoft.com/office/drawing/2014/main" id="{C56CD574-58C1-2848-ADFB-76C6B263D0D5}"/>
              </a:ext>
            </a:extLst>
          </p:cNvPr>
          <p:cNvSpPr>
            <a:spLocks/>
          </p:cNvSpPr>
          <p:nvPr/>
        </p:nvSpPr>
        <p:spPr bwMode="auto">
          <a:xfrm>
            <a:off x="7707312" y="1493863"/>
            <a:ext cx="2436813" cy="2255838"/>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dirty="0">
              <a:solidFill>
                <a:srgbClr val="000000"/>
              </a:solidFill>
              <a:latin typeface="Arial" panose="020B0604020202020204" pitchFamily="34" charset="0"/>
              <a:ea typeface="ＭＳ Ｐゴシック" panose="020B0600070205080204" pitchFamily="34" charset="-128"/>
            </a:endParaRPr>
          </a:p>
        </p:txBody>
      </p:sp>
      <p:sp>
        <p:nvSpPr>
          <p:cNvPr id="136" name="Freeform 5">
            <a:extLst>
              <a:ext uri="{FF2B5EF4-FFF2-40B4-BE49-F238E27FC236}">
                <a16:creationId xmlns:a16="http://schemas.microsoft.com/office/drawing/2014/main" id="{0C57D509-51AE-2841-9672-3FEF7F27BD3E}"/>
              </a:ext>
            </a:extLst>
          </p:cNvPr>
          <p:cNvSpPr>
            <a:spLocks/>
          </p:cNvSpPr>
          <p:nvPr/>
        </p:nvSpPr>
        <p:spPr bwMode="auto">
          <a:xfrm>
            <a:off x="7707312" y="3895751"/>
            <a:ext cx="1976438" cy="1987550"/>
          </a:xfrm>
          <a:custGeom>
            <a:avLst/>
            <a:gdLst>
              <a:gd name="T0" fmla="*/ 2147483647 w 873"/>
              <a:gd name="T1" fmla="*/ 2147483647 h 940"/>
              <a:gd name="T2" fmla="*/ 2147483647 w 873"/>
              <a:gd name="T3" fmla="*/ 2147483647 h 940"/>
              <a:gd name="T4" fmla="*/ 2147483647 w 873"/>
              <a:gd name="T5" fmla="*/ 2147483647 h 940"/>
              <a:gd name="T6" fmla="*/ 2147483647 w 873"/>
              <a:gd name="T7" fmla="*/ 2147483647 h 940"/>
              <a:gd name="T8" fmla="*/ 2147483647 w 873"/>
              <a:gd name="T9" fmla="*/ 2147483647 h 940"/>
              <a:gd name="T10" fmla="*/ 2147483647 w 873"/>
              <a:gd name="T11" fmla="*/ 2147483647 h 940"/>
              <a:gd name="T12" fmla="*/ 2147483647 w 873"/>
              <a:gd name="T13" fmla="*/ 2147483647 h 940"/>
              <a:gd name="T14" fmla="*/ 2147483647 w 873"/>
              <a:gd name="T15" fmla="*/ 2147483647 h 940"/>
              <a:gd name="T16" fmla="*/ 2147483647 w 873"/>
              <a:gd name="T17" fmla="*/ 2147483647 h 940"/>
              <a:gd name="T18" fmla="*/ 2147483647 w 873"/>
              <a:gd name="T19" fmla="*/ 2147483647 h 940"/>
              <a:gd name="T20" fmla="*/ 2147483647 w 873"/>
              <a:gd name="T21" fmla="*/ 2147483647 h 9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3"/>
              <a:gd name="T34" fmla="*/ 0 h 940"/>
              <a:gd name="T35" fmla="*/ 873 w 873"/>
              <a:gd name="T36" fmla="*/ 940 h 9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3" h="940">
                <a:moveTo>
                  <a:pt x="2" y="405"/>
                </a:moveTo>
                <a:cubicBezTo>
                  <a:pt x="17" y="290"/>
                  <a:pt x="138" y="129"/>
                  <a:pt x="230" y="65"/>
                </a:cubicBezTo>
                <a:cubicBezTo>
                  <a:pt x="322" y="1"/>
                  <a:pt x="460" y="0"/>
                  <a:pt x="555" y="22"/>
                </a:cubicBezTo>
                <a:cubicBezTo>
                  <a:pt x="650" y="44"/>
                  <a:pt x="748" y="143"/>
                  <a:pt x="800" y="197"/>
                </a:cubicBezTo>
                <a:cubicBezTo>
                  <a:pt x="852" y="251"/>
                  <a:pt x="859" y="292"/>
                  <a:pt x="866" y="347"/>
                </a:cubicBezTo>
                <a:cubicBezTo>
                  <a:pt x="873" y="402"/>
                  <a:pt x="855" y="457"/>
                  <a:pt x="842" y="527"/>
                </a:cubicBezTo>
                <a:cubicBezTo>
                  <a:pt x="829" y="597"/>
                  <a:pt x="827" y="714"/>
                  <a:pt x="788" y="767"/>
                </a:cubicBezTo>
                <a:cubicBezTo>
                  <a:pt x="749" y="820"/>
                  <a:pt x="670" y="819"/>
                  <a:pt x="608" y="845"/>
                </a:cubicBezTo>
                <a:cubicBezTo>
                  <a:pt x="546" y="871"/>
                  <a:pt x="496" y="940"/>
                  <a:pt x="418" y="925"/>
                </a:cubicBezTo>
                <a:cubicBezTo>
                  <a:pt x="340" y="910"/>
                  <a:pt x="208" y="840"/>
                  <a:pt x="139" y="754"/>
                </a:cubicBezTo>
                <a:cubicBezTo>
                  <a:pt x="69" y="667"/>
                  <a:pt x="0" y="546"/>
                  <a:pt x="2" y="405"/>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dirty="0">
              <a:solidFill>
                <a:srgbClr val="000000"/>
              </a:solidFill>
              <a:latin typeface="Arial" panose="020B0604020202020204" pitchFamily="34" charset="0"/>
              <a:ea typeface="ＭＳ Ｐゴシック" panose="020B0600070205080204" pitchFamily="34" charset="-128"/>
            </a:endParaRPr>
          </a:p>
        </p:txBody>
      </p:sp>
      <p:sp>
        <p:nvSpPr>
          <p:cNvPr id="137" name="Line 16">
            <a:extLst>
              <a:ext uri="{FF2B5EF4-FFF2-40B4-BE49-F238E27FC236}">
                <a16:creationId xmlns:a16="http://schemas.microsoft.com/office/drawing/2014/main" id="{E6E1AA19-DE73-3D4E-91BB-D85915C23F8D}"/>
              </a:ext>
            </a:extLst>
          </p:cNvPr>
          <p:cNvSpPr>
            <a:spLocks noChangeShapeType="1"/>
          </p:cNvSpPr>
          <p:nvPr/>
        </p:nvSpPr>
        <p:spPr bwMode="auto">
          <a:xfrm flipV="1">
            <a:off x="7780337" y="2449538"/>
            <a:ext cx="12700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8" name="Line 17">
            <a:extLst>
              <a:ext uri="{FF2B5EF4-FFF2-40B4-BE49-F238E27FC236}">
                <a16:creationId xmlns:a16="http://schemas.microsoft.com/office/drawing/2014/main" id="{F2E70A62-0156-8944-B6FC-50361CCD8FAC}"/>
              </a:ext>
            </a:extLst>
          </p:cNvPr>
          <p:cNvSpPr>
            <a:spLocks noChangeShapeType="1"/>
          </p:cNvSpPr>
          <p:nvPr/>
        </p:nvSpPr>
        <p:spPr bwMode="auto">
          <a:xfrm>
            <a:off x="8356600" y="1774851"/>
            <a:ext cx="658812" cy="279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9" name="Line 18">
            <a:extLst>
              <a:ext uri="{FF2B5EF4-FFF2-40B4-BE49-F238E27FC236}">
                <a16:creationId xmlns:a16="http://schemas.microsoft.com/office/drawing/2014/main" id="{33FE7BA7-51F4-8142-A2B1-EE64C510477E}"/>
              </a:ext>
            </a:extLst>
          </p:cNvPr>
          <p:cNvSpPr>
            <a:spLocks noChangeShapeType="1"/>
          </p:cNvSpPr>
          <p:nvPr/>
        </p:nvSpPr>
        <p:spPr bwMode="auto">
          <a:xfrm>
            <a:off x="9202737" y="2111401"/>
            <a:ext cx="196850" cy="669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0" name="Line 19">
            <a:extLst>
              <a:ext uri="{FF2B5EF4-FFF2-40B4-BE49-F238E27FC236}">
                <a16:creationId xmlns:a16="http://schemas.microsoft.com/office/drawing/2014/main" id="{41C2D445-8AC7-DC4E-90DA-7737AC9E6848}"/>
              </a:ext>
            </a:extLst>
          </p:cNvPr>
          <p:cNvSpPr>
            <a:spLocks noChangeShapeType="1"/>
          </p:cNvSpPr>
          <p:nvPr/>
        </p:nvSpPr>
        <p:spPr bwMode="auto">
          <a:xfrm>
            <a:off x="8105775" y="1887563"/>
            <a:ext cx="1587" cy="582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1" name="Line 20">
            <a:extLst>
              <a:ext uri="{FF2B5EF4-FFF2-40B4-BE49-F238E27FC236}">
                <a16:creationId xmlns:a16="http://schemas.microsoft.com/office/drawing/2014/main" id="{FE5A7448-2415-4D4E-AC3D-F48CA7EC488C}"/>
              </a:ext>
            </a:extLst>
          </p:cNvPr>
          <p:cNvSpPr>
            <a:spLocks noChangeShapeType="1"/>
          </p:cNvSpPr>
          <p:nvPr/>
        </p:nvSpPr>
        <p:spPr bwMode="auto">
          <a:xfrm>
            <a:off x="8340725" y="2541613"/>
            <a:ext cx="971550" cy="4016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2" name="Line 21">
            <a:extLst>
              <a:ext uri="{FF2B5EF4-FFF2-40B4-BE49-F238E27FC236}">
                <a16:creationId xmlns:a16="http://schemas.microsoft.com/office/drawing/2014/main" id="{410B3223-C758-3A41-945F-A4A35D3915A2}"/>
              </a:ext>
            </a:extLst>
          </p:cNvPr>
          <p:cNvSpPr>
            <a:spLocks noChangeShapeType="1"/>
          </p:cNvSpPr>
          <p:nvPr/>
        </p:nvSpPr>
        <p:spPr bwMode="auto">
          <a:xfrm flipH="1" flipV="1">
            <a:off x="9613900" y="3071838"/>
            <a:ext cx="476250" cy="6873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3" name="Line 22">
            <a:extLst>
              <a:ext uri="{FF2B5EF4-FFF2-40B4-BE49-F238E27FC236}">
                <a16:creationId xmlns:a16="http://schemas.microsoft.com/office/drawing/2014/main" id="{36B66FB4-5666-504C-8FDA-A307D938EC09}"/>
              </a:ext>
            </a:extLst>
          </p:cNvPr>
          <p:cNvSpPr>
            <a:spLocks noChangeShapeType="1"/>
          </p:cNvSpPr>
          <p:nvPr/>
        </p:nvSpPr>
        <p:spPr bwMode="auto">
          <a:xfrm flipH="1">
            <a:off x="8364537" y="2079651"/>
            <a:ext cx="758825" cy="517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4" name="Line 23">
            <a:extLst>
              <a:ext uri="{FF2B5EF4-FFF2-40B4-BE49-F238E27FC236}">
                <a16:creationId xmlns:a16="http://schemas.microsoft.com/office/drawing/2014/main" id="{6F4B7018-ECE3-B448-A062-215EEC7BD482}"/>
              </a:ext>
            </a:extLst>
          </p:cNvPr>
          <p:cNvSpPr>
            <a:spLocks noChangeShapeType="1"/>
          </p:cNvSpPr>
          <p:nvPr/>
        </p:nvSpPr>
        <p:spPr bwMode="auto">
          <a:xfrm flipH="1">
            <a:off x="8374062" y="1519263"/>
            <a:ext cx="476250" cy="342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5" name="Line 24">
            <a:extLst>
              <a:ext uri="{FF2B5EF4-FFF2-40B4-BE49-F238E27FC236}">
                <a16:creationId xmlns:a16="http://schemas.microsoft.com/office/drawing/2014/main" id="{9362A827-F7DC-ED43-A6FF-00161FF74B3B}"/>
              </a:ext>
            </a:extLst>
          </p:cNvPr>
          <p:cNvSpPr>
            <a:spLocks noChangeShapeType="1"/>
          </p:cNvSpPr>
          <p:nvPr/>
        </p:nvSpPr>
        <p:spPr bwMode="auto">
          <a:xfrm flipH="1">
            <a:off x="9091612" y="1695476"/>
            <a:ext cx="273050" cy="2365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6" name="Line 119">
            <a:extLst>
              <a:ext uri="{FF2B5EF4-FFF2-40B4-BE49-F238E27FC236}">
                <a16:creationId xmlns:a16="http://schemas.microsoft.com/office/drawing/2014/main" id="{E4259C46-3478-964B-ABF8-34BA85D22144}"/>
              </a:ext>
            </a:extLst>
          </p:cNvPr>
          <p:cNvSpPr>
            <a:spLocks noChangeShapeType="1"/>
          </p:cNvSpPr>
          <p:nvPr/>
        </p:nvSpPr>
        <p:spPr bwMode="auto">
          <a:xfrm flipH="1">
            <a:off x="9508303" y="4069262"/>
            <a:ext cx="644816" cy="9763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47" name="Group 199">
            <a:extLst>
              <a:ext uri="{FF2B5EF4-FFF2-40B4-BE49-F238E27FC236}">
                <a16:creationId xmlns:a16="http://schemas.microsoft.com/office/drawing/2014/main" id="{1A53A182-1595-464C-B765-FE435ECE1292}"/>
              </a:ext>
            </a:extLst>
          </p:cNvPr>
          <p:cNvGrpSpPr>
            <a:grpSpLocks/>
          </p:cNvGrpSpPr>
          <p:nvPr/>
        </p:nvGrpSpPr>
        <p:grpSpPr bwMode="auto">
          <a:xfrm>
            <a:off x="8113712" y="2821013"/>
            <a:ext cx="1222375" cy="403225"/>
            <a:chOff x="3152" y="1862"/>
            <a:chExt cx="770" cy="254"/>
          </a:xfrm>
        </p:grpSpPr>
        <p:grpSp>
          <p:nvGrpSpPr>
            <p:cNvPr id="148" name="Group 120">
              <a:extLst>
                <a:ext uri="{FF2B5EF4-FFF2-40B4-BE49-F238E27FC236}">
                  <a16:creationId xmlns:a16="http://schemas.microsoft.com/office/drawing/2014/main" id="{B4D5FAAB-3612-EA4A-8744-D8BB13F1EEB7}"/>
                </a:ext>
              </a:extLst>
            </p:cNvPr>
            <p:cNvGrpSpPr>
              <a:grpSpLocks/>
            </p:cNvGrpSpPr>
            <p:nvPr/>
          </p:nvGrpSpPr>
          <p:grpSpPr bwMode="auto">
            <a:xfrm rot="1433392">
              <a:off x="3152" y="1862"/>
              <a:ext cx="648" cy="108"/>
              <a:chOff x="4712" y="1742"/>
              <a:chExt cx="648" cy="108"/>
            </a:xfrm>
          </p:grpSpPr>
          <p:sp>
            <p:nvSpPr>
              <p:cNvPr id="150" name="Rectangle 121">
                <a:extLst>
                  <a:ext uri="{FF2B5EF4-FFF2-40B4-BE49-F238E27FC236}">
                    <a16:creationId xmlns:a16="http://schemas.microsoft.com/office/drawing/2014/main" id="{1F47C304-58FE-2048-B582-AE7E89F219E0}"/>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1" name="Rectangle 122">
                <a:extLst>
                  <a:ext uri="{FF2B5EF4-FFF2-40B4-BE49-F238E27FC236}">
                    <a16:creationId xmlns:a16="http://schemas.microsoft.com/office/drawing/2014/main" id="{7358DC30-2F8E-EA43-8C20-2A7C27D44156}"/>
                  </a:ext>
                </a:extLst>
              </p:cNvPr>
              <p:cNvSpPr>
                <a:spLocks noChangeArrowheads="1"/>
              </p:cNvSpPr>
              <p:nvPr/>
            </p:nvSpPr>
            <p:spPr bwMode="auto">
              <a:xfrm>
                <a:off x="4710" y="1742"/>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49" name="Line 132">
              <a:extLst>
                <a:ext uri="{FF2B5EF4-FFF2-40B4-BE49-F238E27FC236}">
                  <a16:creationId xmlns:a16="http://schemas.microsoft.com/office/drawing/2014/main" id="{6ED7E332-AA5C-2940-A9C3-86F0F1FB6A43}"/>
                </a:ext>
              </a:extLst>
            </p:cNvPr>
            <p:cNvSpPr>
              <a:spLocks noChangeShapeType="1"/>
            </p:cNvSpPr>
            <p:nvPr/>
          </p:nvSpPr>
          <p:spPr bwMode="auto">
            <a:xfrm>
              <a:off x="3784" y="2060"/>
              <a:ext cx="138" cy="56"/>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2" name="Text Box 136">
            <a:extLst>
              <a:ext uri="{FF2B5EF4-FFF2-40B4-BE49-F238E27FC236}">
                <a16:creationId xmlns:a16="http://schemas.microsoft.com/office/drawing/2014/main" id="{9BC5688D-CFFA-B945-97C3-E3C920B04748}"/>
              </a:ext>
            </a:extLst>
          </p:cNvPr>
          <p:cNvSpPr txBox="1">
            <a:spLocks noChangeArrowheads="1"/>
          </p:cNvSpPr>
          <p:nvPr/>
        </p:nvSpPr>
        <p:spPr bwMode="auto">
          <a:xfrm>
            <a:off x="9725025" y="2106638"/>
            <a:ext cx="246697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fragmentation:</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rPr>
              <a:t>in:</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one large datagram</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rPr>
              <a:t>out:</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3 smaller datagrams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3" name="Line 118">
            <a:extLst>
              <a:ext uri="{FF2B5EF4-FFF2-40B4-BE49-F238E27FC236}">
                <a16:creationId xmlns:a16="http://schemas.microsoft.com/office/drawing/2014/main" id="{F77B9896-B65C-7742-AD0D-9D2E1519554D}"/>
              </a:ext>
            </a:extLst>
          </p:cNvPr>
          <p:cNvSpPr>
            <a:spLocks noChangeShapeType="1"/>
          </p:cNvSpPr>
          <p:nvPr/>
        </p:nvSpPr>
        <p:spPr bwMode="auto">
          <a:xfrm>
            <a:off x="8594725" y="5043513"/>
            <a:ext cx="2873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54" name="Group 220">
            <a:extLst>
              <a:ext uri="{FF2B5EF4-FFF2-40B4-BE49-F238E27FC236}">
                <a16:creationId xmlns:a16="http://schemas.microsoft.com/office/drawing/2014/main" id="{BBE78FA4-AB6A-2D4A-85C8-151AC915DC1E}"/>
              </a:ext>
            </a:extLst>
          </p:cNvPr>
          <p:cNvGrpSpPr>
            <a:grpSpLocks/>
          </p:cNvGrpSpPr>
          <p:nvPr/>
        </p:nvGrpSpPr>
        <p:grpSpPr bwMode="auto">
          <a:xfrm>
            <a:off x="8516937" y="4218013"/>
            <a:ext cx="708025" cy="558800"/>
            <a:chOff x="3406" y="2742"/>
            <a:chExt cx="446" cy="352"/>
          </a:xfrm>
        </p:grpSpPr>
        <p:grpSp>
          <p:nvGrpSpPr>
            <p:cNvPr id="155" name="Group 137">
              <a:extLst>
                <a:ext uri="{FF2B5EF4-FFF2-40B4-BE49-F238E27FC236}">
                  <a16:creationId xmlns:a16="http://schemas.microsoft.com/office/drawing/2014/main" id="{335DB6F8-B3D2-4946-9BB9-177D133342F2}"/>
                </a:ext>
              </a:extLst>
            </p:cNvPr>
            <p:cNvGrpSpPr>
              <a:grpSpLocks/>
            </p:cNvGrpSpPr>
            <p:nvPr/>
          </p:nvGrpSpPr>
          <p:grpSpPr bwMode="auto">
            <a:xfrm rot="-10773343">
              <a:off x="3566" y="2742"/>
              <a:ext cx="282" cy="108"/>
              <a:chOff x="5078" y="1860"/>
              <a:chExt cx="282" cy="108"/>
            </a:xfrm>
          </p:grpSpPr>
          <p:sp>
            <p:nvSpPr>
              <p:cNvPr id="165" name="Rectangle 138">
                <a:extLst>
                  <a:ext uri="{FF2B5EF4-FFF2-40B4-BE49-F238E27FC236}">
                    <a16:creationId xmlns:a16="http://schemas.microsoft.com/office/drawing/2014/main" id="{09258E58-AB90-8440-B7CC-97B973BB09E6}"/>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6" name="Rectangle 139">
                <a:extLst>
                  <a:ext uri="{FF2B5EF4-FFF2-40B4-BE49-F238E27FC236}">
                    <a16:creationId xmlns:a16="http://schemas.microsoft.com/office/drawing/2014/main" id="{04190050-6539-A343-BC9D-56951402E7DD}"/>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6" name="Group 140">
              <a:extLst>
                <a:ext uri="{FF2B5EF4-FFF2-40B4-BE49-F238E27FC236}">
                  <a16:creationId xmlns:a16="http://schemas.microsoft.com/office/drawing/2014/main" id="{1B6F0022-099B-9849-BFE9-69E6FAD4AF6B}"/>
                </a:ext>
              </a:extLst>
            </p:cNvPr>
            <p:cNvGrpSpPr>
              <a:grpSpLocks/>
            </p:cNvGrpSpPr>
            <p:nvPr/>
          </p:nvGrpSpPr>
          <p:grpSpPr bwMode="auto">
            <a:xfrm rot="-10773343">
              <a:off x="3568" y="2864"/>
              <a:ext cx="282" cy="108"/>
              <a:chOff x="5078" y="1860"/>
              <a:chExt cx="282" cy="108"/>
            </a:xfrm>
          </p:grpSpPr>
          <p:sp>
            <p:nvSpPr>
              <p:cNvPr id="163" name="Rectangle 141">
                <a:extLst>
                  <a:ext uri="{FF2B5EF4-FFF2-40B4-BE49-F238E27FC236}">
                    <a16:creationId xmlns:a16="http://schemas.microsoft.com/office/drawing/2014/main" id="{67D09A5A-FDD8-D746-8BC5-A0C26C0F1A7E}"/>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4" name="Rectangle 142">
                <a:extLst>
                  <a:ext uri="{FF2B5EF4-FFF2-40B4-BE49-F238E27FC236}">
                    <a16:creationId xmlns:a16="http://schemas.microsoft.com/office/drawing/2014/main" id="{D77B9FB7-679A-5C43-9DC2-9F97C31BC2C5}"/>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7" name="Group 143">
              <a:extLst>
                <a:ext uri="{FF2B5EF4-FFF2-40B4-BE49-F238E27FC236}">
                  <a16:creationId xmlns:a16="http://schemas.microsoft.com/office/drawing/2014/main" id="{D8696D8D-6055-AA44-B1A5-FAEB890742CC}"/>
                </a:ext>
              </a:extLst>
            </p:cNvPr>
            <p:cNvGrpSpPr>
              <a:grpSpLocks/>
            </p:cNvGrpSpPr>
            <p:nvPr/>
          </p:nvGrpSpPr>
          <p:grpSpPr bwMode="auto">
            <a:xfrm rot="-10773343">
              <a:off x="3570" y="2986"/>
              <a:ext cx="282" cy="108"/>
              <a:chOff x="5078" y="1860"/>
              <a:chExt cx="282" cy="108"/>
            </a:xfrm>
          </p:grpSpPr>
          <p:sp>
            <p:nvSpPr>
              <p:cNvPr id="161" name="Rectangle 144">
                <a:extLst>
                  <a:ext uri="{FF2B5EF4-FFF2-40B4-BE49-F238E27FC236}">
                    <a16:creationId xmlns:a16="http://schemas.microsoft.com/office/drawing/2014/main" id="{F2805755-525B-5D41-8C35-09EE2BF2A307}"/>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2" name="Rectangle 145">
                <a:extLst>
                  <a:ext uri="{FF2B5EF4-FFF2-40B4-BE49-F238E27FC236}">
                    <a16:creationId xmlns:a16="http://schemas.microsoft.com/office/drawing/2014/main" id="{5A419255-964A-9848-8AE2-9DFFDF094AB7}"/>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8" name="Line 146">
              <a:extLst>
                <a:ext uri="{FF2B5EF4-FFF2-40B4-BE49-F238E27FC236}">
                  <a16:creationId xmlns:a16="http://schemas.microsoft.com/office/drawing/2014/main" id="{31077201-1AE6-4441-B952-7BD39CDCE657}"/>
                </a:ext>
              </a:extLst>
            </p:cNvPr>
            <p:cNvSpPr>
              <a:spLocks noChangeShapeType="1"/>
            </p:cNvSpPr>
            <p:nvPr/>
          </p:nvSpPr>
          <p:spPr bwMode="auto">
            <a:xfrm rot="9691848">
              <a:off x="3412" y="277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9" name="Line 147">
              <a:extLst>
                <a:ext uri="{FF2B5EF4-FFF2-40B4-BE49-F238E27FC236}">
                  <a16:creationId xmlns:a16="http://schemas.microsoft.com/office/drawing/2014/main" id="{2315AC79-E49C-0A4F-9BE0-DA26186F6235}"/>
                </a:ext>
              </a:extLst>
            </p:cNvPr>
            <p:cNvSpPr>
              <a:spLocks noChangeShapeType="1"/>
            </p:cNvSpPr>
            <p:nvPr/>
          </p:nvSpPr>
          <p:spPr bwMode="auto">
            <a:xfrm rot="9691848">
              <a:off x="3406" y="288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0" name="Line 148">
              <a:extLst>
                <a:ext uri="{FF2B5EF4-FFF2-40B4-BE49-F238E27FC236}">
                  <a16:creationId xmlns:a16="http://schemas.microsoft.com/office/drawing/2014/main" id="{70B950D0-8388-E24C-B667-D2040FBFA60C}"/>
                </a:ext>
              </a:extLst>
            </p:cNvPr>
            <p:cNvSpPr>
              <a:spLocks noChangeShapeType="1"/>
            </p:cNvSpPr>
            <p:nvPr/>
          </p:nvSpPr>
          <p:spPr bwMode="auto">
            <a:xfrm rot="9691848">
              <a:off x="3408" y="301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67" name="Group 233">
            <a:extLst>
              <a:ext uri="{FF2B5EF4-FFF2-40B4-BE49-F238E27FC236}">
                <a16:creationId xmlns:a16="http://schemas.microsoft.com/office/drawing/2014/main" id="{95053BDB-D436-CB48-BF01-E8D3F74DD2E4}"/>
              </a:ext>
            </a:extLst>
          </p:cNvPr>
          <p:cNvGrpSpPr>
            <a:grpSpLocks/>
          </p:cNvGrpSpPr>
          <p:nvPr/>
        </p:nvGrpSpPr>
        <p:grpSpPr bwMode="auto">
          <a:xfrm>
            <a:off x="7397750" y="3737001"/>
            <a:ext cx="1395412" cy="490537"/>
            <a:chOff x="2701" y="2439"/>
            <a:chExt cx="879" cy="309"/>
          </a:xfrm>
        </p:grpSpPr>
        <p:grpSp>
          <p:nvGrpSpPr>
            <p:cNvPr id="168" name="Group 232">
              <a:extLst>
                <a:ext uri="{FF2B5EF4-FFF2-40B4-BE49-F238E27FC236}">
                  <a16:creationId xmlns:a16="http://schemas.microsoft.com/office/drawing/2014/main" id="{61643642-4D2E-5E46-BCEB-A911FAA7AFFC}"/>
                </a:ext>
              </a:extLst>
            </p:cNvPr>
            <p:cNvGrpSpPr>
              <a:grpSpLocks/>
            </p:cNvGrpSpPr>
            <p:nvPr/>
          </p:nvGrpSpPr>
          <p:grpSpPr bwMode="auto">
            <a:xfrm>
              <a:off x="2701" y="2639"/>
              <a:ext cx="806" cy="109"/>
              <a:chOff x="2540" y="2639"/>
              <a:chExt cx="806" cy="109"/>
            </a:xfrm>
          </p:grpSpPr>
          <p:grpSp>
            <p:nvGrpSpPr>
              <p:cNvPr id="170" name="Group 149">
                <a:extLst>
                  <a:ext uri="{FF2B5EF4-FFF2-40B4-BE49-F238E27FC236}">
                    <a16:creationId xmlns:a16="http://schemas.microsoft.com/office/drawing/2014/main" id="{F0D18BC9-03A9-F24C-8210-D99A7D7F3BA3}"/>
                  </a:ext>
                </a:extLst>
              </p:cNvPr>
              <p:cNvGrpSpPr>
                <a:grpSpLocks/>
              </p:cNvGrpSpPr>
              <p:nvPr/>
            </p:nvGrpSpPr>
            <p:grpSpPr bwMode="auto">
              <a:xfrm rot="10793026">
                <a:off x="2697" y="2639"/>
                <a:ext cx="649" cy="109"/>
                <a:chOff x="4712" y="1742"/>
                <a:chExt cx="648" cy="108"/>
              </a:xfrm>
            </p:grpSpPr>
            <p:sp>
              <p:nvSpPr>
                <p:cNvPr id="172" name="Rectangle 150">
                  <a:extLst>
                    <a:ext uri="{FF2B5EF4-FFF2-40B4-BE49-F238E27FC236}">
                      <a16:creationId xmlns:a16="http://schemas.microsoft.com/office/drawing/2014/main" id="{B49F1A96-1869-8B47-9F3D-8B8652177867}"/>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Rectangle 151">
                  <a:extLst>
                    <a:ext uri="{FF2B5EF4-FFF2-40B4-BE49-F238E27FC236}">
                      <a16:creationId xmlns:a16="http://schemas.microsoft.com/office/drawing/2014/main" id="{CD1D6BE2-BFEE-A54C-8231-AC40E24BC234}"/>
                    </a:ext>
                  </a:extLst>
                </p:cNvPr>
                <p:cNvSpPr>
                  <a:spLocks noChangeArrowheads="1"/>
                </p:cNvSpPr>
                <p:nvPr/>
              </p:nvSpPr>
              <p:spPr bwMode="auto">
                <a:xfrm>
                  <a:off x="4714" y="1744"/>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1" name="Line 152">
                <a:extLst>
                  <a:ext uri="{FF2B5EF4-FFF2-40B4-BE49-F238E27FC236}">
                    <a16:creationId xmlns:a16="http://schemas.microsoft.com/office/drawing/2014/main" id="{3520614F-C700-9942-9107-0386BDD33825}"/>
                  </a:ext>
                </a:extLst>
              </p:cNvPr>
              <p:cNvSpPr>
                <a:spLocks noChangeShapeType="1"/>
              </p:cNvSpPr>
              <p:nvPr/>
            </p:nvSpPr>
            <p:spPr bwMode="auto">
              <a:xfrm rot="9691848">
                <a:off x="2540" y="2666"/>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69" name="Text Box 153">
              <a:extLst>
                <a:ext uri="{FF2B5EF4-FFF2-40B4-BE49-F238E27FC236}">
                  <a16:creationId xmlns:a16="http://schemas.microsoft.com/office/drawing/2014/main" id="{8DC21157-1E8F-B04A-B82A-865322CAE769}"/>
                </a:ext>
              </a:extLst>
            </p:cNvPr>
            <p:cNvSpPr txBox="1">
              <a:spLocks noChangeArrowheads="1"/>
            </p:cNvSpPr>
            <p:nvPr/>
          </p:nvSpPr>
          <p:spPr bwMode="auto">
            <a:xfrm>
              <a:off x="2810" y="2439"/>
              <a:ext cx="77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reassembly</a:t>
              </a:r>
              <a:endPar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endParaRPr>
            </a:p>
          </p:txBody>
        </p:sp>
      </p:grpSp>
      <p:grpSp>
        <p:nvGrpSpPr>
          <p:cNvPr id="174" name="Group 162">
            <a:extLst>
              <a:ext uri="{FF2B5EF4-FFF2-40B4-BE49-F238E27FC236}">
                <a16:creationId xmlns:a16="http://schemas.microsoft.com/office/drawing/2014/main" id="{32F547D0-417F-4B48-ADEE-07F820D922CC}"/>
              </a:ext>
            </a:extLst>
          </p:cNvPr>
          <p:cNvGrpSpPr>
            <a:grpSpLocks/>
          </p:cNvGrpSpPr>
          <p:nvPr/>
        </p:nvGrpSpPr>
        <p:grpSpPr bwMode="auto">
          <a:xfrm>
            <a:off x="6959600" y="1573238"/>
            <a:ext cx="838200" cy="1720850"/>
            <a:chOff x="2345" y="1140"/>
            <a:chExt cx="528" cy="1084"/>
          </a:xfrm>
        </p:grpSpPr>
        <p:sp>
          <p:nvSpPr>
            <p:cNvPr id="175" name="Line 8">
              <a:extLst>
                <a:ext uri="{FF2B5EF4-FFF2-40B4-BE49-F238E27FC236}">
                  <a16:creationId xmlns:a16="http://schemas.microsoft.com/office/drawing/2014/main" id="{D21D06EC-6091-2849-8D37-49E126CD0401}"/>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10">
              <a:extLst>
                <a:ext uri="{FF2B5EF4-FFF2-40B4-BE49-F238E27FC236}">
                  <a16:creationId xmlns:a16="http://schemas.microsoft.com/office/drawing/2014/main" id="{F990EC90-FE4D-8D40-9E5C-68CA1DF32699}"/>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15">
              <a:extLst>
                <a:ext uri="{FF2B5EF4-FFF2-40B4-BE49-F238E27FC236}">
                  <a16:creationId xmlns:a16="http://schemas.microsoft.com/office/drawing/2014/main" id="{A98C855E-3FD3-DE4E-BF52-C97A94773599}"/>
                </a:ext>
              </a:extLst>
            </p:cNvPr>
            <p:cNvSpPr>
              <a:spLocks noChangeShapeType="1"/>
            </p:cNvSpPr>
            <p:nvPr/>
          </p:nvSpPr>
          <p:spPr bwMode="auto">
            <a:xfrm>
              <a:off x="2868" y="1456"/>
              <a:ext cx="0" cy="51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78" name="Group 155">
              <a:extLst>
                <a:ext uri="{FF2B5EF4-FFF2-40B4-BE49-F238E27FC236}">
                  <a16:creationId xmlns:a16="http://schemas.microsoft.com/office/drawing/2014/main" id="{EF8C0F42-C332-4143-89B9-D884E67C52BB}"/>
                </a:ext>
              </a:extLst>
            </p:cNvPr>
            <p:cNvGrpSpPr>
              <a:grpSpLocks/>
            </p:cNvGrpSpPr>
            <p:nvPr/>
          </p:nvGrpSpPr>
          <p:grpSpPr bwMode="auto">
            <a:xfrm>
              <a:off x="2345" y="1140"/>
              <a:ext cx="503" cy="444"/>
              <a:chOff x="-44" y="1473"/>
              <a:chExt cx="981" cy="1105"/>
            </a:xfrm>
          </p:grpSpPr>
          <p:pic>
            <p:nvPicPr>
              <p:cNvPr id="183" name="Picture 156" descr="desktop_computer_stylized_medium">
                <a:extLst>
                  <a:ext uri="{FF2B5EF4-FFF2-40B4-BE49-F238E27FC236}">
                    <a16:creationId xmlns:a16="http://schemas.microsoft.com/office/drawing/2014/main" id="{10B5B846-E283-7143-B820-20A6F3306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Freeform 157">
                <a:extLst>
                  <a:ext uri="{FF2B5EF4-FFF2-40B4-BE49-F238E27FC236}">
                    <a16:creationId xmlns:a16="http://schemas.microsoft.com/office/drawing/2014/main" id="{4ABED2D6-CEA3-0A4D-93D1-BED81AA4E3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9" name="Text Box 158">
              <a:extLst>
                <a:ext uri="{FF2B5EF4-FFF2-40B4-BE49-F238E27FC236}">
                  <a16:creationId xmlns:a16="http://schemas.microsoft.com/office/drawing/2014/main" id="{23C4FFDA-1326-A94E-A751-D63EFD07320F}"/>
                </a:ext>
              </a:extLst>
            </p:cNvPr>
            <p:cNvSpPr txBox="1">
              <a:spLocks noChangeArrowheads="1"/>
            </p:cNvSpPr>
            <p:nvPr/>
          </p:nvSpPr>
          <p:spPr bwMode="auto">
            <a:xfrm rot="5400000">
              <a:off x="2526" y="1509"/>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180" name="Group 159">
              <a:extLst>
                <a:ext uri="{FF2B5EF4-FFF2-40B4-BE49-F238E27FC236}">
                  <a16:creationId xmlns:a16="http://schemas.microsoft.com/office/drawing/2014/main" id="{D6A0E7F7-059E-3F4C-ABA2-AA5E369BD877}"/>
                </a:ext>
              </a:extLst>
            </p:cNvPr>
            <p:cNvGrpSpPr>
              <a:grpSpLocks/>
            </p:cNvGrpSpPr>
            <p:nvPr/>
          </p:nvGrpSpPr>
          <p:grpSpPr bwMode="auto">
            <a:xfrm>
              <a:off x="2357" y="1780"/>
              <a:ext cx="503" cy="444"/>
              <a:chOff x="-44" y="1473"/>
              <a:chExt cx="981" cy="1105"/>
            </a:xfrm>
          </p:grpSpPr>
          <p:pic>
            <p:nvPicPr>
              <p:cNvPr id="181" name="Picture 160" descr="desktop_computer_stylized_medium">
                <a:extLst>
                  <a:ext uri="{FF2B5EF4-FFF2-40B4-BE49-F238E27FC236}">
                    <a16:creationId xmlns:a16="http://schemas.microsoft.com/office/drawing/2014/main" id="{BFBDEB56-F84C-984A-93A8-41D2D90AB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61">
                <a:extLst>
                  <a:ext uri="{FF2B5EF4-FFF2-40B4-BE49-F238E27FC236}">
                    <a16:creationId xmlns:a16="http://schemas.microsoft.com/office/drawing/2014/main" id="{23C08C6D-2EFE-1640-874E-7F751DFE3F9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52" name="Group 221">
            <a:extLst>
              <a:ext uri="{FF2B5EF4-FFF2-40B4-BE49-F238E27FC236}">
                <a16:creationId xmlns:a16="http://schemas.microsoft.com/office/drawing/2014/main" id="{83321E86-F1C1-444F-8733-A8BC3E94F176}"/>
              </a:ext>
            </a:extLst>
          </p:cNvPr>
          <p:cNvGrpSpPr>
            <a:grpSpLocks/>
          </p:cNvGrpSpPr>
          <p:nvPr/>
        </p:nvGrpSpPr>
        <p:grpSpPr bwMode="auto">
          <a:xfrm>
            <a:off x="7862887" y="4265638"/>
            <a:ext cx="738188" cy="1385888"/>
            <a:chOff x="2345" y="1140"/>
            <a:chExt cx="528" cy="1084"/>
          </a:xfrm>
        </p:grpSpPr>
        <p:sp>
          <p:nvSpPr>
            <p:cNvPr id="253" name="Line 222">
              <a:extLst>
                <a:ext uri="{FF2B5EF4-FFF2-40B4-BE49-F238E27FC236}">
                  <a16:creationId xmlns:a16="http://schemas.microsoft.com/office/drawing/2014/main" id="{28256FDA-1567-AA4A-9678-A59E9E6FD476}"/>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4" name="Line 223">
              <a:extLst>
                <a:ext uri="{FF2B5EF4-FFF2-40B4-BE49-F238E27FC236}">
                  <a16:creationId xmlns:a16="http://schemas.microsoft.com/office/drawing/2014/main" id="{BE536D99-819F-7442-BD4B-497C8D68FFCA}"/>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5" name="Line 224">
              <a:extLst>
                <a:ext uri="{FF2B5EF4-FFF2-40B4-BE49-F238E27FC236}">
                  <a16:creationId xmlns:a16="http://schemas.microsoft.com/office/drawing/2014/main" id="{518367ED-FF00-134A-BE7E-957FF73C4212}"/>
                </a:ext>
              </a:extLst>
            </p:cNvPr>
            <p:cNvSpPr>
              <a:spLocks noChangeShapeType="1"/>
            </p:cNvSpPr>
            <p:nvPr/>
          </p:nvSpPr>
          <p:spPr bwMode="auto">
            <a:xfrm>
              <a:off x="2868" y="1455"/>
              <a:ext cx="0" cy="50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56" name="Group 225">
              <a:extLst>
                <a:ext uri="{FF2B5EF4-FFF2-40B4-BE49-F238E27FC236}">
                  <a16:creationId xmlns:a16="http://schemas.microsoft.com/office/drawing/2014/main" id="{9B6119C0-ED52-6E40-ADFA-169BE71421CF}"/>
                </a:ext>
              </a:extLst>
            </p:cNvPr>
            <p:cNvGrpSpPr>
              <a:grpSpLocks/>
            </p:cNvGrpSpPr>
            <p:nvPr/>
          </p:nvGrpSpPr>
          <p:grpSpPr bwMode="auto">
            <a:xfrm>
              <a:off x="2345" y="1140"/>
              <a:ext cx="503" cy="444"/>
              <a:chOff x="-44" y="1473"/>
              <a:chExt cx="981" cy="1105"/>
            </a:xfrm>
          </p:grpSpPr>
          <p:pic>
            <p:nvPicPr>
              <p:cNvPr id="261" name="Picture 226" descr="desktop_computer_stylized_medium">
                <a:extLst>
                  <a:ext uri="{FF2B5EF4-FFF2-40B4-BE49-F238E27FC236}">
                    <a16:creationId xmlns:a16="http://schemas.microsoft.com/office/drawing/2014/main" id="{1FE06784-BDA3-3E46-B541-E88B45404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Freeform 227">
                <a:extLst>
                  <a:ext uri="{FF2B5EF4-FFF2-40B4-BE49-F238E27FC236}">
                    <a16:creationId xmlns:a16="http://schemas.microsoft.com/office/drawing/2014/main" id="{42E355F2-6D46-854E-A07A-0F85D46DA50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57" name="Text Box 228">
              <a:extLst>
                <a:ext uri="{FF2B5EF4-FFF2-40B4-BE49-F238E27FC236}">
                  <a16:creationId xmlns:a16="http://schemas.microsoft.com/office/drawing/2014/main" id="{F09BDB7F-04BE-6641-B83A-55D6ACFB49EF}"/>
                </a:ext>
              </a:extLst>
            </p:cNvPr>
            <p:cNvSpPr txBox="1">
              <a:spLocks noChangeArrowheads="1"/>
            </p:cNvSpPr>
            <p:nvPr/>
          </p:nvSpPr>
          <p:spPr bwMode="auto">
            <a:xfrm rot="5400000">
              <a:off x="2463" y="1529"/>
              <a:ext cx="422"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258" name="Group 229">
              <a:extLst>
                <a:ext uri="{FF2B5EF4-FFF2-40B4-BE49-F238E27FC236}">
                  <a16:creationId xmlns:a16="http://schemas.microsoft.com/office/drawing/2014/main" id="{496A4233-E5C1-9B4E-9749-F2C6601958C9}"/>
                </a:ext>
              </a:extLst>
            </p:cNvPr>
            <p:cNvGrpSpPr>
              <a:grpSpLocks/>
            </p:cNvGrpSpPr>
            <p:nvPr/>
          </p:nvGrpSpPr>
          <p:grpSpPr bwMode="auto">
            <a:xfrm>
              <a:off x="2357" y="1780"/>
              <a:ext cx="503" cy="444"/>
              <a:chOff x="-44" y="1473"/>
              <a:chExt cx="981" cy="1105"/>
            </a:xfrm>
          </p:grpSpPr>
          <p:pic>
            <p:nvPicPr>
              <p:cNvPr id="259" name="Picture 230" descr="desktop_computer_stylized_medium">
                <a:extLst>
                  <a:ext uri="{FF2B5EF4-FFF2-40B4-BE49-F238E27FC236}">
                    <a16:creationId xmlns:a16="http://schemas.microsoft.com/office/drawing/2014/main" id="{A1BCEA6F-5119-2A43-BBB3-3849D2DE18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231">
                <a:extLst>
                  <a:ext uri="{FF2B5EF4-FFF2-40B4-BE49-F238E27FC236}">
                    <a16:creationId xmlns:a16="http://schemas.microsoft.com/office/drawing/2014/main" id="{6BF309CA-6E15-2047-AA4B-0A352AE112C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63" name="Group 262">
            <a:extLst>
              <a:ext uri="{FF2B5EF4-FFF2-40B4-BE49-F238E27FC236}">
                <a16:creationId xmlns:a16="http://schemas.microsoft.com/office/drawing/2014/main" id="{2F1EAC85-6023-FF4D-81F9-90127C296F2C}"/>
              </a:ext>
            </a:extLst>
          </p:cNvPr>
          <p:cNvGrpSpPr/>
          <p:nvPr/>
        </p:nvGrpSpPr>
        <p:grpSpPr>
          <a:xfrm>
            <a:off x="7884408" y="1659012"/>
            <a:ext cx="632991" cy="300938"/>
            <a:chOff x="7493876" y="2774731"/>
            <a:chExt cx="1481958" cy="894622"/>
          </a:xfrm>
        </p:grpSpPr>
        <p:sp>
          <p:nvSpPr>
            <p:cNvPr id="264" name="Freeform 263">
              <a:extLst>
                <a:ext uri="{FF2B5EF4-FFF2-40B4-BE49-F238E27FC236}">
                  <a16:creationId xmlns:a16="http://schemas.microsoft.com/office/drawing/2014/main" id="{C4821AC8-A5FA-774F-A9DB-A4DFCF48EFB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BB3DDF33-9237-3E46-A4FF-988BBD900EB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EC5529D6-F051-354C-B235-5B3B32B14CC3}"/>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56960A76-E855-8245-929A-6428787BBF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E3E61EDB-ACC2-2645-A21D-7C7821DE2BD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9139A776-6C26-7845-83EC-33D2A826F7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891C25F5-70CA-D840-85A2-76E9F35490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87" name="Group 286">
            <a:extLst>
              <a:ext uri="{FF2B5EF4-FFF2-40B4-BE49-F238E27FC236}">
                <a16:creationId xmlns:a16="http://schemas.microsoft.com/office/drawing/2014/main" id="{807F039A-0711-7449-900A-5ABB0A16C0AC}"/>
              </a:ext>
            </a:extLst>
          </p:cNvPr>
          <p:cNvGrpSpPr/>
          <p:nvPr/>
        </p:nvGrpSpPr>
        <p:grpSpPr>
          <a:xfrm>
            <a:off x="7880158" y="2314150"/>
            <a:ext cx="632991" cy="300938"/>
            <a:chOff x="7493876" y="2774731"/>
            <a:chExt cx="1481958" cy="894622"/>
          </a:xfrm>
        </p:grpSpPr>
        <p:sp>
          <p:nvSpPr>
            <p:cNvPr id="288" name="Freeform 287">
              <a:extLst>
                <a:ext uri="{FF2B5EF4-FFF2-40B4-BE49-F238E27FC236}">
                  <a16:creationId xmlns:a16="http://schemas.microsoft.com/office/drawing/2014/main" id="{368F4B2E-FBAB-8A41-A938-3CAB86E16A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9" name="Oval 288">
              <a:extLst>
                <a:ext uri="{FF2B5EF4-FFF2-40B4-BE49-F238E27FC236}">
                  <a16:creationId xmlns:a16="http://schemas.microsoft.com/office/drawing/2014/main" id="{6EA2914F-86D7-BE41-9528-DD609321AD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0" name="Group 289">
              <a:extLst>
                <a:ext uri="{FF2B5EF4-FFF2-40B4-BE49-F238E27FC236}">
                  <a16:creationId xmlns:a16="http://schemas.microsoft.com/office/drawing/2014/main" id="{F6FEA792-E944-7F40-8522-0F3BB5E23346}"/>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972F4E62-E379-194B-871E-E46E92AFC2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ED05D402-8D82-2F46-9C17-0AC4A042D6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7DA453E6-118F-7E48-AB98-9E78F79555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4" name="Freeform 293">
                <a:extLst>
                  <a:ext uri="{FF2B5EF4-FFF2-40B4-BE49-F238E27FC236}">
                    <a16:creationId xmlns:a16="http://schemas.microsoft.com/office/drawing/2014/main" id="{815C067A-55D2-0842-B95C-8B59B2F9D3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E05E51FE-6D06-724F-A864-98AA3622A939}"/>
              </a:ext>
            </a:extLst>
          </p:cNvPr>
          <p:cNvGrpSpPr/>
          <p:nvPr/>
        </p:nvGrpSpPr>
        <p:grpSpPr>
          <a:xfrm>
            <a:off x="8793951" y="1869094"/>
            <a:ext cx="632991" cy="300938"/>
            <a:chOff x="7493876" y="2774731"/>
            <a:chExt cx="1481958" cy="894622"/>
          </a:xfrm>
        </p:grpSpPr>
        <p:sp>
          <p:nvSpPr>
            <p:cNvPr id="296" name="Freeform 295">
              <a:extLst>
                <a:ext uri="{FF2B5EF4-FFF2-40B4-BE49-F238E27FC236}">
                  <a16:creationId xmlns:a16="http://schemas.microsoft.com/office/drawing/2014/main" id="{39167229-980A-5148-A640-DFE741EA85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7" name="Oval 296">
              <a:extLst>
                <a:ext uri="{FF2B5EF4-FFF2-40B4-BE49-F238E27FC236}">
                  <a16:creationId xmlns:a16="http://schemas.microsoft.com/office/drawing/2014/main" id="{0086428A-7293-A947-A526-D3C06F68E7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8" name="Group 297">
              <a:extLst>
                <a:ext uri="{FF2B5EF4-FFF2-40B4-BE49-F238E27FC236}">
                  <a16:creationId xmlns:a16="http://schemas.microsoft.com/office/drawing/2014/main" id="{C749E6C3-5725-AA4F-B967-4F6B56370D3C}"/>
                </a:ext>
              </a:extLst>
            </p:cNvPr>
            <p:cNvGrpSpPr/>
            <p:nvPr/>
          </p:nvGrpSpPr>
          <p:grpSpPr>
            <a:xfrm>
              <a:off x="7713663" y="2848339"/>
              <a:ext cx="1042107" cy="425543"/>
              <a:chOff x="7786941" y="2884917"/>
              <a:chExt cx="897649" cy="353919"/>
            </a:xfrm>
          </p:grpSpPr>
          <p:sp>
            <p:nvSpPr>
              <p:cNvPr id="299" name="Freeform 298">
                <a:extLst>
                  <a:ext uri="{FF2B5EF4-FFF2-40B4-BE49-F238E27FC236}">
                    <a16:creationId xmlns:a16="http://schemas.microsoft.com/office/drawing/2014/main" id="{1DBF2F38-9130-4045-B1F1-F32D81B5E4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E63A837A-0C0E-D146-B677-E6611EB454B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8C5D26E9-C8F1-914C-B704-8B11AC641B6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BAFDD1D0-615D-0249-9F98-0FEEC48735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03" name="Group 302">
            <a:extLst>
              <a:ext uri="{FF2B5EF4-FFF2-40B4-BE49-F238E27FC236}">
                <a16:creationId xmlns:a16="http://schemas.microsoft.com/office/drawing/2014/main" id="{E2AC8335-D6C0-A144-AF32-A58DE5F9C3A6}"/>
              </a:ext>
            </a:extLst>
          </p:cNvPr>
          <p:cNvGrpSpPr/>
          <p:nvPr/>
        </p:nvGrpSpPr>
        <p:grpSpPr>
          <a:xfrm>
            <a:off x="9121216" y="2764672"/>
            <a:ext cx="632991" cy="300938"/>
            <a:chOff x="7493876" y="2774731"/>
            <a:chExt cx="1481958" cy="894622"/>
          </a:xfrm>
        </p:grpSpPr>
        <p:sp>
          <p:nvSpPr>
            <p:cNvPr id="304" name="Freeform 303">
              <a:extLst>
                <a:ext uri="{FF2B5EF4-FFF2-40B4-BE49-F238E27FC236}">
                  <a16:creationId xmlns:a16="http://schemas.microsoft.com/office/drawing/2014/main" id="{8A05DBFA-0EAB-1845-9738-0EB0EE239C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5" name="Oval 304">
              <a:extLst>
                <a:ext uri="{FF2B5EF4-FFF2-40B4-BE49-F238E27FC236}">
                  <a16:creationId xmlns:a16="http://schemas.microsoft.com/office/drawing/2014/main" id="{57B67D1D-3B77-9140-B848-C561A80DA4A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6" name="Group 305">
              <a:extLst>
                <a:ext uri="{FF2B5EF4-FFF2-40B4-BE49-F238E27FC236}">
                  <a16:creationId xmlns:a16="http://schemas.microsoft.com/office/drawing/2014/main" id="{28A2F0BB-0470-2A4F-809B-26CEE46BFCFA}"/>
                </a:ext>
              </a:extLst>
            </p:cNvPr>
            <p:cNvGrpSpPr/>
            <p:nvPr/>
          </p:nvGrpSpPr>
          <p:grpSpPr>
            <a:xfrm>
              <a:off x="7713663" y="2848339"/>
              <a:ext cx="1042107" cy="425543"/>
              <a:chOff x="7786941" y="2884917"/>
              <a:chExt cx="897649" cy="353919"/>
            </a:xfrm>
          </p:grpSpPr>
          <p:sp>
            <p:nvSpPr>
              <p:cNvPr id="307" name="Freeform 306">
                <a:extLst>
                  <a:ext uri="{FF2B5EF4-FFF2-40B4-BE49-F238E27FC236}">
                    <a16:creationId xmlns:a16="http://schemas.microsoft.com/office/drawing/2014/main" id="{1BECC3AF-A2D6-6440-B742-F4103B39442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8" name="Freeform 307">
                <a:extLst>
                  <a:ext uri="{FF2B5EF4-FFF2-40B4-BE49-F238E27FC236}">
                    <a16:creationId xmlns:a16="http://schemas.microsoft.com/office/drawing/2014/main" id="{B186CB30-9A94-0948-B787-CD6FC9EF21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9" name="Freeform 308">
                <a:extLst>
                  <a:ext uri="{FF2B5EF4-FFF2-40B4-BE49-F238E27FC236}">
                    <a16:creationId xmlns:a16="http://schemas.microsoft.com/office/drawing/2014/main" id="{24F5F472-F50F-F24E-8E59-CFD0B0ED99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3D0405D5-7F85-264F-A6AD-695776F19C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1" name="Group 200">
            <a:extLst>
              <a:ext uri="{FF2B5EF4-FFF2-40B4-BE49-F238E27FC236}">
                <a16:creationId xmlns:a16="http://schemas.microsoft.com/office/drawing/2014/main" id="{06798466-3BB3-2342-BD22-8AE603A94657}"/>
              </a:ext>
            </a:extLst>
          </p:cNvPr>
          <p:cNvGrpSpPr>
            <a:grpSpLocks/>
          </p:cNvGrpSpPr>
          <p:nvPr/>
        </p:nvGrpSpPr>
        <p:grpSpPr bwMode="auto">
          <a:xfrm>
            <a:off x="9531350" y="2968651"/>
            <a:ext cx="1033462" cy="801687"/>
            <a:chOff x="4045" y="1955"/>
            <a:chExt cx="651" cy="505"/>
          </a:xfrm>
        </p:grpSpPr>
        <p:grpSp>
          <p:nvGrpSpPr>
            <p:cNvPr id="222" name="Group 123">
              <a:extLst>
                <a:ext uri="{FF2B5EF4-FFF2-40B4-BE49-F238E27FC236}">
                  <a16:creationId xmlns:a16="http://schemas.microsoft.com/office/drawing/2014/main" id="{174D30C2-0600-E842-9D13-48D84E15A8AC}"/>
                </a:ext>
              </a:extLst>
            </p:cNvPr>
            <p:cNvGrpSpPr>
              <a:grpSpLocks/>
            </p:cNvGrpSpPr>
            <p:nvPr/>
          </p:nvGrpSpPr>
          <p:grpSpPr bwMode="auto">
            <a:xfrm rot="3346875">
              <a:off x="3958" y="2042"/>
              <a:ext cx="282" cy="108"/>
              <a:chOff x="5078" y="1860"/>
              <a:chExt cx="282" cy="108"/>
            </a:xfrm>
          </p:grpSpPr>
          <p:sp>
            <p:nvSpPr>
              <p:cNvPr id="232" name="Rectangle 124">
                <a:extLst>
                  <a:ext uri="{FF2B5EF4-FFF2-40B4-BE49-F238E27FC236}">
                    <a16:creationId xmlns:a16="http://schemas.microsoft.com/office/drawing/2014/main" id="{F381050B-DDE8-954D-9D94-E1EE35A64E62}"/>
                  </a:ext>
                </a:extLst>
              </p:cNvPr>
              <p:cNvSpPr>
                <a:spLocks noChangeArrowheads="1"/>
              </p:cNvSpPr>
              <p:nvPr/>
            </p:nvSpPr>
            <p:spPr bwMode="auto">
              <a:xfrm>
                <a:off x="5215" y="1861"/>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3" name="Rectangle 125">
                <a:extLst>
                  <a:ext uri="{FF2B5EF4-FFF2-40B4-BE49-F238E27FC236}">
                    <a16:creationId xmlns:a16="http://schemas.microsoft.com/office/drawing/2014/main" id="{5197D7D3-1B07-6740-82AE-F29D7BEDCD09}"/>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3" name="Group 126">
              <a:extLst>
                <a:ext uri="{FF2B5EF4-FFF2-40B4-BE49-F238E27FC236}">
                  <a16:creationId xmlns:a16="http://schemas.microsoft.com/office/drawing/2014/main" id="{3E825F3A-5DF4-304A-B95C-B8A97DD304FA}"/>
                </a:ext>
              </a:extLst>
            </p:cNvPr>
            <p:cNvGrpSpPr>
              <a:grpSpLocks/>
            </p:cNvGrpSpPr>
            <p:nvPr/>
          </p:nvGrpSpPr>
          <p:grpSpPr bwMode="auto">
            <a:xfrm rot="3215306">
              <a:off x="4158" y="2108"/>
              <a:ext cx="282" cy="108"/>
              <a:chOff x="5078" y="1860"/>
              <a:chExt cx="282" cy="108"/>
            </a:xfrm>
          </p:grpSpPr>
          <p:sp>
            <p:nvSpPr>
              <p:cNvPr id="230" name="Rectangle 127">
                <a:extLst>
                  <a:ext uri="{FF2B5EF4-FFF2-40B4-BE49-F238E27FC236}">
                    <a16:creationId xmlns:a16="http://schemas.microsoft.com/office/drawing/2014/main" id="{6F4FE7A3-A500-AE4F-BCA5-184F3C5D66A8}"/>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1" name="Rectangle 128">
                <a:extLst>
                  <a:ext uri="{FF2B5EF4-FFF2-40B4-BE49-F238E27FC236}">
                    <a16:creationId xmlns:a16="http://schemas.microsoft.com/office/drawing/2014/main" id="{DC50AA62-2765-F54C-89E7-332279233AB7}"/>
                  </a:ext>
                </a:extLst>
              </p:cNvPr>
              <p:cNvSpPr>
                <a:spLocks noChangeArrowheads="1"/>
              </p:cNvSpPr>
              <p:nvPr/>
            </p:nvSpPr>
            <p:spPr bwMode="auto">
              <a:xfrm>
                <a:off x="5076"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29">
              <a:extLst>
                <a:ext uri="{FF2B5EF4-FFF2-40B4-BE49-F238E27FC236}">
                  <a16:creationId xmlns:a16="http://schemas.microsoft.com/office/drawing/2014/main" id="{0A9E08EA-C83B-9C45-BA60-0B9B237E060B}"/>
                </a:ext>
              </a:extLst>
            </p:cNvPr>
            <p:cNvGrpSpPr>
              <a:grpSpLocks/>
            </p:cNvGrpSpPr>
            <p:nvPr/>
          </p:nvGrpSpPr>
          <p:grpSpPr bwMode="auto">
            <a:xfrm rot="3051000">
              <a:off x="4380" y="2184"/>
              <a:ext cx="282" cy="108"/>
              <a:chOff x="5078" y="1860"/>
              <a:chExt cx="282" cy="108"/>
            </a:xfrm>
          </p:grpSpPr>
          <p:sp>
            <p:nvSpPr>
              <p:cNvPr id="228" name="Rectangle 130">
                <a:extLst>
                  <a:ext uri="{FF2B5EF4-FFF2-40B4-BE49-F238E27FC236}">
                    <a16:creationId xmlns:a16="http://schemas.microsoft.com/office/drawing/2014/main" id="{D3EF473C-F3F1-064D-8B44-C21CE30AA66D}"/>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9" name="Rectangle 131">
                <a:extLst>
                  <a:ext uri="{FF2B5EF4-FFF2-40B4-BE49-F238E27FC236}">
                    <a16:creationId xmlns:a16="http://schemas.microsoft.com/office/drawing/2014/main" id="{C03C8DA3-06DA-EF43-B064-7CCBEDCA593D}"/>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25" name="Line 133">
              <a:extLst>
                <a:ext uri="{FF2B5EF4-FFF2-40B4-BE49-F238E27FC236}">
                  <a16:creationId xmlns:a16="http://schemas.microsoft.com/office/drawing/2014/main" id="{DE2846D5-5BC7-A148-987E-9BFF02F3AB40}"/>
                </a:ext>
              </a:extLst>
            </p:cNvPr>
            <p:cNvSpPr>
              <a:spLocks noChangeShapeType="1"/>
            </p:cNvSpPr>
            <p:nvPr/>
          </p:nvSpPr>
          <p:spPr bwMode="auto">
            <a:xfrm>
              <a:off x="4184" y="2216"/>
              <a:ext cx="84"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6" name="Line 134">
              <a:extLst>
                <a:ext uri="{FF2B5EF4-FFF2-40B4-BE49-F238E27FC236}">
                  <a16:creationId xmlns:a16="http://schemas.microsoft.com/office/drawing/2014/main" id="{30B266F5-491B-F245-8588-B01608E3BBD9}"/>
                </a:ext>
              </a:extLst>
            </p:cNvPr>
            <p:cNvSpPr>
              <a:spLocks noChangeShapeType="1"/>
            </p:cNvSpPr>
            <p:nvPr/>
          </p:nvSpPr>
          <p:spPr bwMode="auto">
            <a:xfrm>
              <a:off x="4388" y="2278"/>
              <a:ext cx="82"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7" name="Line 135">
              <a:extLst>
                <a:ext uri="{FF2B5EF4-FFF2-40B4-BE49-F238E27FC236}">
                  <a16:creationId xmlns:a16="http://schemas.microsoft.com/office/drawing/2014/main" id="{26AE079B-6AB9-4C4C-AF4E-AAC854681EEB}"/>
                </a:ext>
              </a:extLst>
            </p:cNvPr>
            <p:cNvSpPr>
              <a:spLocks noChangeShapeType="1"/>
            </p:cNvSpPr>
            <p:nvPr/>
          </p:nvSpPr>
          <p:spPr bwMode="auto">
            <a:xfrm>
              <a:off x="4620" y="2350"/>
              <a:ext cx="76" cy="11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11" name="Group 310">
            <a:extLst>
              <a:ext uri="{FF2B5EF4-FFF2-40B4-BE49-F238E27FC236}">
                <a16:creationId xmlns:a16="http://schemas.microsoft.com/office/drawing/2014/main" id="{E9162E78-8261-EA48-A8D1-AA206DF5AC5F}"/>
              </a:ext>
            </a:extLst>
          </p:cNvPr>
          <p:cNvGrpSpPr/>
          <p:nvPr/>
        </p:nvGrpSpPr>
        <p:grpSpPr>
          <a:xfrm>
            <a:off x="9820071" y="3769540"/>
            <a:ext cx="632991" cy="300938"/>
            <a:chOff x="7493876" y="2774731"/>
            <a:chExt cx="1481958" cy="894622"/>
          </a:xfrm>
        </p:grpSpPr>
        <p:sp>
          <p:nvSpPr>
            <p:cNvPr id="312" name="Freeform 311">
              <a:extLst>
                <a:ext uri="{FF2B5EF4-FFF2-40B4-BE49-F238E27FC236}">
                  <a16:creationId xmlns:a16="http://schemas.microsoft.com/office/drawing/2014/main" id="{61929FF8-27C2-9247-A465-EE63843072A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3" name="Oval 312">
              <a:extLst>
                <a:ext uri="{FF2B5EF4-FFF2-40B4-BE49-F238E27FC236}">
                  <a16:creationId xmlns:a16="http://schemas.microsoft.com/office/drawing/2014/main" id="{035E780E-BAF2-FA48-A0B3-9F54E54FDB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4" name="Group 313">
              <a:extLst>
                <a:ext uri="{FF2B5EF4-FFF2-40B4-BE49-F238E27FC236}">
                  <a16:creationId xmlns:a16="http://schemas.microsoft.com/office/drawing/2014/main" id="{684F749B-ED1E-A047-A2B3-DE5EAB23CEE6}"/>
                </a:ext>
              </a:extLst>
            </p:cNvPr>
            <p:cNvGrpSpPr/>
            <p:nvPr/>
          </p:nvGrpSpPr>
          <p:grpSpPr>
            <a:xfrm>
              <a:off x="7713663" y="2848339"/>
              <a:ext cx="1042107" cy="425543"/>
              <a:chOff x="7786941" y="2884917"/>
              <a:chExt cx="897649" cy="353919"/>
            </a:xfrm>
          </p:grpSpPr>
          <p:sp>
            <p:nvSpPr>
              <p:cNvPr id="315" name="Freeform 314">
                <a:extLst>
                  <a:ext uri="{FF2B5EF4-FFF2-40B4-BE49-F238E27FC236}">
                    <a16:creationId xmlns:a16="http://schemas.microsoft.com/office/drawing/2014/main" id="{C89DC151-24F4-7047-B7AA-B233904761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6" name="Freeform 315">
                <a:extLst>
                  <a:ext uri="{FF2B5EF4-FFF2-40B4-BE49-F238E27FC236}">
                    <a16:creationId xmlns:a16="http://schemas.microsoft.com/office/drawing/2014/main" id="{F448580F-C41E-514E-AB84-0B14F276080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8AEFCBA5-3ECF-9546-8AA6-966DE039FC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67B5A22B-79ED-4949-A639-35B4D10A01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9" name="Group 318">
            <a:extLst>
              <a:ext uri="{FF2B5EF4-FFF2-40B4-BE49-F238E27FC236}">
                <a16:creationId xmlns:a16="http://schemas.microsoft.com/office/drawing/2014/main" id="{83F23AF2-A0FE-224D-920C-84AE9D1EC7B7}"/>
              </a:ext>
            </a:extLst>
          </p:cNvPr>
          <p:cNvGrpSpPr/>
          <p:nvPr/>
        </p:nvGrpSpPr>
        <p:grpSpPr>
          <a:xfrm>
            <a:off x="8883206" y="4890985"/>
            <a:ext cx="632991" cy="300938"/>
            <a:chOff x="7493876" y="2774731"/>
            <a:chExt cx="1481958" cy="894622"/>
          </a:xfrm>
        </p:grpSpPr>
        <p:sp>
          <p:nvSpPr>
            <p:cNvPr id="320" name="Freeform 319">
              <a:extLst>
                <a:ext uri="{FF2B5EF4-FFF2-40B4-BE49-F238E27FC236}">
                  <a16:creationId xmlns:a16="http://schemas.microsoft.com/office/drawing/2014/main" id="{20B06A7E-D607-A643-8573-7FA8832D50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1" name="Oval 320">
              <a:extLst>
                <a:ext uri="{FF2B5EF4-FFF2-40B4-BE49-F238E27FC236}">
                  <a16:creationId xmlns:a16="http://schemas.microsoft.com/office/drawing/2014/main" id="{7E112450-743E-2B49-88BE-591DC0195C2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2" name="Group 321">
              <a:extLst>
                <a:ext uri="{FF2B5EF4-FFF2-40B4-BE49-F238E27FC236}">
                  <a16:creationId xmlns:a16="http://schemas.microsoft.com/office/drawing/2014/main" id="{1AE80838-4934-0E4F-8553-C27D2320BC94}"/>
                </a:ext>
              </a:extLst>
            </p:cNvPr>
            <p:cNvGrpSpPr/>
            <p:nvPr/>
          </p:nvGrpSpPr>
          <p:grpSpPr>
            <a:xfrm>
              <a:off x="7713663" y="2848339"/>
              <a:ext cx="1042107" cy="425543"/>
              <a:chOff x="7786941" y="2884917"/>
              <a:chExt cx="897649" cy="353919"/>
            </a:xfrm>
          </p:grpSpPr>
          <p:sp>
            <p:nvSpPr>
              <p:cNvPr id="323" name="Freeform 322">
                <a:extLst>
                  <a:ext uri="{FF2B5EF4-FFF2-40B4-BE49-F238E27FC236}">
                    <a16:creationId xmlns:a16="http://schemas.microsoft.com/office/drawing/2014/main" id="{D4632782-D6F6-464C-9B44-5281824C25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16D6CA10-0739-4C44-A478-5170B47935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4B16F740-0AC8-A547-9C7F-02F48F9EA2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B97565F7-3C72-3649-A488-D8651F23A3F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157422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wipe(left)">
                                      <p:cBhvr>
                                        <p:cTn id="7" dur="1000"/>
                                        <p:tgtEl>
                                          <p:spTgt spid="14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1"/>
                                        </p:tgtEl>
                                        <p:attrNameLst>
                                          <p:attrName>style.visibility</p:attrName>
                                        </p:attrNameLst>
                                      </p:cBhvr>
                                      <p:to>
                                        <p:strVal val="visible"/>
                                      </p:to>
                                    </p:set>
                                    <p:animEffect transition="in" filter="wipe(up)">
                                      <p:cBhvr>
                                        <p:cTn id="12" dur="1000"/>
                                        <p:tgtEl>
                                          <p:spTgt spid="221"/>
                                        </p:tgtEl>
                                      </p:cBhvr>
                                    </p:animEffect>
                                  </p:childTnLst>
                                </p:cTn>
                              </p:par>
                              <p:par>
                                <p:cTn id="13" presetID="9" presetClass="entr" presetSubtype="0" fill="hold" nodeType="withEffect">
                                  <p:stCondLst>
                                    <p:cond delay="0"/>
                                  </p:stCondLst>
                                  <p:childTnLst>
                                    <p:set>
                                      <p:cBhvr>
                                        <p:cTn id="14" dur="1" fill="hold">
                                          <p:stCondLst>
                                            <p:cond delay="0"/>
                                          </p:stCondLst>
                                        </p:cTn>
                                        <p:tgtEl>
                                          <p:spTgt spid="152">
                                            <p:txEl>
                                              <p:pRg st="0" end="0"/>
                                            </p:txEl>
                                          </p:spTgt>
                                        </p:tgtEl>
                                        <p:attrNameLst>
                                          <p:attrName>style.visibility</p:attrName>
                                        </p:attrNameLst>
                                      </p:cBhvr>
                                      <p:to>
                                        <p:strVal val="visible"/>
                                      </p:to>
                                    </p:set>
                                    <p:animEffect transition="in" filter="dissolve">
                                      <p:cBhvr>
                                        <p:cTn id="15" dur="500"/>
                                        <p:tgtEl>
                                          <p:spTgt spid="152">
                                            <p:txEl>
                                              <p:pRg st="0" end="0"/>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52">
                                            <p:txEl>
                                              <p:pRg st="1" end="1"/>
                                            </p:txEl>
                                          </p:spTgt>
                                        </p:tgtEl>
                                        <p:attrNameLst>
                                          <p:attrName>style.visibility</p:attrName>
                                        </p:attrNameLst>
                                      </p:cBhvr>
                                      <p:to>
                                        <p:strVal val="visible"/>
                                      </p:to>
                                    </p:set>
                                    <p:animEffect transition="in" filter="dissolve">
                                      <p:cBhvr>
                                        <p:cTn id="18" dur="500"/>
                                        <p:tgtEl>
                                          <p:spTgt spid="152">
                                            <p:txEl>
                                              <p:pRg st="1" end="1"/>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2">
                                            <p:txEl>
                                              <p:pRg st="2" end="2"/>
                                            </p:txEl>
                                          </p:spTgt>
                                        </p:tgtEl>
                                        <p:attrNameLst>
                                          <p:attrName>style.visibility</p:attrName>
                                        </p:attrNameLst>
                                      </p:cBhvr>
                                      <p:to>
                                        <p:strVal val="visible"/>
                                      </p:to>
                                    </p:set>
                                    <p:animEffect transition="in" filter="dissolve">
                                      <p:cBhvr>
                                        <p:cTn id="21" dur="500"/>
                                        <p:tgtEl>
                                          <p:spTgt spid="152">
                                            <p:txEl>
                                              <p:pRg st="2" end="2"/>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54"/>
                                        </p:tgtEl>
                                        <p:attrNameLst>
                                          <p:attrName>style.visibility</p:attrName>
                                        </p:attrNameLst>
                                      </p:cBhvr>
                                      <p:to>
                                        <p:strVal val="visible"/>
                                      </p:to>
                                    </p:set>
                                    <p:animEffect transition="in" filter="wipe(right)">
                                      <p:cBhvr>
                                        <p:cTn id="26" dur="1000"/>
                                        <p:tgtEl>
                                          <p:spTgt spid="15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wipe(right)">
                                      <p:cBhvr>
                                        <p:cTn id="31" dur="500"/>
                                        <p:tgtEl>
                                          <p:spTgt spid="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23</a:t>
            </a:fld>
            <a:endParaRPr lang="en-US" dirty="0"/>
          </a:p>
        </p:txBody>
      </p:sp>
      <p:grpSp>
        <p:nvGrpSpPr>
          <p:cNvPr id="273" name="Group 4">
            <a:extLst>
              <a:ext uri="{FF2B5EF4-FFF2-40B4-BE49-F238E27FC236}">
                <a16:creationId xmlns:a16="http://schemas.microsoft.com/office/drawing/2014/main" id="{C209DF58-BB84-EE41-9A05-9B26BDA48F8A}"/>
              </a:ext>
            </a:extLst>
          </p:cNvPr>
          <p:cNvGrpSpPr>
            <a:grpSpLocks/>
          </p:cNvGrpSpPr>
          <p:nvPr/>
        </p:nvGrpSpPr>
        <p:grpSpPr bwMode="auto">
          <a:xfrm>
            <a:off x="4989773" y="1527175"/>
            <a:ext cx="4181475" cy="660400"/>
            <a:chOff x="3006" y="1205"/>
            <a:chExt cx="2634" cy="416"/>
          </a:xfrm>
        </p:grpSpPr>
        <p:sp>
          <p:nvSpPr>
            <p:cNvPr id="275" name="Rectangle 6">
              <a:extLst>
                <a:ext uri="{FF2B5EF4-FFF2-40B4-BE49-F238E27FC236}">
                  <a16:creationId xmlns:a16="http://schemas.microsoft.com/office/drawing/2014/main" id="{9F97564F-AA01-CD42-B7AF-FD555736F76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76" name="Text Box 7">
              <a:extLst>
                <a:ext uri="{FF2B5EF4-FFF2-40B4-BE49-F238E27FC236}">
                  <a16:creationId xmlns:a16="http://schemas.microsoft.com/office/drawing/2014/main" id="{B08FA020-86D6-B940-A867-F9B73513D872}"/>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277" name="Text Box 8">
              <a:extLst>
                <a:ext uri="{FF2B5EF4-FFF2-40B4-BE49-F238E27FC236}">
                  <a16:creationId xmlns:a16="http://schemas.microsoft.com/office/drawing/2014/main" id="{F56BF547-3E90-BB4F-A15E-786126B2BCE3}"/>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8" name="Text Box 9">
              <a:extLst>
                <a:ext uri="{FF2B5EF4-FFF2-40B4-BE49-F238E27FC236}">
                  <a16:creationId xmlns:a16="http://schemas.microsoft.com/office/drawing/2014/main" id="{DBDC952C-C809-B445-B355-B2F02E8CE967}"/>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9" name="Text Box 10">
              <a:extLst>
                <a:ext uri="{FF2B5EF4-FFF2-40B4-BE49-F238E27FC236}">
                  <a16:creationId xmlns:a16="http://schemas.microsoft.com/office/drawing/2014/main" id="{A9EC1F74-3597-984E-BA0B-F7596BA8C5E7}"/>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=4000</a:t>
              </a:r>
            </a:p>
          </p:txBody>
        </p:sp>
        <p:sp>
          <p:nvSpPr>
            <p:cNvPr id="280" name="Line 11">
              <a:extLst>
                <a:ext uri="{FF2B5EF4-FFF2-40B4-BE49-F238E27FC236}">
                  <a16:creationId xmlns:a16="http://schemas.microsoft.com/office/drawing/2014/main" id="{62001456-A0DE-F549-91B8-4AFAB874A3B6}"/>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1" name="Line 12">
              <a:extLst>
                <a:ext uri="{FF2B5EF4-FFF2-40B4-BE49-F238E27FC236}">
                  <a16:creationId xmlns:a16="http://schemas.microsoft.com/office/drawing/2014/main" id="{893638D3-E04E-AA43-A78B-93162C2865E0}"/>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2" name="Line 13">
              <a:extLst>
                <a:ext uri="{FF2B5EF4-FFF2-40B4-BE49-F238E27FC236}">
                  <a16:creationId xmlns:a16="http://schemas.microsoft.com/office/drawing/2014/main" id="{83D5BE05-2CE6-B34D-AF80-010634152A21}"/>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3" name="Line 14">
              <a:extLst>
                <a:ext uri="{FF2B5EF4-FFF2-40B4-BE49-F238E27FC236}">
                  <a16:creationId xmlns:a16="http://schemas.microsoft.com/office/drawing/2014/main" id="{B403F84F-91AC-0F4D-9D8A-D3B010411ECA}"/>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4" name="Line 15">
              <a:extLst>
                <a:ext uri="{FF2B5EF4-FFF2-40B4-BE49-F238E27FC236}">
                  <a16:creationId xmlns:a16="http://schemas.microsoft.com/office/drawing/2014/main" id="{96E9F421-95E6-864D-AFCE-D0C2B7D32BE7}"/>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5" name="Rectangle 16">
              <a:extLst>
                <a:ext uri="{FF2B5EF4-FFF2-40B4-BE49-F238E27FC236}">
                  <a16:creationId xmlns:a16="http://schemas.microsoft.com/office/drawing/2014/main" id="{E06CA3A4-DDBA-A648-AE30-B136F21AE15C}"/>
                </a:ext>
              </a:extLst>
            </p:cNvPr>
            <p:cNvSpPr>
              <a:spLocks noChangeArrowheads="1"/>
            </p:cNvSpPr>
            <p:nvPr/>
          </p:nvSpPr>
          <p:spPr bwMode="auto">
            <a:xfrm>
              <a:off x="5232" y="1237"/>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86" name="Group 70">
            <a:extLst>
              <a:ext uri="{FF2B5EF4-FFF2-40B4-BE49-F238E27FC236}">
                <a16:creationId xmlns:a16="http://schemas.microsoft.com/office/drawing/2014/main" id="{E0E5D94D-8D0E-F447-B202-06A60559CE81}"/>
              </a:ext>
            </a:extLst>
          </p:cNvPr>
          <p:cNvGrpSpPr>
            <a:grpSpLocks/>
          </p:cNvGrpSpPr>
          <p:nvPr/>
        </p:nvGrpSpPr>
        <p:grpSpPr bwMode="auto">
          <a:xfrm>
            <a:off x="5078673" y="2290763"/>
            <a:ext cx="4645025" cy="3330574"/>
            <a:chOff x="2321" y="1443"/>
            <a:chExt cx="2926" cy="2098"/>
          </a:xfrm>
        </p:grpSpPr>
        <p:grpSp>
          <p:nvGrpSpPr>
            <p:cNvPr id="327" name="Group 17">
              <a:extLst>
                <a:ext uri="{FF2B5EF4-FFF2-40B4-BE49-F238E27FC236}">
                  <a16:creationId xmlns:a16="http://schemas.microsoft.com/office/drawing/2014/main" id="{D6D59DCE-5992-8C44-B2EB-F9E8F0FD4606}"/>
                </a:ext>
              </a:extLst>
            </p:cNvPr>
            <p:cNvGrpSpPr>
              <a:grpSpLocks/>
            </p:cNvGrpSpPr>
            <p:nvPr/>
          </p:nvGrpSpPr>
          <p:grpSpPr bwMode="auto">
            <a:xfrm>
              <a:off x="2613" y="2066"/>
              <a:ext cx="2634" cy="416"/>
              <a:chOff x="3006" y="1205"/>
              <a:chExt cx="2634" cy="416"/>
            </a:xfrm>
          </p:grpSpPr>
          <p:sp>
            <p:nvSpPr>
              <p:cNvPr id="359" name="Rectangle 19">
                <a:extLst>
                  <a:ext uri="{FF2B5EF4-FFF2-40B4-BE49-F238E27FC236}">
                    <a16:creationId xmlns:a16="http://schemas.microsoft.com/office/drawing/2014/main" id="{2A7BBF80-1D6D-734D-B87F-681AA9D8A5EF}"/>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0" name="Text Box 20">
                <a:extLst>
                  <a:ext uri="{FF2B5EF4-FFF2-40B4-BE49-F238E27FC236}">
                    <a16:creationId xmlns:a16="http://schemas.microsoft.com/office/drawing/2014/main" id="{6A532E8C-AC95-C849-AB1C-E073A332F129}"/>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61" name="Text Box 21">
                <a:extLst>
                  <a:ext uri="{FF2B5EF4-FFF2-40B4-BE49-F238E27FC236}">
                    <a16:creationId xmlns:a16="http://schemas.microsoft.com/office/drawing/2014/main" id="{2C14E1D0-AEA3-2946-96BE-BBDEAEAD40E6}"/>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62" name="Text Box 22">
                <a:extLst>
                  <a:ext uri="{FF2B5EF4-FFF2-40B4-BE49-F238E27FC236}">
                    <a16:creationId xmlns:a16="http://schemas.microsoft.com/office/drawing/2014/main" id="{9A73FBD4-64CA-644E-9CC8-4734F6A60D9F}"/>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63" name="Text Box 23">
                <a:extLst>
                  <a:ext uri="{FF2B5EF4-FFF2-40B4-BE49-F238E27FC236}">
                    <a16:creationId xmlns:a16="http://schemas.microsoft.com/office/drawing/2014/main" id="{986EA356-F829-434B-9FDD-6D5DEF00873B}"/>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64" name="Line 24">
                <a:extLst>
                  <a:ext uri="{FF2B5EF4-FFF2-40B4-BE49-F238E27FC236}">
                    <a16:creationId xmlns:a16="http://schemas.microsoft.com/office/drawing/2014/main" id="{97082873-DB44-F541-8876-F85138EEE33A}"/>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5" name="Line 25">
                <a:extLst>
                  <a:ext uri="{FF2B5EF4-FFF2-40B4-BE49-F238E27FC236}">
                    <a16:creationId xmlns:a16="http://schemas.microsoft.com/office/drawing/2014/main" id="{7FB1E670-9433-9A45-AE38-7E6CF33CE0DF}"/>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6" name="Line 26">
                <a:extLst>
                  <a:ext uri="{FF2B5EF4-FFF2-40B4-BE49-F238E27FC236}">
                    <a16:creationId xmlns:a16="http://schemas.microsoft.com/office/drawing/2014/main" id="{2DF386FB-87A4-AF4D-8755-36BCCFF71508}"/>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7" name="Line 27">
                <a:extLst>
                  <a:ext uri="{FF2B5EF4-FFF2-40B4-BE49-F238E27FC236}">
                    <a16:creationId xmlns:a16="http://schemas.microsoft.com/office/drawing/2014/main" id="{9698D062-8447-6541-AC16-F61EA75CCA0B}"/>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8" name="Line 28">
                <a:extLst>
                  <a:ext uri="{FF2B5EF4-FFF2-40B4-BE49-F238E27FC236}">
                    <a16:creationId xmlns:a16="http://schemas.microsoft.com/office/drawing/2014/main" id="{199F02F2-DF0B-E24E-8B1B-D7F09F27355C}"/>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9" name="Rectangle 29">
                <a:extLst>
                  <a:ext uri="{FF2B5EF4-FFF2-40B4-BE49-F238E27FC236}">
                    <a16:creationId xmlns:a16="http://schemas.microsoft.com/office/drawing/2014/main" id="{75F9EE65-3BF2-0B42-9D3F-29E55761F02A}"/>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8" name="Group 30">
              <a:extLst>
                <a:ext uri="{FF2B5EF4-FFF2-40B4-BE49-F238E27FC236}">
                  <a16:creationId xmlns:a16="http://schemas.microsoft.com/office/drawing/2014/main" id="{12D4790F-40A3-F448-AC4E-CCA0878BDC2A}"/>
                </a:ext>
              </a:extLst>
            </p:cNvPr>
            <p:cNvGrpSpPr>
              <a:grpSpLocks/>
            </p:cNvGrpSpPr>
            <p:nvPr/>
          </p:nvGrpSpPr>
          <p:grpSpPr bwMode="auto">
            <a:xfrm>
              <a:off x="2613" y="2570"/>
              <a:ext cx="2634" cy="416"/>
              <a:chOff x="3006" y="1205"/>
              <a:chExt cx="2634" cy="416"/>
            </a:xfrm>
          </p:grpSpPr>
          <p:sp>
            <p:nvSpPr>
              <p:cNvPr id="347" name="Rectangle 32">
                <a:extLst>
                  <a:ext uri="{FF2B5EF4-FFF2-40B4-BE49-F238E27FC236}">
                    <a16:creationId xmlns:a16="http://schemas.microsoft.com/office/drawing/2014/main" id="{B15FF11D-8509-0040-A294-9AF84579D9EB}"/>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8" name="Text Box 33">
                <a:extLst>
                  <a:ext uri="{FF2B5EF4-FFF2-40B4-BE49-F238E27FC236}">
                    <a16:creationId xmlns:a16="http://schemas.microsoft.com/office/drawing/2014/main" id="{A66E9104-5A4E-5346-95BA-D285C3BBB0E6}"/>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49" name="Text Box 34">
                <a:extLst>
                  <a:ext uri="{FF2B5EF4-FFF2-40B4-BE49-F238E27FC236}">
                    <a16:creationId xmlns:a16="http://schemas.microsoft.com/office/drawing/2014/main" id="{C829564F-0014-D242-8FB2-98781565F51B}"/>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=185</a:t>
                </a:r>
              </a:p>
            </p:txBody>
          </p:sp>
          <p:sp>
            <p:nvSpPr>
              <p:cNvPr id="350" name="Text Box 35">
                <a:extLst>
                  <a:ext uri="{FF2B5EF4-FFF2-40B4-BE49-F238E27FC236}">
                    <a16:creationId xmlns:a16="http://schemas.microsoft.com/office/drawing/2014/main" id="{56158AC2-5A04-404E-A171-6A6805AB8CEA}"/>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51" name="Text Box 36">
                <a:extLst>
                  <a:ext uri="{FF2B5EF4-FFF2-40B4-BE49-F238E27FC236}">
                    <a16:creationId xmlns:a16="http://schemas.microsoft.com/office/drawing/2014/main" id="{55166D62-F49D-B749-90C6-8147DE90AFC0}"/>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52" name="Line 37">
                <a:extLst>
                  <a:ext uri="{FF2B5EF4-FFF2-40B4-BE49-F238E27FC236}">
                    <a16:creationId xmlns:a16="http://schemas.microsoft.com/office/drawing/2014/main" id="{F0A3D74F-264C-0349-9215-E7CBB0759379}"/>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3" name="Line 38">
                <a:extLst>
                  <a:ext uri="{FF2B5EF4-FFF2-40B4-BE49-F238E27FC236}">
                    <a16:creationId xmlns:a16="http://schemas.microsoft.com/office/drawing/2014/main" id="{5AA0C3A5-CE52-3240-95A8-CBCE0710E187}"/>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4" name="Line 39">
                <a:extLst>
                  <a:ext uri="{FF2B5EF4-FFF2-40B4-BE49-F238E27FC236}">
                    <a16:creationId xmlns:a16="http://schemas.microsoft.com/office/drawing/2014/main" id="{D8790347-989D-7242-9FFA-97B539C96E5B}"/>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5" name="Line 40">
                <a:extLst>
                  <a:ext uri="{FF2B5EF4-FFF2-40B4-BE49-F238E27FC236}">
                    <a16:creationId xmlns:a16="http://schemas.microsoft.com/office/drawing/2014/main" id="{C59C4051-FB9E-0C4D-AB29-CE5F0F328BD0}"/>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6" name="Line 41">
                <a:extLst>
                  <a:ext uri="{FF2B5EF4-FFF2-40B4-BE49-F238E27FC236}">
                    <a16:creationId xmlns:a16="http://schemas.microsoft.com/office/drawing/2014/main" id="{6D9DC6D6-4088-434D-AFD2-EBAB166C6FAD}"/>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7" name="Rectangle 42">
                <a:extLst>
                  <a:ext uri="{FF2B5EF4-FFF2-40B4-BE49-F238E27FC236}">
                    <a16:creationId xmlns:a16="http://schemas.microsoft.com/office/drawing/2014/main" id="{EA1C70D4-47D8-594E-8539-612492CA926B}"/>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9" name="Group 43">
              <a:extLst>
                <a:ext uri="{FF2B5EF4-FFF2-40B4-BE49-F238E27FC236}">
                  <a16:creationId xmlns:a16="http://schemas.microsoft.com/office/drawing/2014/main" id="{E59F1A1E-ADC4-E248-8812-9B1455B8027C}"/>
                </a:ext>
              </a:extLst>
            </p:cNvPr>
            <p:cNvGrpSpPr>
              <a:grpSpLocks/>
            </p:cNvGrpSpPr>
            <p:nvPr/>
          </p:nvGrpSpPr>
          <p:grpSpPr bwMode="auto">
            <a:xfrm>
              <a:off x="2607" y="3092"/>
              <a:ext cx="2634" cy="449"/>
              <a:chOff x="3006" y="1205"/>
              <a:chExt cx="2634" cy="449"/>
            </a:xfrm>
          </p:grpSpPr>
          <p:sp>
            <p:nvSpPr>
              <p:cNvPr id="335" name="Rectangle 45">
                <a:extLst>
                  <a:ext uri="{FF2B5EF4-FFF2-40B4-BE49-F238E27FC236}">
                    <a16:creationId xmlns:a16="http://schemas.microsoft.com/office/drawing/2014/main" id="{FE70DE84-8AAA-8846-A748-B1E64C2FE0D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6" name="Text Box 46">
                <a:extLst>
                  <a:ext uri="{FF2B5EF4-FFF2-40B4-BE49-F238E27FC236}">
                    <a16:creationId xmlns:a16="http://schemas.microsoft.com/office/drawing/2014/main" id="{C5A8CE00-0167-BE4B-B09C-F6086D864021}"/>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37" name="Text Box 47">
                <a:extLst>
                  <a:ext uri="{FF2B5EF4-FFF2-40B4-BE49-F238E27FC236}">
                    <a16:creationId xmlns:a16="http://schemas.microsoft.com/office/drawing/2014/main" id="{2F9C9AB8-33A0-134C-ACB9-56E71BD85D19}"/>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=370</a:t>
                </a:r>
              </a:p>
            </p:txBody>
          </p:sp>
          <p:sp>
            <p:nvSpPr>
              <p:cNvPr id="338" name="Text Box 48">
                <a:extLst>
                  <a:ext uri="{FF2B5EF4-FFF2-40B4-BE49-F238E27FC236}">
                    <a16:creationId xmlns:a16="http://schemas.microsoft.com/office/drawing/2014/main" id="{8AC2C926-77A5-E44A-9659-1F2EB67DE78E}"/>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39" name="Text Box 49">
                <a:extLst>
                  <a:ext uri="{FF2B5EF4-FFF2-40B4-BE49-F238E27FC236}">
                    <a16:creationId xmlns:a16="http://schemas.microsoft.com/office/drawing/2014/main" id="{ADD7C64B-1398-EC48-B74F-E620C62A8043}"/>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=1040</a:t>
                </a:r>
              </a:p>
            </p:txBody>
          </p:sp>
          <p:sp>
            <p:nvSpPr>
              <p:cNvPr id="340" name="Line 50">
                <a:extLst>
                  <a:ext uri="{FF2B5EF4-FFF2-40B4-BE49-F238E27FC236}">
                    <a16:creationId xmlns:a16="http://schemas.microsoft.com/office/drawing/2014/main" id="{09587459-A6B0-654D-86D7-6663EE218741}"/>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1" name="Line 51">
                <a:extLst>
                  <a:ext uri="{FF2B5EF4-FFF2-40B4-BE49-F238E27FC236}">
                    <a16:creationId xmlns:a16="http://schemas.microsoft.com/office/drawing/2014/main" id="{A748B13E-8E8C-B14E-B15A-9350C3AC6353}"/>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2" name="Line 52">
                <a:extLst>
                  <a:ext uri="{FF2B5EF4-FFF2-40B4-BE49-F238E27FC236}">
                    <a16:creationId xmlns:a16="http://schemas.microsoft.com/office/drawing/2014/main" id="{F81A466B-6D5C-054A-A2E0-43656AB99502}"/>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3" name="Line 53">
                <a:extLst>
                  <a:ext uri="{FF2B5EF4-FFF2-40B4-BE49-F238E27FC236}">
                    <a16:creationId xmlns:a16="http://schemas.microsoft.com/office/drawing/2014/main" id="{EBFE2F82-A061-6C46-8ED4-FC63BE95BA95}"/>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4" name="Line 54">
                <a:extLst>
                  <a:ext uri="{FF2B5EF4-FFF2-40B4-BE49-F238E27FC236}">
                    <a16:creationId xmlns:a16="http://schemas.microsoft.com/office/drawing/2014/main" id="{4B359F6B-C938-394C-B6D1-60315BA57735}"/>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5" name="Rectangle 55">
                <a:extLst>
                  <a:ext uri="{FF2B5EF4-FFF2-40B4-BE49-F238E27FC236}">
                    <a16:creationId xmlns:a16="http://schemas.microsoft.com/office/drawing/2014/main" id="{E131EC63-108A-D34A-B1BB-22245EF5D502}"/>
                  </a:ext>
                </a:extLst>
              </p:cNvPr>
              <p:cNvSpPr>
                <a:spLocks noChangeArrowheads="1"/>
              </p:cNvSpPr>
              <p:nvPr/>
            </p:nvSpPr>
            <p:spPr bwMode="auto">
              <a:xfrm>
                <a:off x="5224" y="1235"/>
                <a:ext cx="146" cy="4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330" name="Freeform 56">
              <a:extLst>
                <a:ext uri="{FF2B5EF4-FFF2-40B4-BE49-F238E27FC236}">
                  <a16:creationId xmlns:a16="http://schemas.microsoft.com/office/drawing/2014/main" id="{2EC91758-FB97-144D-8BEA-A0ABA3C63BF1}"/>
                </a:ext>
              </a:extLst>
            </p:cNvPr>
            <p:cNvSpPr>
              <a:spLocks/>
            </p:cNvSpPr>
            <p:nvPr/>
          </p:nvSpPr>
          <p:spPr bwMode="auto">
            <a:xfrm>
              <a:off x="2337" y="1443"/>
              <a:ext cx="210" cy="1362"/>
            </a:xfrm>
            <a:custGeom>
              <a:avLst/>
              <a:gdLst>
                <a:gd name="T0" fmla="*/ 0 w 210"/>
                <a:gd name="T1" fmla="*/ 0 h 1362"/>
                <a:gd name="T2" fmla="*/ 0 w 210"/>
                <a:gd name="T3" fmla="*/ 1362 h 1362"/>
                <a:gd name="T4" fmla="*/ 210 w 210"/>
                <a:gd name="T5" fmla="*/ 858 h 1362"/>
                <a:gd name="T6" fmla="*/ 0 60000 65536"/>
                <a:gd name="T7" fmla="*/ 0 60000 65536"/>
                <a:gd name="T8" fmla="*/ 0 60000 65536"/>
                <a:gd name="T9" fmla="*/ 0 w 210"/>
                <a:gd name="T10" fmla="*/ 0 h 1362"/>
                <a:gd name="T11" fmla="*/ 210 w 210"/>
                <a:gd name="T12" fmla="*/ 1362 h 1362"/>
              </a:gdLst>
              <a:ahLst/>
              <a:cxnLst>
                <a:cxn ang="T6">
                  <a:pos x="T0" y="T1"/>
                </a:cxn>
                <a:cxn ang="T7">
                  <a:pos x="T2" y="T3"/>
                </a:cxn>
                <a:cxn ang="T8">
                  <a:pos x="T4" y="T5"/>
                </a:cxn>
              </a:cxnLst>
              <a:rect l="T9" t="T10" r="T11" b="T12"/>
              <a:pathLst>
                <a:path w="210" h="1362">
                  <a:moveTo>
                    <a:pt x="0" y="0"/>
                  </a:moveTo>
                  <a:lnTo>
                    <a:pt x="0" y="1362"/>
                  </a:lnTo>
                  <a:lnTo>
                    <a:pt x="210" y="858"/>
                  </a:lnTo>
                </a:path>
              </a:pathLst>
            </a:custGeom>
            <a:noFill/>
            <a:ln w="19050" cap="flat" cmpd="sng">
              <a:solidFill>
                <a:srgbClr val="CC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1" name="Line 57">
              <a:extLst>
                <a:ext uri="{FF2B5EF4-FFF2-40B4-BE49-F238E27FC236}">
                  <a16:creationId xmlns:a16="http://schemas.microsoft.com/office/drawing/2014/main" id="{6E81C240-B39C-2B41-9279-E1C7F3FABC1E}"/>
                </a:ext>
              </a:extLst>
            </p:cNvPr>
            <p:cNvSpPr>
              <a:spLocks noChangeShapeType="1"/>
            </p:cNvSpPr>
            <p:nvPr/>
          </p:nvSpPr>
          <p:spPr bwMode="auto">
            <a:xfrm>
              <a:off x="2337" y="2787"/>
              <a:ext cx="228" cy="0"/>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2" name="Line 58">
              <a:extLst>
                <a:ext uri="{FF2B5EF4-FFF2-40B4-BE49-F238E27FC236}">
                  <a16:creationId xmlns:a16="http://schemas.microsoft.com/office/drawing/2014/main" id="{67594024-6154-584C-8F5A-3493BB49D6CD}"/>
                </a:ext>
              </a:extLst>
            </p:cNvPr>
            <p:cNvSpPr>
              <a:spLocks noChangeShapeType="1"/>
            </p:cNvSpPr>
            <p:nvPr/>
          </p:nvSpPr>
          <p:spPr bwMode="auto">
            <a:xfrm>
              <a:off x="2343" y="2793"/>
              <a:ext cx="210" cy="498"/>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3" name="Text Box 59">
              <a:extLst>
                <a:ext uri="{FF2B5EF4-FFF2-40B4-BE49-F238E27FC236}">
                  <a16:creationId xmlns:a16="http://schemas.microsoft.com/office/drawing/2014/main" id="{71F7F398-43FB-B84F-9D41-7BBF5DC4119F}"/>
                </a:ext>
              </a:extLst>
            </p:cNvPr>
            <p:cNvSpPr txBox="1">
              <a:spLocks noChangeArrowheads="1"/>
            </p:cNvSpPr>
            <p:nvPr/>
          </p:nvSpPr>
          <p:spPr bwMode="auto">
            <a:xfrm>
              <a:off x="2321" y="1490"/>
              <a:ext cx="198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one large datagram becomes</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several smaller datagrams</a:t>
              </a:r>
            </a:p>
          </p:txBody>
        </p:sp>
      </p:grpSp>
      <p:sp>
        <p:nvSpPr>
          <p:cNvPr id="370" name="Rectangle 60">
            <a:extLst>
              <a:ext uri="{FF2B5EF4-FFF2-40B4-BE49-F238E27FC236}">
                <a16:creationId xmlns:a16="http://schemas.microsoft.com/office/drawing/2014/main" id="{591C6D9B-A3D7-8144-8B0B-BBF79011C2D7}"/>
              </a:ext>
            </a:extLst>
          </p:cNvPr>
          <p:cNvSpPr>
            <a:spLocks noChangeArrowheads="1"/>
          </p:cNvSpPr>
          <p:nvPr/>
        </p:nvSpPr>
        <p:spPr bwMode="auto">
          <a:xfrm>
            <a:off x="734518" y="1472029"/>
            <a:ext cx="3806877" cy="167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65000"/>
              <a:buFont typeface="Wingdings" pitchFamily="2" charset="2"/>
              <a:buNone/>
            </a:pPr>
            <a:r>
              <a:rPr lang="en-US" altLang="en-US" sz="3200" dirty="0">
                <a:solidFill>
                  <a:srgbClr val="0000A3"/>
                </a:solidFill>
                <a:latin typeface="+mn-lt"/>
              </a:rPr>
              <a:t>example:</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4000 byte datagram</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MTU = 1500 bytes</a:t>
            </a:r>
          </a:p>
          <a:p>
            <a:pPr eaLnBrk="0" fontAlgn="base" hangingPunct="0">
              <a:lnSpc>
                <a:spcPct val="85000"/>
              </a:lnSpc>
              <a:spcBef>
                <a:spcPct val="20000"/>
              </a:spcBef>
              <a:spcAft>
                <a:spcPct val="0"/>
              </a:spcAft>
              <a:buClr>
                <a:srgbClr val="000099"/>
              </a:buClr>
              <a:buSzPct val="65000"/>
              <a:buFont typeface="Wingdings" pitchFamily="2" charset="2"/>
              <a:buChar char="v"/>
            </a:pPr>
            <a:endParaRPr lang="en-US" altLang="en-US" sz="2000" dirty="0">
              <a:solidFill>
                <a:srgbClr val="000000"/>
              </a:solidFill>
              <a:latin typeface="Gill Sans MT" panose="020B0502020104020203" pitchFamily="34" charset="77"/>
            </a:endParaRPr>
          </a:p>
        </p:txBody>
      </p:sp>
      <p:sp>
        <p:nvSpPr>
          <p:cNvPr id="371" name="Text Box 61">
            <a:extLst>
              <a:ext uri="{FF2B5EF4-FFF2-40B4-BE49-F238E27FC236}">
                <a16:creationId xmlns:a16="http://schemas.microsoft.com/office/drawing/2014/main" id="{4864CDD5-A640-E645-9288-94B039FE5FB0}"/>
              </a:ext>
            </a:extLst>
          </p:cNvPr>
          <p:cNvSpPr txBox="1">
            <a:spLocks noChangeArrowheads="1"/>
          </p:cNvSpPr>
          <p:nvPr/>
        </p:nvSpPr>
        <p:spPr bwMode="auto">
          <a:xfrm>
            <a:off x="2437073" y="3238500"/>
            <a:ext cx="1606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1480 bytes in </a:t>
            </a:r>
            <a:b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b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data field</a:t>
            </a:r>
          </a:p>
        </p:txBody>
      </p:sp>
      <p:sp>
        <p:nvSpPr>
          <p:cNvPr id="372" name="Text Box 63">
            <a:extLst>
              <a:ext uri="{FF2B5EF4-FFF2-40B4-BE49-F238E27FC236}">
                <a16:creationId xmlns:a16="http://schemas.microsoft.com/office/drawing/2014/main" id="{F928EBD8-9012-7445-80D5-176216DFF785}"/>
              </a:ext>
            </a:extLst>
          </p:cNvPr>
          <p:cNvSpPr txBox="1">
            <a:spLocks noChangeArrowheads="1"/>
          </p:cNvSpPr>
          <p:nvPr/>
        </p:nvSpPr>
        <p:spPr bwMode="auto">
          <a:xfrm>
            <a:off x="2899035" y="4071938"/>
            <a:ext cx="9461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1480/8 </a:t>
            </a:r>
          </a:p>
        </p:txBody>
      </p:sp>
      <p:sp>
        <p:nvSpPr>
          <p:cNvPr id="373" name="Line 68">
            <a:extLst>
              <a:ext uri="{FF2B5EF4-FFF2-40B4-BE49-F238E27FC236}">
                <a16:creationId xmlns:a16="http://schemas.microsoft.com/office/drawing/2014/main" id="{240D0E08-9FFF-2443-ADE9-50E4631ABC82}"/>
              </a:ext>
            </a:extLst>
          </p:cNvPr>
          <p:cNvSpPr>
            <a:spLocks noChangeShapeType="1"/>
          </p:cNvSpPr>
          <p:nvPr/>
        </p:nvSpPr>
        <p:spPr bwMode="auto">
          <a:xfrm>
            <a:off x="3380048" y="3590925"/>
            <a:ext cx="26193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74" name="Line 69">
            <a:extLst>
              <a:ext uri="{FF2B5EF4-FFF2-40B4-BE49-F238E27FC236}">
                <a16:creationId xmlns:a16="http://schemas.microsoft.com/office/drawing/2014/main" id="{19E2D7CF-6181-8C44-85E4-8D1A97979FFE}"/>
              </a:ext>
            </a:extLst>
          </p:cNvPr>
          <p:cNvSpPr>
            <a:spLocks noChangeShapeType="1"/>
          </p:cNvSpPr>
          <p:nvPr/>
        </p:nvSpPr>
        <p:spPr bwMode="auto">
          <a:xfrm flipH="1">
            <a:off x="3713423" y="4394200"/>
            <a:ext cx="46720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10552329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86"/>
                                        </p:tgtEl>
                                        <p:attrNameLst>
                                          <p:attrName>style.visibility</p:attrName>
                                        </p:attrNameLst>
                                      </p:cBhvr>
                                      <p:to>
                                        <p:strVal val="visible"/>
                                      </p:to>
                                    </p:set>
                                    <p:animEffect transition="in" filter="wipe(up)">
                                      <p:cBhvr>
                                        <p:cTn id="7" dur="1000"/>
                                        <p:tgtEl>
                                          <p:spTgt spid="28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par>
                                <p:cTn id="13" presetID="9" presetClass="entr" presetSubtype="0" fill="hold" nodeType="withEffect">
                                  <p:stCondLst>
                                    <p:cond delay="0"/>
                                  </p:stCondLst>
                                  <p:childTnLst>
                                    <p:set>
                                      <p:cBhvr>
                                        <p:cTn id="14" dur="1" fill="hold">
                                          <p:stCondLst>
                                            <p:cond delay="0"/>
                                          </p:stCondLst>
                                        </p:cTn>
                                        <p:tgtEl>
                                          <p:spTgt spid="373"/>
                                        </p:tgtEl>
                                        <p:attrNameLst>
                                          <p:attrName>style.visibility</p:attrName>
                                        </p:attrNameLst>
                                      </p:cBhvr>
                                      <p:to>
                                        <p:strVal val="visible"/>
                                      </p:to>
                                    </p:set>
                                    <p:animEffect transition="in" filter="dissolve">
                                      <p:cBhvr>
                                        <p:cTn id="15" dur="500"/>
                                        <p:tgtEl>
                                          <p:spTgt spid="37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72"/>
                                        </p:tgtEl>
                                        <p:attrNameLst>
                                          <p:attrName>style.visibility</p:attrName>
                                        </p:attrNameLst>
                                      </p:cBhvr>
                                      <p:to>
                                        <p:strVal val="visible"/>
                                      </p:to>
                                    </p:set>
                                    <p:animEffect transition="in" filter="dissolve">
                                      <p:cBhvr>
                                        <p:cTn id="20" dur="500"/>
                                        <p:tgtEl>
                                          <p:spTgt spid="372"/>
                                        </p:tgtEl>
                                      </p:cBhvr>
                                    </p:animEffect>
                                  </p:childTnLst>
                                </p:cTn>
                              </p:par>
                              <p:par>
                                <p:cTn id="21" presetID="9" presetClass="entr" presetSubtype="0" fill="hold" nodeType="withEffect">
                                  <p:stCondLst>
                                    <p:cond delay="0"/>
                                  </p:stCondLst>
                                  <p:childTnLst>
                                    <p:set>
                                      <p:cBhvr>
                                        <p:cTn id="22" dur="1" fill="hold">
                                          <p:stCondLst>
                                            <p:cond delay="0"/>
                                          </p:stCondLst>
                                        </p:cTn>
                                        <p:tgtEl>
                                          <p:spTgt spid="374"/>
                                        </p:tgtEl>
                                        <p:attrNameLst>
                                          <p:attrName>style.visibility</p:attrName>
                                        </p:attrNameLst>
                                      </p:cBhvr>
                                      <p:to>
                                        <p:strVal val="visible"/>
                                      </p:to>
                                    </p:set>
                                    <p:animEffect transition="in" filter="dissolve">
                                      <p:cBhvr>
                                        <p:cTn id="23" dur="500"/>
                                        <p:tgtEl>
                                          <p:spTgt spid="3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p:bldP spid="372"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2" name="Content Placeholder 3">
            <a:extLst>
              <a:ext uri="{FF2B5EF4-FFF2-40B4-BE49-F238E27FC236}">
                <a16:creationId xmlns:a16="http://schemas.microsoft.com/office/drawing/2014/main" id="{3FB6CE70-05A6-7C11-5670-397D45F035A1}"/>
              </a:ext>
            </a:extLst>
          </p:cNvPr>
          <p:cNvSpPr>
            <a:spLocks noGrp="1" noChangeArrowheads="1"/>
          </p:cNvSpPr>
          <p:nvPr>
            <p:ph sz="half" idx="2"/>
          </p:nvPr>
        </p:nvSpPr>
        <p:spPr/>
        <p:txBody>
          <a:bodyPr/>
          <a:lstStyle/>
          <a:p>
            <a:endParaRPr lang="en-US" altLang="en-US"/>
          </a:p>
        </p:txBody>
      </p:sp>
      <p:pic>
        <p:nvPicPr>
          <p:cNvPr id="27653" name="Picture 4">
            <a:extLst>
              <a:ext uri="{FF2B5EF4-FFF2-40B4-BE49-F238E27FC236}">
                <a16:creationId xmlns:a16="http://schemas.microsoft.com/office/drawing/2014/main" id="{1EBBBDE9-A93F-CDB7-1B16-D5D87D9BFE6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1"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017954633"/>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00" name="Content Placeholder 3">
            <a:extLst>
              <a:ext uri="{FF2B5EF4-FFF2-40B4-BE49-F238E27FC236}">
                <a16:creationId xmlns:a16="http://schemas.microsoft.com/office/drawing/2014/main" id="{EB6920AD-42C1-7DE7-7784-82945421E2C5}"/>
              </a:ext>
            </a:extLst>
          </p:cNvPr>
          <p:cNvSpPr>
            <a:spLocks noGrp="1" noChangeArrowheads="1"/>
          </p:cNvSpPr>
          <p:nvPr>
            <p:ph sz="half" idx="2"/>
          </p:nvPr>
        </p:nvSpPr>
        <p:spPr/>
        <p:txBody>
          <a:bodyPr/>
          <a:lstStyle/>
          <a:p>
            <a:endParaRPr lang="en-US" altLang="en-US"/>
          </a:p>
        </p:txBody>
      </p:sp>
      <p:pic>
        <p:nvPicPr>
          <p:cNvPr id="29701" name="Picture 4">
            <a:extLst>
              <a:ext uri="{FF2B5EF4-FFF2-40B4-BE49-F238E27FC236}">
                <a16:creationId xmlns:a16="http://schemas.microsoft.com/office/drawing/2014/main" id="{2EF3395A-396B-77DA-0240-5390720AA93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7575352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71" name="Slide Number Placeholder 3">
            <a:extLst>
              <a:ext uri="{FF2B5EF4-FFF2-40B4-BE49-F238E27FC236}">
                <a16:creationId xmlns:a16="http://schemas.microsoft.com/office/drawing/2014/main" id="{94F87F8F-A53C-824C-9A6F-AF7997886B6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26</a:t>
            </a:fld>
            <a:endParaRPr lang="en-US" dirty="0"/>
          </a:p>
        </p:txBody>
      </p:sp>
    </p:spTree>
    <p:extLst>
      <p:ext uri="{BB962C8B-B14F-4D97-AF65-F5344CB8AC3E}">
        <p14:creationId xmlns:p14="http://schemas.microsoft.com/office/powerpoint/2010/main" val="391025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dissolve">
                                      <p:cBhvr>
                                        <p:cTn id="12" dur="500"/>
                                        <p:tgtEl>
                                          <p:spTgt spid="2">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dissolve">
                                      <p:cBhvr>
                                        <p:cTn id="15" dur="500"/>
                                        <p:tgtEl>
                                          <p:spTgt spid="2">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8" name="Rectangle 7">
            <a:extLst>
              <a:ext uri="{FF2B5EF4-FFF2-40B4-BE49-F238E27FC236}">
                <a16:creationId xmlns:a16="http://schemas.microsoft.com/office/drawing/2014/main" id="{BA0D91C5-7E6B-064E-B644-B3D97F483120}"/>
              </a:ext>
            </a:extLst>
          </p:cNvPr>
          <p:cNvSpPr/>
          <p:nvPr/>
        </p:nvSpPr>
        <p:spPr>
          <a:xfrm>
            <a:off x="587829" y="1257300"/>
            <a:ext cx="5878285" cy="519248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49D0024F-77D0-A74A-A5B5-FFFF50D1DDEC}"/>
              </a:ext>
            </a:extLst>
          </p:cNvPr>
          <p:cNvSpPr/>
          <p:nvPr/>
        </p:nvSpPr>
        <p:spPr>
          <a:xfrm>
            <a:off x="6014358" y="5165271"/>
            <a:ext cx="5878285" cy="169272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Slide Number Placeholder 3">
            <a:extLst>
              <a:ext uri="{FF2B5EF4-FFF2-40B4-BE49-F238E27FC236}">
                <a16:creationId xmlns:a16="http://schemas.microsoft.com/office/drawing/2014/main" id="{CA2E5CF7-ABDF-1E4F-BC06-A54C4E2C8F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27</a:t>
            </a:fld>
            <a:endParaRPr lang="en-US" dirty="0"/>
          </a:p>
        </p:txBody>
      </p:sp>
    </p:spTree>
    <p:extLst>
      <p:ext uri="{BB962C8B-B14F-4D97-AF65-F5344CB8AC3E}">
        <p14:creationId xmlns:p14="http://schemas.microsoft.com/office/powerpoint/2010/main" val="98873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10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dissolve">
                                      <p:cBhvr>
                                        <p:cTn id="10"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1"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79206" y="1475622"/>
            <a:ext cx="3496144" cy="16811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4032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are interfaces actually connected?</a:t>
            </a:r>
          </a:p>
        </p:txBody>
      </p:sp>
      <p:grpSp>
        <p:nvGrpSpPr>
          <p:cNvPr id="83" name="Group 14">
            <a:extLst>
              <a:ext uri="{FF2B5EF4-FFF2-40B4-BE49-F238E27FC236}">
                <a16:creationId xmlns:a16="http://schemas.microsoft.com/office/drawing/2014/main" id="{181797ED-C1D3-9C46-AF50-05AA834190C9}"/>
              </a:ext>
            </a:extLst>
          </p:cNvPr>
          <p:cNvGrpSpPr>
            <a:grpSpLocks/>
          </p:cNvGrpSpPr>
          <p:nvPr/>
        </p:nvGrpSpPr>
        <p:grpSpPr bwMode="auto">
          <a:xfrm>
            <a:off x="4691921" y="2355418"/>
            <a:ext cx="3185855" cy="1323439"/>
            <a:chOff x="4692210" y="2354697"/>
            <a:chExt cx="3185636" cy="1323881"/>
          </a:xfrm>
        </p:grpSpPr>
        <p:sp>
          <p:nvSpPr>
            <p:cNvPr id="84" name="TextBox 10">
              <a:extLst>
                <a:ext uri="{FF2B5EF4-FFF2-40B4-BE49-F238E27FC236}">
                  <a16:creationId xmlns:a16="http://schemas.microsoft.com/office/drawing/2014/main" id="{C857A02E-9CF0-0148-BC47-41B31887BC0C}"/>
                </a:ext>
              </a:extLst>
            </p:cNvPr>
            <p:cNvSpPr txBox="1">
              <a:spLocks noChangeArrowheads="1"/>
            </p:cNvSpPr>
            <p:nvPr/>
          </p:nvSpPr>
          <p:spPr bwMode="auto">
            <a:xfrm>
              <a:off x="4692210" y="2354697"/>
              <a:ext cx="2548153" cy="1323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Ethernet interfaces connected by Ethernet switches</a:t>
              </a:r>
            </a:p>
          </p:txBody>
        </p:sp>
        <p:cxnSp>
          <p:nvCxnSpPr>
            <p:cNvPr id="85" name="Straight Connector 12">
              <a:extLst>
                <a:ext uri="{FF2B5EF4-FFF2-40B4-BE49-F238E27FC236}">
                  <a16:creationId xmlns:a16="http://schemas.microsoft.com/office/drawing/2014/main" id="{51DB36B2-E6A1-484F-B772-F98C78EA95D3}"/>
                </a:ext>
              </a:extLst>
            </p:cNvPr>
            <p:cNvCxnSpPr>
              <a:cxnSpLocks noChangeShapeType="1"/>
            </p:cNvCxnSpPr>
            <p:nvPr/>
          </p:nvCxnSpPr>
          <p:spPr bwMode="auto">
            <a:xfrm flipH="1">
              <a:off x="5801407" y="2510599"/>
              <a:ext cx="2076439" cy="0"/>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cxnSp>
      </p:grpSp>
      <p:grpSp>
        <p:nvGrpSpPr>
          <p:cNvPr id="89" name="Group 15">
            <a:extLst>
              <a:ext uri="{FF2B5EF4-FFF2-40B4-BE49-F238E27FC236}">
                <a16:creationId xmlns:a16="http://schemas.microsoft.com/office/drawing/2014/main" id="{4247575D-10FD-6943-A644-EC2D2B6B26A5}"/>
              </a:ext>
            </a:extLst>
          </p:cNvPr>
          <p:cNvGrpSpPr>
            <a:grpSpLocks/>
          </p:cNvGrpSpPr>
          <p:nvPr/>
        </p:nvGrpSpPr>
        <p:grpSpPr bwMode="auto">
          <a:xfrm>
            <a:off x="7689955" y="3656040"/>
            <a:ext cx="4167265" cy="2436076"/>
            <a:chOff x="5036498" y="3790332"/>
            <a:chExt cx="4168379" cy="2435958"/>
          </a:xfrm>
        </p:grpSpPr>
        <p:pic>
          <p:nvPicPr>
            <p:cNvPr id="90" name="Picture 777" descr="access_point_stylized_small">
              <a:extLst>
                <a:ext uri="{FF2B5EF4-FFF2-40B4-BE49-F238E27FC236}">
                  <a16:creationId xmlns:a16="http://schemas.microsoft.com/office/drawing/2014/main" id="{7FB858BD-D76C-3C42-9F58-7CAE9F9A28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411" y="3790332"/>
              <a:ext cx="587569" cy="48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89">
              <a:extLst>
                <a:ext uri="{FF2B5EF4-FFF2-40B4-BE49-F238E27FC236}">
                  <a16:creationId xmlns:a16="http://schemas.microsoft.com/office/drawing/2014/main" id="{CBC18245-6191-C44B-A2ED-478F0C6B5BA5}"/>
                </a:ext>
              </a:extLst>
            </p:cNvPr>
            <p:cNvSpPr txBox="1">
              <a:spLocks noChangeArrowheads="1"/>
            </p:cNvSpPr>
            <p:nvPr/>
          </p:nvSpPr>
          <p:spPr bwMode="auto">
            <a:xfrm>
              <a:off x="5036498" y="5518438"/>
              <a:ext cx="4168379" cy="707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wireless WiFi interfaces connected by WiFi base station</a:t>
              </a:r>
            </a:p>
          </p:txBody>
        </p:sp>
        <p:cxnSp>
          <p:nvCxnSpPr>
            <p:cNvPr id="127" name="Straight Connector 90">
              <a:extLst>
                <a:ext uri="{FF2B5EF4-FFF2-40B4-BE49-F238E27FC236}">
                  <a16:creationId xmlns:a16="http://schemas.microsoft.com/office/drawing/2014/main" id="{56427654-2312-7947-B2CE-AE26D8B03643}"/>
                </a:ext>
              </a:extLst>
            </p:cNvPr>
            <p:cNvCxnSpPr>
              <a:cxnSpLocks noChangeShapeType="1"/>
            </p:cNvCxnSpPr>
            <p:nvPr/>
          </p:nvCxnSpPr>
          <p:spPr bwMode="auto">
            <a:xfrm flipV="1">
              <a:off x="6850795" y="4241577"/>
              <a:ext cx="0" cy="1289090"/>
            </a:xfrm>
            <a:prstGeom prst="line">
              <a:avLst/>
            </a:prstGeom>
            <a:noFill/>
            <a:ln w="12700">
              <a:solidFill>
                <a:srgbClr val="C00000"/>
              </a:solidFill>
              <a:round/>
              <a:headEnd/>
              <a:tailEnd/>
            </a:ln>
            <a:extLst>
              <a:ext uri="{909E8E84-426E-40DD-AFC4-6F175D3DCCD1}">
                <a14:hiddenFill xmlns:a14="http://schemas.microsoft.com/office/drawing/2010/main">
                  <a:noFill/>
                </a14:hiddenFill>
              </a:ext>
            </a:extLst>
          </p:spPr>
        </p:cxnSp>
      </p:grpSp>
      <p:sp>
        <p:nvSpPr>
          <p:cNvPr id="128" name="TextBox 127">
            <a:extLst>
              <a:ext uri="{FF2B5EF4-FFF2-40B4-BE49-F238E27FC236}">
                <a16:creationId xmlns:a16="http://schemas.microsoft.com/office/drawing/2014/main" id="{09A41BCF-31EA-6747-9E6D-B126CC7538E3}"/>
              </a:ext>
            </a:extLst>
          </p:cNvPr>
          <p:cNvSpPr txBox="1">
            <a:spLocks noChangeArrowheads="1"/>
          </p:cNvSpPr>
          <p:nvPr/>
        </p:nvSpPr>
        <p:spPr bwMode="auto">
          <a:xfrm>
            <a:off x="1329751" y="4355476"/>
            <a:ext cx="432153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 now: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don</a:t>
            </a:r>
            <a:r>
              <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need to worry about how one interface is connected to another (with no intervening router)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8D9B5261-3EAB-2D49-8E78-BC9943D92A14}"/>
              </a:ext>
            </a:extLst>
          </p:cNvPr>
          <p:cNvGrpSpPr/>
          <p:nvPr/>
        </p:nvGrpSpPr>
        <p:grpSpPr>
          <a:xfrm>
            <a:off x="7865822" y="1784294"/>
            <a:ext cx="3069150" cy="1444428"/>
            <a:chOff x="7865822" y="1784294"/>
            <a:chExt cx="3069150" cy="1444428"/>
          </a:xfrm>
        </p:grpSpPr>
        <p:cxnSp>
          <p:nvCxnSpPr>
            <p:cNvPr id="10" name="Straight Connector 9">
              <a:extLst>
                <a:ext uri="{FF2B5EF4-FFF2-40B4-BE49-F238E27FC236}">
                  <a16:creationId xmlns:a16="http://schemas.microsoft.com/office/drawing/2014/main" id="{A0DFEFA8-1282-FF40-BD4C-03D667AB1031}"/>
                </a:ext>
              </a:extLst>
            </p:cNvPr>
            <p:cNvCxnSpPr/>
            <p:nvPr/>
          </p:nvCxnSpPr>
          <p:spPr>
            <a:xfrm>
              <a:off x="8043483" y="1784294"/>
              <a:ext cx="0" cy="12178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00917B6-4D2A-1447-AC8E-DD9FD8DF7959}"/>
                </a:ext>
              </a:extLst>
            </p:cNvPr>
            <p:cNvGrpSpPr/>
            <p:nvPr/>
          </p:nvGrpSpPr>
          <p:grpSpPr>
            <a:xfrm>
              <a:off x="7865822" y="2488367"/>
              <a:ext cx="618612" cy="329734"/>
              <a:chOff x="3668110" y="2448910"/>
              <a:chExt cx="3794234" cy="2165130"/>
            </a:xfrm>
          </p:grpSpPr>
          <p:sp>
            <p:nvSpPr>
              <p:cNvPr id="134" name="Rectangle 133">
                <a:extLst>
                  <a:ext uri="{FF2B5EF4-FFF2-40B4-BE49-F238E27FC236}">
                    <a16:creationId xmlns:a16="http://schemas.microsoft.com/office/drawing/2014/main" id="{B462ED61-9088-7C48-A139-A37BDD62352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B4C0890-1563-5B4E-ACB5-504ACEF8EE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7163142D-79D9-CA47-86D6-423C0461A95C}"/>
                  </a:ext>
                </a:extLst>
              </p:cNvPr>
              <p:cNvGrpSpPr/>
              <p:nvPr/>
            </p:nvGrpSpPr>
            <p:grpSpPr>
              <a:xfrm>
                <a:off x="3941378" y="2603243"/>
                <a:ext cx="3202061" cy="1066110"/>
                <a:chOff x="7939341" y="3037317"/>
                <a:chExt cx="897649" cy="353919"/>
              </a:xfrm>
            </p:grpSpPr>
            <p:sp>
              <p:nvSpPr>
                <p:cNvPr id="137" name="Freeform 136">
                  <a:extLst>
                    <a:ext uri="{FF2B5EF4-FFF2-40B4-BE49-F238E27FC236}">
                      <a16:creationId xmlns:a16="http://schemas.microsoft.com/office/drawing/2014/main" id="{60D38385-0131-EF44-8639-0E7A18B271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62C5F6DA-5794-D249-83AE-49E4169347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B2A3A623-A889-E445-8784-88B3A17C95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ABC54DF-BC7A-F74E-A41E-161A8BDBB3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75" name="Straight Connector 174">
              <a:extLst>
                <a:ext uri="{FF2B5EF4-FFF2-40B4-BE49-F238E27FC236}">
                  <a16:creationId xmlns:a16="http://schemas.microsoft.com/office/drawing/2014/main" id="{C856FEB0-8BD1-0347-822A-8A65DF932CFB}"/>
                </a:ext>
              </a:extLst>
            </p:cNvPr>
            <p:cNvCxnSpPr>
              <a:cxnSpLocks/>
            </p:cNvCxnSpPr>
            <p:nvPr/>
          </p:nvCxnSpPr>
          <p:spPr>
            <a:xfrm>
              <a:off x="10631585" y="1932648"/>
              <a:ext cx="0" cy="129607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70EBB62F-C388-9D4B-879D-64A6164175C6}"/>
                </a:ext>
              </a:extLst>
            </p:cNvPr>
            <p:cNvGrpSpPr/>
            <p:nvPr/>
          </p:nvGrpSpPr>
          <p:grpSpPr>
            <a:xfrm>
              <a:off x="10316360" y="2442512"/>
              <a:ext cx="618612" cy="329734"/>
              <a:chOff x="3668110" y="2448910"/>
              <a:chExt cx="3794234" cy="2165130"/>
            </a:xfrm>
          </p:grpSpPr>
          <p:sp>
            <p:nvSpPr>
              <p:cNvPr id="168" name="Rectangle 167">
                <a:extLst>
                  <a:ext uri="{FF2B5EF4-FFF2-40B4-BE49-F238E27FC236}">
                    <a16:creationId xmlns:a16="http://schemas.microsoft.com/office/drawing/2014/main" id="{63DB56F9-0FDE-6541-B8CC-3E2797805A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7BB629E8-44BE-7747-A8F6-8CD73A9AB7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29181AAA-C35B-0544-9F11-9BBCE39A6033}"/>
                  </a:ext>
                </a:extLst>
              </p:cNvPr>
              <p:cNvGrpSpPr/>
              <p:nvPr/>
            </p:nvGrpSpPr>
            <p:grpSpPr>
              <a:xfrm>
                <a:off x="3941378" y="2603243"/>
                <a:ext cx="3202061" cy="1066110"/>
                <a:chOff x="7939341" y="3037317"/>
                <a:chExt cx="897649" cy="353919"/>
              </a:xfrm>
            </p:grpSpPr>
            <p:sp>
              <p:nvSpPr>
                <p:cNvPr id="171" name="Freeform 170">
                  <a:extLst>
                    <a:ext uri="{FF2B5EF4-FFF2-40B4-BE49-F238E27FC236}">
                      <a16:creationId xmlns:a16="http://schemas.microsoft.com/office/drawing/2014/main" id="{44355D4E-8E7E-194A-9B67-E192E2C8EFC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9D3A264F-5E88-2248-B832-3FE41DE461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21A4184B-F6E1-574A-AAE3-3B57512BD8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46A6325B-D7F7-6E4C-8D67-739D7B46C64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6" name="Rectangle 3">
            <a:extLst>
              <a:ext uri="{FF2B5EF4-FFF2-40B4-BE49-F238E27FC236}">
                <a16:creationId xmlns:a16="http://schemas.microsoft.com/office/drawing/2014/main" id="{A87F322D-3466-204B-B679-F084906FBD9F}"/>
              </a:ext>
            </a:extLst>
          </p:cNvPr>
          <p:cNvSpPr txBox="1">
            <a:spLocks noChangeArrowheads="1"/>
          </p:cNvSpPr>
          <p:nvPr/>
        </p:nvSpPr>
        <p:spPr>
          <a:xfrm>
            <a:off x="884650" y="2297495"/>
            <a:ext cx="3496144" cy="10661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we’ll learn about that in chapters 6, 7</a:t>
            </a:r>
          </a:p>
        </p:txBody>
      </p:sp>
      <p:sp>
        <p:nvSpPr>
          <p:cNvPr id="97" name="Slide Number Placeholder 3">
            <a:extLst>
              <a:ext uri="{FF2B5EF4-FFF2-40B4-BE49-F238E27FC236}">
                <a16:creationId xmlns:a16="http://schemas.microsoft.com/office/drawing/2014/main" id="{10F2AE14-AC2A-7F49-A403-9BBB21AFAC7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28</a:t>
            </a:fld>
            <a:endParaRPr lang="en-US" dirty="0"/>
          </a:p>
        </p:txBody>
      </p:sp>
    </p:spTree>
    <p:extLst>
      <p:ext uri="{BB962C8B-B14F-4D97-AF65-F5344CB8AC3E}">
        <p14:creationId xmlns:p14="http://schemas.microsoft.com/office/powerpoint/2010/main" val="3649376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dissolve">
                                      <p:cBhvr>
                                        <p:cTn id="7" dur="500"/>
                                        <p:tgtEl>
                                          <p:spTgt spid="9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3"/>
                                        </p:tgtEl>
                                        <p:attrNameLst>
                                          <p:attrName>style.visibility</p:attrName>
                                        </p:attrNameLst>
                                      </p:cBhvr>
                                      <p:to>
                                        <p:strVal val="visible"/>
                                      </p:to>
                                    </p:set>
                                    <p:animEffect transition="in" filter="dissolve">
                                      <p:cBhvr>
                                        <p:cTn id="12" dur="500"/>
                                        <p:tgtEl>
                                          <p:spTgt spid="83"/>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9"/>
                                        </p:tgtEl>
                                        <p:attrNameLst>
                                          <p:attrName>style.visibility</p:attrName>
                                        </p:attrNameLst>
                                      </p:cBhvr>
                                      <p:to>
                                        <p:strVal val="visible"/>
                                      </p:to>
                                    </p:set>
                                    <p:animEffect transition="in" filter="dissolve">
                                      <p:cBhvr>
                                        <p:cTn id="20" dur="500"/>
                                        <p:tgtEl>
                                          <p:spTgt spid="8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dissolve">
                                      <p:cBhvr>
                                        <p:cTn id="25" dur="500"/>
                                        <p:tgtEl>
                                          <p:spTgt spid="128"/>
                                        </p:tgtEl>
                                      </p:cBhvr>
                                    </p:animEffect>
                                  </p:childTnLst>
                                </p:cTn>
                              </p:par>
                              <p:par>
                                <p:cTn id="26" presetID="9" presetClass="exit" presetSubtype="0" fill="hold" nodeType="withEffect">
                                  <p:stCondLst>
                                    <p:cond delay="0"/>
                                  </p:stCondLst>
                                  <p:childTnLst>
                                    <p:animEffect transition="out" filter="dissolve">
                                      <p:cBhvr>
                                        <p:cTn id="27" dur="500"/>
                                        <p:tgtEl>
                                          <p:spTgt spid="83"/>
                                        </p:tgtEl>
                                      </p:cBhvr>
                                    </p:animEffect>
                                    <p:set>
                                      <p:cBhvr>
                                        <p:cTn id="28" dur="1" fill="hold">
                                          <p:stCondLst>
                                            <p:cond delay="499"/>
                                          </p:stCondLst>
                                        </p:cTn>
                                        <p:tgtEl>
                                          <p:spTgt spid="8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89"/>
                                        </p:tgtEl>
                                      </p:cBhvr>
                                    </p:animEffect>
                                    <p:set>
                                      <p:cBhvr>
                                        <p:cTn id="31" dur="1" fill="hold">
                                          <p:stCondLst>
                                            <p:cond delay="499"/>
                                          </p:stCondLst>
                                        </p:cTn>
                                        <p:tgtEl>
                                          <p:spTgt spid="89"/>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12"/>
                                        </p:tgtEl>
                                      </p:cBhvr>
                                    </p:animEffect>
                                    <p:set>
                                      <p:cBhvr>
                                        <p:cTn id="34"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96"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What’</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s a subnet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 interfaces that can physically reach each other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without passing through an intervening router</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B04BC199-4923-444E-942F-BE2C9E1E7311}"/>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 consisting of 3 subnets</a:t>
            </a:r>
          </a:p>
        </p:txBody>
      </p:sp>
      <p:sp>
        <p:nvSpPr>
          <p:cNvPr id="62" name="Rectangle 3">
            <a:extLst>
              <a:ext uri="{FF2B5EF4-FFF2-40B4-BE49-F238E27FC236}">
                <a16:creationId xmlns:a16="http://schemas.microsoft.com/office/drawing/2014/main" id="{822ACC87-727D-F940-A3A4-2EF4866EA13E}"/>
              </a:ext>
            </a:extLst>
          </p:cNvPr>
          <p:cNvSpPr txBox="1">
            <a:spLocks noChangeArrowheads="1"/>
          </p:cNvSpPr>
          <p:nvPr/>
        </p:nvSpPr>
        <p:spPr>
          <a:xfrm>
            <a:off x="923879" y="3718261"/>
            <a:ext cx="6050358" cy="266704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IP addresses have structure: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subnet part: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devices in same subnet have common high order bits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host part: remaining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low order bits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3" name="Slide Number Placeholder 3">
            <a:extLst>
              <a:ext uri="{FF2B5EF4-FFF2-40B4-BE49-F238E27FC236}">
                <a16:creationId xmlns:a16="http://schemas.microsoft.com/office/drawing/2014/main" id="{EA981E4D-2FB9-F04E-A3CD-C63BFC66AF9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29</a:t>
            </a:fld>
            <a:endParaRPr lang="en-US" dirty="0"/>
          </a:p>
        </p:txBody>
      </p:sp>
    </p:spTree>
    <p:extLst>
      <p:ext uri="{BB962C8B-B14F-4D97-AF65-F5344CB8AC3E}">
        <p14:creationId xmlns:p14="http://schemas.microsoft.com/office/powerpoint/2010/main" val="719988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6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isolated network is called a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subnet</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C83105E2-3EAE-884F-AE2D-429232EDEC1E}"/>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2" name="Text Box 61">
            <a:extLst>
              <a:ext uri="{FF2B5EF4-FFF2-40B4-BE49-F238E27FC236}">
                <a16:creationId xmlns:a16="http://schemas.microsoft.com/office/drawing/2014/main" id="{7450CD71-0D9C-984C-A299-445FA3B3EAD1}"/>
              </a:ext>
            </a:extLst>
          </p:cNvPr>
          <p:cNvSpPr txBox="1">
            <a:spLocks noChangeArrowheads="1"/>
          </p:cNvSpPr>
          <p:nvPr/>
        </p:nvSpPr>
        <p:spPr bwMode="auto">
          <a:xfrm>
            <a:off x="6282921" y="5092127"/>
            <a:ext cx="586378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subnet mask: /24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(high-order 24 bits: subnet part of IP address)</a:t>
            </a:r>
          </a:p>
        </p:txBody>
      </p:sp>
      <p:grpSp>
        <p:nvGrpSpPr>
          <p:cNvPr id="6" name="Group 5">
            <a:extLst>
              <a:ext uri="{FF2B5EF4-FFF2-40B4-BE49-F238E27FC236}">
                <a16:creationId xmlns:a16="http://schemas.microsoft.com/office/drawing/2014/main" id="{EA6CE07F-517D-D649-BF67-8C5DA464C516}"/>
              </a:ext>
            </a:extLst>
          </p:cNvPr>
          <p:cNvGrpSpPr/>
          <p:nvPr/>
        </p:nvGrpSpPr>
        <p:grpSpPr>
          <a:xfrm>
            <a:off x="6239437" y="3859589"/>
            <a:ext cx="2574780" cy="707886"/>
            <a:chOff x="6239437" y="3859589"/>
            <a:chExt cx="2574780" cy="707886"/>
          </a:xfrm>
        </p:grpSpPr>
        <p:sp>
          <p:nvSpPr>
            <p:cNvPr id="64" name="Text Box 193">
              <a:extLst>
                <a:ext uri="{FF2B5EF4-FFF2-40B4-BE49-F238E27FC236}">
                  <a16:creationId xmlns:a16="http://schemas.microsoft.com/office/drawing/2014/main" id="{B341E022-809C-9E40-A0E3-3806FF4B1223}"/>
                </a:ext>
              </a:extLst>
            </p:cNvPr>
            <p:cNvSpPr txBox="1">
              <a:spLocks noChangeArrowheads="1"/>
            </p:cNvSpPr>
            <p:nvPr/>
          </p:nvSpPr>
          <p:spPr bwMode="auto">
            <a:xfrm>
              <a:off x="6239437" y="3859589"/>
              <a:ext cx="16081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223.1.3.0/24</a:t>
              </a:r>
            </a:p>
          </p:txBody>
        </p:sp>
        <p:cxnSp>
          <p:nvCxnSpPr>
            <p:cNvPr id="5" name="Straight Connector 4">
              <a:extLst>
                <a:ext uri="{FF2B5EF4-FFF2-40B4-BE49-F238E27FC236}">
                  <a16:creationId xmlns:a16="http://schemas.microsoft.com/office/drawing/2014/main" id="{B3EDDBC1-46EB-B24C-ABD2-2797AD0BA288}"/>
                </a:ext>
              </a:extLst>
            </p:cNvPr>
            <p:cNvCxnSpPr/>
            <p:nvPr/>
          </p:nvCxnSpPr>
          <p:spPr>
            <a:xfrm>
              <a:off x="7794885" y="4062334"/>
              <a:ext cx="1019332"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24FCA67-63DE-A64A-89C3-5E342AE7599A}"/>
              </a:ext>
            </a:extLst>
          </p:cNvPr>
          <p:cNvGrpSpPr/>
          <p:nvPr/>
        </p:nvGrpSpPr>
        <p:grpSpPr>
          <a:xfrm>
            <a:off x="7255489" y="607842"/>
            <a:ext cx="2491388" cy="1475790"/>
            <a:chOff x="7255489" y="607842"/>
            <a:chExt cx="2491388" cy="1475790"/>
          </a:xfrm>
        </p:grpSpPr>
        <p:sp>
          <p:nvSpPr>
            <p:cNvPr id="68" name="Text Box 191">
              <a:extLst>
                <a:ext uri="{FF2B5EF4-FFF2-40B4-BE49-F238E27FC236}">
                  <a16:creationId xmlns:a16="http://schemas.microsoft.com/office/drawing/2014/main" id="{C380DA30-290E-7D46-8D2C-61FF9FCC9FE0}"/>
                </a:ext>
              </a:extLst>
            </p:cNvPr>
            <p:cNvSpPr txBox="1">
              <a:spLocks noChangeArrowheads="1"/>
            </p:cNvSpPr>
            <p:nvPr/>
          </p:nvSpPr>
          <p:spPr bwMode="auto">
            <a:xfrm>
              <a:off x="7255489" y="607842"/>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223.1.1.0/24</a:t>
              </a:r>
            </a:p>
          </p:txBody>
        </p:sp>
        <p:cxnSp>
          <p:nvCxnSpPr>
            <p:cNvPr id="8" name="Straight Connector 7">
              <a:extLst>
                <a:ext uri="{FF2B5EF4-FFF2-40B4-BE49-F238E27FC236}">
                  <a16:creationId xmlns:a16="http://schemas.microsoft.com/office/drawing/2014/main" id="{86E8DEE4-EB84-5C43-B29D-2451810BCA99}"/>
                </a:ext>
              </a:extLst>
            </p:cNvPr>
            <p:cNvCxnSpPr/>
            <p:nvPr/>
          </p:nvCxnSpPr>
          <p:spPr>
            <a:xfrm>
              <a:off x="8289561" y="944379"/>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DEEDEA9F-4F4C-914B-B7D0-5AA93608D0D4}"/>
              </a:ext>
            </a:extLst>
          </p:cNvPr>
          <p:cNvGrpSpPr/>
          <p:nvPr/>
        </p:nvGrpSpPr>
        <p:grpSpPr>
          <a:xfrm>
            <a:off x="9531133" y="1000631"/>
            <a:ext cx="2491388" cy="1475243"/>
            <a:chOff x="9531133" y="1000631"/>
            <a:chExt cx="2491388" cy="1475243"/>
          </a:xfrm>
        </p:grpSpPr>
        <p:sp>
          <p:nvSpPr>
            <p:cNvPr id="63" name="Text Box 192">
              <a:extLst>
                <a:ext uri="{FF2B5EF4-FFF2-40B4-BE49-F238E27FC236}">
                  <a16:creationId xmlns:a16="http://schemas.microsoft.com/office/drawing/2014/main" id="{30FD6D85-B71D-B84A-94A4-AB27D89C2997}"/>
                </a:ext>
              </a:extLst>
            </p:cNvPr>
            <p:cNvSpPr txBox="1">
              <a:spLocks noChangeArrowheads="1"/>
            </p:cNvSpPr>
            <p:nvPr/>
          </p:nvSpPr>
          <p:spPr bwMode="auto">
            <a:xfrm>
              <a:off x="9531133" y="1000631"/>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223.1.2.0/24</a:t>
              </a:r>
            </a:p>
          </p:txBody>
        </p:sp>
        <p:cxnSp>
          <p:nvCxnSpPr>
            <p:cNvPr id="83" name="Straight Connector 82">
              <a:extLst>
                <a:ext uri="{FF2B5EF4-FFF2-40B4-BE49-F238E27FC236}">
                  <a16:creationId xmlns:a16="http://schemas.microsoft.com/office/drawing/2014/main" id="{1F2C7676-1B9E-6D42-9EC4-80E440D8B177}"/>
                </a:ext>
              </a:extLst>
            </p:cNvPr>
            <p:cNvCxnSpPr/>
            <p:nvPr/>
          </p:nvCxnSpPr>
          <p:spPr>
            <a:xfrm>
              <a:off x="10630525" y="1336621"/>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1" name="Slide Number Placeholder 3">
            <a:extLst>
              <a:ext uri="{FF2B5EF4-FFF2-40B4-BE49-F238E27FC236}">
                <a16:creationId xmlns:a16="http://schemas.microsoft.com/office/drawing/2014/main" id="{FFB91F34-0D24-7E4B-BB9F-5412CC11412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30</a:t>
            </a:fld>
            <a:endParaRPr lang="en-US" dirty="0"/>
          </a:p>
        </p:txBody>
      </p:sp>
    </p:spTree>
    <p:extLst>
      <p:ext uri="{BB962C8B-B14F-4D97-AF65-F5344CB8AC3E}">
        <p14:creationId xmlns:p14="http://schemas.microsoft.com/office/powerpoint/2010/main" val="389731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1">
                                            <p:txEl>
                                              <p:pRg st="2" end="2"/>
                                            </p:txEl>
                                          </p:spTgt>
                                        </p:tgtEl>
                                        <p:attrNameLst>
                                          <p:attrName>style.visibility</p:attrName>
                                        </p:attrNameLst>
                                      </p:cBhvr>
                                      <p:to>
                                        <p:strVal val="visible"/>
                                      </p:to>
                                    </p:set>
                                    <p:animEffect transition="in" filter="dissolve">
                                      <p:cBhvr>
                                        <p:cTn id="17" dur="500"/>
                                        <p:tgtEl>
                                          <p:spTgt spid="81">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dissolve">
                                      <p:cBhvr>
                                        <p:cTn id="25" dur="500"/>
                                        <p:tgtEl>
                                          <p:spTgt spid="6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dissolv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dissolve">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1" name="Freeform 2">
            <a:extLst>
              <a:ext uri="{FF2B5EF4-FFF2-40B4-BE49-F238E27FC236}">
                <a16:creationId xmlns:a16="http://schemas.microsoft.com/office/drawing/2014/main" id="{AAAD98F7-32F1-BF4B-98CB-45DEB61CE5A7}"/>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6488F527-6BB3-D24E-8C51-EEDC124AD307}"/>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BB5B858F-E6BD-CD40-8B14-32C4CBF3D8BB}"/>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75589C7B-69B2-8940-9517-2C5A1E5A6E79}"/>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A27AACF9-29AB-1F42-A979-89DBCB8DCBAB}"/>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86ABE5DC-F743-3B4F-90D0-2B2BE524A3D1}"/>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8DA80CA3-4BFA-544E-B250-26C540FFA16B}"/>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BE68A712-57FB-6F4C-A3FB-152525A06D14}"/>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9676552A-43A0-714A-AEA1-0C4E2D4CA023}"/>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CCFF2B55-E38D-3247-9770-7C4658805194}"/>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5BEBE0C0-602D-CA47-91CB-81EACE7498F7}"/>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EFBEBACC-6C23-394B-9616-85081FAC0AC6}"/>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4463C3B6-3442-A848-96F8-45BDEAD65EC7}"/>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0DD50976-05F4-7849-BC93-4C4F6CC58AA1}"/>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2242FC36-42F5-C242-B9D7-9C37B5FAD3AB}"/>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6B24106E-72F9-F24A-B2D8-8555ACB90C47}"/>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23AF778F-58D8-8A4E-9DBF-1A23C3456324}"/>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C3593735-4F8F-8145-8D53-54EE001CC0EA}"/>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307F4518-61FD-6F49-B353-C72065084030}"/>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886AD721-E620-3744-9A4F-14D911065EF9}"/>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3F0DAD26-C5A6-A649-906B-10FDCAFAA6CE}"/>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F47550F3-7907-044F-86DE-F56147AC606E}"/>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EE6A5D44-6552-2043-ACBE-3134891144FA}"/>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CBC592C5-3F61-4843-8C7F-5AE59C480813}"/>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CFD1C51D-A458-6443-B0F5-946E54EC123E}"/>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F8EF7741-B8E7-0B4C-A5A4-FDEF5DDBCF42}"/>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F359ED7A-71A8-044C-9CEA-745EBF3D29A7}"/>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DF8BBCE7-EB2F-F445-91D0-25BC1FEF2755}"/>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BB95AD39-A2CC-3846-8811-C2F30E9624FC}"/>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B3DB2C6D-56D0-A34E-9FEE-77AC692B732D}"/>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522A0FD3-CBB5-2343-99A4-E0BB72F75639}"/>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3DAEE092-30DA-494C-AE90-7728B58690D0}"/>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D086C16F-8606-3B4A-BB18-E0F253FB314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60106E0D-D297-8345-A153-BA8DF38B54B6}"/>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BA2B390-640A-BF4F-B0C4-F7EEFDFF4607}"/>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52E8D2E3-F3B0-7C43-AED8-9F54D363C86C}"/>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91D6F8F-07FB-A848-ACDB-E5F5A82CB4D5}"/>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064022FF-D8F0-934B-89EC-002E67A42DFB}"/>
              </a:ext>
            </a:extLst>
          </p:cNvPr>
          <p:cNvGrpSpPr/>
          <p:nvPr/>
        </p:nvGrpSpPr>
        <p:grpSpPr>
          <a:xfrm>
            <a:off x="5269942" y="831439"/>
            <a:ext cx="4571749" cy="5747039"/>
            <a:chOff x="3921589" y="800442"/>
            <a:chExt cx="4571749" cy="5747039"/>
          </a:xfrm>
        </p:grpSpPr>
        <p:grpSp>
          <p:nvGrpSpPr>
            <p:cNvPr id="193" name="Group 127">
              <a:extLst>
                <a:ext uri="{FF2B5EF4-FFF2-40B4-BE49-F238E27FC236}">
                  <a16:creationId xmlns:a16="http://schemas.microsoft.com/office/drawing/2014/main" id="{3F21DB98-90D0-2949-9B59-D897E6BF5357}"/>
                </a:ext>
              </a:extLst>
            </p:cNvPr>
            <p:cNvGrpSpPr>
              <a:grpSpLocks/>
            </p:cNvGrpSpPr>
            <p:nvPr/>
          </p:nvGrpSpPr>
          <p:grpSpPr bwMode="auto">
            <a:xfrm>
              <a:off x="6912267" y="813299"/>
              <a:ext cx="641350" cy="558800"/>
              <a:chOff x="-44" y="1473"/>
              <a:chExt cx="981" cy="1105"/>
            </a:xfrm>
          </p:grpSpPr>
          <p:pic>
            <p:nvPicPr>
              <p:cNvPr id="194" name="Picture 128" descr="desktop_computer_stylized_medium">
                <a:extLst>
                  <a:ext uri="{FF2B5EF4-FFF2-40B4-BE49-F238E27FC236}">
                    <a16:creationId xmlns:a16="http://schemas.microsoft.com/office/drawing/2014/main" id="{5FC686D7-8C0E-E148-B8A9-29C753654C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29">
                <a:extLst>
                  <a:ext uri="{FF2B5EF4-FFF2-40B4-BE49-F238E27FC236}">
                    <a16:creationId xmlns:a16="http://schemas.microsoft.com/office/drawing/2014/main" id="{8C375592-43C5-A94A-A657-F109708E2BB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Group 130">
              <a:extLst>
                <a:ext uri="{FF2B5EF4-FFF2-40B4-BE49-F238E27FC236}">
                  <a16:creationId xmlns:a16="http://schemas.microsoft.com/office/drawing/2014/main" id="{8531BDB7-6357-AB47-9D9A-95D2848E84D4}"/>
                </a:ext>
              </a:extLst>
            </p:cNvPr>
            <p:cNvGrpSpPr>
              <a:grpSpLocks/>
            </p:cNvGrpSpPr>
            <p:nvPr/>
          </p:nvGrpSpPr>
          <p:grpSpPr bwMode="auto">
            <a:xfrm>
              <a:off x="5243214" y="845876"/>
              <a:ext cx="641350" cy="558800"/>
              <a:chOff x="-44" y="1473"/>
              <a:chExt cx="981" cy="1105"/>
            </a:xfrm>
          </p:grpSpPr>
          <p:pic>
            <p:nvPicPr>
              <p:cNvPr id="197" name="Picture 131" descr="desktop_computer_stylized_medium">
                <a:extLst>
                  <a:ext uri="{FF2B5EF4-FFF2-40B4-BE49-F238E27FC236}">
                    <a16:creationId xmlns:a16="http://schemas.microsoft.com/office/drawing/2014/main" id="{9B95FBC6-FBA8-4B49-811F-87393B875A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Freeform 132">
                <a:extLst>
                  <a:ext uri="{FF2B5EF4-FFF2-40B4-BE49-F238E27FC236}">
                    <a16:creationId xmlns:a16="http://schemas.microsoft.com/office/drawing/2014/main" id="{76B731D4-AA0B-D349-9CC0-BDB7D625F4C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9" name="Group 133">
              <a:extLst>
                <a:ext uri="{FF2B5EF4-FFF2-40B4-BE49-F238E27FC236}">
                  <a16:creationId xmlns:a16="http://schemas.microsoft.com/office/drawing/2014/main" id="{F1B2FB1F-1C2C-044F-AA04-C080F7D6B0EA}"/>
                </a:ext>
              </a:extLst>
            </p:cNvPr>
            <p:cNvGrpSpPr>
              <a:grpSpLocks/>
            </p:cNvGrpSpPr>
            <p:nvPr/>
          </p:nvGrpSpPr>
          <p:grpSpPr bwMode="auto">
            <a:xfrm>
              <a:off x="6075064" y="800442"/>
              <a:ext cx="641350" cy="558800"/>
              <a:chOff x="-44" y="1473"/>
              <a:chExt cx="981" cy="1105"/>
            </a:xfrm>
          </p:grpSpPr>
          <p:pic>
            <p:nvPicPr>
              <p:cNvPr id="200" name="Picture 134" descr="desktop_computer_stylized_medium">
                <a:extLst>
                  <a:ext uri="{FF2B5EF4-FFF2-40B4-BE49-F238E27FC236}">
                    <a16:creationId xmlns:a16="http://schemas.microsoft.com/office/drawing/2014/main" id="{02F3D829-91D0-0E4F-B7E3-C0BC51D9C0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35">
                <a:extLst>
                  <a:ext uri="{FF2B5EF4-FFF2-40B4-BE49-F238E27FC236}">
                    <a16:creationId xmlns:a16="http://schemas.microsoft.com/office/drawing/2014/main" id="{6B0B3BAE-D159-F84A-8165-7BFC85DC5F7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 name="Group 213">
              <a:extLst>
                <a:ext uri="{FF2B5EF4-FFF2-40B4-BE49-F238E27FC236}">
                  <a16:creationId xmlns:a16="http://schemas.microsoft.com/office/drawing/2014/main" id="{86EF1E37-3B49-0D40-87DC-F9FA89AFA2EF}"/>
                </a:ext>
              </a:extLst>
            </p:cNvPr>
            <p:cNvGrpSpPr/>
            <p:nvPr/>
          </p:nvGrpSpPr>
          <p:grpSpPr>
            <a:xfrm>
              <a:off x="5951096" y="2488367"/>
              <a:ext cx="764498" cy="449705"/>
              <a:chOff x="7493876" y="2774731"/>
              <a:chExt cx="1481958" cy="894622"/>
            </a:xfrm>
          </p:grpSpPr>
          <p:sp>
            <p:nvSpPr>
              <p:cNvPr id="215" name="Freeform 214">
                <a:extLst>
                  <a:ext uri="{FF2B5EF4-FFF2-40B4-BE49-F238E27FC236}">
                    <a16:creationId xmlns:a16="http://schemas.microsoft.com/office/drawing/2014/main" id="{40376F28-4749-CC48-A0CB-8B2AD03492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256D0A85-CDF4-AC42-AF4B-37B50E409C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683CD1C1-F412-7448-A299-0E99E8221D1A}"/>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80DC24D7-3D47-1D41-B777-C81C9EB9FC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B43B84E6-BB86-984B-B3B6-D9EB953A85B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C11C97D-F662-DC4F-BD97-5429CFC9C8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0311A4A8-E188-654A-8B89-EAB3405BA60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81584F37-BE6C-EA4B-971E-1912AA12BB25}"/>
                </a:ext>
              </a:extLst>
            </p:cNvPr>
            <p:cNvGrpSpPr/>
            <p:nvPr/>
          </p:nvGrpSpPr>
          <p:grpSpPr>
            <a:xfrm>
              <a:off x="7452610" y="4364636"/>
              <a:ext cx="764498" cy="449705"/>
              <a:chOff x="7493876" y="2774731"/>
              <a:chExt cx="1481958" cy="894622"/>
            </a:xfrm>
          </p:grpSpPr>
          <p:sp>
            <p:nvSpPr>
              <p:cNvPr id="223" name="Freeform 222">
                <a:extLst>
                  <a:ext uri="{FF2B5EF4-FFF2-40B4-BE49-F238E27FC236}">
                    <a16:creationId xmlns:a16="http://schemas.microsoft.com/office/drawing/2014/main" id="{31012971-DEA3-6845-AC13-A255CEA0240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32543A2D-22B6-0649-AEEC-F06F4021DD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7BEFF53D-0E6A-8646-ACAC-71283F133B87}"/>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04DABA4E-DEC2-D946-A0D0-F5C45FA6DC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47344229-14F7-4C43-8414-5F5AF37746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7FA5A08-7A6B-CF46-930C-602D8BDBC5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499445B-0DB0-3142-B183-CA66C97087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91C53FA-ABA6-6D43-BB65-60DBBCFEC5C7}"/>
                </a:ext>
              </a:extLst>
            </p:cNvPr>
            <p:cNvGrpSpPr/>
            <p:nvPr/>
          </p:nvGrpSpPr>
          <p:grpSpPr>
            <a:xfrm>
              <a:off x="4517036" y="4382125"/>
              <a:ext cx="764498" cy="449705"/>
              <a:chOff x="7493876" y="2774731"/>
              <a:chExt cx="1481958" cy="894622"/>
            </a:xfrm>
          </p:grpSpPr>
          <p:sp>
            <p:nvSpPr>
              <p:cNvPr id="231" name="Freeform 230">
                <a:extLst>
                  <a:ext uri="{FF2B5EF4-FFF2-40B4-BE49-F238E27FC236}">
                    <a16:creationId xmlns:a16="http://schemas.microsoft.com/office/drawing/2014/main" id="{3294910F-4CB9-CF45-8646-26DE97A22ED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1316DC44-6A92-9B4B-9028-475050085E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3" name="Group 232">
                <a:extLst>
                  <a:ext uri="{FF2B5EF4-FFF2-40B4-BE49-F238E27FC236}">
                    <a16:creationId xmlns:a16="http://schemas.microsoft.com/office/drawing/2014/main" id="{E4E7CEA9-1D4F-E545-90CA-F59A8B96693D}"/>
                  </a:ext>
                </a:extLst>
              </p:cNvPr>
              <p:cNvGrpSpPr/>
              <p:nvPr/>
            </p:nvGrpSpPr>
            <p:grpSpPr>
              <a:xfrm>
                <a:off x="7713663" y="2848339"/>
                <a:ext cx="1042107" cy="425543"/>
                <a:chOff x="7786941" y="2884917"/>
                <a:chExt cx="897649" cy="353919"/>
              </a:xfrm>
            </p:grpSpPr>
            <p:sp>
              <p:nvSpPr>
                <p:cNvPr id="234" name="Freeform 233">
                  <a:extLst>
                    <a:ext uri="{FF2B5EF4-FFF2-40B4-BE49-F238E27FC236}">
                      <a16:creationId xmlns:a16="http://schemas.microsoft.com/office/drawing/2014/main" id="{2B22DAA2-94E0-8D40-9ACC-D24ABE49BB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5BC674BD-4F28-8848-B1EE-7DEA5110F9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D4EE57CB-32BD-2B45-8492-05F066B59A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A0F9C46B-BB97-4648-AFE1-934417BB3F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136">
              <a:extLst>
                <a:ext uri="{FF2B5EF4-FFF2-40B4-BE49-F238E27FC236}">
                  <a16:creationId xmlns:a16="http://schemas.microsoft.com/office/drawing/2014/main" id="{A46FE443-1481-3F46-AEC2-DE1A89401879}"/>
                </a:ext>
              </a:extLst>
            </p:cNvPr>
            <p:cNvGrpSpPr>
              <a:grpSpLocks/>
            </p:cNvGrpSpPr>
            <p:nvPr/>
          </p:nvGrpSpPr>
          <p:grpSpPr bwMode="auto">
            <a:xfrm>
              <a:off x="7851988" y="5988681"/>
              <a:ext cx="641350" cy="558800"/>
              <a:chOff x="-44" y="1473"/>
              <a:chExt cx="981" cy="1105"/>
            </a:xfrm>
          </p:grpSpPr>
          <p:pic>
            <p:nvPicPr>
              <p:cNvPr id="203" name="Picture 137" descr="desktop_computer_stylized_medium">
                <a:extLst>
                  <a:ext uri="{FF2B5EF4-FFF2-40B4-BE49-F238E27FC236}">
                    <a16:creationId xmlns:a16="http://schemas.microsoft.com/office/drawing/2014/main" id="{552CE2C0-13B7-9545-9F73-E88A13A25D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38">
                <a:extLst>
                  <a:ext uri="{FF2B5EF4-FFF2-40B4-BE49-F238E27FC236}">
                    <a16:creationId xmlns:a16="http://schemas.microsoft.com/office/drawing/2014/main" id="{EBDCE7D2-BE4A-B14C-92D1-68B5D3FE39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139">
              <a:extLst>
                <a:ext uri="{FF2B5EF4-FFF2-40B4-BE49-F238E27FC236}">
                  <a16:creationId xmlns:a16="http://schemas.microsoft.com/office/drawing/2014/main" id="{AAAA10F5-D477-E34B-B7B6-A846542864AE}"/>
                </a:ext>
              </a:extLst>
            </p:cNvPr>
            <p:cNvGrpSpPr>
              <a:grpSpLocks/>
            </p:cNvGrpSpPr>
            <p:nvPr/>
          </p:nvGrpSpPr>
          <p:grpSpPr bwMode="auto">
            <a:xfrm>
              <a:off x="6916190" y="5955947"/>
              <a:ext cx="641350" cy="558800"/>
              <a:chOff x="-44" y="1473"/>
              <a:chExt cx="981" cy="1105"/>
            </a:xfrm>
          </p:grpSpPr>
          <p:pic>
            <p:nvPicPr>
              <p:cNvPr id="206" name="Picture 140" descr="desktop_computer_stylized_medium">
                <a:extLst>
                  <a:ext uri="{FF2B5EF4-FFF2-40B4-BE49-F238E27FC236}">
                    <a16:creationId xmlns:a16="http://schemas.microsoft.com/office/drawing/2014/main" id="{ADD02C07-8622-9147-8C7E-716D0CC059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141">
                <a:extLst>
                  <a:ext uri="{FF2B5EF4-FFF2-40B4-BE49-F238E27FC236}">
                    <a16:creationId xmlns:a16="http://schemas.microsoft.com/office/drawing/2014/main" id="{0A2F9078-621E-234E-A8BD-CBD1C8FFD9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8" name="Group 142">
              <a:extLst>
                <a:ext uri="{FF2B5EF4-FFF2-40B4-BE49-F238E27FC236}">
                  <a16:creationId xmlns:a16="http://schemas.microsoft.com/office/drawing/2014/main" id="{0790C796-AECD-6C43-9AC1-A6A320775222}"/>
                </a:ext>
              </a:extLst>
            </p:cNvPr>
            <p:cNvGrpSpPr>
              <a:grpSpLocks/>
            </p:cNvGrpSpPr>
            <p:nvPr/>
          </p:nvGrpSpPr>
          <p:grpSpPr bwMode="auto">
            <a:xfrm>
              <a:off x="3921589" y="5865644"/>
              <a:ext cx="641350" cy="558800"/>
              <a:chOff x="-44" y="1473"/>
              <a:chExt cx="981" cy="1105"/>
            </a:xfrm>
          </p:grpSpPr>
          <p:pic>
            <p:nvPicPr>
              <p:cNvPr id="209" name="Picture 143" descr="desktop_computer_stylized_medium">
                <a:extLst>
                  <a:ext uri="{FF2B5EF4-FFF2-40B4-BE49-F238E27FC236}">
                    <a16:creationId xmlns:a16="http://schemas.microsoft.com/office/drawing/2014/main" id="{EC7F2E78-D630-0742-B3E6-A2B2A451C7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Freeform 144">
                <a:extLst>
                  <a:ext uri="{FF2B5EF4-FFF2-40B4-BE49-F238E27FC236}">
                    <a16:creationId xmlns:a16="http://schemas.microsoft.com/office/drawing/2014/main" id="{137BFC0D-B6D7-614D-8B13-BEC91ACB8C4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1" name="Group 145">
              <a:extLst>
                <a:ext uri="{FF2B5EF4-FFF2-40B4-BE49-F238E27FC236}">
                  <a16:creationId xmlns:a16="http://schemas.microsoft.com/office/drawing/2014/main" id="{B7E1F2F7-7CD4-4E49-A5F4-F3F7ABB05BBC}"/>
                </a:ext>
              </a:extLst>
            </p:cNvPr>
            <p:cNvGrpSpPr>
              <a:grpSpLocks/>
            </p:cNvGrpSpPr>
            <p:nvPr/>
          </p:nvGrpSpPr>
          <p:grpSpPr bwMode="auto">
            <a:xfrm>
              <a:off x="4833534" y="5813400"/>
              <a:ext cx="641350" cy="558800"/>
              <a:chOff x="-44" y="1473"/>
              <a:chExt cx="981" cy="1105"/>
            </a:xfrm>
          </p:grpSpPr>
          <p:pic>
            <p:nvPicPr>
              <p:cNvPr id="212" name="Picture 146" descr="desktop_computer_stylized_medium">
                <a:extLst>
                  <a:ext uri="{FF2B5EF4-FFF2-40B4-BE49-F238E27FC236}">
                    <a16:creationId xmlns:a16="http://schemas.microsoft.com/office/drawing/2014/main" id="{33328068-9D28-A94E-854E-AA55BDA92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Freeform 147">
                <a:extLst>
                  <a:ext uri="{FF2B5EF4-FFF2-40B4-BE49-F238E27FC236}">
                    <a16:creationId xmlns:a16="http://schemas.microsoft.com/office/drawing/2014/main" id="{E60C7BD3-8A82-504B-B81D-2FDDD4220B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44" name="Text Box 41">
            <a:extLst>
              <a:ext uri="{FF2B5EF4-FFF2-40B4-BE49-F238E27FC236}">
                <a16:creationId xmlns:a16="http://schemas.microsoft.com/office/drawing/2014/main" id="{5DBB1AC4-8014-5E49-A935-8490AAA2EF64}"/>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658D420B-2797-1F49-A046-DBAA7356C19E}"/>
              </a:ext>
            </a:extLst>
          </p:cNvPr>
          <p:cNvGrpSpPr/>
          <p:nvPr/>
        </p:nvGrpSpPr>
        <p:grpSpPr>
          <a:xfrm>
            <a:off x="2970204" y="933306"/>
            <a:ext cx="9056493" cy="4702911"/>
            <a:chOff x="2970204" y="933306"/>
            <a:chExt cx="9056493" cy="4702911"/>
          </a:xfrm>
        </p:grpSpPr>
        <p:grpSp>
          <p:nvGrpSpPr>
            <p:cNvPr id="90" name="Group 89">
              <a:extLst>
                <a:ext uri="{FF2B5EF4-FFF2-40B4-BE49-F238E27FC236}">
                  <a16:creationId xmlns:a16="http://schemas.microsoft.com/office/drawing/2014/main" id="{480E4E41-341B-D44C-A65D-69A7E0B7DF8F}"/>
                </a:ext>
              </a:extLst>
            </p:cNvPr>
            <p:cNvGrpSpPr/>
            <p:nvPr/>
          </p:nvGrpSpPr>
          <p:grpSpPr>
            <a:xfrm>
              <a:off x="8152109" y="933306"/>
              <a:ext cx="3244327" cy="864497"/>
              <a:chOff x="6090834" y="607842"/>
              <a:chExt cx="3244327" cy="864497"/>
            </a:xfrm>
          </p:grpSpPr>
          <p:sp>
            <p:nvSpPr>
              <p:cNvPr id="91" name="Text Box 191">
                <a:extLst>
                  <a:ext uri="{FF2B5EF4-FFF2-40B4-BE49-F238E27FC236}">
                    <a16:creationId xmlns:a16="http://schemas.microsoft.com/office/drawing/2014/main" id="{D376C8BF-4E91-414E-99B4-9EDBBFFB07B7}"/>
                  </a:ext>
                </a:extLst>
              </p:cNvPr>
              <p:cNvSpPr txBox="1">
                <a:spLocks noChangeArrowheads="1"/>
              </p:cNvSpPr>
              <p:nvPr/>
            </p:nvSpPr>
            <p:spPr bwMode="auto">
              <a:xfrm>
                <a:off x="7255489" y="60784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223.1.1/24</a:t>
                </a:r>
              </a:p>
            </p:txBody>
          </p:sp>
          <p:cxnSp>
            <p:nvCxnSpPr>
              <p:cNvPr id="92" name="Straight Connector 91">
                <a:extLst>
                  <a:ext uri="{FF2B5EF4-FFF2-40B4-BE49-F238E27FC236}">
                    <a16:creationId xmlns:a16="http://schemas.microsoft.com/office/drawing/2014/main" id="{A7F1EA1B-3CBF-2647-8FEC-4A2697C6D18C}"/>
                  </a:ext>
                </a:extLst>
              </p:cNvPr>
              <p:cNvCxnSpPr>
                <a:cxnSpLocks/>
              </p:cNvCxnSpPr>
              <p:nvPr/>
            </p:nvCxnSpPr>
            <p:spPr>
              <a:xfrm flipH="1">
                <a:off x="6090834" y="866887"/>
                <a:ext cx="1222333" cy="60545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318547F-F742-104D-9A1E-83C75E127CFF}"/>
                </a:ext>
              </a:extLst>
            </p:cNvPr>
            <p:cNvGrpSpPr/>
            <p:nvPr/>
          </p:nvGrpSpPr>
          <p:grpSpPr>
            <a:xfrm>
              <a:off x="8567981" y="2945502"/>
              <a:ext cx="2717381" cy="632023"/>
              <a:chOff x="6090835" y="840316"/>
              <a:chExt cx="2717381" cy="632023"/>
            </a:xfrm>
          </p:grpSpPr>
          <p:sp>
            <p:nvSpPr>
              <p:cNvPr id="96" name="Text Box 191">
                <a:extLst>
                  <a:ext uri="{FF2B5EF4-FFF2-40B4-BE49-F238E27FC236}">
                    <a16:creationId xmlns:a16="http://schemas.microsoft.com/office/drawing/2014/main" id="{BE0B33C0-E823-DF4A-9CD8-63EAD005BCBB}"/>
                  </a:ext>
                </a:extLst>
              </p:cNvPr>
              <p:cNvSpPr txBox="1">
                <a:spLocks noChangeArrowheads="1"/>
              </p:cNvSpPr>
              <p:nvPr/>
            </p:nvSpPr>
            <p:spPr bwMode="auto">
              <a:xfrm>
                <a:off x="6728544" y="840316"/>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223.1.7/24</a:t>
                </a:r>
              </a:p>
            </p:txBody>
          </p:sp>
          <p:cxnSp>
            <p:nvCxnSpPr>
              <p:cNvPr id="104" name="Straight Connector 103">
                <a:extLst>
                  <a:ext uri="{FF2B5EF4-FFF2-40B4-BE49-F238E27FC236}">
                    <a16:creationId xmlns:a16="http://schemas.microsoft.com/office/drawing/2014/main" id="{02A0B626-F390-4D4A-AF51-431DE14568C2}"/>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18F4AFDD-E3C5-ED41-B6AB-FAA4C0538DA6}"/>
                </a:ext>
              </a:extLst>
            </p:cNvPr>
            <p:cNvGrpSpPr/>
            <p:nvPr/>
          </p:nvGrpSpPr>
          <p:grpSpPr>
            <a:xfrm>
              <a:off x="9262822" y="5019691"/>
              <a:ext cx="2763875" cy="616526"/>
              <a:chOff x="6090835" y="855813"/>
              <a:chExt cx="2763875" cy="616526"/>
            </a:xfrm>
          </p:grpSpPr>
          <p:sp>
            <p:nvSpPr>
              <p:cNvPr id="106" name="Text Box 191">
                <a:extLst>
                  <a:ext uri="{FF2B5EF4-FFF2-40B4-BE49-F238E27FC236}">
                    <a16:creationId xmlns:a16="http://schemas.microsoft.com/office/drawing/2014/main" id="{01FD5240-2EA2-0547-9E5A-DDECB3B6EBFE}"/>
                  </a:ext>
                </a:extLst>
              </p:cNvPr>
              <p:cNvSpPr txBox="1">
                <a:spLocks noChangeArrowheads="1"/>
              </p:cNvSpPr>
              <p:nvPr/>
            </p:nvSpPr>
            <p:spPr bwMode="auto">
              <a:xfrm>
                <a:off x="6775038" y="855813"/>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223.1.3/24</a:t>
                </a:r>
              </a:p>
            </p:txBody>
          </p:sp>
          <p:cxnSp>
            <p:nvCxnSpPr>
              <p:cNvPr id="107" name="Straight Connector 106">
                <a:extLst>
                  <a:ext uri="{FF2B5EF4-FFF2-40B4-BE49-F238E27FC236}">
                    <a16:creationId xmlns:a16="http://schemas.microsoft.com/office/drawing/2014/main" id="{E21AC0BF-50DA-6045-8CEE-DC950BF4CDD8}"/>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2C88727E-DE4C-2149-A9CB-D0081F154D0D}"/>
                </a:ext>
              </a:extLst>
            </p:cNvPr>
            <p:cNvGrpSpPr/>
            <p:nvPr/>
          </p:nvGrpSpPr>
          <p:grpSpPr>
            <a:xfrm>
              <a:off x="2970204" y="4924121"/>
              <a:ext cx="2681511" cy="616523"/>
              <a:chOff x="2350272" y="4955118"/>
              <a:chExt cx="2681511" cy="616523"/>
            </a:xfrm>
          </p:grpSpPr>
          <p:sp>
            <p:nvSpPr>
              <p:cNvPr id="109" name="Text Box 191">
                <a:extLst>
                  <a:ext uri="{FF2B5EF4-FFF2-40B4-BE49-F238E27FC236}">
                    <a16:creationId xmlns:a16="http://schemas.microsoft.com/office/drawing/2014/main" id="{A4D454C9-2377-2144-9568-DFFF47AB5F0B}"/>
                  </a:ext>
                </a:extLst>
              </p:cNvPr>
              <p:cNvSpPr txBox="1">
                <a:spLocks noChangeArrowheads="1"/>
              </p:cNvSpPr>
              <p:nvPr/>
            </p:nvSpPr>
            <p:spPr bwMode="auto">
              <a:xfrm>
                <a:off x="2350272" y="4955118"/>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223.1.2/24</a:t>
                </a:r>
              </a:p>
            </p:txBody>
          </p:sp>
          <p:cxnSp>
            <p:nvCxnSpPr>
              <p:cNvPr id="110" name="Straight Connector 109">
                <a:extLst>
                  <a:ext uri="{FF2B5EF4-FFF2-40B4-BE49-F238E27FC236}">
                    <a16:creationId xmlns:a16="http://schemas.microsoft.com/office/drawing/2014/main" id="{F83AE024-1D73-064A-BCF8-30317353EDD5}"/>
                  </a:ext>
                </a:extLst>
              </p:cNvPr>
              <p:cNvCxnSpPr>
                <a:cxnSpLocks/>
              </p:cNvCxnSpPr>
              <p:nvPr/>
            </p:nvCxnSpPr>
            <p:spPr>
              <a:xfrm>
                <a:off x="4331778" y="5202265"/>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48E4C11D-BAC1-9542-9E0F-838420ECC0F9}"/>
                </a:ext>
              </a:extLst>
            </p:cNvPr>
            <p:cNvGrpSpPr/>
            <p:nvPr/>
          </p:nvGrpSpPr>
          <p:grpSpPr>
            <a:xfrm>
              <a:off x="4362467" y="3185728"/>
              <a:ext cx="2495532" cy="492537"/>
              <a:chOff x="2536251" y="5079104"/>
              <a:chExt cx="2495532" cy="492537"/>
            </a:xfrm>
          </p:grpSpPr>
          <p:sp>
            <p:nvSpPr>
              <p:cNvPr id="112" name="Text Box 191">
                <a:extLst>
                  <a:ext uri="{FF2B5EF4-FFF2-40B4-BE49-F238E27FC236}">
                    <a16:creationId xmlns:a16="http://schemas.microsoft.com/office/drawing/2014/main" id="{C1545E2A-91DA-6941-824C-18B5505C170C}"/>
                  </a:ext>
                </a:extLst>
              </p:cNvPr>
              <p:cNvSpPr txBox="1">
                <a:spLocks noChangeArrowheads="1"/>
              </p:cNvSpPr>
              <p:nvPr/>
            </p:nvSpPr>
            <p:spPr bwMode="auto">
              <a:xfrm>
                <a:off x="2536251" y="5079104"/>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223.1.9/24</a:t>
                </a:r>
              </a:p>
            </p:txBody>
          </p:sp>
          <p:cxnSp>
            <p:nvCxnSpPr>
              <p:cNvPr id="113" name="Straight Connector 112">
                <a:extLst>
                  <a:ext uri="{FF2B5EF4-FFF2-40B4-BE49-F238E27FC236}">
                    <a16:creationId xmlns:a16="http://schemas.microsoft.com/office/drawing/2014/main" id="{BDF0C53D-5034-4441-862A-8627EC8860A8}"/>
                  </a:ext>
                </a:extLst>
              </p:cNvPr>
              <p:cNvCxnSpPr>
                <a:cxnSpLocks/>
              </p:cNvCxnSpPr>
              <p:nvPr/>
            </p:nvCxnSpPr>
            <p:spPr>
              <a:xfrm>
                <a:off x="4559085" y="5349499"/>
                <a:ext cx="472698" cy="22214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2CB2CAF3-1397-8349-831B-5AFEFB9A7D54}"/>
                </a:ext>
              </a:extLst>
            </p:cNvPr>
            <p:cNvGrpSpPr/>
            <p:nvPr/>
          </p:nvGrpSpPr>
          <p:grpSpPr>
            <a:xfrm>
              <a:off x="6605504" y="4602997"/>
              <a:ext cx="2079672" cy="648084"/>
              <a:chOff x="1320582" y="5594888"/>
              <a:chExt cx="2079672" cy="648084"/>
            </a:xfrm>
          </p:grpSpPr>
          <p:sp>
            <p:nvSpPr>
              <p:cNvPr id="115" name="Text Box 191">
                <a:extLst>
                  <a:ext uri="{FF2B5EF4-FFF2-40B4-BE49-F238E27FC236}">
                    <a16:creationId xmlns:a16="http://schemas.microsoft.com/office/drawing/2014/main" id="{2DC2D22A-1CD2-634F-8976-C28F4B96CDB7}"/>
                  </a:ext>
                </a:extLst>
              </p:cNvPr>
              <p:cNvSpPr txBox="1">
                <a:spLocks noChangeArrowheads="1"/>
              </p:cNvSpPr>
              <p:nvPr/>
            </p:nvSpPr>
            <p:spPr bwMode="auto">
              <a:xfrm>
                <a:off x="1320582" y="584286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223.1.8/24</a:t>
                </a:r>
              </a:p>
            </p:txBody>
          </p:sp>
          <p:cxnSp>
            <p:nvCxnSpPr>
              <p:cNvPr id="14" name="Straight Connector 13">
                <a:extLst>
                  <a:ext uri="{FF2B5EF4-FFF2-40B4-BE49-F238E27FC236}">
                    <a16:creationId xmlns:a16="http://schemas.microsoft.com/office/drawing/2014/main" id="{33911C1C-F5CA-8741-A35F-BE8EE6DB2AE9}"/>
                  </a:ext>
                </a:extLst>
              </p:cNvPr>
              <p:cNvCxnSpPr/>
              <p:nvPr/>
            </p:nvCxnSpPr>
            <p:spPr>
              <a:xfrm flipV="1">
                <a:off x="2355742" y="5594888"/>
                <a:ext cx="0" cy="34096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08" name="Slide Number Placeholder 3">
            <a:extLst>
              <a:ext uri="{FF2B5EF4-FFF2-40B4-BE49-F238E27FC236}">
                <a16:creationId xmlns:a16="http://schemas.microsoft.com/office/drawing/2014/main" id="{4B49317B-9855-3844-A22F-AD77FDB60BD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31</a:t>
            </a:fld>
            <a:endParaRPr lang="en-US" dirty="0"/>
          </a:p>
        </p:txBody>
      </p:sp>
    </p:spTree>
    <p:extLst>
      <p:ext uri="{BB962C8B-B14F-4D97-AF65-F5344CB8AC3E}">
        <p14:creationId xmlns:p14="http://schemas.microsoft.com/office/powerpoint/2010/main" val="943649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IP addressing: CIDR</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11096157" cy="20780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CIDR: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lassless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I</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nter</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D</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omain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outing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(pronounced “cider”)</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subnet portion of address of arbitrary length</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address format: </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a.b.c.d/x</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where x is # bits in subnet portion of address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24BFDBCB-D833-424E-B896-ECF456E857A6}"/>
              </a:ext>
            </a:extLst>
          </p:cNvPr>
          <p:cNvGrpSpPr/>
          <p:nvPr/>
        </p:nvGrpSpPr>
        <p:grpSpPr>
          <a:xfrm>
            <a:off x="3242716" y="3863272"/>
            <a:ext cx="6124575" cy="1624012"/>
            <a:chOff x="3242716" y="3863272"/>
            <a:chExt cx="6124575" cy="1624012"/>
          </a:xfrm>
        </p:grpSpPr>
        <p:sp>
          <p:nvSpPr>
            <p:cNvPr id="71" name="Text Box 5">
              <a:extLst>
                <a:ext uri="{FF2B5EF4-FFF2-40B4-BE49-F238E27FC236}">
                  <a16:creationId xmlns:a16="http://schemas.microsoft.com/office/drawing/2014/main" id="{DF99B885-3705-9D49-B24E-90392B9185F9}"/>
                </a:ext>
              </a:extLst>
            </p:cNvPr>
            <p:cNvSpPr txBox="1">
              <a:spLocks noChangeArrowheads="1"/>
            </p:cNvSpPr>
            <p:nvPr/>
          </p:nvSpPr>
          <p:spPr bwMode="auto">
            <a:xfrm>
              <a:off x="3242716" y="4444297"/>
              <a:ext cx="6124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4" name="Text Box 6">
              <a:extLst>
                <a:ext uri="{FF2B5EF4-FFF2-40B4-BE49-F238E27FC236}">
                  <a16:creationId xmlns:a16="http://schemas.microsoft.com/office/drawing/2014/main" id="{53AC14AD-B9EE-554E-9932-48BD3C8AF40F}"/>
                </a:ext>
              </a:extLst>
            </p:cNvPr>
            <p:cNvSpPr txBox="1">
              <a:spLocks noChangeArrowheads="1"/>
            </p:cNvSpPr>
            <p:nvPr/>
          </p:nvSpPr>
          <p:spPr bwMode="auto">
            <a:xfrm>
              <a:off x="4904829" y="3899784"/>
              <a:ext cx="869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subnet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part</a:t>
              </a:r>
            </a:p>
          </p:txBody>
        </p:sp>
        <p:sp>
          <p:nvSpPr>
            <p:cNvPr id="85" name="Text Box 7">
              <a:extLst>
                <a:ext uri="{FF2B5EF4-FFF2-40B4-BE49-F238E27FC236}">
                  <a16:creationId xmlns:a16="http://schemas.microsoft.com/office/drawing/2014/main" id="{A9661791-FEB7-4F4F-86F8-6CFB4289ACA7}"/>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89" name="Line 8">
              <a:extLst>
                <a:ext uri="{FF2B5EF4-FFF2-40B4-BE49-F238E27FC236}">
                  <a16:creationId xmlns:a16="http://schemas.microsoft.com/office/drawing/2014/main" id="{3951CC4F-1C7E-7149-9A31-48715C63D9A3}"/>
                </a:ext>
              </a:extLst>
            </p:cNvPr>
            <p:cNvSpPr>
              <a:spLocks noChangeShapeType="1"/>
            </p:cNvSpPr>
            <p:nvPr/>
          </p:nvSpPr>
          <p:spPr bwMode="auto">
            <a:xfrm>
              <a:off x="5911304" y="4209347"/>
              <a:ext cx="1620837"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11">
              <a:extLst>
                <a:ext uri="{FF2B5EF4-FFF2-40B4-BE49-F238E27FC236}">
                  <a16:creationId xmlns:a16="http://schemas.microsoft.com/office/drawing/2014/main" id="{CD44A653-71EC-9D4E-A7F3-98231B2666D0}"/>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2">
              <a:extLst>
                <a:ext uri="{FF2B5EF4-FFF2-40B4-BE49-F238E27FC236}">
                  <a16:creationId xmlns:a16="http://schemas.microsoft.com/office/drawing/2014/main" id="{D9A9A07F-569F-3443-AEE2-00A164A4D8F4}"/>
                </a:ext>
              </a:extLst>
            </p:cNvPr>
            <p:cNvSpPr txBox="1">
              <a:spLocks noChangeArrowheads="1"/>
            </p:cNvSpPr>
            <p:nvPr/>
          </p:nvSpPr>
          <p:spPr bwMode="auto">
            <a:xfrm>
              <a:off x="5179466" y="5030084"/>
              <a:ext cx="2219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7" name="Line 14">
              <a:extLst>
                <a:ext uri="{FF2B5EF4-FFF2-40B4-BE49-F238E27FC236}">
                  <a16:creationId xmlns:a16="http://schemas.microsoft.com/office/drawing/2014/main" id="{2DDD0515-22AD-7341-9655-745249D5C35B}"/>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15">
              <a:extLst>
                <a:ext uri="{FF2B5EF4-FFF2-40B4-BE49-F238E27FC236}">
                  <a16:creationId xmlns:a16="http://schemas.microsoft.com/office/drawing/2014/main" id="{EE979EFA-8152-E542-864B-818BC9C3940D}"/>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3">
            <a:extLst>
              <a:ext uri="{FF2B5EF4-FFF2-40B4-BE49-F238E27FC236}">
                <a16:creationId xmlns:a16="http://schemas.microsoft.com/office/drawing/2014/main" id="{BC68F452-8EED-AA47-AB8D-3B3E453FED1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32</a:t>
            </a:fld>
            <a:endParaRPr lang="en-US" dirty="0"/>
          </a:p>
        </p:txBody>
      </p:sp>
    </p:spTree>
    <p:extLst>
      <p:ext uri="{BB962C8B-B14F-4D97-AF65-F5344CB8AC3E}">
        <p14:creationId xmlns:p14="http://schemas.microsoft.com/office/powerpoint/2010/main" val="15737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within its network (host part of address)?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for itself (network part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0BA2288-FC78-F84B-AA24-40801EC93568}"/>
              </a:ext>
            </a:extLst>
          </p:cNvPr>
          <p:cNvSpPr/>
          <p:nvPr/>
        </p:nvSpPr>
        <p:spPr>
          <a:xfrm>
            <a:off x="1104900" y="4234164"/>
            <a:ext cx="10533088" cy="224676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hard-coded by sysadmin in config file (e.g.,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/etc/rc.config in UNIX)</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DHCP: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ynamic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ost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C</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onfiguration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rotocol: dynamically get address from as server</a:t>
            </a:r>
          </a:p>
          <a:p>
            <a:pPr marL="800100" marR="0" lvl="1"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“plug-and-play”</a:t>
            </a:r>
          </a:p>
        </p:txBody>
      </p:sp>
      <p:sp>
        <p:nvSpPr>
          <p:cNvPr id="5" name="Slide Number Placeholder 3">
            <a:extLst>
              <a:ext uri="{FF2B5EF4-FFF2-40B4-BE49-F238E27FC236}">
                <a16:creationId xmlns:a16="http://schemas.microsoft.com/office/drawing/2014/main" id="{9084C300-711D-1C4E-A81B-733D1F5A7E6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33</a:t>
            </a:fld>
            <a:endParaRPr lang="en-US" dirty="0"/>
          </a:p>
        </p:txBody>
      </p:sp>
    </p:spTree>
    <p:extLst>
      <p:ext uri="{BB962C8B-B14F-4D97-AF65-F5344CB8AC3E}">
        <p14:creationId xmlns:p14="http://schemas.microsoft.com/office/powerpoint/2010/main" val="2363231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Dynamic Host Configuration Protocol</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goal: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dynamically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obtains IP address from network server when it “joins” network</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can renew its lease on address in use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allows reuse of addresses (only hold address while connected/</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on)</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support for mobile users who join/leave network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A1A4878C-1BFB-0D4A-B7ED-0141B1F98B2A}"/>
              </a:ext>
            </a:extLst>
          </p:cNvPr>
          <p:cNvSpPr txBox="1">
            <a:spLocks noChangeArrowheads="1"/>
          </p:cNvSpPr>
          <p:nvPr/>
        </p:nvSpPr>
        <p:spPr>
          <a:xfrm>
            <a:off x="869430" y="3920499"/>
            <a:ext cx="11096157" cy="2345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06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DHCP overview:</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broadcasts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discover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responds with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offer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requests IP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request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msg</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sends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ack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 name="Slide Number Placeholder 3">
            <a:extLst>
              <a:ext uri="{FF2B5EF4-FFF2-40B4-BE49-F238E27FC236}">
                <a16:creationId xmlns:a16="http://schemas.microsoft.com/office/drawing/2014/main" id="{656901C4-5463-CC4D-A8BA-E1B660D5615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34</a:t>
            </a:fld>
            <a:endParaRPr lang="en-US" dirty="0"/>
          </a:p>
        </p:txBody>
      </p:sp>
    </p:spTree>
    <p:extLst>
      <p:ext uri="{BB962C8B-B14F-4D97-AF65-F5344CB8AC3E}">
        <p14:creationId xmlns:p14="http://schemas.microsoft.com/office/powerpoint/2010/main" val="812812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6" name="Freeform 140">
            <a:extLst>
              <a:ext uri="{FF2B5EF4-FFF2-40B4-BE49-F238E27FC236}">
                <a16:creationId xmlns:a16="http://schemas.microsoft.com/office/drawing/2014/main" id="{31DAAA25-5A53-F648-BB18-AC788729F193}"/>
              </a:ext>
            </a:extLst>
          </p:cNvPr>
          <p:cNvSpPr>
            <a:spLocks/>
          </p:cNvSpPr>
          <p:nvPr/>
        </p:nvSpPr>
        <p:spPr bwMode="auto">
          <a:xfrm rot="16200000">
            <a:off x="3939641" y="4185782"/>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Freeform 140">
            <a:extLst>
              <a:ext uri="{FF2B5EF4-FFF2-40B4-BE49-F238E27FC236}">
                <a16:creationId xmlns:a16="http://schemas.microsoft.com/office/drawing/2014/main" id="{69E13419-1E45-0F46-879F-C381AD412BFC}"/>
              </a:ext>
            </a:extLst>
          </p:cNvPr>
          <p:cNvSpPr>
            <a:spLocks/>
          </p:cNvSpPr>
          <p:nvPr/>
        </p:nvSpPr>
        <p:spPr bwMode="auto">
          <a:xfrm rot="10800000">
            <a:off x="4937385" y="2859425"/>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Freeform 140">
            <a:extLst>
              <a:ext uri="{FF2B5EF4-FFF2-40B4-BE49-F238E27FC236}">
                <a16:creationId xmlns:a16="http://schemas.microsoft.com/office/drawing/2014/main" id="{3EAEF544-5AF2-EB4B-803E-855EBA054CB2}"/>
              </a:ext>
            </a:extLst>
          </p:cNvPr>
          <p:cNvSpPr>
            <a:spLocks/>
          </p:cNvSpPr>
          <p:nvPr/>
        </p:nvSpPr>
        <p:spPr bwMode="auto">
          <a:xfrm>
            <a:off x="2902210" y="2441913"/>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Text Box 26">
            <a:extLst>
              <a:ext uri="{FF2B5EF4-FFF2-40B4-BE49-F238E27FC236}">
                <a16:creationId xmlns:a16="http://schemas.microsoft.com/office/drawing/2014/main" id="{D36DACCB-29DB-4E4F-ABF1-53C696E50312}"/>
              </a:ext>
            </a:extLst>
          </p:cNvPr>
          <p:cNvSpPr txBox="1">
            <a:spLocks noChangeArrowheads="1"/>
          </p:cNvSpPr>
          <p:nvPr/>
        </p:nvSpPr>
        <p:spPr bwMode="auto">
          <a:xfrm>
            <a:off x="2284673" y="22720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10" name="Group 27">
            <a:extLst>
              <a:ext uri="{FF2B5EF4-FFF2-40B4-BE49-F238E27FC236}">
                <a16:creationId xmlns:a16="http://schemas.microsoft.com/office/drawing/2014/main" id="{5D1A4459-0744-6248-B463-A419CA5BCEDA}"/>
              </a:ext>
            </a:extLst>
          </p:cNvPr>
          <p:cNvGrpSpPr>
            <a:grpSpLocks/>
          </p:cNvGrpSpPr>
          <p:nvPr/>
        </p:nvGrpSpPr>
        <p:grpSpPr bwMode="auto">
          <a:xfrm>
            <a:off x="1460763" y="3097551"/>
            <a:ext cx="1011238" cy="393700"/>
            <a:chOff x="3194" y="523"/>
            <a:chExt cx="637" cy="248"/>
          </a:xfrm>
        </p:grpSpPr>
        <p:sp>
          <p:nvSpPr>
            <p:cNvPr id="11" name="Rectangle 28">
              <a:extLst>
                <a:ext uri="{FF2B5EF4-FFF2-40B4-BE49-F238E27FC236}">
                  <a16:creationId xmlns:a16="http://schemas.microsoft.com/office/drawing/2014/main" id="{7BCFF031-6D67-D540-B6AC-0305463820C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29">
              <a:extLst>
                <a:ext uri="{FF2B5EF4-FFF2-40B4-BE49-F238E27FC236}">
                  <a16:creationId xmlns:a16="http://schemas.microsoft.com/office/drawing/2014/main" id="{535E211A-A4D0-EB48-8374-6DF2345B95B5}"/>
                </a:ext>
              </a:extLst>
            </p:cNvPr>
            <p:cNvSpPr txBox="1">
              <a:spLocks noChangeArrowheads="1"/>
            </p:cNvSpPr>
            <p:nvPr/>
          </p:nvSpPr>
          <p:spPr bwMode="auto">
            <a:xfrm>
              <a:off x="3194" y="523"/>
              <a:ext cx="5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3" name="Text Box 30">
            <a:extLst>
              <a:ext uri="{FF2B5EF4-FFF2-40B4-BE49-F238E27FC236}">
                <a16:creationId xmlns:a16="http://schemas.microsoft.com/office/drawing/2014/main" id="{C69E9848-9E5D-8D4C-97D2-4B27341DD8DA}"/>
              </a:ext>
            </a:extLst>
          </p:cNvPr>
          <p:cNvSpPr txBox="1">
            <a:spLocks noChangeArrowheads="1"/>
          </p:cNvSpPr>
          <p:nvPr/>
        </p:nvSpPr>
        <p:spPr bwMode="auto">
          <a:xfrm>
            <a:off x="2389448" y="42278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4" name="Text Box 31">
            <a:extLst>
              <a:ext uri="{FF2B5EF4-FFF2-40B4-BE49-F238E27FC236}">
                <a16:creationId xmlns:a16="http://schemas.microsoft.com/office/drawing/2014/main" id="{DF8FBE0F-CE5D-3F4C-8724-A2B65CD63802}"/>
              </a:ext>
            </a:extLst>
          </p:cNvPr>
          <p:cNvSpPr txBox="1">
            <a:spLocks noChangeArrowheads="1"/>
          </p:cNvSpPr>
          <p:nvPr/>
        </p:nvSpPr>
        <p:spPr bwMode="auto">
          <a:xfrm>
            <a:off x="3209055" y="3445031"/>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33">
            <a:extLst>
              <a:ext uri="{FF2B5EF4-FFF2-40B4-BE49-F238E27FC236}">
                <a16:creationId xmlns:a16="http://schemas.microsoft.com/office/drawing/2014/main" id="{E1BAC4A0-E14C-B347-93DA-120559030826}"/>
              </a:ext>
            </a:extLst>
          </p:cNvPr>
          <p:cNvSpPr txBox="1">
            <a:spLocks noChangeArrowheads="1"/>
          </p:cNvSpPr>
          <p:nvPr/>
        </p:nvSpPr>
        <p:spPr bwMode="auto">
          <a:xfrm>
            <a:off x="4572034" y="3416409"/>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6" name="Text Box 41">
            <a:extLst>
              <a:ext uri="{FF2B5EF4-FFF2-40B4-BE49-F238E27FC236}">
                <a16:creationId xmlns:a16="http://schemas.microsoft.com/office/drawing/2014/main" id="{39006EDA-7902-FA40-B143-CA8341816B19}"/>
              </a:ext>
            </a:extLst>
          </p:cNvPr>
          <p:cNvSpPr txBox="1">
            <a:spLocks noChangeArrowheads="1"/>
          </p:cNvSpPr>
          <p:nvPr/>
        </p:nvSpPr>
        <p:spPr bwMode="auto">
          <a:xfrm>
            <a:off x="5576206" y="4449327"/>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44">
            <a:extLst>
              <a:ext uri="{FF2B5EF4-FFF2-40B4-BE49-F238E27FC236}">
                <a16:creationId xmlns:a16="http://schemas.microsoft.com/office/drawing/2014/main" id="{BE89C22D-CB46-8549-82D3-9E9741AFCA6B}"/>
              </a:ext>
            </a:extLst>
          </p:cNvPr>
          <p:cNvSpPr txBox="1">
            <a:spLocks noChangeArrowheads="1"/>
          </p:cNvSpPr>
          <p:nvPr/>
        </p:nvSpPr>
        <p:spPr bwMode="auto">
          <a:xfrm>
            <a:off x="5700504" y="240792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Line 45">
            <a:extLst>
              <a:ext uri="{FF2B5EF4-FFF2-40B4-BE49-F238E27FC236}">
                <a16:creationId xmlns:a16="http://schemas.microsoft.com/office/drawing/2014/main" id="{3C0F2103-31E3-1E4B-8C1F-C448C2CA4488}"/>
              </a:ext>
            </a:extLst>
          </p:cNvPr>
          <p:cNvSpPr>
            <a:spLocks noChangeShapeType="1"/>
          </p:cNvSpPr>
          <p:nvPr/>
        </p:nvSpPr>
        <p:spPr bwMode="auto">
          <a:xfrm>
            <a:off x="4353185" y="3874288"/>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 name="Text Box 53">
            <a:extLst>
              <a:ext uri="{FF2B5EF4-FFF2-40B4-BE49-F238E27FC236}">
                <a16:creationId xmlns:a16="http://schemas.microsoft.com/office/drawing/2014/main" id="{DC27773B-AE4D-7B44-82B4-8EF0DEDE0A3C}"/>
              </a:ext>
            </a:extLst>
          </p:cNvPr>
          <p:cNvSpPr txBox="1">
            <a:spLocks noChangeArrowheads="1"/>
          </p:cNvSpPr>
          <p:nvPr/>
        </p:nvSpPr>
        <p:spPr bwMode="auto">
          <a:xfrm>
            <a:off x="4965677" y="5374255"/>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0" name="Text Box 56">
            <a:extLst>
              <a:ext uri="{FF2B5EF4-FFF2-40B4-BE49-F238E27FC236}">
                <a16:creationId xmlns:a16="http://schemas.microsoft.com/office/drawing/2014/main" id="{21E62D77-73B8-9647-9335-F6704548295D}"/>
              </a:ext>
            </a:extLst>
          </p:cNvPr>
          <p:cNvSpPr txBox="1">
            <a:spLocks noChangeArrowheads="1"/>
          </p:cNvSpPr>
          <p:nvPr/>
        </p:nvSpPr>
        <p:spPr bwMode="auto">
          <a:xfrm>
            <a:off x="3900694" y="535964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1" name="Group 57">
            <a:extLst>
              <a:ext uri="{FF2B5EF4-FFF2-40B4-BE49-F238E27FC236}">
                <a16:creationId xmlns:a16="http://schemas.microsoft.com/office/drawing/2014/main" id="{E4FF3E6C-0BB8-1442-B3E6-762239BB9684}"/>
              </a:ext>
            </a:extLst>
          </p:cNvPr>
          <p:cNvGrpSpPr>
            <a:grpSpLocks/>
          </p:cNvGrpSpPr>
          <p:nvPr/>
        </p:nvGrpSpPr>
        <p:grpSpPr bwMode="auto">
          <a:xfrm>
            <a:off x="3878520" y="4135775"/>
            <a:ext cx="1028699" cy="307975"/>
            <a:chOff x="4550" y="1257"/>
            <a:chExt cx="648" cy="194"/>
          </a:xfrm>
        </p:grpSpPr>
        <p:sp>
          <p:nvSpPr>
            <p:cNvPr id="22" name="Rectangle 58">
              <a:extLst>
                <a:ext uri="{FF2B5EF4-FFF2-40B4-BE49-F238E27FC236}">
                  <a16:creationId xmlns:a16="http://schemas.microsoft.com/office/drawing/2014/main" id="{AFEEB12C-DC96-6E46-B1D6-71F1FEEFD1B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Text Box 59">
              <a:extLst>
                <a:ext uri="{FF2B5EF4-FFF2-40B4-BE49-F238E27FC236}">
                  <a16:creationId xmlns:a16="http://schemas.microsoft.com/office/drawing/2014/main" id="{7B5F402D-07D3-1A44-B12D-5A96C1DBFC6F}"/>
                </a:ext>
              </a:extLst>
            </p:cNvPr>
            <p:cNvSpPr txBox="1">
              <a:spLocks noChangeArrowheads="1"/>
            </p:cNvSpPr>
            <p:nvPr/>
          </p:nvSpPr>
          <p:spPr bwMode="auto">
            <a:xfrm>
              <a:off x="4550" y="1257"/>
              <a:ext cx="64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4" name="Group 73">
            <a:extLst>
              <a:ext uri="{FF2B5EF4-FFF2-40B4-BE49-F238E27FC236}">
                <a16:creationId xmlns:a16="http://schemas.microsoft.com/office/drawing/2014/main" id="{935720AA-DFA8-6C4D-A9DF-F1AEC40955CA}"/>
              </a:ext>
            </a:extLst>
          </p:cNvPr>
          <p:cNvGrpSpPr>
            <a:grpSpLocks/>
          </p:cNvGrpSpPr>
          <p:nvPr/>
        </p:nvGrpSpPr>
        <p:grpSpPr bwMode="auto">
          <a:xfrm>
            <a:off x="2110048" y="2518113"/>
            <a:ext cx="641350" cy="558800"/>
            <a:chOff x="-44" y="1473"/>
            <a:chExt cx="981" cy="1105"/>
          </a:xfrm>
        </p:grpSpPr>
        <p:pic>
          <p:nvPicPr>
            <p:cNvPr id="25" name="Picture 74" descr="desktop_computer_stylized_medium">
              <a:extLst>
                <a:ext uri="{FF2B5EF4-FFF2-40B4-BE49-F238E27FC236}">
                  <a16:creationId xmlns:a16="http://schemas.microsoft.com/office/drawing/2014/main" id="{35E83BBA-8877-014F-A226-CC9A3A908C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75">
              <a:extLst>
                <a:ext uri="{FF2B5EF4-FFF2-40B4-BE49-F238E27FC236}">
                  <a16:creationId xmlns:a16="http://schemas.microsoft.com/office/drawing/2014/main" id="{EEB02E84-9186-3B42-AAC9-859A194F99D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0">
            <a:extLst>
              <a:ext uri="{FF2B5EF4-FFF2-40B4-BE49-F238E27FC236}">
                <a16:creationId xmlns:a16="http://schemas.microsoft.com/office/drawing/2014/main" id="{61E37396-6C3D-BF43-B8E2-EC2B8A5E6147}"/>
              </a:ext>
            </a:extLst>
          </p:cNvPr>
          <p:cNvGrpSpPr>
            <a:grpSpLocks/>
          </p:cNvGrpSpPr>
          <p:nvPr/>
        </p:nvGrpSpPr>
        <p:grpSpPr bwMode="auto">
          <a:xfrm>
            <a:off x="2105285" y="3116600"/>
            <a:ext cx="641350" cy="558800"/>
            <a:chOff x="-44" y="1473"/>
            <a:chExt cx="981" cy="1105"/>
          </a:xfrm>
        </p:grpSpPr>
        <p:pic>
          <p:nvPicPr>
            <p:cNvPr id="28" name="Picture 81" descr="desktop_computer_stylized_medium">
              <a:extLst>
                <a:ext uri="{FF2B5EF4-FFF2-40B4-BE49-F238E27FC236}">
                  <a16:creationId xmlns:a16="http://schemas.microsoft.com/office/drawing/2014/main" id="{94B1919C-737D-9843-A32B-4611678EE9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82">
              <a:extLst>
                <a:ext uri="{FF2B5EF4-FFF2-40B4-BE49-F238E27FC236}">
                  <a16:creationId xmlns:a16="http://schemas.microsoft.com/office/drawing/2014/main" id="{831A54DA-BC03-904F-9EC5-5B377957BD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 name="Group 83">
            <a:extLst>
              <a:ext uri="{FF2B5EF4-FFF2-40B4-BE49-F238E27FC236}">
                <a16:creationId xmlns:a16="http://schemas.microsoft.com/office/drawing/2014/main" id="{E0C94097-9317-BE45-A584-4C61CB5C706E}"/>
              </a:ext>
            </a:extLst>
          </p:cNvPr>
          <p:cNvGrpSpPr>
            <a:grpSpLocks/>
          </p:cNvGrpSpPr>
          <p:nvPr/>
        </p:nvGrpSpPr>
        <p:grpSpPr bwMode="auto">
          <a:xfrm>
            <a:off x="2133860" y="3726200"/>
            <a:ext cx="641350" cy="558800"/>
            <a:chOff x="-44" y="1473"/>
            <a:chExt cx="981" cy="1105"/>
          </a:xfrm>
        </p:grpSpPr>
        <p:pic>
          <p:nvPicPr>
            <p:cNvPr id="31" name="Picture 84" descr="desktop_computer_stylized_medium">
              <a:extLst>
                <a:ext uri="{FF2B5EF4-FFF2-40B4-BE49-F238E27FC236}">
                  <a16:creationId xmlns:a16="http://schemas.microsoft.com/office/drawing/2014/main" id="{95635DB0-2F79-F74E-8399-E2F3FC747C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Freeform 85">
              <a:extLst>
                <a:ext uri="{FF2B5EF4-FFF2-40B4-BE49-F238E27FC236}">
                  <a16:creationId xmlns:a16="http://schemas.microsoft.com/office/drawing/2014/main" id="{0D36091B-285B-5148-ABB5-689E65169CB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87">
            <a:extLst>
              <a:ext uri="{FF2B5EF4-FFF2-40B4-BE49-F238E27FC236}">
                <a16:creationId xmlns:a16="http://schemas.microsoft.com/office/drawing/2014/main" id="{B04BEE98-0C49-EF4A-A93C-CEEDF2563E9E}"/>
              </a:ext>
            </a:extLst>
          </p:cNvPr>
          <p:cNvGrpSpPr>
            <a:grpSpLocks/>
          </p:cNvGrpSpPr>
          <p:nvPr/>
        </p:nvGrpSpPr>
        <p:grpSpPr bwMode="auto">
          <a:xfrm flipH="1">
            <a:off x="5793048" y="2675275"/>
            <a:ext cx="641350" cy="558800"/>
            <a:chOff x="-44" y="1473"/>
            <a:chExt cx="981" cy="1105"/>
          </a:xfrm>
        </p:grpSpPr>
        <p:pic>
          <p:nvPicPr>
            <p:cNvPr id="34" name="Picture 88" descr="desktop_computer_stylized_medium">
              <a:extLst>
                <a:ext uri="{FF2B5EF4-FFF2-40B4-BE49-F238E27FC236}">
                  <a16:creationId xmlns:a16="http://schemas.microsoft.com/office/drawing/2014/main" id="{E696DA5C-EBB6-DD4E-B7A6-B2101BC8DD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89">
              <a:extLst>
                <a:ext uri="{FF2B5EF4-FFF2-40B4-BE49-F238E27FC236}">
                  <a16:creationId xmlns:a16="http://schemas.microsoft.com/office/drawing/2014/main" id="{DCA1EB25-A45A-7F41-8718-77AAFFAC28A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90">
            <a:extLst>
              <a:ext uri="{FF2B5EF4-FFF2-40B4-BE49-F238E27FC236}">
                <a16:creationId xmlns:a16="http://schemas.microsoft.com/office/drawing/2014/main" id="{0654A4CA-EB3A-F04B-B0EC-F3BAB4EC9996}"/>
              </a:ext>
            </a:extLst>
          </p:cNvPr>
          <p:cNvGrpSpPr>
            <a:grpSpLocks/>
          </p:cNvGrpSpPr>
          <p:nvPr/>
        </p:nvGrpSpPr>
        <p:grpSpPr bwMode="auto">
          <a:xfrm flipH="1">
            <a:off x="5807335" y="3954800"/>
            <a:ext cx="641350" cy="558800"/>
            <a:chOff x="-44" y="1473"/>
            <a:chExt cx="981" cy="1105"/>
          </a:xfrm>
        </p:grpSpPr>
        <p:pic>
          <p:nvPicPr>
            <p:cNvPr id="37" name="Picture 91" descr="desktop_computer_stylized_medium">
              <a:extLst>
                <a:ext uri="{FF2B5EF4-FFF2-40B4-BE49-F238E27FC236}">
                  <a16:creationId xmlns:a16="http://schemas.microsoft.com/office/drawing/2014/main" id="{1FE2F863-2385-884E-80D8-6DBCCB97C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92">
              <a:extLst>
                <a:ext uri="{FF2B5EF4-FFF2-40B4-BE49-F238E27FC236}">
                  <a16:creationId xmlns:a16="http://schemas.microsoft.com/office/drawing/2014/main" id="{45C0E3E0-B4B3-D440-989F-58666FD89A8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93">
            <a:extLst>
              <a:ext uri="{FF2B5EF4-FFF2-40B4-BE49-F238E27FC236}">
                <a16:creationId xmlns:a16="http://schemas.microsoft.com/office/drawing/2014/main" id="{BDAC79F7-89A0-314F-9731-BEF20F5C4E78}"/>
              </a:ext>
            </a:extLst>
          </p:cNvPr>
          <p:cNvGrpSpPr>
            <a:grpSpLocks/>
          </p:cNvGrpSpPr>
          <p:nvPr/>
        </p:nvGrpSpPr>
        <p:grpSpPr bwMode="auto">
          <a:xfrm flipH="1">
            <a:off x="5193019" y="4884750"/>
            <a:ext cx="641350" cy="558800"/>
            <a:chOff x="-44" y="1473"/>
            <a:chExt cx="981" cy="1105"/>
          </a:xfrm>
        </p:grpSpPr>
        <p:pic>
          <p:nvPicPr>
            <p:cNvPr id="40" name="Picture 94" descr="desktop_computer_stylized_medium">
              <a:extLst>
                <a:ext uri="{FF2B5EF4-FFF2-40B4-BE49-F238E27FC236}">
                  <a16:creationId xmlns:a16="http://schemas.microsoft.com/office/drawing/2014/main" id="{ED726F1D-6554-FA43-BFFB-A644B1257B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95">
              <a:extLst>
                <a:ext uri="{FF2B5EF4-FFF2-40B4-BE49-F238E27FC236}">
                  <a16:creationId xmlns:a16="http://schemas.microsoft.com/office/drawing/2014/main" id="{72833A31-BB7C-C546-B481-EF3FD82946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 name="Group 96">
            <a:extLst>
              <a:ext uri="{FF2B5EF4-FFF2-40B4-BE49-F238E27FC236}">
                <a16:creationId xmlns:a16="http://schemas.microsoft.com/office/drawing/2014/main" id="{DC7645FE-448B-A341-B973-11CC7F695077}"/>
              </a:ext>
            </a:extLst>
          </p:cNvPr>
          <p:cNvGrpSpPr>
            <a:grpSpLocks/>
          </p:cNvGrpSpPr>
          <p:nvPr/>
        </p:nvGrpSpPr>
        <p:grpSpPr bwMode="auto">
          <a:xfrm flipH="1">
            <a:off x="3683849" y="5545761"/>
            <a:ext cx="641350" cy="558800"/>
            <a:chOff x="-44" y="1473"/>
            <a:chExt cx="981" cy="1105"/>
          </a:xfrm>
        </p:grpSpPr>
        <p:pic>
          <p:nvPicPr>
            <p:cNvPr id="43" name="Picture 97" descr="desktop_computer_stylized_medium">
              <a:extLst>
                <a:ext uri="{FF2B5EF4-FFF2-40B4-BE49-F238E27FC236}">
                  <a16:creationId xmlns:a16="http://schemas.microsoft.com/office/drawing/2014/main" id="{6F5B829D-406E-7D40-A729-595FDA08C1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98">
              <a:extLst>
                <a:ext uri="{FF2B5EF4-FFF2-40B4-BE49-F238E27FC236}">
                  <a16:creationId xmlns:a16="http://schemas.microsoft.com/office/drawing/2014/main" id="{DBFC272D-F29F-7045-8DB1-3AADCA25B9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45" name="Straight Connector 44">
            <a:extLst>
              <a:ext uri="{FF2B5EF4-FFF2-40B4-BE49-F238E27FC236}">
                <a16:creationId xmlns:a16="http://schemas.microsoft.com/office/drawing/2014/main" id="{9F0B14AF-BE14-BA42-B837-EF27889EE38D}"/>
              </a:ext>
            </a:extLst>
          </p:cNvPr>
          <p:cNvCxnSpPr/>
          <p:nvPr/>
        </p:nvCxnSpPr>
        <p:spPr>
          <a:xfrm>
            <a:off x="2690676" y="2925190"/>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0E58F0A-DE3C-5547-8D0D-A1907B822F60}"/>
              </a:ext>
            </a:extLst>
          </p:cNvPr>
          <p:cNvCxnSpPr/>
          <p:nvPr/>
        </p:nvCxnSpPr>
        <p:spPr>
          <a:xfrm>
            <a:off x="2692109" y="352407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2C980BD-EF83-9F4E-B244-C6C6F3D90313}"/>
              </a:ext>
            </a:extLst>
          </p:cNvPr>
          <p:cNvCxnSpPr/>
          <p:nvPr/>
        </p:nvCxnSpPr>
        <p:spPr>
          <a:xfrm>
            <a:off x="2699264" y="4137247"/>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56681D6-2EB2-B04A-8D8B-A6A1CB731912}"/>
              </a:ext>
            </a:extLst>
          </p:cNvPr>
          <p:cNvCxnSpPr>
            <a:cxnSpLocks/>
          </p:cNvCxnSpPr>
          <p:nvPr/>
        </p:nvCxnSpPr>
        <p:spPr>
          <a:xfrm>
            <a:off x="5623185" y="3081673"/>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E859720-97E8-5B48-99CA-305481B5731F}"/>
              </a:ext>
            </a:extLst>
          </p:cNvPr>
          <p:cNvCxnSpPr>
            <a:cxnSpLocks/>
          </p:cNvCxnSpPr>
          <p:nvPr/>
        </p:nvCxnSpPr>
        <p:spPr>
          <a:xfrm>
            <a:off x="5624546" y="436078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65B0BC6-6E2C-8948-899C-C852708C6A20}"/>
              </a:ext>
            </a:extLst>
          </p:cNvPr>
          <p:cNvCxnSpPr/>
          <p:nvPr/>
        </p:nvCxnSpPr>
        <p:spPr>
          <a:xfrm>
            <a:off x="3883139" y="5341789"/>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C1CBF63-9CC3-0E4B-9CBB-7AE038D0DD0C}"/>
              </a:ext>
            </a:extLst>
          </p:cNvPr>
          <p:cNvCxnSpPr>
            <a:cxnSpLocks/>
          </p:cNvCxnSpPr>
          <p:nvPr/>
        </p:nvCxnSpPr>
        <p:spPr>
          <a:xfrm>
            <a:off x="4911047" y="5304616"/>
            <a:ext cx="3801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6BCE1BA-2CCC-5641-AE63-0BC42C1DD252}"/>
              </a:ext>
            </a:extLst>
          </p:cNvPr>
          <p:cNvCxnSpPr>
            <a:cxnSpLocks/>
          </p:cNvCxnSpPr>
          <p:nvPr/>
        </p:nvCxnSpPr>
        <p:spPr>
          <a:xfrm>
            <a:off x="3357797" y="3717874"/>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0B61164-CB17-DE4D-B24C-361019C04182}"/>
              </a:ext>
            </a:extLst>
          </p:cNvPr>
          <p:cNvCxnSpPr>
            <a:cxnSpLocks/>
          </p:cNvCxnSpPr>
          <p:nvPr/>
        </p:nvCxnSpPr>
        <p:spPr>
          <a:xfrm>
            <a:off x="4540907" y="3723826"/>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6918EF7F-B4FA-FA43-9A8F-43852A652D77}"/>
              </a:ext>
            </a:extLst>
          </p:cNvPr>
          <p:cNvGrpSpPr/>
          <p:nvPr/>
        </p:nvGrpSpPr>
        <p:grpSpPr>
          <a:xfrm>
            <a:off x="4046926" y="3577753"/>
            <a:ext cx="632991" cy="300938"/>
            <a:chOff x="7493876" y="2774731"/>
            <a:chExt cx="1481958" cy="894622"/>
          </a:xfrm>
        </p:grpSpPr>
        <p:sp>
          <p:nvSpPr>
            <p:cNvPr id="55" name="Freeform 54">
              <a:extLst>
                <a:ext uri="{FF2B5EF4-FFF2-40B4-BE49-F238E27FC236}">
                  <a16:creationId xmlns:a16="http://schemas.microsoft.com/office/drawing/2014/main" id="{027EFDF7-79C3-D749-83A5-52EBF8D8C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 name="Oval 55">
              <a:extLst>
                <a:ext uri="{FF2B5EF4-FFF2-40B4-BE49-F238E27FC236}">
                  <a16:creationId xmlns:a16="http://schemas.microsoft.com/office/drawing/2014/main" id="{29726ED5-7E21-F742-9225-0765716E3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 name="Group 56">
              <a:extLst>
                <a:ext uri="{FF2B5EF4-FFF2-40B4-BE49-F238E27FC236}">
                  <a16:creationId xmlns:a16="http://schemas.microsoft.com/office/drawing/2014/main" id="{1385899F-863F-C248-A7F6-A0044E4CC6E9}"/>
                </a:ext>
              </a:extLst>
            </p:cNvPr>
            <p:cNvGrpSpPr/>
            <p:nvPr/>
          </p:nvGrpSpPr>
          <p:grpSpPr>
            <a:xfrm>
              <a:off x="7713663" y="2848339"/>
              <a:ext cx="1042107" cy="425543"/>
              <a:chOff x="7786941" y="2884917"/>
              <a:chExt cx="897649" cy="353919"/>
            </a:xfrm>
          </p:grpSpPr>
          <p:sp>
            <p:nvSpPr>
              <p:cNvPr id="58" name="Freeform 57">
                <a:extLst>
                  <a:ext uri="{FF2B5EF4-FFF2-40B4-BE49-F238E27FC236}">
                    <a16:creationId xmlns:a16="http://schemas.microsoft.com/office/drawing/2014/main" id="{0116806E-754B-3442-BBDE-7771700E93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091B82BB-768A-DC4E-A911-FFB5B8C841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64DECB39-792F-8B4A-866B-2654CAC3A8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324B35FF-A729-F647-AEC0-72562E4EDD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B09F7B2E-D5B8-BB4E-8759-AB827AE6F160}"/>
              </a:ext>
            </a:extLst>
          </p:cNvPr>
          <p:cNvGrpSpPr/>
          <p:nvPr/>
        </p:nvGrpSpPr>
        <p:grpSpPr>
          <a:xfrm>
            <a:off x="4199467" y="1861963"/>
            <a:ext cx="1778000" cy="1399961"/>
            <a:chOff x="4199467" y="1861963"/>
            <a:chExt cx="1778000" cy="1399961"/>
          </a:xfrm>
        </p:grpSpPr>
        <p:sp>
          <p:nvSpPr>
            <p:cNvPr id="82" name="Text Box 168">
              <a:extLst>
                <a:ext uri="{FF2B5EF4-FFF2-40B4-BE49-F238E27FC236}">
                  <a16:creationId xmlns:a16="http://schemas.microsoft.com/office/drawing/2014/main" id="{749D76C1-253F-7E4C-99D3-C389D0FFFB97}"/>
                </a:ext>
              </a:extLst>
            </p:cNvPr>
            <p:cNvSpPr txBox="1">
              <a:spLocks noChangeArrowheads="1"/>
            </p:cNvSpPr>
            <p:nvPr/>
          </p:nvSpPr>
          <p:spPr bwMode="auto">
            <a:xfrm>
              <a:off x="4199467" y="1861963"/>
              <a:ext cx="177800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server</a:t>
              </a:r>
            </a:p>
          </p:txBody>
        </p:sp>
        <p:grpSp>
          <p:nvGrpSpPr>
            <p:cNvPr id="2" name="Group 1">
              <a:extLst>
                <a:ext uri="{FF2B5EF4-FFF2-40B4-BE49-F238E27FC236}">
                  <a16:creationId xmlns:a16="http://schemas.microsoft.com/office/drawing/2014/main" id="{49F111B8-3FCA-FC4C-BF5D-F65380BA1918}"/>
                </a:ext>
              </a:extLst>
            </p:cNvPr>
            <p:cNvGrpSpPr/>
            <p:nvPr/>
          </p:nvGrpSpPr>
          <p:grpSpPr>
            <a:xfrm>
              <a:off x="4496295" y="2275617"/>
              <a:ext cx="1061308" cy="986307"/>
              <a:chOff x="4496295" y="2275617"/>
              <a:chExt cx="1061308" cy="986307"/>
            </a:xfrm>
          </p:grpSpPr>
          <p:grpSp>
            <p:nvGrpSpPr>
              <p:cNvPr id="83" name="Group 195">
                <a:extLst>
                  <a:ext uri="{FF2B5EF4-FFF2-40B4-BE49-F238E27FC236}">
                    <a16:creationId xmlns:a16="http://schemas.microsoft.com/office/drawing/2014/main" id="{92C401A3-F193-CA42-B665-D7D45D1E2842}"/>
                  </a:ext>
                </a:extLst>
              </p:cNvPr>
              <p:cNvGrpSpPr>
                <a:grpSpLocks/>
              </p:cNvGrpSpPr>
              <p:nvPr/>
            </p:nvGrpSpPr>
            <p:grpSpPr bwMode="auto">
              <a:xfrm>
                <a:off x="4733925" y="2275617"/>
                <a:ext cx="365672" cy="681037"/>
                <a:chOff x="4140" y="429"/>
                <a:chExt cx="1425" cy="2396"/>
              </a:xfrm>
            </p:grpSpPr>
            <p:sp>
              <p:nvSpPr>
                <p:cNvPr id="84" name="Freeform 196">
                  <a:extLst>
                    <a:ext uri="{FF2B5EF4-FFF2-40B4-BE49-F238E27FC236}">
                      <a16:creationId xmlns:a16="http://schemas.microsoft.com/office/drawing/2014/main" id="{F996EE8E-AAFF-DC43-A262-7E2D6797D51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197">
                  <a:extLst>
                    <a:ext uri="{FF2B5EF4-FFF2-40B4-BE49-F238E27FC236}">
                      <a16:creationId xmlns:a16="http://schemas.microsoft.com/office/drawing/2014/main" id="{D97D7B28-0756-2245-817F-8856E2707529}"/>
                    </a:ext>
                  </a:extLst>
                </p:cNvPr>
                <p:cNvSpPr>
                  <a:spLocks noChangeArrowheads="1"/>
                </p:cNvSpPr>
                <p:nvPr/>
              </p:nvSpPr>
              <p:spPr bwMode="auto">
                <a:xfrm>
                  <a:off x="4208"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6" name="Freeform 198">
                  <a:extLst>
                    <a:ext uri="{FF2B5EF4-FFF2-40B4-BE49-F238E27FC236}">
                      <a16:creationId xmlns:a16="http://schemas.microsoft.com/office/drawing/2014/main" id="{4C04780A-1D8C-3848-920B-640B79B0C86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99">
                  <a:extLst>
                    <a:ext uri="{FF2B5EF4-FFF2-40B4-BE49-F238E27FC236}">
                      <a16:creationId xmlns:a16="http://schemas.microsoft.com/office/drawing/2014/main" id="{D5EF4AD6-5273-B04C-A408-1EE9352D51A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200">
                  <a:extLst>
                    <a:ext uri="{FF2B5EF4-FFF2-40B4-BE49-F238E27FC236}">
                      <a16:creationId xmlns:a16="http://schemas.microsoft.com/office/drawing/2014/main" id="{8EF7317E-B5CF-944B-B3A0-73BD27602234}"/>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9" name="Group 201">
                  <a:extLst>
                    <a:ext uri="{FF2B5EF4-FFF2-40B4-BE49-F238E27FC236}">
                      <a16:creationId xmlns:a16="http://schemas.microsoft.com/office/drawing/2014/main" id="{BB7E36FC-FE93-9145-8F58-AC065CA43A93}"/>
                    </a:ext>
                  </a:extLst>
                </p:cNvPr>
                <p:cNvGrpSpPr>
                  <a:grpSpLocks/>
                </p:cNvGrpSpPr>
                <p:nvPr/>
              </p:nvGrpSpPr>
              <p:grpSpPr bwMode="auto">
                <a:xfrm>
                  <a:off x="4749" y="668"/>
                  <a:ext cx="581" cy="145"/>
                  <a:chOff x="614" y="2568"/>
                  <a:chExt cx="725" cy="139"/>
                </a:xfrm>
              </p:grpSpPr>
              <p:sp>
                <p:nvSpPr>
                  <p:cNvPr id="114" name="AutoShape 202">
                    <a:extLst>
                      <a:ext uri="{FF2B5EF4-FFF2-40B4-BE49-F238E27FC236}">
                        <a16:creationId xmlns:a16="http://schemas.microsoft.com/office/drawing/2014/main" id="{C6A2DDA6-6A3E-CA42-A8E9-9548184E4340}"/>
                      </a:ext>
                    </a:extLst>
                  </p:cNvPr>
                  <p:cNvSpPr>
                    <a:spLocks noChangeArrowheads="1"/>
                  </p:cNvSpPr>
                  <p:nvPr/>
                </p:nvSpPr>
                <p:spPr bwMode="auto">
                  <a:xfrm>
                    <a:off x="613" y="2569"/>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5" name="AutoShape 203">
                    <a:extLst>
                      <a:ext uri="{FF2B5EF4-FFF2-40B4-BE49-F238E27FC236}">
                        <a16:creationId xmlns:a16="http://schemas.microsoft.com/office/drawing/2014/main" id="{9D9CC773-4E5B-4A41-9674-9AC4E8DE3AE6}"/>
                      </a:ext>
                    </a:extLst>
                  </p:cNvPr>
                  <p:cNvSpPr>
                    <a:spLocks noChangeArrowheads="1"/>
                  </p:cNvSpPr>
                  <p:nvPr/>
                </p:nvSpPr>
                <p:spPr bwMode="auto">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Rectangle 204">
                  <a:extLst>
                    <a:ext uri="{FF2B5EF4-FFF2-40B4-BE49-F238E27FC236}">
                      <a16:creationId xmlns:a16="http://schemas.microsoft.com/office/drawing/2014/main" id="{3F22A4C9-56F2-DE48-B8D9-3895E3ACE2D4}"/>
                    </a:ext>
                  </a:extLst>
                </p:cNvPr>
                <p:cNvSpPr>
                  <a:spLocks noChangeArrowheads="1"/>
                </p:cNvSpPr>
                <p:nvPr/>
              </p:nvSpPr>
              <p:spPr bwMode="auto">
                <a:xfrm>
                  <a:off x="4224" y="1021"/>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1" name="Group 205">
                  <a:extLst>
                    <a:ext uri="{FF2B5EF4-FFF2-40B4-BE49-F238E27FC236}">
                      <a16:creationId xmlns:a16="http://schemas.microsoft.com/office/drawing/2014/main" id="{75863D69-5E86-6246-B7FE-8384C4BFE60C}"/>
                    </a:ext>
                  </a:extLst>
                </p:cNvPr>
                <p:cNvGrpSpPr>
                  <a:grpSpLocks/>
                </p:cNvGrpSpPr>
                <p:nvPr/>
              </p:nvGrpSpPr>
              <p:grpSpPr bwMode="auto">
                <a:xfrm>
                  <a:off x="4747" y="994"/>
                  <a:ext cx="581" cy="134"/>
                  <a:chOff x="614" y="2568"/>
                  <a:chExt cx="725" cy="139"/>
                </a:xfrm>
              </p:grpSpPr>
              <p:sp>
                <p:nvSpPr>
                  <p:cNvPr id="112" name="AutoShape 206">
                    <a:extLst>
                      <a:ext uri="{FF2B5EF4-FFF2-40B4-BE49-F238E27FC236}">
                        <a16:creationId xmlns:a16="http://schemas.microsoft.com/office/drawing/2014/main" id="{B2956786-E03A-6D41-9641-A3AEE3CEF591}"/>
                      </a:ext>
                    </a:extLst>
                  </p:cNvPr>
                  <p:cNvSpPr>
                    <a:spLocks noChangeArrowheads="1"/>
                  </p:cNvSpPr>
                  <p:nvPr/>
                </p:nvSpPr>
                <p:spPr bwMode="auto">
                  <a:xfrm>
                    <a:off x="616" y="2567"/>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3" name="AutoShape 207">
                    <a:extLst>
                      <a:ext uri="{FF2B5EF4-FFF2-40B4-BE49-F238E27FC236}">
                        <a16:creationId xmlns:a16="http://schemas.microsoft.com/office/drawing/2014/main" id="{6FFFFB0F-D98B-FF4D-B155-AACF1383E446}"/>
                      </a:ext>
                    </a:extLst>
                  </p:cNvPr>
                  <p:cNvSpPr>
                    <a:spLocks noChangeArrowheads="1"/>
                  </p:cNvSpPr>
                  <p:nvPr/>
                </p:nvSpPr>
                <p:spPr bwMode="auto">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2" name="Rectangle 208">
                  <a:extLst>
                    <a:ext uri="{FF2B5EF4-FFF2-40B4-BE49-F238E27FC236}">
                      <a16:creationId xmlns:a16="http://schemas.microsoft.com/office/drawing/2014/main" id="{E903EB04-2402-184D-AF52-7C1CCD526119}"/>
                    </a:ext>
                  </a:extLst>
                </p:cNvPr>
                <p:cNvSpPr>
                  <a:spLocks noChangeArrowheads="1"/>
                </p:cNvSpPr>
                <p:nvPr/>
              </p:nvSpPr>
              <p:spPr bwMode="auto">
                <a:xfrm>
                  <a:off x="4219" y="1356"/>
                  <a:ext cx="59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3" name="Rectangle 209">
                  <a:extLst>
                    <a:ext uri="{FF2B5EF4-FFF2-40B4-BE49-F238E27FC236}">
                      <a16:creationId xmlns:a16="http://schemas.microsoft.com/office/drawing/2014/main" id="{2500B436-7576-9D45-9FE0-290A8354C825}"/>
                    </a:ext>
                  </a:extLst>
                </p:cNvPr>
                <p:cNvSpPr>
                  <a:spLocks noChangeArrowheads="1"/>
                </p:cNvSpPr>
                <p:nvPr/>
              </p:nvSpPr>
              <p:spPr bwMode="auto">
                <a:xfrm>
                  <a:off x="4230" y="1658"/>
                  <a:ext cx="591"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4" name="Group 210">
                  <a:extLst>
                    <a:ext uri="{FF2B5EF4-FFF2-40B4-BE49-F238E27FC236}">
                      <a16:creationId xmlns:a16="http://schemas.microsoft.com/office/drawing/2014/main" id="{507BA385-393B-9D43-A31A-2DDD6019EF97}"/>
                    </a:ext>
                  </a:extLst>
                </p:cNvPr>
                <p:cNvGrpSpPr>
                  <a:grpSpLocks/>
                </p:cNvGrpSpPr>
                <p:nvPr/>
              </p:nvGrpSpPr>
              <p:grpSpPr bwMode="auto">
                <a:xfrm>
                  <a:off x="4735" y="1627"/>
                  <a:ext cx="582" cy="151"/>
                  <a:chOff x="614" y="2568"/>
                  <a:chExt cx="725" cy="139"/>
                </a:xfrm>
              </p:grpSpPr>
              <p:sp>
                <p:nvSpPr>
                  <p:cNvPr id="110" name="AutoShape 211">
                    <a:extLst>
                      <a:ext uri="{FF2B5EF4-FFF2-40B4-BE49-F238E27FC236}">
                        <a16:creationId xmlns:a16="http://schemas.microsoft.com/office/drawing/2014/main" id="{256D59F0-4973-1244-ADBD-A73C0137CF42}"/>
                      </a:ext>
                    </a:extLst>
                  </p:cNvPr>
                  <p:cNvSpPr>
                    <a:spLocks noChangeArrowheads="1"/>
                  </p:cNvSpPr>
                  <p:nvPr/>
                </p:nvSpPr>
                <p:spPr bwMode="auto">
                  <a:xfrm>
                    <a:off x="617" y="2576"/>
                    <a:ext cx="723"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212">
                    <a:extLst>
                      <a:ext uri="{FF2B5EF4-FFF2-40B4-BE49-F238E27FC236}">
                        <a16:creationId xmlns:a16="http://schemas.microsoft.com/office/drawing/2014/main" id="{F29A5B2E-8C02-2546-B3B1-7E91A82DEA0C}"/>
                      </a:ext>
                    </a:extLst>
                  </p:cNvPr>
                  <p:cNvSpPr>
                    <a:spLocks noChangeArrowheads="1"/>
                  </p:cNvSpPr>
                  <p:nvPr/>
                </p:nvSpPr>
                <p:spPr bwMode="auto">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5" name="Freeform 213">
                  <a:extLst>
                    <a:ext uri="{FF2B5EF4-FFF2-40B4-BE49-F238E27FC236}">
                      <a16:creationId xmlns:a16="http://schemas.microsoft.com/office/drawing/2014/main" id="{EC84988B-E040-C045-830F-089AF6FEEF2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6" name="Group 214">
                  <a:extLst>
                    <a:ext uri="{FF2B5EF4-FFF2-40B4-BE49-F238E27FC236}">
                      <a16:creationId xmlns:a16="http://schemas.microsoft.com/office/drawing/2014/main" id="{7A047F44-5A09-E24B-9DF0-F6CE20B24BF1}"/>
                    </a:ext>
                  </a:extLst>
                </p:cNvPr>
                <p:cNvGrpSpPr>
                  <a:grpSpLocks/>
                </p:cNvGrpSpPr>
                <p:nvPr/>
              </p:nvGrpSpPr>
              <p:grpSpPr bwMode="auto">
                <a:xfrm>
                  <a:off x="4739" y="1327"/>
                  <a:ext cx="582" cy="139"/>
                  <a:chOff x="614" y="2568"/>
                  <a:chExt cx="725" cy="139"/>
                </a:xfrm>
              </p:grpSpPr>
              <p:sp>
                <p:nvSpPr>
                  <p:cNvPr id="108" name="AutoShape 215">
                    <a:extLst>
                      <a:ext uri="{FF2B5EF4-FFF2-40B4-BE49-F238E27FC236}">
                        <a16:creationId xmlns:a16="http://schemas.microsoft.com/office/drawing/2014/main" id="{17DAD139-F7D2-D74C-AE2D-D6BFC617D7C0}"/>
                      </a:ext>
                    </a:extLst>
                  </p:cNvPr>
                  <p:cNvSpPr>
                    <a:spLocks noChangeArrowheads="1"/>
                  </p:cNvSpPr>
                  <p:nvPr/>
                </p:nvSpPr>
                <p:spPr bwMode="auto">
                  <a:xfrm>
                    <a:off x="612" y="2569"/>
                    <a:ext cx="730"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9" name="AutoShape 216">
                    <a:extLst>
                      <a:ext uri="{FF2B5EF4-FFF2-40B4-BE49-F238E27FC236}">
                        <a16:creationId xmlns:a16="http://schemas.microsoft.com/office/drawing/2014/main" id="{999E63AB-7139-F74C-BCF7-6549DA2A9951}"/>
                      </a:ext>
                    </a:extLst>
                  </p:cNvPr>
                  <p:cNvSpPr>
                    <a:spLocks noChangeArrowheads="1"/>
                  </p:cNvSpPr>
                  <p:nvPr/>
                </p:nvSpPr>
                <p:spPr bwMode="auto">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7" name="Rectangle 217">
                  <a:extLst>
                    <a:ext uri="{FF2B5EF4-FFF2-40B4-BE49-F238E27FC236}">
                      <a16:creationId xmlns:a16="http://schemas.microsoft.com/office/drawing/2014/main" id="{92484BC0-E78C-4A41-A8A7-76E737A41143}"/>
                    </a:ext>
                  </a:extLst>
                </p:cNvPr>
                <p:cNvSpPr>
                  <a:spLocks noChangeArrowheads="1"/>
                </p:cNvSpPr>
                <p:nvPr/>
              </p:nvSpPr>
              <p:spPr bwMode="auto">
                <a:xfrm>
                  <a:off x="5250"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8" name="Freeform 218">
                  <a:extLst>
                    <a:ext uri="{FF2B5EF4-FFF2-40B4-BE49-F238E27FC236}">
                      <a16:creationId xmlns:a16="http://schemas.microsoft.com/office/drawing/2014/main" id="{EFB0F20F-1957-B542-90DC-B26A746D79C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9">
                  <a:extLst>
                    <a:ext uri="{FF2B5EF4-FFF2-40B4-BE49-F238E27FC236}">
                      <a16:creationId xmlns:a16="http://schemas.microsoft.com/office/drawing/2014/main" id="{307311BD-196C-6041-ACFC-FDD880DA5B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220">
                  <a:extLst>
                    <a:ext uri="{FF2B5EF4-FFF2-40B4-BE49-F238E27FC236}">
                      <a16:creationId xmlns:a16="http://schemas.microsoft.com/office/drawing/2014/main" id="{89A7E0BB-C394-EE49-9A0A-C99B05729413}"/>
                    </a:ext>
                  </a:extLst>
                </p:cNvPr>
                <p:cNvSpPr>
                  <a:spLocks noChangeArrowheads="1"/>
                </p:cNvSpPr>
                <p:nvPr/>
              </p:nvSpPr>
              <p:spPr bwMode="auto">
                <a:xfrm>
                  <a:off x="5514" y="2613"/>
                  <a:ext cx="51"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1" name="Freeform 221">
                  <a:extLst>
                    <a:ext uri="{FF2B5EF4-FFF2-40B4-BE49-F238E27FC236}">
                      <a16:creationId xmlns:a16="http://schemas.microsoft.com/office/drawing/2014/main" id="{98AFBD94-761C-9F44-92F1-52E2961E5CA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AutoShape 222">
                  <a:extLst>
                    <a:ext uri="{FF2B5EF4-FFF2-40B4-BE49-F238E27FC236}">
                      <a16:creationId xmlns:a16="http://schemas.microsoft.com/office/drawing/2014/main" id="{E14DC574-9CD1-DE4F-B70E-0A4A3A939D86}"/>
                    </a:ext>
                  </a:extLst>
                </p:cNvPr>
                <p:cNvSpPr>
                  <a:spLocks noChangeArrowheads="1"/>
                </p:cNvSpPr>
                <p:nvPr/>
              </p:nvSpPr>
              <p:spPr bwMode="auto">
                <a:xfrm>
                  <a:off x="4140" y="2680"/>
                  <a:ext cx="1200" cy="145"/>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3" name="AutoShape 223">
                  <a:extLst>
                    <a:ext uri="{FF2B5EF4-FFF2-40B4-BE49-F238E27FC236}">
                      <a16:creationId xmlns:a16="http://schemas.microsoft.com/office/drawing/2014/main" id="{20532455-FB0B-0540-8065-55BA87738867}"/>
                    </a:ext>
                  </a:extLst>
                </p:cNvPr>
                <p:cNvSpPr>
                  <a:spLocks noChangeArrowheads="1"/>
                </p:cNvSpPr>
                <p:nvPr/>
              </p:nvSpPr>
              <p:spPr bwMode="auto">
                <a:xfrm>
                  <a:off x="4208" y="2713"/>
                  <a:ext cx="1070"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4" name="Oval 224">
                  <a:extLst>
                    <a:ext uri="{FF2B5EF4-FFF2-40B4-BE49-F238E27FC236}">
                      <a16:creationId xmlns:a16="http://schemas.microsoft.com/office/drawing/2014/main" id="{5C39E517-1478-774A-83FE-92EE98C41B1C}"/>
                    </a:ext>
                  </a:extLst>
                </p:cNvPr>
                <p:cNvSpPr>
                  <a:spLocks noChangeArrowheads="1"/>
                </p:cNvSpPr>
                <p:nvPr/>
              </p:nvSpPr>
              <p:spPr bwMode="auto">
                <a:xfrm>
                  <a:off x="4309"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5" name="Oval 225">
                  <a:extLst>
                    <a:ext uri="{FF2B5EF4-FFF2-40B4-BE49-F238E27FC236}">
                      <a16:creationId xmlns:a16="http://schemas.microsoft.com/office/drawing/2014/main" id="{18CDBC59-1599-3E4F-B0C2-F7221503E00D}"/>
                    </a:ext>
                  </a:extLst>
                </p:cNvPr>
                <p:cNvSpPr>
                  <a:spLocks noChangeArrowheads="1"/>
                </p:cNvSpPr>
                <p:nvPr/>
              </p:nvSpPr>
              <p:spPr bwMode="auto">
                <a:xfrm>
                  <a:off x="4484" y="2384"/>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06" name="Oval 226">
                  <a:extLst>
                    <a:ext uri="{FF2B5EF4-FFF2-40B4-BE49-F238E27FC236}">
                      <a16:creationId xmlns:a16="http://schemas.microsoft.com/office/drawing/2014/main" id="{7BBEDBA4-536F-D24E-8D45-C258629A4200}"/>
                    </a:ext>
                  </a:extLst>
                </p:cNvPr>
                <p:cNvSpPr>
                  <a:spLocks noChangeArrowheads="1"/>
                </p:cNvSpPr>
                <p:nvPr/>
              </p:nvSpPr>
              <p:spPr bwMode="auto">
                <a:xfrm>
                  <a:off x="4664"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227">
                  <a:extLst>
                    <a:ext uri="{FF2B5EF4-FFF2-40B4-BE49-F238E27FC236}">
                      <a16:creationId xmlns:a16="http://schemas.microsoft.com/office/drawing/2014/main" id="{510D808B-F86B-E24A-9C3B-9D966384A3F7}"/>
                    </a:ext>
                  </a:extLst>
                </p:cNvPr>
                <p:cNvSpPr>
                  <a:spLocks noChangeArrowheads="1"/>
                </p:cNvSpPr>
                <p:nvPr/>
              </p:nvSpPr>
              <p:spPr bwMode="auto">
                <a:xfrm>
                  <a:off x="5064" y="1836"/>
                  <a:ext cx="84"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cxnSp>
            <p:nvCxnSpPr>
              <p:cNvPr id="116" name="Straight Connector 115">
                <a:extLst>
                  <a:ext uri="{FF2B5EF4-FFF2-40B4-BE49-F238E27FC236}">
                    <a16:creationId xmlns:a16="http://schemas.microsoft.com/office/drawing/2014/main" id="{E34833AD-3FDA-3947-8DF2-AE907CC8F603}"/>
                  </a:ext>
                </a:extLst>
              </p:cNvPr>
              <p:cNvCxnSpPr>
                <a:cxnSpLocks/>
              </p:cNvCxnSpPr>
              <p:nvPr/>
            </p:nvCxnSpPr>
            <p:spPr>
              <a:xfrm flipH="1">
                <a:off x="5013585" y="2937914"/>
                <a:ext cx="54401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Text Box 44">
                <a:extLst>
                  <a:ext uri="{FF2B5EF4-FFF2-40B4-BE49-F238E27FC236}">
                    <a16:creationId xmlns:a16="http://schemas.microsoft.com/office/drawing/2014/main" id="{BF841610-9748-1F4A-BBAE-236890875A06}"/>
                  </a:ext>
                </a:extLst>
              </p:cNvPr>
              <p:cNvSpPr txBox="1">
                <a:spLocks noChangeArrowheads="1"/>
              </p:cNvSpPr>
              <p:nvPr/>
            </p:nvSpPr>
            <p:spPr bwMode="auto">
              <a:xfrm>
                <a:off x="4496295" y="2923370"/>
                <a:ext cx="1040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223.1.2.5</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pic>
        <p:nvPicPr>
          <p:cNvPr id="144" name="Picture 777" descr="access_point_stylized_small">
            <a:extLst>
              <a:ext uri="{FF2B5EF4-FFF2-40B4-BE49-F238E27FC236}">
                <a16:creationId xmlns:a16="http://schemas.microsoft.com/office/drawing/2014/main" id="{D6280BFC-D50B-FF42-B442-CFFACB19A2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0205" y="3404249"/>
            <a:ext cx="587412" cy="486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18DE279B-D384-6A49-853D-D5D2C0C604CC}"/>
              </a:ext>
            </a:extLst>
          </p:cNvPr>
          <p:cNvGrpSpPr/>
          <p:nvPr/>
        </p:nvGrpSpPr>
        <p:grpSpPr>
          <a:xfrm>
            <a:off x="6417296" y="3245381"/>
            <a:ext cx="4688026" cy="1596861"/>
            <a:chOff x="6417296" y="3245381"/>
            <a:chExt cx="4688026" cy="1596861"/>
          </a:xfrm>
        </p:grpSpPr>
        <p:grpSp>
          <p:nvGrpSpPr>
            <p:cNvPr id="118" name="Group 117">
              <a:extLst>
                <a:ext uri="{FF2B5EF4-FFF2-40B4-BE49-F238E27FC236}">
                  <a16:creationId xmlns:a16="http://schemas.microsoft.com/office/drawing/2014/main" id="{DBB58AB4-0278-FC48-8D1F-C8A99E4BC8BA}"/>
                </a:ext>
              </a:extLst>
            </p:cNvPr>
            <p:cNvGrpSpPr/>
            <p:nvPr/>
          </p:nvGrpSpPr>
          <p:grpSpPr>
            <a:xfrm>
              <a:off x="7290172" y="3245381"/>
              <a:ext cx="1015378" cy="911243"/>
              <a:chOff x="7432700" y="2327293"/>
              <a:chExt cx="534987" cy="407988"/>
            </a:xfrm>
          </p:grpSpPr>
          <p:pic>
            <p:nvPicPr>
              <p:cNvPr id="119" name="Picture 1017" descr="antenna_stylized">
                <a:extLst>
                  <a:ext uri="{FF2B5EF4-FFF2-40B4-BE49-F238E27FC236}">
                    <a16:creationId xmlns:a16="http://schemas.microsoft.com/office/drawing/2014/main" id="{96AE46AF-D187-024B-9813-6861E1B1C40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018" descr="laptop_keyboard">
                <a:extLst>
                  <a:ext uri="{FF2B5EF4-FFF2-40B4-BE49-F238E27FC236}">
                    <a16:creationId xmlns:a16="http://schemas.microsoft.com/office/drawing/2014/main" id="{DEE713BC-3AB0-1146-9875-F720BC451C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9">
                <a:extLst>
                  <a:ext uri="{FF2B5EF4-FFF2-40B4-BE49-F238E27FC236}">
                    <a16:creationId xmlns:a16="http://schemas.microsoft.com/office/drawing/2014/main" id="{ADD08C09-9D4E-3140-8493-5E37E7D212F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2" name="Picture 1020" descr="screen">
                <a:extLst>
                  <a:ext uri="{FF2B5EF4-FFF2-40B4-BE49-F238E27FC236}">
                    <a16:creationId xmlns:a16="http://schemas.microsoft.com/office/drawing/2014/main" id="{23643802-834B-1744-BF24-48583F7582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Freeform 1021">
                <a:extLst>
                  <a:ext uri="{FF2B5EF4-FFF2-40B4-BE49-F238E27FC236}">
                    <a16:creationId xmlns:a16="http://schemas.microsoft.com/office/drawing/2014/main" id="{46751D15-9F44-BB45-A218-50CBA7C64B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22">
                <a:extLst>
                  <a:ext uri="{FF2B5EF4-FFF2-40B4-BE49-F238E27FC236}">
                    <a16:creationId xmlns:a16="http://schemas.microsoft.com/office/drawing/2014/main" id="{81BEFF9C-A85E-3243-8942-C441D8BD1AB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3">
                <a:extLst>
                  <a:ext uri="{FF2B5EF4-FFF2-40B4-BE49-F238E27FC236}">
                    <a16:creationId xmlns:a16="http://schemas.microsoft.com/office/drawing/2014/main" id="{95B931A5-208B-3245-8B0B-4322107EA5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24">
                <a:extLst>
                  <a:ext uri="{FF2B5EF4-FFF2-40B4-BE49-F238E27FC236}">
                    <a16:creationId xmlns:a16="http://schemas.microsoft.com/office/drawing/2014/main" id="{8A37FA06-635C-7248-A24E-828A10A304B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25">
                <a:extLst>
                  <a:ext uri="{FF2B5EF4-FFF2-40B4-BE49-F238E27FC236}">
                    <a16:creationId xmlns:a16="http://schemas.microsoft.com/office/drawing/2014/main" id="{98BDA320-1180-CD48-A7F5-44608C76C19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26">
                <a:extLst>
                  <a:ext uri="{FF2B5EF4-FFF2-40B4-BE49-F238E27FC236}">
                    <a16:creationId xmlns:a16="http://schemas.microsoft.com/office/drawing/2014/main" id="{FB1CA5BD-7158-A04F-9508-790E5CCB816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9" name="Group 1027">
                <a:extLst>
                  <a:ext uri="{FF2B5EF4-FFF2-40B4-BE49-F238E27FC236}">
                    <a16:creationId xmlns:a16="http://schemas.microsoft.com/office/drawing/2014/main" id="{908D6274-67A1-C345-8CBA-D3B16E2149C0}"/>
                  </a:ext>
                </a:extLst>
              </p:cNvPr>
              <p:cNvGrpSpPr>
                <a:grpSpLocks/>
              </p:cNvGrpSpPr>
              <p:nvPr/>
            </p:nvGrpSpPr>
            <p:grpSpPr bwMode="auto">
              <a:xfrm>
                <a:off x="7594735" y="2642220"/>
                <a:ext cx="98740" cy="36846"/>
                <a:chOff x="1740" y="2642"/>
                <a:chExt cx="752" cy="327"/>
              </a:xfrm>
            </p:grpSpPr>
            <p:sp>
              <p:nvSpPr>
                <p:cNvPr id="136" name="Freeform 1028">
                  <a:extLst>
                    <a:ext uri="{FF2B5EF4-FFF2-40B4-BE49-F238E27FC236}">
                      <a16:creationId xmlns:a16="http://schemas.microsoft.com/office/drawing/2014/main" id="{E9365248-FD41-3849-AA52-340146C7B09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029">
                  <a:extLst>
                    <a:ext uri="{FF2B5EF4-FFF2-40B4-BE49-F238E27FC236}">
                      <a16:creationId xmlns:a16="http://schemas.microsoft.com/office/drawing/2014/main" id="{78250CDF-115E-EB40-8085-7A36B5B4070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030">
                  <a:extLst>
                    <a:ext uri="{FF2B5EF4-FFF2-40B4-BE49-F238E27FC236}">
                      <a16:creationId xmlns:a16="http://schemas.microsoft.com/office/drawing/2014/main" id="{988C5293-1575-4548-ABDA-D579495C971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1">
                  <a:extLst>
                    <a:ext uri="{FF2B5EF4-FFF2-40B4-BE49-F238E27FC236}">
                      <a16:creationId xmlns:a16="http://schemas.microsoft.com/office/drawing/2014/main" id="{9AE60629-4F3A-0D40-93D3-C403AB27E3D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2">
                  <a:extLst>
                    <a:ext uri="{FF2B5EF4-FFF2-40B4-BE49-F238E27FC236}">
                      <a16:creationId xmlns:a16="http://schemas.microsoft.com/office/drawing/2014/main" id="{DC69D46B-F982-FA4F-988B-C914EB1CF42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3">
                  <a:extLst>
                    <a:ext uri="{FF2B5EF4-FFF2-40B4-BE49-F238E27FC236}">
                      <a16:creationId xmlns:a16="http://schemas.microsoft.com/office/drawing/2014/main" id="{CAD1A2DA-1C1E-8E47-B9D1-9F88DE7FFB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Freeform 1034">
                <a:extLst>
                  <a:ext uri="{FF2B5EF4-FFF2-40B4-BE49-F238E27FC236}">
                    <a16:creationId xmlns:a16="http://schemas.microsoft.com/office/drawing/2014/main" id="{111933AC-AC01-4849-940B-5F48841200C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35">
                <a:extLst>
                  <a:ext uri="{FF2B5EF4-FFF2-40B4-BE49-F238E27FC236}">
                    <a16:creationId xmlns:a16="http://schemas.microsoft.com/office/drawing/2014/main" id="{1907A8A7-5839-9D45-8891-4ACAF3640449}"/>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36">
                <a:extLst>
                  <a:ext uri="{FF2B5EF4-FFF2-40B4-BE49-F238E27FC236}">
                    <a16:creationId xmlns:a16="http://schemas.microsoft.com/office/drawing/2014/main" id="{347DB38E-AC53-D346-90F3-7B633E54A687}"/>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37">
                <a:extLst>
                  <a:ext uri="{FF2B5EF4-FFF2-40B4-BE49-F238E27FC236}">
                    <a16:creationId xmlns:a16="http://schemas.microsoft.com/office/drawing/2014/main" id="{482826B7-9642-934F-A41F-EC45A8EDB29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38">
                <a:extLst>
                  <a:ext uri="{FF2B5EF4-FFF2-40B4-BE49-F238E27FC236}">
                    <a16:creationId xmlns:a16="http://schemas.microsoft.com/office/drawing/2014/main" id="{C70BEE19-F00C-3646-A7CE-9487D7BD307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9">
                <a:extLst>
                  <a:ext uri="{FF2B5EF4-FFF2-40B4-BE49-F238E27FC236}">
                    <a16:creationId xmlns:a16="http://schemas.microsoft.com/office/drawing/2014/main" id="{F081DB6F-6F88-2A45-945A-31D4FCEA0B5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7" name="Text Box 170">
              <a:extLst>
                <a:ext uri="{FF2B5EF4-FFF2-40B4-BE49-F238E27FC236}">
                  <a16:creationId xmlns:a16="http://schemas.microsoft.com/office/drawing/2014/main" id="{F105D957-81EB-E14C-BDDB-F128807155A8}"/>
                </a:ext>
              </a:extLst>
            </p:cNvPr>
            <p:cNvSpPr txBox="1">
              <a:spLocks noChangeArrowheads="1"/>
            </p:cNvSpPr>
            <p:nvPr/>
          </p:nvSpPr>
          <p:spPr bwMode="auto">
            <a:xfrm>
              <a:off x="7489203" y="4119287"/>
              <a:ext cx="361611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arriving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client</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needs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address in this network</a:t>
              </a:r>
            </a:p>
          </p:txBody>
        </p:sp>
        <p:sp>
          <p:nvSpPr>
            <p:cNvPr id="148" name="AutoShape 232">
              <a:extLst>
                <a:ext uri="{FF2B5EF4-FFF2-40B4-BE49-F238E27FC236}">
                  <a16:creationId xmlns:a16="http://schemas.microsoft.com/office/drawing/2014/main" id="{379B57A5-C9FD-C14F-BE82-93189A5CF97E}"/>
                </a:ext>
              </a:extLst>
            </p:cNvPr>
            <p:cNvSpPr>
              <a:spLocks noChangeArrowheads="1"/>
            </p:cNvSpPr>
            <p:nvPr/>
          </p:nvSpPr>
          <p:spPr bwMode="auto">
            <a:xfrm>
              <a:off x="6417296" y="3433832"/>
              <a:ext cx="976312" cy="374650"/>
            </a:xfrm>
            <a:prstGeom prst="leftArrow">
              <a:avLst>
                <a:gd name="adj1" fmla="val 50000"/>
                <a:gd name="adj2" fmla="val 65148"/>
              </a:avLst>
            </a:prstGeom>
            <a:gradFill rotWithShape="1">
              <a:gsLst>
                <a:gs pos="0">
                  <a:srgbClr val="CC0000"/>
                </a:gs>
                <a:gs pos="100000">
                  <a:srgbClr val="FFFFF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3" name="TextBox 62">
            <a:extLst>
              <a:ext uri="{FF2B5EF4-FFF2-40B4-BE49-F238E27FC236}">
                <a16:creationId xmlns:a16="http://schemas.microsoft.com/office/drawing/2014/main" id="{8F849E6C-1D79-8C49-A7AC-4249EA5279D4}"/>
              </a:ext>
            </a:extLst>
          </p:cNvPr>
          <p:cNvSpPr txBox="1"/>
          <p:nvPr/>
        </p:nvSpPr>
        <p:spPr>
          <a:xfrm>
            <a:off x="7145867" y="1456267"/>
            <a:ext cx="4690533"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Typically, DHCP server will be  co-located in router, serving all subnets to which router is attached</a:t>
            </a:r>
          </a:p>
        </p:txBody>
      </p:sp>
      <p:sp>
        <p:nvSpPr>
          <p:cNvPr id="142" name="Slide Number Placeholder 3">
            <a:extLst>
              <a:ext uri="{FF2B5EF4-FFF2-40B4-BE49-F238E27FC236}">
                <a16:creationId xmlns:a16="http://schemas.microsoft.com/office/drawing/2014/main" id="{82258E5F-1609-7347-929D-06DE602C64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35</a:t>
            </a:fld>
            <a:endParaRPr lang="en-US" dirty="0"/>
          </a:p>
        </p:txBody>
      </p:sp>
    </p:spTree>
    <p:extLst>
      <p:ext uri="{BB962C8B-B14F-4D97-AF65-F5344CB8AC3E}">
        <p14:creationId xmlns:p14="http://schemas.microsoft.com/office/powerpoint/2010/main" val="4268637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dissolve">
                                      <p:cBhvr>
                                        <p:cTn id="12" dur="5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right)">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142" name="Text Box 7">
            <a:extLst>
              <a:ext uri="{FF2B5EF4-FFF2-40B4-BE49-F238E27FC236}">
                <a16:creationId xmlns:a16="http://schemas.microsoft.com/office/drawing/2014/main" id="{1D19189E-02B8-0541-BE55-44833EE82B3C}"/>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25DF7EEB-9720-284A-92D7-2D1E47C29AAD}"/>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67EC9EDF-79D3-EB4F-9099-CA78BCA4C23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6034E136-EDC6-8643-B115-9FC7BB4F95D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2" name="Group 471">
            <a:extLst>
              <a:ext uri="{FF2B5EF4-FFF2-40B4-BE49-F238E27FC236}">
                <a16:creationId xmlns:a16="http://schemas.microsoft.com/office/drawing/2014/main" id="{38426D92-459D-A14B-B97A-8F5E44CEFDDE}"/>
              </a:ext>
            </a:extLst>
          </p:cNvPr>
          <p:cNvGrpSpPr>
            <a:grpSpLocks/>
          </p:cNvGrpSpPr>
          <p:nvPr/>
        </p:nvGrpSpPr>
        <p:grpSpPr bwMode="auto">
          <a:xfrm>
            <a:off x="4617002" y="1435788"/>
            <a:ext cx="4395788" cy="1401763"/>
            <a:chOff x="1860550" y="1343025"/>
            <a:chExt cx="4395788" cy="1401763"/>
          </a:xfrm>
        </p:grpSpPr>
        <p:sp>
          <p:nvSpPr>
            <p:cNvPr id="473" name="Line 9">
              <a:extLst>
                <a:ext uri="{FF2B5EF4-FFF2-40B4-BE49-F238E27FC236}">
                  <a16:creationId xmlns:a16="http://schemas.microsoft.com/office/drawing/2014/main" id="{9AB82C2F-07EF-864E-A283-49BB59741A62}"/>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4" name="Group 23">
              <a:extLst>
                <a:ext uri="{FF2B5EF4-FFF2-40B4-BE49-F238E27FC236}">
                  <a16:creationId xmlns:a16="http://schemas.microsoft.com/office/drawing/2014/main" id="{D0C9D13C-9859-B043-ADC4-125DFAF1B92B}"/>
                </a:ext>
              </a:extLst>
            </p:cNvPr>
            <p:cNvGrpSpPr>
              <a:grpSpLocks/>
            </p:cNvGrpSpPr>
            <p:nvPr/>
          </p:nvGrpSpPr>
          <p:grpSpPr bwMode="auto">
            <a:xfrm>
              <a:off x="3389313" y="1343025"/>
              <a:ext cx="2673350" cy="1116013"/>
              <a:chOff x="11865" y="3885"/>
              <a:chExt cx="3720" cy="1260"/>
            </a:xfrm>
          </p:grpSpPr>
          <p:sp>
            <p:nvSpPr>
              <p:cNvPr id="475" name="Text Box 24">
                <a:extLst>
                  <a:ext uri="{FF2B5EF4-FFF2-40B4-BE49-F238E27FC236}">
                    <a16:creationId xmlns:a16="http://schemas.microsoft.com/office/drawing/2014/main" id="{A1CB1351-B081-1A4A-B8E2-96D920A48989}"/>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76" name="Text Box 25">
                <a:extLst>
                  <a:ext uri="{FF2B5EF4-FFF2-40B4-BE49-F238E27FC236}">
                    <a16:creationId xmlns:a16="http://schemas.microsoft.com/office/drawing/2014/main" id="{D75D19C8-9AF4-5D4E-B0BC-7079C2738B31}"/>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477" name="Line 26">
            <a:extLst>
              <a:ext uri="{FF2B5EF4-FFF2-40B4-BE49-F238E27FC236}">
                <a16:creationId xmlns:a16="http://schemas.microsoft.com/office/drawing/2014/main" id="{EB5D2AEF-1102-C74A-AD3D-1E9590F3FE47}"/>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8" name="Group 477">
            <a:extLst>
              <a:ext uri="{FF2B5EF4-FFF2-40B4-BE49-F238E27FC236}">
                <a16:creationId xmlns:a16="http://schemas.microsoft.com/office/drawing/2014/main" id="{EA0A4D15-81C4-D44B-B9EE-CDD499A517AD}"/>
              </a:ext>
            </a:extLst>
          </p:cNvPr>
          <p:cNvGrpSpPr>
            <a:grpSpLocks/>
          </p:cNvGrpSpPr>
          <p:nvPr/>
        </p:nvGrpSpPr>
        <p:grpSpPr bwMode="auto">
          <a:xfrm>
            <a:off x="6318802" y="2672451"/>
            <a:ext cx="2520950" cy="1217612"/>
            <a:chOff x="3562350" y="2579688"/>
            <a:chExt cx="2520950" cy="1217612"/>
          </a:xfrm>
        </p:grpSpPr>
        <p:sp>
          <p:nvSpPr>
            <p:cNvPr id="479" name="Text Box 27">
              <a:extLst>
                <a:ext uri="{FF2B5EF4-FFF2-40B4-BE49-F238E27FC236}">
                  <a16:creationId xmlns:a16="http://schemas.microsoft.com/office/drawing/2014/main" id="{6E299010-BB21-704E-A840-28D9C8C7A2E4}"/>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0" name="Text Box 28">
              <a:extLst>
                <a:ext uri="{FF2B5EF4-FFF2-40B4-BE49-F238E27FC236}">
                  <a16:creationId xmlns:a16="http://schemas.microsoft.com/office/drawing/2014/main" id="{9EEF2D13-4B17-764F-BAB8-4EA518AE26D9}"/>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1" name="Line 29">
            <a:extLst>
              <a:ext uri="{FF2B5EF4-FFF2-40B4-BE49-F238E27FC236}">
                <a16:creationId xmlns:a16="http://schemas.microsoft.com/office/drawing/2014/main" id="{5EA35BF7-C937-0542-A060-15EB6930F6E9}"/>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2" name="Group 481">
            <a:extLst>
              <a:ext uri="{FF2B5EF4-FFF2-40B4-BE49-F238E27FC236}">
                <a16:creationId xmlns:a16="http://schemas.microsoft.com/office/drawing/2014/main" id="{198087C9-C76C-F249-A1FC-333C608112E9}"/>
              </a:ext>
            </a:extLst>
          </p:cNvPr>
          <p:cNvGrpSpPr>
            <a:grpSpLocks/>
          </p:cNvGrpSpPr>
          <p:nvPr/>
        </p:nvGrpSpPr>
        <p:grpSpPr bwMode="auto">
          <a:xfrm>
            <a:off x="4723365" y="3858313"/>
            <a:ext cx="2887662" cy="1260475"/>
            <a:chOff x="1966913" y="3765550"/>
            <a:chExt cx="2887662" cy="1260475"/>
          </a:xfrm>
        </p:grpSpPr>
        <p:sp>
          <p:nvSpPr>
            <p:cNvPr id="483" name="Text Box 30">
              <a:extLst>
                <a:ext uri="{FF2B5EF4-FFF2-40B4-BE49-F238E27FC236}">
                  <a16:creationId xmlns:a16="http://schemas.microsoft.com/office/drawing/2014/main" id="{F5A6EAB0-078C-FF40-8770-174AB434FCA6}"/>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4" name="Text Box 31">
              <a:extLst>
                <a:ext uri="{FF2B5EF4-FFF2-40B4-BE49-F238E27FC236}">
                  <a16:creationId xmlns:a16="http://schemas.microsoft.com/office/drawing/2014/main" id="{E7B19BFD-A847-E948-9664-EB16430F2AFA}"/>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5" name="Line 32">
            <a:extLst>
              <a:ext uri="{FF2B5EF4-FFF2-40B4-BE49-F238E27FC236}">
                <a16:creationId xmlns:a16="http://schemas.microsoft.com/office/drawing/2014/main" id="{5E63DBBD-3511-514F-88D5-CFDCF69B2C7C}"/>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6" name="Group 485">
            <a:extLst>
              <a:ext uri="{FF2B5EF4-FFF2-40B4-BE49-F238E27FC236}">
                <a16:creationId xmlns:a16="http://schemas.microsoft.com/office/drawing/2014/main" id="{9BEFF555-8D52-0D42-B0AC-4C88682D833A}"/>
              </a:ext>
            </a:extLst>
          </p:cNvPr>
          <p:cNvGrpSpPr>
            <a:grpSpLocks/>
          </p:cNvGrpSpPr>
          <p:nvPr/>
        </p:nvGrpSpPr>
        <p:grpSpPr bwMode="auto">
          <a:xfrm>
            <a:off x="6275940" y="5261663"/>
            <a:ext cx="2509837" cy="1271588"/>
            <a:chOff x="3519488" y="5168900"/>
            <a:chExt cx="2509837" cy="1271588"/>
          </a:xfrm>
        </p:grpSpPr>
        <p:sp>
          <p:nvSpPr>
            <p:cNvPr id="487" name="Text Box 33">
              <a:extLst>
                <a:ext uri="{FF2B5EF4-FFF2-40B4-BE49-F238E27FC236}">
                  <a16:creationId xmlns:a16="http://schemas.microsoft.com/office/drawing/2014/main" id="{9734D3E6-F193-224F-93B7-9AE5FEEBD195}"/>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8" name="Text Box 34">
              <a:extLst>
                <a:ext uri="{FF2B5EF4-FFF2-40B4-BE49-F238E27FC236}">
                  <a16:creationId xmlns:a16="http://schemas.microsoft.com/office/drawing/2014/main" id="{8CCF2AD5-42BC-EB4D-9843-598045B200F8}"/>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489" name="Group 36">
            <a:extLst>
              <a:ext uri="{FF2B5EF4-FFF2-40B4-BE49-F238E27FC236}">
                <a16:creationId xmlns:a16="http://schemas.microsoft.com/office/drawing/2014/main" id="{DDA304FE-683B-C540-9662-F3C9E42D7C24}"/>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9B9197C9-1554-DF4A-A3A5-13303B7A37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3CEEFAEC-E6D4-754E-B460-11780E17C3EE}"/>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535A5633-7E08-844E-B952-D12BDD50C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FAF29451-50FC-AF4F-9D77-8E406E4CCB9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AB5F558D-D72B-C94B-ABCB-75DB393B626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6FCBBD59-B228-E14A-A145-E6631FAB64D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C7413249-3C4D-154E-A91C-29F81E278344}"/>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13419BE1-2303-7A4D-B314-211FAB86F618}"/>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7CBB616E-4E19-0141-9E55-B7C3EDEBD734}"/>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2C426AC1-7762-654A-BEF9-55BAAE207A85}"/>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20C47DDD-FE02-E749-9AA1-2FBD0C30FAD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ED821EF-8430-2542-A2D6-26688DA2C50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6ECF3443-3FB6-2146-93F2-C195C237057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58F8D30A-9147-E143-BE46-0707CDDBC53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1D9E76F7-16AA-704D-87DF-B1E7083AE6D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D102CB70-46E8-D443-B0E8-7B55407F17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5DB511BB-BE8A-A24A-8968-E376658D58B3}"/>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51218ECC-E5D2-3C49-AE6D-728D6BD2A3B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6017F7AC-8B44-594B-8564-8A9458DE92EC}"/>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0C2AD974-91D3-2641-8717-BAB1FFCF5B4E}"/>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8E605DFB-3D6A-8644-889D-8D78EB63B8B5}"/>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C9454A62-EFD4-4842-BDB4-9167447FB36F}"/>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C89092F2-40EB-CA4B-9914-EDB9F432EC25}"/>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4D1F856-D0C5-8245-BF39-74DA98AA7E6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02ECE6C5-F170-D441-BB55-1550F6B978BC}"/>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23AEE7C3-93B0-ED4E-B5E3-77842845EB1F}"/>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1C7552E8-DC2F-7B42-88EE-967788F78ED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0A732733-BF5B-EA4C-93C3-997A369780D2}"/>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1DDB70F3-88C9-0D45-A073-0C618A90259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407648D8-3846-C946-BE0E-AD189E31AC92}"/>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9C1393AC-4F59-A140-B3FE-D76BBDA8663D}"/>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D4F421F6-5ABA-8A4E-850C-0A20E21D7F97}"/>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122420A6-892C-6147-82A1-9FA97C9EAF1B}"/>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F4D4B5FC-F559-2D44-BB15-3903B0D34A81}"/>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5D11095A-67FB-2C49-9FCB-604D7F1B5955}"/>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6B80893E-2A7A-3E4A-A765-F5103F57ACFA}"/>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59E70BAD-81EE-FB43-AAE9-9C23A4CC880B}"/>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2D7101F8-65B9-B64F-9597-585896101DCD}"/>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72DAE8B1-00F0-8F4E-85F2-017335520E1A}"/>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B8972EB1-3D8C-E741-8CA7-CEE8A227B0F1}"/>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CD1D8E14-267A-6444-9063-EB1F1862895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573ECD83-B804-7D41-A24A-4EC6E03F2C0A}"/>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345346A2-EDB4-3345-9541-A536D23A78EF}"/>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0C788F34-D15F-AE48-8E72-E6E61DF2E7B3}"/>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304F6268-0673-C54D-887D-0F2CA521B47E}"/>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A5F77209-A777-3846-8F04-92A957624C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A1C8D7A3-F2FE-D048-87A5-3600F69A7A1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984F6990-26E2-3B44-8A96-631AD0AD0E89}"/>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AA98173F-F674-3643-AD21-1BEF33EE36F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1D41B50C-D66B-9B4A-83CD-AB55C8279B7D}"/>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32E5938F-4662-3640-8D7F-9D2EC7107E2B}"/>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D1B3F3BD-AA74-C644-900E-3D3A1EBBB0DF}"/>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5202C3EE-C6CE-2043-AB0D-9F3374DD5830}"/>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A0906333-3009-664B-864A-139C40165757}"/>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ED65C473-E87F-1F4F-A457-9ABBA86E28F1}"/>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5" name="Group 544">
            <a:extLst>
              <a:ext uri="{FF2B5EF4-FFF2-40B4-BE49-F238E27FC236}">
                <a16:creationId xmlns:a16="http://schemas.microsoft.com/office/drawing/2014/main" id="{2191C70B-17E3-9A46-B404-6925905AE4F1}"/>
              </a:ext>
            </a:extLst>
          </p:cNvPr>
          <p:cNvGrpSpPr>
            <a:grpSpLocks/>
          </p:cNvGrpSpPr>
          <p:nvPr/>
        </p:nvGrpSpPr>
        <p:grpSpPr bwMode="auto">
          <a:xfrm>
            <a:off x="6261653" y="1756463"/>
            <a:ext cx="2540000" cy="733425"/>
            <a:chOff x="7333086" y="2736938"/>
            <a:chExt cx="2539755" cy="733428"/>
          </a:xfrm>
        </p:grpSpPr>
        <p:sp>
          <p:nvSpPr>
            <p:cNvPr id="546" name="Rectangle 2">
              <a:extLst>
                <a:ext uri="{FF2B5EF4-FFF2-40B4-BE49-F238E27FC236}">
                  <a16:creationId xmlns:a16="http://schemas.microsoft.com/office/drawing/2014/main" id="{AB493127-C9AE-1A44-8D2B-ECDD8261B73B}"/>
                </a:ext>
              </a:extLst>
            </p:cNvPr>
            <p:cNvSpPr>
              <a:spLocks noChangeArrowheads="1"/>
            </p:cNvSpPr>
            <p:nvPr/>
          </p:nvSpPr>
          <p:spPr bwMode="auto">
            <a:xfrm>
              <a:off x="7333086" y="2736938"/>
              <a:ext cx="2521866" cy="733428"/>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7" name="TextBox 1">
              <a:extLst>
                <a:ext uri="{FF2B5EF4-FFF2-40B4-BE49-F238E27FC236}">
                  <a16:creationId xmlns:a16="http://schemas.microsoft.com/office/drawing/2014/main" id="{BBBAA953-174E-B044-9DCC-04A88210E75D}"/>
                </a:ext>
              </a:extLst>
            </p:cNvPr>
            <p:cNvSpPr txBox="1">
              <a:spLocks noChangeArrowheads="1"/>
            </p:cNvSpPr>
            <p:nvPr/>
          </p:nvSpPr>
          <p:spPr bwMode="auto">
            <a:xfrm>
              <a:off x="7344918" y="279739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is there a DHCP server out there?</a:t>
              </a:r>
            </a:p>
          </p:txBody>
        </p:sp>
      </p:grpSp>
      <p:grpSp>
        <p:nvGrpSpPr>
          <p:cNvPr id="548" name="Group 547">
            <a:extLst>
              <a:ext uri="{FF2B5EF4-FFF2-40B4-BE49-F238E27FC236}">
                <a16:creationId xmlns:a16="http://schemas.microsoft.com/office/drawing/2014/main" id="{4A16A070-3144-234A-BC59-B856B6C33DC5}"/>
              </a:ext>
            </a:extLst>
          </p:cNvPr>
          <p:cNvGrpSpPr>
            <a:grpSpLocks/>
          </p:cNvGrpSpPr>
          <p:nvPr/>
        </p:nvGrpSpPr>
        <p:grpSpPr bwMode="auto">
          <a:xfrm>
            <a:off x="6441502" y="2979300"/>
            <a:ext cx="2528888" cy="884237"/>
            <a:chOff x="9144000" y="3229217"/>
            <a:chExt cx="2527923" cy="885135"/>
          </a:xfrm>
        </p:grpSpPr>
        <p:sp>
          <p:nvSpPr>
            <p:cNvPr id="549" name="Rectangle 87">
              <a:extLst>
                <a:ext uri="{FF2B5EF4-FFF2-40B4-BE49-F238E27FC236}">
                  <a16:creationId xmlns:a16="http://schemas.microsoft.com/office/drawing/2014/main" id="{57E9AF5E-372A-8E40-94BE-47B0B6193EB6}"/>
                </a:ext>
              </a:extLst>
            </p:cNvPr>
            <p:cNvSpPr>
              <a:spLocks noChangeArrowheads="1"/>
            </p:cNvSpPr>
            <p:nvPr/>
          </p:nvSpPr>
          <p:spPr bwMode="auto">
            <a:xfrm>
              <a:off x="9144000" y="32292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TextBox 88">
              <a:extLst>
                <a:ext uri="{FF2B5EF4-FFF2-40B4-BE49-F238E27FC236}">
                  <a16:creationId xmlns:a16="http://schemas.microsoft.com/office/drawing/2014/main" id="{A4D749F2-8BAC-AC4E-9A53-15BE9562F4C4}"/>
                </a:ext>
              </a:extLst>
            </p:cNvPr>
            <p:cNvSpPr txBox="1">
              <a:spLocks noChangeArrowheads="1"/>
            </p:cNvSpPr>
            <p:nvPr/>
          </p:nvSpPr>
          <p:spPr bwMode="auto">
            <a:xfrm>
              <a:off x="9144000" y="3271783"/>
              <a:ext cx="25279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I’m a DHCP server! Here’s an IP address you can use </a:t>
              </a:r>
            </a:p>
          </p:txBody>
        </p:sp>
      </p:grpSp>
      <p:grpSp>
        <p:nvGrpSpPr>
          <p:cNvPr id="551" name="Group 550">
            <a:extLst>
              <a:ext uri="{FF2B5EF4-FFF2-40B4-BE49-F238E27FC236}">
                <a16:creationId xmlns:a16="http://schemas.microsoft.com/office/drawing/2014/main" id="{66E1A7F4-6FCF-3E43-AE21-6DF4BC478A9A}"/>
              </a:ext>
            </a:extLst>
          </p:cNvPr>
          <p:cNvGrpSpPr>
            <a:grpSpLocks/>
          </p:cNvGrpSpPr>
          <p:nvPr/>
        </p:nvGrpSpPr>
        <p:grpSpPr bwMode="auto">
          <a:xfrm>
            <a:off x="4900288" y="4175353"/>
            <a:ext cx="2625219" cy="884237"/>
            <a:chOff x="8858631" y="4615923"/>
            <a:chExt cx="2625866" cy="885135"/>
          </a:xfrm>
        </p:grpSpPr>
        <p:sp>
          <p:nvSpPr>
            <p:cNvPr id="552" name="Rectangle 89">
              <a:extLst>
                <a:ext uri="{FF2B5EF4-FFF2-40B4-BE49-F238E27FC236}">
                  <a16:creationId xmlns:a16="http://schemas.microsoft.com/office/drawing/2014/main" id="{3AEC4322-FA91-D143-9139-A2CB1B4C7E0D}"/>
                </a:ext>
              </a:extLst>
            </p:cNvPr>
            <p:cNvSpPr>
              <a:spLocks noChangeArrowheads="1"/>
            </p:cNvSpPr>
            <p:nvPr/>
          </p:nvSpPr>
          <p:spPr bwMode="auto">
            <a:xfrm>
              <a:off x="8956574" y="4615923"/>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TextBox 90">
              <a:extLst>
                <a:ext uri="{FF2B5EF4-FFF2-40B4-BE49-F238E27FC236}">
                  <a16:creationId xmlns:a16="http://schemas.microsoft.com/office/drawing/2014/main" id="{3FCB64EB-0F2E-B14B-B848-193DF470A692}"/>
                </a:ext>
              </a:extLst>
            </p:cNvPr>
            <p:cNvSpPr txBox="1">
              <a:spLocks noChangeArrowheads="1"/>
            </p:cNvSpPr>
            <p:nvPr/>
          </p:nvSpPr>
          <p:spPr bwMode="auto">
            <a:xfrm>
              <a:off x="8858631" y="4765817"/>
              <a:ext cx="2625866" cy="585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I would like to use this IP address!</a:t>
              </a:r>
            </a:p>
          </p:txBody>
        </p:sp>
      </p:grpSp>
      <p:grpSp>
        <p:nvGrpSpPr>
          <p:cNvPr id="554" name="Group 553">
            <a:extLst>
              <a:ext uri="{FF2B5EF4-FFF2-40B4-BE49-F238E27FC236}">
                <a16:creationId xmlns:a16="http://schemas.microsoft.com/office/drawing/2014/main" id="{65062FC4-666B-6342-A70D-7A1D16B7049C}"/>
              </a:ext>
            </a:extLst>
          </p:cNvPr>
          <p:cNvGrpSpPr>
            <a:grpSpLocks/>
          </p:cNvGrpSpPr>
          <p:nvPr/>
        </p:nvGrpSpPr>
        <p:grpSpPr bwMode="auto">
          <a:xfrm>
            <a:off x="6424038" y="5588022"/>
            <a:ext cx="2528887" cy="885825"/>
            <a:chOff x="9144000" y="5555417"/>
            <a:chExt cx="2527923" cy="885135"/>
          </a:xfrm>
        </p:grpSpPr>
        <p:sp>
          <p:nvSpPr>
            <p:cNvPr id="555" name="Rectangle 91">
              <a:extLst>
                <a:ext uri="{FF2B5EF4-FFF2-40B4-BE49-F238E27FC236}">
                  <a16:creationId xmlns:a16="http://schemas.microsoft.com/office/drawing/2014/main" id="{9E7B23F1-96DD-8C46-9D6F-820B88B8806A}"/>
                </a:ext>
              </a:extLst>
            </p:cNvPr>
            <p:cNvSpPr>
              <a:spLocks noChangeArrowheads="1"/>
            </p:cNvSpPr>
            <p:nvPr/>
          </p:nvSpPr>
          <p:spPr bwMode="auto">
            <a:xfrm>
              <a:off x="9144000" y="55554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6" name="TextBox 92">
              <a:extLst>
                <a:ext uri="{FF2B5EF4-FFF2-40B4-BE49-F238E27FC236}">
                  <a16:creationId xmlns:a16="http://schemas.microsoft.com/office/drawing/2014/main" id="{E908630C-0C3F-8545-B890-E8A9600EBD7E}"/>
                </a:ext>
              </a:extLst>
            </p:cNvPr>
            <p:cNvSpPr txBox="1">
              <a:spLocks noChangeArrowheads="1"/>
            </p:cNvSpPr>
            <p:nvPr/>
          </p:nvSpPr>
          <p:spPr bwMode="auto">
            <a:xfrm>
              <a:off x="9144000" y="570531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You’ve got that IP address!</a:t>
              </a:r>
            </a:p>
          </p:txBody>
        </p:sp>
      </p:grpSp>
      <p:sp>
        <p:nvSpPr>
          <p:cNvPr id="5" name="TextBox 4">
            <a:extLst>
              <a:ext uri="{FF2B5EF4-FFF2-40B4-BE49-F238E27FC236}">
                <a16:creationId xmlns:a16="http://schemas.microsoft.com/office/drawing/2014/main" id="{7F26FE35-19E8-7046-8DE2-04C21540DCCD}"/>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lide Number Placeholder 3">
            <a:extLst>
              <a:ext uri="{FF2B5EF4-FFF2-40B4-BE49-F238E27FC236}">
                <a16:creationId xmlns:a16="http://schemas.microsoft.com/office/drawing/2014/main" id="{99BE7567-423B-664A-A45B-22166DBEDBB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36</a:t>
            </a:fld>
            <a:endParaRPr lang="en-US" dirty="0"/>
          </a:p>
        </p:txBody>
      </p:sp>
    </p:spTree>
    <p:extLst>
      <p:ext uri="{BB962C8B-B14F-4D97-AF65-F5344CB8AC3E}">
        <p14:creationId xmlns:p14="http://schemas.microsoft.com/office/powerpoint/2010/main" val="92390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500"/>
                                        <p:tgtEl>
                                          <p:spTgt spid="472"/>
                                        </p:tgtEl>
                                      </p:cBhvr>
                                    </p:animEffect>
                                  </p:childTnLst>
                                </p:cTn>
                              </p:par>
                              <p:par>
                                <p:cTn id="8" presetID="9" presetClass="entr" presetSubtype="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Effect transition="in" filter="dissolve">
                                      <p:cBhvr>
                                        <p:cTn id="10" dur="500"/>
                                        <p:tgtEl>
                                          <p:spTgt spid="54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45"/>
                                        </p:tgtEl>
                                      </p:cBhvr>
                                    </p:animEffect>
                                    <p:set>
                                      <p:cBhvr>
                                        <p:cTn id="15" dur="1" fill="hold">
                                          <p:stCondLst>
                                            <p:cond delay="499"/>
                                          </p:stCondLst>
                                        </p:cTn>
                                        <p:tgtEl>
                                          <p:spTgt spid="54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78"/>
                                        </p:tgtEl>
                                        <p:attrNameLst>
                                          <p:attrName>style.visibility</p:attrName>
                                        </p:attrNameLst>
                                      </p:cBhvr>
                                      <p:to>
                                        <p:strVal val="visible"/>
                                      </p:to>
                                    </p:set>
                                    <p:animEffect transition="in" filter="wipe(left)">
                                      <p:cBhvr>
                                        <p:cTn id="20" dur="500"/>
                                        <p:tgtEl>
                                          <p:spTgt spid="478"/>
                                        </p:tgtEl>
                                      </p:cBhvr>
                                    </p:animEffect>
                                  </p:childTnLst>
                                </p:cTn>
                              </p:par>
                              <p:par>
                                <p:cTn id="21" presetID="22" presetClass="entr" presetSubtype="8" fill="hold" nodeType="withEffect">
                                  <p:stCondLst>
                                    <p:cond delay="0"/>
                                  </p:stCondLst>
                                  <p:childTnLst>
                                    <p:set>
                                      <p:cBhvr>
                                        <p:cTn id="22" dur="1" fill="hold">
                                          <p:stCondLst>
                                            <p:cond delay="0"/>
                                          </p:stCondLst>
                                        </p:cTn>
                                        <p:tgtEl>
                                          <p:spTgt spid="477"/>
                                        </p:tgtEl>
                                        <p:attrNameLst>
                                          <p:attrName>style.visibility</p:attrName>
                                        </p:attrNameLst>
                                      </p:cBhvr>
                                      <p:to>
                                        <p:strVal val="visible"/>
                                      </p:to>
                                    </p:set>
                                    <p:animEffect transition="in" filter="wipe(left)">
                                      <p:cBhvr>
                                        <p:cTn id="23" dur="500"/>
                                        <p:tgtEl>
                                          <p:spTgt spid="477"/>
                                        </p:tgtEl>
                                      </p:cBhvr>
                                    </p:animEffect>
                                  </p:childTnLst>
                                </p:cTn>
                              </p:par>
                              <p:par>
                                <p:cTn id="24" presetID="9" presetClass="entr" presetSubtype="0" fill="hold"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548"/>
                                        </p:tgtEl>
                                      </p:cBhvr>
                                    </p:animEffect>
                                    <p:set>
                                      <p:cBhvr>
                                        <p:cTn id="31" dur="1" fill="hold">
                                          <p:stCondLst>
                                            <p:cond delay="499"/>
                                          </p:stCondLst>
                                        </p:cTn>
                                        <p:tgtEl>
                                          <p:spTgt spid="548"/>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dissolve">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2" fill="hold" nodeType="clickEffect">
                                  <p:stCondLst>
                                    <p:cond delay="0"/>
                                  </p:stCondLst>
                                  <p:childTnLst>
                                    <p:set>
                                      <p:cBhvr>
                                        <p:cTn id="40" dur="1" fill="hold">
                                          <p:stCondLst>
                                            <p:cond delay="0"/>
                                          </p:stCondLst>
                                        </p:cTn>
                                        <p:tgtEl>
                                          <p:spTgt spid="482"/>
                                        </p:tgtEl>
                                        <p:attrNameLst>
                                          <p:attrName>style.visibility</p:attrName>
                                        </p:attrNameLst>
                                      </p:cBhvr>
                                      <p:to>
                                        <p:strVal val="visible"/>
                                      </p:to>
                                    </p:set>
                                    <p:animEffect transition="in" filter="wipe(right)">
                                      <p:cBhvr>
                                        <p:cTn id="41" dur="500"/>
                                        <p:tgtEl>
                                          <p:spTgt spid="482"/>
                                        </p:tgtEl>
                                      </p:cBhvr>
                                    </p:animEffect>
                                  </p:childTnLst>
                                </p:cTn>
                              </p:par>
                              <p:par>
                                <p:cTn id="42" presetID="9" presetClass="exit" presetSubtype="0" fill="hold" grpId="1" nodeType="withEffect">
                                  <p:stCondLst>
                                    <p:cond delay="0"/>
                                  </p:stCondLst>
                                  <p:childTnLst>
                                    <p:animEffect transition="out" filter="dissolv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481"/>
                                        </p:tgtEl>
                                        <p:attrNameLst>
                                          <p:attrName>style.visibility</p:attrName>
                                        </p:attrNameLst>
                                      </p:cBhvr>
                                      <p:to>
                                        <p:strVal val="visible"/>
                                      </p:to>
                                    </p:set>
                                    <p:animEffect transition="in" filter="wipe(right)">
                                      <p:cBhvr>
                                        <p:cTn id="47" dur="500"/>
                                        <p:tgtEl>
                                          <p:spTgt spid="481"/>
                                        </p:tgtEl>
                                      </p:cBhvr>
                                    </p:animEffect>
                                  </p:childTnLst>
                                </p:cTn>
                              </p:par>
                              <p:par>
                                <p:cTn id="48" presetID="9" presetClass="entr" presetSubtype="0" fill="hold" nodeType="withEffect">
                                  <p:stCondLst>
                                    <p:cond delay="0"/>
                                  </p:stCondLst>
                                  <p:childTnLst>
                                    <p:set>
                                      <p:cBhvr>
                                        <p:cTn id="49" dur="1" fill="hold">
                                          <p:stCondLst>
                                            <p:cond delay="0"/>
                                          </p:stCondLst>
                                        </p:cTn>
                                        <p:tgtEl>
                                          <p:spTgt spid="551"/>
                                        </p:tgtEl>
                                        <p:attrNameLst>
                                          <p:attrName>style.visibility</p:attrName>
                                        </p:attrNameLst>
                                      </p:cBhvr>
                                      <p:to>
                                        <p:strVal val="visible"/>
                                      </p:to>
                                    </p:set>
                                    <p:animEffect transition="in" filter="dissolve">
                                      <p:cBhvr>
                                        <p:cTn id="50" dur="500"/>
                                        <p:tgtEl>
                                          <p:spTgt spid="551"/>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xit" presetSubtype="0" fill="hold" nodeType="clickEffect">
                                  <p:stCondLst>
                                    <p:cond delay="0"/>
                                  </p:stCondLst>
                                  <p:childTnLst>
                                    <p:animEffect transition="out" filter="dissolve">
                                      <p:cBhvr>
                                        <p:cTn id="54" dur="500"/>
                                        <p:tgtEl>
                                          <p:spTgt spid="551"/>
                                        </p:tgtEl>
                                      </p:cBhvr>
                                    </p:animEffect>
                                    <p:set>
                                      <p:cBhvr>
                                        <p:cTn id="55" dur="1" fill="hold">
                                          <p:stCondLst>
                                            <p:cond delay="499"/>
                                          </p:stCondLst>
                                        </p:cTn>
                                        <p:tgtEl>
                                          <p:spTgt spid="551"/>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86"/>
                                        </p:tgtEl>
                                        <p:attrNameLst>
                                          <p:attrName>style.visibility</p:attrName>
                                        </p:attrNameLst>
                                      </p:cBhvr>
                                      <p:to>
                                        <p:strVal val="visible"/>
                                      </p:to>
                                    </p:set>
                                    <p:animEffect transition="in" filter="wipe(left)">
                                      <p:cBhvr>
                                        <p:cTn id="60" dur="500"/>
                                        <p:tgtEl>
                                          <p:spTgt spid="486"/>
                                        </p:tgtEl>
                                      </p:cBhvr>
                                    </p:animEffect>
                                  </p:childTnLst>
                                </p:cTn>
                              </p:par>
                              <p:par>
                                <p:cTn id="61" presetID="22" presetClass="entr" presetSubtype="8" fill="hold" nodeType="withEffect">
                                  <p:stCondLst>
                                    <p:cond delay="0"/>
                                  </p:stCondLst>
                                  <p:childTnLst>
                                    <p:set>
                                      <p:cBhvr>
                                        <p:cTn id="62" dur="1" fill="hold">
                                          <p:stCondLst>
                                            <p:cond delay="0"/>
                                          </p:stCondLst>
                                        </p:cTn>
                                        <p:tgtEl>
                                          <p:spTgt spid="485"/>
                                        </p:tgtEl>
                                        <p:attrNameLst>
                                          <p:attrName>style.visibility</p:attrName>
                                        </p:attrNameLst>
                                      </p:cBhvr>
                                      <p:to>
                                        <p:strVal val="visible"/>
                                      </p:to>
                                    </p:set>
                                    <p:animEffect transition="in" filter="wipe(left)">
                                      <p:cBhvr>
                                        <p:cTn id="63" dur="500"/>
                                        <p:tgtEl>
                                          <p:spTgt spid="485"/>
                                        </p:tgtEl>
                                      </p:cBhvr>
                                    </p:animEffect>
                                  </p:childTnLst>
                                </p:cTn>
                              </p:par>
                              <p:par>
                                <p:cTn id="64" presetID="9" presetClass="entr" presetSubtype="0" fill="hold" nodeType="withEffect">
                                  <p:stCondLst>
                                    <p:cond delay="0"/>
                                  </p:stCondLst>
                                  <p:childTnLst>
                                    <p:set>
                                      <p:cBhvr>
                                        <p:cTn id="65" dur="1" fill="hold">
                                          <p:stCondLst>
                                            <p:cond delay="0"/>
                                          </p:stCondLst>
                                        </p:cTn>
                                        <p:tgtEl>
                                          <p:spTgt spid="554"/>
                                        </p:tgtEl>
                                        <p:attrNameLst>
                                          <p:attrName>style.visibility</p:attrName>
                                        </p:attrNameLst>
                                      </p:cBhvr>
                                      <p:to>
                                        <p:strVal val="visible"/>
                                      </p:to>
                                    </p:set>
                                    <p:animEffect transition="in" filter="dissolve">
                                      <p:cBhvr>
                                        <p:cTn id="66" dur="500"/>
                                        <p:tgtEl>
                                          <p:spTgt spid="554"/>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xit" presetSubtype="0" fill="hold" nodeType="clickEffect">
                                  <p:stCondLst>
                                    <p:cond delay="0"/>
                                  </p:stCondLst>
                                  <p:childTnLst>
                                    <p:animEffect transition="out" filter="dissolve">
                                      <p:cBhvr>
                                        <p:cTn id="70" dur="500"/>
                                        <p:tgtEl>
                                          <p:spTgt spid="554"/>
                                        </p:tgtEl>
                                      </p:cBhvr>
                                    </p:animEffect>
                                    <p:set>
                                      <p:cBhvr>
                                        <p:cTn id="71" dur="1" fill="hold">
                                          <p:stCondLst>
                                            <p:cond delay="499"/>
                                          </p:stCondLst>
                                        </p:cTn>
                                        <p:tgtEl>
                                          <p:spTgt spid="5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more than IP addresses</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DHCP can return more than just allocated IP address on subnet: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address of first-hop router for client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name and IP address of DNS sever</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 mask (indicating network versus host portion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 name="Slide Number Placeholder 3">
            <a:extLst>
              <a:ext uri="{FF2B5EF4-FFF2-40B4-BE49-F238E27FC236}">
                <a16:creationId xmlns:a16="http://schemas.microsoft.com/office/drawing/2014/main" id="{B9F69507-B032-9349-846C-1B33A12C788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37</a:t>
            </a:fld>
            <a:endParaRPr lang="en-US" dirty="0"/>
          </a:p>
        </p:txBody>
      </p:sp>
    </p:spTree>
    <p:extLst>
      <p:ext uri="{BB962C8B-B14F-4D97-AF65-F5344CB8AC3E}">
        <p14:creationId xmlns:p14="http://schemas.microsoft.com/office/powerpoint/2010/main" val="132052598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Freeform 3">
            <a:extLst>
              <a:ext uri="{FF2B5EF4-FFF2-40B4-BE49-F238E27FC236}">
                <a16:creationId xmlns:a16="http://schemas.microsoft.com/office/drawing/2014/main" id="{6B20889F-8B73-5A4F-948D-BC7FBE071249}"/>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484D20B7-37AF-F449-9229-69BC2F46A44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BBE9BC04-A2A6-F746-9F08-03F4EDB58B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5F31BBA7-277B-7547-A889-4CE61E6210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A235A3E8-5F9F-054E-812C-82B1457E7DAF}"/>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5DDEAE5B-F867-B04E-9480-5609AC66F5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FBC3084B-7403-CB43-BF1A-54F05828C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CCCD1707-2759-A14B-96A2-D746BB0126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9B0492DA-B9A2-1F42-8EC8-885383C522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A2DF0841-9316-7744-99F2-F246599FA663}"/>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7FE1E33-3837-6A44-8F3D-D671A86ECB7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D7EBAA0A-EA4B-2A42-B633-E3F75F2BB7B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A0FA1B3E-9ECC-B241-8F16-2C1970256C81}"/>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CB74265E-694E-5A49-B1D2-3C1956E0BE2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680283C-1CA3-D44B-8FFA-B36341C723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B31DC87-EF0E-0D4F-81A2-B6FB2A803F7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F14BA91B-FE87-514B-B749-384B3F1D92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E2F245C9-F9FA-FF41-8279-23685395B6FA}"/>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379" name="Rectangle 3">
            <a:extLst>
              <a:ext uri="{FF2B5EF4-FFF2-40B4-BE49-F238E27FC236}">
                <a16:creationId xmlns:a16="http://schemas.microsoft.com/office/drawing/2014/main" id="{1C377AEF-2633-FC44-9747-922C7C110C1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sp>
        <p:nvSpPr>
          <p:cNvPr id="382" name="Line 43">
            <a:extLst>
              <a:ext uri="{FF2B5EF4-FFF2-40B4-BE49-F238E27FC236}">
                <a16:creationId xmlns:a16="http://schemas.microsoft.com/office/drawing/2014/main" id="{C8851F30-DB65-2343-90FB-A929CA01005D}"/>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59259B03-4826-E149-B0DC-4EBA829369E9}"/>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6" name="Rectangle 152">
            <a:extLst>
              <a:ext uri="{FF2B5EF4-FFF2-40B4-BE49-F238E27FC236}">
                <a16:creationId xmlns:a16="http://schemas.microsoft.com/office/drawing/2014/main" id="{745619DC-3C53-E14A-874D-F2C6B677A3BE}"/>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
        <p:nvSpPr>
          <p:cNvPr id="387" name="Rectangle 153">
            <a:extLst>
              <a:ext uri="{FF2B5EF4-FFF2-40B4-BE49-F238E27FC236}">
                <a16:creationId xmlns:a16="http://schemas.microsoft.com/office/drawing/2014/main" id="{082BCCE1-61C9-5E4C-B8D4-8ED23A69B392}"/>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frame broadcast (dest: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FFFFFFFFFFFF</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on LAN, received at router running DHCP server</a:t>
            </a:r>
          </a:p>
        </p:txBody>
      </p:sp>
      <p:sp>
        <p:nvSpPr>
          <p:cNvPr id="388" name="Rectangle 154">
            <a:extLst>
              <a:ext uri="{FF2B5EF4-FFF2-40B4-BE49-F238E27FC236}">
                <a16:creationId xmlns:a16="http://schemas.microsoft.com/office/drawing/2014/main" id="{2001FDC4-9DD8-8540-A00D-9430145AE66E}"/>
              </a:ext>
            </a:extLst>
          </p:cNvPr>
          <p:cNvSpPr>
            <a:spLocks noChangeArrowheads="1"/>
          </p:cNvSpPr>
          <p:nvPr/>
        </p:nvSpPr>
        <p:spPr bwMode="auto">
          <a:xfrm>
            <a:off x="6128245" y="5547530"/>
            <a:ext cx="528060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de-mux’ed to IP de-mux’ed, UDP de-mux’ed to DHCP </a:t>
            </a:r>
          </a:p>
        </p:txBody>
      </p:sp>
      <p:sp>
        <p:nvSpPr>
          <p:cNvPr id="389" name="Text Box 155">
            <a:extLst>
              <a:ext uri="{FF2B5EF4-FFF2-40B4-BE49-F238E27FC236}">
                <a16:creationId xmlns:a16="http://schemas.microsoft.com/office/drawing/2014/main" id="{0FF8CA2B-A0E7-0344-8C3D-752022E95862}"/>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80B8D10B-0E57-694A-9F60-7DD15768085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32F92D03-3F10-DD48-B916-C1A813CAA4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635DC8EF-D2DF-1140-8A94-D496AE9162F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6BDF7141-8B18-8848-AE3F-A1F240A514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F0AA71CC-9F7D-4E4A-AFD3-E4FC2EDB50F7}"/>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78F089D-1CBD-064E-9E01-09DBACFE457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99308BB-3AD9-964C-9A37-585EA1CB999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50215675-D41A-884A-B70C-7A7A34B47E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67C07E3F-A680-3448-A285-F67163D5598B}"/>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6FEFC34-2380-1C46-9401-C809C94E04B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C27B64F7-2309-1F46-B525-0FF1CC0B3EEF}"/>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6D904DDE-01FC-1A4C-8025-88A928752A2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3315A06-9E1B-AC4A-906F-1640B3605CB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4B5E6F6D-A780-9F4A-B4CB-418F530E74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49CD3CF5-0077-7D4A-A378-2AAAA4CDE38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4E2747DD-F96B-124E-8BF8-EC78D4C82E5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5D228080-AAA4-AE4F-B2E0-444A375E9A9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2335ADB-FB5B-8540-ADE8-01DE4817A54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71BBEFC9-2EAD-0E4D-971B-FFE9F04A99D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AD467B30-53F9-E544-872F-75037A60A504}"/>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09BD1056-1239-AA4F-9F79-BC195E4B831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EE44984-E799-7448-B48B-0A3E5E326634}"/>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F82A5B30-CFF4-9045-B98E-022A2D6583D3}"/>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1" name="AutoShape 34">
            <a:extLst>
              <a:ext uri="{FF2B5EF4-FFF2-40B4-BE49-F238E27FC236}">
                <a16:creationId xmlns:a16="http://schemas.microsoft.com/office/drawing/2014/main" id="{BBFE8651-7E0E-9B42-83C9-13A7DD110D1A}"/>
              </a:ext>
            </a:extLst>
          </p:cNvPr>
          <p:cNvSpPr>
            <a:spLocks noChangeArrowheads="1"/>
          </p:cNvSpPr>
          <p:nvPr/>
        </p:nvSpPr>
        <p:spPr bwMode="auto">
          <a:xfrm>
            <a:off x="1924545" y="2812267"/>
            <a:ext cx="976312" cy="4857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2" name="Group 45">
            <a:extLst>
              <a:ext uri="{FF2B5EF4-FFF2-40B4-BE49-F238E27FC236}">
                <a16:creationId xmlns:a16="http://schemas.microsoft.com/office/drawing/2014/main" id="{7B2B7B83-C525-AC47-97F2-A2D1D1034FEF}"/>
              </a:ext>
            </a:extLst>
          </p:cNvPr>
          <p:cNvGrpSpPr>
            <a:grpSpLocks/>
          </p:cNvGrpSpPr>
          <p:nvPr/>
        </p:nvGrpSpPr>
        <p:grpSpPr bwMode="auto">
          <a:xfrm>
            <a:off x="2289670" y="1648630"/>
            <a:ext cx="976312" cy="1460500"/>
            <a:chOff x="651" y="681"/>
            <a:chExt cx="615" cy="920"/>
          </a:xfrm>
        </p:grpSpPr>
        <p:sp>
          <p:nvSpPr>
            <p:cNvPr id="463" name="Freeform 46">
              <a:extLst>
                <a:ext uri="{FF2B5EF4-FFF2-40B4-BE49-F238E27FC236}">
                  <a16:creationId xmlns:a16="http://schemas.microsoft.com/office/drawing/2014/main" id="{2F8E5860-1F4A-9441-8643-FF367740000B}"/>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7000"/>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4" name="Group 47">
              <a:extLst>
                <a:ext uri="{FF2B5EF4-FFF2-40B4-BE49-F238E27FC236}">
                  <a16:creationId xmlns:a16="http://schemas.microsoft.com/office/drawing/2014/main" id="{619D3750-75CE-7146-8080-07A05B2EE1C4}"/>
                </a:ext>
              </a:extLst>
            </p:cNvPr>
            <p:cNvGrpSpPr>
              <a:grpSpLocks/>
            </p:cNvGrpSpPr>
            <p:nvPr/>
          </p:nvGrpSpPr>
          <p:grpSpPr bwMode="auto">
            <a:xfrm>
              <a:off x="651" y="681"/>
              <a:ext cx="501" cy="828"/>
              <a:chOff x="569" y="2954"/>
              <a:chExt cx="501" cy="828"/>
            </a:xfrm>
          </p:grpSpPr>
          <p:sp>
            <p:nvSpPr>
              <p:cNvPr id="465" name="Rectangle 48">
                <a:extLst>
                  <a:ext uri="{FF2B5EF4-FFF2-40B4-BE49-F238E27FC236}">
                    <a16:creationId xmlns:a16="http://schemas.microsoft.com/office/drawing/2014/main" id="{28385ECE-1698-FA48-9005-E85B7ADAEBD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schemeClr val="tx1">
                    <a:alpha val="40000"/>
                  </a:scheme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Text Box 49">
                <a:extLst>
                  <a:ext uri="{FF2B5EF4-FFF2-40B4-BE49-F238E27FC236}">
                    <a16:creationId xmlns:a16="http://schemas.microsoft.com/office/drawing/2014/main" id="{03E8F625-EC95-7449-B696-847DBF4C1339}"/>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467" name="Line 50">
                <a:extLst>
                  <a:ext uri="{FF2B5EF4-FFF2-40B4-BE49-F238E27FC236}">
                    <a16:creationId xmlns:a16="http://schemas.microsoft.com/office/drawing/2014/main" id="{DF468FDE-40E4-0648-9839-DDE0332A0778}"/>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8" name="Line 51">
                <a:extLst>
                  <a:ext uri="{FF2B5EF4-FFF2-40B4-BE49-F238E27FC236}">
                    <a16:creationId xmlns:a16="http://schemas.microsoft.com/office/drawing/2014/main" id="{99D4E4D8-7BA2-1841-8740-092F3F2C1D2F}"/>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9" name="Line 52">
                <a:extLst>
                  <a:ext uri="{FF2B5EF4-FFF2-40B4-BE49-F238E27FC236}">
                    <a16:creationId xmlns:a16="http://schemas.microsoft.com/office/drawing/2014/main" id="{46C4BB73-5326-6148-BB43-C6C4C685FFA6}"/>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Line 53">
                <a:extLst>
                  <a:ext uri="{FF2B5EF4-FFF2-40B4-BE49-F238E27FC236}">
                    <a16:creationId xmlns:a16="http://schemas.microsoft.com/office/drawing/2014/main" id="{867C305B-8FC7-2546-83B8-7B677B4EFC65}"/>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1" name="Group 54">
            <a:extLst>
              <a:ext uri="{FF2B5EF4-FFF2-40B4-BE49-F238E27FC236}">
                <a16:creationId xmlns:a16="http://schemas.microsoft.com/office/drawing/2014/main" id="{E55B3AA2-EA61-B94E-BC50-287F2699A080}"/>
              </a:ext>
            </a:extLst>
          </p:cNvPr>
          <p:cNvGrpSpPr>
            <a:grpSpLocks/>
          </p:cNvGrpSpPr>
          <p:nvPr/>
        </p:nvGrpSpPr>
        <p:grpSpPr bwMode="auto">
          <a:xfrm>
            <a:off x="1614982" y="1707367"/>
            <a:ext cx="544513" cy="244475"/>
            <a:chOff x="844" y="3337"/>
            <a:chExt cx="343" cy="154"/>
          </a:xfrm>
        </p:grpSpPr>
        <p:sp>
          <p:nvSpPr>
            <p:cNvPr id="472" name="Rectangle 55">
              <a:extLst>
                <a:ext uri="{FF2B5EF4-FFF2-40B4-BE49-F238E27FC236}">
                  <a16:creationId xmlns:a16="http://schemas.microsoft.com/office/drawing/2014/main" id="{3DF8187C-0350-B949-8481-A4B53A2BD3A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3" name="Text Box 56">
              <a:extLst>
                <a:ext uri="{FF2B5EF4-FFF2-40B4-BE49-F238E27FC236}">
                  <a16:creationId xmlns:a16="http://schemas.microsoft.com/office/drawing/2014/main" id="{EB5DBBE5-0C11-2943-8F1C-55F942DDF6AE}"/>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74" name="Group 57">
            <a:extLst>
              <a:ext uri="{FF2B5EF4-FFF2-40B4-BE49-F238E27FC236}">
                <a16:creationId xmlns:a16="http://schemas.microsoft.com/office/drawing/2014/main" id="{E686DD6D-38C2-4641-89AF-94A0FB1D1070}"/>
              </a:ext>
            </a:extLst>
          </p:cNvPr>
          <p:cNvGrpSpPr>
            <a:grpSpLocks/>
          </p:cNvGrpSpPr>
          <p:nvPr/>
        </p:nvGrpSpPr>
        <p:grpSpPr bwMode="auto">
          <a:xfrm>
            <a:off x="1160957" y="1726417"/>
            <a:ext cx="1081088" cy="1166813"/>
            <a:chOff x="42" y="744"/>
            <a:chExt cx="681" cy="735"/>
          </a:xfrm>
        </p:grpSpPr>
        <p:grpSp>
          <p:nvGrpSpPr>
            <p:cNvPr id="475" name="Group 58">
              <a:extLst>
                <a:ext uri="{FF2B5EF4-FFF2-40B4-BE49-F238E27FC236}">
                  <a16:creationId xmlns:a16="http://schemas.microsoft.com/office/drawing/2014/main" id="{1FDCAE0E-7CF7-A44C-8CC2-1F6556F81A91}"/>
                </a:ext>
              </a:extLst>
            </p:cNvPr>
            <p:cNvGrpSpPr>
              <a:grpSpLocks/>
            </p:cNvGrpSpPr>
            <p:nvPr/>
          </p:nvGrpSpPr>
          <p:grpSpPr bwMode="auto">
            <a:xfrm>
              <a:off x="42" y="886"/>
              <a:ext cx="681" cy="468"/>
              <a:chOff x="42" y="886"/>
              <a:chExt cx="681" cy="468"/>
            </a:xfrm>
          </p:grpSpPr>
          <p:grpSp>
            <p:nvGrpSpPr>
              <p:cNvPr id="477" name="Group 59">
                <a:extLst>
                  <a:ext uri="{FF2B5EF4-FFF2-40B4-BE49-F238E27FC236}">
                    <a16:creationId xmlns:a16="http://schemas.microsoft.com/office/drawing/2014/main" id="{B1A03342-AE12-CE42-8220-1A81C441863C}"/>
                  </a:ext>
                </a:extLst>
              </p:cNvPr>
              <p:cNvGrpSpPr>
                <a:grpSpLocks/>
              </p:cNvGrpSpPr>
              <p:nvPr/>
            </p:nvGrpSpPr>
            <p:grpSpPr bwMode="auto">
              <a:xfrm>
                <a:off x="278" y="886"/>
                <a:ext cx="397" cy="154"/>
                <a:chOff x="740" y="3209"/>
                <a:chExt cx="397" cy="154"/>
              </a:xfrm>
            </p:grpSpPr>
            <p:grpSp>
              <p:nvGrpSpPr>
                <p:cNvPr id="502" name="Group 60">
                  <a:extLst>
                    <a:ext uri="{FF2B5EF4-FFF2-40B4-BE49-F238E27FC236}">
                      <a16:creationId xmlns:a16="http://schemas.microsoft.com/office/drawing/2014/main" id="{C141BB4A-81BE-5F41-82F7-F6E6B820E21E}"/>
                    </a:ext>
                  </a:extLst>
                </p:cNvPr>
                <p:cNvGrpSpPr>
                  <a:grpSpLocks/>
                </p:cNvGrpSpPr>
                <p:nvPr/>
              </p:nvGrpSpPr>
              <p:grpSpPr bwMode="auto">
                <a:xfrm>
                  <a:off x="794" y="3209"/>
                  <a:ext cx="343" cy="154"/>
                  <a:chOff x="844" y="3337"/>
                  <a:chExt cx="343" cy="154"/>
                </a:xfrm>
              </p:grpSpPr>
              <p:sp>
                <p:nvSpPr>
                  <p:cNvPr id="505" name="Rectangle 61">
                    <a:extLst>
                      <a:ext uri="{FF2B5EF4-FFF2-40B4-BE49-F238E27FC236}">
                        <a16:creationId xmlns:a16="http://schemas.microsoft.com/office/drawing/2014/main" id="{0057FF7C-1AD8-884B-80A9-AB7A6E108F9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6" name="Text Box 62">
                    <a:extLst>
                      <a:ext uri="{FF2B5EF4-FFF2-40B4-BE49-F238E27FC236}">
                        <a16:creationId xmlns:a16="http://schemas.microsoft.com/office/drawing/2014/main" id="{EC2B900A-E788-8441-B597-33D92CA5920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03" name="Rectangle 63">
                  <a:extLst>
                    <a:ext uri="{FF2B5EF4-FFF2-40B4-BE49-F238E27FC236}">
                      <a16:creationId xmlns:a16="http://schemas.microsoft.com/office/drawing/2014/main" id="{963785A1-EC1C-B84C-87DF-29B9C771BE8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Rectangle 64">
                  <a:extLst>
                    <a:ext uri="{FF2B5EF4-FFF2-40B4-BE49-F238E27FC236}">
                      <a16:creationId xmlns:a16="http://schemas.microsoft.com/office/drawing/2014/main" id="{5E9D5671-4336-A144-8E1C-F9834FFEC8C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78" name="Group 65">
                <a:extLst>
                  <a:ext uri="{FF2B5EF4-FFF2-40B4-BE49-F238E27FC236}">
                    <a16:creationId xmlns:a16="http://schemas.microsoft.com/office/drawing/2014/main" id="{C554361D-96E9-9749-99BB-ABA5FD027907}"/>
                  </a:ext>
                </a:extLst>
              </p:cNvPr>
              <p:cNvGrpSpPr>
                <a:grpSpLocks/>
              </p:cNvGrpSpPr>
              <p:nvPr/>
            </p:nvGrpSpPr>
            <p:grpSpPr bwMode="auto">
              <a:xfrm>
                <a:off x="278" y="1034"/>
                <a:ext cx="397" cy="154"/>
                <a:chOff x="836" y="3305"/>
                <a:chExt cx="397" cy="154"/>
              </a:xfrm>
            </p:grpSpPr>
            <p:grpSp>
              <p:nvGrpSpPr>
                <p:cNvPr id="496" name="Group 66">
                  <a:extLst>
                    <a:ext uri="{FF2B5EF4-FFF2-40B4-BE49-F238E27FC236}">
                      <a16:creationId xmlns:a16="http://schemas.microsoft.com/office/drawing/2014/main" id="{493D2842-500B-024B-85A5-1FE62FDD1C34}"/>
                    </a:ext>
                  </a:extLst>
                </p:cNvPr>
                <p:cNvGrpSpPr>
                  <a:grpSpLocks/>
                </p:cNvGrpSpPr>
                <p:nvPr/>
              </p:nvGrpSpPr>
              <p:grpSpPr bwMode="auto">
                <a:xfrm>
                  <a:off x="890" y="3305"/>
                  <a:ext cx="343" cy="154"/>
                  <a:chOff x="844" y="3337"/>
                  <a:chExt cx="343" cy="154"/>
                </a:xfrm>
              </p:grpSpPr>
              <p:sp>
                <p:nvSpPr>
                  <p:cNvPr id="500" name="Rectangle 67">
                    <a:extLst>
                      <a:ext uri="{FF2B5EF4-FFF2-40B4-BE49-F238E27FC236}">
                        <a16:creationId xmlns:a16="http://schemas.microsoft.com/office/drawing/2014/main" id="{9D9A5E56-2778-BF43-8CCC-26552B78500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Text Box 68">
                    <a:extLst>
                      <a:ext uri="{FF2B5EF4-FFF2-40B4-BE49-F238E27FC236}">
                        <a16:creationId xmlns:a16="http://schemas.microsoft.com/office/drawing/2014/main" id="{FEA9C227-A395-5144-9B07-1A7D28C8A59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97" name="Group 69">
                  <a:extLst>
                    <a:ext uri="{FF2B5EF4-FFF2-40B4-BE49-F238E27FC236}">
                      <a16:creationId xmlns:a16="http://schemas.microsoft.com/office/drawing/2014/main" id="{84676D02-4488-A247-A8A0-7B76E879E635}"/>
                    </a:ext>
                  </a:extLst>
                </p:cNvPr>
                <p:cNvGrpSpPr>
                  <a:grpSpLocks/>
                </p:cNvGrpSpPr>
                <p:nvPr/>
              </p:nvGrpSpPr>
              <p:grpSpPr bwMode="auto">
                <a:xfrm>
                  <a:off x="836" y="3334"/>
                  <a:ext cx="354" cy="94"/>
                  <a:chOff x="836" y="3334"/>
                  <a:chExt cx="354" cy="94"/>
                </a:xfrm>
              </p:grpSpPr>
              <p:sp>
                <p:nvSpPr>
                  <p:cNvPr id="498" name="Rectangle 70">
                    <a:extLst>
                      <a:ext uri="{FF2B5EF4-FFF2-40B4-BE49-F238E27FC236}">
                        <a16:creationId xmlns:a16="http://schemas.microsoft.com/office/drawing/2014/main" id="{3855ADF3-2772-6A45-B541-A1686D02D4B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9" name="Rectangle 71">
                    <a:extLst>
                      <a:ext uri="{FF2B5EF4-FFF2-40B4-BE49-F238E27FC236}">
                        <a16:creationId xmlns:a16="http://schemas.microsoft.com/office/drawing/2014/main" id="{FB9B8C64-8890-6D4D-86FF-EA864198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9" name="Group 72">
                <a:extLst>
                  <a:ext uri="{FF2B5EF4-FFF2-40B4-BE49-F238E27FC236}">
                    <a16:creationId xmlns:a16="http://schemas.microsoft.com/office/drawing/2014/main" id="{4ED0D0FF-6D48-044B-A4CD-DEE3EE153F6C}"/>
                  </a:ext>
                </a:extLst>
              </p:cNvPr>
              <p:cNvGrpSpPr>
                <a:grpSpLocks/>
              </p:cNvGrpSpPr>
              <p:nvPr/>
            </p:nvGrpSpPr>
            <p:grpSpPr bwMode="auto">
              <a:xfrm>
                <a:off x="165" y="1054"/>
                <a:ext cx="480" cy="112"/>
                <a:chOff x="627" y="3377"/>
                <a:chExt cx="480" cy="112"/>
              </a:xfrm>
            </p:grpSpPr>
            <p:sp>
              <p:nvSpPr>
                <p:cNvPr id="494" name="Rectangle 73">
                  <a:extLst>
                    <a:ext uri="{FF2B5EF4-FFF2-40B4-BE49-F238E27FC236}">
                      <a16:creationId xmlns:a16="http://schemas.microsoft.com/office/drawing/2014/main" id="{69588944-9806-234E-B479-4DCA85C2C80D}"/>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Rectangle 74">
                  <a:extLst>
                    <a:ext uri="{FF2B5EF4-FFF2-40B4-BE49-F238E27FC236}">
                      <a16:creationId xmlns:a16="http://schemas.microsoft.com/office/drawing/2014/main" id="{6A9EE954-18E5-AB4B-91A7-8763F6FC2856}"/>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80" name="Group 75">
                <a:extLst>
                  <a:ext uri="{FF2B5EF4-FFF2-40B4-BE49-F238E27FC236}">
                    <a16:creationId xmlns:a16="http://schemas.microsoft.com/office/drawing/2014/main" id="{AE1585FE-E7DD-5148-A3DB-4D32837D611A}"/>
                  </a:ext>
                </a:extLst>
              </p:cNvPr>
              <p:cNvGrpSpPr>
                <a:grpSpLocks/>
              </p:cNvGrpSpPr>
              <p:nvPr/>
            </p:nvGrpSpPr>
            <p:grpSpPr bwMode="auto">
              <a:xfrm>
                <a:off x="42" y="1200"/>
                <a:ext cx="681" cy="154"/>
                <a:chOff x="504" y="3523"/>
                <a:chExt cx="681" cy="154"/>
              </a:xfrm>
            </p:grpSpPr>
            <p:grpSp>
              <p:nvGrpSpPr>
                <p:cNvPr id="481" name="Group 76">
                  <a:extLst>
                    <a:ext uri="{FF2B5EF4-FFF2-40B4-BE49-F238E27FC236}">
                      <a16:creationId xmlns:a16="http://schemas.microsoft.com/office/drawing/2014/main" id="{83987E26-41E7-554D-8F7B-6E3DBA2BC969}"/>
                    </a:ext>
                  </a:extLst>
                </p:cNvPr>
                <p:cNvGrpSpPr>
                  <a:grpSpLocks/>
                </p:cNvGrpSpPr>
                <p:nvPr/>
              </p:nvGrpSpPr>
              <p:grpSpPr bwMode="auto">
                <a:xfrm>
                  <a:off x="623" y="3523"/>
                  <a:ext cx="510" cy="154"/>
                  <a:chOff x="723" y="3453"/>
                  <a:chExt cx="510" cy="154"/>
                </a:xfrm>
              </p:grpSpPr>
              <p:grpSp>
                <p:nvGrpSpPr>
                  <p:cNvPr id="485" name="Group 77">
                    <a:extLst>
                      <a:ext uri="{FF2B5EF4-FFF2-40B4-BE49-F238E27FC236}">
                        <a16:creationId xmlns:a16="http://schemas.microsoft.com/office/drawing/2014/main" id="{4AA7B839-194B-D44E-B613-C09016B3870D}"/>
                      </a:ext>
                    </a:extLst>
                  </p:cNvPr>
                  <p:cNvGrpSpPr>
                    <a:grpSpLocks/>
                  </p:cNvGrpSpPr>
                  <p:nvPr/>
                </p:nvGrpSpPr>
                <p:grpSpPr bwMode="auto">
                  <a:xfrm>
                    <a:off x="836" y="3453"/>
                    <a:ext cx="397" cy="154"/>
                    <a:chOff x="836" y="3305"/>
                    <a:chExt cx="397" cy="154"/>
                  </a:xfrm>
                </p:grpSpPr>
                <p:grpSp>
                  <p:nvGrpSpPr>
                    <p:cNvPr id="488" name="Group 78">
                      <a:extLst>
                        <a:ext uri="{FF2B5EF4-FFF2-40B4-BE49-F238E27FC236}">
                          <a16:creationId xmlns:a16="http://schemas.microsoft.com/office/drawing/2014/main" id="{F12403C6-60CE-4541-A6EA-F28A0FBCF2EB}"/>
                        </a:ext>
                      </a:extLst>
                    </p:cNvPr>
                    <p:cNvGrpSpPr>
                      <a:grpSpLocks/>
                    </p:cNvGrpSpPr>
                    <p:nvPr/>
                  </p:nvGrpSpPr>
                  <p:grpSpPr bwMode="auto">
                    <a:xfrm>
                      <a:off x="890" y="3305"/>
                      <a:ext cx="343" cy="154"/>
                      <a:chOff x="844" y="3337"/>
                      <a:chExt cx="343" cy="154"/>
                    </a:xfrm>
                  </p:grpSpPr>
                  <p:sp>
                    <p:nvSpPr>
                      <p:cNvPr id="492" name="Rectangle 79">
                        <a:extLst>
                          <a:ext uri="{FF2B5EF4-FFF2-40B4-BE49-F238E27FC236}">
                            <a16:creationId xmlns:a16="http://schemas.microsoft.com/office/drawing/2014/main" id="{4B102F30-285E-0243-A491-E80C6A64887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3" name="Text Box 80">
                        <a:extLst>
                          <a:ext uri="{FF2B5EF4-FFF2-40B4-BE49-F238E27FC236}">
                            <a16:creationId xmlns:a16="http://schemas.microsoft.com/office/drawing/2014/main" id="{C27FFB91-9D35-9345-9E73-83C45819110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89" name="Group 81">
                      <a:extLst>
                        <a:ext uri="{FF2B5EF4-FFF2-40B4-BE49-F238E27FC236}">
                          <a16:creationId xmlns:a16="http://schemas.microsoft.com/office/drawing/2014/main" id="{980A2CF4-C81E-3145-91D1-132BC2EF1F40}"/>
                        </a:ext>
                      </a:extLst>
                    </p:cNvPr>
                    <p:cNvGrpSpPr>
                      <a:grpSpLocks/>
                    </p:cNvGrpSpPr>
                    <p:nvPr/>
                  </p:nvGrpSpPr>
                  <p:grpSpPr bwMode="auto">
                    <a:xfrm>
                      <a:off x="836" y="3334"/>
                      <a:ext cx="354" cy="94"/>
                      <a:chOff x="836" y="3334"/>
                      <a:chExt cx="354" cy="94"/>
                    </a:xfrm>
                  </p:grpSpPr>
                  <p:sp>
                    <p:nvSpPr>
                      <p:cNvPr id="490" name="Rectangle 82">
                        <a:extLst>
                          <a:ext uri="{FF2B5EF4-FFF2-40B4-BE49-F238E27FC236}">
                            <a16:creationId xmlns:a16="http://schemas.microsoft.com/office/drawing/2014/main" id="{60B3778C-4AEE-4A40-A3AE-9E6780DD742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1" name="Rectangle 83">
                        <a:extLst>
                          <a:ext uri="{FF2B5EF4-FFF2-40B4-BE49-F238E27FC236}">
                            <a16:creationId xmlns:a16="http://schemas.microsoft.com/office/drawing/2014/main" id="{F2AB3533-6239-FB44-A5DF-EC7054B2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86" name="Rectangle 84">
                    <a:extLst>
                      <a:ext uri="{FF2B5EF4-FFF2-40B4-BE49-F238E27FC236}">
                        <a16:creationId xmlns:a16="http://schemas.microsoft.com/office/drawing/2014/main" id="{7871167B-C99A-9745-AB39-0CFE737D467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7" name="Rectangle 85">
                    <a:extLst>
                      <a:ext uri="{FF2B5EF4-FFF2-40B4-BE49-F238E27FC236}">
                        <a16:creationId xmlns:a16="http://schemas.microsoft.com/office/drawing/2014/main" id="{6FEE651A-2F5C-3D46-9A8A-7A8FA72C5A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2" name="Rectangle 86">
                  <a:extLst>
                    <a:ext uri="{FF2B5EF4-FFF2-40B4-BE49-F238E27FC236}">
                      <a16:creationId xmlns:a16="http://schemas.microsoft.com/office/drawing/2014/main" id="{436CE76C-250A-0048-AB3B-2E594180BCD3}"/>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3" name="Rectangle 87">
                  <a:extLst>
                    <a:ext uri="{FF2B5EF4-FFF2-40B4-BE49-F238E27FC236}">
                      <a16:creationId xmlns:a16="http://schemas.microsoft.com/office/drawing/2014/main" id="{37087D94-A17E-2C49-B663-0E4892CD4F3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88">
                  <a:extLst>
                    <a:ext uri="{FF2B5EF4-FFF2-40B4-BE49-F238E27FC236}">
                      <a16:creationId xmlns:a16="http://schemas.microsoft.com/office/drawing/2014/main" id="{C9536EB0-5CE3-3B4B-A735-A853495CC46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76" name="AutoShape 89">
              <a:extLst>
                <a:ext uri="{FF2B5EF4-FFF2-40B4-BE49-F238E27FC236}">
                  <a16:creationId xmlns:a16="http://schemas.microsoft.com/office/drawing/2014/main" id="{5ED99D5F-7031-CD4F-A23A-844A773D06C9}"/>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7" name="Group 90">
            <a:extLst>
              <a:ext uri="{FF2B5EF4-FFF2-40B4-BE49-F238E27FC236}">
                <a16:creationId xmlns:a16="http://schemas.microsoft.com/office/drawing/2014/main" id="{779CE125-3275-9D45-AB58-5C559926C4EB}"/>
              </a:ext>
            </a:extLst>
          </p:cNvPr>
          <p:cNvGrpSpPr>
            <a:grpSpLocks/>
          </p:cNvGrpSpPr>
          <p:nvPr/>
        </p:nvGrpSpPr>
        <p:grpSpPr bwMode="auto">
          <a:xfrm>
            <a:off x="1745157" y="2934505"/>
            <a:ext cx="1081088" cy="244475"/>
            <a:chOff x="504" y="3523"/>
            <a:chExt cx="681" cy="154"/>
          </a:xfrm>
        </p:grpSpPr>
        <p:grpSp>
          <p:nvGrpSpPr>
            <p:cNvPr id="508" name="Group 91">
              <a:extLst>
                <a:ext uri="{FF2B5EF4-FFF2-40B4-BE49-F238E27FC236}">
                  <a16:creationId xmlns:a16="http://schemas.microsoft.com/office/drawing/2014/main" id="{DE87A52E-0FB6-8C4A-AE94-4698D4D204F3}"/>
                </a:ext>
              </a:extLst>
            </p:cNvPr>
            <p:cNvGrpSpPr>
              <a:grpSpLocks/>
            </p:cNvGrpSpPr>
            <p:nvPr/>
          </p:nvGrpSpPr>
          <p:grpSpPr bwMode="auto">
            <a:xfrm>
              <a:off x="623" y="3523"/>
              <a:ext cx="510" cy="154"/>
              <a:chOff x="723" y="3453"/>
              <a:chExt cx="510" cy="154"/>
            </a:xfrm>
          </p:grpSpPr>
          <p:grpSp>
            <p:nvGrpSpPr>
              <p:cNvPr id="512" name="Group 92">
                <a:extLst>
                  <a:ext uri="{FF2B5EF4-FFF2-40B4-BE49-F238E27FC236}">
                    <a16:creationId xmlns:a16="http://schemas.microsoft.com/office/drawing/2014/main" id="{DA67C76C-E5B1-7342-BE34-D0797625921A}"/>
                  </a:ext>
                </a:extLst>
              </p:cNvPr>
              <p:cNvGrpSpPr>
                <a:grpSpLocks/>
              </p:cNvGrpSpPr>
              <p:nvPr/>
            </p:nvGrpSpPr>
            <p:grpSpPr bwMode="auto">
              <a:xfrm>
                <a:off x="836" y="3453"/>
                <a:ext cx="397" cy="154"/>
                <a:chOff x="836" y="3305"/>
                <a:chExt cx="397" cy="154"/>
              </a:xfrm>
            </p:grpSpPr>
            <p:grpSp>
              <p:nvGrpSpPr>
                <p:cNvPr id="515" name="Group 93">
                  <a:extLst>
                    <a:ext uri="{FF2B5EF4-FFF2-40B4-BE49-F238E27FC236}">
                      <a16:creationId xmlns:a16="http://schemas.microsoft.com/office/drawing/2014/main" id="{7BE844F4-9393-7B40-95A7-50ED202A3521}"/>
                    </a:ext>
                  </a:extLst>
                </p:cNvPr>
                <p:cNvGrpSpPr>
                  <a:grpSpLocks/>
                </p:cNvGrpSpPr>
                <p:nvPr/>
              </p:nvGrpSpPr>
              <p:grpSpPr bwMode="auto">
                <a:xfrm>
                  <a:off x="890" y="3305"/>
                  <a:ext cx="343" cy="154"/>
                  <a:chOff x="844" y="3337"/>
                  <a:chExt cx="343" cy="154"/>
                </a:xfrm>
              </p:grpSpPr>
              <p:sp>
                <p:nvSpPr>
                  <p:cNvPr id="519" name="Rectangle 94">
                    <a:extLst>
                      <a:ext uri="{FF2B5EF4-FFF2-40B4-BE49-F238E27FC236}">
                        <a16:creationId xmlns:a16="http://schemas.microsoft.com/office/drawing/2014/main" id="{D55DDB2A-DD13-B64C-B0B8-6A3AF9F582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0" name="Text Box 95">
                    <a:extLst>
                      <a:ext uri="{FF2B5EF4-FFF2-40B4-BE49-F238E27FC236}">
                        <a16:creationId xmlns:a16="http://schemas.microsoft.com/office/drawing/2014/main" id="{2FA13326-D863-094B-BD45-FAFAC2DE263A}"/>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16" name="Group 96">
                  <a:extLst>
                    <a:ext uri="{FF2B5EF4-FFF2-40B4-BE49-F238E27FC236}">
                      <a16:creationId xmlns:a16="http://schemas.microsoft.com/office/drawing/2014/main" id="{4E104FB9-53D7-7047-879F-52C4E2A1CA2B}"/>
                    </a:ext>
                  </a:extLst>
                </p:cNvPr>
                <p:cNvGrpSpPr>
                  <a:grpSpLocks/>
                </p:cNvGrpSpPr>
                <p:nvPr/>
              </p:nvGrpSpPr>
              <p:grpSpPr bwMode="auto">
                <a:xfrm>
                  <a:off x="836" y="3334"/>
                  <a:ext cx="354" cy="94"/>
                  <a:chOff x="836" y="3334"/>
                  <a:chExt cx="354" cy="94"/>
                </a:xfrm>
              </p:grpSpPr>
              <p:sp>
                <p:nvSpPr>
                  <p:cNvPr id="517" name="Rectangle 97">
                    <a:extLst>
                      <a:ext uri="{FF2B5EF4-FFF2-40B4-BE49-F238E27FC236}">
                        <a16:creationId xmlns:a16="http://schemas.microsoft.com/office/drawing/2014/main" id="{3491CAE6-C0BF-2845-A8BE-CF59FB4E184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8" name="Rectangle 98">
                    <a:extLst>
                      <a:ext uri="{FF2B5EF4-FFF2-40B4-BE49-F238E27FC236}">
                        <a16:creationId xmlns:a16="http://schemas.microsoft.com/office/drawing/2014/main" id="{1BA65FFC-57F2-1940-B190-78ED97A36A1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13" name="Rectangle 99">
                <a:extLst>
                  <a:ext uri="{FF2B5EF4-FFF2-40B4-BE49-F238E27FC236}">
                    <a16:creationId xmlns:a16="http://schemas.microsoft.com/office/drawing/2014/main" id="{D2683417-4924-F844-B695-3C3D8E93C04F}"/>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100">
                <a:extLst>
                  <a:ext uri="{FF2B5EF4-FFF2-40B4-BE49-F238E27FC236}">
                    <a16:creationId xmlns:a16="http://schemas.microsoft.com/office/drawing/2014/main" id="{4D0D33D5-8C1B-2B41-87C1-4A592AD518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9" name="Rectangle 101">
              <a:extLst>
                <a:ext uri="{FF2B5EF4-FFF2-40B4-BE49-F238E27FC236}">
                  <a16:creationId xmlns:a16="http://schemas.microsoft.com/office/drawing/2014/main" id="{78D15BF2-6070-1F4C-86A1-0614C2EC3A0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Rectangle 102">
              <a:extLst>
                <a:ext uri="{FF2B5EF4-FFF2-40B4-BE49-F238E27FC236}">
                  <a16:creationId xmlns:a16="http://schemas.microsoft.com/office/drawing/2014/main" id="{FD86650F-D708-CD41-A5A3-676346E3D3A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Rectangle 103">
              <a:extLst>
                <a:ext uri="{FF2B5EF4-FFF2-40B4-BE49-F238E27FC236}">
                  <a16:creationId xmlns:a16="http://schemas.microsoft.com/office/drawing/2014/main" id="{492FA68A-0828-A447-A66B-C4BDFA67C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104">
            <a:extLst>
              <a:ext uri="{FF2B5EF4-FFF2-40B4-BE49-F238E27FC236}">
                <a16:creationId xmlns:a16="http://schemas.microsoft.com/office/drawing/2014/main" id="{DCCB5641-467D-4644-95C9-32A71707E80D}"/>
              </a:ext>
            </a:extLst>
          </p:cNvPr>
          <p:cNvGrpSpPr>
            <a:grpSpLocks/>
          </p:cNvGrpSpPr>
          <p:nvPr/>
        </p:nvGrpSpPr>
        <p:grpSpPr bwMode="auto">
          <a:xfrm>
            <a:off x="2572245" y="3626655"/>
            <a:ext cx="1316037" cy="1314450"/>
            <a:chOff x="931" y="1941"/>
            <a:chExt cx="829" cy="828"/>
          </a:xfrm>
        </p:grpSpPr>
        <p:sp>
          <p:nvSpPr>
            <p:cNvPr id="522" name="Freeform 105">
              <a:extLst>
                <a:ext uri="{FF2B5EF4-FFF2-40B4-BE49-F238E27FC236}">
                  <a16:creationId xmlns:a16="http://schemas.microsoft.com/office/drawing/2014/main" id="{7AA20FB3-1F67-9A47-8F16-ABCEFBFBCCE2}"/>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4998"/>
                  </a:srgbClr>
                </a:gs>
                <a:gs pos="100000">
                  <a:srgbClr val="000099">
                    <a:alpha val="64998"/>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106">
              <a:extLst>
                <a:ext uri="{FF2B5EF4-FFF2-40B4-BE49-F238E27FC236}">
                  <a16:creationId xmlns:a16="http://schemas.microsoft.com/office/drawing/2014/main" id="{D87A412F-CAAD-A14A-A57B-6BD2A6D6C83F}"/>
                </a:ext>
              </a:extLst>
            </p:cNvPr>
            <p:cNvGrpSpPr>
              <a:grpSpLocks/>
            </p:cNvGrpSpPr>
            <p:nvPr/>
          </p:nvGrpSpPr>
          <p:grpSpPr bwMode="auto">
            <a:xfrm>
              <a:off x="931" y="1941"/>
              <a:ext cx="501" cy="828"/>
              <a:chOff x="569" y="2954"/>
              <a:chExt cx="501" cy="828"/>
            </a:xfrm>
          </p:grpSpPr>
          <p:sp>
            <p:nvSpPr>
              <p:cNvPr id="524" name="Rectangle 107">
                <a:extLst>
                  <a:ext uri="{FF2B5EF4-FFF2-40B4-BE49-F238E27FC236}">
                    <a16:creationId xmlns:a16="http://schemas.microsoft.com/office/drawing/2014/main" id="{303F62B8-B24E-FD48-9E39-6434CCE88D7A}"/>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5" name="Text Box 108">
                <a:extLst>
                  <a:ext uri="{FF2B5EF4-FFF2-40B4-BE49-F238E27FC236}">
                    <a16:creationId xmlns:a16="http://schemas.microsoft.com/office/drawing/2014/main" id="{46FF09C4-D1E5-BE40-9DD5-C470003A82C1}"/>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526" name="Line 109">
                <a:extLst>
                  <a:ext uri="{FF2B5EF4-FFF2-40B4-BE49-F238E27FC236}">
                    <a16:creationId xmlns:a16="http://schemas.microsoft.com/office/drawing/2014/main" id="{91D8B561-6767-104C-98C3-B69C3B8CF71B}"/>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7" name="Line 110">
                <a:extLst>
                  <a:ext uri="{FF2B5EF4-FFF2-40B4-BE49-F238E27FC236}">
                    <a16:creationId xmlns:a16="http://schemas.microsoft.com/office/drawing/2014/main" id="{704906A5-7D3F-2E4C-B902-283BDB121B16}"/>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Line 111">
                <a:extLst>
                  <a:ext uri="{FF2B5EF4-FFF2-40B4-BE49-F238E27FC236}">
                    <a16:creationId xmlns:a16="http://schemas.microsoft.com/office/drawing/2014/main" id="{1517BF50-B417-1E40-800E-FBE526501621}"/>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Line 112">
                <a:extLst>
                  <a:ext uri="{FF2B5EF4-FFF2-40B4-BE49-F238E27FC236}">
                    <a16:creationId xmlns:a16="http://schemas.microsoft.com/office/drawing/2014/main" id="{E18E4496-B2D7-C943-A380-7C6366A21B8D}"/>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0" name="Group 113">
            <a:extLst>
              <a:ext uri="{FF2B5EF4-FFF2-40B4-BE49-F238E27FC236}">
                <a16:creationId xmlns:a16="http://schemas.microsoft.com/office/drawing/2014/main" id="{5484A2F7-3977-924F-9EB6-B0FEE950D721}"/>
              </a:ext>
            </a:extLst>
          </p:cNvPr>
          <p:cNvGrpSpPr>
            <a:grpSpLocks/>
          </p:cNvGrpSpPr>
          <p:nvPr/>
        </p:nvGrpSpPr>
        <p:grpSpPr bwMode="auto">
          <a:xfrm>
            <a:off x="1434007" y="3526642"/>
            <a:ext cx="1081088" cy="1217613"/>
            <a:chOff x="1404" y="3105"/>
            <a:chExt cx="681" cy="767"/>
          </a:xfrm>
        </p:grpSpPr>
        <p:grpSp>
          <p:nvGrpSpPr>
            <p:cNvPr id="531" name="Group 114">
              <a:extLst>
                <a:ext uri="{FF2B5EF4-FFF2-40B4-BE49-F238E27FC236}">
                  <a16:creationId xmlns:a16="http://schemas.microsoft.com/office/drawing/2014/main" id="{4ED9BB0C-BBE3-634A-9425-253829BD9028}"/>
                </a:ext>
              </a:extLst>
            </p:cNvPr>
            <p:cNvGrpSpPr>
              <a:grpSpLocks/>
            </p:cNvGrpSpPr>
            <p:nvPr/>
          </p:nvGrpSpPr>
          <p:grpSpPr bwMode="auto">
            <a:xfrm>
              <a:off x="1404" y="3355"/>
              <a:ext cx="681" cy="468"/>
              <a:chOff x="42" y="886"/>
              <a:chExt cx="681" cy="468"/>
            </a:xfrm>
          </p:grpSpPr>
          <p:grpSp>
            <p:nvGrpSpPr>
              <p:cNvPr id="536" name="Group 115">
                <a:extLst>
                  <a:ext uri="{FF2B5EF4-FFF2-40B4-BE49-F238E27FC236}">
                    <a16:creationId xmlns:a16="http://schemas.microsoft.com/office/drawing/2014/main" id="{F5CBCFC8-387D-7141-B939-86930848872D}"/>
                  </a:ext>
                </a:extLst>
              </p:cNvPr>
              <p:cNvGrpSpPr>
                <a:grpSpLocks/>
              </p:cNvGrpSpPr>
              <p:nvPr/>
            </p:nvGrpSpPr>
            <p:grpSpPr bwMode="auto">
              <a:xfrm>
                <a:off x="278" y="886"/>
                <a:ext cx="397" cy="154"/>
                <a:chOff x="740" y="3209"/>
                <a:chExt cx="397" cy="154"/>
              </a:xfrm>
            </p:grpSpPr>
            <p:grpSp>
              <p:nvGrpSpPr>
                <p:cNvPr id="561" name="Group 116">
                  <a:extLst>
                    <a:ext uri="{FF2B5EF4-FFF2-40B4-BE49-F238E27FC236}">
                      <a16:creationId xmlns:a16="http://schemas.microsoft.com/office/drawing/2014/main" id="{CA5A2866-1D47-D54F-B3FA-9F0B4E1F66B2}"/>
                    </a:ext>
                  </a:extLst>
                </p:cNvPr>
                <p:cNvGrpSpPr>
                  <a:grpSpLocks/>
                </p:cNvGrpSpPr>
                <p:nvPr/>
              </p:nvGrpSpPr>
              <p:grpSpPr bwMode="auto">
                <a:xfrm>
                  <a:off x="794" y="3209"/>
                  <a:ext cx="343" cy="154"/>
                  <a:chOff x="844" y="3337"/>
                  <a:chExt cx="343" cy="154"/>
                </a:xfrm>
              </p:grpSpPr>
              <p:sp>
                <p:nvSpPr>
                  <p:cNvPr id="564" name="Rectangle 117">
                    <a:extLst>
                      <a:ext uri="{FF2B5EF4-FFF2-40B4-BE49-F238E27FC236}">
                        <a16:creationId xmlns:a16="http://schemas.microsoft.com/office/drawing/2014/main" id="{A1798794-C1E3-6A41-9D81-8ADFCAF3F10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5" name="Text Box 118">
                    <a:extLst>
                      <a:ext uri="{FF2B5EF4-FFF2-40B4-BE49-F238E27FC236}">
                        <a16:creationId xmlns:a16="http://schemas.microsoft.com/office/drawing/2014/main" id="{18E358E2-2F94-B541-9CDB-1B4411672171}"/>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62" name="Rectangle 119">
                  <a:extLst>
                    <a:ext uri="{FF2B5EF4-FFF2-40B4-BE49-F238E27FC236}">
                      <a16:creationId xmlns:a16="http://schemas.microsoft.com/office/drawing/2014/main" id="{60E92D74-1C0E-6D4E-86F9-529F6B495154}"/>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120">
                  <a:extLst>
                    <a:ext uri="{FF2B5EF4-FFF2-40B4-BE49-F238E27FC236}">
                      <a16:creationId xmlns:a16="http://schemas.microsoft.com/office/drawing/2014/main" id="{B5A2B52B-B3F7-9A4A-8B7C-E471FA830A44}"/>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7" name="Group 121">
                <a:extLst>
                  <a:ext uri="{FF2B5EF4-FFF2-40B4-BE49-F238E27FC236}">
                    <a16:creationId xmlns:a16="http://schemas.microsoft.com/office/drawing/2014/main" id="{035DB159-9BF7-404E-8E6C-6F9ACC8B7860}"/>
                  </a:ext>
                </a:extLst>
              </p:cNvPr>
              <p:cNvGrpSpPr>
                <a:grpSpLocks/>
              </p:cNvGrpSpPr>
              <p:nvPr/>
            </p:nvGrpSpPr>
            <p:grpSpPr bwMode="auto">
              <a:xfrm>
                <a:off x="278" y="1034"/>
                <a:ext cx="397" cy="154"/>
                <a:chOff x="836" y="3305"/>
                <a:chExt cx="397" cy="154"/>
              </a:xfrm>
            </p:grpSpPr>
            <p:grpSp>
              <p:nvGrpSpPr>
                <p:cNvPr id="555" name="Group 122">
                  <a:extLst>
                    <a:ext uri="{FF2B5EF4-FFF2-40B4-BE49-F238E27FC236}">
                      <a16:creationId xmlns:a16="http://schemas.microsoft.com/office/drawing/2014/main" id="{3A1FFB78-1B84-BC4B-809E-B98424137E88}"/>
                    </a:ext>
                  </a:extLst>
                </p:cNvPr>
                <p:cNvGrpSpPr>
                  <a:grpSpLocks/>
                </p:cNvGrpSpPr>
                <p:nvPr/>
              </p:nvGrpSpPr>
              <p:grpSpPr bwMode="auto">
                <a:xfrm>
                  <a:off x="890" y="3305"/>
                  <a:ext cx="343" cy="154"/>
                  <a:chOff x="844" y="3337"/>
                  <a:chExt cx="343" cy="154"/>
                </a:xfrm>
              </p:grpSpPr>
              <p:sp>
                <p:nvSpPr>
                  <p:cNvPr id="559" name="Rectangle 123">
                    <a:extLst>
                      <a:ext uri="{FF2B5EF4-FFF2-40B4-BE49-F238E27FC236}">
                        <a16:creationId xmlns:a16="http://schemas.microsoft.com/office/drawing/2014/main" id="{9F352C53-BF43-BF4C-9D1F-B1BE99D920F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Text Box 124">
                    <a:extLst>
                      <a:ext uri="{FF2B5EF4-FFF2-40B4-BE49-F238E27FC236}">
                        <a16:creationId xmlns:a16="http://schemas.microsoft.com/office/drawing/2014/main" id="{B38F1528-1BB7-0B43-9C6C-DC547A522E2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56" name="Group 125">
                  <a:extLst>
                    <a:ext uri="{FF2B5EF4-FFF2-40B4-BE49-F238E27FC236}">
                      <a16:creationId xmlns:a16="http://schemas.microsoft.com/office/drawing/2014/main" id="{31A55DB0-04AA-8349-8D23-49271CD2569B}"/>
                    </a:ext>
                  </a:extLst>
                </p:cNvPr>
                <p:cNvGrpSpPr>
                  <a:grpSpLocks/>
                </p:cNvGrpSpPr>
                <p:nvPr/>
              </p:nvGrpSpPr>
              <p:grpSpPr bwMode="auto">
                <a:xfrm>
                  <a:off x="836" y="3334"/>
                  <a:ext cx="354" cy="94"/>
                  <a:chOff x="836" y="3334"/>
                  <a:chExt cx="354" cy="94"/>
                </a:xfrm>
              </p:grpSpPr>
              <p:sp>
                <p:nvSpPr>
                  <p:cNvPr id="557" name="Rectangle 126">
                    <a:extLst>
                      <a:ext uri="{FF2B5EF4-FFF2-40B4-BE49-F238E27FC236}">
                        <a16:creationId xmlns:a16="http://schemas.microsoft.com/office/drawing/2014/main" id="{94390F34-7CEE-7A49-84C0-E48FD2A2A08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8" name="Rectangle 127">
                    <a:extLst>
                      <a:ext uri="{FF2B5EF4-FFF2-40B4-BE49-F238E27FC236}">
                        <a16:creationId xmlns:a16="http://schemas.microsoft.com/office/drawing/2014/main" id="{538A2EF0-79E8-CD40-8370-B28254A09F29}"/>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8" name="Group 128">
                <a:extLst>
                  <a:ext uri="{FF2B5EF4-FFF2-40B4-BE49-F238E27FC236}">
                    <a16:creationId xmlns:a16="http://schemas.microsoft.com/office/drawing/2014/main" id="{E979D308-81B4-B349-A72C-F91E6667030A}"/>
                  </a:ext>
                </a:extLst>
              </p:cNvPr>
              <p:cNvGrpSpPr>
                <a:grpSpLocks/>
              </p:cNvGrpSpPr>
              <p:nvPr/>
            </p:nvGrpSpPr>
            <p:grpSpPr bwMode="auto">
              <a:xfrm>
                <a:off x="165" y="1054"/>
                <a:ext cx="480" cy="112"/>
                <a:chOff x="627" y="3377"/>
                <a:chExt cx="480" cy="112"/>
              </a:xfrm>
            </p:grpSpPr>
            <p:sp>
              <p:nvSpPr>
                <p:cNvPr id="553" name="Rectangle 129">
                  <a:extLst>
                    <a:ext uri="{FF2B5EF4-FFF2-40B4-BE49-F238E27FC236}">
                      <a16:creationId xmlns:a16="http://schemas.microsoft.com/office/drawing/2014/main" id="{03290AA5-3D74-9142-8A86-FB7F133A6896}"/>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4" name="Rectangle 130">
                  <a:extLst>
                    <a:ext uri="{FF2B5EF4-FFF2-40B4-BE49-F238E27FC236}">
                      <a16:creationId xmlns:a16="http://schemas.microsoft.com/office/drawing/2014/main" id="{83A16793-5237-0343-B0E2-17EDC0BC8A0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9" name="Group 131">
                <a:extLst>
                  <a:ext uri="{FF2B5EF4-FFF2-40B4-BE49-F238E27FC236}">
                    <a16:creationId xmlns:a16="http://schemas.microsoft.com/office/drawing/2014/main" id="{8C5CE498-6C00-1A47-A13B-047B76B73152}"/>
                  </a:ext>
                </a:extLst>
              </p:cNvPr>
              <p:cNvGrpSpPr>
                <a:grpSpLocks/>
              </p:cNvGrpSpPr>
              <p:nvPr/>
            </p:nvGrpSpPr>
            <p:grpSpPr bwMode="auto">
              <a:xfrm>
                <a:off x="42" y="1200"/>
                <a:ext cx="681" cy="154"/>
                <a:chOff x="504" y="3523"/>
                <a:chExt cx="681" cy="154"/>
              </a:xfrm>
            </p:grpSpPr>
            <p:grpSp>
              <p:nvGrpSpPr>
                <p:cNvPr id="540" name="Group 132">
                  <a:extLst>
                    <a:ext uri="{FF2B5EF4-FFF2-40B4-BE49-F238E27FC236}">
                      <a16:creationId xmlns:a16="http://schemas.microsoft.com/office/drawing/2014/main" id="{23F62EBA-E6FB-0649-93C1-969E5CB760B5}"/>
                    </a:ext>
                  </a:extLst>
                </p:cNvPr>
                <p:cNvGrpSpPr>
                  <a:grpSpLocks/>
                </p:cNvGrpSpPr>
                <p:nvPr/>
              </p:nvGrpSpPr>
              <p:grpSpPr bwMode="auto">
                <a:xfrm>
                  <a:off x="623" y="3523"/>
                  <a:ext cx="510" cy="154"/>
                  <a:chOff x="723" y="3453"/>
                  <a:chExt cx="510" cy="154"/>
                </a:xfrm>
              </p:grpSpPr>
              <p:grpSp>
                <p:nvGrpSpPr>
                  <p:cNvPr id="544" name="Group 133">
                    <a:extLst>
                      <a:ext uri="{FF2B5EF4-FFF2-40B4-BE49-F238E27FC236}">
                        <a16:creationId xmlns:a16="http://schemas.microsoft.com/office/drawing/2014/main" id="{4EA75669-10CD-3341-B63D-39C3D42157CB}"/>
                      </a:ext>
                    </a:extLst>
                  </p:cNvPr>
                  <p:cNvGrpSpPr>
                    <a:grpSpLocks/>
                  </p:cNvGrpSpPr>
                  <p:nvPr/>
                </p:nvGrpSpPr>
                <p:grpSpPr bwMode="auto">
                  <a:xfrm>
                    <a:off x="836" y="3453"/>
                    <a:ext cx="397" cy="154"/>
                    <a:chOff x="836" y="3305"/>
                    <a:chExt cx="397" cy="154"/>
                  </a:xfrm>
                </p:grpSpPr>
                <p:grpSp>
                  <p:nvGrpSpPr>
                    <p:cNvPr id="547" name="Group 134">
                      <a:extLst>
                        <a:ext uri="{FF2B5EF4-FFF2-40B4-BE49-F238E27FC236}">
                          <a16:creationId xmlns:a16="http://schemas.microsoft.com/office/drawing/2014/main" id="{3DB8D785-CA4C-4F45-BC85-C0F2E04386BE}"/>
                        </a:ext>
                      </a:extLst>
                    </p:cNvPr>
                    <p:cNvGrpSpPr>
                      <a:grpSpLocks/>
                    </p:cNvGrpSpPr>
                    <p:nvPr/>
                  </p:nvGrpSpPr>
                  <p:grpSpPr bwMode="auto">
                    <a:xfrm>
                      <a:off x="890" y="3305"/>
                      <a:ext cx="343" cy="154"/>
                      <a:chOff x="844" y="3337"/>
                      <a:chExt cx="343" cy="154"/>
                    </a:xfrm>
                  </p:grpSpPr>
                  <p:sp>
                    <p:nvSpPr>
                      <p:cNvPr id="551" name="Rectangle 135">
                        <a:extLst>
                          <a:ext uri="{FF2B5EF4-FFF2-40B4-BE49-F238E27FC236}">
                            <a16:creationId xmlns:a16="http://schemas.microsoft.com/office/drawing/2014/main" id="{73BF9FED-27A2-D749-A9D4-97C2F2137CB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2" name="Text Box 136">
                        <a:extLst>
                          <a:ext uri="{FF2B5EF4-FFF2-40B4-BE49-F238E27FC236}">
                            <a16:creationId xmlns:a16="http://schemas.microsoft.com/office/drawing/2014/main" id="{E27DFA6B-3DCF-5E41-804E-1E89D6FAC5B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48" name="Group 137">
                      <a:extLst>
                        <a:ext uri="{FF2B5EF4-FFF2-40B4-BE49-F238E27FC236}">
                          <a16:creationId xmlns:a16="http://schemas.microsoft.com/office/drawing/2014/main" id="{FE60BC03-5895-2849-A9B5-3A91D2E61F50}"/>
                        </a:ext>
                      </a:extLst>
                    </p:cNvPr>
                    <p:cNvGrpSpPr>
                      <a:grpSpLocks/>
                    </p:cNvGrpSpPr>
                    <p:nvPr/>
                  </p:nvGrpSpPr>
                  <p:grpSpPr bwMode="auto">
                    <a:xfrm>
                      <a:off x="836" y="3334"/>
                      <a:ext cx="354" cy="94"/>
                      <a:chOff x="836" y="3334"/>
                      <a:chExt cx="354" cy="94"/>
                    </a:xfrm>
                  </p:grpSpPr>
                  <p:sp>
                    <p:nvSpPr>
                      <p:cNvPr id="549" name="Rectangle 138">
                        <a:extLst>
                          <a:ext uri="{FF2B5EF4-FFF2-40B4-BE49-F238E27FC236}">
                            <a16:creationId xmlns:a16="http://schemas.microsoft.com/office/drawing/2014/main" id="{1CC6F6E7-056B-BE49-9EDE-9E4820DFF9C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Rectangle 139">
                        <a:extLst>
                          <a:ext uri="{FF2B5EF4-FFF2-40B4-BE49-F238E27FC236}">
                            <a16:creationId xmlns:a16="http://schemas.microsoft.com/office/drawing/2014/main" id="{B2370641-92E5-B14E-A98F-A1929AC4C3D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5" name="Rectangle 140">
                    <a:extLst>
                      <a:ext uri="{FF2B5EF4-FFF2-40B4-BE49-F238E27FC236}">
                        <a16:creationId xmlns:a16="http://schemas.microsoft.com/office/drawing/2014/main" id="{951CE1B5-0E7C-F545-B1CE-3FD9A3AC942C}"/>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6" name="Rectangle 141">
                    <a:extLst>
                      <a:ext uri="{FF2B5EF4-FFF2-40B4-BE49-F238E27FC236}">
                        <a16:creationId xmlns:a16="http://schemas.microsoft.com/office/drawing/2014/main" id="{EBF50DB3-3EEA-3744-B3C7-26A8B5DAB3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41" name="Rectangle 142">
                  <a:extLst>
                    <a:ext uri="{FF2B5EF4-FFF2-40B4-BE49-F238E27FC236}">
                      <a16:creationId xmlns:a16="http://schemas.microsoft.com/office/drawing/2014/main" id="{11872743-8187-794A-A4CC-C207808DE17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2" name="Rectangle 143">
                  <a:extLst>
                    <a:ext uri="{FF2B5EF4-FFF2-40B4-BE49-F238E27FC236}">
                      <a16:creationId xmlns:a16="http://schemas.microsoft.com/office/drawing/2014/main" id="{90686308-79B3-A741-A38F-0A9A27CC5A6D}"/>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3" name="Rectangle 144">
                  <a:extLst>
                    <a:ext uri="{FF2B5EF4-FFF2-40B4-BE49-F238E27FC236}">
                      <a16:creationId xmlns:a16="http://schemas.microsoft.com/office/drawing/2014/main" id="{94336876-4C09-4F47-8836-78A0B6D3F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32" name="AutoShape 145">
              <a:extLst>
                <a:ext uri="{FF2B5EF4-FFF2-40B4-BE49-F238E27FC236}">
                  <a16:creationId xmlns:a16="http://schemas.microsoft.com/office/drawing/2014/main" id="{0E9EC902-9ADE-1B41-89CD-08F40DDC5C44}"/>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3" name="Group 146">
              <a:extLst>
                <a:ext uri="{FF2B5EF4-FFF2-40B4-BE49-F238E27FC236}">
                  <a16:creationId xmlns:a16="http://schemas.microsoft.com/office/drawing/2014/main" id="{26A646AA-2BA0-7E43-9602-AD9BD44C7E9C}"/>
                </a:ext>
              </a:extLst>
            </p:cNvPr>
            <p:cNvGrpSpPr>
              <a:grpSpLocks/>
            </p:cNvGrpSpPr>
            <p:nvPr/>
          </p:nvGrpSpPr>
          <p:grpSpPr bwMode="auto">
            <a:xfrm>
              <a:off x="1695" y="3227"/>
              <a:ext cx="343" cy="154"/>
              <a:chOff x="844" y="3337"/>
              <a:chExt cx="343" cy="154"/>
            </a:xfrm>
          </p:grpSpPr>
          <p:sp>
            <p:nvSpPr>
              <p:cNvPr id="534" name="Rectangle 147">
                <a:extLst>
                  <a:ext uri="{FF2B5EF4-FFF2-40B4-BE49-F238E27FC236}">
                    <a16:creationId xmlns:a16="http://schemas.microsoft.com/office/drawing/2014/main" id="{07E25020-7B37-A04F-BC9F-CC664C1E33E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5" name="Text Box 148">
                <a:extLst>
                  <a:ext uri="{FF2B5EF4-FFF2-40B4-BE49-F238E27FC236}">
                    <a16:creationId xmlns:a16="http://schemas.microsoft.com/office/drawing/2014/main" id="{B71D74B2-5C0B-684C-9277-C20B9E2C862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nvGrpSpPr>
          <p:cNvPr id="566" name="Group 149">
            <a:extLst>
              <a:ext uri="{FF2B5EF4-FFF2-40B4-BE49-F238E27FC236}">
                <a16:creationId xmlns:a16="http://schemas.microsoft.com/office/drawing/2014/main" id="{2E81670D-D7D0-154D-B0F0-B1DC32F51443}"/>
              </a:ext>
            </a:extLst>
          </p:cNvPr>
          <p:cNvGrpSpPr>
            <a:grpSpLocks/>
          </p:cNvGrpSpPr>
          <p:nvPr/>
        </p:nvGrpSpPr>
        <p:grpSpPr bwMode="auto">
          <a:xfrm>
            <a:off x="1897557" y="3723492"/>
            <a:ext cx="544513" cy="244475"/>
            <a:chOff x="844" y="3337"/>
            <a:chExt cx="343" cy="154"/>
          </a:xfrm>
        </p:grpSpPr>
        <p:sp>
          <p:nvSpPr>
            <p:cNvPr id="567" name="Rectangle 150">
              <a:extLst>
                <a:ext uri="{FF2B5EF4-FFF2-40B4-BE49-F238E27FC236}">
                  <a16:creationId xmlns:a16="http://schemas.microsoft.com/office/drawing/2014/main" id="{33380EC7-93CD-4144-9F2C-0AA18AC6889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8" name="Text Box 151">
              <a:extLst>
                <a:ext uri="{FF2B5EF4-FFF2-40B4-BE49-F238E27FC236}">
                  <a16:creationId xmlns:a16="http://schemas.microsoft.com/office/drawing/2014/main" id="{13B09AE2-5621-164B-9E6B-3A5B813C571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05" name="Group 201">
            <a:extLst>
              <a:ext uri="{FF2B5EF4-FFF2-40B4-BE49-F238E27FC236}">
                <a16:creationId xmlns:a16="http://schemas.microsoft.com/office/drawing/2014/main" id="{FF87DDB3-D188-D547-94FA-34A4BD6E75FA}"/>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5A116C24-FD0D-524C-BD54-B4D1A03203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2E9C8DE-01FD-FB4C-AD1A-AD1033A7A9AF}"/>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8BFE3EF-3D4D-7745-9107-327DDE88484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C815899E-2C99-B94F-8093-F7DF2F779BE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12F4A1ED-74F2-2743-B6CB-84BB0A70757F}"/>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87817073-3B24-5C4E-9EC6-D17AB590DA3B}"/>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47D7B5F5-F21D-AA47-969B-32D82A486244}"/>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C5BFB547-41DA-CE47-8F2A-07B32691DB8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7426E26-DFD3-4E49-A4AB-E7D92EADE261}"/>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1E5DE22A-3A7E-E34D-BC09-C6D79D5E82CA}"/>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F3350D83-A37B-654F-BC15-3B64D5E40D8E}"/>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B18B4670-EA2C-C040-B7C7-DF1C5CD3BB99}"/>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608AB031-42A8-7844-91D7-E121D7AFB0D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B30CE18-AA62-5D4F-9504-F379EC62815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F273493D-769A-6A47-81D6-CFE42FCEDD99}"/>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50233E91-DB46-0440-A9F4-7856CC6008A4}"/>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E318885A-C7D9-0040-AB6B-C8AFA11C930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4FB59E0D-1C06-5A47-9E38-435DD56169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2D81EDBC-2244-EE47-B91B-6015B8F4A1AB}"/>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841436C-D828-444B-9F87-A00B9F6BF7FA}"/>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4B8D74A3-40FD-5B4C-A02E-D4E8386CF779}"/>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50AB4F2E-AE72-8D4C-AA1F-7AD8290C252A}"/>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C094492-66FF-D74F-96E3-417905EB735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4EF43682-719C-EC42-A8EC-9D770708A3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5D1293CA-EFE7-1F4C-9252-D49ECE8A5A23}"/>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2DCDE886-6014-7445-882A-8A5AF2C080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CBAB532C-E94C-CE4D-93FA-6D66F82A16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F79D5F24-40D8-2B4D-80F5-FF46C39FCA47}"/>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50CC80E8-B2F6-E349-9AF6-BAEE0DA6E856}"/>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3FC2A69B-7EC0-AC4A-8189-689B3A4F892D}"/>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B7A2AA25-3067-2248-9695-C58263FCF2A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318AE34C-E894-394D-B1EF-52897C0B6EB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92" name="Slide Number Placeholder 3">
            <a:extLst>
              <a:ext uri="{FF2B5EF4-FFF2-40B4-BE49-F238E27FC236}">
                <a16:creationId xmlns:a16="http://schemas.microsoft.com/office/drawing/2014/main" id="{4AFF1D3F-BB66-9045-AF2E-A9B9CDEA9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38</a:t>
            </a:fld>
            <a:endParaRPr lang="en-US" dirty="0"/>
          </a:p>
        </p:txBody>
      </p:sp>
    </p:spTree>
    <p:extLst>
      <p:ext uri="{BB962C8B-B14F-4D97-AF65-F5344CB8AC3E}">
        <p14:creationId xmlns:p14="http://schemas.microsoft.com/office/powerpoint/2010/main" val="120550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61"/>
                                        </p:tgtEl>
                                        <p:attrNameLst>
                                          <p:attrName>style.visibility</p:attrName>
                                        </p:attrNameLst>
                                      </p:cBhvr>
                                      <p:to>
                                        <p:strVal val="visible"/>
                                      </p:to>
                                    </p:set>
                                    <p:animEffect transition="in" filter="wipe(left)">
                                      <p:cBhvr>
                                        <p:cTn id="7" dur="500"/>
                                        <p:tgtEl>
                                          <p:spTgt spid="461"/>
                                        </p:tgtEl>
                                      </p:cBhvr>
                                    </p:animEffect>
                                  </p:childTnLst>
                                </p:cTn>
                              </p:par>
                            </p:childTnLst>
                          </p:cTn>
                        </p:par>
                        <p:par>
                          <p:cTn id="8" fill="hold">
                            <p:stCondLst>
                              <p:cond delay="500"/>
                            </p:stCondLst>
                            <p:childTnLst>
                              <p:par>
                                <p:cTn id="9" presetID="9" presetClass="exit" presetSubtype="0" fill="hold" nodeType="afterEffect">
                                  <p:stCondLst>
                                    <p:cond delay="0"/>
                                  </p:stCondLst>
                                  <p:childTnLst>
                                    <p:animEffect transition="out" filter="dissolve">
                                      <p:cBhvr>
                                        <p:cTn id="10" dur="500"/>
                                        <p:tgtEl>
                                          <p:spTgt spid="461"/>
                                        </p:tgtEl>
                                      </p:cBhvr>
                                    </p:animEffect>
                                    <p:set>
                                      <p:cBhvr>
                                        <p:cTn id="11" dur="1" fill="hold">
                                          <p:stCondLst>
                                            <p:cond delay="499"/>
                                          </p:stCondLst>
                                        </p:cTn>
                                        <p:tgtEl>
                                          <p:spTgt spid="461"/>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wipe(down)">
                                      <p:cBhvr>
                                        <p:cTn id="16" dur="500"/>
                                        <p:tgtEl>
                                          <p:spTgt spid="46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471"/>
                                        </p:tgtEl>
                                        <p:attrNameLst>
                                          <p:attrName>style.visibility</p:attrName>
                                        </p:attrNameLst>
                                      </p:cBhvr>
                                      <p:to>
                                        <p:strVal val="visible"/>
                                      </p:to>
                                    </p:set>
                                    <p:animEffect transition="in" filter="dissolve">
                                      <p:cBhvr>
                                        <p:cTn id="20" dur="500"/>
                                        <p:tgtEl>
                                          <p:spTgt spid="471"/>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37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74"/>
                                        </p:tgtEl>
                                        <p:attrNameLst>
                                          <p:attrName>style.visibility</p:attrName>
                                        </p:attrNameLst>
                                      </p:cBhvr>
                                      <p:to>
                                        <p:strVal val="visible"/>
                                      </p:to>
                                    </p:set>
                                    <p:animEffect transition="in" filter="wipe(up)">
                                      <p:cBhvr>
                                        <p:cTn id="27" dur="500"/>
                                        <p:tgtEl>
                                          <p:spTgt spid="474"/>
                                        </p:tgtEl>
                                      </p:cBhvr>
                                    </p:animEffect>
                                  </p:childTnLst>
                                </p:cTn>
                              </p:par>
                              <p:par>
                                <p:cTn id="28" presetID="1" presetClass="entr" presetSubtype="0" fill="hold" grpId="0" nodeType="withEffect">
                                  <p:stCondLst>
                                    <p:cond delay="0"/>
                                  </p:stCondLst>
                                  <p:childTnLst>
                                    <p:set>
                                      <p:cBhvr>
                                        <p:cTn id="29" dur="1" fill="hold">
                                          <p:stCondLst>
                                            <p:cond delay="0"/>
                                          </p:stCondLst>
                                        </p:cTn>
                                        <p:tgtEl>
                                          <p:spTgt spid="38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471"/>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474"/>
                                        </p:tgtEl>
                                        <p:attrNameLst>
                                          <p:attrName>style.visibility</p:attrName>
                                        </p:attrNameLst>
                                      </p:cBhvr>
                                      <p:to>
                                        <p:strVal val="hidden"/>
                                      </p:to>
                                    </p:set>
                                  </p:childTnLst>
                                </p:cTn>
                              </p:par>
                            </p:childTnLst>
                          </p:cTn>
                        </p:par>
                        <p:par>
                          <p:cTn id="36" fill="hold">
                            <p:stCondLst>
                              <p:cond delay="0"/>
                            </p:stCondLst>
                            <p:childTnLst>
                              <p:par>
                                <p:cTn id="37" presetID="1"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87"/>
                                        </p:tgtEl>
                                        <p:attrNameLst>
                                          <p:attrName>style.visibility</p:attrName>
                                        </p:attrNameLst>
                                      </p:cBhvr>
                                      <p:to>
                                        <p:strVal val="visible"/>
                                      </p:to>
                                    </p:set>
                                  </p:childTnLst>
                                </p:cTn>
                              </p:par>
                            </p:childTnLst>
                          </p:cTn>
                        </p:par>
                        <p:par>
                          <p:cTn id="41" fill="hold">
                            <p:stCondLst>
                              <p:cond delay="0"/>
                            </p:stCondLst>
                            <p:childTnLst>
                              <p:par>
                                <p:cTn id="42" presetID="0" presetClass="path" presetSubtype="0" accel="50000" decel="50000" fill="hold" nodeType="afterEffect">
                                  <p:stCondLst>
                                    <p:cond delay="0"/>
                                  </p:stCondLst>
                                  <p:childTnLst>
                                    <p:animMotion origin="layout" path="M -0.04831 -0.00046 L 0.22604 -0.00139 L 0.09076 0.25787 L -0.02708 0.25625 " pathEditMode="relative" rAng="0" ptsTypes="AAAA">
                                      <p:cBhvr>
                                        <p:cTn id="43" dur="2000" fill="hold"/>
                                        <p:tgtEl>
                                          <p:spTgt spid="507"/>
                                        </p:tgtEl>
                                        <p:attrNameLst>
                                          <p:attrName>ppt_x</p:attrName>
                                          <p:attrName>ppt_y</p:attrName>
                                        </p:attrNameLst>
                                      </p:cBhvr>
                                      <p:rCtr x="13724" y="12870"/>
                                    </p:animMotion>
                                  </p:childTnLst>
                                </p:cTn>
                              </p:par>
                            </p:childTnLst>
                          </p:cTn>
                        </p:par>
                        <p:par>
                          <p:cTn id="44" fill="hold">
                            <p:stCondLst>
                              <p:cond delay="2000"/>
                            </p:stCondLst>
                            <p:childTnLst>
                              <p:par>
                                <p:cTn id="45" presetID="22" presetClass="entr" presetSubtype="2" fill="hold" nodeType="afterEffect">
                                  <p:stCondLst>
                                    <p:cond delay="0"/>
                                  </p:stCondLst>
                                  <p:childTnLst>
                                    <p:set>
                                      <p:cBhvr>
                                        <p:cTn id="46" dur="1" fill="hold">
                                          <p:stCondLst>
                                            <p:cond delay="0"/>
                                          </p:stCondLst>
                                        </p:cTn>
                                        <p:tgtEl>
                                          <p:spTgt spid="521"/>
                                        </p:tgtEl>
                                        <p:attrNameLst>
                                          <p:attrName>style.visibility</p:attrName>
                                        </p:attrNameLst>
                                      </p:cBhvr>
                                      <p:to>
                                        <p:strVal val="visible"/>
                                      </p:to>
                                    </p:set>
                                    <p:animEffect transition="in" filter="wipe(right)">
                                      <p:cBhvr>
                                        <p:cTn id="47" dur="500"/>
                                        <p:tgtEl>
                                          <p:spTgt spid="5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530"/>
                                        </p:tgtEl>
                                        <p:attrNameLst>
                                          <p:attrName>style.visibility</p:attrName>
                                        </p:attrNameLst>
                                      </p:cBhvr>
                                      <p:to>
                                        <p:strVal val="visible"/>
                                      </p:to>
                                    </p:set>
                                    <p:animEffect transition="in" filter="wipe(down)">
                                      <p:cBhvr>
                                        <p:cTn id="52" dur="1000"/>
                                        <p:tgtEl>
                                          <p:spTgt spid="530"/>
                                        </p:tgtEl>
                                      </p:cBhvr>
                                    </p:animEffect>
                                  </p:childTnLst>
                                </p:cTn>
                              </p:par>
                              <p:par>
                                <p:cTn id="53" presetID="1" presetClass="exit" presetSubtype="0" fill="hold" nodeType="withEffect">
                                  <p:stCondLst>
                                    <p:cond delay="0"/>
                                  </p:stCondLst>
                                  <p:childTnLst>
                                    <p:set>
                                      <p:cBhvr>
                                        <p:cTn id="54" dur="1" fill="hold">
                                          <p:stCondLst>
                                            <p:cond delay="0"/>
                                          </p:stCondLst>
                                        </p:cTn>
                                        <p:tgtEl>
                                          <p:spTgt spid="507"/>
                                        </p:tgtEl>
                                        <p:attrNameLst>
                                          <p:attrName>style.visibility</p:attrName>
                                        </p:attrNameLst>
                                      </p:cBhvr>
                                      <p:to>
                                        <p:strVal val="hidden"/>
                                      </p:to>
                                    </p:set>
                                  </p:childTnLst>
                                </p:cTn>
                              </p:par>
                            </p:childTnLst>
                          </p:cTn>
                        </p:par>
                        <p:par>
                          <p:cTn id="55" fill="hold">
                            <p:stCondLst>
                              <p:cond delay="1000"/>
                            </p:stCondLst>
                            <p:childTnLst>
                              <p:par>
                                <p:cTn id="56" presetID="1" presetClass="exit" presetSubtype="0" fill="hold" nodeType="afterEffect">
                                  <p:stCondLst>
                                    <p:cond delay="1000"/>
                                  </p:stCondLst>
                                  <p:childTnLst>
                                    <p:set>
                                      <p:cBhvr>
                                        <p:cTn id="57" dur="1" fill="hold">
                                          <p:stCondLst>
                                            <p:cond delay="0"/>
                                          </p:stCondLst>
                                        </p:cTn>
                                        <p:tgtEl>
                                          <p:spTgt spid="530"/>
                                        </p:tgtEl>
                                        <p:attrNameLst>
                                          <p:attrName>style.visibility</p:attrName>
                                        </p:attrNameLst>
                                      </p:cBhvr>
                                      <p:to>
                                        <p:strVal val="hidden"/>
                                      </p:to>
                                    </p:set>
                                  </p:childTnLst>
                                </p:cTn>
                              </p:par>
                              <p:par>
                                <p:cTn id="58" presetID="1" presetClass="entr" presetSubtype="0" fill="hold" grpId="0" nodeType="withEffect">
                                  <p:stCondLst>
                                    <p:cond delay="0"/>
                                  </p:stCondLst>
                                  <p:childTnLst>
                                    <p:set>
                                      <p:cBhvr>
                                        <p:cTn id="59" dur="1" fill="hold">
                                          <p:stCondLst>
                                            <p:cond delay="0"/>
                                          </p:stCondLst>
                                        </p:cTn>
                                        <p:tgtEl>
                                          <p:spTgt spid="388"/>
                                        </p:tgtEl>
                                        <p:attrNameLst>
                                          <p:attrName>style.visibility</p:attrName>
                                        </p:attrNameLst>
                                      </p:cBhvr>
                                      <p:to>
                                        <p:strVal val="visible"/>
                                      </p:to>
                                    </p:set>
                                  </p:childTnLst>
                                </p:cTn>
                              </p:par>
                              <p:par>
                                <p:cTn id="60" presetID="1" presetClass="entr" presetSubtype="0" fill="hold" nodeType="withEffect">
                                  <p:stCondLst>
                                    <p:cond delay="1000"/>
                                  </p:stCondLst>
                                  <p:childTnLst>
                                    <p:set>
                                      <p:cBhvr>
                                        <p:cTn id="61" dur="1" fill="hold">
                                          <p:stCondLst>
                                            <p:cond delay="0"/>
                                          </p:stCondLst>
                                        </p:cTn>
                                        <p:tgtEl>
                                          <p:spTgt spid="5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build="p"/>
      <p:bldP spid="386" grpId="0"/>
      <p:bldP spid="387" grpId="0"/>
      <p:bldP spid="388"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2" name="Freeform 3">
            <a:extLst>
              <a:ext uri="{FF2B5EF4-FFF2-40B4-BE49-F238E27FC236}">
                <a16:creationId xmlns:a16="http://schemas.microsoft.com/office/drawing/2014/main" id="{42214F0C-3946-2842-9FE2-86D791CF7CDE}"/>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90E651B2-5767-254D-BFFF-F98A2DA290D7}"/>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D9809221-7CE0-8046-8E91-B6753569FB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DC472C6-9721-C642-93DD-6200DE2D95B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52AE91E4-7763-A049-AFCC-EB7B96F0955B}"/>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A273E984-8C3A-0740-82A8-2E2599CD3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7EA2290B-2BC3-5547-860F-F85A175C85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03CB962D-CD9C-CF49-8299-D8B735987FF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F22BB5F1-324C-684A-BA10-14C9DC6D152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C77F0771-5BFA-4F46-B018-EA1196B5BD33}"/>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DC02F35E-586D-4D43-9F82-AA3C523EF1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FC2CB17F-DB64-1D42-8E09-1FB27CCC86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C4991A85-0B3F-E04D-B5FE-9ED876C292C5}"/>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D2147E93-7F10-5E4E-82A7-CD68E9613A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0E82B1F7-64A2-4B47-8098-6B78F006CB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2DAD4026-07D9-B348-8472-FAF792A031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97502A9C-2CE0-384A-BFF7-5DC0740BEC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1301" name="Rectangle 3">
            <a:extLst>
              <a:ext uri="{FF2B5EF4-FFF2-40B4-BE49-F238E27FC236}">
                <a16:creationId xmlns:a16="http://schemas.microsoft.com/office/drawing/2014/main" id="{B0905C97-5D6E-7249-9E37-7FCBF705EA8C}"/>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DCP server formulates DHCP ACK containing client</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4" name="Line 43">
            <a:extLst>
              <a:ext uri="{FF2B5EF4-FFF2-40B4-BE49-F238E27FC236}">
                <a16:creationId xmlns:a16="http://schemas.microsoft.com/office/drawing/2014/main" id="{8A0432BD-BA0C-F849-9871-F783C094E73F}"/>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446ABBB-605F-0348-9C54-5F67A0839129}"/>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7" name="Rectangle 148">
            <a:extLst>
              <a:ext uri="{FF2B5EF4-FFF2-40B4-BE49-F238E27FC236}">
                <a16:creationId xmlns:a16="http://schemas.microsoft.com/office/drawing/2014/main" id="{9158E87B-EE7D-8B47-8629-18353FFAA079}"/>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encapsulated DHCP server reply forwarded to client, de-muxing up to DHCP at client</a:t>
            </a:r>
          </a:p>
        </p:txBody>
      </p:sp>
      <p:grpSp>
        <p:nvGrpSpPr>
          <p:cNvPr id="1308" name="Group 153">
            <a:extLst>
              <a:ext uri="{FF2B5EF4-FFF2-40B4-BE49-F238E27FC236}">
                <a16:creationId xmlns:a16="http://schemas.microsoft.com/office/drawing/2014/main" id="{500FCBF7-4DEA-BA4D-8711-636C42019B46}"/>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3868FFB9-BDAC-204F-B090-572CFF23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5B3F7275-C1A2-854F-BF4E-9F9DD573C24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82F23E43-540B-434A-87AB-A64D933878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A23F1653-971F-4247-B468-CAF7D647693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D9EC5F36-5E09-7C4C-8B4E-8DAF3F4D8DFE}"/>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01712AF2-06FB-1449-BF57-9F872CAC3DD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AD274FB9-59F2-B843-83F1-3A45B5E61BAE}"/>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FD303974-7F87-0A4E-B5B4-44C379AFBE9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7FE2E5A3-CD19-A546-AB4B-0EA1E8829B87}"/>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7C6E99EF-2B63-CA4C-A5DE-9FD3B5342716}"/>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6E12DE36-0A64-834A-BBAD-E04C44B20D7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1FBE48EE-8299-0C48-AA7E-067EF21501A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5B9E5CB6-217A-FE41-ADE1-6C272A96DA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92CD83EB-B4AF-A548-A5D7-EBCD60E8A36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94C640D8-D8AA-CB46-A5DC-C4ED29645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48296531-4D47-1C43-883A-FCB34D0E766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B3B79E68-20B5-D540-9C6C-F5B052950A8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A0BC90D7-6F1C-D743-B1E1-E6AA5880C74F}"/>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67AB0043-2D4A-6C4B-A1C1-11D5C002F1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29336F87-5569-2B41-A813-4C77EA08262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14DC99A0-1B13-854A-AE94-D90A916E93B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99CA53A-FCB0-C843-A9FA-161EA99536C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353F74F6-1F17-C144-9E33-1C3CA4A126A4}"/>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381" name="Group 53">
            <a:extLst>
              <a:ext uri="{FF2B5EF4-FFF2-40B4-BE49-F238E27FC236}">
                <a16:creationId xmlns:a16="http://schemas.microsoft.com/office/drawing/2014/main" id="{D881BBC4-DF18-094B-9377-D624EBDA50A4}"/>
              </a:ext>
            </a:extLst>
          </p:cNvPr>
          <p:cNvGrpSpPr>
            <a:grpSpLocks/>
          </p:cNvGrpSpPr>
          <p:nvPr/>
        </p:nvGrpSpPr>
        <p:grpSpPr bwMode="auto">
          <a:xfrm>
            <a:off x="1446707" y="3709208"/>
            <a:ext cx="1081088" cy="1166812"/>
            <a:chOff x="42" y="744"/>
            <a:chExt cx="681" cy="735"/>
          </a:xfrm>
        </p:grpSpPr>
        <p:grpSp>
          <p:nvGrpSpPr>
            <p:cNvPr id="1382" name="Group 54">
              <a:extLst>
                <a:ext uri="{FF2B5EF4-FFF2-40B4-BE49-F238E27FC236}">
                  <a16:creationId xmlns:a16="http://schemas.microsoft.com/office/drawing/2014/main" id="{170B4756-1C1B-FA4C-BE56-C5B53174E74B}"/>
                </a:ext>
              </a:extLst>
            </p:cNvPr>
            <p:cNvGrpSpPr>
              <a:grpSpLocks/>
            </p:cNvGrpSpPr>
            <p:nvPr/>
          </p:nvGrpSpPr>
          <p:grpSpPr bwMode="auto">
            <a:xfrm>
              <a:off x="42" y="886"/>
              <a:ext cx="681" cy="468"/>
              <a:chOff x="42" y="886"/>
              <a:chExt cx="681" cy="468"/>
            </a:xfrm>
          </p:grpSpPr>
          <p:grpSp>
            <p:nvGrpSpPr>
              <p:cNvPr id="1384" name="Group 55">
                <a:extLst>
                  <a:ext uri="{FF2B5EF4-FFF2-40B4-BE49-F238E27FC236}">
                    <a16:creationId xmlns:a16="http://schemas.microsoft.com/office/drawing/2014/main" id="{158AD155-91D9-8746-B26B-44DF570C833E}"/>
                  </a:ext>
                </a:extLst>
              </p:cNvPr>
              <p:cNvGrpSpPr>
                <a:grpSpLocks/>
              </p:cNvGrpSpPr>
              <p:nvPr/>
            </p:nvGrpSpPr>
            <p:grpSpPr bwMode="auto">
              <a:xfrm>
                <a:off x="278" y="886"/>
                <a:ext cx="397" cy="154"/>
                <a:chOff x="740" y="3209"/>
                <a:chExt cx="397" cy="154"/>
              </a:xfrm>
            </p:grpSpPr>
            <p:grpSp>
              <p:nvGrpSpPr>
                <p:cNvPr id="1409" name="Group 56">
                  <a:extLst>
                    <a:ext uri="{FF2B5EF4-FFF2-40B4-BE49-F238E27FC236}">
                      <a16:creationId xmlns:a16="http://schemas.microsoft.com/office/drawing/2014/main" id="{022CBD0E-FD62-DF4F-918D-BEF120E07F5A}"/>
                    </a:ext>
                  </a:extLst>
                </p:cNvPr>
                <p:cNvGrpSpPr>
                  <a:grpSpLocks/>
                </p:cNvGrpSpPr>
                <p:nvPr/>
              </p:nvGrpSpPr>
              <p:grpSpPr bwMode="auto">
                <a:xfrm>
                  <a:off x="794" y="3209"/>
                  <a:ext cx="343" cy="154"/>
                  <a:chOff x="844" y="3337"/>
                  <a:chExt cx="343" cy="154"/>
                </a:xfrm>
              </p:grpSpPr>
              <p:sp>
                <p:nvSpPr>
                  <p:cNvPr id="1412" name="Rectangle 57">
                    <a:extLst>
                      <a:ext uri="{FF2B5EF4-FFF2-40B4-BE49-F238E27FC236}">
                        <a16:creationId xmlns:a16="http://schemas.microsoft.com/office/drawing/2014/main" id="{13FCEBF7-0D42-0047-B009-0CE916D9415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3" name="Text Box 58">
                    <a:extLst>
                      <a:ext uri="{FF2B5EF4-FFF2-40B4-BE49-F238E27FC236}">
                        <a16:creationId xmlns:a16="http://schemas.microsoft.com/office/drawing/2014/main" id="{5F0D413F-7D55-814C-931F-A524E4DB1FFD}"/>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10" name="Rectangle 59">
                  <a:extLst>
                    <a:ext uri="{FF2B5EF4-FFF2-40B4-BE49-F238E27FC236}">
                      <a16:creationId xmlns:a16="http://schemas.microsoft.com/office/drawing/2014/main" id="{15D7051B-940C-384C-B172-5ABD896F7C38}"/>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1" name="Rectangle 60">
                  <a:extLst>
                    <a:ext uri="{FF2B5EF4-FFF2-40B4-BE49-F238E27FC236}">
                      <a16:creationId xmlns:a16="http://schemas.microsoft.com/office/drawing/2014/main" id="{3FE3CD03-0639-E04F-8E4A-4707678B3085}"/>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5" name="Group 61">
                <a:extLst>
                  <a:ext uri="{FF2B5EF4-FFF2-40B4-BE49-F238E27FC236}">
                    <a16:creationId xmlns:a16="http://schemas.microsoft.com/office/drawing/2014/main" id="{6013BA1D-3CD3-1F47-AD9B-3D59A9DDE8B6}"/>
                  </a:ext>
                </a:extLst>
              </p:cNvPr>
              <p:cNvGrpSpPr>
                <a:grpSpLocks/>
              </p:cNvGrpSpPr>
              <p:nvPr/>
            </p:nvGrpSpPr>
            <p:grpSpPr bwMode="auto">
              <a:xfrm>
                <a:off x="278" y="1034"/>
                <a:ext cx="397" cy="154"/>
                <a:chOff x="836" y="3305"/>
                <a:chExt cx="397" cy="154"/>
              </a:xfrm>
            </p:grpSpPr>
            <p:grpSp>
              <p:nvGrpSpPr>
                <p:cNvPr id="1403" name="Group 62">
                  <a:extLst>
                    <a:ext uri="{FF2B5EF4-FFF2-40B4-BE49-F238E27FC236}">
                      <a16:creationId xmlns:a16="http://schemas.microsoft.com/office/drawing/2014/main" id="{6CEF2A75-681B-8C4C-955C-38E74A0C84E1}"/>
                    </a:ext>
                  </a:extLst>
                </p:cNvPr>
                <p:cNvGrpSpPr>
                  <a:grpSpLocks/>
                </p:cNvGrpSpPr>
                <p:nvPr/>
              </p:nvGrpSpPr>
              <p:grpSpPr bwMode="auto">
                <a:xfrm>
                  <a:off x="890" y="3305"/>
                  <a:ext cx="343" cy="154"/>
                  <a:chOff x="844" y="3337"/>
                  <a:chExt cx="343" cy="154"/>
                </a:xfrm>
              </p:grpSpPr>
              <p:sp>
                <p:nvSpPr>
                  <p:cNvPr id="1407" name="Rectangle 63">
                    <a:extLst>
                      <a:ext uri="{FF2B5EF4-FFF2-40B4-BE49-F238E27FC236}">
                        <a16:creationId xmlns:a16="http://schemas.microsoft.com/office/drawing/2014/main" id="{DBE6CEFE-5986-FC41-BD88-53508D80B7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8" name="Text Box 64">
                    <a:extLst>
                      <a:ext uri="{FF2B5EF4-FFF2-40B4-BE49-F238E27FC236}">
                        <a16:creationId xmlns:a16="http://schemas.microsoft.com/office/drawing/2014/main" id="{F873FD65-9277-9F48-B366-2CA149BAA44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04" name="Group 65">
                  <a:extLst>
                    <a:ext uri="{FF2B5EF4-FFF2-40B4-BE49-F238E27FC236}">
                      <a16:creationId xmlns:a16="http://schemas.microsoft.com/office/drawing/2014/main" id="{5F0D09C2-937B-BE4D-8632-466777C6F956}"/>
                    </a:ext>
                  </a:extLst>
                </p:cNvPr>
                <p:cNvGrpSpPr>
                  <a:grpSpLocks/>
                </p:cNvGrpSpPr>
                <p:nvPr/>
              </p:nvGrpSpPr>
              <p:grpSpPr bwMode="auto">
                <a:xfrm>
                  <a:off x="836" y="3334"/>
                  <a:ext cx="354" cy="94"/>
                  <a:chOff x="836" y="3334"/>
                  <a:chExt cx="354" cy="94"/>
                </a:xfrm>
              </p:grpSpPr>
              <p:sp>
                <p:nvSpPr>
                  <p:cNvPr id="1405" name="Rectangle 66">
                    <a:extLst>
                      <a:ext uri="{FF2B5EF4-FFF2-40B4-BE49-F238E27FC236}">
                        <a16:creationId xmlns:a16="http://schemas.microsoft.com/office/drawing/2014/main" id="{A234A500-4F4E-8347-BC11-C205D6D4264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6" name="Rectangle 67">
                    <a:extLst>
                      <a:ext uri="{FF2B5EF4-FFF2-40B4-BE49-F238E27FC236}">
                        <a16:creationId xmlns:a16="http://schemas.microsoft.com/office/drawing/2014/main" id="{34061CA1-83C1-0845-AC89-87EDF10EADC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386" name="Group 68">
                <a:extLst>
                  <a:ext uri="{FF2B5EF4-FFF2-40B4-BE49-F238E27FC236}">
                    <a16:creationId xmlns:a16="http://schemas.microsoft.com/office/drawing/2014/main" id="{C84BC621-1C3C-0B4B-853A-68B80390C1C5}"/>
                  </a:ext>
                </a:extLst>
              </p:cNvPr>
              <p:cNvGrpSpPr>
                <a:grpSpLocks/>
              </p:cNvGrpSpPr>
              <p:nvPr/>
            </p:nvGrpSpPr>
            <p:grpSpPr bwMode="auto">
              <a:xfrm>
                <a:off x="165" y="1054"/>
                <a:ext cx="480" cy="112"/>
                <a:chOff x="627" y="3377"/>
                <a:chExt cx="480" cy="112"/>
              </a:xfrm>
            </p:grpSpPr>
            <p:sp>
              <p:nvSpPr>
                <p:cNvPr id="1401" name="Rectangle 69">
                  <a:extLst>
                    <a:ext uri="{FF2B5EF4-FFF2-40B4-BE49-F238E27FC236}">
                      <a16:creationId xmlns:a16="http://schemas.microsoft.com/office/drawing/2014/main" id="{D7F39EAB-B71F-7A48-AD96-C7BBDD18C31E}"/>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2" name="Rectangle 70">
                  <a:extLst>
                    <a:ext uri="{FF2B5EF4-FFF2-40B4-BE49-F238E27FC236}">
                      <a16:creationId xmlns:a16="http://schemas.microsoft.com/office/drawing/2014/main" id="{F08D33AF-49EF-434E-A68B-C96EC0C0005A}"/>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7" name="Group 71">
                <a:extLst>
                  <a:ext uri="{FF2B5EF4-FFF2-40B4-BE49-F238E27FC236}">
                    <a16:creationId xmlns:a16="http://schemas.microsoft.com/office/drawing/2014/main" id="{04899703-36DD-3748-90C7-050D5E980277}"/>
                  </a:ext>
                </a:extLst>
              </p:cNvPr>
              <p:cNvGrpSpPr>
                <a:grpSpLocks/>
              </p:cNvGrpSpPr>
              <p:nvPr/>
            </p:nvGrpSpPr>
            <p:grpSpPr bwMode="auto">
              <a:xfrm>
                <a:off x="42" y="1200"/>
                <a:ext cx="681" cy="154"/>
                <a:chOff x="504" y="3523"/>
                <a:chExt cx="681" cy="154"/>
              </a:xfrm>
            </p:grpSpPr>
            <p:grpSp>
              <p:nvGrpSpPr>
                <p:cNvPr id="1388" name="Group 72">
                  <a:extLst>
                    <a:ext uri="{FF2B5EF4-FFF2-40B4-BE49-F238E27FC236}">
                      <a16:creationId xmlns:a16="http://schemas.microsoft.com/office/drawing/2014/main" id="{7E58F00D-1CE7-8A4D-B79A-554376609030}"/>
                    </a:ext>
                  </a:extLst>
                </p:cNvPr>
                <p:cNvGrpSpPr>
                  <a:grpSpLocks/>
                </p:cNvGrpSpPr>
                <p:nvPr/>
              </p:nvGrpSpPr>
              <p:grpSpPr bwMode="auto">
                <a:xfrm>
                  <a:off x="623" y="3523"/>
                  <a:ext cx="510" cy="154"/>
                  <a:chOff x="723" y="3453"/>
                  <a:chExt cx="510" cy="154"/>
                </a:xfrm>
              </p:grpSpPr>
              <p:grpSp>
                <p:nvGrpSpPr>
                  <p:cNvPr id="1392" name="Group 73">
                    <a:extLst>
                      <a:ext uri="{FF2B5EF4-FFF2-40B4-BE49-F238E27FC236}">
                        <a16:creationId xmlns:a16="http://schemas.microsoft.com/office/drawing/2014/main" id="{47FB9C51-9E8B-C54D-8BC2-06F3F7531D23}"/>
                      </a:ext>
                    </a:extLst>
                  </p:cNvPr>
                  <p:cNvGrpSpPr>
                    <a:grpSpLocks/>
                  </p:cNvGrpSpPr>
                  <p:nvPr/>
                </p:nvGrpSpPr>
                <p:grpSpPr bwMode="auto">
                  <a:xfrm>
                    <a:off x="836" y="3453"/>
                    <a:ext cx="397" cy="154"/>
                    <a:chOff x="836" y="3305"/>
                    <a:chExt cx="397" cy="154"/>
                  </a:xfrm>
                </p:grpSpPr>
                <p:grpSp>
                  <p:nvGrpSpPr>
                    <p:cNvPr id="1395" name="Group 74">
                      <a:extLst>
                        <a:ext uri="{FF2B5EF4-FFF2-40B4-BE49-F238E27FC236}">
                          <a16:creationId xmlns:a16="http://schemas.microsoft.com/office/drawing/2014/main" id="{48D2FA83-60D9-974D-AE72-512FA05C5F12}"/>
                        </a:ext>
                      </a:extLst>
                    </p:cNvPr>
                    <p:cNvGrpSpPr>
                      <a:grpSpLocks/>
                    </p:cNvGrpSpPr>
                    <p:nvPr/>
                  </p:nvGrpSpPr>
                  <p:grpSpPr bwMode="auto">
                    <a:xfrm>
                      <a:off x="890" y="3305"/>
                      <a:ext cx="343" cy="154"/>
                      <a:chOff x="844" y="3337"/>
                      <a:chExt cx="343" cy="154"/>
                    </a:xfrm>
                  </p:grpSpPr>
                  <p:sp>
                    <p:nvSpPr>
                      <p:cNvPr id="1399" name="Rectangle 75">
                        <a:extLst>
                          <a:ext uri="{FF2B5EF4-FFF2-40B4-BE49-F238E27FC236}">
                            <a16:creationId xmlns:a16="http://schemas.microsoft.com/office/drawing/2014/main" id="{C706B9B5-94D1-6A44-BF66-EAAFDF0847F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0" name="Text Box 76">
                        <a:extLst>
                          <a:ext uri="{FF2B5EF4-FFF2-40B4-BE49-F238E27FC236}">
                            <a16:creationId xmlns:a16="http://schemas.microsoft.com/office/drawing/2014/main" id="{8E295886-4BD5-BF47-9ED6-1EEA0855CE3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96" name="Group 77">
                      <a:extLst>
                        <a:ext uri="{FF2B5EF4-FFF2-40B4-BE49-F238E27FC236}">
                          <a16:creationId xmlns:a16="http://schemas.microsoft.com/office/drawing/2014/main" id="{85E5888E-ACDE-A048-AB52-2E52B5C83246}"/>
                        </a:ext>
                      </a:extLst>
                    </p:cNvPr>
                    <p:cNvGrpSpPr>
                      <a:grpSpLocks/>
                    </p:cNvGrpSpPr>
                    <p:nvPr/>
                  </p:nvGrpSpPr>
                  <p:grpSpPr bwMode="auto">
                    <a:xfrm>
                      <a:off x="836" y="3334"/>
                      <a:ext cx="354" cy="94"/>
                      <a:chOff x="836" y="3334"/>
                      <a:chExt cx="354" cy="94"/>
                    </a:xfrm>
                  </p:grpSpPr>
                  <p:sp>
                    <p:nvSpPr>
                      <p:cNvPr id="1397" name="Rectangle 78">
                        <a:extLst>
                          <a:ext uri="{FF2B5EF4-FFF2-40B4-BE49-F238E27FC236}">
                            <a16:creationId xmlns:a16="http://schemas.microsoft.com/office/drawing/2014/main" id="{82615A2A-BF17-5548-83C3-E32578EFC52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8" name="Rectangle 79">
                        <a:extLst>
                          <a:ext uri="{FF2B5EF4-FFF2-40B4-BE49-F238E27FC236}">
                            <a16:creationId xmlns:a16="http://schemas.microsoft.com/office/drawing/2014/main" id="{ABFA8DCD-5499-B64E-8686-262B4971AC6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93" name="Rectangle 80">
                    <a:extLst>
                      <a:ext uri="{FF2B5EF4-FFF2-40B4-BE49-F238E27FC236}">
                        <a16:creationId xmlns:a16="http://schemas.microsoft.com/office/drawing/2014/main" id="{015FD140-4F4A-084B-9FD6-3D1462B6F25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4" name="Rectangle 81">
                    <a:extLst>
                      <a:ext uri="{FF2B5EF4-FFF2-40B4-BE49-F238E27FC236}">
                        <a16:creationId xmlns:a16="http://schemas.microsoft.com/office/drawing/2014/main" id="{CD85327C-6314-844B-BBE0-5A87CB5E5DE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89" name="Rectangle 82">
                  <a:extLst>
                    <a:ext uri="{FF2B5EF4-FFF2-40B4-BE49-F238E27FC236}">
                      <a16:creationId xmlns:a16="http://schemas.microsoft.com/office/drawing/2014/main" id="{9F39B614-10F1-774F-B244-ABEBE76703B0}"/>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0" name="Rectangle 83">
                  <a:extLst>
                    <a:ext uri="{FF2B5EF4-FFF2-40B4-BE49-F238E27FC236}">
                      <a16:creationId xmlns:a16="http://schemas.microsoft.com/office/drawing/2014/main" id="{BAC1E200-588A-7740-8C26-1A0629345FF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1" name="Rectangle 84">
                  <a:extLst>
                    <a:ext uri="{FF2B5EF4-FFF2-40B4-BE49-F238E27FC236}">
                      <a16:creationId xmlns:a16="http://schemas.microsoft.com/office/drawing/2014/main" id="{35F06EAB-82D2-C44A-A22C-E5918BD89C2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83" name="AutoShape 85">
              <a:extLst>
                <a:ext uri="{FF2B5EF4-FFF2-40B4-BE49-F238E27FC236}">
                  <a16:creationId xmlns:a16="http://schemas.microsoft.com/office/drawing/2014/main" id="{18F6CCEB-1F89-1545-BB6F-0DB94AEE141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4" name="Group 86">
            <a:extLst>
              <a:ext uri="{FF2B5EF4-FFF2-40B4-BE49-F238E27FC236}">
                <a16:creationId xmlns:a16="http://schemas.microsoft.com/office/drawing/2014/main" id="{1121707D-6A2B-FD4D-8EA2-98FA9D7539B1}"/>
              </a:ext>
            </a:extLst>
          </p:cNvPr>
          <p:cNvGrpSpPr>
            <a:grpSpLocks/>
          </p:cNvGrpSpPr>
          <p:nvPr/>
        </p:nvGrpSpPr>
        <p:grpSpPr bwMode="auto">
          <a:xfrm>
            <a:off x="1543545" y="4795058"/>
            <a:ext cx="1081087" cy="244475"/>
            <a:chOff x="504" y="3523"/>
            <a:chExt cx="681" cy="154"/>
          </a:xfrm>
        </p:grpSpPr>
        <p:grpSp>
          <p:nvGrpSpPr>
            <p:cNvPr id="1415" name="Group 87">
              <a:extLst>
                <a:ext uri="{FF2B5EF4-FFF2-40B4-BE49-F238E27FC236}">
                  <a16:creationId xmlns:a16="http://schemas.microsoft.com/office/drawing/2014/main" id="{A2C1DB06-344A-F84A-8733-AFC4DAEEE2B6}"/>
                </a:ext>
              </a:extLst>
            </p:cNvPr>
            <p:cNvGrpSpPr>
              <a:grpSpLocks/>
            </p:cNvGrpSpPr>
            <p:nvPr/>
          </p:nvGrpSpPr>
          <p:grpSpPr bwMode="auto">
            <a:xfrm>
              <a:off x="623" y="3523"/>
              <a:ext cx="510" cy="154"/>
              <a:chOff x="723" y="3453"/>
              <a:chExt cx="510" cy="154"/>
            </a:xfrm>
          </p:grpSpPr>
          <p:grpSp>
            <p:nvGrpSpPr>
              <p:cNvPr id="1419" name="Group 88">
                <a:extLst>
                  <a:ext uri="{FF2B5EF4-FFF2-40B4-BE49-F238E27FC236}">
                    <a16:creationId xmlns:a16="http://schemas.microsoft.com/office/drawing/2014/main" id="{1312DEFD-37D9-EE4B-A6D8-BD394BBA836C}"/>
                  </a:ext>
                </a:extLst>
              </p:cNvPr>
              <p:cNvGrpSpPr>
                <a:grpSpLocks/>
              </p:cNvGrpSpPr>
              <p:nvPr/>
            </p:nvGrpSpPr>
            <p:grpSpPr bwMode="auto">
              <a:xfrm>
                <a:off x="836" y="3453"/>
                <a:ext cx="397" cy="154"/>
                <a:chOff x="836" y="3305"/>
                <a:chExt cx="397" cy="154"/>
              </a:xfrm>
            </p:grpSpPr>
            <p:grpSp>
              <p:nvGrpSpPr>
                <p:cNvPr id="1422" name="Group 89">
                  <a:extLst>
                    <a:ext uri="{FF2B5EF4-FFF2-40B4-BE49-F238E27FC236}">
                      <a16:creationId xmlns:a16="http://schemas.microsoft.com/office/drawing/2014/main" id="{AEB25500-68E5-0242-9D77-3AB457942928}"/>
                    </a:ext>
                  </a:extLst>
                </p:cNvPr>
                <p:cNvGrpSpPr>
                  <a:grpSpLocks/>
                </p:cNvGrpSpPr>
                <p:nvPr/>
              </p:nvGrpSpPr>
              <p:grpSpPr bwMode="auto">
                <a:xfrm>
                  <a:off x="890" y="3305"/>
                  <a:ext cx="343" cy="154"/>
                  <a:chOff x="844" y="3337"/>
                  <a:chExt cx="343" cy="154"/>
                </a:xfrm>
              </p:grpSpPr>
              <p:sp>
                <p:nvSpPr>
                  <p:cNvPr id="1426" name="Rectangle 90">
                    <a:extLst>
                      <a:ext uri="{FF2B5EF4-FFF2-40B4-BE49-F238E27FC236}">
                        <a16:creationId xmlns:a16="http://schemas.microsoft.com/office/drawing/2014/main" id="{CB0F42B1-EC5C-574D-9996-8915E9E894E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7" name="Text Box 91">
                    <a:extLst>
                      <a:ext uri="{FF2B5EF4-FFF2-40B4-BE49-F238E27FC236}">
                        <a16:creationId xmlns:a16="http://schemas.microsoft.com/office/drawing/2014/main" id="{6165BC0B-3830-4148-A011-D65290E5C6BF}"/>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23" name="Group 92">
                  <a:extLst>
                    <a:ext uri="{FF2B5EF4-FFF2-40B4-BE49-F238E27FC236}">
                      <a16:creationId xmlns:a16="http://schemas.microsoft.com/office/drawing/2014/main" id="{B01FA0AD-A461-A44D-B4B2-0EDADF7B1DA4}"/>
                    </a:ext>
                  </a:extLst>
                </p:cNvPr>
                <p:cNvGrpSpPr>
                  <a:grpSpLocks/>
                </p:cNvGrpSpPr>
                <p:nvPr/>
              </p:nvGrpSpPr>
              <p:grpSpPr bwMode="auto">
                <a:xfrm>
                  <a:off x="836" y="3334"/>
                  <a:ext cx="354" cy="94"/>
                  <a:chOff x="836" y="3334"/>
                  <a:chExt cx="354" cy="94"/>
                </a:xfrm>
              </p:grpSpPr>
              <p:sp>
                <p:nvSpPr>
                  <p:cNvPr id="1424" name="Rectangle 93">
                    <a:extLst>
                      <a:ext uri="{FF2B5EF4-FFF2-40B4-BE49-F238E27FC236}">
                        <a16:creationId xmlns:a16="http://schemas.microsoft.com/office/drawing/2014/main" id="{4D064722-2CBE-3641-B55B-92EDAA8C22B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5" name="Rectangle 94">
                    <a:extLst>
                      <a:ext uri="{FF2B5EF4-FFF2-40B4-BE49-F238E27FC236}">
                        <a16:creationId xmlns:a16="http://schemas.microsoft.com/office/drawing/2014/main" id="{F1511B9F-2E7C-3340-9B5D-715334B1E14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20" name="Rectangle 95">
                <a:extLst>
                  <a:ext uri="{FF2B5EF4-FFF2-40B4-BE49-F238E27FC236}">
                    <a16:creationId xmlns:a16="http://schemas.microsoft.com/office/drawing/2014/main" id="{41BCDDA4-7173-A74D-8FA7-8C15DAE22791}"/>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1" name="Rectangle 96">
                <a:extLst>
                  <a:ext uri="{FF2B5EF4-FFF2-40B4-BE49-F238E27FC236}">
                    <a16:creationId xmlns:a16="http://schemas.microsoft.com/office/drawing/2014/main" id="{A5C31A2B-EA68-F74D-B78C-D518F2DD9D4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16" name="Rectangle 97">
              <a:extLst>
                <a:ext uri="{FF2B5EF4-FFF2-40B4-BE49-F238E27FC236}">
                  <a16:creationId xmlns:a16="http://schemas.microsoft.com/office/drawing/2014/main" id="{45277660-2427-0E41-B8FB-470007D3DDC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7" name="Rectangle 98">
              <a:extLst>
                <a:ext uri="{FF2B5EF4-FFF2-40B4-BE49-F238E27FC236}">
                  <a16:creationId xmlns:a16="http://schemas.microsoft.com/office/drawing/2014/main" id="{A8CCFB6D-51C0-524A-A7B0-AA5FCE9A99B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8" name="Rectangle 99">
              <a:extLst>
                <a:ext uri="{FF2B5EF4-FFF2-40B4-BE49-F238E27FC236}">
                  <a16:creationId xmlns:a16="http://schemas.microsoft.com/office/drawing/2014/main" id="{7F631B2E-9741-3944-A05C-0F55FF83064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28" name="Group 100">
            <a:extLst>
              <a:ext uri="{FF2B5EF4-FFF2-40B4-BE49-F238E27FC236}">
                <a16:creationId xmlns:a16="http://schemas.microsoft.com/office/drawing/2014/main" id="{ADC383E7-C8CF-9D44-A628-045BE938429B}"/>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25A378C0-55B4-C94D-A623-59A8EB7F0073}"/>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9F804CDB-1EC2-BD48-82BF-534976C2A4BE}"/>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F5FF0A09-50BB-5A47-BC95-9E36D622C934}"/>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983732BD-F5E1-A040-B8D1-C73DABEAF53B}"/>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ABFD8491-C1C6-2548-A702-B2F9CB59E807}"/>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21CDF7E2-6761-3C43-9832-7D888CA6E2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7B9C5E9-14E3-B44B-841F-C2912C7A4ACA}"/>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47E7EAA2-A0DE-5D4C-8841-CCE69E254183}"/>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EB3EB365-6337-534D-85A9-F5BF2F50279A}"/>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C1EDFB31-2B54-7F4B-B7B3-2B74EB1F1B4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26739997-45D8-6E4B-A423-C6DCAC5970F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40" name="Group 44">
            <a:extLst>
              <a:ext uri="{FF2B5EF4-FFF2-40B4-BE49-F238E27FC236}">
                <a16:creationId xmlns:a16="http://schemas.microsoft.com/office/drawing/2014/main" id="{5E864C9E-2FFD-CA43-B79D-BEBA724A7561}"/>
              </a:ext>
            </a:extLst>
          </p:cNvPr>
          <p:cNvGrpSpPr>
            <a:grpSpLocks/>
          </p:cNvGrpSpPr>
          <p:nvPr/>
        </p:nvGrpSpPr>
        <p:grpSpPr bwMode="auto">
          <a:xfrm>
            <a:off x="2289670" y="1637520"/>
            <a:ext cx="976312" cy="1460500"/>
            <a:chOff x="651" y="681"/>
            <a:chExt cx="615" cy="920"/>
          </a:xfrm>
        </p:grpSpPr>
        <p:sp>
          <p:nvSpPr>
            <p:cNvPr id="1441" name="Freeform 45">
              <a:extLst>
                <a:ext uri="{FF2B5EF4-FFF2-40B4-BE49-F238E27FC236}">
                  <a16:creationId xmlns:a16="http://schemas.microsoft.com/office/drawing/2014/main" id="{3296C3CB-ADF7-C543-8BF9-E52EC508CB9C}"/>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42" name="Group 46">
              <a:extLst>
                <a:ext uri="{FF2B5EF4-FFF2-40B4-BE49-F238E27FC236}">
                  <a16:creationId xmlns:a16="http://schemas.microsoft.com/office/drawing/2014/main" id="{C9BF4AA6-9994-8F41-A05D-CBC5A1C1712B}"/>
                </a:ext>
              </a:extLst>
            </p:cNvPr>
            <p:cNvGrpSpPr>
              <a:grpSpLocks/>
            </p:cNvGrpSpPr>
            <p:nvPr/>
          </p:nvGrpSpPr>
          <p:grpSpPr bwMode="auto">
            <a:xfrm>
              <a:off x="651" y="681"/>
              <a:ext cx="501" cy="828"/>
              <a:chOff x="569" y="2954"/>
              <a:chExt cx="501" cy="828"/>
            </a:xfrm>
          </p:grpSpPr>
          <p:sp>
            <p:nvSpPr>
              <p:cNvPr id="1443" name="Rectangle 47">
                <a:extLst>
                  <a:ext uri="{FF2B5EF4-FFF2-40B4-BE49-F238E27FC236}">
                    <a16:creationId xmlns:a16="http://schemas.microsoft.com/office/drawing/2014/main" id="{44C90133-F644-3144-9C8C-A31E26B3769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algn="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4" name="Text Box 48">
                <a:extLst>
                  <a:ext uri="{FF2B5EF4-FFF2-40B4-BE49-F238E27FC236}">
                    <a16:creationId xmlns:a16="http://schemas.microsoft.com/office/drawing/2014/main" id="{D1000159-7078-524B-ABE3-6A5E79D44D1E}"/>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45" name="Line 49">
                <a:extLst>
                  <a:ext uri="{FF2B5EF4-FFF2-40B4-BE49-F238E27FC236}">
                    <a16:creationId xmlns:a16="http://schemas.microsoft.com/office/drawing/2014/main" id="{D2C8C2BD-FE00-FA4A-A35B-038AF71B3EB1}"/>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6" name="Line 50">
                <a:extLst>
                  <a:ext uri="{FF2B5EF4-FFF2-40B4-BE49-F238E27FC236}">
                    <a16:creationId xmlns:a16="http://schemas.microsoft.com/office/drawing/2014/main" id="{D202699A-F155-FF4E-87CC-CF23F4517C5D}"/>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7" name="Line 51">
                <a:extLst>
                  <a:ext uri="{FF2B5EF4-FFF2-40B4-BE49-F238E27FC236}">
                    <a16:creationId xmlns:a16="http://schemas.microsoft.com/office/drawing/2014/main" id="{6E937A07-7E1F-304E-B1B7-8202278EFAE7}"/>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8" name="Line 52">
                <a:extLst>
                  <a:ext uri="{FF2B5EF4-FFF2-40B4-BE49-F238E27FC236}">
                    <a16:creationId xmlns:a16="http://schemas.microsoft.com/office/drawing/2014/main" id="{55F43419-46AF-8641-A8A6-FD4FF58142C2}"/>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49" name="Group 109">
            <a:extLst>
              <a:ext uri="{FF2B5EF4-FFF2-40B4-BE49-F238E27FC236}">
                <a16:creationId xmlns:a16="http://schemas.microsoft.com/office/drawing/2014/main" id="{58FE9FE4-9009-F540-9B98-9736A8E284E0}"/>
              </a:ext>
            </a:extLst>
          </p:cNvPr>
          <p:cNvGrpSpPr>
            <a:grpSpLocks/>
          </p:cNvGrpSpPr>
          <p:nvPr/>
        </p:nvGrpSpPr>
        <p:grpSpPr bwMode="auto">
          <a:xfrm>
            <a:off x="1165720" y="1526395"/>
            <a:ext cx="1081087" cy="1217613"/>
            <a:chOff x="1404" y="3105"/>
            <a:chExt cx="681" cy="767"/>
          </a:xfrm>
        </p:grpSpPr>
        <p:grpSp>
          <p:nvGrpSpPr>
            <p:cNvPr id="1450" name="Group 110">
              <a:extLst>
                <a:ext uri="{FF2B5EF4-FFF2-40B4-BE49-F238E27FC236}">
                  <a16:creationId xmlns:a16="http://schemas.microsoft.com/office/drawing/2014/main" id="{CDAA7254-E209-2444-9E44-2A311BC72FC2}"/>
                </a:ext>
              </a:extLst>
            </p:cNvPr>
            <p:cNvGrpSpPr>
              <a:grpSpLocks/>
            </p:cNvGrpSpPr>
            <p:nvPr/>
          </p:nvGrpSpPr>
          <p:grpSpPr bwMode="auto">
            <a:xfrm>
              <a:off x="1404" y="3355"/>
              <a:ext cx="681" cy="468"/>
              <a:chOff x="42" y="886"/>
              <a:chExt cx="681" cy="468"/>
            </a:xfrm>
          </p:grpSpPr>
          <p:grpSp>
            <p:nvGrpSpPr>
              <p:cNvPr id="1455" name="Group 111">
                <a:extLst>
                  <a:ext uri="{FF2B5EF4-FFF2-40B4-BE49-F238E27FC236}">
                    <a16:creationId xmlns:a16="http://schemas.microsoft.com/office/drawing/2014/main" id="{7AA66DC0-034B-A34B-AAEF-041ADBFE2FBD}"/>
                  </a:ext>
                </a:extLst>
              </p:cNvPr>
              <p:cNvGrpSpPr>
                <a:grpSpLocks/>
              </p:cNvGrpSpPr>
              <p:nvPr/>
            </p:nvGrpSpPr>
            <p:grpSpPr bwMode="auto">
              <a:xfrm>
                <a:off x="278" y="886"/>
                <a:ext cx="397" cy="154"/>
                <a:chOff x="740" y="3209"/>
                <a:chExt cx="397" cy="154"/>
              </a:xfrm>
            </p:grpSpPr>
            <p:grpSp>
              <p:nvGrpSpPr>
                <p:cNvPr id="1480" name="Group 112">
                  <a:extLst>
                    <a:ext uri="{FF2B5EF4-FFF2-40B4-BE49-F238E27FC236}">
                      <a16:creationId xmlns:a16="http://schemas.microsoft.com/office/drawing/2014/main" id="{7E6F218F-EDED-5B44-9422-ABABEC3B27AC}"/>
                    </a:ext>
                  </a:extLst>
                </p:cNvPr>
                <p:cNvGrpSpPr>
                  <a:grpSpLocks/>
                </p:cNvGrpSpPr>
                <p:nvPr/>
              </p:nvGrpSpPr>
              <p:grpSpPr bwMode="auto">
                <a:xfrm>
                  <a:off x="794" y="3209"/>
                  <a:ext cx="343" cy="154"/>
                  <a:chOff x="844" y="3337"/>
                  <a:chExt cx="343" cy="154"/>
                </a:xfrm>
              </p:grpSpPr>
              <p:sp>
                <p:nvSpPr>
                  <p:cNvPr id="1483" name="Rectangle 113">
                    <a:extLst>
                      <a:ext uri="{FF2B5EF4-FFF2-40B4-BE49-F238E27FC236}">
                        <a16:creationId xmlns:a16="http://schemas.microsoft.com/office/drawing/2014/main" id="{9A2696C2-7BF2-3240-8202-E6BBE2E2F1F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4" name="Text Box 114">
                    <a:extLst>
                      <a:ext uri="{FF2B5EF4-FFF2-40B4-BE49-F238E27FC236}">
                        <a16:creationId xmlns:a16="http://schemas.microsoft.com/office/drawing/2014/main" id="{58C83739-1CBA-E249-9B1C-C8916D8D79C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81" name="Rectangle 115">
                  <a:extLst>
                    <a:ext uri="{FF2B5EF4-FFF2-40B4-BE49-F238E27FC236}">
                      <a16:creationId xmlns:a16="http://schemas.microsoft.com/office/drawing/2014/main" id="{5387A33B-5D06-C046-9DCF-1C317563693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2" name="Rectangle 116">
                  <a:extLst>
                    <a:ext uri="{FF2B5EF4-FFF2-40B4-BE49-F238E27FC236}">
                      <a16:creationId xmlns:a16="http://schemas.microsoft.com/office/drawing/2014/main" id="{08F8503E-3B0A-7A42-97B0-9FF42C53AF7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6" name="Group 117">
                <a:extLst>
                  <a:ext uri="{FF2B5EF4-FFF2-40B4-BE49-F238E27FC236}">
                    <a16:creationId xmlns:a16="http://schemas.microsoft.com/office/drawing/2014/main" id="{C978DB29-8FB0-A943-8A79-68EEB5518149}"/>
                  </a:ext>
                </a:extLst>
              </p:cNvPr>
              <p:cNvGrpSpPr>
                <a:grpSpLocks/>
              </p:cNvGrpSpPr>
              <p:nvPr/>
            </p:nvGrpSpPr>
            <p:grpSpPr bwMode="auto">
              <a:xfrm>
                <a:off x="278" y="1034"/>
                <a:ext cx="397" cy="154"/>
                <a:chOff x="836" y="3305"/>
                <a:chExt cx="397" cy="154"/>
              </a:xfrm>
            </p:grpSpPr>
            <p:grpSp>
              <p:nvGrpSpPr>
                <p:cNvPr id="1474" name="Group 118">
                  <a:extLst>
                    <a:ext uri="{FF2B5EF4-FFF2-40B4-BE49-F238E27FC236}">
                      <a16:creationId xmlns:a16="http://schemas.microsoft.com/office/drawing/2014/main" id="{9397A90E-1E80-FB4E-9C4A-441A9CFE5304}"/>
                    </a:ext>
                  </a:extLst>
                </p:cNvPr>
                <p:cNvGrpSpPr>
                  <a:grpSpLocks/>
                </p:cNvGrpSpPr>
                <p:nvPr/>
              </p:nvGrpSpPr>
              <p:grpSpPr bwMode="auto">
                <a:xfrm>
                  <a:off x="890" y="3305"/>
                  <a:ext cx="343" cy="154"/>
                  <a:chOff x="844" y="3337"/>
                  <a:chExt cx="343" cy="154"/>
                </a:xfrm>
              </p:grpSpPr>
              <p:sp>
                <p:nvSpPr>
                  <p:cNvPr id="1478" name="Rectangle 119">
                    <a:extLst>
                      <a:ext uri="{FF2B5EF4-FFF2-40B4-BE49-F238E27FC236}">
                        <a16:creationId xmlns:a16="http://schemas.microsoft.com/office/drawing/2014/main" id="{0DB16A9C-A911-F74E-B0EC-2983F84CABC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9" name="Text Box 120">
                    <a:extLst>
                      <a:ext uri="{FF2B5EF4-FFF2-40B4-BE49-F238E27FC236}">
                        <a16:creationId xmlns:a16="http://schemas.microsoft.com/office/drawing/2014/main" id="{92A60009-6700-4744-BC06-74E4E53DBF2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75" name="Group 121">
                  <a:extLst>
                    <a:ext uri="{FF2B5EF4-FFF2-40B4-BE49-F238E27FC236}">
                      <a16:creationId xmlns:a16="http://schemas.microsoft.com/office/drawing/2014/main" id="{EC28BAD4-51BE-9840-8F12-987638ECA02E}"/>
                    </a:ext>
                  </a:extLst>
                </p:cNvPr>
                <p:cNvGrpSpPr>
                  <a:grpSpLocks/>
                </p:cNvGrpSpPr>
                <p:nvPr/>
              </p:nvGrpSpPr>
              <p:grpSpPr bwMode="auto">
                <a:xfrm>
                  <a:off x="836" y="3334"/>
                  <a:ext cx="354" cy="94"/>
                  <a:chOff x="836" y="3334"/>
                  <a:chExt cx="354" cy="94"/>
                </a:xfrm>
              </p:grpSpPr>
              <p:sp>
                <p:nvSpPr>
                  <p:cNvPr id="1476" name="Rectangle 122">
                    <a:extLst>
                      <a:ext uri="{FF2B5EF4-FFF2-40B4-BE49-F238E27FC236}">
                        <a16:creationId xmlns:a16="http://schemas.microsoft.com/office/drawing/2014/main" id="{C525C5B2-D191-AA43-A272-09ADE5B6141E}"/>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7" name="Rectangle 123">
                    <a:extLst>
                      <a:ext uri="{FF2B5EF4-FFF2-40B4-BE49-F238E27FC236}">
                        <a16:creationId xmlns:a16="http://schemas.microsoft.com/office/drawing/2014/main" id="{E32D1144-95E0-244B-9A90-662C6315725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57" name="Group 124">
                <a:extLst>
                  <a:ext uri="{FF2B5EF4-FFF2-40B4-BE49-F238E27FC236}">
                    <a16:creationId xmlns:a16="http://schemas.microsoft.com/office/drawing/2014/main" id="{3A2BC2EA-7C10-2641-B88B-F885E6464C79}"/>
                  </a:ext>
                </a:extLst>
              </p:cNvPr>
              <p:cNvGrpSpPr>
                <a:grpSpLocks/>
              </p:cNvGrpSpPr>
              <p:nvPr/>
            </p:nvGrpSpPr>
            <p:grpSpPr bwMode="auto">
              <a:xfrm>
                <a:off x="165" y="1054"/>
                <a:ext cx="480" cy="112"/>
                <a:chOff x="627" y="3377"/>
                <a:chExt cx="480" cy="112"/>
              </a:xfrm>
            </p:grpSpPr>
            <p:sp>
              <p:nvSpPr>
                <p:cNvPr id="1472" name="Rectangle 125">
                  <a:extLst>
                    <a:ext uri="{FF2B5EF4-FFF2-40B4-BE49-F238E27FC236}">
                      <a16:creationId xmlns:a16="http://schemas.microsoft.com/office/drawing/2014/main" id="{8785FBBA-795C-CF44-B62B-D33FA9E618B7}"/>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3" name="Rectangle 126">
                  <a:extLst>
                    <a:ext uri="{FF2B5EF4-FFF2-40B4-BE49-F238E27FC236}">
                      <a16:creationId xmlns:a16="http://schemas.microsoft.com/office/drawing/2014/main" id="{76173DFA-C8EC-A843-B918-F2317BD0639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8" name="Group 127">
                <a:extLst>
                  <a:ext uri="{FF2B5EF4-FFF2-40B4-BE49-F238E27FC236}">
                    <a16:creationId xmlns:a16="http://schemas.microsoft.com/office/drawing/2014/main" id="{A48B6F5A-E505-7448-B7A9-5579391534EF}"/>
                  </a:ext>
                </a:extLst>
              </p:cNvPr>
              <p:cNvGrpSpPr>
                <a:grpSpLocks/>
              </p:cNvGrpSpPr>
              <p:nvPr/>
            </p:nvGrpSpPr>
            <p:grpSpPr bwMode="auto">
              <a:xfrm>
                <a:off x="42" y="1200"/>
                <a:ext cx="681" cy="154"/>
                <a:chOff x="504" y="3523"/>
                <a:chExt cx="681" cy="154"/>
              </a:xfrm>
            </p:grpSpPr>
            <p:grpSp>
              <p:nvGrpSpPr>
                <p:cNvPr id="1459" name="Group 128">
                  <a:extLst>
                    <a:ext uri="{FF2B5EF4-FFF2-40B4-BE49-F238E27FC236}">
                      <a16:creationId xmlns:a16="http://schemas.microsoft.com/office/drawing/2014/main" id="{681DE71A-000E-8E42-B0E8-4482D6CFE482}"/>
                    </a:ext>
                  </a:extLst>
                </p:cNvPr>
                <p:cNvGrpSpPr>
                  <a:grpSpLocks/>
                </p:cNvGrpSpPr>
                <p:nvPr/>
              </p:nvGrpSpPr>
              <p:grpSpPr bwMode="auto">
                <a:xfrm>
                  <a:off x="623" y="3523"/>
                  <a:ext cx="510" cy="154"/>
                  <a:chOff x="723" y="3453"/>
                  <a:chExt cx="510" cy="154"/>
                </a:xfrm>
              </p:grpSpPr>
              <p:grpSp>
                <p:nvGrpSpPr>
                  <p:cNvPr id="1463" name="Group 129">
                    <a:extLst>
                      <a:ext uri="{FF2B5EF4-FFF2-40B4-BE49-F238E27FC236}">
                        <a16:creationId xmlns:a16="http://schemas.microsoft.com/office/drawing/2014/main" id="{B6375359-6706-9C45-BC6D-18579F2035FD}"/>
                      </a:ext>
                    </a:extLst>
                  </p:cNvPr>
                  <p:cNvGrpSpPr>
                    <a:grpSpLocks/>
                  </p:cNvGrpSpPr>
                  <p:nvPr/>
                </p:nvGrpSpPr>
                <p:grpSpPr bwMode="auto">
                  <a:xfrm>
                    <a:off x="836" y="3453"/>
                    <a:ext cx="397" cy="154"/>
                    <a:chOff x="836" y="3305"/>
                    <a:chExt cx="397" cy="154"/>
                  </a:xfrm>
                </p:grpSpPr>
                <p:grpSp>
                  <p:nvGrpSpPr>
                    <p:cNvPr id="1466" name="Group 130">
                      <a:extLst>
                        <a:ext uri="{FF2B5EF4-FFF2-40B4-BE49-F238E27FC236}">
                          <a16:creationId xmlns:a16="http://schemas.microsoft.com/office/drawing/2014/main" id="{F84ECF8C-F8FC-E34C-9F1C-13FC2FCCD187}"/>
                        </a:ext>
                      </a:extLst>
                    </p:cNvPr>
                    <p:cNvGrpSpPr>
                      <a:grpSpLocks/>
                    </p:cNvGrpSpPr>
                    <p:nvPr/>
                  </p:nvGrpSpPr>
                  <p:grpSpPr bwMode="auto">
                    <a:xfrm>
                      <a:off x="890" y="3305"/>
                      <a:ext cx="343" cy="154"/>
                      <a:chOff x="844" y="3337"/>
                      <a:chExt cx="343" cy="154"/>
                    </a:xfrm>
                  </p:grpSpPr>
                  <p:sp>
                    <p:nvSpPr>
                      <p:cNvPr id="1470" name="Rectangle 131">
                        <a:extLst>
                          <a:ext uri="{FF2B5EF4-FFF2-40B4-BE49-F238E27FC236}">
                            <a16:creationId xmlns:a16="http://schemas.microsoft.com/office/drawing/2014/main" id="{56A648A7-A050-F44E-9D3A-14E1D0E85DC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1" name="Text Box 132">
                        <a:extLst>
                          <a:ext uri="{FF2B5EF4-FFF2-40B4-BE49-F238E27FC236}">
                            <a16:creationId xmlns:a16="http://schemas.microsoft.com/office/drawing/2014/main" id="{32C1EAAF-FBA4-124C-9646-AEC31F2D4AE0}"/>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67" name="Group 133">
                      <a:extLst>
                        <a:ext uri="{FF2B5EF4-FFF2-40B4-BE49-F238E27FC236}">
                          <a16:creationId xmlns:a16="http://schemas.microsoft.com/office/drawing/2014/main" id="{95189338-B5FB-BB41-85DD-B07304A918F9}"/>
                        </a:ext>
                      </a:extLst>
                    </p:cNvPr>
                    <p:cNvGrpSpPr>
                      <a:grpSpLocks/>
                    </p:cNvGrpSpPr>
                    <p:nvPr/>
                  </p:nvGrpSpPr>
                  <p:grpSpPr bwMode="auto">
                    <a:xfrm>
                      <a:off x="836" y="3334"/>
                      <a:ext cx="354" cy="94"/>
                      <a:chOff x="836" y="3334"/>
                      <a:chExt cx="354" cy="94"/>
                    </a:xfrm>
                  </p:grpSpPr>
                  <p:sp>
                    <p:nvSpPr>
                      <p:cNvPr id="1468" name="Rectangle 134">
                        <a:extLst>
                          <a:ext uri="{FF2B5EF4-FFF2-40B4-BE49-F238E27FC236}">
                            <a16:creationId xmlns:a16="http://schemas.microsoft.com/office/drawing/2014/main" id="{3CBF0518-5037-F648-9BCF-79DD7705E2A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9" name="Rectangle 135">
                        <a:extLst>
                          <a:ext uri="{FF2B5EF4-FFF2-40B4-BE49-F238E27FC236}">
                            <a16:creationId xmlns:a16="http://schemas.microsoft.com/office/drawing/2014/main" id="{BED42D69-973B-654F-9215-49EDA6426F9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64" name="Rectangle 136">
                    <a:extLst>
                      <a:ext uri="{FF2B5EF4-FFF2-40B4-BE49-F238E27FC236}">
                        <a16:creationId xmlns:a16="http://schemas.microsoft.com/office/drawing/2014/main" id="{DA6797DB-1AFF-FF42-A09B-6871FEC345F8}"/>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5" name="Rectangle 137">
                    <a:extLst>
                      <a:ext uri="{FF2B5EF4-FFF2-40B4-BE49-F238E27FC236}">
                        <a16:creationId xmlns:a16="http://schemas.microsoft.com/office/drawing/2014/main" id="{686420C8-7F0D-A049-B975-D1A1C472439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60" name="Rectangle 138">
                  <a:extLst>
                    <a:ext uri="{FF2B5EF4-FFF2-40B4-BE49-F238E27FC236}">
                      <a16:creationId xmlns:a16="http://schemas.microsoft.com/office/drawing/2014/main" id="{BF847ED3-F2FA-214E-9C6C-0926FFCA768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1" name="Rectangle 139">
                  <a:extLst>
                    <a:ext uri="{FF2B5EF4-FFF2-40B4-BE49-F238E27FC236}">
                      <a16:creationId xmlns:a16="http://schemas.microsoft.com/office/drawing/2014/main" id="{E6D859BD-B53E-BB4C-9782-B7FDD5506A2F}"/>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2" name="Rectangle 140">
                  <a:extLst>
                    <a:ext uri="{FF2B5EF4-FFF2-40B4-BE49-F238E27FC236}">
                      <a16:creationId xmlns:a16="http://schemas.microsoft.com/office/drawing/2014/main" id="{9790991B-D844-4241-B85A-CA1259965DC7}"/>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51" name="AutoShape 141">
              <a:extLst>
                <a:ext uri="{FF2B5EF4-FFF2-40B4-BE49-F238E27FC236}">
                  <a16:creationId xmlns:a16="http://schemas.microsoft.com/office/drawing/2014/main" id="{B068294F-E14C-F445-92F1-F5484E91004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2" name="Group 142">
              <a:extLst>
                <a:ext uri="{FF2B5EF4-FFF2-40B4-BE49-F238E27FC236}">
                  <a16:creationId xmlns:a16="http://schemas.microsoft.com/office/drawing/2014/main" id="{A7BC1A01-56FC-D641-A01F-791A195CDC3F}"/>
                </a:ext>
              </a:extLst>
            </p:cNvPr>
            <p:cNvGrpSpPr>
              <a:grpSpLocks/>
            </p:cNvGrpSpPr>
            <p:nvPr/>
          </p:nvGrpSpPr>
          <p:grpSpPr bwMode="auto">
            <a:xfrm>
              <a:off x="1695" y="3227"/>
              <a:ext cx="343" cy="154"/>
              <a:chOff x="844" y="3337"/>
              <a:chExt cx="343" cy="154"/>
            </a:xfrm>
          </p:grpSpPr>
          <p:sp>
            <p:nvSpPr>
              <p:cNvPr id="1453" name="Rectangle 143">
                <a:extLst>
                  <a:ext uri="{FF2B5EF4-FFF2-40B4-BE49-F238E27FC236}">
                    <a16:creationId xmlns:a16="http://schemas.microsoft.com/office/drawing/2014/main" id="{D94FBB29-8E0E-1A4D-B09C-73D936E62BB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4" name="Text Box 144">
                <a:extLst>
                  <a:ext uri="{FF2B5EF4-FFF2-40B4-BE49-F238E27FC236}">
                    <a16:creationId xmlns:a16="http://schemas.microsoft.com/office/drawing/2014/main" id="{C82973EC-B8F3-E842-8A88-D895358A3F4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sp>
        <p:nvSpPr>
          <p:cNvPr id="1485" name="Rectangle 226">
            <a:extLst>
              <a:ext uri="{FF2B5EF4-FFF2-40B4-BE49-F238E27FC236}">
                <a16:creationId xmlns:a16="http://schemas.microsoft.com/office/drawing/2014/main" id="{5DF70C14-A16A-3E4C-982B-58F5DD4F5DE9}"/>
              </a:ext>
            </a:extLst>
          </p:cNvPr>
          <p:cNvSpPr>
            <a:spLocks noChangeArrowheads="1"/>
          </p:cNvSpPr>
          <p:nvPr/>
        </p:nvSpPr>
        <p:spPr bwMode="auto">
          <a:xfrm>
            <a:off x="6120307" y="4620433"/>
            <a:ext cx="5201653" cy="1362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client now knows its IP address, name and IP address of DNS server, IP address of its first-hop router</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nvGrpSpPr>
          <p:cNvPr id="1341" name="Group 186">
            <a:extLst>
              <a:ext uri="{FF2B5EF4-FFF2-40B4-BE49-F238E27FC236}">
                <a16:creationId xmlns:a16="http://schemas.microsoft.com/office/drawing/2014/main" id="{0827A38F-76E7-194D-BDA6-1A605B355FB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D46F6DF5-01A2-1849-A3BB-030EF6344BC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E1E80B19-9CDE-FB4C-AC77-EFE0782CC823}"/>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7E3264C2-51DE-F54E-9A1B-76045D0A25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747CB78A-D52C-CE42-AC7E-25B8998929B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4140DAEF-666D-DA47-BDAF-E2CB84851395}"/>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299117A0-29F3-E34B-B8B3-2F87D3986129}"/>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0C5A74EE-A7D5-BA47-BFF6-F3C788C5CF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15763F6D-F30B-604C-B1A4-B9E2BB00F6B7}"/>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E273AD4D-3F24-F44B-A734-2486970524D4}"/>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59BCC23F-6EFF-E446-B163-095673448F7F}"/>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12542AF1-426D-DF40-94A4-FC77464DBADC}"/>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5FF08725-A026-3F4F-AD7F-272FADC253C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8AA7B66A-2CBB-2E47-80EB-79369D65AB83}"/>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18E5E89-C605-0C48-BE5E-A34A2400924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966AC81-07B8-E14A-BAA7-22C95C7F847C}"/>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5F819351-A69B-9941-940C-349769D3699D}"/>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BFA9F2AA-7AE3-FF4B-967C-B9E2CADA8F5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8591C078-367E-8846-AE18-57822035D75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FBF9D2A-7073-3241-B1BE-80315AD67F38}"/>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50A69CAB-1A9D-764D-A301-38CB4AB50107}"/>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A40FFDE9-6F48-8D40-9ACC-0075A43FDA1B}"/>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4939E403-BAAF-7740-9D06-F85AF207AB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9CFAF5A6-0089-3A4D-A737-EB7943AF586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BB6D7824-538E-7242-AAF3-ED996B971EF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3E4397CD-C96C-0B4E-BD03-383F30EF4E6A}"/>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277A6DC5-F29C-DC40-9896-6B2D357AC8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E3FA15CF-EFC6-FD4E-9002-2CF1C1E13990}"/>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CCECAEDD-8237-794F-9E2D-46763A7A221F}"/>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AE6B1F3E-B8FB-7547-9217-F09ADBEA75A9}"/>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319B324-32C6-F449-A18D-0F337E57534F}"/>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F5225836-0C76-B346-8701-A331322937EC}"/>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52D4ECE6-91B2-404C-88C9-04B5ABAB0562}"/>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86" name="Slide Number Placeholder 3">
            <a:extLst>
              <a:ext uri="{FF2B5EF4-FFF2-40B4-BE49-F238E27FC236}">
                <a16:creationId xmlns:a16="http://schemas.microsoft.com/office/drawing/2014/main" id="{FEF1B6EF-B8A5-2041-9C60-52DC336233C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39</a:t>
            </a:fld>
            <a:endParaRPr lang="en-US" dirty="0"/>
          </a:p>
        </p:txBody>
      </p:sp>
    </p:spTree>
    <p:extLst>
      <p:ext uri="{BB962C8B-B14F-4D97-AF65-F5344CB8AC3E}">
        <p14:creationId xmlns:p14="http://schemas.microsoft.com/office/powerpoint/2010/main" val="312695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01">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381"/>
                                        </p:tgtEl>
                                        <p:attrNameLst>
                                          <p:attrName>style.visibility</p:attrName>
                                        </p:attrNameLst>
                                      </p:cBhvr>
                                      <p:to>
                                        <p:strVal val="visible"/>
                                      </p:to>
                                    </p:set>
                                    <p:animEffect transition="in" filter="wipe(up)">
                                      <p:cBhvr>
                                        <p:cTn id="13" dur="500"/>
                                        <p:tgtEl>
                                          <p:spTgt spid="1381"/>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1307">
                                            <p:txEl>
                                              <p:pRg st="0" end="0"/>
                                            </p:txEl>
                                          </p:spTgt>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414"/>
                                        </p:tgtEl>
                                        <p:attrNameLst>
                                          <p:attrName>style.visibility</p:attrName>
                                        </p:attrNameLst>
                                      </p:cBhvr>
                                      <p:to>
                                        <p:strVal val="visible"/>
                                      </p:to>
                                    </p:set>
                                  </p:childTnLst>
                                </p:cTn>
                              </p:par>
                            </p:childTnLst>
                          </p:cTn>
                        </p:par>
                        <p:par>
                          <p:cTn id="19" fill="hold">
                            <p:stCondLst>
                              <p:cond delay="500"/>
                            </p:stCondLst>
                            <p:childTnLst>
                              <p:par>
                                <p:cTn id="20" presetID="0" presetClass="path" presetSubtype="0" accel="50000" decel="50000" fill="hold" nodeType="afterEffect">
                                  <p:stCondLst>
                                    <p:cond delay="0"/>
                                  </p:stCondLst>
                                  <p:childTnLst>
                                    <p:animMotion origin="layout" path="M -0.01354 -0.01412 L 0.13802 -0.01343 L 0.28946 -0.30648 L -0.0306 -0.30949 " pathEditMode="relative" rAng="0" ptsTypes="AAAA">
                                      <p:cBhvr>
                                        <p:cTn id="21" dur="2000" fill="hold"/>
                                        <p:tgtEl>
                                          <p:spTgt spid="1414"/>
                                        </p:tgtEl>
                                        <p:attrNameLst>
                                          <p:attrName>ppt_x</p:attrName>
                                          <p:attrName>ppt_y</p:attrName>
                                        </p:attrNameLst>
                                      </p:cBhvr>
                                      <p:rCtr x="14297" y="-14745"/>
                                    </p:animMotion>
                                  </p:childTnLst>
                                </p:cTn>
                              </p:par>
                            </p:childTnLst>
                          </p:cTn>
                        </p:par>
                        <p:par>
                          <p:cTn id="22" fill="hold">
                            <p:stCondLst>
                              <p:cond delay="2500"/>
                            </p:stCondLst>
                            <p:childTnLst>
                              <p:par>
                                <p:cTn id="23" presetID="1" presetClass="exit" presetSubtype="0" fill="hold" nodeType="afterEffect">
                                  <p:stCondLst>
                                    <p:cond delay="0"/>
                                  </p:stCondLst>
                                  <p:childTnLst>
                                    <p:set>
                                      <p:cBhvr>
                                        <p:cTn id="24" dur="1" fill="hold">
                                          <p:stCondLst>
                                            <p:cond delay="0"/>
                                          </p:stCondLst>
                                        </p:cTn>
                                        <p:tgtEl>
                                          <p:spTgt spid="1428"/>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143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381"/>
                                        </p:tgtEl>
                                        <p:attrNameLst>
                                          <p:attrName>style.visibility</p:attrName>
                                        </p:attrNameLst>
                                      </p:cBhvr>
                                      <p:to>
                                        <p:strVal val="hidden"/>
                                      </p:to>
                                    </p:set>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1440"/>
                                        </p:tgtEl>
                                        <p:attrNameLst>
                                          <p:attrName>style.visibility</p:attrName>
                                        </p:attrNameLst>
                                      </p:cBhvr>
                                      <p:to>
                                        <p:strVal val="visible"/>
                                      </p:to>
                                    </p:set>
                                    <p:animEffect transition="in" filter="wipe(down)">
                                      <p:cBhvr>
                                        <p:cTn id="32" dur="500"/>
                                        <p:tgtEl>
                                          <p:spTgt spid="1440"/>
                                        </p:tgtEl>
                                      </p:cBhvr>
                                    </p:animEffect>
                                  </p:childTnLst>
                                </p:cTn>
                              </p:par>
                            </p:childTnLst>
                          </p:cTn>
                        </p:par>
                        <p:par>
                          <p:cTn id="33" fill="hold">
                            <p:stCondLst>
                              <p:cond delay="3000"/>
                            </p:stCondLst>
                            <p:childTnLst>
                              <p:par>
                                <p:cTn id="34" presetID="22" presetClass="entr" presetSubtype="4" fill="hold" nodeType="afterEffect">
                                  <p:stCondLst>
                                    <p:cond delay="0"/>
                                  </p:stCondLst>
                                  <p:childTnLst>
                                    <p:set>
                                      <p:cBhvr>
                                        <p:cTn id="35" dur="1" fill="hold">
                                          <p:stCondLst>
                                            <p:cond delay="0"/>
                                          </p:stCondLst>
                                        </p:cTn>
                                        <p:tgtEl>
                                          <p:spTgt spid="1449"/>
                                        </p:tgtEl>
                                        <p:attrNameLst>
                                          <p:attrName>style.visibility</p:attrName>
                                        </p:attrNameLst>
                                      </p:cBhvr>
                                      <p:to>
                                        <p:strVal val="visible"/>
                                      </p:to>
                                    </p:set>
                                    <p:animEffect transition="in" filter="wipe(down)">
                                      <p:cBhvr>
                                        <p:cTn id="36" dur="1000"/>
                                        <p:tgtEl>
                                          <p:spTgt spid="1449"/>
                                        </p:tgtEl>
                                      </p:cBhvr>
                                    </p:animEffect>
                                  </p:childTnLst>
                                </p:cTn>
                              </p:par>
                              <p:par>
                                <p:cTn id="37" presetID="1" presetClass="exit" presetSubtype="0" fill="hold" nodeType="withEffect">
                                  <p:stCondLst>
                                    <p:cond delay="0"/>
                                  </p:stCondLst>
                                  <p:childTnLst>
                                    <p:set>
                                      <p:cBhvr>
                                        <p:cTn id="38" dur="1" fill="hold">
                                          <p:stCondLst>
                                            <p:cond delay="0"/>
                                          </p:stCondLst>
                                        </p:cTn>
                                        <p:tgtEl>
                                          <p:spTgt spid="141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48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1" grpId="0" build="p"/>
      <p:bldP spid="1307" grpId="0" build="p"/>
      <p:bldP spid="1485" grpId="0" build="p"/>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187" name="Rectangle 3">
            <a:extLst>
              <a:ext uri="{FF2B5EF4-FFF2-40B4-BE49-F238E27FC236}">
                <a16:creationId xmlns:a16="http://schemas.microsoft.com/office/drawing/2014/main" id="{2073622D-6F9C-D746-A469-197BF98377DD}"/>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subnet part of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gets allocated portion of its provider ISP’</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address space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88" name="Text Box 4">
            <a:extLst>
              <a:ext uri="{FF2B5EF4-FFF2-40B4-BE49-F238E27FC236}">
                <a16:creationId xmlns:a16="http://schemas.microsoft.com/office/drawing/2014/main" id="{BF69A025-ADD0-274A-BCF8-C6B01CCE25BF}"/>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 Box 4">
            <a:extLst>
              <a:ext uri="{FF2B5EF4-FFF2-40B4-BE49-F238E27FC236}">
                <a16:creationId xmlns:a16="http://schemas.microsoft.com/office/drawing/2014/main" id="{36F5AF04-FCF6-9549-BBEA-D1CFFCEE090E}"/>
              </a:ext>
            </a:extLst>
          </p:cNvPr>
          <p:cNvSpPr txBox="1">
            <a:spLocks noChangeArrowheads="1"/>
          </p:cNvSpPr>
          <p:nvPr/>
        </p:nvSpPr>
        <p:spPr bwMode="auto">
          <a:xfrm>
            <a:off x="1371600" y="3687667"/>
            <a:ext cx="1021577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 can then allocate out its address space in 8 blocks: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0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200.23.16.0/23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200.23.18.0/23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2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11001000  00010111  0001010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200.23.20.0/23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7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11001000  00010111  0001111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200.23.30.0/23</a:t>
            </a:r>
            <a:r>
              <a:rPr kumimoji="0" lang="en-US" altLang="en-US" sz="28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7" name="Slide Number Placeholder 3">
            <a:extLst>
              <a:ext uri="{FF2B5EF4-FFF2-40B4-BE49-F238E27FC236}">
                <a16:creationId xmlns:a16="http://schemas.microsoft.com/office/drawing/2014/main" id="{21B4E582-D8A2-B24B-AC16-BD79805CC58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40</a:t>
            </a:fld>
            <a:endParaRPr lang="en-US" dirty="0"/>
          </a:p>
        </p:txBody>
      </p:sp>
    </p:spTree>
    <p:extLst>
      <p:ext uri="{BB962C8B-B14F-4D97-AF65-F5344CB8AC3E}">
        <p14:creationId xmlns:p14="http://schemas.microsoft.com/office/powerpoint/2010/main" val="2535395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Hierarchical addressing: route aggregation</a:t>
            </a:r>
            <a:endParaRPr lang="en-US" sz="4800" dirty="0"/>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94480" y="1297352"/>
            <a:ext cx="10717966"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hierarchical addressing allows efficient advertisement of routing  information:</a:t>
            </a:r>
          </a:p>
        </p:txBody>
      </p:sp>
      <p:sp>
        <p:nvSpPr>
          <p:cNvPr id="44" name="Slide Number Placeholder 3">
            <a:extLst>
              <a:ext uri="{FF2B5EF4-FFF2-40B4-BE49-F238E27FC236}">
                <a16:creationId xmlns:a16="http://schemas.microsoft.com/office/drawing/2014/main" id="{23812E9A-EAB1-1144-8F29-25682639422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41</a:t>
            </a:fld>
            <a:endParaRPr lang="en-US" dirty="0"/>
          </a:p>
        </p:txBody>
      </p:sp>
    </p:spTree>
    <p:extLst>
      <p:ext uri="{BB962C8B-B14F-4D97-AF65-F5344CB8AC3E}">
        <p14:creationId xmlns:p14="http://schemas.microsoft.com/office/powerpoint/2010/main" val="1145374153"/>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grpSp>
        <p:nvGrpSpPr>
          <p:cNvPr id="5" name="Group 4">
            <a:extLst>
              <a:ext uri="{FF2B5EF4-FFF2-40B4-BE49-F238E27FC236}">
                <a16:creationId xmlns:a16="http://schemas.microsoft.com/office/drawing/2014/main" id="{D14A2EA5-C052-4049-9286-557D45928AE4}"/>
              </a:ext>
            </a:extLst>
          </p:cNvPr>
          <p:cNvGrpSpPr/>
          <p:nvPr/>
        </p:nvGrpSpPr>
        <p:grpSpPr>
          <a:xfrm>
            <a:off x="1847642" y="3241129"/>
            <a:ext cx="2844800" cy="788987"/>
            <a:chOff x="1847642" y="3241129"/>
            <a:chExt cx="2844800" cy="788987"/>
          </a:xfrm>
        </p:grpSpPr>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2" name="Slide Number Placeholder 3">
            <a:extLst>
              <a:ext uri="{FF2B5EF4-FFF2-40B4-BE49-F238E27FC236}">
                <a16:creationId xmlns:a16="http://schemas.microsoft.com/office/drawing/2014/main" id="{7EDAE62B-AFB0-584C-9FD0-8C52EC351D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42</a:t>
            </a:fld>
            <a:endParaRPr lang="en-US" dirty="0"/>
          </a:p>
        </p:txBody>
      </p:sp>
    </p:spTree>
    <p:extLst>
      <p:ext uri="{BB962C8B-B14F-4D97-AF65-F5344CB8AC3E}">
        <p14:creationId xmlns:p14="http://schemas.microsoft.com/office/powerpoint/2010/main" val="1450715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 name="Freeform 3">
            <a:extLst>
              <a:ext uri="{FF2B5EF4-FFF2-40B4-BE49-F238E27FC236}">
                <a16:creationId xmlns:a16="http://schemas.microsoft.com/office/drawing/2014/main" id="{09EB423B-4CA2-4F48-8E84-83E0AD942EC4}"/>
              </a:ext>
            </a:extLst>
          </p:cNvPr>
          <p:cNvSpPr/>
          <p:nvPr/>
        </p:nvSpPr>
        <p:spPr>
          <a:xfrm>
            <a:off x="4049486" y="4865915"/>
            <a:ext cx="5274129" cy="1257299"/>
          </a:xfrm>
          <a:custGeom>
            <a:avLst/>
            <a:gdLst>
              <a:gd name="connsiteX0" fmla="*/ 5225143 w 5225143"/>
              <a:gd name="connsiteY0" fmla="*/ 0 h 1322614"/>
              <a:gd name="connsiteX1" fmla="*/ 1583871 w 5225143"/>
              <a:gd name="connsiteY1" fmla="*/ 587829 h 1322614"/>
              <a:gd name="connsiteX2" fmla="*/ 718457 w 5225143"/>
              <a:gd name="connsiteY2" fmla="*/ 963386 h 1322614"/>
              <a:gd name="connsiteX3" fmla="*/ 0 w 5225143"/>
              <a:gd name="connsiteY3" fmla="*/ 1322614 h 1322614"/>
              <a:gd name="connsiteX0" fmla="*/ 5225143 w 5225143"/>
              <a:gd name="connsiteY0" fmla="*/ 0 h 1322614"/>
              <a:gd name="connsiteX1" fmla="*/ 1583871 w 5225143"/>
              <a:gd name="connsiteY1" fmla="*/ 587829 h 1322614"/>
              <a:gd name="connsiteX2" fmla="*/ 849085 w 5225143"/>
              <a:gd name="connsiteY2" fmla="*/ 783772 h 1322614"/>
              <a:gd name="connsiteX3" fmla="*/ 0 w 5225143"/>
              <a:gd name="connsiteY3" fmla="*/ 1322614 h 1322614"/>
              <a:gd name="connsiteX0" fmla="*/ 5225143 w 5225143"/>
              <a:gd name="connsiteY0" fmla="*/ 0 h 1322614"/>
              <a:gd name="connsiteX1" fmla="*/ 849085 w 5225143"/>
              <a:gd name="connsiteY1" fmla="*/ 783772 h 1322614"/>
              <a:gd name="connsiteX2" fmla="*/ 0 w 5225143"/>
              <a:gd name="connsiteY2" fmla="*/ 1322614 h 1322614"/>
              <a:gd name="connsiteX0" fmla="*/ 5274129 w 5274129"/>
              <a:gd name="connsiteY0" fmla="*/ 0 h 1257299"/>
              <a:gd name="connsiteX1" fmla="*/ 849085 w 5274129"/>
              <a:gd name="connsiteY1" fmla="*/ 718457 h 1257299"/>
              <a:gd name="connsiteX2" fmla="*/ 0 w 5274129"/>
              <a:gd name="connsiteY2" fmla="*/ 1257299 h 1257299"/>
            </a:gdLst>
            <a:ahLst/>
            <a:cxnLst>
              <a:cxn ang="0">
                <a:pos x="connsiteX0" y="connsiteY0"/>
              </a:cxn>
              <a:cxn ang="0">
                <a:pos x="connsiteX1" y="connsiteY1"/>
              </a:cxn>
              <a:cxn ang="0">
                <a:pos x="connsiteX2" y="connsiteY2"/>
              </a:cxn>
            </a:cxnLst>
            <a:rect l="l" t="t" r="r" b="b"/>
            <a:pathLst>
              <a:path w="5274129" h="1257299">
                <a:moveTo>
                  <a:pt x="5274129" y="0"/>
                </a:moveTo>
                <a:lnTo>
                  <a:pt x="849085" y="718457"/>
                </a:lnTo>
                <a:lnTo>
                  <a:pt x="0" y="1257299"/>
                </a:lnTo>
              </a:path>
            </a:pathLst>
          </a:custGeom>
          <a:noFill/>
          <a:ln w="76200">
            <a:solidFill>
              <a:srgbClr val="3333CC"/>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Slide Number Placeholder 3">
            <a:extLst>
              <a:ext uri="{FF2B5EF4-FFF2-40B4-BE49-F238E27FC236}">
                <a16:creationId xmlns:a16="http://schemas.microsoft.com/office/drawing/2014/main" id="{DCC1763B-1501-8747-9EA4-B88844FE1A2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43</a:t>
            </a:fld>
            <a:endParaRPr lang="en-US" dirty="0"/>
          </a:p>
        </p:txBody>
      </p:sp>
    </p:spTree>
    <p:extLst>
      <p:ext uri="{BB962C8B-B14F-4D97-AF65-F5344CB8AC3E}">
        <p14:creationId xmlns:p14="http://schemas.microsoft.com/office/powerpoint/2010/main" val="318994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a:t>
            </a:r>
            <a:endParaRPr lang="en-US" sz="4800" dirty="0"/>
          </a:p>
        </p:txBody>
      </p:sp>
      <p:sp>
        <p:nvSpPr>
          <p:cNvPr id="92" name="Rectangle 3">
            <a:extLst>
              <a:ext uri="{FF2B5EF4-FFF2-40B4-BE49-F238E27FC236}">
                <a16:creationId xmlns:a16="http://schemas.microsoft.com/office/drawing/2014/main" id="{058056E2-464C-DC49-8D30-5CF2C211BBDF}"/>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how does an ISP get block of addresses?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ICANN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nternet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orporation for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ssigned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ames and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umbers http://www.icann.org/</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allocates IP addresses, through </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5 regional registries (RRs)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(who may then allocate to local registries)</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manages DNS root zone, including delegation of individual TLD (.com, .edu , …) management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43E8044C-3653-B545-AA12-E470B06AA0C3}"/>
              </a:ext>
            </a:extLst>
          </p:cNvPr>
          <p:cNvSpPr txBox="1">
            <a:spLocks noChangeArrowheads="1"/>
          </p:cNvSpPr>
          <p:nvPr/>
        </p:nvSpPr>
        <p:spPr>
          <a:xfrm>
            <a:off x="6780931" y="1374589"/>
            <a:ext cx="5040009"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are there enough 32-bit IP addresses?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allocated last chunk of IPv4 addresses to RRs in 2011</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 (next) helps IPv4 address space exhaustion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has 128-bit address space</a:t>
            </a:r>
          </a:p>
        </p:txBody>
      </p:sp>
      <p:sp>
        <p:nvSpPr>
          <p:cNvPr id="2" name="TextBox 1">
            <a:extLst>
              <a:ext uri="{FF2B5EF4-FFF2-40B4-BE49-F238E27FC236}">
                <a16:creationId xmlns:a16="http://schemas.microsoft.com/office/drawing/2014/main" id="{DA23334C-B3DF-EA4F-9B01-0254D3D4FA54}"/>
              </a:ext>
            </a:extLst>
          </p:cNvPr>
          <p:cNvSpPr txBox="1"/>
          <p:nvPr/>
        </p:nvSpPr>
        <p:spPr>
          <a:xfrm flipH="1">
            <a:off x="7150541" y="5049079"/>
            <a:ext cx="4511372"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"Who the hell knew how much address space we needed?"  Vint Cerf (reflecting on decision to make IPv4 address 32 bits long)</a:t>
            </a:r>
          </a:p>
        </p:txBody>
      </p:sp>
      <p:sp>
        <p:nvSpPr>
          <p:cNvPr id="6" name="Slide Number Placeholder 3">
            <a:extLst>
              <a:ext uri="{FF2B5EF4-FFF2-40B4-BE49-F238E27FC236}">
                <a16:creationId xmlns:a16="http://schemas.microsoft.com/office/drawing/2014/main" id="{7B8F7CB5-70CC-E647-AF50-901B918C061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44</a:t>
            </a:fld>
            <a:endParaRPr lang="en-US" dirty="0"/>
          </a:p>
        </p:txBody>
      </p:sp>
    </p:spTree>
    <p:extLst>
      <p:ext uri="{BB962C8B-B14F-4D97-AF65-F5344CB8AC3E}">
        <p14:creationId xmlns:p14="http://schemas.microsoft.com/office/powerpoint/2010/main" val="2589358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2">
                                            <p:txEl>
                                              <p:pRg st="0" end="0"/>
                                            </p:txEl>
                                          </p:spTgt>
                                        </p:tgtEl>
                                        <p:attrNameLst>
                                          <p:attrName>style.visibility</p:attrName>
                                        </p:attrNameLst>
                                      </p:cBhvr>
                                      <p:to>
                                        <p:strVal val="visible"/>
                                      </p:to>
                                    </p:set>
                                    <p:animEffect transition="in" filter="dissolve">
                                      <p:cBhvr>
                                        <p:cTn id="7" dur="500"/>
                                        <p:tgtEl>
                                          <p:spTgt spid="9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2">
                                            <p:txEl>
                                              <p:pRg st="1" end="1"/>
                                            </p:txEl>
                                          </p:spTgt>
                                        </p:tgtEl>
                                        <p:attrNameLst>
                                          <p:attrName>style.visibility</p:attrName>
                                        </p:attrNameLst>
                                      </p:cBhvr>
                                      <p:to>
                                        <p:strVal val="visible"/>
                                      </p:to>
                                    </p:set>
                                    <p:animEffect transition="in" filter="dissolve">
                                      <p:cBhvr>
                                        <p:cTn id="12" dur="500"/>
                                        <p:tgtEl>
                                          <p:spTgt spid="9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2">
                                            <p:txEl>
                                              <p:pRg st="2" end="2"/>
                                            </p:txEl>
                                          </p:spTgt>
                                        </p:tgtEl>
                                        <p:attrNameLst>
                                          <p:attrName>style.visibility</p:attrName>
                                        </p:attrNameLst>
                                      </p:cBhvr>
                                      <p:to>
                                        <p:strVal val="visible"/>
                                      </p:to>
                                    </p:set>
                                    <p:animEffect transition="in" filter="dissolve">
                                      <p:cBhvr>
                                        <p:cTn id="17" dur="500"/>
                                        <p:tgtEl>
                                          <p:spTgt spid="9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2">
                                            <p:txEl>
                                              <p:pRg st="3" end="3"/>
                                            </p:txEl>
                                          </p:spTgt>
                                        </p:tgtEl>
                                        <p:attrNameLst>
                                          <p:attrName>style.visibility</p:attrName>
                                        </p:attrNameLst>
                                      </p:cBhvr>
                                      <p:to>
                                        <p:strVal val="visible"/>
                                      </p:to>
                                    </p:set>
                                    <p:animEffect transition="in" filter="dissolve">
                                      <p:cBhvr>
                                        <p:cTn id="22" dur="500"/>
                                        <p:tgtEl>
                                          <p:spTgt spid="9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animEffect transition="in" filter="dissolve">
                                      <p:cBhvr>
                                        <p:cTn id="27" dur="500"/>
                                        <p:tgtEl>
                                          <p:spTgt spid="5">
                                            <p:txEl>
                                              <p:pRg st="0" end="0"/>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
                                            <p:txEl>
                                              <p:pRg st="1" end="1"/>
                                            </p:txEl>
                                          </p:spTgt>
                                        </p:tgtEl>
                                        <p:attrNameLst>
                                          <p:attrName>style.visibility</p:attrName>
                                        </p:attrNameLst>
                                      </p:cBhvr>
                                      <p:to>
                                        <p:strVal val="visible"/>
                                      </p:to>
                                    </p:set>
                                    <p:animEffect transition="in" filter="dissolve">
                                      <p:cBhvr>
                                        <p:cTn id="30" dur="500"/>
                                        <p:tgtEl>
                                          <p:spTgt spid="5">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
                                            <p:txEl>
                                              <p:pRg st="2" end="2"/>
                                            </p:txEl>
                                          </p:spTgt>
                                        </p:tgtEl>
                                        <p:attrNameLst>
                                          <p:attrName>style.visibility</p:attrName>
                                        </p:attrNameLst>
                                      </p:cBhvr>
                                      <p:to>
                                        <p:strVal val="visible"/>
                                      </p:to>
                                    </p:set>
                                    <p:animEffect transition="in" filter="dissolve">
                                      <p:cBhvr>
                                        <p:cTn id="35" dur="500"/>
                                        <p:tgtEl>
                                          <p:spTgt spid="5">
                                            <p:txEl>
                                              <p:pRg st="2" end="2"/>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
                                            <p:txEl>
                                              <p:pRg st="3" end="3"/>
                                            </p:txEl>
                                          </p:spTgt>
                                        </p:tgtEl>
                                        <p:attrNameLst>
                                          <p:attrName>style.visibility</p:attrName>
                                        </p:attrNameLst>
                                      </p:cBhvr>
                                      <p:to>
                                        <p:strVal val="visible"/>
                                      </p:to>
                                    </p:set>
                                    <p:animEffect transition="in" filter="dissolve">
                                      <p:cBhvr>
                                        <p:cTn id="38" dur="500"/>
                                        <p:tgtEl>
                                          <p:spTgt spid="5">
                                            <p:txEl>
                                              <p:pRg st="3" end="3"/>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dissolv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uiExpand="1" build="p"/>
      <p:bldP spid="5" grpId="0" uiExpand="1" build="p"/>
      <p:bldP spid="2"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match+action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45</a:t>
            </a:fld>
            <a:endParaRPr lang="en-US" dirty="0"/>
          </a:p>
        </p:txBody>
      </p:sp>
    </p:spTree>
    <p:extLst>
      <p:ext uri="{BB962C8B-B14F-4D97-AF65-F5344CB8AC3E}">
        <p14:creationId xmlns:p14="http://schemas.microsoft.com/office/powerpoint/2010/main" val="343596233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different</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46</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just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one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 needed 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addresses of host in local network 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ISP without changing addresses 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security: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47</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48</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49</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50</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initial motivation: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32-bit IPv4 address space would be completely allocated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additional motivation: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speed processing/forwarding: 40-byte fixed length header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enable different network-layer treatment of “flows”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51</a:t>
            </a:fld>
            <a:endParaRPr lang="en-US" dirty="0"/>
          </a:p>
        </p:txBody>
      </p:sp>
    </p:spTree>
    <p:extLst>
      <p:ext uri="{BB962C8B-B14F-4D97-AF65-F5344CB8AC3E}">
        <p14:creationId xmlns:p14="http://schemas.microsoft.com/office/powerpoint/2010/main" val="368137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uiExpand="1" build="p"/>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source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pri</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priority: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label: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datagrams in same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 of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128-bit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IPv6 addresses</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What’s missing (compared with IPv4):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checksum (to speed processing at routers)</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fragmentation/reassembly</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options (available as upper-layer, next-header protocol at router)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52</a:t>
            </a:fld>
            <a:endParaRPr lang="en-US" dirty="0"/>
          </a:p>
        </p:txBody>
      </p:sp>
    </p:spTree>
    <p:extLst>
      <p:ext uri="{BB962C8B-B14F-4D97-AF65-F5344CB8AC3E}">
        <p14:creationId xmlns:p14="http://schemas.microsoft.com/office/powerpoint/2010/main" val="110281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IPv6 datagram carried as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payload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in IPv4 datagram among IPv4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routers (“packet within a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used extensively in other contexts (4G/5G)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53</a:t>
            </a:fld>
            <a:endParaRPr lang="en-US" dirty="0"/>
          </a:p>
        </p:txBody>
      </p:sp>
    </p:spTree>
    <p:extLst>
      <p:ext uri="{BB962C8B-B14F-4D97-AF65-F5344CB8AC3E}">
        <p14:creationId xmlns:p14="http://schemas.microsoft.com/office/powerpoint/2010/main" val="18667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IPv4 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network connecting two IPv6 routers</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54</a:t>
            </a:fld>
            <a:endParaRPr lang="en-US" dirty="0"/>
          </a:p>
        </p:txBody>
      </p:sp>
    </p:spTree>
    <p:extLst>
      <p:ext uri="{BB962C8B-B14F-4D97-AF65-F5344CB8AC3E}">
        <p14:creationId xmlns:p14="http://schemas.microsoft.com/office/powerpoint/2010/main" val="1059402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tunnel connecting two IPv6 routers</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tunneling: IPv6 datagram as payload in a IPv4 datagram</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55</a:t>
            </a:fld>
            <a:endParaRPr lang="en-US" dirty="0"/>
          </a:p>
        </p:txBody>
      </p:sp>
    </p:spTree>
    <p:extLst>
      <p:ext uri="{BB962C8B-B14F-4D97-AF65-F5344CB8AC3E}">
        <p14:creationId xmlns:p14="http://schemas.microsoft.com/office/powerpoint/2010/main" val="3383375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 view:</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logical view:</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A-to-B:</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E-to-F:</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Note source and destination addresses!</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56</a:t>
            </a:fld>
            <a:endParaRPr lang="en-US" dirty="0"/>
          </a:p>
        </p:txBody>
      </p:sp>
    </p:spTree>
    <p:extLst>
      <p:ext uri="{BB962C8B-B14F-4D97-AF65-F5344CB8AC3E}">
        <p14:creationId xmlns:p14="http://schemas.microsoft.com/office/powerpoint/2010/main" val="36070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40% of clients access services via IPv6 </a:t>
            </a:r>
            <a:r>
              <a:rPr lang="en-US" altLang="en-US" sz="2000" dirty="0">
                <a:ea typeface="ＭＳ Ｐゴシック" panose="020B0600070205080204" pitchFamily="34" charset="-128"/>
                <a:cs typeface="ＭＳ Ｐゴシック" panose="020B0600070205080204" pitchFamily="34" charset="-128"/>
              </a:rPr>
              <a:t>(2023)</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7" name="Slide Number Placeholder 3">
            <a:extLst>
              <a:ext uri="{FF2B5EF4-FFF2-40B4-BE49-F238E27FC236}">
                <a16:creationId xmlns:a16="http://schemas.microsoft.com/office/drawing/2014/main" id="{89FADA88-24D6-414D-8D4C-1C3C85DF6E9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57</a:t>
            </a:fld>
            <a:endParaRPr lang="en-US" dirty="0"/>
          </a:p>
        </p:txBody>
      </p:sp>
      <p:pic>
        <p:nvPicPr>
          <p:cNvPr id="6" name="Picture 5">
            <a:extLst>
              <a:ext uri="{FF2B5EF4-FFF2-40B4-BE49-F238E27FC236}">
                <a16:creationId xmlns:a16="http://schemas.microsoft.com/office/drawing/2014/main" id="{9851BFC3-ED64-D83C-CAD7-8F394FCE4735}"/>
              </a:ext>
            </a:extLst>
          </p:cNvPr>
          <p:cNvPicPr>
            <a:picLocks noChangeAspect="1"/>
          </p:cNvPicPr>
          <p:nvPr/>
        </p:nvPicPr>
        <p:blipFill>
          <a:blip r:embed="rId3"/>
          <a:stretch>
            <a:fillRect/>
          </a:stretch>
        </p:blipFill>
        <p:spPr>
          <a:xfrm>
            <a:off x="2209800" y="2433109"/>
            <a:ext cx="7772400" cy="4194374"/>
          </a:xfrm>
          <a:prstGeom prst="rect">
            <a:avLst/>
          </a:prstGeom>
        </p:spPr>
      </p:pic>
    </p:spTree>
    <p:extLst>
      <p:ext uri="{BB962C8B-B14F-4D97-AF65-F5344CB8AC3E}">
        <p14:creationId xmlns:p14="http://schemas.microsoft.com/office/powerpoint/2010/main" val="22127214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4663516"/>
          </a:xfrm>
        </p:spPr>
        <p:txBody>
          <a:bodyPr>
            <a:normAutofit/>
          </a:body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40% of clients access services via </a:t>
            </a:r>
            <a:r>
              <a:rPr kumimoji="0" lang="en-US" altLang="en-US" sz="3200" b="0" i="0" u="none" strike="noStrike" kern="1200" cap="none" spc="0" normalizeH="0" baseline="0" noProof="0" dirty="0">
                <a:ln>
                  <a:noFill/>
                </a:ln>
                <a:solidFill>
                  <a:prstClr val="black"/>
                </a:solidFill>
                <a:effectLst/>
                <a:uLnTx/>
                <a:uFillTx/>
                <a:ea typeface="ＭＳ Ｐゴシック" panose="020B0600070205080204" pitchFamily="34" charset="-128"/>
                <a:cs typeface="ＭＳ Ｐゴシック" panose="020B0600070205080204" pitchFamily="34" charset="-128"/>
              </a:rPr>
              <a:t>IPv6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(2023)</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a:p>
            <a:pPr marL="471488" indent="-341313"/>
            <a:r>
              <a:rPr lang="en-US" altLang="en-US" sz="3200" dirty="0">
                <a:ea typeface="ＭＳ Ｐゴシック" panose="020B0600070205080204" pitchFamily="34" charset="-128"/>
                <a:cs typeface="ＭＳ Ｐゴシック" panose="020B0600070205080204" pitchFamily="34" charset="-128"/>
              </a:rPr>
              <a:t>Long (long!) time for deployment, use</a:t>
            </a:r>
          </a:p>
          <a:p>
            <a:pPr marL="914400" lvl="1" indent="-328613"/>
            <a:r>
              <a:rPr lang="en-US" altLang="en-US" sz="2800" dirty="0">
                <a:ea typeface="ＭＳ Ｐゴシック" panose="020B0600070205080204" pitchFamily="34" charset="-128"/>
              </a:rPr>
              <a:t>25 years and counting!</a:t>
            </a:r>
          </a:p>
          <a:p>
            <a:pPr marL="914400" lvl="1" indent="-328613"/>
            <a:r>
              <a:rPr lang="en-US" altLang="en-US" sz="2800" dirty="0">
                <a:ea typeface="ＭＳ Ｐゴシック" panose="020B0600070205080204" pitchFamily="34" charset="-128"/>
              </a:rPr>
              <a:t>think of application-level changes in last 25 years: WWW, social media, streaming media, gaming, telepresence, …</a:t>
            </a:r>
          </a:p>
          <a:p>
            <a:pPr marL="914400" lvl="1" indent="-328613"/>
            <a:r>
              <a:rPr lang="en-US" altLang="en-US" sz="2800" i="1" dirty="0">
                <a:solidFill>
                  <a:srgbClr val="CC0000"/>
                </a:solidFill>
                <a:ea typeface="ＭＳ Ｐゴシック" panose="020B0600070205080204" pitchFamily="34" charset="-128"/>
              </a:rPr>
              <a:t>Why?</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4" name="TextBox 3">
            <a:extLst>
              <a:ext uri="{FF2B5EF4-FFF2-40B4-BE49-F238E27FC236}">
                <a16:creationId xmlns:a16="http://schemas.microsoft.com/office/drawing/2014/main" id="{80A49F01-0502-D745-8771-4AE4FBD24A44}"/>
              </a:ext>
            </a:extLst>
          </p:cNvPr>
          <p:cNvSpPr txBox="1"/>
          <p:nvPr/>
        </p:nvSpPr>
        <p:spPr>
          <a:xfrm>
            <a:off x="928255" y="6289964"/>
            <a:ext cx="47294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3">
            <a:extLst>
              <a:ext uri="{FF2B5EF4-FFF2-40B4-BE49-F238E27FC236}">
                <a16:creationId xmlns:a16="http://schemas.microsoft.com/office/drawing/2014/main" id="{93499F0B-8A43-B042-94A3-D83FC9EF406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58</a:t>
            </a:fld>
            <a:endParaRPr lang="en-US" dirty="0"/>
          </a:p>
        </p:txBody>
      </p:sp>
    </p:spTree>
    <p:extLst>
      <p:ext uri="{BB962C8B-B14F-4D97-AF65-F5344CB8AC3E}">
        <p14:creationId xmlns:p14="http://schemas.microsoft.com/office/powerpoint/2010/main" val="173748429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21102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pPr>
            <a:r>
              <a:rPr lang="en-US" altLang="en-US" sz="3200" dirty="0">
                <a:ea typeface="ＭＳ Ｐゴシック" panose="020B0600070205080204" pitchFamily="34" charset="-128"/>
                <a:cs typeface="ＭＳ Ｐゴシック" panose="020B0600070205080204" pitchFamily="34" charset="-128"/>
              </a:rPr>
              <a:t>Generalized Forwarding, SDN</a:t>
            </a:r>
          </a:p>
          <a:p>
            <a:pPr lvl="1">
              <a:lnSpc>
                <a:spcPct val="100000"/>
              </a:lnSpc>
              <a:spcBef>
                <a:spcPts val="0"/>
              </a:spcBef>
            </a:pPr>
            <a:r>
              <a:rPr lang="en-US" altLang="en-US" sz="2800" dirty="0">
                <a:ea typeface="ＭＳ Ｐゴシック" panose="020B0600070205080204" pitchFamily="34" charset="-128"/>
              </a:rPr>
              <a:t>Match+action</a:t>
            </a:r>
          </a:p>
          <a:p>
            <a:pPr lvl="1">
              <a:lnSpc>
                <a:spcPct val="100000"/>
              </a:lnSpc>
              <a:spcBef>
                <a:spcPts val="0"/>
              </a:spcBef>
            </a:pPr>
            <a:r>
              <a:rPr lang="en-US" altLang="en-US" sz="2800" dirty="0">
                <a:ea typeface="ＭＳ Ｐゴシック" panose="020B0600070205080204" pitchFamily="34" charset="-128"/>
              </a:rPr>
              <a:t>OpenFlow: match+action in action</a:t>
            </a:r>
          </a:p>
          <a:p>
            <a:pPr marL="407988" indent="-277813">
              <a:lnSpc>
                <a:spcPct val="100000"/>
              </a:lnSpc>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59</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551426304"/>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F20255E-462F-0E4B-A829-1C635A9D2E89}"/>
              </a:ext>
            </a:extLst>
          </p:cNvPr>
          <p:cNvGrpSpPr/>
          <p:nvPr/>
        </p:nvGrpSpPr>
        <p:grpSpPr>
          <a:xfrm>
            <a:off x="2020188" y="2244830"/>
            <a:ext cx="6996667" cy="1258851"/>
            <a:chOff x="1372488" y="5470630"/>
            <a:chExt cx="6996667" cy="1258851"/>
          </a:xfrm>
        </p:grpSpPr>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789681"/>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940494"/>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127819"/>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232594"/>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426269"/>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973831"/>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127819"/>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156394"/>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940494"/>
              <a:ext cx="814387" cy="401637"/>
            </a:xfrm>
            <a:prstGeom prst="line">
              <a:avLst/>
            </a:prstGeom>
            <a:noFill/>
            <a:ln w="12700" cap="flat" cmpd="sng" algn="ctr">
              <a:solidFill>
                <a:srgbClr val="000000"/>
              </a:solidFill>
              <a:prstDash val="solid"/>
            </a:ln>
            <a:effectLst/>
          </p:spPr>
        </p:cxn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983356"/>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842069"/>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302444"/>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94519"/>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652658"/>
              <a:ext cx="2698750" cy="818062"/>
              <a:chOff x="938213" y="5322389"/>
              <a:chExt cx="2698750" cy="818061"/>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322389"/>
                <a:ext cx="1616075" cy="402139"/>
                <a:chOff x="-4079003" y="2802821"/>
                <a:chExt cx="1616718" cy="403057"/>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940114" y="2802821"/>
                  <a:ext cx="724425" cy="215182"/>
                </a:xfrm>
                <a:prstGeom prst="line">
                  <a:avLst/>
                </a:prstGeom>
                <a:noFill/>
                <a:ln w="15875">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372488" y="547063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match plus action</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847174" y="1217384"/>
            <a:ext cx="1125965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Review: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router contains a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forwarding table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57200" marR="0" lvl="0" indent="-2857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take action</a:t>
            </a:r>
          </a:p>
        </p:txBody>
      </p:sp>
      <p:grpSp>
        <p:nvGrpSpPr>
          <p:cNvPr id="20" name="Group 19">
            <a:extLst>
              <a:ext uri="{FF2B5EF4-FFF2-40B4-BE49-F238E27FC236}">
                <a16:creationId xmlns:a16="http://schemas.microsoft.com/office/drawing/2014/main" id="{0FA1230D-A91E-6143-A1BD-6E58E7FDBB95}"/>
              </a:ext>
            </a:extLst>
          </p:cNvPr>
          <p:cNvGrpSpPr/>
          <p:nvPr/>
        </p:nvGrpSpPr>
        <p:grpSpPr>
          <a:xfrm>
            <a:off x="3590654" y="4136605"/>
            <a:ext cx="5200655" cy="2273665"/>
            <a:chOff x="3590654" y="4136605"/>
            <a:chExt cx="5200655" cy="2273665"/>
          </a:xfrm>
        </p:grpSpPr>
        <p:grpSp>
          <p:nvGrpSpPr>
            <p:cNvPr id="15" name="Group 14">
              <a:extLst>
                <a:ext uri="{FF2B5EF4-FFF2-40B4-BE49-F238E27FC236}">
                  <a16:creationId xmlns:a16="http://schemas.microsoft.com/office/drawing/2014/main" id="{C6DFFE27-3F70-6243-BA21-8DE3EBD8025C}"/>
                </a:ext>
              </a:extLst>
            </p:cNvPr>
            <p:cNvGrpSpPr/>
            <p:nvPr/>
          </p:nvGrpSpPr>
          <p:grpSpPr>
            <a:xfrm>
              <a:off x="3590654" y="4136605"/>
              <a:ext cx="1298579" cy="1913670"/>
              <a:chOff x="3590654" y="4136605"/>
              <a:chExt cx="1298579" cy="1913670"/>
            </a:xfrm>
          </p:grpSpPr>
          <p:sp>
            <p:nvSpPr>
              <p:cNvPr id="927" name="Freeform 926">
                <a:extLst>
                  <a:ext uri="{FF2B5EF4-FFF2-40B4-BE49-F238E27FC236}">
                    <a16:creationId xmlns:a16="http://schemas.microsoft.com/office/drawing/2014/main" id="{875BCAC4-B573-D54B-BF32-094096F89D98}"/>
                  </a:ext>
                </a:extLst>
              </p:cNvPr>
              <p:cNvSpPr/>
              <p:nvPr/>
            </p:nvSpPr>
            <p:spPr bwMode="auto">
              <a:xfrm>
                <a:off x="3608120" y="5291450"/>
                <a:ext cx="1281113" cy="7588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3610169" y="4392826"/>
                <a:ext cx="1027113" cy="4472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3590654" y="5050151"/>
                <a:ext cx="1035050" cy="360363"/>
                <a:chOff x="4129067" y="3606966"/>
                <a:chExt cx="567968" cy="338045"/>
              </a:xfrm>
            </p:grpSpPr>
            <p:sp>
              <p:nvSpPr>
                <p:cNvPr id="1032" name="Oval 1031">
                  <a:extLst>
                    <a:ext uri="{FF2B5EF4-FFF2-40B4-BE49-F238E27FC236}">
                      <a16:creationId xmlns:a16="http://schemas.microsoft.com/office/drawing/2014/main" id="{6285E922-4389-6747-873A-ED742F93B7B8}"/>
                    </a:ext>
                  </a:extLst>
                </p:cNvPr>
                <p:cNvSpPr/>
                <p:nvPr/>
              </p:nvSpPr>
              <p:spPr>
                <a:xfrm>
                  <a:off x="4130589" y="3720144"/>
                  <a:ext cx="566445"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3592076" y="4851683"/>
                <a:ext cx="1028700" cy="336579"/>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a:cxnSpLocks/>
              </p:cNvCxnSpPr>
              <p:nvPr/>
            </p:nvCxnSpPr>
            <p:spPr bwMode="auto">
              <a:xfrm>
                <a:off x="3609708" y="5243825"/>
                <a:ext cx="0" cy="0"/>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a:cxnSpLocks/>
              </p:cNvCxnSpPr>
              <p:nvPr/>
            </p:nvCxnSpPr>
            <p:spPr bwMode="auto">
              <a:xfrm>
                <a:off x="4625708" y="4396154"/>
                <a:ext cx="0" cy="806396"/>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3609241" y="4136605"/>
                <a:ext cx="1019909" cy="39912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cxnSp>
            <p:nvCxnSpPr>
              <p:cNvPr id="371" name="Straight Connector 370">
                <a:extLst>
                  <a:ext uri="{FF2B5EF4-FFF2-40B4-BE49-F238E27FC236}">
                    <a16:creationId xmlns:a16="http://schemas.microsoft.com/office/drawing/2014/main" id="{E67B7110-869C-734E-A391-2DDC0CCD436E}"/>
                  </a:ext>
                </a:extLst>
              </p:cNvPr>
              <p:cNvCxnSpPr>
                <a:cxnSpLocks/>
              </p:cNvCxnSpPr>
              <p:nvPr/>
            </p:nvCxnSpPr>
            <p:spPr bwMode="auto">
              <a:xfrm>
                <a:off x="3607035" y="4388133"/>
                <a:ext cx="0" cy="806396"/>
              </a:xfrm>
              <a:prstGeom prst="line">
                <a:avLst/>
              </a:prstGeom>
              <a:noFill/>
              <a:ln w="3175" cap="flat" cmpd="sng" algn="ctr">
                <a:solidFill>
                  <a:srgbClr val="000000"/>
                </a:solidFill>
                <a:prstDash val="sysDash"/>
              </a:ln>
              <a:effectLst/>
            </p:spPr>
          </p:cxnSp>
        </p:grpSp>
        <p:grpSp>
          <p:nvGrpSpPr>
            <p:cNvPr id="16" name="Group 15">
              <a:extLst>
                <a:ext uri="{FF2B5EF4-FFF2-40B4-BE49-F238E27FC236}">
                  <a16:creationId xmlns:a16="http://schemas.microsoft.com/office/drawing/2014/main" id="{C3C97C5E-8F3D-B348-9E9A-3D250616B623}"/>
                </a:ext>
              </a:extLst>
            </p:cNvPr>
            <p:cNvGrpSpPr/>
            <p:nvPr/>
          </p:nvGrpSpPr>
          <p:grpSpPr>
            <a:xfrm>
              <a:off x="5292458" y="4247514"/>
              <a:ext cx="573087" cy="2162756"/>
              <a:chOff x="5292458" y="4247514"/>
              <a:chExt cx="573087" cy="2162756"/>
            </a:xfrm>
          </p:grpSpPr>
          <p:sp>
            <p:nvSpPr>
              <p:cNvPr id="931" name="Freeform 930">
                <a:extLst>
                  <a:ext uri="{FF2B5EF4-FFF2-40B4-BE49-F238E27FC236}">
                    <a16:creationId xmlns:a16="http://schemas.microsoft.com/office/drawing/2014/main" id="{E78920D8-D684-1642-B41B-2CC538B9202E}"/>
                  </a:ext>
                </a:extLst>
              </p:cNvPr>
              <p:cNvSpPr/>
              <p:nvPr/>
            </p:nvSpPr>
            <p:spPr bwMode="auto">
              <a:xfrm>
                <a:off x="5292458" y="5394637"/>
                <a:ext cx="573087" cy="101563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 name="connsiteX0" fmla="*/ 323648 w 574100"/>
                  <a:gd name="connsiteY0" fmla="*/ 1001558 h 1015510"/>
                  <a:gd name="connsiteX1" fmla="*/ 0 w 574100"/>
                  <a:gd name="connsiteY1" fmla="*/ 4757 h 1015510"/>
                  <a:gd name="connsiteX2" fmla="*/ 502783 w 574100"/>
                  <a:gd name="connsiteY2" fmla="*/ 0 h 1015510"/>
                  <a:gd name="connsiteX3" fmla="*/ 574100 w 574100"/>
                  <a:gd name="connsiteY3" fmla="*/ 1014877 h 1015510"/>
                  <a:gd name="connsiteX4" fmla="*/ 323648 w 574100"/>
                  <a:gd name="connsiteY4" fmla="*/ 1001558 h 1015510"/>
                  <a:gd name="connsiteX0" fmla="*/ 323648 w 574100"/>
                  <a:gd name="connsiteY0" fmla="*/ 1001558 h 1015194"/>
                  <a:gd name="connsiteX1" fmla="*/ 0 w 574100"/>
                  <a:gd name="connsiteY1" fmla="*/ 4757 h 1015194"/>
                  <a:gd name="connsiteX2" fmla="*/ 502783 w 574100"/>
                  <a:gd name="connsiteY2" fmla="*/ 0 h 1015194"/>
                  <a:gd name="connsiteX3" fmla="*/ 574100 w 574100"/>
                  <a:gd name="connsiteY3" fmla="*/ 1014877 h 1015194"/>
                  <a:gd name="connsiteX4" fmla="*/ 323648 w 574100"/>
                  <a:gd name="connsiteY4" fmla="*/ 1001558 h 1015194"/>
                  <a:gd name="connsiteX0" fmla="*/ 323648 w 574100"/>
                  <a:gd name="connsiteY0" fmla="*/ 1001558 h 1014877"/>
                  <a:gd name="connsiteX1" fmla="*/ 0 w 574100"/>
                  <a:gd name="connsiteY1" fmla="*/ 4757 h 1014877"/>
                  <a:gd name="connsiteX2" fmla="*/ 502783 w 574100"/>
                  <a:gd name="connsiteY2" fmla="*/ 0 h 1014877"/>
                  <a:gd name="connsiteX3" fmla="*/ 574100 w 574100"/>
                  <a:gd name="connsiteY3" fmla="*/ 1014877 h 1014877"/>
                  <a:gd name="connsiteX4" fmla="*/ 323648 w 574100"/>
                  <a:gd name="connsiteY4" fmla="*/ 1001558 h 10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4877">
                    <a:moveTo>
                      <a:pt x="323648" y="1001558"/>
                    </a:moveTo>
                    <a:cubicBezTo>
                      <a:pt x="144359" y="448953"/>
                      <a:pt x="295574" y="908506"/>
                      <a:pt x="0" y="4757"/>
                    </a:cubicBezTo>
                    <a:cubicBezTo>
                      <a:pt x="166537" y="861"/>
                      <a:pt x="336246" y="3896"/>
                      <a:pt x="502783" y="0"/>
                    </a:cubicBezTo>
                    <a:cubicBezTo>
                      <a:pt x="555943" y="995541"/>
                      <a:pt x="537473" y="350120"/>
                      <a:pt x="574100" y="1014877"/>
                    </a:cubicBezTo>
                    <a:cubicBezTo>
                      <a:pt x="492318" y="996974"/>
                      <a:pt x="472137" y="977884"/>
                      <a:pt x="323648" y="1001558"/>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7" name="Rectangle 996">
                <a:extLst>
                  <a:ext uri="{FF2B5EF4-FFF2-40B4-BE49-F238E27FC236}">
                    <a16:creationId xmlns:a16="http://schemas.microsoft.com/office/drawing/2014/main" id="{7F242236-8B77-9144-8038-81B9BCAB1509}"/>
                  </a:ext>
                </a:extLst>
              </p:cNvPr>
              <p:cNvSpPr/>
              <p:nvPr/>
            </p:nvSpPr>
            <p:spPr bwMode="auto">
              <a:xfrm rot="10800000">
                <a:off x="5300268" y="4416668"/>
                <a:ext cx="498084" cy="353991"/>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a:cxnSpLocks/>
                <a:stCxn id="1004" idx="3"/>
              </p:cNvCxnSpPr>
              <p:nvPr/>
            </p:nvCxnSpPr>
            <p:spPr bwMode="auto">
              <a:xfrm>
                <a:off x="5798598" y="4376078"/>
                <a:ext cx="11386" cy="969347"/>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5302369" y="5271607"/>
                <a:ext cx="507588" cy="221730"/>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5303570" y="4851684"/>
                <a:ext cx="496888" cy="496916"/>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a:cxnSpLocks/>
                <a:stCxn id="1003" idx="2"/>
              </p:cNvCxnSpPr>
              <p:nvPr/>
            </p:nvCxnSpPr>
            <p:spPr bwMode="auto">
              <a:xfrm flipH="1">
                <a:off x="5297221" y="4407034"/>
                <a:ext cx="4739" cy="1032054"/>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5299734" y="4247514"/>
                <a:ext cx="498793" cy="248286"/>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7" name="Group 16">
              <a:extLst>
                <a:ext uri="{FF2B5EF4-FFF2-40B4-BE49-F238E27FC236}">
                  <a16:creationId xmlns:a16="http://schemas.microsoft.com/office/drawing/2014/main" id="{A711EF0F-FDD8-CC4B-B701-3F459FFDE65F}"/>
                </a:ext>
              </a:extLst>
            </p:cNvPr>
            <p:cNvGrpSpPr/>
            <p:nvPr/>
          </p:nvGrpSpPr>
          <p:grpSpPr>
            <a:xfrm>
              <a:off x="6071920" y="4247514"/>
              <a:ext cx="520674" cy="1626550"/>
              <a:chOff x="6071920" y="4247514"/>
              <a:chExt cx="520674" cy="1626550"/>
            </a:xfrm>
          </p:grpSpPr>
          <p:sp>
            <p:nvSpPr>
              <p:cNvPr id="930" name="Freeform 929">
                <a:extLst>
                  <a:ext uri="{FF2B5EF4-FFF2-40B4-BE49-F238E27FC236}">
                    <a16:creationId xmlns:a16="http://schemas.microsoft.com/office/drawing/2014/main" id="{BD4E8E8A-5281-2546-8825-0786245B15DA}"/>
                  </a:ext>
                </a:extLst>
              </p:cNvPr>
              <p:cNvSpPr/>
              <p:nvPr/>
            </p:nvSpPr>
            <p:spPr bwMode="auto">
              <a:xfrm>
                <a:off x="6071920" y="5431150"/>
                <a:ext cx="514350" cy="44291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4553"/>
                  <a:gd name="connsiteX1" fmla="*/ 0 w 514180"/>
                  <a:gd name="connsiteY1" fmla="*/ 0 h 424553"/>
                  <a:gd name="connsiteX2" fmla="*/ 514180 w 514180"/>
                  <a:gd name="connsiteY2" fmla="*/ 10891 h 424553"/>
                  <a:gd name="connsiteX3" fmla="*/ 448695 w 514180"/>
                  <a:gd name="connsiteY3" fmla="*/ 424553 h 424553"/>
                  <a:gd name="connsiteX4" fmla="*/ 100781 w 514180"/>
                  <a:gd name="connsiteY4" fmla="*/ 402193 h 424553"/>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43525">
                    <a:moveTo>
                      <a:pt x="110303" y="443525"/>
                    </a:moveTo>
                    <a:cubicBezTo>
                      <a:pt x="70106" y="235553"/>
                      <a:pt x="112501" y="273531"/>
                      <a:pt x="0" y="0"/>
                    </a:cubicBezTo>
                    <a:lnTo>
                      <a:pt x="514180" y="10891"/>
                    </a:lnTo>
                    <a:cubicBezTo>
                      <a:pt x="417353" y="348331"/>
                      <a:pt x="456724" y="233015"/>
                      <a:pt x="448695" y="424553"/>
                    </a:cubicBezTo>
                    <a:cubicBezTo>
                      <a:pt x="373684" y="393884"/>
                      <a:pt x="178402" y="416624"/>
                      <a:pt x="110303" y="44352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7" name="Rectangle 976">
                <a:extLst>
                  <a:ext uri="{FF2B5EF4-FFF2-40B4-BE49-F238E27FC236}">
                    <a16:creationId xmlns:a16="http://schemas.microsoft.com/office/drawing/2014/main" id="{B0F9C3E9-A467-3F42-B81A-4399A9B977B8}"/>
                  </a:ext>
                </a:extLst>
              </p:cNvPr>
              <p:cNvSpPr/>
              <p:nvPr/>
            </p:nvSpPr>
            <p:spPr bwMode="auto">
              <a:xfrm rot="10800000">
                <a:off x="6074112" y="4416669"/>
                <a:ext cx="498084" cy="3644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a:cxnSpLocks/>
                <a:stCxn id="983" idx="6"/>
              </p:cNvCxnSpPr>
              <p:nvPr/>
            </p:nvCxnSpPr>
            <p:spPr bwMode="auto">
              <a:xfrm>
                <a:off x="6572320" y="4407033"/>
                <a:ext cx="15904" cy="94315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6085006" y="5276371"/>
                <a:ext cx="507588" cy="221730"/>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6086208" y="4886407"/>
                <a:ext cx="496887" cy="46695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a:cxnSpLocks/>
                <a:stCxn id="984" idx="1"/>
              </p:cNvCxnSpPr>
              <p:nvPr/>
            </p:nvCxnSpPr>
            <p:spPr bwMode="auto">
              <a:xfrm>
                <a:off x="6074234" y="4376077"/>
                <a:ext cx="1229" cy="1067773"/>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6073579" y="4247514"/>
                <a:ext cx="498671" cy="248286"/>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8" name="Group 17">
              <a:extLst>
                <a:ext uri="{FF2B5EF4-FFF2-40B4-BE49-F238E27FC236}">
                  <a16:creationId xmlns:a16="http://schemas.microsoft.com/office/drawing/2014/main" id="{988D8C64-AC3A-F247-8A7E-ED72D25D2B45}"/>
                </a:ext>
              </a:extLst>
            </p:cNvPr>
            <p:cNvGrpSpPr/>
            <p:nvPr/>
          </p:nvGrpSpPr>
          <p:grpSpPr>
            <a:xfrm>
              <a:off x="7108559" y="4371657"/>
              <a:ext cx="687386" cy="1948701"/>
              <a:chOff x="7108559" y="4371657"/>
              <a:chExt cx="687386" cy="1948701"/>
            </a:xfrm>
          </p:grpSpPr>
          <p:sp>
            <p:nvSpPr>
              <p:cNvPr id="929" name="Freeform 928">
                <a:extLst>
                  <a:ext uri="{FF2B5EF4-FFF2-40B4-BE49-F238E27FC236}">
                    <a16:creationId xmlns:a16="http://schemas.microsoft.com/office/drawing/2014/main" id="{218DF382-E11C-A94A-ABF5-F93EB0534196}"/>
                  </a:ext>
                </a:extLst>
              </p:cNvPr>
              <p:cNvSpPr/>
              <p:nvPr/>
            </p:nvSpPr>
            <p:spPr bwMode="auto">
              <a:xfrm>
                <a:off x="7108559" y="5401721"/>
                <a:ext cx="676275" cy="9186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918268">
                    <a:moveTo>
                      <a:pt x="0" y="894029"/>
                    </a:moveTo>
                    <a:cubicBezTo>
                      <a:pt x="111484" y="603455"/>
                      <a:pt x="127519" y="615275"/>
                      <a:pt x="186623" y="1724"/>
                    </a:cubicBezTo>
                    <a:cubicBezTo>
                      <a:pt x="431451" y="14348"/>
                      <a:pt x="449377" y="35256"/>
                      <a:pt x="675040" y="0"/>
                    </a:cubicBezTo>
                    <a:cubicBezTo>
                      <a:pt x="377586" y="467035"/>
                      <a:pt x="377233" y="643076"/>
                      <a:pt x="270986" y="918268"/>
                    </a:cubicBezTo>
                    <a:cubicBezTo>
                      <a:pt x="136701" y="889632"/>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7" name="Rectangle 956">
                <a:extLst>
                  <a:ext uri="{FF2B5EF4-FFF2-40B4-BE49-F238E27FC236}">
                    <a16:creationId xmlns:a16="http://schemas.microsoft.com/office/drawing/2014/main" id="{B13372F6-7422-A24B-A223-1174A9270D3C}"/>
                  </a:ext>
                </a:extLst>
              </p:cNvPr>
              <p:cNvSpPr/>
              <p:nvPr/>
            </p:nvSpPr>
            <p:spPr bwMode="auto">
              <a:xfrm rot="10800000">
                <a:off x="7290624" y="4495800"/>
                <a:ext cx="498084" cy="4126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a:cxnSpLocks/>
                <a:stCxn id="965" idx="6"/>
              </p:cNvCxnSpPr>
              <p:nvPr/>
            </p:nvCxnSpPr>
            <p:spPr bwMode="auto">
              <a:xfrm>
                <a:off x="7792404" y="4459742"/>
                <a:ext cx="3541" cy="872983"/>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7288330" y="5258905"/>
                <a:ext cx="507588" cy="221730"/>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7289533" y="4897315"/>
                <a:ext cx="496887" cy="4385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a:cxnSpLocks/>
                <a:stCxn id="965" idx="2"/>
              </p:cNvCxnSpPr>
              <p:nvPr/>
            </p:nvCxnSpPr>
            <p:spPr bwMode="auto">
              <a:xfrm flipH="1">
                <a:off x="7283184" y="4459742"/>
                <a:ext cx="7570" cy="966646"/>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7290091" y="4371657"/>
                <a:ext cx="503828" cy="248286"/>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9" name="Group 18">
              <a:extLst>
                <a:ext uri="{FF2B5EF4-FFF2-40B4-BE49-F238E27FC236}">
                  <a16:creationId xmlns:a16="http://schemas.microsoft.com/office/drawing/2014/main" id="{3DE0F43A-8A46-714A-B944-7CB92C38A25B}"/>
                </a:ext>
              </a:extLst>
            </p:cNvPr>
            <p:cNvGrpSpPr/>
            <p:nvPr/>
          </p:nvGrpSpPr>
          <p:grpSpPr>
            <a:xfrm>
              <a:off x="7920869" y="4329565"/>
              <a:ext cx="870440" cy="1680290"/>
              <a:chOff x="7920869" y="4329565"/>
              <a:chExt cx="870440" cy="1680290"/>
            </a:xfrm>
          </p:grpSpPr>
          <p:sp>
            <p:nvSpPr>
              <p:cNvPr id="928" name="Freeform 927">
                <a:extLst>
                  <a:ext uri="{FF2B5EF4-FFF2-40B4-BE49-F238E27FC236}">
                    <a16:creationId xmlns:a16="http://schemas.microsoft.com/office/drawing/2014/main" id="{0D857BEA-FC6F-1449-A5C0-C21CC8BC5CED}"/>
                  </a:ext>
                </a:extLst>
              </p:cNvPr>
              <p:cNvSpPr/>
              <p:nvPr/>
            </p:nvSpPr>
            <p:spPr bwMode="auto">
              <a:xfrm>
                <a:off x="7920869" y="5455817"/>
                <a:ext cx="865187" cy="5540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7" name="Rectangle 936">
                <a:extLst>
                  <a:ext uri="{FF2B5EF4-FFF2-40B4-BE49-F238E27FC236}">
                    <a16:creationId xmlns:a16="http://schemas.microsoft.com/office/drawing/2014/main" id="{73DDF967-9AF3-2A4F-AE8E-6BE3B9FF2E91}"/>
                  </a:ext>
                </a:extLst>
              </p:cNvPr>
              <p:cNvSpPr/>
              <p:nvPr/>
            </p:nvSpPr>
            <p:spPr bwMode="auto">
              <a:xfrm rot="10800000">
                <a:off x="8288771" y="4495799"/>
                <a:ext cx="498084" cy="3619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a:cxnSpLocks/>
                <a:stCxn id="945" idx="6"/>
              </p:cNvCxnSpPr>
              <p:nvPr/>
            </p:nvCxnSpPr>
            <p:spPr bwMode="auto">
              <a:xfrm>
                <a:off x="8783370" y="4418446"/>
                <a:ext cx="7939" cy="955919"/>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8283693" y="5300332"/>
                <a:ext cx="507588" cy="221941"/>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8284895" y="4904436"/>
                <a:ext cx="496888" cy="473104"/>
              </a:xfrm>
              <a:prstGeom prst="rect">
                <a:avLst/>
              </a:prstGeom>
              <a:gradFill rotWithShape="1">
                <a:gsLst>
                  <a:gs pos="1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a:cxnSpLocks/>
                <a:stCxn id="945" idx="2"/>
              </p:cNvCxnSpPr>
              <p:nvPr/>
            </p:nvCxnSpPr>
            <p:spPr bwMode="auto">
              <a:xfrm flipH="1">
                <a:off x="8278546" y="4418446"/>
                <a:ext cx="3174" cy="1049581"/>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8281058" y="4329565"/>
                <a:ext cx="503828" cy="248522"/>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765336" y="4727644"/>
            <a:ext cx="4981829" cy="693736"/>
            <a:chOff x="2055070" y="4690247"/>
            <a:chExt cx="4980938" cy="694338"/>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21810" y="5055687"/>
              <a:ext cx="428216" cy="328897"/>
              <a:chOff x="2948176" y="3912858"/>
              <a:chExt cx="428535" cy="329059"/>
            </a:xfrm>
          </p:grpSpPr>
          <p:sp>
            <p:nvSpPr>
              <p:cNvPr id="1065" name="Rectangle 1064">
                <a:extLst>
                  <a:ext uri="{FF2B5EF4-FFF2-40B4-BE49-F238E27FC236}">
                    <a16:creationId xmlns:a16="http://schemas.microsoft.com/office/drawing/2014/main" id="{C71DD82B-ED54-9D40-848F-40B6802EC749}"/>
                  </a:ext>
                </a:extLst>
              </p:cNvPr>
              <p:cNvSpPr/>
              <p:nvPr/>
            </p:nvSpPr>
            <p:spPr>
              <a:xfrm>
                <a:off x="2951022"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48177"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48176"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62278"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404307" y="5055687"/>
              <a:ext cx="429383" cy="328898"/>
              <a:chOff x="2948037" y="3912924"/>
              <a:chExt cx="429703" cy="329060"/>
            </a:xfrm>
          </p:grpSpPr>
          <p:sp>
            <p:nvSpPr>
              <p:cNvPr id="1061" name="Rectangle 1060">
                <a:extLst>
                  <a:ext uri="{FF2B5EF4-FFF2-40B4-BE49-F238E27FC236}">
                    <a16:creationId xmlns:a16="http://schemas.microsoft.com/office/drawing/2014/main" id="{CDA497B5-1F53-4B4A-B52C-8AF25ACDEA7D}"/>
                  </a:ext>
                </a:extLst>
              </p:cNvPr>
              <p:cNvSpPr/>
              <p:nvPr/>
            </p:nvSpPr>
            <p:spPr>
              <a:xfrm>
                <a:off x="2950882"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52051"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48037"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62139"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611440" y="5052513"/>
              <a:ext cx="430135" cy="328897"/>
              <a:chOff x="2951837" y="3912722"/>
              <a:chExt cx="430454" cy="329058"/>
            </a:xfrm>
          </p:grpSpPr>
          <p:sp>
            <p:nvSpPr>
              <p:cNvPr id="1057" name="Rectangle 1056">
                <a:extLst>
                  <a:ext uri="{FF2B5EF4-FFF2-40B4-BE49-F238E27FC236}">
                    <a16:creationId xmlns:a16="http://schemas.microsoft.com/office/drawing/2014/main" id="{7E038D77-DD73-D34F-AE34-D667F6E9B9F0}"/>
                  </a:ext>
                </a:extLst>
              </p:cNvPr>
              <p:cNvSpPr/>
              <p:nvPr/>
            </p:nvSpPr>
            <p:spPr>
              <a:xfrm>
                <a:off x="2956602"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51837"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55849"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67858"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605874" y="5046158"/>
              <a:ext cx="430134" cy="328898"/>
              <a:chOff x="2955740" y="3913102"/>
              <a:chExt cx="430453" cy="328747"/>
            </a:xfrm>
          </p:grpSpPr>
          <p:sp>
            <p:nvSpPr>
              <p:cNvPr id="1053" name="Rectangle 1052">
                <a:extLst>
                  <a:ext uri="{FF2B5EF4-FFF2-40B4-BE49-F238E27FC236}">
                    <a16:creationId xmlns:a16="http://schemas.microsoft.com/office/drawing/2014/main" id="{F4182402-0285-CD46-9828-6534BE97D257}"/>
                  </a:ext>
                </a:extLst>
              </p:cNvPr>
              <p:cNvSpPr/>
              <p:nvPr/>
            </p:nvSpPr>
            <p:spPr>
              <a:xfrm>
                <a:off x="2960504"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5574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59751"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7176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sp>
        <p:nvSpPr>
          <p:cNvPr id="373" name="TextBox 257">
            <a:extLst>
              <a:ext uri="{FF2B5EF4-FFF2-40B4-BE49-F238E27FC236}">
                <a16:creationId xmlns:a16="http://schemas.microsoft.com/office/drawing/2014/main" id="{F4B7880C-9B9E-BC47-BEF3-F1B49D2258CE}"/>
              </a:ext>
            </a:extLst>
          </p:cNvPr>
          <p:cNvSpPr txBox="1">
            <a:spLocks noChangeArrowheads="1"/>
          </p:cNvSpPr>
          <p:nvPr/>
        </p:nvSpPr>
        <p:spPr bwMode="auto">
          <a:xfrm>
            <a:off x="834474" y="2563584"/>
            <a:ext cx="112596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generalized forwarding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header fields can determine action</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action possible: drop/copy/modify/log packet</a:t>
            </a:r>
          </a:p>
        </p:txBody>
      </p:sp>
      <p:grpSp>
        <p:nvGrpSpPr>
          <p:cNvPr id="23" name="Group 22">
            <a:extLst>
              <a:ext uri="{FF2B5EF4-FFF2-40B4-BE49-F238E27FC236}">
                <a16:creationId xmlns:a16="http://schemas.microsoft.com/office/drawing/2014/main" id="{7EB18609-2205-A249-9D68-205D424A2ECF}"/>
              </a:ext>
            </a:extLst>
          </p:cNvPr>
          <p:cNvGrpSpPr/>
          <p:nvPr/>
        </p:nvGrpSpPr>
        <p:grpSpPr>
          <a:xfrm>
            <a:off x="1232001" y="4781571"/>
            <a:ext cx="2463699" cy="307777"/>
            <a:chOff x="1232001" y="4781571"/>
            <a:chExt cx="2463699" cy="307777"/>
          </a:xfrm>
        </p:grpSpPr>
        <p:sp>
          <p:nvSpPr>
            <p:cNvPr id="355" name="TextBox 6">
              <a:extLst>
                <a:ext uri="{FF2B5EF4-FFF2-40B4-BE49-F238E27FC236}">
                  <a16:creationId xmlns:a16="http://schemas.microsoft.com/office/drawing/2014/main" id="{B9CE97C1-70E2-1B46-A362-9326BB303FB5}"/>
                </a:ext>
              </a:extLst>
            </p:cNvPr>
            <p:cNvSpPr txBox="1">
              <a:spLocks noChangeArrowheads="1"/>
            </p:cNvSpPr>
            <p:nvPr/>
          </p:nvSpPr>
          <p:spPr bwMode="auto">
            <a:xfrm>
              <a:off x="1232001" y="4781571"/>
              <a:ext cx="19923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 table</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2" name="Straight Arrow Connector 21">
              <a:extLst>
                <a:ext uri="{FF2B5EF4-FFF2-40B4-BE49-F238E27FC236}">
                  <a16:creationId xmlns:a16="http://schemas.microsoft.com/office/drawing/2014/main" id="{718FD357-53DF-2C4F-884C-13EFB7472111}"/>
                </a:ext>
              </a:extLst>
            </p:cNvPr>
            <p:cNvCxnSpPr/>
            <p:nvPr/>
          </p:nvCxnSpPr>
          <p:spPr>
            <a:xfrm>
              <a:off x="2641600" y="4953000"/>
              <a:ext cx="105410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3223B0B-9826-DD42-9402-328FE8BFC20E}"/>
              </a:ext>
            </a:extLst>
          </p:cNvPr>
          <p:cNvGrpSpPr/>
          <p:nvPr/>
        </p:nvGrpSpPr>
        <p:grpSpPr>
          <a:xfrm>
            <a:off x="1253574" y="1255484"/>
            <a:ext cx="9389026" cy="4030693"/>
            <a:chOff x="1253574" y="1255484"/>
            <a:chExt cx="9389026" cy="4030693"/>
          </a:xfrm>
        </p:grpSpPr>
        <p:sp>
          <p:nvSpPr>
            <p:cNvPr id="377" name="TextBox 257">
              <a:extLst>
                <a:ext uri="{FF2B5EF4-FFF2-40B4-BE49-F238E27FC236}">
                  <a16:creationId xmlns:a16="http://schemas.microsoft.com/office/drawing/2014/main" id="{3FD4971D-4348-1141-8B93-F0D44DDFD09D}"/>
                </a:ext>
              </a:extLst>
            </p:cNvPr>
            <p:cNvSpPr txBox="1">
              <a:spLocks noChangeArrowheads="1"/>
            </p:cNvSpPr>
            <p:nvPr/>
          </p:nvSpPr>
          <p:spPr bwMode="auto">
            <a:xfrm>
              <a:off x="8022674" y="1255484"/>
              <a:ext cx="26199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378" name="TextBox 257">
              <a:extLst>
                <a:ext uri="{FF2B5EF4-FFF2-40B4-BE49-F238E27FC236}">
                  <a16:creationId xmlns:a16="http://schemas.microsoft.com/office/drawing/2014/main" id="{6831D934-21EE-F044-AFB7-110D2271A670}"/>
                </a:ext>
              </a:extLst>
            </p:cNvPr>
            <p:cNvSpPr txBox="1">
              <a:spLocks noChangeArrowheads="1"/>
            </p:cNvSpPr>
            <p:nvPr/>
          </p:nvSpPr>
          <p:spPr bwMode="auto">
            <a:xfrm>
              <a:off x="1253574" y="4978400"/>
              <a:ext cx="1553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1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grpSp>
      <p:sp>
        <p:nvSpPr>
          <p:cNvPr id="380" name="TextBox 257">
            <a:extLst>
              <a:ext uri="{FF2B5EF4-FFF2-40B4-BE49-F238E27FC236}">
                <a16:creationId xmlns:a16="http://schemas.microsoft.com/office/drawing/2014/main" id="{EB52E785-426C-8A41-A346-A5059F7CEF7E}"/>
              </a:ext>
            </a:extLst>
          </p:cNvPr>
          <p:cNvSpPr txBox="1">
            <a:spLocks noChangeArrowheads="1"/>
          </p:cNvSpPr>
          <p:nvPr/>
        </p:nvSpPr>
        <p:spPr bwMode="auto">
          <a:xfrm>
            <a:off x="836023" y="2139218"/>
            <a:ext cx="1125965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destination-based forwarding: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 based on dest. IP address</a:t>
            </a:r>
          </a:p>
        </p:txBody>
      </p:sp>
      <p:sp>
        <p:nvSpPr>
          <p:cNvPr id="223" name="Slide Number Placeholder 3">
            <a:extLst>
              <a:ext uri="{FF2B5EF4-FFF2-40B4-BE49-F238E27FC236}">
                <a16:creationId xmlns:a16="http://schemas.microsoft.com/office/drawing/2014/main" id="{B73C8E8A-E0D2-6B4B-BF9E-AC7347C804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60</a:t>
            </a:fld>
            <a:endParaRPr lang="en-US" dirty="0"/>
          </a:p>
        </p:txBody>
      </p:sp>
    </p:spTree>
    <p:extLst>
      <p:ext uri="{BB962C8B-B14F-4D97-AF65-F5344CB8AC3E}">
        <p14:creationId xmlns:p14="http://schemas.microsoft.com/office/powerpoint/2010/main" val="283437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16667E-6 -1.48148E-6 L -0.05364 0.46621 " pathEditMode="relative" rAng="0" ptsTypes="AA">
                                      <p:cBhvr>
                                        <p:cTn id="6" dur="2000" fill="hold"/>
                                        <p:tgtEl>
                                          <p:spTgt spid="3"/>
                                        </p:tgtEl>
                                        <p:attrNameLst>
                                          <p:attrName>ppt_x</p:attrName>
                                          <p:attrName>ppt_y</p:attrName>
                                        </p:attrNameLst>
                                      </p:cBhvr>
                                      <p:rCtr x="-2682" y="23310"/>
                                    </p:animMotion>
                                  </p:childTnLst>
                                </p:cTn>
                              </p:par>
                            </p:childTnLst>
                          </p:cTn>
                        </p:par>
                        <p:par>
                          <p:cTn id="7" fill="hold">
                            <p:stCondLst>
                              <p:cond delay="2000"/>
                            </p:stCondLst>
                            <p:childTnLst>
                              <p:par>
                                <p:cTn id="8" presetID="22" presetClass="entr" presetSubtype="4" fill="hold" nodeType="after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down)">
                                      <p:cBhvr>
                                        <p:cTn id="10" dur="500"/>
                                        <p:tgtEl>
                                          <p:spTgt spid="20"/>
                                        </p:tgtEl>
                                      </p:cBhvr>
                                    </p:animEffect>
                                  </p:childTnLst>
                                </p:cTn>
                              </p:par>
                            </p:childTnLst>
                          </p:cTn>
                        </p:par>
                        <p:par>
                          <p:cTn id="11" fill="hold">
                            <p:stCondLst>
                              <p:cond delay="2500"/>
                            </p:stCondLst>
                            <p:childTnLst>
                              <p:par>
                                <p:cTn id="12" presetID="9" presetClass="entr" presetSubtype="0" fill="hold" nodeType="afterEffect">
                                  <p:stCondLst>
                                    <p:cond delay="0"/>
                                  </p:stCondLst>
                                  <p:childTnLst>
                                    <p:set>
                                      <p:cBhvr>
                                        <p:cTn id="13" dur="1" fill="hold">
                                          <p:stCondLst>
                                            <p:cond delay="0"/>
                                          </p:stCondLst>
                                        </p:cTn>
                                        <p:tgtEl>
                                          <p:spTgt spid="1043"/>
                                        </p:tgtEl>
                                        <p:attrNameLst>
                                          <p:attrName>style.visibility</p:attrName>
                                        </p:attrNameLst>
                                      </p:cBhvr>
                                      <p:to>
                                        <p:strVal val="visible"/>
                                      </p:to>
                                    </p:set>
                                    <p:animEffect transition="in" filter="dissolve">
                                      <p:cBhvr>
                                        <p:cTn id="14" dur="1000"/>
                                        <p:tgtEl>
                                          <p:spTgt spid="1043"/>
                                        </p:tgtEl>
                                      </p:cBhvr>
                                    </p:animEffect>
                                  </p:childTnLst>
                                </p:cTn>
                              </p:par>
                              <p:par>
                                <p:cTn id="15" presetID="9"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childTnLst>
                          </p:cTn>
                        </p:par>
                        <p:par>
                          <p:cTn id="18" fill="hold">
                            <p:stCondLst>
                              <p:cond delay="3500"/>
                            </p:stCondLst>
                            <p:childTnLst>
                              <p:par>
                                <p:cTn id="19" presetID="9" presetClass="entr" presetSubtype="0"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380"/>
                                        </p:tgtEl>
                                        <p:attrNameLst>
                                          <p:attrName>style.visibility</p:attrName>
                                        </p:attrNameLst>
                                      </p:cBhvr>
                                      <p:to>
                                        <p:strVal val="visible"/>
                                      </p:to>
                                    </p:set>
                                    <p:animEffect transition="in" filter="dissolve">
                                      <p:cBhvr>
                                        <p:cTn id="26" dur="500"/>
                                        <p:tgtEl>
                                          <p:spTgt spid="38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dissolve">
                                      <p:cBhvr>
                                        <p:cTn id="31" dur="500"/>
                                        <p:tgtEl>
                                          <p:spTgt spid="373"/>
                                        </p:tgtEl>
                                      </p:cBhvr>
                                    </p:animEffect>
                                  </p:childTnLst>
                                </p:cTn>
                              </p:par>
                              <p:par>
                                <p:cTn id="32" presetID="9"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dissolv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73" grpId="0"/>
      <p:bldP spid="380"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854128"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 values </a:t>
            </a:r>
            <a:r>
              <a:rPr lang="en-US" altLang="en-US" sz="2400" dirty="0">
                <a:latin typeface="Calibri" panose="020F0502020204030204" pitchFamily="34" charset="0"/>
                <a:ea typeface="ＭＳ Ｐゴシック" panose="020B0600070205080204" pitchFamily="34" charset="-128"/>
                <a:cs typeface="ＭＳ Ｐゴシック" panose="020B0600070205080204" pitchFamily="34" charset="-128"/>
              </a:rPr>
              <a:t>(in link-, network-, transport-layer fields)</a:t>
            </a:r>
            <a:endPar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endParaRP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simple</a:t>
            </a:r>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grpSp>
        <p:nvGrpSpPr>
          <p:cNvPr id="53" name="Group 52">
            <a:extLst>
              <a:ext uri="{FF2B5EF4-FFF2-40B4-BE49-F238E27FC236}">
                <a16:creationId xmlns:a16="http://schemas.microsoft.com/office/drawing/2014/main" id="{DDFAE99D-C5EA-5147-B11F-7A5B7FCE54AE}"/>
              </a:ext>
            </a:extLst>
          </p:cNvPr>
          <p:cNvGrpSpPr/>
          <p:nvPr/>
        </p:nvGrpSpPr>
        <p:grpSpPr>
          <a:xfrm>
            <a:off x="847391" y="4483100"/>
            <a:ext cx="7244522" cy="2202828"/>
            <a:chOff x="848139" y="4484689"/>
            <a:chExt cx="7244522" cy="2202828"/>
          </a:xfrm>
        </p:grpSpPr>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 name="TextBox 8">
              <a:extLst>
                <a:ext uri="{FF2B5EF4-FFF2-40B4-BE49-F238E27FC236}">
                  <a16:creationId xmlns:a16="http://schemas.microsoft.com/office/drawing/2014/main" id="{B8332F6D-32E8-0249-999D-30692A5A7EA8}"/>
                </a:ext>
              </a:extLst>
            </p:cNvPr>
            <p:cNvSpPr txBox="1">
              <a:spLocks noChangeArrowheads="1"/>
            </p:cNvSpPr>
            <p:nvPr/>
          </p:nvSpPr>
          <p:spPr bwMode="auto">
            <a:xfrm>
              <a:off x="4737100" y="4484689"/>
              <a:ext cx="33555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flow table define router’s match+action rules</a:t>
              </a:r>
            </a:p>
          </p:txBody>
        </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3">
            <a:extLst>
              <a:ext uri="{FF2B5EF4-FFF2-40B4-BE49-F238E27FC236}">
                <a16:creationId xmlns:a16="http://schemas.microsoft.com/office/drawing/2014/main" id="{5A6A87A6-6869-BA48-B857-B9B45AE2678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61</a:t>
            </a:fld>
            <a:endParaRPr lang="en-US" dirty="0"/>
          </a:p>
        </p:txBody>
      </p:sp>
    </p:spTree>
    <p:extLst>
      <p:ext uri="{BB962C8B-B14F-4D97-AF65-F5344CB8AC3E}">
        <p14:creationId xmlns:p14="http://schemas.microsoft.com/office/powerpoint/2010/main" val="2247426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dissolve">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dissolve">
                                      <p:cBhvr>
                                        <p:cTn id="17" dur="500"/>
                                        <p:tgtEl>
                                          <p:spTgt spid="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
                                            <p:txEl>
                                              <p:pRg st="3" end="3"/>
                                            </p:txEl>
                                          </p:spTgt>
                                        </p:tgtEl>
                                        <p:attrNameLst>
                                          <p:attrName>style.visibility</p:attrName>
                                        </p:attrNameLst>
                                      </p:cBhvr>
                                      <p:to>
                                        <p:strVal val="visible"/>
                                      </p:to>
                                    </p:set>
                                    <p:animEffect transition="in" filter="dissolve">
                                      <p:cBhvr>
                                        <p:cTn id="27" dur="500"/>
                                        <p:tgtEl>
                                          <p:spTgt spid="2">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
                                            <p:txEl>
                                              <p:pRg st="4" end="4"/>
                                            </p:txEl>
                                          </p:spTgt>
                                        </p:tgtEl>
                                        <p:attrNameLst>
                                          <p:attrName>style.visibility</p:attrName>
                                        </p:attrNameLst>
                                      </p:cBhvr>
                                      <p:to>
                                        <p:strVal val="visible"/>
                                      </p:to>
                                    </p:set>
                                    <p:animEffect transition="in" filter="dissolve">
                                      <p:cBhvr>
                                        <p:cTn id="32" dur="500"/>
                                        <p:tgtEl>
                                          <p:spTgt spid="2">
                                            <p:txEl>
                                              <p:pRg st="4" end="4"/>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dissolve">
                                      <p:cBhvr>
                                        <p:cTn id="35"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fields</a:t>
            </a: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simple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0AE0A89-AC33-BF4C-92BE-57E02010D08E}"/>
              </a:ext>
            </a:extLst>
          </p:cNvPr>
          <p:cNvSpPr txBox="1"/>
          <p:nvPr/>
        </p:nvSpPr>
        <p:spPr>
          <a:xfrm>
            <a:off x="1828800" y="587071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1" name="TextBox 30">
            <a:extLst>
              <a:ext uri="{FF2B5EF4-FFF2-40B4-BE49-F238E27FC236}">
                <a16:creationId xmlns:a16="http://schemas.microsoft.com/office/drawing/2014/main" id="{4E53A182-ED02-724B-B717-34A471A9D7DC}"/>
              </a:ext>
            </a:extLst>
          </p:cNvPr>
          <p:cNvSpPr txBox="1"/>
          <p:nvPr/>
        </p:nvSpPr>
        <p:spPr>
          <a:xfrm>
            <a:off x="4340087" y="636766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sp>
        <p:nvSpPr>
          <p:cNvPr id="32" name="TextBox 31">
            <a:extLst>
              <a:ext uri="{FF2B5EF4-FFF2-40B4-BE49-F238E27FC236}">
                <a16:creationId xmlns:a16="http://schemas.microsoft.com/office/drawing/2014/main" id="{55EDB1F3-36CA-944D-979C-CE1587B157B4}"/>
              </a:ext>
            </a:extLst>
          </p:cNvPr>
          <p:cNvSpPr txBox="1"/>
          <p:nvPr/>
        </p:nvSpPr>
        <p:spPr>
          <a:xfrm>
            <a:off x="4784035" y="614900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sp>
        <p:nvSpPr>
          <p:cNvPr id="33" name="TextBox 32">
            <a:extLst>
              <a:ext uri="{FF2B5EF4-FFF2-40B4-BE49-F238E27FC236}">
                <a16:creationId xmlns:a16="http://schemas.microsoft.com/office/drawing/2014/main" id="{C4464804-CC10-384C-AEB4-90FDA3AE9F07}"/>
              </a:ext>
            </a:extLst>
          </p:cNvPr>
          <p:cNvSpPr txBox="1"/>
          <p:nvPr/>
        </p:nvSpPr>
        <p:spPr>
          <a:xfrm>
            <a:off x="4565375" y="5784575"/>
            <a:ext cx="30168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nvGrpSpPr>
          <p:cNvPr id="25" name="Group 24">
            <a:extLst>
              <a:ext uri="{FF2B5EF4-FFF2-40B4-BE49-F238E27FC236}">
                <a16:creationId xmlns:a16="http://schemas.microsoft.com/office/drawing/2014/main" id="{B3064E8A-1F8D-3347-A456-A767F49DA813}"/>
              </a:ext>
            </a:extLst>
          </p:cNvPr>
          <p:cNvGrpSpPr/>
          <p:nvPr/>
        </p:nvGrpSpPr>
        <p:grpSpPr>
          <a:xfrm>
            <a:off x="4533981" y="4345979"/>
            <a:ext cx="6820091" cy="1571138"/>
            <a:chOff x="4518991" y="4315999"/>
            <a:chExt cx="6820091" cy="1571138"/>
          </a:xfrm>
        </p:grpSpPr>
        <p:sp>
          <p:nvSpPr>
            <p:cNvPr id="29" name="TextBox 32">
              <a:extLst>
                <a:ext uri="{FF2B5EF4-FFF2-40B4-BE49-F238E27FC236}">
                  <a16:creationId xmlns:a16="http://schemas.microsoft.com/office/drawing/2014/main" id="{B82879F5-A8E9-4742-AC89-B09339E85093}"/>
                </a:ext>
              </a:extLst>
            </p:cNvPr>
            <p:cNvSpPr txBox="1">
              <a:spLocks noChangeArrowheads="1"/>
            </p:cNvSpPr>
            <p:nvPr/>
          </p:nvSpPr>
          <p:spPr bwMode="auto">
            <a:xfrm>
              <a:off x="7424876" y="5517805"/>
              <a:ext cx="1313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wildcard</a:t>
              </a:r>
            </a:p>
          </p:txBody>
        </p:sp>
        <p:sp>
          <p:nvSpPr>
            <p:cNvPr id="16" name="Freeform 15">
              <a:extLst>
                <a:ext uri="{FF2B5EF4-FFF2-40B4-BE49-F238E27FC236}">
                  <a16:creationId xmlns:a16="http://schemas.microsoft.com/office/drawing/2014/main" id="{C156E13C-C349-EC4C-B479-040B1712E32E}"/>
                </a:ext>
              </a:extLst>
            </p:cNvPr>
            <p:cNvSpPr/>
            <p:nvPr/>
          </p:nvSpPr>
          <p:spPr>
            <a:xfrm>
              <a:off x="4518991" y="4320209"/>
              <a:ext cx="808383" cy="1497495"/>
            </a:xfrm>
            <a:custGeom>
              <a:avLst/>
              <a:gdLst>
                <a:gd name="connsiteX0" fmla="*/ 13252 w 808383"/>
                <a:gd name="connsiteY0" fmla="*/ 1497495 h 1497495"/>
                <a:gd name="connsiteX1" fmla="*/ 808383 w 808383"/>
                <a:gd name="connsiteY1" fmla="*/ 1192695 h 1497495"/>
                <a:gd name="connsiteX2" fmla="*/ 795131 w 808383"/>
                <a:gd name="connsiteY2" fmla="*/ 0 h 1497495"/>
                <a:gd name="connsiteX3" fmla="*/ 0 w 808383"/>
                <a:gd name="connsiteY3" fmla="*/ 887895 h 1497495"/>
                <a:gd name="connsiteX4" fmla="*/ 13252 w 808383"/>
                <a:gd name="connsiteY4" fmla="*/ 1497495 h 1497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383" h="1497495">
                  <a:moveTo>
                    <a:pt x="13252" y="1497495"/>
                  </a:moveTo>
                  <a:lnTo>
                    <a:pt x="808383" y="1192695"/>
                  </a:lnTo>
                  <a:lnTo>
                    <a:pt x="795131" y="0"/>
                  </a:lnTo>
                  <a:lnTo>
                    <a:pt x="0" y="887895"/>
                  </a:lnTo>
                  <a:lnTo>
                    <a:pt x="13252" y="1497495"/>
                  </a:lnTo>
                  <a:close/>
                </a:path>
              </a:pathLst>
            </a:custGeom>
            <a:gradFill>
              <a:gsLst>
                <a:gs pos="0">
                  <a:schemeClr val="bg1">
                    <a:lumMod val="95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FE279AE1-4F6D-FA4B-8F69-D1B6D664A081}"/>
                </a:ext>
              </a:extLst>
            </p:cNvPr>
            <p:cNvCxnSpPr>
              <a:cxnSpLocks/>
            </p:cNvCxnSpPr>
            <p:nvPr/>
          </p:nvCxnSpPr>
          <p:spPr>
            <a:xfrm>
              <a:off x="8691768" y="4315999"/>
              <a:ext cx="0" cy="1200150"/>
            </a:xfrm>
            <a:prstGeom prst="line">
              <a:avLst/>
            </a:prstGeom>
            <a:ln w="254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Rectangle 22">
              <a:extLst>
                <a:ext uri="{FF2B5EF4-FFF2-40B4-BE49-F238E27FC236}">
                  <a16:creationId xmlns:a16="http://schemas.microsoft.com/office/drawing/2014/main" id="{1EA29FD6-93E2-D248-8287-1EF1A763B1AB}"/>
                </a:ext>
              </a:extLst>
            </p:cNvPr>
            <p:cNvSpPr>
              <a:spLocks/>
            </p:cNvSpPr>
            <p:nvPr/>
          </p:nvSpPr>
          <p:spPr bwMode="auto">
            <a:xfrm>
              <a:off x="5318056" y="4334323"/>
              <a:ext cx="3362117" cy="1191833"/>
            </a:xfrm>
            <a:prstGeom prst="rect">
              <a:avLst/>
            </a:prstGeom>
            <a:solidFill>
              <a:srgbClr val="BBE0E3"/>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40" name="Rectangle 24">
              <a:extLst>
                <a:ext uri="{FF2B5EF4-FFF2-40B4-BE49-F238E27FC236}">
                  <a16:creationId xmlns:a16="http://schemas.microsoft.com/office/drawing/2014/main" id="{84DD72A2-6599-5A4C-9EC1-40B227E8352F}"/>
                </a:ext>
              </a:extLst>
            </p:cNvPr>
            <p:cNvSpPr>
              <a:spLocks/>
            </p:cNvSpPr>
            <p:nvPr/>
          </p:nvSpPr>
          <p:spPr bwMode="auto">
            <a:xfrm>
              <a:off x="8712339" y="4334323"/>
              <a:ext cx="2618270" cy="1191834"/>
            </a:xfrm>
            <a:prstGeom prst="rect">
              <a:avLst/>
            </a:prstGeom>
            <a:solidFill>
              <a:schemeClr val="accent6">
                <a:lumMod val="20000"/>
                <a:lumOff val="80000"/>
              </a:schemeClr>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28" name="Rectangle 27">
              <a:extLst>
                <a:ext uri="{FF2B5EF4-FFF2-40B4-BE49-F238E27FC236}">
                  <a16:creationId xmlns:a16="http://schemas.microsoft.com/office/drawing/2014/main" id="{CD5AE70A-DF8A-054F-8D4E-AC00C36D05F1}"/>
                </a:ext>
              </a:extLst>
            </p:cNvPr>
            <p:cNvSpPr>
              <a:spLocks noChangeArrowheads="1"/>
            </p:cNvSpPr>
            <p:nvPr/>
          </p:nvSpPr>
          <p:spPr bwMode="auto">
            <a:xfrm>
              <a:off x="5322405" y="5059180"/>
              <a:ext cx="5981700" cy="461665"/>
            </a:xfrm>
            <a:prstGeom prst="rect">
              <a:avLst/>
            </a:prstGeom>
            <a:noFill/>
            <a:ln w="25400">
              <a:noFill/>
              <a:miter lim="800000"/>
              <a:headEnd/>
              <a:tailEnd/>
            </a:ln>
            <a:effectLst/>
          </p:spPr>
          <p:txBody>
            <a:bodyPr wrap="square">
              <a:spAutoFit/>
            </a:bodyPr>
            <a:lstStyle/>
            <a:p>
              <a:pPr marL="457200" marR="0" lvl="0" indent="-4572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src=10.1.2.3, dest=*.*.*.*     send to controller</a:t>
              </a:r>
              <a:endPar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endParaRPr>
            </a:p>
          </p:txBody>
        </p:sp>
        <p:sp>
          <p:nvSpPr>
            <p:cNvPr id="35" name="Rectangle 34">
              <a:extLst>
                <a:ext uri="{FF2B5EF4-FFF2-40B4-BE49-F238E27FC236}">
                  <a16:creationId xmlns:a16="http://schemas.microsoft.com/office/drawing/2014/main" id="{F6354FF9-2E1C-0D4C-B7EA-2B8179A518FA}"/>
                </a:ext>
              </a:extLst>
            </p:cNvPr>
            <p:cNvSpPr>
              <a:spLocks noChangeArrowheads="1"/>
            </p:cNvSpPr>
            <p:nvPr/>
          </p:nvSpPr>
          <p:spPr bwMode="auto">
            <a:xfrm>
              <a:off x="5339894" y="4686925"/>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src=1.2.*.*, dest=*.*.*.* </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drop                        </a:t>
              </a:r>
            </a:p>
          </p:txBody>
        </p:sp>
        <p:sp>
          <p:nvSpPr>
            <p:cNvPr id="36" name="Rectangle 35">
              <a:extLst>
                <a:ext uri="{FF2B5EF4-FFF2-40B4-BE49-F238E27FC236}">
                  <a16:creationId xmlns:a16="http://schemas.microsoft.com/office/drawing/2014/main" id="{0CDCE6C5-716F-694B-9C85-A61362F1BC8D}"/>
                </a:ext>
              </a:extLst>
            </p:cNvPr>
            <p:cNvSpPr>
              <a:spLocks noChangeArrowheads="1"/>
            </p:cNvSpPr>
            <p:nvPr/>
          </p:nvSpPr>
          <p:spPr bwMode="auto">
            <a:xfrm>
              <a:off x="5357382" y="4344648"/>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src = *.*.*.*, dest=3.4.*.*     forward(2)</a:t>
              </a:r>
            </a:p>
          </p:txBody>
        </p:sp>
      </p:grpSp>
      <p:sp>
        <p:nvSpPr>
          <p:cNvPr id="39" name="Title 2">
            <a:extLst>
              <a:ext uri="{FF2B5EF4-FFF2-40B4-BE49-F238E27FC236}">
                <a16:creationId xmlns:a16="http://schemas.microsoft.com/office/drawing/2014/main" id="{298945D1-38C0-AB46-AD5B-F3852F9BA79A}"/>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sp>
        <p:nvSpPr>
          <p:cNvPr id="37" name="Slide Number Placeholder 3">
            <a:extLst>
              <a:ext uri="{FF2B5EF4-FFF2-40B4-BE49-F238E27FC236}">
                <a16:creationId xmlns:a16="http://schemas.microsoft.com/office/drawing/2014/main" id="{8ABAAF9F-271E-4141-8DD7-1504EF4B2CE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62</a:t>
            </a:fld>
            <a:endParaRPr lang="en-US" dirty="0"/>
          </a:p>
        </p:txBody>
      </p:sp>
    </p:spTree>
    <p:extLst>
      <p:ext uri="{BB962C8B-B14F-4D97-AF65-F5344CB8AC3E}">
        <p14:creationId xmlns:p14="http://schemas.microsoft.com/office/powerpoint/2010/main" val="66880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flow table entries</a:t>
            </a:r>
          </a:p>
        </p:txBody>
      </p:sp>
      <p:sp>
        <p:nvSpPr>
          <p:cNvPr id="111" name="Rectangle 22">
            <a:extLst>
              <a:ext uri="{FF2B5EF4-FFF2-40B4-BE49-F238E27FC236}">
                <a16:creationId xmlns:a16="http://schemas.microsoft.com/office/drawing/2014/main" id="{0AD70559-AC7C-9947-AC45-23DE9B6E4A95}"/>
              </a:ext>
            </a:extLst>
          </p:cNvPr>
          <p:cNvSpPr>
            <a:spLocks/>
          </p:cNvSpPr>
          <p:nvPr/>
        </p:nvSpPr>
        <p:spPr bwMode="auto">
          <a:xfrm>
            <a:off x="2071274" y="1501983"/>
            <a:ext cx="1446212" cy="687387"/>
          </a:xfrm>
          <a:prstGeom prst="rect">
            <a:avLst/>
          </a:prstGeom>
          <a:solidFill>
            <a:srgbClr val="BBE0E3"/>
          </a:solidFill>
          <a:ln w="12700">
            <a:solidFill>
              <a:srgbClr val="0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2" name="Rectangle 23">
            <a:extLst>
              <a:ext uri="{FF2B5EF4-FFF2-40B4-BE49-F238E27FC236}">
                <a16:creationId xmlns:a16="http://schemas.microsoft.com/office/drawing/2014/main" id="{5DB35E10-A1A0-7045-B47B-6F16D607C190}"/>
              </a:ext>
            </a:extLst>
          </p:cNvPr>
          <p:cNvSpPr>
            <a:spLocks/>
          </p:cNvSpPr>
          <p:nvPr/>
        </p:nvSpPr>
        <p:spPr bwMode="auto">
          <a:xfrm>
            <a:off x="2412586" y="1705589"/>
            <a:ext cx="599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Match</a:t>
            </a:r>
          </a:p>
        </p:txBody>
      </p:sp>
      <p:sp>
        <p:nvSpPr>
          <p:cNvPr id="113" name="Rectangle 24">
            <a:extLst>
              <a:ext uri="{FF2B5EF4-FFF2-40B4-BE49-F238E27FC236}">
                <a16:creationId xmlns:a16="http://schemas.microsoft.com/office/drawing/2014/main" id="{BE807A08-7FD9-9545-85F5-D6F935F202EE}"/>
              </a:ext>
            </a:extLst>
          </p:cNvPr>
          <p:cNvSpPr>
            <a:spLocks/>
          </p:cNvSpPr>
          <p:nvPr/>
        </p:nvSpPr>
        <p:spPr bwMode="auto">
          <a:xfrm>
            <a:off x="3517486" y="1501983"/>
            <a:ext cx="1446213" cy="687387"/>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4" name="Rectangle 25">
            <a:extLst>
              <a:ext uri="{FF2B5EF4-FFF2-40B4-BE49-F238E27FC236}">
                <a16:creationId xmlns:a16="http://schemas.microsoft.com/office/drawing/2014/main" id="{85913BFC-51C9-314A-ABD6-4F034C9B256A}"/>
              </a:ext>
            </a:extLst>
          </p:cNvPr>
          <p:cNvSpPr>
            <a:spLocks/>
          </p:cNvSpPr>
          <p:nvPr/>
        </p:nvSpPr>
        <p:spPr bwMode="auto">
          <a:xfrm>
            <a:off x="3690524" y="1705183"/>
            <a:ext cx="603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Action</a:t>
            </a:r>
          </a:p>
        </p:txBody>
      </p:sp>
      <p:sp>
        <p:nvSpPr>
          <p:cNvPr id="115" name="Rectangle 26">
            <a:extLst>
              <a:ext uri="{FF2B5EF4-FFF2-40B4-BE49-F238E27FC236}">
                <a16:creationId xmlns:a16="http://schemas.microsoft.com/office/drawing/2014/main" id="{16236DDC-2598-9646-B25C-B30C4DFC7CB1}"/>
              </a:ext>
            </a:extLst>
          </p:cNvPr>
          <p:cNvSpPr>
            <a:spLocks/>
          </p:cNvSpPr>
          <p:nvPr/>
        </p:nvSpPr>
        <p:spPr bwMode="auto">
          <a:xfrm>
            <a:off x="4963699" y="1501983"/>
            <a:ext cx="1447800" cy="687387"/>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27">
            <a:extLst>
              <a:ext uri="{FF2B5EF4-FFF2-40B4-BE49-F238E27FC236}">
                <a16:creationId xmlns:a16="http://schemas.microsoft.com/office/drawing/2014/main" id="{9C8898B1-B74A-254A-929E-364CFA1886A8}"/>
              </a:ext>
            </a:extLst>
          </p:cNvPr>
          <p:cNvSpPr>
            <a:spLocks/>
          </p:cNvSpPr>
          <p:nvPr/>
        </p:nvSpPr>
        <p:spPr bwMode="auto">
          <a:xfrm>
            <a:off x="5403642" y="1705183"/>
            <a:ext cx="4603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Stats</a:t>
            </a:r>
          </a:p>
        </p:txBody>
      </p:sp>
      <p:grpSp>
        <p:nvGrpSpPr>
          <p:cNvPr id="18" name="Group 17">
            <a:extLst>
              <a:ext uri="{FF2B5EF4-FFF2-40B4-BE49-F238E27FC236}">
                <a16:creationId xmlns:a16="http://schemas.microsoft.com/office/drawing/2014/main" id="{59F896C2-F45F-994F-85B3-1277A3B273B4}"/>
              </a:ext>
            </a:extLst>
          </p:cNvPr>
          <p:cNvGrpSpPr/>
          <p:nvPr/>
        </p:nvGrpSpPr>
        <p:grpSpPr>
          <a:xfrm>
            <a:off x="3169824" y="2200944"/>
            <a:ext cx="5634037" cy="2162712"/>
            <a:chOff x="3169824" y="2200944"/>
            <a:chExt cx="5634037" cy="2162712"/>
          </a:xfrm>
        </p:grpSpPr>
        <p:sp>
          <p:nvSpPr>
            <p:cNvPr id="117" name="Rectangle 28">
              <a:extLst>
                <a:ext uri="{FF2B5EF4-FFF2-40B4-BE49-F238E27FC236}">
                  <a16:creationId xmlns:a16="http://schemas.microsoft.com/office/drawing/2014/main" id="{9266D65C-F99C-1F43-8034-2A04FEF53866}"/>
                </a:ext>
              </a:extLst>
            </p:cNvPr>
            <p:cNvSpPr>
              <a:spLocks/>
            </p:cNvSpPr>
            <p:nvPr/>
          </p:nvSpPr>
          <p:spPr bwMode="auto">
            <a:xfrm>
              <a:off x="3169824" y="2967245"/>
              <a:ext cx="5634037" cy="1396411"/>
            </a:xfrm>
            <a:prstGeom prst="rect">
              <a:avLst/>
            </a:prstGeom>
            <a:solidFill>
              <a:schemeClr val="accent6">
                <a:lumMod val="20000"/>
                <a:lumOff val="80000"/>
              </a:schemeClr>
            </a:solidFill>
            <a:ln w="12700">
              <a:solidFill>
                <a:srgbClr val="697D3A"/>
              </a:solidFill>
              <a:miter lim="800000"/>
              <a:headEnd/>
              <a:tailEnd/>
            </a:ln>
          </p:spPr>
          <p:txBody>
            <a:bodyPr lIns="0" tIns="0" rIns="0" bIns="0" anchor="ctr"/>
            <a:lstStyle>
              <a:lvl1pPr marL="357188" indent="-330200"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Forward packet to port(s)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Drop packet</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Modify fields in header(s)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Encapsulate and forward to controller</a:t>
              </a:r>
            </a:p>
          </p:txBody>
        </p:sp>
        <p:sp>
          <p:nvSpPr>
            <p:cNvPr id="119" name="Line 31">
              <a:extLst>
                <a:ext uri="{FF2B5EF4-FFF2-40B4-BE49-F238E27FC236}">
                  <a16:creationId xmlns:a16="http://schemas.microsoft.com/office/drawing/2014/main" id="{52B512E6-14A5-1848-BD25-C203B04E8EEA}"/>
                </a:ext>
              </a:extLst>
            </p:cNvPr>
            <p:cNvSpPr>
              <a:spLocks noChangeShapeType="1"/>
            </p:cNvSpPr>
            <p:nvPr/>
          </p:nvSpPr>
          <p:spPr bwMode="auto">
            <a:xfrm>
              <a:off x="3616272" y="2200944"/>
              <a:ext cx="1588" cy="75882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 name="Group 140">
            <a:extLst>
              <a:ext uri="{FF2B5EF4-FFF2-40B4-BE49-F238E27FC236}">
                <a16:creationId xmlns:a16="http://schemas.microsoft.com/office/drawing/2014/main" id="{A4B313E8-BEC4-FE4B-9D13-E1494E2C29CB}"/>
              </a:ext>
            </a:extLst>
          </p:cNvPr>
          <p:cNvGrpSpPr/>
          <p:nvPr/>
        </p:nvGrpSpPr>
        <p:grpSpPr>
          <a:xfrm>
            <a:off x="5035074" y="2200945"/>
            <a:ext cx="3044825" cy="623425"/>
            <a:chOff x="5116099" y="2200945"/>
            <a:chExt cx="3044825" cy="623425"/>
          </a:xfrm>
        </p:grpSpPr>
        <p:sp>
          <p:nvSpPr>
            <p:cNvPr id="120" name="Rectangle 32">
              <a:extLst>
                <a:ext uri="{FF2B5EF4-FFF2-40B4-BE49-F238E27FC236}">
                  <a16:creationId xmlns:a16="http://schemas.microsoft.com/office/drawing/2014/main" id="{D609C7D3-AFCA-CD4D-A9FA-199E674273FE}"/>
                </a:ext>
              </a:extLst>
            </p:cNvPr>
            <p:cNvSpPr>
              <a:spLocks/>
            </p:cNvSpPr>
            <p:nvPr/>
          </p:nvSpPr>
          <p:spPr bwMode="auto">
            <a:xfrm>
              <a:off x="5116099" y="2440195"/>
              <a:ext cx="3044825" cy="384175"/>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grpSp>
          <p:nvGrpSpPr>
            <p:cNvPr id="25" name="Group 24">
              <a:extLst>
                <a:ext uri="{FF2B5EF4-FFF2-40B4-BE49-F238E27FC236}">
                  <a16:creationId xmlns:a16="http://schemas.microsoft.com/office/drawing/2014/main" id="{8B95579B-B620-2543-AF1E-242CC2FF5E5D}"/>
                </a:ext>
              </a:extLst>
            </p:cNvPr>
            <p:cNvGrpSpPr/>
            <p:nvPr/>
          </p:nvGrpSpPr>
          <p:grpSpPr>
            <a:xfrm>
              <a:off x="5187757" y="2200945"/>
              <a:ext cx="2652492" cy="599613"/>
              <a:chOff x="5187757" y="2200945"/>
              <a:chExt cx="2652492" cy="599613"/>
            </a:xfrm>
          </p:grpSpPr>
          <p:sp>
            <p:nvSpPr>
              <p:cNvPr id="121" name="Rectangle 33">
                <a:extLst>
                  <a:ext uri="{FF2B5EF4-FFF2-40B4-BE49-F238E27FC236}">
                    <a16:creationId xmlns:a16="http://schemas.microsoft.com/office/drawing/2014/main" id="{75F85A0F-FD95-A049-B1DF-00E32B14CE21}"/>
                  </a:ext>
                </a:extLst>
              </p:cNvPr>
              <p:cNvSpPr>
                <a:spLocks/>
              </p:cNvSpPr>
              <p:nvPr/>
            </p:nvSpPr>
            <p:spPr bwMode="auto">
              <a:xfrm>
                <a:off x="5258974" y="2462420"/>
                <a:ext cx="2581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Packet + byte counters</a:t>
                </a:r>
              </a:p>
            </p:txBody>
          </p:sp>
          <p:sp>
            <p:nvSpPr>
              <p:cNvPr id="122" name="Line 34">
                <a:extLst>
                  <a:ext uri="{FF2B5EF4-FFF2-40B4-BE49-F238E27FC236}">
                    <a16:creationId xmlns:a16="http://schemas.microsoft.com/office/drawing/2014/main" id="{870022B4-CB13-CE41-AE1A-A4275A96B6D5}"/>
                  </a:ext>
                </a:extLst>
              </p:cNvPr>
              <p:cNvSpPr>
                <a:spLocks noChangeShapeType="1"/>
              </p:cNvSpPr>
              <p:nvPr/>
            </p:nvSpPr>
            <p:spPr bwMode="auto">
              <a:xfrm rot="10800000" flipH="1">
                <a:off x="5187757" y="2200945"/>
                <a:ext cx="1587" cy="23177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0" name="Group 9">
            <a:extLst>
              <a:ext uri="{FF2B5EF4-FFF2-40B4-BE49-F238E27FC236}">
                <a16:creationId xmlns:a16="http://schemas.microsoft.com/office/drawing/2014/main" id="{65D5C3D3-25BB-D54D-BCEB-FCA2C288C1FE}"/>
              </a:ext>
            </a:extLst>
          </p:cNvPr>
          <p:cNvGrpSpPr/>
          <p:nvPr/>
        </p:nvGrpSpPr>
        <p:grpSpPr>
          <a:xfrm>
            <a:off x="2117511" y="2200761"/>
            <a:ext cx="8446528" cy="3709144"/>
            <a:chOff x="2117511" y="2200761"/>
            <a:chExt cx="8446528" cy="3709144"/>
          </a:xfrm>
        </p:grpSpPr>
        <p:sp>
          <p:nvSpPr>
            <p:cNvPr id="79" name="文字方塊 29">
              <a:extLst>
                <a:ext uri="{FF2B5EF4-FFF2-40B4-BE49-F238E27FC236}">
                  <a16:creationId xmlns:a16="http://schemas.microsoft.com/office/drawing/2014/main" id="{064A0713-9D5B-6443-98A8-3EB2CC41AF85}"/>
                </a:ext>
              </a:extLst>
            </p:cNvPr>
            <p:cNvSpPr txBox="1">
              <a:spLocks noChangeArrowheads="1"/>
            </p:cNvSpPr>
            <p:nvPr/>
          </p:nvSpPr>
          <p:spPr bwMode="auto">
            <a:xfrm>
              <a:off x="2154100" y="4847642"/>
              <a:ext cx="242947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prstClr val="black"/>
                  </a:solidFill>
                  <a:effectLst/>
                  <a:uLnTx/>
                  <a:uFillTx/>
                  <a:latin typeface="Calibri" charset="0"/>
                  <a:ea typeface="新細明體" charset="0"/>
                </a:rPr>
                <a:t>Header fields to match:</a:t>
              </a:r>
              <a:endParaRPr kumimoji="0" lang="zh-TW" altLang="en-US" sz="1800" b="0" i="0" u="none" strike="noStrike" kern="1200" cap="none" spc="0" normalizeH="0" baseline="0" noProof="0">
                <a:ln>
                  <a:noFill/>
                </a:ln>
                <a:solidFill>
                  <a:prstClr val="black"/>
                </a:solidFill>
                <a:effectLst/>
                <a:uLnTx/>
                <a:uFillTx/>
                <a:latin typeface="Calibri" charset="0"/>
                <a:ea typeface="新細明體" charset="0"/>
              </a:endParaRPr>
            </a:p>
          </p:txBody>
        </p:sp>
        <p:sp>
          <p:nvSpPr>
            <p:cNvPr id="118" name="Line 30">
              <a:extLst>
                <a:ext uri="{FF2B5EF4-FFF2-40B4-BE49-F238E27FC236}">
                  <a16:creationId xmlns:a16="http://schemas.microsoft.com/office/drawing/2014/main" id="{77A0D0EE-2F6A-C542-92CB-4694F0C0D560}"/>
                </a:ext>
              </a:extLst>
            </p:cNvPr>
            <p:cNvSpPr>
              <a:spLocks noChangeShapeType="1"/>
            </p:cNvSpPr>
            <p:nvPr/>
          </p:nvSpPr>
          <p:spPr bwMode="auto">
            <a:xfrm>
              <a:off x="2127885" y="2200761"/>
              <a:ext cx="1858" cy="305414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矩形 15">
              <a:extLst>
                <a:ext uri="{FF2B5EF4-FFF2-40B4-BE49-F238E27FC236}">
                  <a16:creationId xmlns:a16="http://schemas.microsoft.com/office/drawing/2014/main" id="{CA379C48-5241-1340-B3EF-424003EEF91F}"/>
                </a:ext>
              </a:extLst>
            </p:cNvPr>
            <p:cNvSpPr/>
            <p:nvPr/>
          </p:nvSpPr>
          <p:spPr bwMode="auto">
            <a:xfrm>
              <a:off x="2117511" y="5262205"/>
              <a:ext cx="771961" cy="6477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Ingress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4" name="矩形 17">
              <a:extLst>
                <a:ext uri="{FF2B5EF4-FFF2-40B4-BE49-F238E27FC236}">
                  <a16:creationId xmlns:a16="http://schemas.microsoft.com/office/drawing/2014/main" id="{EDDEBD12-93C8-C749-95E6-157B703157DF}"/>
                </a:ext>
              </a:extLst>
            </p:cNvPr>
            <p:cNvSpPr/>
            <p:nvPr/>
          </p:nvSpPr>
          <p:spPr bwMode="auto">
            <a:xfrm>
              <a:off x="288947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Src MAC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5" name="矩形 18">
              <a:extLst>
                <a:ext uri="{FF2B5EF4-FFF2-40B4-BE49-F238E27FC236}">
                  <a16:creationId xmlns:a16="http://schemas.microsoft.com/office/drawing/2014/main" id="{BD494138-72F4-6849-A86F-6FAD87C96C5B}"/>
                </a:ext>
              </a:extLst>
            </p:cNvPr>
            <p:cNvSpPr/>
            <p:nvPr/>
          </p:nvSpPr>
          <p:spPr bwMode="auto">
            <a:xfrm>
              <a:off x="3544933"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Dst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6" name="矩形 19">
              <a:extLst>
                <a:ext uri="{FF2B5EF4-FFF2-40B4-BE49-F238E27FC236}">
                  <a16:creationId xmlns:a16="http://schemas.microsoft.com/office/drawing/2014/main" id="{89A4DCC1-6DF5-5340-A0A5-E76D4CDB272F}"/>
                </a:ext>
              </a:extLst>
            </p:cNvPr>
            <p:cNvSpPr/>
            <p:nvPr/>
          </p:nvSpPr>
          <p:spPr bwMode="auto">
            <a:xfrm>
              <a:off x="420039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Eth Type</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7" name="矩形 20">
              <a:extLst>
                <a:ext uri="{FF2B5EF4-FFF2-40B4-BE49-F238E27FC236}">
                  <a16:creationId xmlns:a16="http://schemas.microsoft.com/office/drawing/2014/main" id="{15670B19-5888-BF4A-8B11-FDBF006ADDB5}"/>
                </a:ext>
              </a:extLst>
            </p:cNvPr>
            <p:cNvSpPr/>
            <p:nvPr/>
          </p:nvSpPr>
          <p:spPr bwMode="auto">
            <a:xfrm>
              <a:off x="485585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ID</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8" name="矩形 21">
              <a:extLst>
                <a:ext uri="{FF2B5EF4-FFF2-40B4-BE49-F238E27FC236}">
                  <a16:creationId xmlns:a16="http://schemas.microsoft.com/office/drawing/2014/main" id="{66D36742-74FB-594E-A690-B8C0858BCD8C}"/>
                </a:ext>
              </a:extLst>
            </p:cNvPr>
            <p:cNvSpPr/>
            <p:nvPr/>
          </p:nvSpPr>
          <p:spPr bwMode="auto">
            <a:xfrm>
              <a:off x="8068323"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ToS</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9" name="矩形 22">
              <a:extLst>
                <a:ext uri="{FF2B5EF4-FFF2-40B4-BE49-F238E27FC236}">
                  <a16:creationId xmlns:a16="http://schemas.microsoft.com/office/drawing/2014/main" id="{3B962E35-4FCE-4748-95D0-2BAC40159868}"/>
                </a:ext>
              </a:extLst>
            </p:cNvPr>
            <p:cNvSpPr/>
            <p:nvPr/>
          </p:nvSpPr>
          <p:spPr bwMode="auto">
            <a:xfrm>
              <a:off x="7437016"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Proto</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0" name="矩形 23">
              <a:extLst>
                <a:ext uri="{FF2B5EF4-FFF2-40B4-BE49-F238E27FC236}">
                  <a16:creationId xmlns:a16="http://schemas.microsoft.com/office/drawing/2014/main" id="{E0710398-489A-8E42-970A-84EBF2848538}"/>
                </a:ext>
              </a:extLst>
            </p:cNvPr>
            <p:cNvSpPr/>
            <p:nvPr/>
          </p:nvSpPr>
          <p:spPr bwMode="auto">
            <a:xfrm>
              <a:off x="6174401"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Src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1" name="矩形 24">
              <a:extLst>
                <a:ext uri="{FF2B5EF4-FFF2-40B4-BE49-F238E27FC236}">
                  <a16:creationId xmlns:a16="http://schemas.microsoft.com/office/drawing/2014/main" id="{36A6156D-DEAC-CD48-AB2C-460617505DF1}"/>
                </a:ext>
              </a:extLst>
            </p:cNvPr>
            <p:cNvSpPr/>
            <p:nvPr/>
          </p:nvSpPr>
          <p:spPr bwMode="auto">
            <a:xfrm>
              <a:off x="6805709"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Dst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72" name="矩形 25">
              <a:extLst>
                <a:ext uri="{FF2B5EF4-FFF2-40B4-BE49-F238E27FC236}">
                  <a16:creationId xmlns:a16="http://schemas.microsoft.com/office/drawing/2014/main" id="{1F3FF105-11DF-5A48-8361-56AEFF37DE1F}"/>
                </a:ext>
              </a:extLst>
            </p:cNvPr>
            <p:cNvSpPr/>
            <p:nvPr/>
          </p:nvSpPr>
          <p:spPr bwMode="auto">
            <a:xfrm>
              <a:off x="8706447"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Src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4" name="矩形 20">
              <a:extLst>
                <a:ext uri="{FF2B5EF4-FFF2-40B4-BE49-F238E27FC236}">
                  <a16:creationId xmlns:a16="http://schemas.microsoft.com/office/drawing/2014/main" id="{D4463F66-5C5E-EF4E-A286-CF91B7AD4661}"/>
                </a:ext>
              </a:extLst>
            </p:cNvPr>
            <p:cNvSpPr/>
            <p:nvPr/>
          </p:nvSpPr>
          <p:spPr bwMode="auto">
            <a:xfrm>
              <a:off x="5511311"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Pri</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80" name="矩形 25">
              <a:extLst>
                <a:ext uri="{FF2B5EF4-FFF2-40B4-BE49-F238E27FC236}">
                  <a16:creationId xmlns:a16="http://schemas.microsoft.com/office/drawing/2014/main" id="{5FFDA9B9-54DA-4B46-8561-63255A4D55D6}"/>
                </a:ext>
              </a:extLst>
            </p:cNvPr>
            <p:cNvSpPr/>
            <p:nvPr/>
          </p:nvSpPr>
          <p:spPr bwMode="auto">
            <a:xfrm>
              <a:off x="9635243"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Dst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grpSp>
      <p:grpSp>
        <p:nvGrpSpPr>
          <p:cNvPr id="8" name="Group 7">
            <a:extLst>
              <a:ext uri="{FF2B5EF4-FFF2-40B4-BE49-F238E27FC236}">
                <a16:creationId xmlns:a16="http://schemas.microsoft.com/office/drawing/2014/main" id="{0AAA8A2A-F690-D842-B569-854551A89B38}"/>
              </a:ext>
            </a:extLst>
          </p:cNvPr>
          <p:cNvGrpSpPr/>
          <p:nvPr/>
        </p:nvGrpSpPr>
        <p:grpSpPr>
          <a:xfrm>
            <a:off x="2930744" y="6077944"/>
            <a:ext cx="3235564" cy="549153"/>
            <a:chOff x="2826569" y="5888454"/>
            <a:chExt cx="3235564" cy="549153"/>
          </a:xfrm>
        </p:grpSpPr>
        <p:sp>
          <p:nvSpPr>
            <p:cNvPr id="123" name="文字方塊 29">
              <a:extLst>
                <a:ext uri="{FF2B5EF4-FFF2-40B4-BE49-F238E27FC236}">
                  <a16:creationId xmlns:a16="http://schemas.microsoft.com/office/drawing/2014/main" id="{CCD38D10-94F8-8543-A3D8-19F75A2CBC5B}"/>
                </a:ext>
              </a:extLst>
            </p:cNvPr>
            <p:cNvSpPr txBox="1">
              <a:spLocks noChangeArrowheads="1"/>
            </p:cNvSpPr>
            <p:nvPr/>
          </p:nvSpPr>
          <p:spPr bwMode="auto">
            <a:xfrm>
              <a:off x="3946642" y="6069307"/>
              <a:ext cx="9604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Link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5" name="Left Brace 4">
              <a:extLst>
                <a:ext uri="{FF2B5EF4-FFF2-40B4-BE49-F238E27FC236}">
                  <a16:creationId xmlns:a16="http://schemas.microsoft.com/office/drawing/2014/main" id="{DD20D7D2-8080-1144-84E2-DF0AE45A3E07}"/>
                </a:ext>
              </a:extLst>
            </p:cNvPr>
            <p:cNvSpPr/>
            <p:nvPr/>
          </p:nvSpPr>
          <p:spPr>
            <a:xfrm rot="16200000">
              <a:off x="4340578" y="4374445"/>
              <a:ext cx="207546" cy="3235564"/>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43E68CBD-0ADB-BF45-9811-313CB44A39FD}"/>
              </a:ext>
            </a:extLst>
          </p:cNvPr>
          <p:cNvGrpSpPr/>
          <p:nvPr/>
        </p:nvGrpSpPr>
        <p:grpSpPr>
          <a:xfrm>
            <a:off x="6210166" y="6082290"/>
            <a:ext cx="2473565" cy="543987"/>
            <a:chOff x="6105991" y="5892800"/>
            <a:chExt cx="2473565" cy="543987"/>
          </a:xfrm>
        </p:grpSpPr>
        <p:sp>
          <p:nvSpPr>
            <p:cNvPr id="139" name="文字方塊 29">
              <a:extLst>
                <a:ext uri="{FF2B5EF4-FFF2-40B4-BE49-F238E27FC236}">
                  <a16:creationId xmlns:a16="http://schemas.microsoft.com/office/drawing/2014/main" id="{3C4B37B7-4F49-904E-87DA-069F41CD9CD0}"/>
                </a:ext>
              </a:extLst>
            </p:cNvPr>
            <p:cNvSpPr txBox="1">
              <a:spLocks noChangeArrowheads="1"/>
            </p:cNvSpPr>
            <p:nvPr/>
          </p:nvSpPr>
          <p:spPr bwMode="auto">
            <a:xfrm>
              <a:off x="6643718" y="6066899"/>
              <a:ext cx="13509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Network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7" name="Left Brace 156">
              <a:extLst>
                <a:ext uri="{FF2B5EF4-FFF2-40B4-BE49-F238E27FC236}">
                  <a16:creationId xmlns:a16="http://schemas.microsoft.com/office/drawing/2014/main" id="{2D2F3565-EA7A-1048-A9F5-6FD46BB2FE7C}"/>
                </a:ext>
              </a:extLst>
            </p:cNvPr>
            <p:cNvSpPr/>
            <p:nvPr/>
          </p:nvSpPr>
          <p:spPr>
            <a:xfrm rot="16200000">
              <a:off x="7238352" y="4760439"/>
              <a:ext cx="208844" cy="2473565"/>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B7B89AF4-D2C6-ED49-82AF-7F843E59C1F4}"/>
              </a:ext>
            </a:extLst>
          </p:cNvPr>
          <p:cNvGrpSpPr/>
          <p:nvPr/>
        </p:nvGrpSpPr>
        <p:grpSpPr>
          <a:xfrm>
            <a:off x="8436668" y="6082290"/>
            <a:ext cx="2349500" cy="547817"/>
            <a:chOff x="8332493" y="5892800"/>
            <a:chExt cx="2349500" cy="547817"/>
          </a:xfrm>
        </p:grpSpPr>
        <p:sp>
          <p:nvSpPr>
            <p:cNvPr id="140" name="文字方塊 29">
              <a:extLst>
                <a:ext uri="{FF2B5EF4-FFF2-40B4-BE49-F238E27FC236}">
                  <a16:creationId xmlns:a16="http://schemas.microsoft.com/office/drawing/2014/main" id="{2ABD9CD2-B6D6-3E47-89C5-B96007AAF9F3}"/>
                </a:ext>
              </a:extLst>
            </p:cNvPr>
            <p:cNvSpPr txBox="1">
              <a:spLocks noChangeArrowheads="1"/>
            </p:cNvSpPr>
            <p:nvPr/>
          </p:nvSpPr>
          <p:spPr bwMode="auto">
            <a:xfrm>
              <a:off x="8332493" y="6070729"/>
              <a:ext cx="234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Transport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8" name="Left Brace 157">
              <a:extLst>
                <a:ext uri="{FF2B5EF4-FFF2-40B4-BE49-F238E27FC236}">
                  <a16:creationId xmlns:a16="http://schemas.microsoft.com/office/drawing/2014/main" id="{18486B04-E7B6-DC48-B5C3-FDA12199B810}"/>
                </a:ext>
              </a:extLst>
            </p:cNvPr>
            <p:cNvSpPr/>
            <p:nvPr/>
          </p:nvSpPr>
          <p:spPr>
            <a:xfrm rot="16200000">
              <a:off x="9405820" y="5104751"/>
              <a:ext cx="214489" cy="1790588"/>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 name="Slide Number Placeholder 3">
            <a:extLst>
              <a:ext uri="{FF2B5EF4-FFF2-40B4-BE49-F238E27FC236}">
                <a16:creationId xmlns:a16="http://schemas.microsoft.com/office/drawing/2014/main" id="{AA29DABC-DA37-E842-8BB6-80170D376CC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63</a:t>
            </a:fld>
            <a:endParaRPr lang="en-US" dirty="0"/>
          </a:p>
        </p:txBody>
      </p:sp>
    </p:spTree>
    <p:extLst>
      <p:ext uri="{BB962C8B-B14F-4D97-AF65-F5344CB8AC3E}">
        <p14:creationId xmlns:p14="http://schemas.microsoft.com/office/powerpoint/2010/main" val="210669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dissolv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1"/>
                                        </p:tgtEl>
                                        <p:attrNameLst>
                                          <p:attrName>style.visibility</p:attrName>
                                        </p:attrNameLst>
                                      </p:cBhvr>
                                      <p:to>
                                        <p:strVal val="visible"/>
                                      </p:to>
                                    </p:set>
                                    <p:animEffect transition="in" filter="dissolve">
                                      <p:cBhvr>
                                        <p:cTn id="32"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914400" y="248378"/>
            <a:ext cx="10515600" cy="894622"/>
          </a:xfrm>
        </p:spPr>
        <p:txBody>
          <a:bodyPr>
            <a:normAutofit/>
          </a:bodyPr>
          <a:lstStyle/>
          <a:p>
            <a:r>
              <a:rPr lang="en-US" sz="4800" dirty="0"/>
              <a:t>OpenFlow: examples</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798077" y="2691365"/>
            <a:ext cx="93427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datagrams destined to IP address  51.6.0.8 should be forwarded to router output port 6 </a:t>
            </a:r>
          </a:p>
        </p:txBody>
      </p:sp>
      <p:sp>
        <p:nvSpPr>
          <p:cNvPr id="175" name="Rectangle 2">
            <a:extLst>
              <a:ext uri="{FF2B5EF4-FFF2-40B4-BE49-F238E27FC236}">
                <a16:creationId xmlns:a16="http://schemas.microsoft.com/office/drawing/2014/main" id="{C661A0EE-3CAA-A148-951F-09D37CCB355B}"/>
              </a:ext>
            </a:extLst>
          </p:cNvPr>
          <p:cNvSpPr>
            <a:spLocks/>
          </p:cNvSpPr>
          <p:nvPr/>
        </p:nvSpPr>
        <p:spPr bwMode="auto">
          <a:xfrm>
            <a:off x="887520" y="4590922"/>
            <a:ext cx="7781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destined to TCP  port 22 (ssh port #)</a:t>
            </a:r>
          </a:p>
        </p:txBody>
      </p:sp>
      <p:sp>
        <p:nvSpPr>
          <p:cNvPr id="210" name="Rectangle 2">
            <a:extLst>
              <a:ext uri="{FF2B5EF4-FFF2-40B4-BE49-F238E27FC236}">
                <a16:creationId xmlns:a16="http://schemas.microsoft.com/office/drawing/2014/main" id="{EEA18CF9-70FA-D747-97D5-F01B3D51AB8F}"/>
              </a:ext>
            </a:extLst>
          </p:cNvPr>
          <p:cNvSpPr>
            <a:spLocks/>
          </p:cNvSpPr>
          <p:nvPr/>
        </p:nvSpPr>
        <p:spPr bwMode="auto">
          <a:xfrm>
            <a:off x="182298" y="6039302"/>
            <a:ext cx="70674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sent by host 128.119.1.1</a:t>
            </a:r>
          </a:p>
        </p:txBody>
      </p:sp>
      <p:grpSp>
        <p:nvGrpSpPr>
          <p:cNvPr id="4" name="Group 3">
            <a:extLst>
              <a:ext uri="{FF2B5EF4-FFF2-40B4-BE49-F238E27FC236}">
                <a16:creationId xmlns:a16="http://schemas.microsoft.com/office/drawing/2014/main" id="{2FB4CC91-5961-D74B-BEE0-5BC611D103E7}"/>
              </a:ext>
            </a:extLst>
          </p:cNvPr>
          <p:cNvGrpSpPr/>
          <p:nvPr/>
        </p:nvGrpSpPr>
        <p:grpSpPr>
          <a:xfrm>
            <a:off x="899508" y="1408083"/>
            <a:ext cx="8825324" cy="1339207"/>
            <a:chOff x="899508" y="1408083"/>
            <a:chExt cx="8825324" cy="1339207"/>
          </a:xfrm>
        </p:grpSpPr>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899508" y="1408083"/>
              <a:ext cx="37914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Destination-based forwarding:</a:t>
              </a:r>
            </a:p>
          </p:txBody>
        </p:sp>
        <p:sp>
          <p:nvSpPr>
            <p:cNvPr id="55" name="Rectangle 3">
              <a:extLst>
                <a:ext uri="{FF2B5EF4-FFF2-40B4-BE49-F238E27FC236}">
                  <a16:creationId xmlns:a16="http://schemas.microsoft.com/office/drawing/2014/main" id="{7C8B6D8A-6BE8-4647-9654-07BE563C9B1E}"/>
                </a:ext>
              </a:extLst>
            </p:cNvPr>
            <p:cNvSpPr>
              <a:spLocks/>
            </p:cNvSpPr>
            <p:nvPr/>
          </p:nvSpPr>
          <p:spPr bwMode="auto">
            <a:xfrm>
              <a:off x="9145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79" name="Rectangle 27">
              <a:extLst>
                <a:ext uri="{FF2B5EF4-FFF2-40B4-BE49-F238E27FC236}">
                  <a16:creationId xmlns:a16="http://schemas.microsoft.com/office/drawing/2014/main" id="{E39ACBFE-5953-084E-8F77-0EB25D693A07}"/>
                </a:ext>
              </a:extLst>
            </p:cNvPr>
            <p:cNvSpPr>
              <a:spLocks/>
            </p:cNvSpPr>
            <p:nvPr/>
          </p:nvSpPr>
          <p:spPr bwMode="auto">
            <a:xfrm>
              <a:off x="15749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0" name="Rectangle 28">
              <a:extLst>
                <a:ext uri="{FF2B5EF4-FFF2-40B4-BE49-F238E27FC236}">
                  <a16:creationId xmlns:a16="http://schemas.microsoft.com/office/drawing/2014/main" id="{A850141C-A01C-844A-A1BF-3898D2F37F5F}"/>
                </a:ext>
              </a:extLst>
            </p:cNvPr>
            <p:cNvSpPr>
              <a:spLocks/>
            </p:cNvSpPr>
            <p:nvPr/>
          </p:nvSpPr>
          <p:spPr bwMode="auto">
            <a:xfrm>
              <a:off x="2003548" y="24209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1" name="Rectangle 29">
              <a:extLst>
                <a:ext uri="{FF2B5EF4-FFF2-40B4-BE49-F238E27FC236}">
                  <a16:creationId xmlns:a16="http://schemas.microsoft.com/office/drawing/2014/main" id="{FAB7056F-8C34-9141-B000-7855E5BAADDB}"/>
                </a:ext>
              </a:extLst>
            </p:cNvPr>
            <p:cNvSpPr>
              <a:spLocks/>
            </p:cNvSpPr>
            <p:nvPr/>
          </p:nvSpPr>
          <p:spPr bwMode="auto">
            <a:xfrm>
              <a:off x="2895723" y="24209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2" name="Rectangle 30">
              <a:extLst>
                <a:ext uri="{FF2B5EF4-FFF2-40B4-BE49-F238E27FC236}">
                  <a16:creationId xmlns:a16="http://schemas.microsoft.com/office/drawing/2014/main" id="{72C50015-7497-D942-AF54-C51884B6394E}"/>
                </a:ext>
              </a:extLst>
            </p:cNvPr>
            <p:cNvSpPr>
              <a:spLocks/>
            </p:cNvSpPr>
            <p:nvPr/>
          </p:nvSpPr>
          <p:spPr bwMode="auto">
            <a:xfrm>
              <a:off x="35577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3" name="Rectangle 31">
              <a:extLst>
                <a:ext uri="{FF2B5EF4-FFF2-40B4-BE49-F238E27FC236}">
                  <a16:creationId xmlns:a16="http://schemas.microsoft.com/office/drawing/2014/main" id="{DA496680-53BE-F546-95FD-109DD9F8E19F}"/>
                </a:ext>
              </a:extLst>
            </p:cNvPr>
            <p:cNvSpPr>
              <a:spLocks/>
            </p:cNvSpPr>
            <p:nvPr/>
          </p:nvSpPr>
          <p:spPr bwMode="auto">
            <a:xfrm>
              <a:off x="42181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4" name="Rectangle 32">
              <a:extLst>
                <a:ext uri="{FF2B5EF4-FFF2-40B4-BE49-F238E27FC236}">
                  <a16:creationId xmlns:a16="http://schemas.microsoft.com/office/drawing/2014/main" id="{D7ECA26F-CAE0-534E-9D1D-C3EF04FECE82}"/>
                </a:ext>
              </a:extLst>
            </p:cNvPr>
            <p:cNvSpPr>
              <a:spLocks/>
            </p:cNvSpPr>
            <p:nvPr/>
          </p:nvSpPr>
          <p:spPr bwMode="auto">
            <a:xfrm>
              <a:off x="5619044" y="2384457"/>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51.6.0.8</a:t>
              </a:r>
            </a:p>
          </p:txBody>
        </p:sp>
        <p:sp>
          <p:nvSpPr>
            <p:cNvPr id="85" name="Rectangle 33">
              <a:extLst>
                <a:ext uri="{FF2B5EF4-FFF2-40B4-BE49-F238E27FC236}">
                  <a16:creationId xmlns:a16="http://schemas.microsoft.com/office/drawing/2014/main" id="{29DFF160-B878-0A4E-BFAD-249619777992}"/>
                </a:ext>
              </a:extLst>
            </p:cNvPr>
            <p:cNvSpPr>
              <a:spLocks/>
            </p:cNvSpPr>
            <p:nvPr/>
          </p:nvSpPr>
          <p:spPr bwMode="auto">
            <a:xfrm>
              <a:off x="6288969"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6" name="Rectangle 34">
              <a:extLst>
                <a:ext uri="{FF2B5EF4-FFF2-40B4-BE49-F238E27FC236}">
                  <a16:creationId xmlns:a16="http://schemas.microsoft.com/office/drawing/2014/main" id="{4167C8E0-56A3-FC46-93E9-54F4DA679E78}"/>
                </a:ext>
              </a:extLst>
            </p:cNvPr>
            <p:cNvSpPr>
              <a:spLocks/>
            </p:cNvSpPr>
            <p:nvPr/>
          </p:nvSpPr>
          <p:spPr bwMode="auto">
            <a:xfrm>
              <a:off x="6949369" y="24209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7" name="Rectangle 35">
              <a:extLst>
                <a:ext uri="{FF2B5EF4-FFF2-40B4-BE49-F238E27FC236}">
                  <a16:creationId xmlns:a16="http://schemas.microsoft.com/office/drawing/2014/main" id="{281B26ED-A2EE-A54F-9252-8583B4CB8A7A}"/>
                </a:ext>
              </a:extLst>
            </p:cNvPr>
            <p:cNvSpPr>
              <a:spLocks/>
            </p:cNvSpPr>
            <p:nvPr/>
          </p:nvSpPr>
          <p:spPr bwMode="auto">
            <a:xfrm>
              <a:off x="7576455" y="24174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8" name="Rectangle 36">
              <a:extLst>
                <a:ext uri="{FF2B5EF4-FFF2-40B4-BE49-F238E27FC236}">
                  <a16:creationId xmlns:a16="http://schemas.microsoft.com/office/drawing/2014/main" id="{A5FAEAE2-0FFA-8A40-867D-054555F5B6A5}"/>
                </a:ext>
              </a:extLst>
            </p:cNvPr>
            <p:cNvSpPr>
              <a:spLocks/>
            </p:cNvSpPr>
            <p:nvPr/>
          </p:nvSpPr>
          <p:spPr bwMode="auto">
            <a:xfrm>
              <a:off x="8967593" y="236447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port6</a:t>
              </a:r>
            </a:p>
          </p:txBody>
        </p:sp>
        <p:grpSp>
          <p:nvGrpSpPr>
            <p:cNvPr id="2" name="Group 1">
              <a:extLst>
                <a:ext uri="{FF2B5EF4-FFF2-40B4-BE49-F238E27FC236}">
                  <a16:creationId xmlns:a16="http://schemas.microsoft.com/office/drawing/2014/main" id="{B612BAEA-BA2E-DA46-9549-B7E27B157F26}"/>
                </a:ext>
              </a:extLst>
            </p:cNvPr>
            <p:cNvGrpSpPr/>
            <p:nvPr/>
          </p:nvGrpSpPr>
          <p:grpSpPr>
            <a:xfrm>
              <a:off x="908298" y="1842896"/>
              <a:ext cx="8816534" cy="537306"/>
              <a:chOff x="908298" y="1842896"/>
              <a:chExt cx="8816534" cy="537306"/>
            </a:xfrm>
          </p:grpSpPr>
          <p:sp>
            <p:nvSpPr>
              <p:cNvPr id="112" name="Rectangle 5">
                <a:extLst>
                  <a:ext uri="{FF2B5EF4-FFF2-40B4-BE49-F238E27FC236}">
                    <a16:creationId xmlns:a16="http://schemas.microsoft.com/office/drawing/2014/main" id="{E950D51E-2315-BC42-98A4-6022C583B7EF}"/>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3" name="Rectangle 6">
                <a:extLst>
                  <a:ext uri="{FF2B5EF4-FFF2-40B4-BE49-F238E27FC236}">
                    <a16:creationId xmlns:a16="http://schemas.microsoft.com/office/drawing/2014/main" id="{81D71D4B-BB61-E949-9E4B-ECCDE5605FA3}"/>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14" name="Rectangle 7">
                <a:extLst>
                  <a:ext uri="{FF2B5EF4-FFF2-40B4-BE49-F238E27FC236}">
                    <a16:creationId xmlns:a16="http://schemas.microsoft.com/office/drawing/2014/main" id="{B243B993-172B-C04C-AD45-F849E085F445}"/>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5" name="Rectangle 8">
                <a:extLst>
                  <a:ext uri="{FF2B5EF4-FFF2-40B4-BE49-F238E27FC236}">
                    <a16:creationId xmlns:a16="http://schemas.microsoft.com/office/drawing/2014/main" id="{E029D11E-87DE-A54A-AED3-EAE717FDCA9F}"/>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16" name="Rectangle 9">
                <a:extLst>
                  <a:ext uri="{FF2B5EF4-FFF2-40B4-BE49-F238E27FC236}">
                    <a16:creationId xmlns:a16="http://schemas.microsoft.com/office/drawing/2014/main" id="{07B913C3-C149-1F45-926A-DC740C5FC388}"/>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7" name="Rectangle 10">
                <a:extLst>
                  <a:ext uri="{FF2B5EF4-FFF2-40B4-BE49-F238E27FC236}">
                    <a16:creationId xmlns:a16="http://schemas.microsoft.com/office/drawing/2014/main" id="{D6809EEE-8747-3B45-B512-88681A90EF9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18" name="Rectangle 11">
                <a:extLst>
                  <a:ext uri="{FF2B5EF4-FFF2-40B4-BE49-F238E27FC236}">
                    <a16:creationId xmlns:a16="http://schemas.microsoft.com/office/drawing/2014/main" id="{B8BECB12-67C4-EE4F-BF80-F66E6E478CA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9" name="Rectangle 12">
                <a:extLst>
                  <a:ext uri="{FF2B5EF4-FFF2-40B4-BE49-F238E27FC236}">
                    <a16:creationId xmlns:a16="http://schemas.microsoft.com/office/drawing/2014/main" id="{C434332D-59EC-B74F-9F8C-507B7CA153ED}"/>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20" name="Rectangle 13">
                <a:extLst>
                  <a:ext uri="{FF2B5EF4-FFF2-40B4-BE49-F238E27FC236}">
                    <a16:creationId xmlns:a16="http://schemas.microsoft.com/office/drawing/2014/main" id="{0603B87A-5594-0143-9514-53E6B12CF204}"/>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1" name="Rectangle 14">
                <a:extLst>
                  <a:ext uri="{FF2B5EF4-FFF2-40B4-BE49-F238E27FC236}">
                    <a16:creationId xmlns:a16="http://schemas.microsoft.com/office/drawing/2014/main" id="{84AA24BD-AF02-3744-9254-F7FAD6F63630}"/>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22" name="Rectangle 15">
                <a:extLst>
                  <a:ext uri="{FF2B5EF4-FFF2-40B4-BE49-F238E27FC236}">
                    <a16:creationId xmlns:a16="http://schemas.microsoft.com/office/drawing/2014/main" id="{ACDCBE6B-E8E0-9E41-B964-CDA5370B3C75}"/>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3" name="Rectangle 16">
                <a:extLst>
                  <a:ext uri="{FF2B5EF4-FFF2-40B4-BE49-F238E27FC236}">
                    <a16:creationId xmlns:a16="http://schemas.microsoft.com/office/drawing/2014/main" id="{666E027C-E8EA-784F-82C7-2574F61B1D4C}"/>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24" name="Rectangle 17">
                <a:extLst>
                  <a:ext uri="{FF2B5EF4-FFF2-40B4-BE49-F238E27FC236}">
                    <a16:creationId xmlns:a16="http://schemas.microsoft.com/office/drawing/2014/main" id="{DB9B35D3-E0C0-B649-A6FD-EDEEBD227E3D}"/>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5" name="Rectangle 18">
                <a:extLst>
                  <a:ext uri="{FF2B5EF4-FFF2-40B4-BE49-F238E27FC236}">
                    <a16:creationId xmlns:a16="http://schemas.microsoft.com/office/drawing/2014/main" id="{3808025E-75EF-174C-B138-A3FFA79BD2DB}"/>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26" name="Rectangle 19">
                <a:extLst>
                  <a:ext uri="{FF2B5EF4-FFF2-40B4-BE49-F238E27FC236}">
                    <a16:creationId xmlns:a16="http://schemas.microsoft.com/office/drawing/2014/main" id="{9595DC5C-50B7-2A42-BCD0-E4CFADBBB19B}"/>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7" name="Rectangle 20">
                <a:extLst>
                  <a:ext uri="{FF2B5EF4-FFF2-40B4-BE49-F238E27FC236}">
                    <a16:creationId xmlns:a16="http://schemas.microsoft.com/office/drawing/2014/main" id="{7C51EC29-85AF-D547-8269-C8EA4AC11583}"/>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28" name="Rectangle 21">
                <a:extLst>
                  <a:ext uri="{FF2B5EF4-FFF2-40B4-BE49-F238E27FC236}">
                    <a16:creationId xmlns:a16="http://schemas.microsoft.com/office/drawing/2014/main" id="{BAD7F435-F866-D349-A83E-F7AB76D773D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9" name="Rectangle 22">
                <a:extLst>
                  <a:ext uri="{FF2B5EF4-FFF2-40B4-BE49-F238E27FC236}">
                    <a16:creationId xmlns:a16="http://schemas.microsoft.com/office/drawing/2014/main" id="{8CE88725-AAEE-994B-AFD5-4EBE14192F48}"/>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30" name="Rectangle 23">
                <a:extLst>
                  <a:ext uri="{FF2B5EF4-FFF2-40B4-BE49-F238E27FC236}">
                    <a16:creationId xmlns:a16="http://schemas.microsoft.com/office/drawing/2014/main" id="{1C1A9E4D-EEBE-E145-972B-37EC05AC2271}"/>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1" name="Rectangle 24">
                <a:extLst>
                  <a:ext uri="{FF2B5EF4-FFF2-40B4-BE49-F238E27FC236}">
                    <a16:creationId xmlns:a16="http://schemas.microsoft.com/office/drawing/2014/main" id="{4C87DB57-6E20-3642-9479-C343967A9A8A}"/>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32" name="Rectangle 25">
                <a:extLst>
                  <a:ext uri="{FF2B5EF4-FFF2-40B4-BE49-F238E27FC236}">
                    <a16:creationId xmlns:a16="http://schemas.microsoft.com/office/drawing/2014/main" id="{A75A9C67-B078-5B42-BE13-4697F8B0DC8B}"/>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3" name="Rectangle 26">
                <a:extLst>
                  <a:ext uri="{FF2B5EF4-FFF2-40B4-BE49-F238E27FC236}">
                    <a16:creationId xmlns:a16="http://schemas.microsoft.com/office/drawing/2014/main" id="{B36098C4-C85C-8B4A-996C-DED76ACA5CBE}"/>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34" name="Rectangle 13">
                <a:extLst>
                  <a:ext uri="{FF2B5EF4-FFF2-40B4-BE49-F238E27FC236}">
                    <a16:creationId xmlns:a16="http://schemas.microsoft.com/office/drawing/2014/main" id="{9ACCD522-4973-E94A-A564-912D7EA75D11}"/>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5" name="Rectangle 14">
                <a:extLst>
                  <a:ext uri="{FF2B5EF4-FFF2-40B4-BE49-F238E27FC236}">
                    <a16:creationId xmlns:a16="http://schemas.microsoft.com/office/drawing/2014/main" id="{C010EC06-CCA9-5746-B975-07A7EC8C7B2D}"/>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36" name="Rectangle 19">
                <a:extLst>
                  <a:ext uri="{FF2B5EF4-FFF2-40B4-BE49-F238E27FC236}">
                    <a16:creationId xmlns:a16="http://schemas.microsoft.com/office/drawing/2014/main" id="{EA8ABC0D-754C-124F-B949-4FB39006D4D6}"/>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7" name="Rectangle 20">
                <a:extLst>
                  <a:ext uri="{FF2B5EF4-FFF2-40B4-BE49-F238E27FC236}">
                    <a16:creationId xmlns:a16="http://schemas.microsoft.com/office/drawing/2014/main" id="{684B0FE5-4F76-9D48-80DA-D3BC54E669F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38" name="Rectangle 35">
              <a:extLst>
                <a:ext uri="{FF2B5EF4-FFF2-40B4-BE49-F238E27FC236}">
                  <a16:creationId xmlns:a16="http://schemas.microsoft.com/office/drawing/2014/main" id="{A4C40E4D-D9CD-4E48-B9DD-6E97BD58DA5A}"/>
                </a:ext>
              </a:extLst>
            </p:cNvPr>
            <p:cNvSpPr>
              <a:spLocks/>
            </p:cNvSpPr>
            <p:nvPr/>
          </p:nvSpPr>
          <p:spPr bwMode="auto">
            <a:xfrm>
              <a:off x="8181445" y="24266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92" name="Rectangle 31">
              <a:extLst>
                <a:ext uri="{FF2B5EF4-FFF2-40B4-BE49-F238E27FC236}">
                  <a16:creationId xmlns:a16="http://schemas.microsoft.com/office/drawing/2014/main" id="{68AA5B20-D9AE-4C42-BAB2-D1AA2EB0CE4C}"/>
                </a:ext>
              </a:extLst>
            </p:cNvPr>
            <p:cNvSpPr>
              <a:spLocks/>
            </p:cNvSpPr>
            <p:nvPr/>
          </p:nvSpPr>
          <p:spPr bwMode="auto">
            <a:xfrm>
              <a:off x="48658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3" name="Group 2">
            <a:extLst>
              <a:ext uri="{FF2B5EF4-FFF2-40B4-BE49-F238E27FC236}">
                <a16:creationId xmlns:a16="http://schemas.microsoft.com/office/drawing/2014/main" id="{0EC63E77-7374-D949-887D-5F6F13097FB1}"/>
              </a:ext>
            </a:extLst>
          </p:cNvPr>
          <p:cNvGrpSpPr/>
          <p:nvPr/>
        </p:nvGrpSpPr>
        <p:grpSpPr>
          <a:xfrm>
            <a:off x="914400" y="3333754"/>
            <a:ext cx="8816534" cy="1376391"/>
            <a:chOff x="914400" y="3333754"/>
            <a:chExt cx="8816534" cy="1376391"/>
          </a:xfrm>
        </p:grpSpPr>
        <p:sp>
          <p:nvSpPr>
            <p:cNvPr id="140" name="Rectangle 3">
              <a:extLst>
                <a:ext uri="{FF2B5EF4-FFF2-40B4-BE49-F238E27FC236}">
                  <a16:creationId xmlns:a16="http://schemas.microsoft.com/office/drawing/2014/main" id="{EC64ED46-43A5-3B46-AF5D-5E39B460C12B}"/>
                </a:ext>
              </a:extLst>
            </p:cNvPr>
            <p:cNvSpPr>
              <a:spLocks/>
            </p:cNvSpPr>
            <p:nvPr/>
          </p:nvSpPr>
          <p:spPr bwMode="auto">
            <a:xfrm>
              <a:off x="9206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1" name="Rectangle 27">
              <a:extLst>
                <a:ext uri="{FF2B5EF4-FFF2-40B4-BE49-F238E27FC236}">
                  <a16:creationId xmlns:a16="http://schemas.microsoft.com/office/drawing/2014/main" id="{045342D1-42C6-CF4C-97F9-990F4CEC9442}"/>
                </a:ext>
              </a:extLst>
            </p:cNvPr>
            <p:cNvSpPr>
              <a:spLocks/>
            </p:cNvSpPr>
            <p:nvPr/>
          </p:nvSpPr>
          <p:spPr bwMode="auto">
            <a:xfrm>
              <a:off x="15810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2" name="Rectangle 28">
              <a:extLst>
                <a:ext uri="{FF2B5EF4-FFF2-40B4-BE49-F238E27FC236}">
                  <a16:creationId xmlns:a16="http://schemas.microsoft.com/office/drawing/2014/main" id="{BEDBE7F8-8AB5-0B40-843B-8D55B05FDEF6}"/>
                </a:ext>
              </a:extLst>
            </p:cNvPr>
            <p:cNvSpPr>
              <a:spLocks/>
            </p:cNvSpPr>
            <p:nvPr/>
          </p:nvSpPr>
          <p:spPr bwMode="auto">
            <a:xfrm>
              <a:off x="2009650" y="43894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3" name="Rectangle 29">
              <a:extLst>
                <a:ext uri="{FF2B5EF4-FFF2-40B4-BE49-F238E27FC236}">
                  <a16:creationId xmlns:a16="http://schemas.microsoft.com/office/drawing/2014/main" id="{8B0EDE9C-C97A-1C4C-A183-024B87F43D58}"/>
                </a:ext>
              </a:extLst>
            </p:cNvPr>
            <p:cNvSpPr>
              <a:spLocks/>
            </p:cNvSpPr>
            <p:nvPr/>
          </p:nvSpPr>
          <p:spPr bwMode="auto">
            <a:xfrm>
              <a:off x="2901825" y="43894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4" name="Rectangle 30">
              <a:extLst>
                <a:ext uri="{FF2B5EF4-FFF2-40B4-BE49-F238E27FC236}">
                  <a16:creationId xmlns:a16="http://schemas.microsoft.com/office/drawing/2014/main" id="{D3A6A8C0-02B8-8E46-A0F9-02BF62540E99}"/>
                </a:ext>
              </a:extLst>
            </p:cNvPr>
            <p:cNvSpPr>
              <a:spLocks/>
            </p:cNvSpPr>
            <p:nvPr/>
          </p:nvSpPr>
          <p:spPr bwMode="auto">
            <a:xfrm>
              <a:off x="35638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5" name="Rectangle 31">
              <a:extLst>
                <a:ext uri="{FF2B5EF4-FFF2-40B4-BE49-F238E27FC236}">
                  <a16:creationId xmlns:a16="http://schemas.microsoft.com/office/drawing/2014/main" id="{44917D04-8F58-D245-B8A9-8DFD2DFA1EB7}"/>
                </a:ext>
              </a:extLst>
            </p:cNvPr>
            <p:cNvSpPr>
              <a:spLocks/>
            </p:cNvSpPr>
            <p:nvPr/>
          </p:nvSpPr>
          <p:spPr bwMode="auto">
            <a:xfrm>
              <a:off x="42242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6" name="Rectangle 32">
              <a:extLst>
                <a:ext uri="{FF2B5EF4-FFF2-40B4-BE49-F238E27FC236}">
                  <a16:creationId xmlns:a16="http://schemas.microsoft.com/office/drawing/2014/main" id="{BF1C0060-393A-FA4C-A742-EE387B349A8A}"/>
                </a:ext>
              </a:extLst>
            </p:cNvPr>
            <p:cNvSpPr>
              <a:spLocks/>
            </p:cNvSpPr>
            <p:nvPr/>
          </p:nvSpPr>
          <p:spPr bwMode="auto">
            <a:xfrm>
              <a:off x="5625146" y="437933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7" name="Rectangle 33">
              <a:extLst>
                <a:ext uri="{FF2B5EF4-FFF2-40B4-BE49-F238E27FC236}">
                  <a16:creationId xmlns:a16="http://schemas.microsoft.com/office/drawing/2014/main" id="{328175E3-6E77-524B-94A8-3B6ED932D62B}"/>
                </a:ext>
              </a:extLst>
            </p:cNvPr>
            <p:cNvSpPr>
              <a:spLocks/>
            </p:cNvSpPr>
            <p:nvPr/>
          </p:nvSpPr>
          <p:spPr bwMode="auto">
            <a:xfrm>
              <a:off x="6295071"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8" name="Rectangle 34">
              <a:extLst>
                <a:ext uri="{FF2B5EF4-FFF2-40B4-BE49-F238E27FC236}">
                  <a16:creationId xmlns:a16="http://schemas.microsoft.com/office/drawing/2014/main" id="{88F33C0F-0E51-724C-8D7B-CD85839436E8}"/>
                </a:ext>
              </a:extLst>
            </p:cNvPr>
            <p:cNvSpPr>
              <a:spLocks/>
            </p:cNvSpPr>
            <p:nvPr/>
          </p:nvSpPr>
          <p:spPr bwMode="auto">
            <a:xfrm>
              <a:off x="6955471" y="43894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9" name="Rectangle 35">
              <a:extLst>
                <a:ext uri="{FF2B5EF4-FFF2-40B4-BE49-F238E27FC236}">
                  <a16:creationId xmlns:a16="http://schemas.microsoft.com/office/drawing/2014/main" id="{0A8E27CA-5333-4645-BD13-5B5EC229046A}"/>
                </a:ext>
              </a:extLst>
            </p:cNvPr>
            <p:cNvSpPr>
              <a:spLocks/>
            </p:cNvSpPr>
            <p:nvPr/>
          </p:nvSpPr>
          <p:spPr bwMode="auto">
            <a:xfrm>
              <a:off x="7582557" y="43859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74" name="Rectangle 2">
              <a:extLst>
                <a:ext uri="{FF2B5EF4-FFF2-40B4-BE49-F238E27FC236}">
                  <a16:creationId xmlns:a16="http://schemas.microsoft.com/office/drawing/2014/main" id="{698219FB-1984-0F4C-9A2A-03629AC98BF2}"/>
                </a:ext>
              </a:extLst>
            </p:cNvPr>
            <p:cNvSpPr>
              <a:spLocks/>
            </p:cNvSpPr>
            <p:nvPr/>
          </p:nvSpPr>
          <p:spPr bwMode="auto">
            <a:xfrm>
              <a:off x="914400" y="3333754"/>
              <a:ext cx="1053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Firewall:</a:t>
              </a:r>
            </a:p>
          </p:txBody>
        </p:sp>
        <p:sp>
          <p:nvSpPr>
            <p:cNvPr id="150" name="Rectangle 36">
              <a:extLst>
                <a:ext uri="{FF2B5EF4-FFF2-40B4-BE49-F238E27FC236}">
                  <a16:creationId xmlns:a16="http://schemas.microsoft.com/office/drawing/2014/main" id="{D1B78981-9892-764C-A139-D159220A4F84}"/>
                </a:ext>
              </a:extLst>
            </p:cNvPr>
            <p:cNvSpPr>
              <a:spLocks/>
            </p:cNvSpPr>
            <p:nvPr/>
          </p:nvSpPr>
          <p:spPr bwMode="auto">
            <a:xfrm>
              <a:off x="8973695" y="433199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grpSp>
          <p:nvGrpSpPr>
            <p:cNvPr id="151" name="Group 150">
              <a:extLst>
                <a:ext uri="{FF2B5EF4-FFF2-40B4-BE49-F238E27FC236}">
                  <a16:creationId xmlns:a16="http://schemas.microsoft.com/office/drawing/2014/main" id="{ACB16601-CDCF-EB49-87B1-0F9B5416891A}"/>
                </a:ext>
              </a:extLst>
            </p:cNvPr>
            <p:cNvGrpSpPr/>
            <p:nvPr/>
          </p:nvGrpSpPr>
          <p:grpSpPr>
            <a:xfrm>
              <a:off x="914400" y="3811396"/>
              <a:ext cx="8816534" cy="537306"/>
              <a:chOff x="908298" y="1842896"/>
              <a:chExt cx="8816534" cy="537306"/>
            </a:xfrm>
          </p:grpSpPr>
          <p:sp>
            <p:nvSpPr>
              <p:cNvPr id="152" name="Rectangle 5">
                <a:extLst>
                  <a:ext uri="{FF2B5EF4-FFF2-40B4-BE49-F238E27FC236}">
                    <a16:creationId xmlns:a16="http://schemas.microsoft.com/office/drawing/2014/main" id="{0E533D79-E367-C849-961B-C3945C168035}"/>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3" name="Rectangle 6">
                <a:extLst>
                  <a:ext uri="{FF2B5EF4-FFF2-40B4-BE49-F238E27FC236}">
                    <a16:creationId xmlns:a16="http://schemas.microsoft.com/office/drawing/2014/main" id="{AFAD9CA5-19F2-F748-BF61-B6A9B0301102}"/>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54" name="Rectangle 7">
                <a:extLst>
                  <a:ext uri="{FF2B5EF4-FFF2-40B4-BE49-F238E27FC236}">
                    <a16:creationId xmlns:a16="http://schemas.microsoft.com/office/drawing/2014/main" id="{C5F12322-9535-4349-987B-2F327040A4C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5" name="Rectangle 8">
                <a:extLst>
                  <a:ext uri="{FF2B5EF4-FFF2-40B4-BE49-F238E27FC236}">
                    <a16:creationId xmlns:a16="http://schemas.microsoft.com/office/drawing/2014/main" id="{49608E33-C97C-B043-A95A-A1BBB8077E86}"/>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56" name="Rectangle 9">
                <a:extLst>
                  <a:ext uri="{FF2B5EF4-FFF2-40B4-BE49-F238E27FC236}">
                    <a16:creationId xmlns:a16="http://schemas.microsoft.com/office/drawing/2014/main" id="{7F75A028-A9C2-7948-9E26-6B1AE16196FE}"/>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7" name="Rectangle 10">
                <a:extLst>
                  <a:ext uri="{FF2B5EF4-FFF2-40B4-BE49-F238E27FC236}">
                    <a16:creationId xmlns:a16="http://schemas.microsoft.com/office/drawing/2014/main" id="{CE16304A-93D1-6147-A26A-8F61BF0E4A36}"/>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58" name="Rectangle 11">
                <a:extLst>
                  <a:ext uri="{FF2B5EF4-FFF2-40B4-BE49-F238E27FC236}">
                    <a16:creationId xmlns:a16="http://schemas.microsoft.com/office/drawing/2014/main" id="{13D92DC5-ED91-A24B-B61B-591E6BC2E9C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9" name="Rectangle 12">
                <a:extLst>
                  <a:ext uri="{FF2B5EF4-FFF2-40B4-BE49-F238E27FC236}">
                    <a16:creationId xmlns:a16="http://schemas.microsoft.com/office/drawing/2014/main" id="{D225AECB-2FEB-A845-94A5-7B4FBAE5644A}"/>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60" name="Rectangle 13">
                <a:extLst>
                  <a:ext uri="{FF2B5EF4-FFF2-40B4-BE49-F238E27FC236}">
                    <a16:creationId xmlns:a16="http://schemas.microsoft.com/office/drawing/2014/main" id="{B8FABEAF-4710-C94D-A722-41CBD26D91C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1" name="Rectangle 14">
                <a:extLst>
                  <a:ext uri="{FF2B5EF4-FFF2-40B4-BE49-F238E27FC236}">
                    <a16:creationId xmlns:a16="http://schemas.microsoft.com/office/drawing/2014/main" id="{E862F81A-5430-B54C-88FA-2720AD423B4F}"/>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62" name="Rectangle 15">
                <a:extLst>
                  <a:ext uri="{FF2B5EF4-FFF2-40B4-BE49-F238E27FC236}">
                    <a16:creationId xmlns:a16="http://schemas.microsoft.com/office/drawing/2014/main" id="{55C5912B-BB56-384D-B2A0-E0C58072DAC6}"/>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3" name="Rectangle 16">
                <a:extLst>
                  <a:ext uri="{FF2B5EF4-FFF2-40B4-BE49-F238E27FC236}">
                    <a16:creationId xmlns:a16="http://schemas.microsoft.com/office/drawing/2014/main" id="{61DAE442-1FC5-5240-9A25-7B4F04066342}"/>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77" name="Rectangle 17">
                <a:extLst>
                  <a:ext uri="{FF2B5EF4-FFF2-40B4-BE49-F238E27FC236}">
                    <a16:creationId xmlns:a16="http://schemas.microsoft.com/office/drawing/2014/main" id="{4A3CB54A-F07F-7A41-9388-2A250BA2135F}"/>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8" name="Rectangle 18">
                <a:extLst>
                  <a:ext uri="{FF2B5EF4-FFF2-40B4-BE49-F238E27FC236}">
                    <a16:creationId xmlns:a16="http://schemas.microsoft.com/office/drawing/2014/main" id="{23123971-B3B7-B149-9E3D-BD20422EDC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79" name="Rectangle 19">
                <a:extLst>
                  <a:ext uri="{FF2B5EF4-FFF2-40B4-BE49-F238E27FC236}">
                    <a16:creationId xmlns:a16="http://schemas.microsoft.com/office/drawing/2014/main" id="{8FD42CC2-DBAA-0F44-8638-A99BEB72EDD1}"/>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0" name="Rectangle 20">
                <a:extLst>
                  <a:ext uri="{FF2B5EF4-FFF2-40B4-BE49-F238E27FC236}">
                    <a16:creationId xmlns:a16="http://schemas.microsoft.com/office/drawing/2014/main" id="{F51FED94-423D-BA4D-9EC0-7F8CB0696B56}"/>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81" name="Rectangle 21">
                <a:extLst>
                  <a:ext uri="{FF2B5EF4-FFF2-40B4-BE49-F238E27FC236}">
                    <a16:creationId xmlns:a16="http://schemas.microsoft.com/office/drawing/2014/main" id="{8243500F-0AA7-4D4E-B990-CBDE3AFBFF76}"/>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2" name="Rectangle 22">
                <a:extLst>
                  <a:ext uri="{FF2B5EF4-FFF2-40B4-BE49-F238E27FC236}">
                    <a16:creationId xmlns:a16="http://schemas.microsoft.com/office/drawing/2014/main" id="{414C5E2C-A745-6549-8B54-66D9E5680172}"/>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83" name="Rectangle 23">
                <a:extLst>
                  <a:ext uri="{FF2B5EF4-FFF2-40B4-BE49-F238E27FC236}">
                    <a16:creationId xmlns:a16="http://schemas.microsoft.com/office/drawing/2014/main" id="{6A103B89-F255-E74E-96A8-EAB4DACDB722}"/>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4" name="Rectangle 24">
                <a:extLst>
                  <a:ext uri="{FF2B5EF4-FFF2-40B4-BE49-F238E27FC236}">
                    <a16:creationId xmlns:a16="http://schemas.microsoft.com/office/drawing/2014/main" id="{EDC37871-9763-FD41-B912-044E5F0F4E9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85" name="Rectangle 25">
                <a:extLst>
                  <a:ext uri="{FF2B5EF4-FFF2-40B4-BE49-F238E27FC236}">
                    <a16:creationId xmlns:a16="http://schemas.microsoft.com/office/drawing/2014/main" id="{B999BDEC-7C35-3F40-8C49-6C4E21AF89C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6" name="Rectangle 26">
                <a:extLst>
                  <a:ext uri="{FF2B5EF4-FFF2-40B4-BE49-F238E27FC236}">
                    <a16:creationId xmlns:a16="http://schemas.microsoft.com/office/drawing/2014/main" id="{7613D3D2-8994-B54F-9220-FB40A2B13F5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87" name="Rectangle 13">
                <a:extLst>
                  <a:ext uri="{FF2B5EF4-FFF2-40B4-BE49-F238E27FC236}">
                    <a16:creationId xmlns:a16="http://schemas.microsoft.com/office/drawing/2014/main" id="{7DB39F4D-7A82-6749-9F6A-3EADBC5CBF76}"/>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8" name="Rectangle 14">
                <a:extLst>
                  <a:ext uri="{FF2B5EF4-FFF2-40B4-BE49-F238E27FC236}">
                    <a16:creationId xmlns:a16="http://schemas.microsoft.com/office/drawing/2014/main" id="{44FBFA86-B4C2-6540-9FD6-5793AC6E949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89" name="Rectangle 19">
                <a:extLst>
                  <a:ext uri="{FF2B5EF4-FFF2-40B4-BE49-F238E27FC236}">
                    <a16:creationId xmlns:a16="http://schemas.microsoft.com/office/drawing/2014/main" id="{DB4C9FEC-EF13-8048-AF42-E1A4C2B49B74}"/>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0" name="Rectangle 20">
                <a:extLst>
                  <a:ext uri="{FF2B5EF4-FFF2-40B4-BE49-F238E27FC236}">
                    <a16:creationId xmlns:a16="http://schemas.microsoft.com/office/drawing/2014/main" id="{1DD07B1B-9157-D144-B0C2-99FD1698F34D}"/>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91" name="Rectangle 35">
              <a:extLst>
                <a:ext uri="{FF2B5EF4-FFF2-40B4-BE49-F238E27FC236}">
                  <a16:creationId xmlns:a16="http://schemas.microsoft.com/office/drawing/2014/main" id="{14434360-08B9-C145-8DE7-06A311851833}"/>
                </a:ext>
              </a:extLst>
            </p:cNvPr>
            <p:cNvSpPr>
              <a:spLocks/>
            </p:cNvSpPr>
            <p:nvPr/>
          </p:nvSpPr>
          <p:spPr bwMode="auto">
            <a:xfrm>
              <a:off x="8187547" y="434236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t>
              </a:r>
            </a:p>
          </p:txBody>
        </p:sp>
        <p:sp>
          <p:nvSpPr>
            <p:cNvPr id="193" name="Rectangle 32">
              <a:extLst>
                <a:ext uri="{FF2B5EF4-FFF2-40B4-BE49-F238E27FC236}">
                  <a16:creationId xmlns:a16="http://schemas.microsoft.com/office/drawing/2014/main" id="{B0EC3C66-AC13-324E-8D9B-02EB01198483}"/>
                </a:ext>
              </a:extLst>
            </p:cNvPr>
            <p:cNvSpPr>
              <a:spLocks/>
            </p:cNvSpPr>
            <p:nvPr/>
          </p:nvSpPr>
          <p:spPr bwMode="auto">
            <a:xfrm>
              <a:off x="4898315" y="4382264"/>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7" name="Group 6">
            <a:extLst>
              <a:ext uri="{FF2B5EF4-FFF2-40B4-BE49-F238E27FC236}">
                <a16:creationId xmlns:a16="http://schemas.microsoft.com/office/drawing/2014/main" id="{70D204D1-8DDC-A743-9FC3-3E5918DF3E22}"/>
              </a:ext>
            </a:extLst>
          </p:cNvPr>
          <p:cNvGrpSpPr/>
          <p:nvPr/>
        </p:nvGrpSpPr>
        <p:grpSpPr>
          <a:xfrm>
            <a:off x="914400" y="5202287"/>
            <a:ext cx="8816534" cy="910324"/>
            <a:chOff x="914400" y="5202287"/>
            <a:chExt cx="8816534" cy="910324"/>
          </a:xfrm>
        </p:grpSpPr>
        <p:grpSp>
          <p:nvGrpSpPr>
            <p:cNvPr id="194" name="Group 193">
              <a:extLst>
                <a:ext uri="{FF2B5EF4-FFF2-40B4-BE49-F238E27FC236}">
                  <a16:creationId xmlns:a16="http://schemas.microsoft.com/office/drawing/2014/main" id="{07921EF8-4B3F-E94A-B9DD-CF0D8E0B9DBB}"/>
                </a:ext>
              </a:extLst>
            </p:cNvPr>
            <p:cNvGrpSpPr/>
            <p:nvPr/>
          </p:nvGrpSpPr>
          <p:grpSpPr>
            <a:xfrm>
              <a:off x="914400" y="5202287"/>
              <a:ext cx="8816534" cy="537306"/>
              <a:chOff x="908298" y="1842896"/>
              <a:chExt cx="8816534" cy="537306"/>
            </a:xfrm>
          </p:grpSpPr>
          <p:sp>
            <p:nvSpPr>
              <p:cNvPr id="195" name="Rectangle 5">
                <a:extLst>
                  <a:ext uri="{FF2B5EF4-FFF2-40B4-BE49-F238E27FC236}">
                    <a16:creationId xmlns:a16="http://schemas.microsoft.com/office/drawing/2014/main" id="{0A5F6015-04EF-0B44-991D-9F343825DF60}"/>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6" name="Rectangle 6">
                <a:extLst>
                  <a:ext uri="{FF2B5EF4-FFF2-40B4-BE49-F238E27FC236}">
                    <a16:creationId xmlns:a16="http://schemas.microsoft.com/office/drawing/2014/main" id="{218413A2-3D7F-BB40-A021-75B3072AC17E}"/>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97" name="Rectangle 7">
                <a:extLst>
                  <a:ext uri="{FF2B5EF4-FFF2-40B4-BE49-F238E27FC236}">
                    <a16:creationId xmlns:a16="http://schemas.microsoft.com/office/drawing/2014/main" id="{34A22EBA-8429-314E-AE49-1623B70B5717}"/>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8" name="Rectangle 8">
                <a:extLst>
                  <a:ext uri="{FF2B5EF4-FFF2-40B4-BE49-F238E27FC236}">
                    <a16:creationId xmlns:a16="http://schemas.microsoft.com/office/drawing/2014/main" id="{4DA92BC3-7BB5-B34B-A2E1-C2D17235BA33}"/>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99" name="Rectangle 9">
                <a:extLst>
                  <a:ext uri="{FF2B5EF4-FFF2-40B4-BE49-F238E27FC236}">
                    <a16:creationId xmlns:a16="http://schemas.microsoft.com/office/drawing/2014/main" id="{17C7CA13-2C51-DC4F-80B3-9E5405746CD0}"/>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7" name="Rectangle 10">
                <a:extLst>
                  <a:ext uri="{FF2B5EF4-FFF2-40B4-BE49-F238E27FC236}">
                    <a16:creationId xmlns:a16="http://schemas.microsoft.com/office/drawing/2014/main" id="{8FCB679B-2DE4-0C47-99E7-0AC048D0113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58" name="Rectangle 11">
                <a:extLst>
                  <a:ext uri="{FF2B5EF4-FFF2-40B4-BE49-F238E27FC236}">
                    <a16:creationId xmlns:a16="http://schemas.microsoft.com/office/drawing/2014/main" id="{4D6953E0-158F-E94E-BDF0-75FBB13562F7}"/>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9" name="Rectangle 12">
                <a:extLst>
                  <a:ext uri="{FF2B5EF4-FFF2-40B4-BE49-F238E27FC236}">
                    <a16:creationId xmlns:a16="http://schemas.microsoft.com/office/drawing/2014/main" id="{12985EE5-BB23-9B46-B2FD-D093AEE85768}"/>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260" name="Rectangle 13">
                <a:extLst>
                  <a:ext uri="{FF2B5EF4-FFF2-40B4-BE49-F238E27FC236}">
                    <a16:creationId xmlns:a16="http://schemas.microsoft.com/office/drawing/2014/main" id="{901A8102-2758-F446-9353-966176F4832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1" name="Rectangle 14">
                <a:extLst>
                  <a:ext uri="{FF2B5EF4-FFF2-40B4-BE49-F238E27FC236}">
                    <a16:creationId xmlns:a16="http://schemas.microsoft.com/office/drawing/2014/main" id="{50681195-E620-894B-A31E-991F36E4A1A7}"/>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262" name="Rectangle 15">
                <a:extLst>
                  <a:ext uri="{FF2B5EF4-FFF2-40B4-BE49-F238E27FC236}">
                    <a16:creationId xmlns:a16="http://schemas.microsoft.com/office/drawing/2014/main" id="{96DB3AA6-CBFE-DB4E-AB1E-78303B3BFCF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3" name="Rectangle 16">
                <a:extLst>
                  <a:ext uri="{FF2B5EF4-FFF2-40B4-BE49-F238E27FC236}">
                    <a16:creationId xmlns:a16="http://schemas.microsoft.com/office/drawing/2014/main" id="{C4FE2E68-A8AC-7B49-959C-F71BE98C789B}"/>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264" name="Rectangle 17">
                <a:extLst>
                  <a:ext uri="{FF2B5EF4-FFF2-40B4-BE49-F238E27FC236}">
                    <a16:creationId xmlns:a16="http://schemas.microsoft.com/office/drawing/2014/main" id="{9574B4F7-E691-C04D-B89C-CA191374ECFE}"/>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5" name="Rectangle 18">
                <a:extLst>
                  <a:ext uri="{FF2B5EF4-FFF2-40B4-BE49-F238E27FC236}">
                    <a16:creationId xmlns:a16="http://schemas.microsoft.com/office/drawing/2014/main" id="{68BFEFFF-DB56-694D-90A4-51E3FEE7F8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66" name="Rectangle 19">
                <a:extLst>
                  <a:ext uri="{FF2B5EF4-FFF2-40B4-BE49-F238E27FC236}">
                    <a16:creationId xmlns:a16="http://schemas.microsoft.com/office/drawing/2014/main" id="{0D921F8B-2B4A-7142-95C0-460B9891A54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7" name="Rectangle 20">
                <a:extLst>
                  <a:ext uri="{FF2B5EF4-FFF2-40B4-BE49-F238E27FC236}">
                    <a16:creationId xmlns:a16="http://schemas.microsoft.com/office/drawing/2014/main" id="{73B158BE-2D4C-BB4C-B9E2-72FB1C352807}"/>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268" name="Rectangle 21">
                <a:extLst>
                  <a:ext uri="{FF2B5EF4-FFF2-40B4-BE49-F238E27FC236}">
                    <a16:creationId xmlns:a16="http://schemas.microsoft.com/office/drawing/2014/main" id="{21BC995C-EA10-8A4A-86C9-09E9D18A5CF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9" name="Rectangle 22">
                <a:extLst>
                  <a:ext uri="{FF2B5EF4-FFF2-40B4-BE49-F238E27FC236}">
                    <a16:creationId xmlns:a16="http://schemas.microsoft.com/office/drawing/2014/main" id="{A7CF76F0-7B38-514E-8F35-21857DFF5967}"/>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270" name="Rectangle 23">
                <a:extLst>
                  <a:ext uri="{FF2B5EF4-FFF2-40B4-BE49-F238E27FC236}">
                    <a16:creationId xmlns:a16="http://schemas.microsoft.com/office/drawing/2014/main" id="{93987477-D8FA-DA45-8852-6C39439B8089}"/>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72A25E18-29FD-B54E-93AB-BFBD1F5E4C07}"/>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272" name="Rectangle 25">
                <a:extLst>
                  <a:ext uri="{FF2B5EF4-FFF2-40B4-BE49-F238E27FC236}">
                    <a16:creationId xmlns:a16="http://schemas.microsoft.com/office/drawing/2014/main" id="{ECF746A0-10FF-564E-B0C2-FDF04E94DBF2}"/>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3" name="Rectangle 26">
                <a:extLst>
                  <a:ext uri="{FF2B5EF4-FFF2-40B4-BE49-F238E27FC236}">
                    <a16:creationId xmlns:a16="http://schemas.microsoft.com/office/drawing/2014/main" id="{FCC55685-57B0-C04F-89AF-A3B4CAC4C861}"/>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274" name="Rectangle 13">
                <a:extLst>
                  <a:ext uri="{FF2B5EF4-FFF2-40B4-BE49-F238E27FC236}">
                    <a16:creationId xmlns:a16="http://schemas.microsoft.com/office/drawing/2014/main" id="{87CD17FF-C15F-BD4E-93F5-C59B4506232B}"/>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5" name="Rectangle 14">
                <a:extLst>
                  <a:ext uri="{FF2B5EF4-FFF2-40B4-BE49-F238E27FC236}">
                    <a16:creationId xmlns:a16="http://schemas.microsoft.com/office/drawing/2014/main" id="{2238CFE9-E305-8F4D-8279-4F47300266C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276" name="Rectangle 19">
                <a:extLst>
                  <a:ext uri="{FF2B5EF4-FFF2-40B4-BE49-F238E27FC236}">
                    <a16:creationId xmlns:a16="http://schemas.microsoft.com/office/drawing/2014/main" id="{487609AB-80CB-C641-A595-4C81B4D321EC}"/>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7" name="Rectangle 20">
                <a:extLst>
                  <a:ext uri="{FF2B5EF4-FFF2-40B4-BE49-F238E27FC236}">
                    <a16:creationId xmlns:a16="http://schemas.microsoft.com/office/drawing/2014/main" id="{083990C2-30DC-B24D-89EC-C954EEAA5527}"/>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278" name="Rectangle 3">
              <a:extLst>
                <a:ext uri="{FF2B5EF4-FFF2-40B4-BE49-F238E27FC236}">
                  <a16:creationId xmlns:a16="http://schemas.microsoft.com/office/drawing/2014/main" id="{3D538A99-E373-2843-A395-0BCD8CEA89D4}"/>
                </a:ext>
              </a:extLst>
            </p:cNvPr>
            <p:cNvSpPr>
              <a:spLocks/>
            </p:cNvSpPr>
            <p:nvPr/>
          </p:nvSpPr>
          <p:spPr bwMode="auto">
            <a:xfrm>
              <a:off x="9144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79" name="Rectangle 27">
              <a:extLst>
                <a:ext uri="{FF2B5EF4-FFF2-40B4-BE49-F238E27FC236}">
                  <a16:creationId xmlns:a16="http://schemas.microsoft.com/office/drawing/2014/main" id="{7592C1BA-488D-F341-B343-A07F6E1D11A3}"/>
                </a:ext>
              </a:extLst>
            </p:cNvPr>
            <p:cNvSpPr>
              <a:spLocks/>
            </p:cNvSpPr>
            <p:nvPr/>
          </p:nvSpPr>
          <p:spPr bwMode="auto">
            <a:xfrm>
              <a:off x="15748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0" name="Rectangle 28">
              <a:extLst>
                <a:ext uri="{FF2B5EF4-FFF2-40B4-BE49-F238E27FC236}">
                  <a16:creationId xmlns:a16="http://schemas.microsoft.com/office/drawing/2014/main" id="{EB6E85EC-CDDC-574B-BC87-267E65A4F156}"/>
                </a:ext>
              </a:extLst>
            </p:cNvPr>
            <p:cNvSpPr>
              <a:spLocks/>
            </p:cNvSpPr>
            <p:nvPr/>
          </p:nvSpPr>
          <p:spPr bwMode="auto">
            <a:xfrm>
              <a:off x="2003425" y="5791936"/>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1" name="Rectangle 29">
              <a:extLst>
                <a:ext uri="{FF2B5EF4-FFF2-40B4-BE49-F238E27FC236}">
                  <a16:creationId xmlns:a16="http://schemas.microsoft.com/office/drawing/2014/main" id="{2CE31FDA-E835-2C43-80A4-494731B46A64}"/>
                </a:ext>
              </a:extLst>
            </p:cNvPr>
            <p:cNvSpPr>
              <a:spLocks/>
            </p:cNvSpPr>
            <p:nvPr/>
          </p:nvSpPr>
          <p:spPr bwMode="auto">
            <a:xfrm>
              <a:off x="2895600" y="5791936"/>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2" name="Rectangle 30">
              <a:extLst>
                <a:ext uri="{FF2B5EF4-FFF2-40B4-BE49-F238E27FC236}">
                  <a16:creationId xmlns:a16="http://schemas.microsoft.com/office/drawing/2014/main" id="{637AED49-0E95-FB47-8B81-2E5FA378CE94}"/>
                </a:ext>
              </a:extLst>
            </p:cNvPr>
            <p:cNvSpPr>
              <a:spLocks/>
            </p:cNvSpPr>
            <p:nvPr/>
          </p:nvSpPr>
          <p:spPr bwMode="auto">
            <a:xfrm>
              <a:off x="35575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3" name="Rectangle 31">
              <a:extLst>
                <a:ext uri="{FF2B5EF4-FFF2-40B4-BE49-F238E27FC236}">
                  <a16:creationId xmlns:a16="http://schemas.microsoft.com/office/drawing/2014/main" id="{E29B6916-0DE6-8F40-B29F-353E3767D79D}"/>
                </a:ext>
              </a:extLst>
            </p:cNvPr>
            <p:cNvSpPr>
              <a:spLocks/>
            </p:cNvSpPr>
            <p:nvPr/>
          </p:nvSpPr>
          <p:spPr bwMode="auto">
            <a:xfrm>
              <a:off x="42179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4" name="Rectangle 32">
              <a:extLst>
                <a:ext uri="{FF2B5EF4-FFF2-40B4-BE49-F238E27FC236}">
                  <a16:creationId xmlns:a16="http://schemas.microsoft.com/office/drawing/2014/main" id="{9FBE9C2F-CFA2-9F4D-9EEA-B603925D89D6}"/>
                </a:ext>
              </a:extLst>
            </p:cNvPr>
            <p:cNvSpPr>
              <a:spLocks/>
            </p:cNvSpPr>
            <p:nvPr/>
          </p:nvSpPr>
          <p:spPr bwMode="auto">
            <a:xfrm>
              <a:off x="5618921" y="578179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5" name="Rectangle 33">
              <a:extLst>
                <a:ext uri="{FF2B5EF4-FFF2-40B4-BE49-F238E27FC236}">
                  <a16:creationId xmlns:a16="http://schemas.microsoft.com/office/drawing/2014/main" id="{8F7452E9-7359-A848-8C21-AD6F9EF2B2D1}"/>
                </a:ext>
              </a:extLst>
            </p:cNvPr>
            <p:cNvSpPr>
              <a:spLocks/>
            </p:cNvSpPr>
            <p:nvPr/>
          </p:nvSpPr>
          <p:spPr bwMode="auto">
            <a:xfrm>
              <a:off x="6288846"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6" name="Rectangle 34">
              <a:extLst>
                <a:ext uri="{FF2B5EF4-FFF2-40B4-BE49-F238E27FC236}">
                  <a16:creationId xmlns:a16="http://schemas.microsoft.com/office/drawing/2014/main" id="{C7FC204D-475E-B44A-907D-705ACD7336D8}"/>
                </a:ext>
              </a:extLst>
            </p:cNvPr>
            <p:cNvSpPr>
              <a:spLocks/>
            </p:cNvSpPr>
            <p:nvPr/>
          </p:nvSpPr>
          <p:spPr bwMode="auto">
            <a:xfrm>
              <a:off x="6949246" y="5791936"/>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7" name="Rectangle 35">
              <a:extLst>
                <a:ext uri="{FF2B5EF4-FFF2-40B4-BE49-F238E27FC236}">
                  <a16:creationId xmlns:a16="http://schemas.microsoft.com/office/drawing/2014/main" id="{4B9C886A-4915-D245-93DB-9F1DA8798E60}"/>
                </a:ext>
              </a:extLst>
            </p:cNvPr>
            <p:cNvSpPr>
              <a:spLocks/>
            </p:cNvSpPr>
            <p:nvPr/>
          </p:nvSpPr>
          <p:spPr bwMode="auto">
            <a:xfrm>
              <a:off x="7576332" y="578844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8" name="Rectangle 36">
              <a:extLst>
                <a:ext uri="{FF2B5EF4-FFF2-40B4-BE49-F238E27FC236}">
                  <a16:creationId xmlns:a16="http://schemas.microsoft.com/office/drawing/2014/main" id="{BB727D3E-2308-E141-AE05-DE74EB48D318}"/>
                </a:ext>
              </a:extLst>
            </p:cNvPr>
            <p:cNvSpPr>
              <a:spLocks/>
            </p:cNvSpPr>
            <p:nvPr/>
          </p:nvSpPr>
          <p:spPr bwMode="auto">
            <a:xfrm>
              <a:off x="8967470" y="573446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sp>
          <p:nvSpPr>
            <p:cNvPr id="289" name="Rectangle 35">
              <a:extLst>
                <a:ext uri="{FF2B5EF4-FFF2-40B4-BE49-F238E27FC236}">
                  <a16:creationId xmlns:a16="http://schemas.microsoft.com/office/drawing/2014/main" id="{3F333C50-5FDD-3A4C-9EC2-303F354A0CFE}"/>
                </a:ext>
              </a:extLst>
            </p:cNvPr>
            <p:cNvSpPr>
              <a:spLocks/>
            </p:cNvSpPr>
            <p:nvPr/>
          </p:nvSpPr>
          <p:spPr bwMode="auto">
            <a:xfrm>
              <a:off x="8181322" y="579112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90" name="Rectangle 32">
              <a:extLst>
                <a:ext uri="{FF2B5EF4-FFF2-40B4-BE49-F238E27FC236}">
                  <a16:creationId xmlns:a16="http://schemas.microsoft.com/office/drawing/2014/main" id="{5B8DF240-DF5F-684C-BD17-FF8BBD2A857A}"/>
                </a:ext>
              </a:extLst>
            </p:cNvPr>
            <p:cNvSpPr>
              <a:spLocks/>
            </p:cNvSpPr>
            <p:nvPr/>
          </p:nvSpPr>
          <p:spPr bwMode="auto">
            <a:xfrm>
              <a:off x="4834217" y="5750006"/>
              <a:ext cx="79108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128.119.1.1</a:t>
              </a:r>
            </a:p>
          </p:txBody>
        </p:sp>
      </p:grpSp>
      <p:sp>
        <p:nvSpPr>
          <p:cNvPr id="139" name="Slide Number Placeholder 3">
            <a:extLst>
              <a:ext uri="{FF2B5EF4-FFF2-40B4-BE49-F238E27FC236}">
                <a16:creationId xmlns:a16="http://schemas.microsoft.com/office/drawing/2014/main" id="{EFB5062F-EFE8-6D43-B7D3-4E78EAF54E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64</a:t>
            </a:fld>
            <a:endParaRPr lang="en-US" dirty="0"/>
          </a:p>
        </p:txBody>
      </p:sp>
    </p:spTree>
    <p:extLst>
      <p:ext uri="{BB962C8B-B14F-4D97-AF65-F5344CB8AC3E}">
        <p14:creationId xmlns:p14="http://schemas.microsoft.com/office/powerpoint/2010/main" val="1142129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1000"/>
                                  </p:stCondLst>
                                  <p:childTnLst>
                                    <p:set>
                                      <p:cBhvr>
                                        <p:cTn id="10" dur="1" fill="hold">
                                          <p:stCondLst>
                                            <p:cond delay="0"/>
                                          </p:stCondLst>
                                        </p:cTn>
                                        <p:tgtEl>
                                          <p:spTgt spid="89"/>
                                        </p:tgtEl>
                                        <p:attrNameLst>
                                          <p:attrName>style.visibility</p:attrName>
                                        </p:attrNameLst>
                                      </p:cBhvr>
                                      <p:to>
                                        <p:strVal val="visible"/>
                                      </p:to>
                                    </p:set>
                                    <p:animEffect transition="in" filter="dissolve">
                                      <p:cBhvr>
                                        <p:cTn id="11" dur="500"/>
                                        <p:tgtEl>
                                          <p:spTgt spid="8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par>
                          <p:cTn id="17" fill="hold">
                            <p:stCondLst>
                              <p:cond delay="500"/>
                            </p:stCondLst>
                            <p:childTnLst>
                              <p:par>
                                <p:cTn id="18" presetID="9" presetClass="entr" presetSubtype="0" fill="hold" grpId="0" nodeType="afterEffect">
                                  <p:stCondLst>
                                    <p:cond delay="1000"/>
                                  </p:stCondLst>
                                  <p:childTnLst>
                                    <p:set>
                                      <p:cBhvr>
                                        <p:cTn id="19" dur="1" fill="hold">
                                          <p:stCondLst>
                                            <p:cond delay="0"/>
                                          </p:stCondLst>
                                        </p:cTn>
                                        <p:tgtEl>
                                          <p:spTgt spid="175"/>
                                        </p:tgtEl>
                                        <p:attrNameLst>
                                          <p:attrName>style.visibility</p:attrName>
                                        </p:attrNameLst>
                                      </p:cBhvr>
                                      <p:to>
                                        <p:strVal val="visible"/>
                                      </p:to>
                                    </p:set>
                                    <p:animEffect transition="in" filter="dissolve">
                                      <p:cBhvr>
                                        <p:cTn id="20" dur="500"/>
                                        <p:tgtEl>
                                          <p:spTgt spid="17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dissolve">
                                      <p:cBhvr>
                                        <p:cTn id="25" dur="500"/>
                                        <p:tgtEl>
                                          <p:spTgt spid="7"/>
                                        </p:tgtEl>
                                      </p:cBhvr>
                                    </p:animEffect>
                                  </p:childTnLst>
                                </p:cTn>
                              </p:par>
                            </p:childTnLst>
                          </p:cTn>
                        </p:par>
                        <p:par>
                          <p:cTn id="26" fill="hold">
                            <p:stCondLst>
                              <p:cond delay="500"/>
                            </p:stCondLst>
                            <p:childTnLst>
                              <p:par>
                                <p:cTn id="27" presetID="9" presetClass="entr" presetSubtype="0" fill="hold" grpId="0" nodeType="afterEffect">
                                  <p:stCondLst>
                                    <p:cond delay="1000"/>
                                  </p:stCondLst>
                                  <p:childTnLst>
                                    <p:set>
                                      <p:cBhvr>
                                        <p:cTn id="28" dur="1" fill="hold">
                                          <p:stCondLst>
                                            <p:cond delay="0"/>
                                          </p:stCondLst>
                                        </p:cTn>
                                        <p:tgtEl>
                                          <p:spTgt spid="210"/>
                                        </p:tgtEl>
                                        <p:attrNameLst>
                                          <p:attrName>style.visibility</p:attrName>
                                        </p:attrNameLst>
                                      </p:cBhvr>
                                      <p:to>
                                        <p:strVal val="visible"/>
                                      </p:to>
                                    </p:set>
                                    <p:animEffect transition="in" filter="dissolve">
                                      <p:cBhvr>
                                        <p:cTn id="29"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175" grpId="0"/>
      <p:bldP spid="210"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examples</a:t>
            </a:r>
          </a:p>
        </p:txBody>
      </p:sp>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914400" y="1558262"/>
            <a:ext cx="4726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Layer 2 destination-based forwarding:</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914400" y="3287099"/>
            <a:ext cx="9342781"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2 frames with destination  MAC address 22:A7:23:11:E1:02 should be forwarded to output port 3 </a:t>
            </a:r>
          </a:p>
        </p:txBody>
      </p:sp>
      <p:grpSp>
        <p:nvGrpSpPr>
          <p:cNvPr id="119" name="Group 118">
            <a:extLst>
              <a:ext uri="{FF2B5EF4-FFF2-40B4-BE49-F238E27FC236}">
                <a16:creationId xmlns:a16="http://schemas.microsoft.com/office/drawing/2014/main" id="{04FE93C3-7F2B-9B41-BCB9-79CBD116C450}"/>
              </a:ext>
            </a:extLst>
          </p:cNvPr>
          <p:cNvGrpSpPr/>
          <p:nvPr/>
        </p:nvGrpSpPr>
        <p:grpSpPr>
          <a:xfrm>
            <a:off x="914400" y="2912790"/>
            <a:ext cx="8729763" cy="396694"/>
            <a:chOff x="685800" y="2252402"/>
            <a:chExt cx="8729763" cy="396694"/>
          </a:xfrm>
        </p:grpSpPr>
        <p:sp>
          <p:nvSpPr>
            <p:cNvPr id="120" name="Rectangle 3">
              <a:extLst>
                <a:ext uri="{FF2B5EF4-FFF2-40B4-BE49-F238E27FC236}">
                  <a16:creationId xmlns:a16="http://schemas.microsoft.com/office/drawing/2014/main" id="{9848C67A-904B-374D-BC21-BF6414ADCD81}"/>
                </a:ext>
              </a:extLst>
            </p:cNvPr>
            <p:cNvSpPr>
              <a:spLocks/>
            </p:cNvSpPr>
            <p:nvPr/>
          </p:nvSpPr>
          <p:spPr bwMode="auto">
            <a:xfrm>
              <a:off x="6858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1" name="Rectangle 28">
              <a:extLst>
                <a:ext uri="{FF2B5EF4-FFF2-40B4-BE49-F238E27FC236}">
                  <a16:creationId xmlns:a16="http://schemas.microsoft.com/office/drawing/2014/main" id="{1810A5C8-98D3-6947-919D-475505571C07}"/>
                </a:ext>
              </a:extLst>
            </p:cNvPr>
            <p:cNvSpPr>
              <a:spLocks/>
            </p:cNvSpPr>
            <p:nvPr/>
          </p:nvSpPr>
          <p:spPr bwMode="auto">
            <a:xfrm>
              <a:off x="1116937" y="2301413"/>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2" name="Rectangle 29">
              <a:extLst>
                <a:ext uri="{FF2B5EF4-FFF2-40B4-BE49-F238E27FC236}">
                  <a16:creationId xmlns:a16="http://schemas.microsoft.com/office/drawing/2014/main" id="{E6EDAC02-F7BE-1041-A899-04B5F0BF2A64}"/>
                </a:ext>
              </a:extLst>
            </p:cNvPr>
            <p:cNvSpPr>
              <a:spLocks/>
            </p:cNvSpPr>
            <p:nvPr/>
          </p:nvSpPr>
          <p:spPr bwMode="auto">
            <a:xfrm>
              <a:off x="2667000" y="2312988"/>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3" name="Rectangle 30">
              <a:extLst>
                <a:ext uri="{FF2B5EF4-FFF2-40B4-BE49-F238E27FC236}">
                  <a16:creationId xmlns:a16="http://schemas.microsoft.com/office/drawing/2014/main" id="{9C071D85-304A-F84A-8D62-00CD69704AA4}"/>
                </a:ext>
              </a:extLst>
            </p:cNvPr>
            <p:cNvSpPr>
              <a:spLocks/>
            </p:cNvSpPr>
            <p:nvPr/>
          </p:nvSpPr>
          <p:spPr bwMode="auto">
            <a:xfrm>
              <a:off x="33289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4" name="Rectangle 31">
              <a:extLst>
                <a:ext uri="{FF2B5EF4-FFF2-40B4-BE49-F238E27FC236}">
                  <a16:creationId xmlns:a16="http://schemas.microsoft.com/office/drawing/2014/main" id="{C8E35E78-B4F2-8344-B6B9-D93EC0D91F9E}"/>
                </a:ext>
              </a:extLst>
            </p:cNvPr>
            <p:cNvSpPr>
              <a:spLocks/>
            </p:cNvSpPr>
            <p:nvPr/>
          </p:nvSpPr>
          <p:spPr bwMode="auto">
            <a:xfrm>
              <a:off x="39893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5" name="Rectangle 32">
              <a:extLst>
                <a:ext uri="{FF2B5EF4-FFF2-40B4-BE49-F238E27FC236}">
                  <a16:creationId xmlns:a16="http://schemas.microsoft.com/office/drawing/2014/main" id="{230156F2-085F-284F-932F-D7A6B1363EDB}"/>
                </a:ext>
              </a:extLst>
            </p:cNvPr>
            <p:cNvSpPr>
              <a:spLocks/>
            </p:cNvSpPr>
            <p:nvPr/>
          </p:nvSpPr>
          <p:spPr bwMode="auto">
            <a:xfrm>
              <a:off x="46497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6" name="Rectangle 33">
              <a:extLst>
                <a:ext uri="{FF2B5EF4-FFF2-40B4-BE49-F238E27FC236}">
                  <a16:creationId xmlns:a16="http://schemas.microsoft.com/office/drawing/2014/main" id="{12D0F3E6-62DD-9D49-9D39-FAEED543FDC3}"/>
                </a:ext>
              </a:extLst>
            </p:cNvPr>
            <p:cNvSpPr>
              <a:spLocks/>
            </p:cNvSpPr>
            <p:nvPr/>
          </p:nvSpPr>
          <p:spPr bwMode="auto">
            <a:xfrm>
              <a:off x="5319713"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7" name="Rectangle 34">
              <a:extLst>
                <a:ext uri="{FF2B5EF4-FFF2-40B4-BE49-F238E27FC236}">
                  <a16:creationId xmlns:a16="http://schemas.microsoft.com/office/drawing/2014/main" id="{2F0EBD6C-DF0D-2A4A-8B89-D88AEB9E622B}"/>
                </a:ext>
              </a:extLst>
            </p:cNvPr>
            <p:cNvSpPr>
              <a:spLocks/>
            </p:cNvSpPr>
            <p:nvPr/>
          </p:nvSpPr>
          <p:spPr bwMode="auto">
            <a:xfrm>
              <a:off x="5980113" y="2312988"/>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8" name="Rectangle 35">
              <a:extLst>
                <a:ext uri="{FF2B5EF4-FFF2-40B4-BE49-F238E27FC236}">
                  <a16:creationId xmlns:a16="http://schemas.microsoft.com/office/drawing/2014/main" id="{7DD7A14C-0B13-C44E-9261-ED78E7DD4F9B}"/>
                </a:ext>
              </a:extLst>
            </p:cNvPr>
            <p:cNvSpPr>
              <a:spLocks/>
            </p:cNvSpPr>
            <p:nvPr/>
          </p:nvSpPr>
          <p:spPr bwMode="auto">
            <a:xfrm>
              <a:off x="66421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9" name="Rectangle 36">
              <a:extLst>
                <a:ext uri="{FF2B5EF4-FFF2-40B4-BE49-F238E27FC236}">
                  <a16:creationId xmlns:a16="http://schemas.microsoft.com/office/drawing/2014/main" id="{39C785D8-4D11-5C4B-BB42-BF0057389419}"/>
                </a:ext>
              </a:extLst>
            </p:cNvPr>
            <p:cNvSpPr>
              <a:spLocks/>
            </p:cNvSpPr>
            <p:nvPr/>
          </p:nvSpPr>
          <p:spPr bwMode="auto">
            <a:xfrm>
              <a:off x="8755163" y="22551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port3</a:t>
              </a:r>
            </a:p>
          </p:txBody>
        </p:sp>
        <p:sp>
          <p:nvSpPr>
            <p:cNvPr id="130" name="Rectangle 28">
              <a:extLst>
                <a:ext uri="{FF2B5EF4-FFF2-40B4-BE49-F238E27FC236}">
                  <a16:creationId xmlns:a16="http://schemas.microsoft.com/office/drawing/2014/main" id="{C0A96BD1-4DBB-2540-A915-F9C880AA7346}"/>
                </a:ext>
              </a:extLst>
            </p:cNvPr>
            <p:cNvSpPr>
              <a:spLocks/>
            </p:cNvSpPr>
            <p:nvPr/>
          </p:nvSpPr>
          <p:spPr bwMode="auto">
            <a:xfrm>
              <a:off x="2026856" y="2252402"/>
              <a:ext cx="658813"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22:A7:23: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11:E1:02</a:t>
              </a:r>
            </a:p>
          </p:txBody>
        </p:sp>
        <p:sp>
          <p:nvSpPr>
            <p:cNvPr id="94" name="Rectangle 35">
              <a:extLst>
                <a:ext uri="{FF2B5EF4-FFF2-40B4-BE49-F238E27FC236}">
                  <a16:creationId xmlns:a16="http://schemas.microsoft.com/office/drawing/2014/main" id="{C9472763-3FD2-D54F-B3D2-5ABDCEA0BC84}"/>
                </a:ext>
              </a:extLst>
            </p:cNvPr>
            <p:cNvSpPr>
              <a:spLocks/>
            </p:cNvSpPr>
            <p:nvPr/>
          </p:nvSpPr>
          <p:spPr bwMode="auto">
            <a:xfrm>
              <a:off x="7303786" y="232649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95" name="Rectangle 35">
              <a:extLst>
                <a:ext uri="{FF2B5EF4-FFF2-40B4-BE49-F238E27FC236}">
                  <a16:creationId xmlns:a16="http://schemas.microsoft.com/office/drawing/2014/main" id="{CFB47157-C52E-C14D-A603-BA63E0CDD7E6}"/>
                </a:ext>
              </a:extLst>
            </p:cNvPr>
            <p:cNvSpPr>
              <a:spLocks/>
            </p:cNvSpPr>
            <p:nvPr/>
          </p:nvSpPr>
          <p:spPr bwMode="auto">
            <a:xfrm>
              <a:off x="7965472" y="2328421"/>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42" name="Group 41">
            <a:extLst>
              <a:ext uri="{FF2B5EF4-FFF2-40B4-BE49-F238E27FC236}">
                <a16:creationId xmlns:a16="http://schemas.microsoft.com/office/drawing/2014/main" id="{11944F50-A95F-6E42-BB21-C47A46D5A227}"/>
              </a:ext>
            </a:extLst>
          </p:cNvPr>
          <p:cNvGrpSpPr/>
          <p:nvPr/>
        </p:nvGrpSpPr>
        <p:grpSpPr>
          <a:xfrm>
            <a:off x="914400" y="2179365"/>
            <a:ext cx="8816534" cy="537306"/>
            <a:chOff x="908298" y="1842896"/>
            <a:chExt cx="8816534" cy="537306"/>
          </a:xfrm>
        </p:grpSpPr>
        <p:sp>
          <p:nvSpPr>
            <p:cNvPr id="44" name="Rectangle 5">
              <a:extLst>
                <a:ext uri="{FF2B5EF4-FFF2-40B4-BE49-F238E27FC236}">
                  <a16:creationId xmlns:a16="http://schemas.microsoft.com/office/drawing/2014/main" id="{AF12B3AE-F53B-B04D-B369-C6FD02BF38BB}"/>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5" name="Rectangle 6">
              <a:extLst>
                <a:ext uri="{FF2B5EF4-FFF2-40B4-BE49-F238E27FC236}">
                  <a16:creationId xmlns:a16="http://schemas.microsoft.com/office/drawing/2014/main" id="{69F0497B-35F0-444B-8F9E-AB98291B9A2A}"/>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46" name="Rectangle 7">
              <a:extLst>
                <a:ext uri="{FF2B5EF4-FFF2-40B4-BE49-F238E27FC236}">
                  <a16:creationId xmlns:a16="http://schemas.microsoft.com/office/drawing/2014/main" id="{7964A668-1818-0D47-B45D-9AA2C7F3AB6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7" name="Rectangle 8">
              <a:extLst>
                <a:ext uri="{FF2B5EF4-FFF2-40B4-BE49-F238E27FC236}">
                  <a16:creationId xmlns:a16="http://schemas.microsoft.com/office/drawing/2014/main" id="{727FF474-27BC-164F-B477-01CE6A894C88}"/>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48" name="Rectangle 9">
              <a:extLst>
                <a:ext uri="{FF2B5EF4-FFF2-40B4-BE49-F238E27FC236}">
                  <a16:creationId xmlns:a16="http://schemas.microsoft.com/office/drawing/2014/main" id="{B7F43826-3825-A947-B8FB-82966322A6AD}"/>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9" name="Rectangle 10">
              <a:extLst>
                <a:ext uri="{FF2B5EF4-FFF2-40B4-BE49-F238E27FC236}">
                  <a16:creationId xmlns:a16="http://schemas.microsoft.com/office/drawing/2014/main" id="{DCDEA4E6-C9C4-AD4E-91A3-0CB3EF7D5B3B}"/>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50" name="Rectangle 11">
              <a:extLst>
                <a:ext uri="{FF2B5EF4-FFF2-40B4-BE49-F238E27FC236}">
                  <a16:creationId xmlns:a16="http://schemas.microsoft.com/office/drawing/2014/main" id="{E3C8548B-EA9C-8246-9987-869920B43441}"/>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1" name="Rectangle 12">
              <a:extLst>
                <a:ext uri="{FF2B5EF4-FFF2-40B4-BE49-F238E27FC236}">
                  <a16:creationId xmlns:a16="http://schemas.microsoft.com/office/drawing/2014/main" id="{BAFA967D-7543-2240-A606-AF4E1373CA40}"/>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52" name="Rectangle 13">
              <a:extLst>
                <a:ext uri="{FF2B5EF4-FFF2-40B4-BE49-F238E27FC236}">
                  <a16:creationId xmlns:a16="http://schemas.microsoft.com/office/drawing/2014/main" id="{E982406B-480F-B647-A253-CEDCA6DEEE53}"/>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3" name="Rectangle 14">
              <a:extLst>
                <a:ext uri="{FF2B5EF4-FFF2-40B4-BE49-F238E27FC236}">
                  <a16:creationId xmlns:a16="http://schemas.microsoft.com/office/drawing/2014/main" id="{A8C8B869-BAA0-254C-971E-66810221A281}"/>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55" name="Rectangle 15">
              <a:extLst>
                <a:ext uri="{FF2B5EF4-FFF2-40B4-BE49-F238E27FC236}">
                  <a16:creationId xmlns:a16="http://schemas.microsoft.com/office/drawing/2014/main" id="{40952A83-9312-2444-A939-42CFB355F76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6" name="Rectangle 16">
              <a:extLst>
                <a:ext uri="{FF2B5EF4-FFF2-40B4-BE49-F238E27FC236}">
                  <a16:creationId xmlns:a16="http://schemas.microsoft.com/office/drawing/2014/main" id="{788FFD0C-F9CE-1043-A77D-719BAF579E49}"/>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79" name="Rectangle 17">
              <a:extLst>
                <a:ext uri="{FF2B5EF4-FFF2-40B4-BE49-F238E27FC236}">
                  <a16:creationId xmlns:a16="http://schemas.microsoft.com/office/drawing/2014/main" id="{E02188A9-49E0-7846-9A31-DACB21CB7A0C}"/>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0" name="Rectangle 18">
              <a:extLst>
                <a:ext uri="{FF2B5EF4-FFF2-40B4-BE49-F238E27FC236}">
                  <a16:creationId xmlns:a16="http://schemas.microsoft.com/office/drawing/2014/main" id="{EC5453A4-CEFD-2E4F-9BB4-2C94BF0A2A3E}"/>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81" name="Rectangle 19">
              <a:extLst>
                <a:ext uri="{FF2B5EF4-FFF2-40B4-BE49-F238E27FC236}">
                  <a16:creationId xmlns:a16="http://schemas.microsoft.com/office/drawing/2014/main" id="{F6B65A36-E79D-A04F-94D9-ADD42417EF6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2" name="Rectangle 20">
              <a:extLst>
                <a:ext uri="{FF2B5EF4-FFF2-40B4-BE49-F238E27FC236}">
                  <a16:creationId xmlns:a16="http://schemas.microsoft.com/office/drawing/2014/main" id="{45A2D278-3694-A643-BC10-3E42EF81FD0E}"/>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83" name="Rectangle 21">
              <a:extLst>
                <a:ext uri="{FF2B5EF4-FFF2-40B4-BE49-F238E27FC236}">
                  <a16:creationId xmlns:a16="http://schemas.microsoft.com/office/drawing/2014/main" id="{7911A9BF-9CED-214D-BDDE-8C4985506C6D}"/>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4" name="Rectangle 22">
              <a:extLst>
                <a:ext uri="{FF2B5EF4-FFF2-40B4-BE49-F238E27FC236}">
                  <a16:creationId xmlns:a16="http://schemas.microsoft.com/office/drawing/2014/main" id="{B82E42AD-7D55-744C-91C8-E2A3E311DF95}"/>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85" name="Rectangle 23">
              <a:extLst>
                <a:ext uri="{FF2B5EF4-FFF2-40B4-BE49-F238E27FC236}">
                  <a16:creationId xmlns:a16="http://schemas.microsoft.com/office/drawing/2014/main" id="{3861A8ED-7C63-D641-9F09-48D34FC5A47A}"/>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6" name="Rectangle 24">
              <a:extLst>
                <a:ext uri="{FF2B5EF4-FFF2-40B4-BE49-F238E27FC236}">
                  <a16:creationId xmlns:a16="http://schemas.microsoft.com/office/drawing/2014/main" id="{E47377AD-5F9D-BC4E-9DAF-21D04B77338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87" name="Rectangle 25">
              <a:extLst>
                <a:ext uri="{FF2B5EF4-FFF2-40B4-BE49-F238E27FC236}">
                  <a16:creationId xmlns:a16="http://schemas.microsoft.com/office/drawing/2014/main" id="{E942D801-9778-DE47-A09D-B70F081CA4B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8" name="Rectangle 26">
              <a:extLst>
                <a:ext uri="{FF2B5EF4-FFF2-40B4-BE49-F238E27FC236}">
                  <a16:creationId xmlns:a16="http://schemas.microsoft.com/office/drawing/2014/main" id="{3A864B19-6D0D-824B-808D-384BAC2FE4E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90" name="Rectangle 13">
              <a:extLst>
                <a:ext uri="{FF2B5EF4-FFF2-40B4-BE49-F238E27FC236}">
                  <a16:creationId xmlns:a16="http://schemas.microsoft.com/office/drawing/2014/main" id="{A246A8FA-D66F-CE41-9DCF-E02116316AD3}"/>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1" name="Rectangle 14">
              <a:extLst>
                <a:ext uri="{FF2B5EF4-FFF2-40B4-BE49-F238E27FC236}">
                  <a16:creationId xmlns:a16="http://schemas.microsoft.com/office/drawing/2014/main" id="{15D994AB-28E0-304B-BDD3-1F13A3C407A7}"/>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92" name="Rectangle 19">
              <a:extLst>
                <a:ext uri="{FF2B5EF4-FFF2-40B4-BE49-F238E27FC236}">
                  <a16:creationId xmlns:a16="http://schemas.microsoft.com/office/drawing/2014/main" id="{AD1E2BB7-3E66-8C4B-8D44-59EBDBB6DA15}"/>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3" name="Rectangle 20">
              <a:extLst>
                <a:ext uri="{FF2B5EF4-FFF2-40B4-BE49-F238E27FC236}">
                  <a16:creationId xmlns:a16="http://schemas.microsoft.com/office/drawing/2014/main" id="{A8A17371-179F-ED44-8EE0-0533B08A474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57" name="Slide Number Placeholder 3">
            <a:extLst>
              <a:ext uri="{FF2B5EF4-FFF2-40B4-BE49-F238E27FC236}">
                <a16:creationId xmlns:a16="http://schemas.microsoft.com/office/drawing/2014/main" id="{2A3B0BEC-456F-A94A-98CC-4D78DDF619A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65</a:t>
            </a:fld>
            <a:endParaRPr lang="en-US" dirty="0"/>
          </a:p>
        </p:txBody>
      </p:sp>
    </p:spTree>
    <p:extLst>
      <p:ext uri="{BB962C8B-B14F-4D97-AF65-F5344CB8AC3E}">
        <p14:creationId xmlns:p14="http://schemas.microsoft.com/office/powerpoint/2010/main" val="1730507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515585"/>
          </a:xfrm>
        </p:spPr>
        <p:txBody>
          <a:bodyPr>
            <a:normAutofit/>
          </a:bodyPr>
          <a:lstStyle/>
          <a:p>
            <a:pPr>
              <a:buClr>
                <a:srgbClr val="000090"/>
              </a:buClr>
              <a:buSzPct val="100000"/>
            </a:pPr>
            <a:r>
              <a:rPr lang="en-US" altLang="en-US" dirty="0">
                <a:solidFill>
                  <a:srgbClr val="C00000"/>
                </a:solidFill>
                <a:latin typeface="Calibri" panose="020F0502020204030204" pitchFamily="34" charset="0"/>
              </a:rPr>
              <a:t>match+action: </a:t>
            </a:r>
            <a:r>
              <a:rPr lang="en-US" altLang="en-US" dirty="0">
                <a:latin typeface="Calibri" panose="020F0502020204030204" pitchFamily="34" charset="0"/>
              </a:rPr>
              <a:t>abstraction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unifies different kinds of devices</a:t>
            </a:r>
            <a:endParaRPr lang="en-US" altLang="en-US" dirty="0"/>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abstraction</a:t>
            </a:r>
          </a:p>
        </p:txBody>
      </p:sp>
      <p:sp>
        <p:nvSpPr>
          <p:cNvPr id="34" name="Content Placeholder 2">
            <a:extLst>
              <a:ext uri="{FF2B5EF4-FFF2-40B4-BE49-F238E27FC236}">
                <a16:creationId xmlns:a16="http://schemas.microsoft.com/office/drawing/2014/main" id="{BCD4464B-013F-784B-B542-C675A1CF87D0}"/>
              </a:ext>
            </a:extLst>
          </p:cNvPr>
          <p:cNvSpPr txBox="1">
            <a:spLocks/>
          </p:cNvSpPr>
          <p:nvPr/>
        </p:nvSpPr>
        <p:spPr>
          <a:xfrm>
            <a:off x="1447800" y="2185507"/>
            <a:ext cx="4489173" cy="39369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Router</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longest destination IP prefix</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out a link</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Switch</a:t>
            </a:r>
            <a:endParaRPr kumimoji="0" lang="en-US" sz="2800" b="0" i="0" u="none" strike="noStrike" kern="1200" cap="none" spc="0" normalizeH="0" baseline="0" noProof="0" dirty="0">
              <a:ln>
                <a:noFill/>
              </a:ln>
              <a:solidFill>
                <a:srgbClr val="C00000"/>
              </a:solidFill>
              <a:effectLst/>
              <a:uLnTx/>
              <a:uFillTx/>
              <a:latin typeface="Calibri" charset="0"/>
              <a:ea typeface="+mn-ea"/>
              <a:cs typeface="+mn-cs"/>
            </a:endParaRP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destination MAC address</a:t>
            </a: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or flood</a:t>
            </a:r>
          </a:p>
        </p:txBody>
      </p:sp>
      <p:sp>
        <p:nvSpPr>
          <p:cNvPr id="35" name="Content Placeholder 4">
            <a:extLst>
              <a:ext uri="{FF2B5EF4-FFF2-40B4-BE49-F238E27FC236}">
                <a16:creationId xmlns:a16="http://schemas.microsoft.com/office/drawing/2014/main" id="{667D824B-6CCF-664C-BE00-1958B9E23803}"/>
              </a:ext>
            </a:extLst>
          </p:cNvPr>
          <p:cNvSpPr txBox="1">
            <a:spLocks/>
          </p:cNvSpPr>
          <p:nvPr/>
        </p:nvSpPr>
        <p:spPr>
          <a:xfrm>
            <a:off x="6563139" y="2192892"/>
            <a:ext cx="472771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Firewall</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IP addresses and TCP/UDP port numbers</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permit or deny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endParaRPr kumimoji="0" lang="en-US" sz="3200" b="0" i="0" u="none" strike="noStrike" kern="1200" cap="none" spc="0" normalizeH="0" baseline="0" noProof="0" dirty="0">
              <a:ln>
                <a:noFill/>
              </a:ln>
              <a:solidFill>
                <a:srgbClr val="C00000"/>
              </a:solidFill>
              <a:effectLst/>
              <a:uLnTx/>
              <a:uFillTx/>
              <a:latin typeface="Calibri" charset="0"/>
              <a:ea typeface="+mn-ea"/>
              <a:cs typeface="+mn-cs"/>
            </a:endParaRP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NAT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IP address and port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rewrite address and port</a:t>
            </a:r>
          </a:p>
          <a:p>
            <a:pPr marL="0" marR="0" lvl="0" indent="-222250" algn="l" defTabSz="914400" rtl="0" eaLnBrk="1" fontAlgn="auto" latinLnBrk="0" hangingPunct="1">
              <a:lnSpc>
                <a:spcPct val="90000"/>
              </a:lnSpc>
              <a:spcBef>
                <a:spcPts val="0"/>
              </a:spcBef>
              <a:spcAft>
                <a:spcPts val="0"/>
              </a:spcAft>
              <a:buClr>
                <a:srgbClr val="0000A3"/>
              </a:buClr>
              <a:buSzTx/>
              <a:buFont typeface="Wingdings" charset="0"/>
              <a:buChar char="§"/>
              <a:tabLst/>
              <a:defRPr/>
            </a:pPr>
            <a:endParaRPr kumimoji="0" lang="en-US" sz="3200" b="0" i="0" u="none" strike="noStrike" kern="1200" cap="none" spc="0" normalizeH="0" baseline="0" noProof="0" dirty="0">
              <a:ln>
                <a:noFill/>
              </a:ln>
              <a:solidFill>
                <a:prstClr val="black"/>
              </a:solidFill>
              <a:effectLst/>
              <a:uLnTx/>
              <a:uFillTx/>
              <a:latin typeface="Calibri" charset="0"/>
              <a:ea typeface="+mn-ea"/>
              <a:cs typeface="+mn-cs"/>
            </a:endParaRPr>
          </a:p>
        </p:txBody>
      </p:sp>
      <p:sp>
        <p:nvSpPr>
          <p:cNvPr id="6" name="Slide Number Placeholder 3">
            <a:extLst>
              <a:ext uri="{FF2B5EF4-FFF2-40B4-BE49-F238E27FC236}">
                <a16:creationId xmlns:a16="http://schemas.microsoft.com/office/drawing/2014/main" id="{0E1B560F-4B2A-0640-8667-837D2163E16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66</a:t>
            </a:fld>
            <a:endParaRPr lang="en-US" dirty="0"/>
          </a:p>
        </p:txBody>
      </p:sp>
    </p:spTree>
    <p:extLst>
      <p:ext uri="{BB962C8B-B14F-4D97-AF65-F5344CB8AC3E}">
        <p14:creationId xmlns:p14="http://schemas.microsoft.com/office/powerpoint/2010/main" val="67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
                                            <p:txEl>
                                              <p:pRg st="1" end="1"/>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5">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5">
                                            <p:txEl>
                                              <p:pRg st="5" end="5"/>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uild="p"/>
      <p:bldP spid="35" grpId="0" build="p"/>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5" name="TextBox 211">
            <a:extLst>
              <a:ext uri="{FF2B5EF4-FFF2-40B4-BE49-F238E27FC236}">
                <a16:creationId xmlns:a16="http://schemas.microsoft.com/office/drawing/2014/main" id="{2C6761C7-32A3-C042-BA94-67A59C155A65}"/>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E7B75379-DB27-554B-9DBE-69FBF7DF9531}"/>
              </a:ext>
            </a:extLst>
          </p:cNvPr>
          <p:cNvGrpSpPr/>
          <p:nvPr/>
        </p:nvGrpSpPr>
        <p:grpSpPr>
          <a:xfrm>
            <a:off x="3414532" y="2789499"/>
            <a:ext cx="3842795" cy="2465405"/>
            <a:chOff x="3414532" y="2693870"/>
            <a:chExt cx="3842795" cy="2595759"/>
          </a:xfrm>
        </p:grpSpPr>
        <p:sp>
          <p:nvSpPr>
            <p:cNvPr id="2" name="Freeform 1">
              <a:extLst>
                <a:ext uri="{FF2B5EF4-FFF2-40B4-BE49-F238E27FC236}">
                  <a16:creationId xmlns:a16="http://schemas.microsoft.com/office/drawing/2014/main" id="{613A01DD-904D-064B-8DE2-4E17062C74CD}"/>
                </a:ext>
              </a:extLst>
            </p:cNvPr>
            <p:cNvSpPr/>
            <p:nvPr/>
          </p:nvSpPr>
          <p:spPr>
            <a:xfrm>
              <a:off x="3414532" y="2693870"/>
              <a:ext cx="3842795" cy="2040239"/>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0 w 3842795"/>
                <a:gd name="connsiteY0" fmla="*/ 3032 h 2040239"/>
                <a:gd name="connsiteX1" fmla="*/ 658002 w 3842795"/>
                <a:gd name="connsiteY1" fmla="*/ 119110 h 2040239"/>
                <a:gd name="connsiteX2" fmla="*/ 729205 w 3842795"/>
                <a:gd name="connsiteY2" fmla="*/ 1924429 h 2040239"/>
                <a:gd name="connsiteX3" fmla="*/ 3842795 w 3842795"/>
                <a:gd name="connsiteY3" fmla="*/ 1970727 h 2040239"/>
              </a:gdLst>
              <a:ahLst/>
              <a:cxnLst>
                <a:cxn ang="0">
                  <a:pos x="connsiteX0" y="connsiteY0"/>
                </a:cxn>
                <a:cxn ang="0">
                  <a:pos x="connsiteX1" y="connsiteY1"/>
                </a:cxn>
                <a:cxn ang="0">
                  <a:pos x="connsiteX2" y="connsiteY2"/>
                </a:cxn>
                <a:cxn ang="0">
                  <a:pos x="connsiteX3" y="connsiteY3"/>
                </a:cxn>
              </a:cxnLst>
              <a:rect l="l" t="t" r="r" b="b"/>
              <a:pathLst>
                <a:path w="3842795" h="2040239">
                  <a:moveTo>
                    <a:pt x="0" y="3032"/>
                  </a:moveTo>
                  <a:cubicBezTo>
                    <a:pt x="381965" y="14606"/>
                    <a:pt x="571192" y="-50652"/>
                    <a:pt x="658002" y="119110"/>
                  </a:cubicBezTo>
                  <a:cubicBezTo>
                    <a:pt x="744812" y="288872"/>
                    <a:pt x="538223" y="1604196"/>
                    <a:pt x="729205" y="1924429"/>
                  </a:cubicBezTo>
                  <a:cubicBezTo>
                    <a:pt x="844952" y="2152065"/>
                    <a:pt x="2812648" y="1974585"/>
                    <a:pt x="3842795" y="19707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60693DC-1998-254C-B9E5-C7A71AB73284}"/>
                </a:ext>
              </a:extLst>
            </p:cNvPr>
            <p:cNvSpPr/>
            <p:nvPr/>
          </p:nvSpPr>
          <p:spPr>
            <a:xfrm>
              <a:off x="5465338" y="4722802"/>
              <a:ext cx="823595" cy="566827"/>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Lst>
              <a:ahLst/>
              <a:cxnLst>
                <a:cxn ang="0">
                  <a:pos x="connsiteX0" y="connsiteY0"/>
                </a:cxn>
                <a:cxn ang="0">
                  <a:pos x="connsiteX1" y="connsiteY1"/>
                </a:cxn>
                <a:cxn ang="0">
                  <a:pos x="connsiteX2" y="connsiteY2"/>
                </a:cxn>
              </a:cxnLst>
              <a:rect l="l" t="t" r="r" b="b"/>
              <a:pathLst>
                <a:path w="823595" h="566827">
                  <a:moveTo>
                    <a:pt x="0" y="0"/>
                  </a:moveTo>
                  <a:cubicBezTo>
                    <a:pt x="281651" y="46299"/>
                    <a:pt x="669592" y="55668"/>
                    <a:pt x="784991" y="150139"/>
                  </a:cubicBezTo>
                  <a:cubicBezTo>
                    <a:pt x="900390" y="244610"/>
                    <a:pt x="723260" y="427931"/>
                    <a:pt x="692394" y="5668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D5AF5DDD-B170-394F-8F48-6826EE1FF293}"/>
              </a:ext>
            </a:extLst>
          </p:cNvPr>
          <p:cNvGrpSpPr/>
          <p:nvPr/>
        </p:nvGrpSpPr>
        <p:grpSpPr>
          <a:xfrm>
            <a:off x="4311464" y="1958381"/>
            <a:ext cx="3143235" cy="3158697"/>
            <a:chOff x="4114093" y="2303316"/>
            <a:chExt cx="3143235" cy="3158697"/>
          </a:xfrm>
        </p:grpSpPr>
        <p:sp>
          <p:nvSpPr>
            <p:cNvPr id="154" name="Freeform 153">
              <a:extLst>
                <a:ext uri="{FF2B5EF4-FFF2-40B4-BE49-F238E27FC236}">
                  <a16:creationId xmlns:a16="http://schemas.microsoft.com/office/drawing/2014/main" id="{E0602368-B8A0-CD42-B92A-525C411F9FD0}"/>
                </a:ext>
              </a:extLst>
            </p:cNvPr>
            <p:cNvSpPr/>
            <p:nvPr/>
          </p:nvSpPr>
          <p:spPr>
            <a:xfrm>
              <a:off x="4114093" y="2303316"/>
              <a:ext cx="3143235" cy="2416160"/>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68584 w 3182174"/>
                <a:gd name="connsiteY0" fmla="*/ 0 h 1909886"/>
                <a:gd name="connsiteX1" fmla="*/ 68584 w 3182174"/>
                <a:gd name="connsiteY1" fmla="*/ 1794076 h 1909886"/>
                <a:gd name="connsiteX2" fmla="*/ 3182174 w 3182174"/>
                <a:gd name="connsiteY2" fmla="*/ 1840374 h 1909886"/>
                <a:gd name="connsiteX0" fmla="*/ 71679 w 3181522"/>
                <a:gd name="connsiteY0" fmla="*/ 0 h 2430794"/>
                <a:gd name="connsiteX1" fmla="*/ 67932 w 3181522"/>
                <a:gd name="connsiteY1" fmla="*/ 2314984 h 2430794"/>
                <a:gd name="connsiteX2" fmla="*/ 3181522 w 3181522"/>
                <a:gd name="connsiteY2" fmla="*/ 2361282 h 2430794"/>
                <a:gd name="connsiteX0" fmla="*/ 92641 w 3202484"/>
                <a:gd name="connsiteY0" fmla="*/ 0 h 2430794"/>
                <a:gd name="connsiteX1" fmla="*/ 88894 w 3202484"/>
                <a:gd name="connsiteY1" fmla="*/ 2314984 h 2430794"/>
                <a:gd name="connsiteX2" fmla="*/ 3202484 w 3202484"/>
                <a:gd name="connsiteY2" fmla="*/ 2361282 h 2430794"/>
                <a:gd name="connsiteX0" fmla="*/ 88354 w 3198197"/>
                <a:gd name="connsiteY0" fmla="*/ 0 h 2430794"/>
                <a:gd name="connsiteX1" fmla="*/ 84607 w 3198197"/>
                <a:gd name="connsiteY1" fmla="*/ 2314984 h 2430794"/>
                <a:gd name="connsiteX2" fmla="*/ 3198197 w 3198197"/>
                <a:gd name="connsiteY2" fmla="*/ 2361282 h 2430794"/>
                <a:gd name="connsiteX0" fmla="*/ 18407 w 3128250"/>
                <a:gd name="connsiteY0" fmla="*/ 0 h 2430794"/>
                <a:gd name="connsiteX1" fmla="*/ 14660 w 3128250"/>
                <a:gd name="connsiteY1" fmla="*/ 2314984 h 2430794"/>
                <a:gd name="connsiteX2" fmla="*/ 3128250 w 3128250"/>
                <a:gd name="connsiteY2" fmla="*/ 2361282 h 2430794"/>
                <a:gd name="connsiteX0" fmla="*/ 33392 w 3143235"/>
                <a:gd name="connsiteY0" fmla="*/ 0 h 2430794"/>
                <a:gd name="connsiteX1" fmla="*/ 29645 w 3143235"/>
                <a:gd name="connsiteY1" fmla="*/ 2314984 h 2430794"/>
                <a:gd name="connsiteX2" fmla="*/ 3143235 w 3143235"/>
                <a:gd name="connsiteY2" fmla="*/ 2361282 h 2430794"/>
                <a:gd name="connsiteX0" fmla="*/ 33392 w 3143235"/>
                <a:gd name="connsiteY0" fmla="*/ 0 h 2416160"/>
                <a:gd name="connsiteX1" fmla="*/ 29645 w 3143235"/>
                <a:gd name="connsiteY1" fmla="*/ 2314984 h 2416160"/>
                <a:gd name="connsiteX2" fmla="*/ 3143235 w 3143235"/>
                <a:gd name="connsiteY2" fmla="*/ 2361282 h 2416160"/>
              </a:gdLst>
              <a:ahLst/>
              <a:cxnLst>
                <a:cxn ang="0">
                  <a:pos x="connsiteX0" y="connsiteY0"/>
                </a:cxn>
                <a:cxn ang="0">
                  <a:pos x="connsiteX1" y="connsiteY1"/>
                </a:cxn>
                <a:cxn ang="0">
                  <a:pos x="connsiteX2" y="connsiteY2"/>
                </a:cxn>
              </a:cxnLst>
              <a:rect l="l" t="t" r="r" b="b"/>
              <a:pathLst>
                <a:path w="3143235" h="2416160">
                  <a:moveTo>
                    <a:pt x="33392" y="0"/>
                  </a:moveTo>
                  <a:cubicBezTo>
                    <a:pt x="30261" y="244713"/>
                    <a:pt x="-37668" y="2215855"/>
                    <a:pt x="29645" y="2314984"/>
                  </a:cubicBezTo>
                  <a:cubicBezTo>
                    <a:pt x="175372" y="2508892"/>
                    <a:pt x="2113088" y="2365140"/>
                    <a:pt x="3143235" y="2361282"/>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FF9A32E-928F-F942-9F0C-5672DDB128E8}"/>
                </a:ext>
              </a:extLst>
            </p:cNvPr>
            <p:cNvSpPr/>
            <p:nvPr/>
          </p:nvSpPr>
          <p:spPr>
            <a:xfrm>
              <a:off x="4906955" y="4715304"/>
              <a:ext cx="814542" cy="746709"/>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 name="connsiteX0" fmla="*/ 0 w 811579"/>
                <a:gd name="connsiteY0" fmla="*/ 0 h 746709"/>
                <a:gd name="connsiteX1" fmla="*/ 784991 w 811579"/>
                <a:gd name="connsiteY1" fmla="*/ 150139 h 746709"/>
                <a:gd name="connsiteX2" fmla="*/ 624939 w 811579"/>
                <a:gd name="connsiteY2" fmla="*/ 746709 h 746709"/>
                <a:gd name="connsiteX0" fmla="*/ 0 w 814542"/>
                <a:gd name="connsiteY0" fmla="*/ 0 h 746709"/>
                <a:gd name="connsiteX1" fmla="*/ 784991 w 814542"/>
                <a:gd name="connsiteY1" fmla="*/ 150139 h 746709"/>
                <a:gd name="connsiteX2" fmla="*/ 624939 w 814542"/>
                <a:gd name="connsiteY2" fmla="*/ 746709 h 746709"/>
              </a:gdLst>
              <a:ahLst/>
              <a:cxnLst>
                <a:cxn ang="0">
                  <a:pos x="connsiteX0" y="connsiteY0"/>
                </a:cxn>
                <a:cxn ang="0">
                  <a:pos x="connsiteX1" y="connsiteY1"/>
                </a:cxn>
                <a:cxn ang="0">
                  <a:pos x="connsiteX2" y="connsiteY2"/>
                </a:cxn>
              </a:cxnLst>
              <a:rect l="l" t="t" r="r" b="b"/>
              <a:pathLst>
                <a:path w="814542" h="746709">
                  <a:moveTo>
                    <a:pt x="0" y="0"/>
                  </a:moveTo>
                  <a:cubicBezTo>
                    <a:pt x="281651" y="46299"/>
                    <a:pt x="680835" y="25688"/>
                    <a:pt x="784991" y="150139"/>
                  </a:cubicBezTo>
                  <a:cubicBezTo>
                    <a:pt x="889147" y="274590"/>
                    <a:pt x="689533" y="604065"/>
                    <a:pt x="624939" y="746709"/>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23" name="Slide Number Placeholder 3">
            <a:extLst>
              <a:ext uri="{FF2B5EF4-FFF2-40B4-BE49-F238E27FC236}">
                <a16:creationId xmlns:a16="http://schemas.microsoft.com/office/drawing/2014/main" id="{827DEB79-C6BC-CE43-A606-33289E8386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67</a:t>
            </a:fld>
            <a:endParaRPr lang="en-US" dirty="0"/>
          </a:p>
        </p:txBody>
      </p:sp>
    </p:spTree>
    <p:extLst>
      <p:ext uri="{BB962C8B-B14F-4D97-AF65-F5344CB8AC3E}">
        <p14:creationId xmlns:p14="http://schemas.microsoft.com/office/powerpoint/2010/main" val="3136475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5"/>
                                        </p:tgtEl>
                                        <p:attrNameLst>
                                          <p:attrName>style.visibility</p:attrName>
                                        </p:attrNameLst>
                                      </p:cBhvr>
                                      <p:to>
                                        <p:strVal val="visible"/>
                                      </p:to>
                                    </p:set>
                                    <p:animEffect transition="in" filter="dissolve">
                                      <p:cBhvr>
                                        <p:cTn id="7" dur="500"/>
                                        <p:tgtEl>
                                          <p:spTgt spid="3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53"/>
                                        </p:tgtEl>
                                        <p:attrNameLst>
                                          <p:attrName>style.visibility</p:attrName>
                                        </p:attrNameLst>
                                      </p:cBhvr>
                                      <p:to>
                                        <p:strVal val="visible"/>
                                      </p:to>
                                    </p:set>
                                    <p:animEffect transition="in" filter="wipe(up)">
                                      <p:cBhvr>
                                        <p:cTn id="16" dur="5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grpSp>
        <p:nvGrpSpPr>
          <p:cNvPr id="164" name="Group 163">
            <a:extLst>
              <a:ext uri="{FF2B5EF4-FFF2-40B4-BE49-F238E27FC236}">
                <a16:creationId xmlns:a16="http://schemas.microsoft.com/office/drawing/2014/main" id="{813B4B83-D366-B94A-8C94-49B980456E78}"/>
              </a:ext>
            </a:extLst>
          </p:cNvPr>
          <p:cNvGrpSpPr>
            <a:grpSpLocks/>
          </p:cNvGrpSpPr>
          <p:nvPr/>
        </p:nvGrpSpPr>
        <p:grpSpPr bwMode="auto">
          <a:xfrm>
            <a:off x="1022483" y="1382918"/>
            <a:ext cx="2997200" cy="1262063"/>
            <a:chOff x="637575" y="1263648"/>
            <a:chExt cx="2998252" cy="1261939"/>
          </a:xfrm>
        </p:grpSpPr>
        <p:sp>
          <p:nvSpPr>
            <p:cNvPr id="165" name="Freeform 164">
              <a:extLst>
                <a:ext uri="{FF2B5EF4-FFF2-40B4-BE49-F238E27FC236}">
                  <a16:creationId xmlns:a16="http://schemas.microsoft.com/office/drawing/2014/main" id="{ACD02010-E599-EB48-B3B6-DCDB11306619}"/>
                </a:ext>
              </a:extLst>
            </p:cNvPr>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3018 w 2975668"/>
                <a:gd name="connsiteY0" fmla="*/ 443744 h 443744"/>
                <a:gd name="connsiteX1" fmla="*/ 2225518 w 2975668"/>
                <a:gd name="connsiteY1" fmla="*/ 210910 h 443744"/>
                <a:gd name="connsiteX2" fmla="*/ 2957279 w 2975668"/>
                <a:gd name="connsiteY2" fmla="*/ 79158 h 443744"/>
                <a:gd name="connsiteX3" fmla="*/ 2754685 w 2975668"/>
                <a:gd name="connsiteY3" fmla="*/ 20410 h 443744"/>
                <a:gd name="connsiteX4" fmla="*/ 2747322 w 2975668"/>
                <a:gd name="connsiteY4" fmla="*/ 436381 h 443744"/>
                <a:gd name="connsiteX5" fmla="*/ 3018 w 2975668"/>
                <a:gd name="connsiteY5" fmla="*/ 443744 h 443744"/>
                <a:gd name="connsiteX0" fmla="*/ 3018 w 2957279"/>
                <a:gd name="connsiteY0" fmla="*/ 454405 h 454405"/>
                <a:gd name="connsiteX1" fmla="*/ 2225518 w 2957279"/>
                <a:gd name="connsiteY1" fmla="*/ 221571 h 454405"/>
                <a:gd name="connsiteX2" fmla="*/ 2957279 w 2957279"/>
                <a:gd name="connsiteY2" fmla="*/ 89819 h 454405"/>
                <a:gd name="connsiteX3" fmla="*/ 2754685 w 2957279"/>
                <a:gd name="connsiteY3" fmla="*/ 31071 h 454405"/>
                <a:gd name="connsiteX4" fmla="*/ 2747322 w 2957279"/>
                <a:gd name="connsiteY4" fmla="*/ 447042 h 454405"/>
                <a:gd name="connsiteX5" fmla="*/ 3018 w 2957279"/>
                <a:gd name="connsiteY5" fmla="*/ 454405 h 454405"/>
                <a:gd name="connsiteX0" fmla="*/ 3018 w 2957279"/>
                <a:gd name="connsiteY0" fmla="*/ 496161 h 496161"/>
                <a:gd name="connsiteX1" fmla="*/ 2225518 w 2957279"/>
                <a:gd name="connsiteY1" fmla="*/ 263327 h 496161"/>
                <a:gd name="connsiteX2" fmla="*/ 2957279 w 2957279"/>
                <a:gd name="connsiteY2" fmla="*/ 131575 h 496161"/>
                <a:gd name="connsiteX3" fmla="*/ 2754685 w 2957279"/>
                <a:gd name="connsiteY3" fmla="*/ 7282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364586 h 364586"/>
                <a:gd name="connsiteX1" fmla="*/ 2225518 w 2957279"/>
                <a:gd name="connsiteY1" fmla="*/ 131752 h 364586"/>
                <a:gd name="connsiteX2" fmla="*/ 2957279 w 2957279"/>
                <a:gd name="connsiteY2" fmla="*/ 0 h 364586"/>
                <a:gd name="connsiteX3" fmla="*/ 2780603 w 2957279"/>
                <a:gd name="connsiteY3" fmla="*/ 138232 h 364586"/>
                <a:gd name="connsiteX4" fmla="*/ 2747322 w 2957279"/>
                <a:gd name="connsiteY4" fmla="*/ 357223 h 364586"/>
                <a:gd name="connsiteX5" fmla="*/ 3018 w 2957279"/>
                <a:gd name="connsiteY5" fmla="*/ 364586 h 3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66" name="Group 188">
              <a:extLst>
                <a:ext uri="{FF2B5EF4-FFF2-40B4-BE49-F238E27FC236}">
                  <a16:creationId xmlns:a16="http://schemas.microsoft.com/office/drawing/2014/main" id="{7169F7BD-A4EF-8644-A9EF-A93FF9BE128E}"/>
                </a:ext>
              </a:extLst>
            </p:cNvPr>
            <p:cNvGrpSpPr>
              <a:grpSpLocks/>
            </p:cNvGrpSpPr>
            <p:nvPr/>
          </p:nvGrpSpPr>
          <p:grpSpPr bwMode="auto">
            <a:xfrm>
              <a:off x="637575" y="1263648"/>
              <a:ext cx="2833213" cy="916517"/>
              <a:chOff x="-994833" y="4042832"/>
              <a:chExt cx="2833213" cy="916517"/>
            </a:xfrm>
          </p:grpSpPr>
          <p:sp>
            <p:nvSpPr>
              <p:cNvPr id="167" name="Rectangle 166">
                <a:extLst>
                  <a:ext uri="{FF2B5EF4-FFF2-40B4-BE49-F238E27FC236}">
                    <a16:creationId xmlns:a16="http://schemas.microsoft.com/office/drawing/2014/main" id="{6364FE24-1DE6-C74F-90F6-CFF0084730F0}"/>
                  </a:ext>
                </a:extLst>
              </p:cNvPr>
              <p:cNvSpPr/>
              <p:nvPr/>
            </p:nvSpPr>
            <p:spPr bwMode="auto">
              <a:xfrm>
                <a:off x="-977364" y="4042832"/>
                <a:ext cx="2775924" cy="915898"/>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18900000" algn="b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68" name="TextBox 190">
                <a:extLst>
                  <a:ext uri="{FF2B5EF4-FFF2-40B4-BE49-F238E27FC236}">
                    <a16:creationId xmlns:a16="http://schemas.microsoft.com/office/drawing/2014/main" id="{540FEA27-AD33-4044-81AD-CF716A1FF876}"/>
                  </a:ext>
                </a:extLst>
              </p:cNvPr>
              <p:cNvSpPr txBox="1">
                <a:spLocks noChangeArrowheads="1"/>
              </p:cNvSpPr>
              <p:nvPr/>
            </p:nvSpPr>
            <p:spPr bwMode="auto">
              <a:xfrm>
                <a:off x="-931177" y="4360336"/>
                <a:ext cx="1646504"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69" name="TextBox 191">
                <a:extLst>
                  <a:ext uri="{FF2B5EF4-FFF2-40B4-BE49-F238E27FC236}">
                    <a16:creationId xmlns:a16="http://schemas.microsoft.com/office/drawing/2014/main" id="{D2577434-6BA4-AE44-ACF1-5B69C95D5167}"/>
                  </a:ext>
                </a:extLst>
              </p:cNvPr>
              <p:cNvSpPr txBox="1">
                <a:spLocks noChangeArrowheads="1"/>
              </p:cNvSpPr>
              <p:nvPr/>
            </p:nvSpPr>
            <p:spPr bwMode="auto">
              <a:xfrm>
                <a:off x="718763" y="449156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70" name="Straight Connector 192">
                <a:extLst>
                  <a:ext uri="{FF2B5EF4-FFF2-40B4-BE49-F238E27FC236}">
                    <a16:creationId xmlns:a16="http://schemas.microsoft.com/office/drawing/2014/main" id="{47602C76-A801-A84B-A17C-6345DC6FB5B0}"/>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1" name="TextBox 193">
                <a:extLst>
                  <a:ext uri="{FF2B5EF4-FFF2-40B4-BE49-F238E27FC236}">
                    <a16:creationId xmlns:a16="http://schemas.microsoft.com/office/drawing/2014/main" id="{C270C9C1-7B31-B54E-B3E6-DE4F3E9197C6}"/>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72" name="TextBox 194">
                <a:extLst>
                  <a:ext uri="{FF2B5EF4-FFF2-40B4-BE49-F238E27FC236}">
                    <a16:creationId xmlns:a16="http://schemas.microsoft.com/office/drawing/2014/main" id="{249B4475-B1D3-5A4E-B579-2BDCB2E1CC83}"/>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73" name="Straight Connector 195">
                <a:extLst>
                  <a:ext uri="{FF2B5EF4-FFF2-40B4-BE49-F238E27FC236}">
                    <a16:creationId xmlns:a16="http://schemas.microsoft.com/office/drawing/2014/main" id="{19682459-1A7B-1749-8325-B95C9F950F77}"/>
                  </a:ext>
                </a:extLst>
              </p:cNvPr>
              <p:cNvCxnSpPr>
                <a:cxnSpLocks noChangeShapeType="1"/>
              </p:cNvCxnSpPr>
              <p:nvPr/>
            </p:nvCxnSpPr>
            <p:spPr bwMode="auto">
              <a:xfrm>
                <a:off x="738264" y="4049182"/>
                <a:ext cx="1" cy="9048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4" name="Group 173">
            <a:extLst>
              <a:ext uri="{FF2B5EF4-FFF2-40B4-BE49-F238E27FC236}">
                <a16:creationId xmlns:a16="http://schemas.microsoft.com/office/drawing/2014/main" id="{4480A4ED-7EF1-B844-9E8D-5FC6F2A7E450}"/>
              </a:ext>
            </a:extLst>
          </p:cNvPr>
          <p:cNvGrpSpPr>
            <a:grpSpLocks/>
          </p:cNvGrpSpPr>
          <p:nvPr/>
        </p:nvGrpSpPr>
        <p:grpSpPr bwMode="auto">
          <a:xfrm>
            <a:off x="6340608" y="4510088"/>
            <a:ext cx="2894013" cy="2022475"/>
            <a:chOff x="5956617" y="4509743"/>
            <a:chExt cx="2893901" cy="2022127"/>
          </a:xfrm>
        </p:grpSpPr>
        <p:sp>
          <p:nvSpPr>
            <p:cNvPr id="175" name="Freeform 174">
              <a:extLst>
                <a:ext uri="{FF2B5EF4-FFF2-40B4-BE49-F238E27FC236}">
                  <a16:creationId xmlns:a16="http://schemas.microsoft.com/office/drawing/2014/main" id="{B80A1654-F65B-9F4D-A9D7-45648B255D1A}"/>
                </a:ext>
              </a:extLst>
            </p:cNvPr>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979 w 2839117"/>
                <a:gd name="connsiteY0" fmla="*/ 630630 h 630630"/>
                <a:gd name="connsiteX1" fmla="*/ 2225479 w 2839117"/>
                <a:gd name="connsiteY1" fmla="*/ 397796 h 630630"/>
                <a:gd name="connsiteX2" fmla="*/ 2808948 w 2839117"/>
                <a:gd name="connsiteY2" fmla="*/ 4836 h 630630"/>
                <a:gd name="connsiteX3" fmla="*/ 2754646 w 2839117"/>
                <a:gd name="connsiteY3" fmla="*/ 207296 h 630630"/>
                <a:gd name="connsiteX4" fmla="*/ 2747283 w 2839117"/>
                <a:gd name="connsiteY4" fmla="*/ 623267 h 630630"/>
                <a:gd name="connsiteX5" fmla="*/ 2979 w 2839117"/>
                <a:gd name="connsiteY5" fmla="*/ 630630 h 63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76" name="Group 197">
              <a:extLst>
                <a:ext uri="{FF2B5EF4-FFF2-40B4-BE49-F238E27FC236}">
                  <a16:creationId xmlns:a16="http://schemas.microsoft.com/office/drawing/2014/main" id="{824D868E-4454-2F4C-8FD8-5F6E1E36AF40}"/>
                </a:ext>
              </a:extLst>
            </p:cNvPr>
            <p:cNvGrpSpPr>
              <a:grpSpLocks/>
            </p:cNvGrpSpPr>
            <p:nvPr/>
          </p:nvGrpSpPr>
          <p:grpSpPr bwMode="auto">
            <a:xfrm>
              <a:off x="6031592" y="5137149"/>
              <a:ext cx="2818926" cy="1394721"/>
              <a:chOff x="-999973" y="4042833"/>
              <a:chExt cx="2818926" cy="1394721"/>
            </a:xfrm>
          </p:grpSpPr>
          <p:sp>
            <p:nvSpPr>
              <p:cNvPr id="177" name="Rectangle 176">
                <a:extLst>
                  <a:ext uri="{FF2B5EF4-FFF2-40B4-BE49-F238E27FC236}">
                    <a16:creationId xmlns:a16="http://schemas.microsoft.com/office/drawing/2014/main" id="{9AEE2DF9-71FE-BC4F-8EB6-54F7F0FD3D3A}"/>
                  </a:ext>
                </a:extLst>
              </p:cNvPr>
              <p:cNvSpPr/>
              <p:nvPr/>
            </p:nvSpPr>
            <p:spPr bwMode="auto">
              <a:xfrm>
                <a:off x="-978114" y="4042381"/>
                <a:ext cx="2778018" cy="1344382"/>
              </a:xfrm>
              <a:prstGeom prst="rect">
                <a:avLst/>
              </a:prstGeom>
              <a:solidFill>
                <a:schemeClr val="bg1">
                  <a:lumMod val="95000"/>
                </a:schemeClr>
              </a:solidFill>
              <a:ln w="9525" cap="flat" cmpd="sng" algn="ctr">
                <a:solidFill>
                  <a:schemeClr val="tx1">
                    <a:lumMod val="50000"/>
                    <a:lumOff val="50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78" name="TextBox 199">
                <a:extLst>
                  <a:ext uri="{FF2B5EF4-FFF2-40B4-BE49-F238E27FC236}">
                    <a16:creationId xmlns:a16="http://schemas.microsoft.com/office/drawing/2014/main" id="{542445C6-6EF0-1C4B-A1EA-869135523E05}"/>
                  </a:ext>
                </a:extLst>
              </p:cNvPr>
              <p:cNvSpPr txBox="1">
                <a:spLocks noChangeArrowheads="1"/>
              </p:cNvSpPr>
              <p:nvPr/>
            </p:nvSpPr>
            <p:spPr bwMode="auto">
              <a:xfrm>
                <a:off x="-999973" y="4360336"/>
                <a:ext cx="171503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10.2.0.4</a:t>
                </a:r>
              </a:p>
            </p:txBody>
          </p:sp>
          <p:sp>
            <p:nvSpPr>
              <p:cNvPr id="179" name="TextBox 200">
                <a:extLst>
                  <a:ext uri="{FF2B5EF4-FFF2-40B4-BE49-F238E27FC236}">
                    <a16:creationId xmlns:a16="http://schemas.microsoft.com/office/drawing/2014/main" id="{A6E954E4-BF8A-3A40-A762-B6BEE7AEF62A}"/>
                  </a:ext>
                </a:extLst>
              </p:cNvPr>
              <p:cNvSpPr txBox="1">
                <a:spLocks noChangeArrowheads="1"/>
              </p:cNvSpPr>
              <p:nvPr/>
            </p:nvSpPr>
            <p:spPr bwMode="auto">
              <a:xfrm>
                <a:off x="671327" y="4474229"/>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80" name="Straight Connector 201">
                <a:extLst>
                  <a:ext uri="{FF2B5EF4-FFF2-40B4-BE49-F238E27FC236}">
                    <a16:creationId xmlns:a16="http://schemas.microsoft.com/office/drawing/2014/main" id="{A752B4ED-0C1F-4940-AAC0-63E8ACFA2ADB}"/>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1" name="TextBox 202">
                <a:extLst>
                  <a:ext uri="{FF2B5EF4-FFF2-40B4-BE49-F238E27FC236}">
                    <a16:creationId xmlns:a16="http://schemas.microsoft.com/office/drawing/2014/main" id="{4CA61839-5823-3549-9DCB-FE8DCC36D1E7}"/>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82" name="TextBox 203">
                <a:extLst>
                  <a:ext uri="{FF2B5EF4-FFF2-40B4-BE49-F238E27FC236}">
                    <a16:creationId xmlns:a16="http://schemas.microsoft.com/office/drawing/2014/main" id="{7514D657-EC53-9E4C-B66E-1C5E795ADCF4}"/>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83" name="Straight Connector 204">
                <a:extLst>
                  <a:ext uri="{FF2B5EF4-FFF2-40B4-BE49-F238E27FC236}">
                    <a16:creationId xmlns:a16="http://schemas.microsoft.com/office/drawing/2014/main" id="{E25402CA-C61C-E345-A963-3280E2783401}"/>
                  </a:ext>
                </a:extLst>
              </p:cNvPr>
              <p:cNvCxnSpPr>
                <a:cxnSpLocks noChangeShapeType="1"/>
              </p:cNvCxnSpPr>
              <p:nvPr/>
            </p:nvCxnSpPr>
            <p:spPr bwMode="auto">
              <a:xfrm>
                <a:off x="660503" y="4042833"/>
                <a:ext cx="4690" cy="134946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205">
                <a:extLst>
                  <a:ext uri="{FF2B5EF4-FFF2-40B4-BE49-F238E27FC236}">
                    <a16:creationId xmlns:a16="http://schemas.microsoft.com/office/drawing/2014/main" id="{0C898F1E-139E-564D-BCAD-5508B13EB6CA}"/>
                  </a:ext>
                </a:extLst>
              </p:cNvPr>
              <p:cNvCxnSpPr>
                <a:cxnSpLocks noChangeShapeType="1"/>
              </p:cNvCxnSpPr>
              <p:nvPr/>
            </p:nvCxnSpPr>
            <p:spPr bwMode="auto">
              <a:xfrm>
                <a:off x="-975047" y="4896787"/>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TextBox 206">
                <a:extLst>
                  <a:ext uri="{FF2B5EF4-FFF2-40B4-BE49-F238E27FC236}">
                    <a16:creationId xmlns:a16="http://schemas.microsoft.com/office/drawing/2014/main" id="{090CAD62-F5C2-AC4D-8F08-9E4D42050550}"/>
                  </a:ext>
                </a:extLst>
              </p:cNvPr>
              <p:cNvSpPr txBox="1">
                <a:spLocks noChangeArrowheads="1"/>
              </p:cNvSpPr>
              <p:nvPr/>
            </p:nvSpPr>
            <p:spPr bwMode="auto">
              <a:xfrm>
                <a:off x="670712" y="497344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grpSp>
      </p:grpSp>
      <p:grpSp>
        <p:nvGrpSpPr>
          <p:cNvPr id="186" name="Group 185">
            <a:extLst>
              <a:ext uri="{FF2B5EF4-FFF2-40B4-BE49-F238E27FC236}">
                <a16:creationId xmlns:a16="http://schemas.microsoft.com/office/drawing/2014/main" id="{9E9352B8-0B71-B84D-8238-807CCAC1D461}"/>
              </a:ext>
            </a:extLst>
          </p:cNvPr>
          <p:cNvGrpSpPr>
            <a:grpSpLocks/>
          </p:cNvGrpSpPr>
          <p:nvPr/>
        </p:nvGrpSpPr>
        <p:grpSpPr bwMode="auto">
          <a:xfrm>
            <a:off x="971683" y="4398137"/>
            <a:ext cx="3089275" cy="2001837"/>
            <a:chOff x="587526" y="4569769"/>
            <a:chExt cx="3089750" cy="2002482"/>
          </a:xfrm>
        </p:grpSpPr>
        <p:sp>
          <p:nvSpPr>
            <p:cNvPr id="187" name="Freeform 186">
              <a:extLst>
                <a:ext uri="{FF2B5EF4-FFF2-40B4-BE49-F238E27FC236}">
                  <a16:creationId xmlns:a16="http://schemas.microsoft.com/office/drawing/2014/main" id="{1A6E741D-821B-5E4E-B022-0D497A8BED90}"/>
                </a:ext>
              </a:extLst>
            </p:cNvPr>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88" name="Group 50">
              <a:extLst>
                <a:ext uri="{FF2B5EF4-FFF2-40B4-BE49-F238E27FC236}">
                  <a16:creationId xmlns:a16="http://schemas.microsoft.com/office/drawing/2014/main" id="{BE1DE1B9-E78B-9240-B4C1-CDE0143B5E84}"/>
                </a:ext>
              </a:extLst>
            </p:cNvPr>
            <p:cNvGrpSpPr>
              <a:grpSpLocks/>
            </p:cNvGrpSpPr>
            <p:nvPr/>
          </p:nvGrpSpPr>
          <p:grpSpPr bwMode="auto">
            <a:xfrm>
              <a:off x="587526" y="5408083"/>
              <a:ext cx="2799140" cy="1164168"/>
              <a:chOff x="-999973" y="4042832"/>
              <a:chExt cx="2799140" cy="1164168"/>
            </a:xfrm>
          </p:grpSpPr>
          <p:sp>
            <p:nvSpPr>
              <p:cNvPr id="189" name="Rectangle 188">
                <a:extLst>
                  <a:ext uri="{FF2B5EF4-FFF2-40B4-BE49-F238E27FC236}">
                    <a16:creationId xmlns:a16="http://schemas.microsoft.com/office/drawing/2014/main" id="{2AB812EA-84E0-364C-BF4E-C310D6EE648D}"/>
                  </a:ext>
                </a:extLst>
              </p:cNvPr>
              <p:cNvSpPr/>
              <p:nvPr/>
            </p:nvSpPr>
            <p:spPr bwMode="auto">
              <a:xfrm>
                <a:off x="-977745" y="4042988"/>
                <a:ext cx="2776965" cy="1164012"/>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8100000" algn="tr"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90" name="TextBox 8">
                <a:extLst>
                  <a:ext uri="{FF2B5EF4-FFF2-40B4-BE49-F238E27FC236}">
                    <a16:creationId xmlns:a16="http://schemas.microsoft.com/office/drawing/2014/main" id="{4B4E36AE-BDA7-784C-B123-CD19BFF0A8BA}"/>
                  </a:ext>
                </a:extLst>
              </p:cNvPr>
              <p:cNvSpPr txBox="1">
                <a:spLocks noChangeArrowheads="1"/>
              </p:cNvSpPr>
              <p:nvPr/>
            </p:nvSpPr>
            <p:spPr bwMode="auto">
              <a:xfrm>
                <a:off x="-999973" y="4360336"/>
                <a:ext cx="164650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91" name="TextBox 183">
                <a:extLst>
                  <a:ext uri="{FF2B5EF4-FFF2-40B4-BE49-F238E27FC236}">
                    <a16:creationId xmlns:a16="http://schemas.microsoft.com/office/drawing/2014/main" id="{1048FAFD-39AC-F541-8FA4-CACDC171AF85}"/>
                  </a:ext>
                </a:extLst>
              </p:cNvPr>
              <p:cNvSpPr txBox="1">
                <a:spLocks noChangeArrowheads="1"/>
              </p:cNvSpPr>
              <p:nvPr/>
            </p:nvSpPr>
            <p:spPr bwMode="auto">
              <a:xfrm>
                <a:off x="676427" y="4576235"/>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cxnSp>
            <p:nvCxnSpPr>
              <p:cNvPr id="192" name="Straight Connector 14">
                <a:extLst>
                  <a:ext uri="{FF2B5EF4-FFF2-40B4-BE49-F238E27FC236}">
                    <a16:creationId xmlns:a16="http://schemas.microsoft.com/office/drawing/2014/main" id="{CC779584-6E1A-5F48-993C-109EE3DA5728}"/>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3" name="TextBox 185">
                <a:extLst>
                  <a:ext uri="{FF2B5EF4-FFF2-40B4-BE49-F238E27FC236}">
                    <a16:creationId xmlns:a16="http://schemas.microsoft.com/office/drawing/2014/main" id="{1B44CA55-C29F-9F46-A24C-C6280EF8E415}"/>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94" name="TextBox 186">
                <a:extLst>
                  <a:ext uri="{FF2B5EF4-FFF2-40B4-BE49-F238E27FC236}">
                    <a16:creationId xmlns:a16="http://schemas.microsoft.com/office/drawing/2014/main" id="{1484E893-7E74-0044-8E63-B81C5E9BAFEE}"/>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95" name="Straight Connector 187">
                <a:extLst>
                  <a:ext uri="{FF2B5EF4-FFF2-40B4-BE49-F238E27FC236}">
                    <a16:creationId xmlns:a16="http://schemas.microsoft.com/office/drawing/2014/main" id="{3C549993-9413-7245-A5F5-7AFA653CCB94}"/>
                  </a:ext>
                </a:extLst>
              </p:cNvPr>
              <p:cNvCxnSpPr>
                <a:cxnSpLocks noChangeShapeType="1"/>
              </p:cNvCxnSpPr>
              <p:nvPr/>
            </p:nvCxnSpPr>
            <p:spPr bwMode="auto">
              <a:xfrm>
                <a:off x="634998" y="4042833"/>
                <a:ext cx="0" cy="116416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9" name="TextBox 211">
            <a:extLst>
              <a:ext uri="{FF2B5EF4-FFF2-40B4-BE49-F238E27FC236}">
                <a16:creationId xmlns:a16="http://schemas.microsoft.com/office/drawing/2014/main" id="{33A0280C-1738-2A44-ADB2-B6134E78A93E}"/>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sp>
        <p:nvSpPr>
          <p:cNvPr id="150" name="Slide Number Placeholder 3">
            <a:extLst>
              <a:ext uri="{FF2B5EF4-FFF2-40B4-BE49-F238E27FC236}">
                <a16:creationId xmlns:a16="http://schemas.microsoft.com/office/drawing/2014/main" id="{C6A445C0-333B-3947-A6CF-174AEA49D02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68</a:t>
            </a:fld>
            <a:endParaRPr lang="en-US" dirty="0"/>
          </a:p>
        </p:txBody>
      </p:sp>
    </p:spTree>
    <p:extLst>
      <p:ext uri="{BB962C8B-B14F-4D97-AF65-F5344CB8AC3E}">
        <p14:creationId xmlns:p14="http://schemas.microsoft.com/office/powerpoint/2010/main" val="3553508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animEffect transition="in" filter="dissolve">
                                      <p:cBhvr>
                                        <p:cTn id="7" dur="500"/>
                                        <p:tgtEl>
                                          <p:spTgt spid="1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6"/>
                                        </p:tgtEl>
                                        <p:attrNameLst>
                                          <p:attrName>style.visibility</p:attrName>
                                        </p:attrNameLst>
                                      </p:cBhvr>
                                      <p:to>
                                        <p:strVal val="visible"/>
                                      </p:to>
                                    </p:set>
                                    <p:animEffect transition="in" filter="dissolve">
                                      <p:cBhvr>
                                        <p:cTn id="12" dur="500"/>
                                        <p:tgtEl>
                                          <p:spTgt spid="1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dissolve">
                                      <p:cBhvr>
                                        <p:cTn id="17" dur="5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summary</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64316" y="1301513"/>
            <a:ext cx="11259652" cy="483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8925" marR="0" lvl="0" indent="-277813"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header(s) in any layers, take action</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matching over many fields (link-, network-, transport-layer)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local actions: drop, forward, modify, or send matched packet to controller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 n</a:t>
            </a: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etwork-wide</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behaviors</a:t>
            </a:r>
          </a:p>
          <a:p>
            <a:pPr marL="311150" marR="0" lvl="0" indent="-3111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simple form of “network programmability”</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programmable, per-packet “processing”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historical roots: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active networking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today: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more generalized programming: </a:t>
            </a:r>
          </a:p>
          <a:p>
            <a:pPr marL="622300" marR="0" lvl="1" indent="0" algn="l" defTabSz="914400" rtl="0" eaLnBrk="1" fontAlgn="auto" latinLnBrk="0" hangingPunct="1">
              <a:lnSpc>
                <a:spcPct val="100000"/>
              </a:lnSpc>
              <a:spcBef>
                <a:spcPts val="0"/>
              </a:spcBef>
              <a:spcAft>
                <a:spcPts val="0"/>
              </a:spcAft>
              <a:buClr>
                <a:srgbClr val="0013A3"/>
              </a:buClr>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P4 (see p4.org).</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3">
            <a:extLst>
              <a:ext uri="{FF2B5EF4-FFF2-40B4-BE49-F238E27FC236}">
                <a16:creationId xmlns:a16="http://schemas.microsoft.com/office/drawing/2014/main" id="{05AB1965-5065-B84E-8CCA-46E83EFDBD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69</a:t>
            </a:fld>
            <a:endParaRPr lang="en-US" dirty="0"/>
          </a:p>
        </p:txBody>
      </p:sp>
    </p:spTree>
    <p:extLst>
      <p:ext uri="{BB962C8B-B14F-4D97-AF65-F5344CB8AC3E}">
        <p14:creationId xmlns:p14="http://schemas.microsoft.com/office/powerpoint/2010/main" val="2117649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dissolve">
                                      <p:cBhvr>
                                        <p:cTn id="16" dur="500"/>
                                        <p:tgtEl>
                                          <p:spTgt spid="4">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animEffect transition="in" filter="dissolve">
                                      <p:cBhvr>
                                        <p:cTn id="21" dur="500"/>
                                        <p:tgtEl>
                                          <p:spTgt spid="4">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4">
                                            <p:txEl>
                                              <p:pRg st="5" end="5"/>
                                            </p:txEl>
                                          </p:spTgt>
                                        </p:tgtEl>
                                        <p:attrNameLst>
                                          <p:attrName>style.visibility</p:attrName>
                                        </p:attrNameLst>
                                      </p:cBhvr>
                                      <p:to>
                                        <p:strVal val="visible"/>
                                      </p:to>
                                    </p:set>
                                    <p:animEffect transition="in" filter="dissolve">
                                      <p:cBhvr>
                                        <p:cTn id="24" dur="500"/>
                                        <p:tgtEl>
                                          <p:spTgt spid="4">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dissolve">
                                      <p:cBhvr>
                                        <p:cTn id="27" dur="500"/>
                                        <p:tgtEl>
                                          <p:spTgt spid="4">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4">
                                            <p:txEl>
                                              <p:pRg st="7" end="7"/>
                                            </p:txEl>
                                          </p:spTgt>
                                        </p:tgtEl>
                                        <p:attrNameLst>
                                          <p:attrName>style.visibility</p:attrName>
                                        </p:attrNameLst>
                                      </p:cBhvr>
                                      <p:to>
                                        <p:strVal val="visible"/>
                                      </p:to>
                                    </p:set>
                                    <p:animEffect transition="in" filter="dissolve">
                                      <p:cBhvr>
                                        <p:cTn id="30" dur="500"/>
                                        <p:tgtEl>
                                          <p:spTgt spid="4">
                                            <p:txEl>
                                              <p:pRg st="7" end="7"/>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4">
                                            <p:txEl>
                                              <p:pRg st="8" end="8"/>
                                            </p:txEl>
                                          </p:spTgt>
                                        </p:tgtEl>
                                        <p:attrNameLst>
                                          <p:attrName>style.visibility</p:attrName>
                                        </p:attrNameLst>
                                      </p:cBhvr>
                                      <p:to>
                                        <p:strVal val="visible"/>
                                      </p:to>
                                    </p:set>
                                    <p:animEffect transition="in" filter="dissolve">
                                      <p:cBhvr>
                                        <p:cTn id="33" dur="5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70</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755191" y="1922053"/>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marL="407988" indent="-277813">
              <a:spcBef>
                <a:spcPts val="600"/>
              </a:spcBef>
              <a:buClr>
                <a:schemeClr val="bg1">
                  <a:lumMod val="75000"/>
                </a:schemeClr>
              </a:buClr>
            </a:pPr>
            <a:r>
              <a:rPr lang="en-US" altLang="ja-JP" sz="3200" dirty="0">
                <a:solidFill>
                  <a:schemeClr val="bg1">
                    <a:lumMod val="75000"/>
                  </a:schemeClr>
                </a:solidFill>
                <a:ea typeface="ＭＳ Ｐゴシック" panose="020B0600070205080204" pitchFamily="34" charset="-128"/>
                <a:cs typeface="Arial" panose="020B0604020202020204" pitchFamily="34" charset="0"/>
              </a:rPr>
              <a:t>What’s inside a router</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marL="403225" indent="-285750">
              <a:spcBef>
                <a:spcPts val="800"/>
              </a:spcBef>
              <a:buClr>
                <a:srgbClr val="0013A3"/>
              </a:buClr>
            </a:pPr>
            <a:r>
              <a:rPr lang="en-US" sz="3600" dirty="0"/>
              <a:t>Middleboxes</a:t>
            </a:r>
          </a:p>
          <a:p>
            <a:pPr marL="746125" lvl="1" indent="-285750">
              <a:spcBef>
                <a:spcPts val="800"/>
              </a:spcBef>
              <a:buClr>
                <a:srgbClr val="0013A3"/>
              </a:buClr>
            </a:pPr>
            <a:r>
              <a:rPr lang="en-US" sz="2800" dirty="0"/>
              <a:t>middlebox functions</a:t>
            </a:r>
          </a:p>
          <a:p>
            <a:pPr marL="746125" lvl="1" indent="-285750">
              <a:spcBef>
                <a:spcPts val="800"/>
              </a:spcBef>
              <a:buClr>
                <a:srgbClr val="0013A3"/>
              </a:buClr>
            </a:pPr>
            <a:r>
              <a:rPr lang="en-US" sz="2800" dirty="0"/>
              <a:t>evolution, architectural principles of the Internet</a:t>
            </a:r>
          </a:p>
          <a:p>
            <a:pPr marL="407988" indent="-277813">
              <a:spcBef>
                <a:spcPts val="600"/>
              </a:spcBef>
              <a:buClr>
                <a:schemeClr val="bg1">
                  <a:lumMod val="75000"/>
                </a:schemeClr>
              </a:buClr>
            </a:pPr>
            <a:endParaRPr lang="en-US" altLang="en-US" sz="3200" dirty="0">
              <a:solidFill>
                <a:schemeClr val="bg1">
                  <a:lumMod val="75000"/>
                </a:schemeClr>
              </a:solidFill>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199424598"/>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2" name="TextBox 1">
            <a:extLst>
              <a:ext uri="{FF2B5EF4-FFF2-40B4-BE49-F238E27FC236}">
                <a16:creationId xmlns:a16="http://schemas.microsoft.com/office/drawing/2014/main" id="{740B46FF-167B-3B48-B828-2F0F97E3A461}"/>
              </a:ext>
            </a:extLst>
          </p:cNvPr>
          <p:cNvSpPr txBox="1"/>
          <p:nvPr/>
        </p:nvSpPr>
        <p:spPr>
          <a:xfrm>
            <a:off x="2023441" y="2348120"/>
            <a:ext cx="8563597"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“any intermediary box performing functions apart from normal, standard functions of an IP router on the data path between a source host and destination host”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1756329" y="1865864"/>
            <a:ext cx="9187896" cy="292045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2208971" y="1685512"/>
            <a:ext cx="3000437"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 (RFC  3234)</a:t>
            </a:r>
          </a:p>
        </p:txBody>
      </p:sp>
    </p:spTree>
    <p:extLst>
      <p:ext uri="{BB962C8B-B14F-4D97-AF65-F5344CB8AC3E}">
        <p14:creationId xmlns:p14="http://schemas.microsoft.com/office/powerpoint/2010/main" val="4158403617"/>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Middleboxes everywhere!</a:t>
            </a:r>
          </a:p>
        </p:txBody>
      </p:sp>
      <p:sp>
        <p:nvSpPr>
          <p:cNvPr id="6" name="Freeform 5">
            <a:extLst>
              <a:ext uri="{FF2B5EF4-FFF2-40B4-BE49-F238E27FC236}">
                <a16:creationId xmlns:a16="http://schemas.microsoft.com/office/drawing/2014/main" id="{A4A8186D-B713-5447-80A3-E75F0E46A44B}"/>
              </a:ext>
            </a:extLst>
          </p:cNvPr>
          <p:cNvSpPr/>
          <p:nvPr/>
        </p:nvSpPr>
        <p:spPr>
          <a:xfrm>
            <a:off x="5738405" y="3238056"/>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Freeform 417">
            <a:extLst>
              <a:ext uri="{FF2B5EF4-FFF2-40B4-BE49-F238E27FC236}">
                <a16:creationId xmlns:a16="http://schemas.microsoft.com/office/drawing/2014/main" id="{147ED4EB-DB61-A54E-BB84-8765DDC98149}"/>
              </a:ext>
            </a:extLst>
          </p:cNvPr>
          <p:cNvSpPr>
            <a:spLocks/>
          </p:cNvSpPr>
          <p:nvPr/>
        </p:nvSpPr>
        <p:spPr bwMode="auto">
          <a:xfrm>
            <a:off x="4037567" y="2012012"/>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418">
            <a:extLst>
              <a:ext uri="{FF2B5EF4-FFF2-40B4-BE49-F238E27FC236}">
                <a16:creationId xmlns:a16="http://schemas.microsoft.com/office/drawing/2014/main" id="{ECCF6062-76F6-984B-B17A-C53F622A9450}"/>
              </a:ext>
            </a:extLst>
          </p:cNvPr>
          <p:cNvGrpSpPr>
            <a:grpSpLocks/>
          </p:cNvGrpSpPr>
          <p:nvPr/>
        </p:nvGrpSpPr>
        <p:grpSpPr bwMode="auto">
          <a:xfrm>
            <a:off x="3958567" y="3461529"/>
            <a:ext cx="1458912" cy="933450"/>
            <a:chOff x="2889" y="1631"/>
            <a:chExt cx="980" cy="743"/>
          </a:xfrm>
        </p:grpSpPr>
        <p:sp>
          <p:nvSpPr>
            <p:cNvPr id="9" name="Rectangle 419">
              <a:extLst>
                <a:ext uri="{FF2B5EF4-FFF2-40B4-BE49-F238E27FC236}">
                  <a16:creationId xmlns:a16="http://schemas.microsoft.com/office/drawing/2014/main" id="{1B5E0933-98B0-7B49-98CC-3BB9153702F6}"/>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 name="AutoShape 420">
              <a:extLst>
                <a:ext uri="{FF2B5EF4-FFF2-40B4-BE49-F238E27FC236}">
                  <a16:creationId xmlns:a16="http://schemas.microsoft.com/office/drawing/2014/main" id="{724A7813-3F43-2249-802C-29D90622FAE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1" name="Freeform 427">
            <a:extLst>
              <a:ext uri="{FF2B5EF4-FFF2-40B4-BE49-F238E27FC236}">
                <a16:creationId xmlns:a16="http://schemas.microsoft.com/office/drawing/2014/main" id="{B956EC23-0A0E-F140-90A0-FAD244907117}"/>
              </a:ext>
            </a:extLst>
          </p:cNvPr>
          <p:cNvSpPr>
            <a:spLocks/>
          </p:cNvSpPr>
          <p:nvPr/>
        </p:nvSpPr>
        <p:spPr bwMode="auto">
          <a:xfrm>
            <a:off x="4465618" y="4855412"/>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Text Box 580">
            <a:extLst>
              <a:ext uri="{FF2B5EF4-FFF2-40B4-BE49-F238E27FC236}">
                <a16:creationId xmlns:a16="http://schemas.microsoft.com/office/drawing/2014/main" id="{B7AA8CF3-CF38-8143-8D7D-88E1A4794EFD}"/>
              </a:ext>
            </a:extLst>
          </p:cNvPr>
          <p:cNvSpPr txBox="1">
            <a:spLocks noChangeArrowheads="1"/>
          </p:cNvSpPr>
          <p:nvPr/>
        </p:nvSpPr>
        <p:spPr bwMode="auto">
          <a:xfrm>
            <a:off x="4060125" y="5952053"/>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14" name="Freeform 13">
            <a:extLst>
              <a:ext uri="{FF2B5EF4-FFF2-40B4-BE49-F238E27FC236}">
                <a16:creationId xmlns:a16="http://schemas.microsoft.com/office/drawing/2014/main" id="{322D4284-7756-9A44-AD26-1188BD182F53}"/>
              </a:ext>
            </a:extLst>
          </p:cNvPr>
          <p:cNvSpPr/>
          <p:nvPr/>
        </p:nvSpPr>
        <p:spPr>
          <a:xfrm>
            <a:off x="6975363" y="3351818"/>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FDB69CB6-1622-2E4E-84FD-41DBE4F4B0DE}"/>
              </a:ext>
            </a:extLst>
          </p:cNvPr>
          <p:cNvGrpSpPr/>
          <p:nvPr/>
        </p:nvGrpSpPr>
        <p:grpSpPr>
          <a:xfrm>
            <a:off x="7590917" y="4100328"/>
            <a:ext cx="687393" cy="721548"/>
            <a:chOff x="5203089" y="1751190"/>
            <a:chExt cx="858331" cy="662414"/>
          </a:xfrm>
        </p:grpSpPr>
        <p:sp>
          <p:nvSpPr>
            <p:cNvPr id="16" name="Freeform 15">
              <a:extLst>
                <a:ext uri="{FF2B5EF4-FFF2-40B4-BE49-F238E27FC236}">
                  <a16:creationId xmlns:a16="http://schemas.microsoft.com/office/drawing/2014/main" id="{DA56FF28-8B17-8543-ABC2-13261C73A0E7}"/>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C21934EF-382C-FD4C-BA79-945F476CE4ED}"/>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FC610686-A987-754C-9DD7-E7A9BE88B60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7FDC578F-F438-5347-B013-25F6CFCF0038}"/>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D2FF2BCD-EF51-D748-8200-5853DAFCB1B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53D66A49-51F7-F842-8083-C0EFE1641B04}"/>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16333AA-FB2E-CF4D-AB35-E81F6A33781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2C06E6B0-F1EC-EF4E-BC25-BAED005AEE4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14E55764-A695-E840-9A9D-2E7E3B790E8F}"/>
              </a:ext>
            </a:extLst>
          </p:cNvPr>
          <p:cNvGrpSpPr/>
          <p:nvPr/>
        </p:nvGrpSpPr>
        <p:grpSpPr>
          <a:xfrm>
            <a:off x="7524388" y="3366449"/>
            <a:ext cx="594613" cy="648336"/>
            <a:chOff x="5203089" y="1751190"/>
            <a:chExt cx="858331" cy="662414"/>
          </a:xfrm>
        </p:grpSpPr>
        <p:sp>
          <p:nvSpPr>
            <p:cNvPr id="25" name="Freeform 24">
              <a:extLst>
                <a:ext uri="{FF2B5EF4-FFF2-40B4-BE49-F238E27FC236}">
                  <a16:creationId xmlns:a16="http://schemas.microsoft.com/office/drawing/2014/main" id="{25660C1D-4FFF-944C-A859-E1D371069F1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BF1F730D-F592-A740-9C76-636E17A072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65E5344B-ED01-D048-8A77-5E9C23FD5812}"/>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E8B95B6E-302A-B646-9C80-D26D03E37EE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046E0392-480E-4F48-BB7B-6C597DFC57A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9245C8C0-28B3-2442-812E-B61BD7618B7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BE4470BC-CF59-1F49-9BA1-71D7FC12FED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421426E-4CE4-1246-9550-F37B29C8DD5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3" name="Freeform 32">
            <a:extLst>
              <a:ext uri="{FF2B5EF4-FFF2-40B4-BE49-F238E27FC236}">
                <a16:creationId xmlns:a16="http://schemas.microsoft.com/office/drawing/2014/main" id="{881DD80E-DA8B-824C-8F18-68E85CBD8CF0}"/>
              </a:ext>
            </a:extLst>
          </p:cNvPr>
          <p:cNvSpPr/>
          <p:nvPr/>
        </p:nvSpPr>
        <p:spPr>
          <a:xfrm>
            <a:off x="6294030" y="1954320"/>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64D831F3-FDB4-EE4A-992E-6F058818F90E}"/>
              </a:ext>
            </a:extLst>
          </p:cNvPr>
          <p:cNvSpPr txBox="1"/>
          <p:nvPr/>
        </p:nvSpPr>
        <p:spPr>
          <a:xfrm>
            <a:off x="6180418" y="2023473"/>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35" name="Rectangle 34">
            <a:extLst>
              <a:ext uri="{FF2B5EF4-FFF2-40B4-BE49-F238E27FC236}">
                <a16:creationId xmlns:a16="http://schemas.microsoft.com/office/drawing/2014/main" id="{BB6A9F6F-404D-A344-A485-BCFDDF6F8BE2}"/>
              </a:ext>
            </a:extLst>
          </p:cNvPr>
          <p:cNvSpPr/>
          <p:nvPr/>
        </p:nvSpPr>
        <p:spPr>
          <a:xfrm>
            <a:off x="6032285" y="3850186"/>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3B42F50C-3FBA-854F-806E-C1BCD4106A74}"/>
              </a:ext>
            </a:extLst>
          </p:cNvPr>
          <p:cNvSpPr txBox="1"/>
          <p:nvPr/>
        </p:nvSpPr>
        <p:spPr>
          <a:xfrm>
            <a:off x="7670984" y="4850215"/>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37" name="Straight Connector 36">
            <a:extLst>
              <a:ext uri="{FF2B5EF4-FFF2-40B4-BE49-F238E27FC236}">
                <a16:creationId xmlns:a16="http://schemas.microsoft.com/office/drawing/2014/main" id="{EA40FF28-022C-5E42-BF42-DCA3491BD225}"/>
              </a:ext>
            </a:extLst>
          </p:cNvPr>
          <p:cNvCxnSpPr>
            <a:cxnSpLocks/>
          </p:cNvCxnSpPr>
          <p:nvPr/>
        </p:nvCxnSpPr>
        <p:spPr>
          <a:xfrm flipH="1" flipV="1">
            <a:off x="7313137" y="3752403"/>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3727BC5-48CB-8046-9C36-EA648BEE514D}"/>
              </a:ext>
            </a:extLst>
          </p:cNvPr>
          <p:cNvCxnSpPr>
            <a:cxnSpLocks/>
          </p:cNvCxnSpPr>
          <p:nvPr/>
        </p:nvCxnSpPr>
        <p:spPr>
          <a:xfrm flipH="1" flipV="1">
            <a:off x="7414052" y="3812962"/>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23CE2BF-5580-A24F-9F66-4D913CC21C8F}"/>
              </a:ext>
            </a:extLst>
          </p:cNvPr>
          <p:cNvCxnSpPr>
            <a:cxnSpLocks/>
          </p:cNvCxnSpPr>
          <p:nvPr/>
        </p:nvCxnSpPr>
        <p:spPr>
          <a:xfrm flipV="1">
            <a:off x="7390114" y="3805699"/>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154D6B7-4A6E-224D-AD42-14476DC71E2B}"/>
              </a:ext>
            </a:extLst>
          </p:cNvPr>
          <p:cNvCxnSpPr>
            <a:cxnSpLocks/>
          </p:cNvCxnSpPr>
          <p:nvPr/>
        </p:nvCxnSpPr>
        <p:spPr>
          <a:xfrm flipH="1" flipV="1">
            <a:off x="7323991" y="3767174"/>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28CEFCC-9A9B-0147-B2E0-9696A0E2B392}"/>
              </a:ext>
            </a:extLst>
          </p:cNvPr>
          <p:cNvCxnSpPr>
            <a:cxnSpLocks/>
          </p:cNvCxnSpPr>
          <p:nvPr/>
        </p:nvCxnSpPr>
        <p:spPr>
          <a:xfrm flipH="1" flipV="1">
            <a:off x="7303837" y="4243920"/>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CBC5B6-5DC7-B247-B3BA-6AC54F1B81D6}"/>
              </a:ext>
            </a:extLst>
          </p:cNvPr>
          <p:cNvCxnSpPr>
            <a:cxnSpLocks/>
          </p:cNvCxnSpPr>
          <p:nvPr/>
        </p:nvCxnSpPr>
        <p:spPr>
          <a:xfrm flipH="1">
            <a:off x="6648412"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98A55E1-AC57-BF45-9FDE-B902DC395A8E}"/>
              </a:ext>
            </a:extLst>
          </p:cNvPr>
          <p:cNvCxnSpPr>
            <a:cxnSpLocks/>
          </p:cNvCxnSpPr>
          <p:nvPr/>
        </p:nvCxnSpPr>
        <p:spPr>
          <a:xfrm flipH="1">
            <a:off x="5972833"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FF11D70-8B60-2148-A973-EFA0E5CD645A}"/>
              </a:ext>
            </a:extLst>
          </p:cNvPr>
          <p:cNvCxnSpPr>
            <a:cxnSpLocks/>
          </p:cNvCxnSpPr>
          <p:nvPr/>
        </p:nvCxnSpPr>
        <p:spPr>
          <a:xfrm flipH="1">
            <a:off x="6030085" y="3679950"/>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FF4C031-934F-B243-8623-E715966B0F31}"/>
              </a:ext>
            </a:extLst>
          </p:cNvPr>
          <p:cNvCxnSpPr>
            <a:cxnSpLocks/>
          </p:cNvCxnSpPr>
          <p:nvPr/>
        </p:nvCxnSpPr>
        <p:spPr>
          <a:xfrm>
            <a:off x="6486286" y="3679950"/>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638693-68CC-E246-9809-1B60EF7CAD0A}"/>
              </a:ext>
            </a:extLst>
          </p:cNvPr>
          <p:cNvCxnSpPr/>
          <p:nvPr/>
        </p:nvCxnSpPr>
        <p:spPr>
          <a:xfrm>
            <a:off x="6890885" y="2926970"/>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B24CA9-6E09-2A42-B13C-976C87A31FF2}"/>
              </a:ext>
            </a:extLst>
          </p:cNvPr>
          <p:cNvCxnSpPr>
            <a:cxnSpLocks/>
          </p:cNvCxnSpPr>
          <p:nvPr/>
        </p:nvCxnSpPr>
        <p:spPr>
          <a:xfrm flipH="1">
            <a:off x="6551936" y="2867291"/>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 name="Group 48">
            <a:extLst>
              <a:ext uri="{FF2B5EF4-FFF2-40B4-BE49-F238E27FC236}">
                <a16:creationId xmlns:a16="http://schemas.microsoft.com/office/drawing/2014/main" id="{C61AC6DF-C2BE-6649-B87B-652E78981FB6}"/>
              </a:ext>
            </a:extLst>
          </p:cNvPr>
          <p:cNvGrpSpPr/>
          <p:nvPr/>
        </p:nvGrpSpPr>
        <p:grpSpPr>
          <a:xfrm>
            <a:off x="4610470" y="2299603"/>
            <a:ext cx="3283852" cy="3640283"/>
            <a:chOff x="7881336" y="2104198"/>
            <a:chExt cx="3283852" cy="3640283"/>
          </a:xfrm>
        </p:grpSpPr>
        <p:sp>
          <p:nvSpPr>
            <p:cNvPr id="54" name="Line 428">
              <a:extLst>
                <a:ext uri="{FF2B5EF4-FFF2-40B4-BE49-F238E27FC236}">
                  <a16:creationId xmlns:a16="http://schemas.microsoft.com/office/drawing/2014/main" id="{AABFE185-98DA-E74C-879F-265E590CC71F}"/>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430">
              <a:extLst>
                <a:ext uri="{FF2B5EF4-FFF2-40B4-BE49-F238E27FC236}">
                  <a16:creationId xmlns:a16="http://schemas.microsoft.com/office/drawing/2014/main" id="{CDE272BA-6529-ED41-A4A9-ECBE21E686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431">
              <a:extLst>
                <a:ext uri="{FF2B5EF4-FFF2-40B4-BE49-F238E27FC236}">
                  <a16:creationId xmlns:a16="http://schemas.microsoft.com/office/drawing/2014/main" id="{8153204E-ADB9-7B4C-A98D-C5103D618795}"/>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432">
              <a:extLst>
                <a:ext uri="{FF2B5EF4-FFF2-40B4-BE49-F238E27FC236}">
                  <a16:creationId xmlns:a16="http://schemas.microsoft.com/office/drawing/2014/main" id="{3D0D64C8-1CDD-DE48-B1C9-000CB6E425D4}"/>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33">
              <a:extLst>
                <a:ext uri="{FF2B5EF4-FFF2-40B4-BE49-F238E27FC236}">
                  <a16:creationId xmlns:a16="http://schemas.microsoft.com/office/drawing/2014/main" id="{81E6AD0D-D814-764B-A9D1-F7E5450FD606}"/>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35">
              <a:extLst>
                <a:ext uri="{FF2B5EF4-FFF2-40B4-BE49-F238E27FC236}">
                  <a16:creationId xmlns:a16="http://schemas.microsoft.com/office/drawing/2014/main" id="{9FEE4B78-3B13-ED4F-8B1E-1DEB9F0497CF}"/>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36">
              <a:extLst>
                <a:ext uri="{FF2B5EF4-FFF2-40B4-BE49-F238E27FC236}">
                  <a16:creationId xmlns:a16="http://schemas.microsoft.com/office/drawing/2014/main" id="{421FC0BC-2DBA-8B44-A3F8-C4C2BF42022E}"/>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439">
              <a:extLst>
                <a:ext uri="{FF2B5EF4-FFF2-40B4-BE49-F238E27FC236}">
                  <a16:creationId xmlns:a16="http://schemas.microsoft.com/office/drawing/2014/main" id="{35BF8A6D-6BEC-BC4D-B2E1-A5820D65005D}"/>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440">
              <a:extLst>
                <a:ext uri="{FF2B5EF4-FFF2-40B4-BE49-F238E27FC236}">
                  <a16:creationId xmlns:a16="http://schemas.microsoft.com/office/drawing/2014/main" id="{1A411CB9-1C6A-A94E-8C4E-A1F1C7CE4798}"/>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41">
              <a:extLst>
                <a:ext uri="{FF2B5EF4-FFF2-40B4-BE49-F238E27FC236}">
                  <a16:creationId xmlns:a16="http://schemas.microsoft.com/office/drawing/2014/main" id="{0BF7E746-EEF3-2746-8CDE-0C6E9DAD5B97}"/>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43">
              <a:extLst>
                <a:ext uri="{FF2B5EF4-FFF2-40B4-BE49-F238E27FC236}">
                  <a16:creationId xmlns:a16="http://schemas.microsoft.com/office/drawing/2014/main" id="{23F47921-419F-BE45-9C5A-C9479DD12B9E}"/>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49">
              <a:extLst>
                <a:ext uri="{FF2B5EF4-FFF2-40B4-BE49-F238E27FC236}">
                  <a16:creationId xmlns:a16="http://schemas.microsoft.com/office/drawing/2014/main" id="{63F1254B-37B9-E644-94C6-AAEDCAE20ED9}"/>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28">
              <a:extLst>
                <a:ext uri="{FF2B5EF4-FFF2-40B4-BE49-F238E27FC236}">
                  <a16:creationId xmlns:a16="http://schemas.microsoft.com/office/drawing/2014/main" id="{C5484219-1D1E-D54E-9B65-22340ABE1601}"/>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40">
              <a:extLst>
                <a:ext uri="{FF2B5EF4-FFF2-40B4-BE49-F238E27FC236}">
                  <a16:creationId xmlns:a16="http://schemas.microsoft.com/office/drawing/2014/main" id="{658A50B4-F2BB-8348-82C5-432C68A6A18A}"/>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7A0C4348-601F-EC4E-AD06-6FC74F86BFE5}"/>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4DDE1C15-F6C1-7D4C-A6FC-DC73CE8109E2}"/>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753A67F5-5626-654D-AD76-00F040BA6E90}"/>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C3CA25A4-A1C6-F847-8E52-9A6642E1B57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D56B01A0-0DC1-2341-A38F-1D6C290A9FDF}"/>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786487D-59E9-814F-84A1-974368AB3001}"/>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858A21C5-5F65-5144-8A49-D8E1A5DFD2F6}"/>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03988D01-7880-F045-899F-18F4B2FCF6B1}"/>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6" name="Line 541">
              <a:extLst>
                <a:ext uri="{FF2B5EF4-FFF2-40B4-BE49-F238E27FC236}">
                  <a16:creationId xmlns:a16="http://schemas.microsoft.com/office/drawing/2014/main" id="{B1D670B4-3BB3-BC49-AC12-CE9840F29CCD}"/>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Line 424">
              <a:extLst>
                <a:ext uri="{FF2B5EF4-FFF2-40B4-BE49-F238E27FC236}">
                  <a16:creationId xmlns:a16="http://schemas.microsoft.com/office/drawing/2014/main" id="{8966FFEA-47E0-A242-A16D-794FE6FCF0C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0" name="Picture 778" descr="antenna_radiation_stylized">
            <a:extLst>
              <a:ext uri="{FF2B5EF4-FFF2-40B4-BE49-F238E27FC236}">
                <a16:creationId xmlns:a16="http://schemas.microsoft.com/office/drawing/2014/main" id="{A3767384-9622-5B46-9C96-E10055F8AE1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5455" y="3986208"/>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781" descr="antenna_radiation_stylized">
            <a:extLst>
              <a:ext uri="{FF2B5EF4-FFF2-40B4-BE49-F238E27FC236}">
                <a16:creationId xmlns:a16="http://schemas.microsoft.com/office/drawing/2014/main" id="{4BFBBEC9-2C13-0E49-AA55-611753E89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95290" y="5653216"/>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Line 426">
            <a:extLst>
              <a:ext uri="{FF2B5EF4-FFF2-40B4-BE49-F238E27FC236}">
                <a16:creationId xmlns:a16="http://schemas.microsoft.com/office/drawing/2014/main" id="{4D17A6A1-952A-4F49-9B36-A5764C4AE42F}"/>
              </a:ext>
            </a:extLst>
          </p:cNvPr>
          <p:cNvSpPr>
            <a:spLocks noChangeShapeType="1"/>
          </p:cNvSpPr>
          <p:nvPr/>
        </p:nvSpPr>
        <p:spPr bwMode="auto">
          <a:xfrm>
            <a:off x="5109681" y="2907587"/>
            <a:ext cx="151280" cy="81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5" name="Picture 777" descr="access_point_stylized_small">
            <a:extLst>
              <a:ext uri="{FF2B5EF4-FFF2-40B4-BE49-F238E27FC236}">
                <a16:creationId xmlns:a16="http://schemas.microsoft.com/office/drawing/2014/main" id="{3D8179FD-EA2E-2445-80CE-6700DBF9393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099" y="403417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780" descr="access_point_stylized_small">
            <a:extLst>
              <a:ext uri="{FF2B5EF4-FFF2-40B4-BE49-F238E27FC236}">
                <a16:creationId xmlns:a16="http://schemas.microsoft.com/office/drawing/2014/main" id="{20E9E240-3D25-0046-A594-5B39C39AAA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3827" y="569651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7" name="Group 96">
            <a:extLst>
              <a:ext uri="{FF2B5EF4-FFF2-40B4-BE49-F238E27FC236}">
                <a16:creationId xmlns:a16="http://schemas.microsoft.com/office/drawing/2014/main" id="{DDBE73D1-CBB5-674C-A333-27C1CD968AB3}"/>
              </a:ext>
            </a:extLst>
          </p:cNvPr>
          <p:cNvGrpSpPr/>
          <p:nvPr/>
        </p:nvGrpSpPr>
        <p:grpSpPr>
          <a:xfrm>
            <a:off x="6602582" y="5511315"/>
            <a:ext cx="309740" cy="190838"/>
            <a:chOff x="3668110" y="2448910"/>
            <a:chExt cx="3794234" cy="2165130"/>
          </a:xfrm>
        </p:grpSpPr>
        <p:sp>
          <p:nvSpPr>
            <p:cNvPr id="98" name="Rectangle 97">
              <a:extLst>
                <a:ext uri="{FF2B5EF4-FFF2-40B4-BE49-F238E27FC236}">
                  <a16:creationId xmlns:a16="http://schemas.microsoft.com/office/drawing/2014/main" id="{36DC4CCC-C7B8-254E-B17A-1C8C5F4D0E3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4A598161-A7AE-C445-A346-6AABC14017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DDC50612-BBCC-454E-BAFB-51284CCF061B}"/>
                </a:ext>
              </a:extLst>
            </p:cNvPr>
            <p:cNvGrpSpPr/>
            <p:nvPr/>
          </p:nvGrpSpPr>
          <p:grpSpPr>
            <a:xfrm>
              <a:off x="3941378" y="2603243"/>
              <a:ext cx="3202061" cy="1066110"/>
              <a:chOff x="7939341" y="3037317"/>
              <a:chExt cx="897649" cy="353919"/>
            </a:xfrm>
          </p:grpSpPr>
          <p:sp>
            <p:nvSpPr>
              <p:cNvPr id="101" name="Freeform 100">
                <a:extLst>
                  <a:ext uri="{FF2B5EF4-FFF2-40B4-BE49-F238E27FC236}">
                    <a16:creationId xmlns:a16="http://schemas.microsoft.com/office/drawing/2014/main" id="{3D08F4C3-8247-F84C-9934-2FDA20AD86C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5234BBCA-2ADE-354B-B191-2060F729929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BCB0BC67-BB6D-C248-8F4C-FA30B1A4EE8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9AD0E63E-B57C-F549-9F4E-E0F15BDD81B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F80A1A2-F03B-4746-98D1-44CCD754C808}"/>
              </a:ext>
            </a:extLst>
          </p:cNvPr>
          <p:cNvGrpSpPr/>
          <p:nvPr/>
        </p:nvGrpSpPr>
        <p:grpSpPr>
          <a:xfrm>
            <a:off x="5429836" y="5139698"/>
            <a:ext cx="393760" cy="218578"/>
            <a:chOff x="7493876" y="2774731"/>
            <a:chExt cx="1481958" cy="894622"/>
          </a:xfrm>
        </p:grpSpPr>
        <p:sp>
          <p:nvSpPr>
            <p:cNvPr id="106" name="Freeform 105">
              <a:extLst>
                <a:ext uri="{FF2B5EF4-FFF2-40B4-BE49-F238E27FC236}">
                  <a16:creationId xmlns:a16="http://schemas.microsoft.com/office/drawing/2014/main" id="{3FC82982-1FC7-E149-A09B-941AC8314F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0EE75107-A15E-6F40-876E-57DC9ED3ED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1F05DDFD-D4B5-9E43-BA72-7C0706B483DE}"/>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A5E05FA8-8E20-1740-ADED-C7A48E8E95B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0194A8E3-679B-EA40-88F9-C4B4AD6F86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CB0CE855-5341-6D48-99BB-821AFD3FC8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A031B227-A296-504C-B8AE-435729A1D9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5D2907A7-E486-AD49-BDF8-5F4C28DDC396}"/>
              </a:ext>
            </a:extLst>
          </p:cNvPr>
          <p:cNvGrpSpPr/>
          <p:nvPr/>
        </p:nvGrpSpPr>
        <p:grpSpPr>
          <a:xfrm>
            <a:off x="5064737" y="5366711"/>
            <a:ext cx="309740" cy="190838"/>
            <a:chOff x="3668110" y="2448910"/>
            <a:chExt cx="3794234" cy="2165130"/>
          </a:xfrm>
        </p:grpSpPr>
        <p:sp>
          <p:nvSpPr>
            <p:cNvPr id="114" name="Rectangle 113">
              <a:extLst>
                <a:ext uri="{FF2B5EF4-FFF2-40B4-BE49-F238E27FC236}">
                  <a16:creationId xmlns:a16="http://schemas.microsoft.com/office/drawing/2014/main" id="{44117B27-E7BF-5D42-9C95-5BD18CAD9E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93B5057-ADBB-3B44-A7F1-356D0578EF0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FABBA988-D425-1E4D-8818-F6AB7FBC235C}"/>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E702CA4D-0087-4840-A73E-291EC8B278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41EF5965-FEAF-0C49-8B5B-B1231243413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EB181093-BF04-8249-BCEB-A0F2200C170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2E6BD2D6-AA6B-1C4C-876E-C3C4A45BC5C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CAFECC5A-B76F-C348-B370-C66C60844C2D}"/>
              </a:ext>
            </a:extLst>
          </p:cNvPr>
          <p:cNvGrpSpPr/>
          <p:nvPr/>
        </p:nvGrpSpPr>
        <p:grpSpPr>
          <a:xfrm>
            <a:off x="5189619" y="2977737"/>
            <a:ext cx="353678" cy="168275"/>
            <a:chOff x="7493876" y="2774731"/>
            <a:chExt cx="1481958" cy="894622"/>
          </a:xfrm>
        </p:grpSpPr>
        <p:sp>
          <p:nvSpPr>
            <p:cNvPr id="122" name="Freeform 121">
              <a:extLst>
                <a:ext uri="{FF2B5EF4-FFF2-40B4-BE49-F238E27FC236}">
                  <a16:creationId xmlns:a16="http://schemas.microsoft.com/office/drawing/2014/main" id="{C536CDDB-A22F-F74C-B3F8-F91E6E19B6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F09B5B7F-E228-B643-9C20-E94FB08C574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DAC343C5-1970-7A4F-864B-D89EB8CC627D}"/>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C34BBF44-7222-FE4B-A0A8-FC19E2AAB5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998726EC-F305-204A-8C4C-7E5DDEA8DEA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C356ADC-37F6-D943-B45A-111470591B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0A989339-2EE3-4D49-B889-F5A8BFCDD5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46457C60-FA88-5943-B415-D7B229C8E8E0}"/>
              </a:ext>
            </a:extLst>
          </p:cNvPr>
          <p:cNvGrpSpPr/>
          <p:nvPr/>
        </p:nvGrpSpPr>
        <p:grpSpPr>
          <a:xfrm>
            <a:off x="7637302" y="3773643"/>
            <a:ext cx="170989" cy="97052"/>
            <a:chOff x="7493876" y="2774731"/>
            <a:chExt cx="1481958" cy="894622"/>
          </a:xfrm>
        </p:grpSpPr>
        <p:sp>
          <p:nvSpPr>
            <p:cNvPr id="130" name="Freeform 129">
              <a:extLst>
                <a:ext uri="{FF2B5EF4-FFF2-40B4-BE49-F238E27FC236}">
                  <a16:creationId xmlns:a16="http://schemas.microsoft.com/office/drawing/2014/main" id="{591DBE89-7BE9-024B-9B08-670AB3A34D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1" name="Oval 130">
              <a:extLst>
                <a:ext uri="{FF2B5EF4-FFF2-40B4-BE49-F238E27FC236}">
                  <a16:creationId xmlns:a16="http://schemas.microsoft.com/office/drawing/2014/main" id="{895DFA9F-0585-614A-8A20-205A37ABF97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2" name="Group 131">
              <a:extLst>
                <a:ext uri="{FF2B5EF4-FFF2-40B4-BE49-F238E27FC236}">
                  <a16:creationId xmlns:a16="http://schemas.microsoft.com/office/drawing/2014/main" id="{8D0EEB3E-9453-1B4B-BE5A-42A8C8B8F6D8}"/>
                </a:ext>
              </a:extLst>
            </p:cNvPr>
            <p:cNvGrpSpPr/>
            <p:nvPr/>
          </p:nvGrpSpPr>
          <p:grpSpPr>
            <a:xfrm>
              <a:off x="7713663" y="2848339"/>
              <a:ext cx="1042107" cy="425543"/>
              <a:chOff x="7786941" y="2884917"/>
              <a:chExt cx="897649" cy="353919"/>
            </a:xfrm>
          </p:grpSpPr>
          <p:sp>
            <p:nvSpPr>
              <p:cNvPr id="133" name="Freeform 132">
                <a:extLst>
                  <a:ext uri="{FF2B5EF4-FFF2-40B4-BE49-F238E27FC236}">
                    <a16:creationId xmlns:a16="http://schemas.microsoft.com/office/drawing/2014/main" id="{6DC9FB8D-682F-3146-9777-C1922D0AAD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EB745E7-A708-7647-89E7-6ADE83655D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BD2934CD-37D5-1A4B-ACD2-27C67D9FDBD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0F588778-B748-CD4B-AC6B-67952187E6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020208-47BB-D544-B872-608AD3A804CC}"/>
              </a:ext>
            </a:extLst>
          </p:cNvPr>
          <p:cNvGrpSpPr/>
          <p:nvPr/>
        </p:nvGrpSpPr>
        <p:grpSpPr>
          <a:xfrm>
            <a:off x="7163826" y="3668416"/>
            <a:ext cx="353678" cy="198344"/>
            <a:chOff x="7493876" y="2774731"/>
            <a:chExt cx="1481958" cy="894622"/>
          </a:xfrm>
        </p:grpSpPr>
        <p:sp>
          <p:nvSpPr>
            <p:cNvPr id="138" name="Freeform 137">
              <a:extLst>
                <a:ext uri="{FF2B5EF4-FFF2-40B4-BE49-F238E27FC236}">
                  <a16:creationId xmlns:a16="http://schemas.microsoft.com/office/drawing/2014/main" id="{D415ED65-BB44-0042-872C-0FE14C6814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116B9769-E513-594A-8079-1C2D71754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62A9DD2C-146A-F840-B41C-8C9D49B6621C}"/>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61BBF31E-F07A-1B41-864B-60D6072C36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1E72C676-4956-7545-9668-A198E57B041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AAFB8EF3-50EF-7547-9707-656CEA199F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E592E86-A7A2-1340-9BB6-0514F84077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27C7775C-A2B0-9B45-9ECC-C6A637A1263F}"/>
              </a:ext>
            </a:extLst>
          </p:cNvPr>
          <p:cNvGrpSpPr/>
          <p:nvPr/>
        </p:nvGrpSpPr>
        <p:grpSpPr>
          <a:xfrm>
            <a:off x="6701941" y="2374570"/>
            <a:ext cx="353678" cy="198344"/>
            <a:chOff x="7493876" y="2774731"/>
            <a:chExt cx="1481958" cy="894622"/>
          </a:xfrm>
        </p:grpSpPr>
        <p:sp>
          <p:nvSpPr>
            <p:cNvPr id="146" name="Freeform 145">
              <a:extLst>
                <a:ext uri="{FF2B5EF4-FFF2-40B4-BE49-F238E27FC236}">
                  <a16:creationId xmlns:a16="http://schemas.microsoft.com/office/drawing/2014/main" id="{008EFD27-81A1-F640-9391-0AD3C39DDD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359F6A-82D4-A647-9FA9-301FCFF533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987F874E-5E88-2F45-A176-4275C5B86F9E}"/>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6D375510-6D09-0D42-A234-AF58465195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13612D1D-2CB1-6340-999B-858BEB55FC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7A76F69-A2D2-5C45-B6E4-650A545805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46B2307B-3AB8-4A49-A9CB-C7AA7D3E15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E80C56F7-6064-DC43-89CE-099FEE2E4EA1}"/>
              </a:ext>
            </a:extLst>
          </p:cNvPr>
          <p:cNvGrpSpPr/>
          <p:nvPr/>
        </p:nvGrpSpPr>
        <p:grpSpPr>
          <a:xfrm>
            <a:off x="7280431" y="2785645"/>
            <a:ext cx="353678" cy="198344"/>
            <a:chOff x="7493876" y="2774731"/>
            <a:chExt cx="1481958" cy="894622"/>
          </a:xfrm>
        </p:grpSpPr>
        <p:sp>
          <p:nvSpPr>
            <p:cNvPr id="154" name="Freeform 153">
              <a:extLst>
                <a:ext uri="{FF2B5EF4-FFF2-40B4-BE49-F238E27FC236}">
                  <a16:creationId xmlns:a16="http://schemas.microsoft.com/office/drawing/2014/main" id="{E99A6086-F21C-454A-88BB-0CDA41300E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568496F-9273-7D46-885D-14DB105562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80EF7ABE-5403-3F49-ACB7-93C3DDFAB945}"/>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695FBEC6-D66D-B144-94A5-93D7DC0DC35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DC767DDF-1029-954F-A929-072E6B780E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D2FD19D-C7C9-DE47-88AD-087E20E8ED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27A0065F-7A70-284D-AAA0-8AC60079EC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31DD841D-BD1A-5641-8382-62BF117E97F4}"/>
              </a:ext>
            </a:extLst>
          </p:cNvPr>
          <p:cNvGrpSpPr/>
          <p:nvPr/>
        </p:nvGrpSpPr>
        <p:grpSpPr>
          <a:xfrm>
            <a:off x="7397042" y="2280241"/>
            <a:ext cx="353678" cy="198344"/>
            <a:chOff x="7493876" y="2774731"/>
            <a:chExt cx="1481958" cy="894622"/>
          </a:xfrm>
        </p:grpSpPr>
        <p:sp>
          <p:nvSpPr>
            <p:cNvPr id="162" name="Freeform 161">
              <a:extLst>
                <a:ext uri="{FF2B5EF4-FFF2-40B4-BE49-F238E27FC236}">
                  <a16:creationId xmlns:a16="http://schemas.microsoft.com/office/drawing/2014/main" id="{968FB653-AD58-394A-B69A-31BA985255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DB3447B6-A6EB-D24A-B96A-2DD1587636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26A12CB-46C0-2E4C-BD73-19C2876C3DE4}"/>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B77B432D-7641-D540-A19C-15DCB278BC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D0B35820-CE6B-6240-9E75-C227D06E76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90C8269A-1161-2E4C-A50A-043159099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E798F45C-ED31-AB48-8404-C4AD780C71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8286D13E-1F1B-D24E-98A1-5B25CB67CE60}"/>
              </a:ext>
            </a:extLst>
          </p:cNvPr>
          <p:cNvGrpSpPr/>
          <p:nvPr/>
        </p:nvGrpSpPr>
        <p:grpSpPr>
          <a:xfrm>
            <a:off x="6733343" y="2833843"/>
            <a:ext cx="353678" cy="198344"/>
            <a:chOff x="7493876" y="2774731"/>
            <a:chExt cx="1481958" cy="894622"/>
          </a:xfrm>
        </p:grpSpPr>
        <p:sp>
          <p:nvSpPr>
            <p:cNvPr id="170" name="Freeform 169">
              <a:extLst>
                <a:ext uri="{FF2B5EF4-FFF2-40B4-BE49-F238E27FC236}">
                  <a16:creationId xmlns:a16="http://schemas.microsoft.com/office/drawing/2014/main" id="{6EA94988-CC89-3642-A88D-6B459D6F8BC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A814D6F1-04C2-1B4D-BC48-F5D64BFAD7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E8D99D35-1055-C746-A34F-65F922F1747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20475BE0-775B-ED48-8B9C-337924DEA5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37A6F49D-CFDA-3247-8203-78C4A36E9B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20797F7F-7714-9D4D-9312-1235620E67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C0A274B4-6FE8-AB48-84CB-724778C05E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234CA8E2-CA47-3342-89C3-3B10D0B4BE7B}"/>
              </a:ext>
            </a:extLst>
          </p:cNvPr>
          <p:cNvGrpSpPr/>
          <p:nvPr/>
        </p:nvGrpSpPr>
        <p:grpSpPr>
          <a:xfrm>
            <a:off x="6250355" y="3566310"/>
            <a:ext cx="367224" cy="240304"/>
            <a:chOff x="7493876" y="2774731"/>
            <a:chExt cx="1481958" cy="894622"/>
          </a:xfrm>
        </p:grpSpPr>
        <p:sp>
          <p:nvSpPr>
            <p:cNvPr id="178" name="Freeform 177">
              <a:extLst>
                <a:ext uri="{FF2B5EF4-FFF2-40B4-BE49-F238E27FC236}">
                  <a16:creationId xmlns:a16="http://schemas.microsoft.com/office/drawing/2014/main" id="{88E368EA-8580-3049-88F2-2BFFEBA52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CECD1735-BC7F-4B4E-A156-C6237EB21E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BFFDA69F-52E5-704E-816A-7D283F46D629}"/>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DF768A8-0989-8D43-9005-A3525A8FAE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8379FEEB-3CD5-0E45-813F-30F4E374B4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9D336B54-C010-2842-B3B2-A7896CBA45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9FEF9841-0617-B143-8CDB-7C763CD143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E04DDD9-D15C-B342-9331-71FCA9CC9A21}"/>
              </a:ext>
            </a:extLst>
          </p:cNvPr>
          <p:cNvGrpSpPr/>
          <p:nvPr/>
        </p:nvGrpSpPr>
        <p:grpSpPr>
          <a:xfrm>
            <a:off x="7128476" y="4164603"/>
            <a:ext cx="353678" cy="198344"/>
            <a:chOff x="7493876" y="2774731"/>
            <a:chExt cx="1481958" cy="894622"/>
          </a:xfrm>
        </p:grpSpPr>
        <p:sp>
          <p:nvSpPr>
            <p:cNvPr id="186" name="Freeform 185">
              <a:extLst>
                <a:ext uri="{FF2B5EF4-FFF2-40B4-BE49-F238E27FC236}">
                  <a16:creationId xmlns:a16="http://schemas.microsoft.com/office/drawing/2014/main" id="{9CDA6893-911D-C047-91B4-85C5DEB4A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BDC2350C-98DB-984A-9664-41C9A28FF0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1651D0AD-B967-8A43-9356-76CC0038EA93}"/>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E9DC72D0-39BD-D540-8565-EB08F00726F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738ABBCB-62DC-0C4E-A6F6-F4C73B296D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7CA91F59-475D-3049-8E41-FB80438B2F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ECD0867-45D3-1848-9A29-2D6D97DCB5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D68B99D8-7FAA-DB48-B100-6ABCC18F88DA}"/>
              </a:ext>
            </a:extLst>
          </p:cNvPr>
          <p:cNvGrpSpPr/>
          <p:nvPr/>
        </p:nvGrpSpPr>
        <p:grpSpPr>
          <a:xfrm>
            <a:off x="7679199" y="4541403"/>
            <a:ext cx="228295" cy="120400"/>
            <a:chOff x="7493876" y="2774731"/>
            <a:chExt cx="1481958" cy="894622"/>
          </a:xfrm>
        </p:grpSpPr>
        <p:sp>
          <p:nvSpPr>
            <p:cNvPr id="194" name="Freeform 193">
              <a:extLst>
                <a:ext uri="{FF2B5EF4-FFF2-40B4-BE49-F238E27FC236}">
                  <a16:creationId xmlns:a16="http://schemas.microsoft.com/office/drawing/2014/main" id="{5AE55CE8-1A18-0546-8F95-19EB00C51B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397A6EEC-7F7B-B44D-B159-E6529E96DAE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229D8220-1A87-F446-B97A-75E762AD48BC}"/>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01199B66-E17B-D040-8270-AD6CAECF1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EF08140F-CE6F-2A44-91C7-25472FA7CA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8F2984-FEFB-3A4B-90CB-9D788B96596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65FB8895-68EA-724B-98F2-A3AF0A66D9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A9715D41-04EC-3F44-9C57-5ECB88DD7625}"/>
              </a:ext>
            </a:extLst>
          </p:cNvPr>
          <p:cNvGrpSpPr/>
          <p:nvPr/>
        </p:nvGrpSpPr>
        <p:grpSpPr>
          <a:xfrm>
            <a:off x="4452729" y="2531165"/>
            <a:ext cx="363739" cy="305055"/>
            <a:chOff x="7432700" y="2327293"/>
            <a:chExt cx="534987" cy="407988"/>
          </a:xfrm>
        </p:grpSpPr>
        <p:pic>
          <p:nvPicPr>
            <p:cNvPr id="202" name="Picture 1017" descr="antenna_stylized">
              <a:extLst>
                <a:ext uri="{FF2B5EF4-FFF2-40B4-BE49-F238E27FC236}">
                  <a16:creationId xmlns:a16="http://schemas.microsoft.com/office/drawing/2014/main" id="{011A3A36-F323-9149-A225-B6479F7E04C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018" descr="laptop_keyboard">
              <a:extLst>
                <a:ext uri="{FF2B5EF4-FFF2-40B4-BE49-F238E27FC236}">
                  <a16:creationId xmlns:a16="http://schemas.microsoft.com/office/drawing/2014/main" id="{67AF5373-64A6-ED4C-9A20-8BA713D919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019">
              <a:extLst>
                <a:ext uri="{FF2B5EF4-FFF2-40B4-BE49-F238E27FC236}">
                  <a16:creationId xmlns:a16="http://schemas.microsoft.com/office/drawing/2014/main" id="{77B7C5CC-3126-CC4E-BEA2-6BC77404DC85}"/>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05" name="Picture 1020" descr="screen">
              <a:extLst>
                <a:ext uri="{FF2B5EF4-FFF2-40B4-BE49-F238E27FC236}">
                  <a16:creationId xmlns:a16="http://schemas.microsoft.com/office/drawing/2014/main" id="{F1597118-CDB4-9245-B064-46E81907E9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21">
              <a:extLst>
                <a:ext uri="{FF2B5EF4-FFF2-40B4-BE49-F238E27FC236}">
                  <a16:creationId xmlns:a16="http://schemas.microsoft.com/office/drawing/2014/main" id="{7C810ED4-4DEB-3040-9BF6-CA361BC1C8A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22">
              <a:extLst>
                <a:ext uri="{FF2B5EF4-FFF2-40B4-BE49-F238E27FC236}">
                  <a16:creationId xmlns:a16="http://schemas.microsoft.com/office/drawing/2014/main" id="{E4213180-3C66-8D4A-A0C7-B0B5FF22588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023">
              <a:extLst>
                <a:ext uri="{FF2B5EF4-FFF2-40B4-BE49-F238E27FC236}">
                  <a16:creationId xmlns:a16="http://schemas.microsoft.com/office/drawing/2014/main" id="{12A86A22-C609-1D4C-A970-E79D8520189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24">
              <a:extLst>
                <a:ext uri="{FF2B5EF4-FFF2-40B4-BE49-F238E27FC236}">
                  <a16:creationId xmlns:a16="http://schemas.microsoft.com/office/drawing/2014/main" id="{FC4340F8-0A2B-F34E-9B80-F8444EB719BA}"/>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25">
              <a:extLst>
                <a:ext uri="{FF2B5EF4-FFF2-40B4-BE49-F238E27FC236}">
                  <a16:creationId xmlns:a16="http://schemas.microsoft.com/office/drawing/2014/main" id="{152515B1-7436-7244-9589-ABB725ACD54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26">
              <a:extLst>
                <a:ext uri="{FF2B5EF4-FFF2-40B4-BE49-F238E27FC236}">
                  <a16:creationId xmlns:a16="http://schemas.microsoft.com/office/drawing/2014/main" id="{00C1E013-24FD-4F4F-9BDC-600E5726F18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2" name="Group 1027">
              <a:extLst>
                <a:ext uri="{FF2B5EF4-FFF2-40B4-BE49-F238E27FC236}">
                  <a16:creationId xmlns:a16="http://schemas.microsoft.com/office/drawing/2014/main" id="{020A869B-B4AB-6245-A52F-D311B20025A3}"/>
                </a:ext>
              </a:extLst>
            </p:cNvPr>
            <p:cNvGrpSpPr>
              <a:grpSpLocks/>
            </p:cNvGrpSpPr>
            <p:nvPr/>
          </p:nvGrpSpPr>
          <p:grpSpPr bwMode="auto">
            <a:xfrm>
              <a:off x="7594735" y="2642220"/>
              <a:ext cx="98740" cy="36846"/>
              <a:chOff x="1740" y="2642"/>
              <a:chExt cx="752" cy="327"/>
            </a:xfrm>
          </p:grpSpPr>
          <p:sp>
            <p:nvSpPr>
              <p:cNvPr id="219" name="Freeform 1028">
                <a:extLst>
                  <a:ext uri="{FF2B5EF4-FFF2-40B4-BE49-F238E27FC236}">
                    <a16:creationId xmlns:a16="http://schemas.microsoft.com/office/drawing/2014/main" id="{7C59F553-D4F3-B84A-9D32-750872FDA88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029">
                <a:extLst>
                  <a:ext uri="{FF2B5EF4-FFF2-40B4-BE49-F238E27FC236}">
                    <a16:creationId xmlns:a16="http://schemas.microsoft.com/office/drawing/2014/main" id="{FB31CE0D-B1A2-2541-8E6C-07BACBE2212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030">
                <a:extLst>
                  <a:ext uri="{FF2B5EF4-FFF2-40B4-BE49-F238E27FC236}">
                    <a16:creationId xmlns:a16="http://schemas.microsoft.com/office/drawing/2014/main" id="{79743601-1251-B446-96A2-E8A022F04B7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1031">
                <a:extLst>
                  <a:ext uri="{FF2B5EF4-FFF2-40B4-BE49-F238E27FC236}">
                    <a16:creationId xmlns:a16="http://schemas.microsoft.com/office/drawing/2014/main" id="{92C93205-F1A2-C64C-9417-CB0149EB09D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032">
                <a:extLst>
                  <a:ext uri="{FF2B5EF4-FFF2-40B4-BE49-F238E27FC236}">
                    <a16:creationId xmlns:a16="http://schemas.microsoft.com/office/drawing/2014/main" id="{CE834B82-F7B4-6F43-A54F-3F4A32763D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033">
                <a:extLst>
                  <a:ext uri="{FF2B5EF4-FFF2-40B4-BE49-F238E27FC236}">
                    <a16:creationId xmlns:a16="http://schemas.microsoft.com/office/drawing/2014/main" id="{106FA891-3BDD-BD42-AB09-FD3624FAB01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3" name="Freeform 1034">
              <a:extLst>
                <a:ext uri="{FF2B5EF4-FFF2-40B4-BE49-F238E27FC236}">
                  <a16:creationId xmlns:a16="http://schemas.microsoft.com/office/drawing/2014/main" id="{89D3CB3B-C6EA-334C-8A75-30725C2225C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35">
              <a:extLst>
                <a:ext uri="{FF2B5EF4-FFF2-40B4-BE49-F238E27FC236}">
                  <a16:creationId xmlns:a16="http://schemas.microsoft.com/office/drawing/2014/main" id="{ED4D7C44-7297-044F-BC72-345005F5479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36">
              <a:extLst>
                <a:ext uri="{FF2B5EF4-FFF2-40B4-BE49-F238E27FC236}">
                  <a16:creationId xmlns:a16="http://schemas.microsoft.com/office/drawing/2014/main" id="{0B965469-D790-CB43-83C5-F9FD8BE68FB2}"/>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037">
              <a:extLst>
                <a:ext uri="{FF2B5EF4-FFF2-40B4-BE49-F238E27FC236}">
                  <a16:creationId xmlns:a16="http://schemas.microsoft.com/office/drawing/2014/main" id="{7917FF6D-4AF2-684D-9433-F5DA9B184132}"/>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038">
              <a:extLst>
                <a:ext uri="{FF2B5EF4-FFF2-40B4-BE49-F238E27FC236}">
                  <a16:creationId xmlns:a16="http://schemas.microsoft.com/office/drawing/2014/main" id="{B0C4D2F9-6B8F-BE4A-BB70-761FAC74AEF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039">
              <a:extLst>
                <a:ext uri="{FF2B5EF4-FFF2-40B4-BE49-F238E27FC236}">
                  <a16:creationId xmlns:a16="http://schemas.microsoft.com/office/drawing/2014/main" id="{9E1A150D-77F7-9E4E-863C-9F2A7CAC8F2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5880E45C-BBBE-554A-858B-868F56890610}"/>
              </a:ext>
            </a:extLst>
          </p:cNvPr>
          <p:cNvGrpSpPr/>
          <p:nvPr/>
        </p:nvGrpSpPr>
        <p:grpSpPr>
          <a:xfrm>
            <a:off x="4823792" y="2160105"/>
            <a:ext cx="711560" cy="179030"/>
            <a:chOff x="8493165" y="2029804"/>
            <a:chExt cx="849312" cy="226109"/>
          </a:xfrm>
        </p:grpSpPr>
        <p:pic>
          <p:nvPicPr>
            <p:cNvPr id="229" name="Picture 603" descr="car_icon_small">
              <a:extLst>
                <a:ext uri="{FF2B5EF4-FFF2-40B4-BE49-F238E27FC236}">
                  <a16:creationId xmlns:a16="http://schemas.microsoft.com/office/drawing/2014/main" id="{7EA98D6A-860A-4948-BE05-44BA8D6F25F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017" descr="antenna_stylized">
              <a:extLst>
                <a:ext uri="{FF2B5EF4-FFF2-40B4-BE49-F238E27FC236}">
                  <a16:creationId xmlns:a16="http://schemas.microsoft.com/office/drawing/2014/main" id="{5AAB3468-1552-464A-B1FC-5665FD619B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1" name="Group 230">
            <a:extLst>
              <a:ext uri="{FF2B5EF4-FFF2-40B4-BE49-F238E27FC236}">
                <a16:creationId xmlns:a16="http://schemas.microsoft.com/office/drawing/2014/main" id="{B55A99B4-EA82-D240-8CDF-FEB12D160A74}"/>
              </a:ext>
            </a:extLst>
          </p:cNvPr>
          <p:cNvGrpSpPr/>
          <p:nvPr/>
        </p:nvGrpSpPr>
        <p:grpSpPr>
          <a:xfrm>
            <a:off x="4246735" y="3497702"/>
            <a:ext cx="857739" cy="583764"/>
            <a:chOff x="7487144" y="3296104"/>
            <a:chExt cx="857739" cy="583764"/>
          </a:xfrm>
        </p:grpSpPr>
        <p:grpSp>
          <p:nvGrpSpPr>
            <p:cNvPr id="232" name="Group 231">
              <a:extLst>
                <a:ext uri="{FF2B5EF4-FFF2-40B4-BE49-F238E27FC236}">
                  <a16:creationId xmlns:a16="http://schemas.microsoft.com/office/drawing/2014/main" id="{409D3E52-5CE8-F04F-BEDB-5BA109B598E9}"/>
                </a:ext>
              </a:extLst>
            </p:cNvPr>
            <p:cNvGrpSpPr/>
            <p:nvPr/>
          </p:nvGrpSpPr>
          <p:grpSpPr>
            <a:xfrm>
              <a:off x="7487144" y="3389820"/>
              <a:ext cx="350807" cy="305517"/>
              <a:chOff x="7487144" y="3389820"/>
              <a:chExt cx="350807" cy="305517"/>
            </a:xfrm>
          </p:grpSpPr>
          <p:pic>
            <p:nvPicPr>
              <p:cNvPr id="239" name="Picture 1115" descr="antenna_stylized">
                <a:extLst>
                  <a:ext uri="{FF2B5EF4-FFF2-40B4-BE49-F238E27FC236}">
                    <a16:creationId xmlns:a16="http://schemas.microsoft.com/office/drawing/2014/main" id="{C7DC9C85-0935-ED40-93B0-652D43F0D9A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0" name="Picture 1116" descr="laptop_keyboard">
                <a:extLst>
                  <a:ext uri="{FF2B5EF4-FFF2-40B4-BE49-F238E27FC236}">
                    <a16:creationId xmlns:a16="http://schemas.microsoft.com/office/drawing/2014/main" id="{ED2E6C0C-9356-2242-932A-1F72C8B82CD3}"/>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117">
                <a:extLst>
                  <a:ext uri="{FF2B5EF4-FFF2-40B4-BE49-F238E27FC236}">
                    <a16:creationId xmlns:a16="http://schemas.microsoft.com/office/drawing/2014/main" id="{00D1D267-9D69-824F-85A0-11CE16FC1676}"/>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42" name="Picture 1118" descr="screen">
                <a:extLst>
                  <a:ext uri="{FF2B5EF4-FFF2-40B4-BE49-F238E27FC236}">
                    <a16:creationId xmlns:a16="http://schemas.microsoft.com/office/drawing/2014/main" id="{2E865BDB-6379-4B4A-BA26-4B74B8ED7EB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9">
                <a:extLst>
                  <a:ext uri="{FF2B5EF4-FFF2-40B4-BE49-F238E27FC236}">
                    <a16:creationId xmlns:a16="http://schemas.microsoft.com/office/drawing/2014/main" id="{D4C888E3-5CAE-5F46-B3DA-7FFA02698F4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120">
                <a:extLst>
                  <a:ext uri="{FF2B5EF4-FFF2-40B4-BE49-F238E27FC236}">
                    <a16:creationId xmlns:a16="http://schemas.microsoft.com/office/drawing/2014/main" id="{7DC724E0-C474-2342-937E-5530C2B713BC}"/>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1121">
                <a:extLst>
                  <a:ext uri="{FF2B5EF4-FFF2-40B4-BE49-F238E27FC236}">
                    <a16:creationId xmlns:a16="http://schemas.microsoft.com/office/drawing/2014/main" id="{DBBADCB7-5AF1-B647-8187-B515342DFA6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1122">
                <a:extLst>
                  <a:ext uri="{FF2B5EF4-FFF2-40B4-BE49-F238E27FC236}">
                    <a16:creationId xmlns:a16="http://schemas.microsoft.com/office/drawing/2014/main" id="{6A7E7781-A06C-4A46-B4D4-A2ADD7BC4CA2}"/>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1123">
                <a:extLst>
                  <a:ext uri="{FF2B5EF4-FFF2-40B4-BE49-F238E27FC236}">
                    <a16:creationId xmlns:a16="http://schemas.microsoft.com/office/drawing/2014/main" id="{D6F87B20-8CEB-3547-A384-CF7630F9EEF1}"/>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1124">
                <a:extLst>
                  <a:ext uri="{FF2B5EF4-FFF2-40B4-BE49-F238E27FC236}">
                    <a16:creationId xmlns:a16="http://schemas.microsoft.com/office/drawing/2014/main" id="{D4068BF3-7165-D94A-8083-B56B708AB05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9" name="Group 1125">
                <a:extLst>
                  <a:ext uri="{FF2B5EF4-FFF2-40B4-BE49-F238E27FC236}">
                    <a16:creationId xmlns:a16="http://schemas.microsoft.com/office/drawing/2014/main" id="{49F316BA-1EC8-1A4C-8646-3DB1066BE697}"/>
                  </a:ext>
                </a:extLst>
              </p:cNvPr>
              <p:cNvGrpSpPr>
                <a:grpSpLocks/>
              </p:cNvGrpSpPr>
              <p:nvPr/>
            </p:nvGrpSpPr>
            <p:grpSpPr bwMode="auto">
              <a:xfrm>
                <a:off x="7593395" y="3625649"/>
                <a:ext cx="64747" cy="27592"/>
                <a:chOff x="1740" y="2642"/>
                <a:chExt cx="752" cy="327"/>
              </a:xfrm>
            </p:grpSpPr>
            <p:sp>
              <p:nvSpPr>
                <p:cNvPr id="256" name="Freeform 1126">
                  <a:extLst>
                    <a:ext uri="{FF2B5EF4-FFF2-40B4-BE49-F238E27FC236}">
                      <a16:creationId xmlns:a16="http://schemas.microsoft.com/office/drawing/2014/main" id="{33FE59FB-DFE6-7341-B17A-E0B047418DE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127">
                  <a:extLst>
                    <a:ext uri="{FF2B5EF4-FFF2-40B4-BE49-F238E27FC236}">
                      <a16:creationId xmlns:a16="http://schemas.microsoft.com/office/drawing/2014/main" id="{598F8813-57C3-F84F-83C4-0B9E1718097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128">
                  <a:extLst>
                    <a:ext uri="{FF2B5EF4-FFF2-40B4-BE49-F238E27FC236}">
                      <a16:creationId xmlns:a16="http://schemas.microsoft.com/office/drawing/2014/main" id="{C6707220-A73C-4F42-B353-3DDAC39FA4D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129">
                  <a:extLst>
                    <a:ext uri="{FF2B5EF4-FFF2-40B4-BE49-F238E27FC236}">
                      <a16:creationId xmlns:a16="http://schemas.microsoft.com/office/drawing/2014/main" id="{69D8ADD5-9521-5041-AA09-96E118EB0A6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1130">
                  <a:extLst>
                    <a:ext uri="{FF2B5EF4-FFF2-40B4-BE49-F238E27FC236}">
                      <a16:creationId xmlns:a16="http://schemas.microsoft.com/office/drawing/2014/main" id="{FDC2A7F7-5B56-B846-9E39-51BA6D5E4EB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1131">
                  <a:extLst>
                    <a:ext uri="{FF2B5EF4-FFF2-40B4-BE49-F238E27FC236}">
                      <a16:creationId xmlns:a16="http://schemas.microsoft.com/office/drawing/2014/main" id="{D6672560-B106-9C4C-8CF0-929B184BD67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0" name="Freeform 1132">
                <a:extLst>
                  <a:ext uri="{FF2B5EF4-FFF2-40B4-BE49-F238E27FC236}">
                    <a16:creationId xmlns:a16="http://schemas.microsoft.com/office/drawing/2014/main" id="{BB1750B0-C777-0046-A734-2F93E4CD08A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1133">
                <a:extLst>
                  <a:ext uri="{FF2B5EF4-FFF2-40B4-BE49-F238E27FC236}">
                    <a16:creationId xmlns:a16="http://schemas.microsoft.com/office/drawing/2014/main" id="{95867084-C6EF-724D-8778-CC07F1339CD9}"/>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1134">
                <a:extLst>
                  <a:ext uri="{FF2B5EF4-FFF2-40B4-BE49-F238E27FC236}">
                    <a16:creationId xmlns:a16="http://schemas.microsoft.com/office/drawing/2014/main" id="{D1BD0E25-944D-7F46-A12A-B93EF1AE3B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1135">
                <a:extLst>
                  <a:ext uri="{FF2B5EF4-FFF2-40B4-BE49-F238E27FC236}">
                    <a16:creationId xmlns:a16="http://schemas.microsoft.com/office/drawing/2014/main" id="{CF2CF5B5-622C-5343-B5D0-5391059D59D8}"/>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1136">
                <a:extLst>
                  <a:ext uri="{FF2B5EF4-FFF2-40B4-BE49-F238E27FC236}">
                    <a16:creationId xmlns:a16="http://schemas.microsoft.com/office/drawing/2014/main" id="{6048412C-8C17-C140-AD3E-3A9012E700F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137">
                <a:extLst>
                  <a:ext uri="{FF2B5EF4-FFF2-40B4-BE49-F238E27FC236}">
                    <a16:creationId xmlns:a16="http://schemas.microsoft.com/office/drawing/2014/main" id="{EED18DA0-8875-9843-8A85-6A944F34957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3" name="Group 1139">
              <a:extLst>
                <a:ext uri="{FF2B5EF4-FFF2-40B4-BE49-F238E27FC236}">
                  <a16:creationId xmlns:a16="http://schemas.microsoft.com/office/drawing/2014/main" id="{D9004963-936C-DD47-9965-B9CCBB2F9661}"/>
                </a:ext>
              </a:extLst>
            </p:cNvPr>
            <p:cNvGrpSpPr>
              <a:grpSpLocks/>
            </p:cNvGrpSpPr>
            <p:nvPr/>
          </p:nvGrpSpPr>
          <p:grpSpPr bwMode="auto">
            <a:xfrm flipH="1">
              <a:off x="7985622" y="3537823"/>
              <a:ext cx="359261" cy="342045"/>
              <a:chOff x="2839" y="3501"/>
              <a:chExt cx="755" cy="803"/>
            </a:xfrm>
          </p:grpSpPr>
          <p:pic>
            <p:nvPicPr>
              <p:cNvPr id="237" name="Picture 1140" descr="desktop_computer_stylized_medium">
                <a:extLst>
                  <a:ext uri="{FF2B5EF4-FFF2-40B4-BE49-F238E27FC236}">
                    <a16:creationId xmlns:a16="http://schemas.microsoft.com/office/drawing/2014/main" id="{AD933EE7-0891-0146-A9F4-226FA7B27A1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41">
                <a:extLst>
                  <a:ext uri="{FF2B5EF4-FFF2-40B4-BE49-F238E27FC236}">
                    <a16:creationId xmlns:a16="http://schemas.microsoft.com/office/drawing/2014/main" id="{DAF83E23-262D-1043-8CCF-F63A734D8D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4" name="Group 233">
              <a:extLst>
                <a:ext uri="{FF2B5EF4-FFF2-40B4-BE49-F238E27FC236}">
                  <a16:creationId xmlns:a16="http://schemas.microsoft.com/office/drawing/2014/main" id="{B2958F6D-7B2A-364C-8D84-79D8C6C9B1F4}"/>
                </a:ext>
              </a:extLst>
            </p:cNvPr>
            <p:cNvGrpSpPr/>
            <p:nvPr/>
          </p:nvGrpSpPr>
          <p:grpSpPr>
            <a:xfrm>
              <a:off x="7797061" y="3296104"/>
              <a:ext cx="347997" cy="396620"/>
              <a:chOff x="7797061" y="3296104"/>
              <a:chExt cx="347997" cy="396620"/>
            </a:xfrm>
          </p:grpSpPr>
          <p:pic>
            <p:nvPicPr>
              <p:cNvPr id="235" name="Picture 571" descr="fridge2.png">
                <a:extLst>
                  <a:ext uri="{FF2B5EF4-FFF2-40B4-BE49-F238E27FC236}">
                    <a16:creationId xmlns:a16="http://schemas.microsoft.com/office/drawing/2014/main" id="{ABC51E46-52F9-3D42-AFBD-658C57251683}"/>
                  </a:ext>
                </a:extLst>
              </p:cNvPr>
              <p:cNvPicPr>
                <a:picLocks noChangeAspect="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1115" descr="antenna_stylized">
                <a:extLst>
                  <a:ext uri="{FF2B5EF4-FFF2-40B4-BE49-F238E27FC236}">
                    <a16:creationId xmlns:a16="http://schemas.microsoft.com/office/drawing/2014/main" id="{CED1EF09-FE8F-4B41-A745-0C14F13A12D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2" name="Group 261">
            <a:extLst>
              <a:ext uri="{FF2B5EF4-FFF2-40B4-BE49-F238E27FC236}">
                <a16:creationId xmlns:a16="http://schemas.microsoft.com/office/drawing/2014/main" id="{D44AFE4B-018B-ED4C-9212-23E48ADBCA41}"/>
              </a:ext>
            </a:extLst>
          </p:cNvPr>
          <p:cNvGrpSpPr/>
          <p:nvPr/>
        </p:nvGrpSpPr>
        <p:grpSpPr>
          <a:xfrm>
            <a:off x="7818164" y="3600763"/>
            <a:ext cx="518448" cy="1212242"/>
            <a:chOff x="11058573" y="3399165"/>
            <a:chExt cx="518448" cy="1212242"/>
          </a:xfrm>
        </p:grpSpPr>
        <p:grpSp>
          <p:nvGrpSpPr>
            <p:cNvPr id="263" name="Group 262">
              <a:extLst>
                <a:ext uri="{FF2B5EF4-FFF2-40B4-BE49-F238E27FC236}">
                  <a16:creationId xmlns:a16="http://schemas.microsoft.com/office/drawing/2014/main" id="{88B6667A-A701-7F4A-BC6C-316B6FF0EB2F}"/>
                </a:ext>
              </a:extLst>
            </p:cNvPr>
            <p:cNvGrpSpPr/>
            <p:nvPr/>
          </p:nvGrpSpPr>
          <p:grpSpPr>
            <a:xfrm>
              <a:off x="11087182" y="4159591"/>
              <a:ext cx="489839" cy="451816"/>
              <a:chOff x="5103720" y="2693365"/>
              <a:chExt cx="611650" cy="414788"/>
            </a:xfrm>
          </p:grpSpPr>
          <p:cxnSp>
            <p:nvCxnSpPr>
              <p:cNvPr id="270" name="Straight Connector 269">
                <a:extLst>
                  <a:ext uri="{FF2B5EF4-FFF2-40B4-BE49-F238E27FC236}">
                    <a16:creationId xmlns:a16="http://schemas.microsoft.com/office/drawing/2014/main" id="{9CDC29E2-BBEC-9244-8DA1-BD294F0ADE8E}"/>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1" name="Group 270">
                <a:extLst>
                  <a:ext uri="{FF2B5EF4-FFF2-40B4-BE49-F238E27FC236}">
                    <a16:creationId xmlns:a16="http://schemas.microsoft.com/office/drawing/2014/main" id="{F1BB320A-E6AC-5B4C-93BC-FEEFA612BE51}"/>
                  </a:ext>
                </a:extLst>
              </p:cNvPr>
              <p:cNvGrpSpPr/>
              <p:nvPr/>
            </p:nvGrpSpPr>
            <p:grpSpPr>
              <a:xfrm>
                <a:off x="5275406" y="2693365"/>
                <a:ext cx="439964" cy="414788"/>
                <a:chOff x="5275406" y="2711455"/>
                <a:chExt cx="452949" cy="405518"/>
              </a:xfrm>
            </p:grpSpPr>
            <p:pic>
              <p:nvPicPr>
                <p:cNvPr id="272" name="Picture 271" descr="server_rack.png">
                  <a:extLst>
                    <a:ext uri="{FF2B5EF4-FFF2-40B4-BE49-F238E27FC236}">
                      <a16:creationId xmlns:a16="http://schemas.microsoft.com/office/drawing/2014/main" id="{0F4317C8-49E4-AB46-BCF0-60D730DF38BF}"/>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3" name="Picture 272" descr="server_rack.png">
                  <a:extLst>
                    <a:ext uri="{FF2B5EF4-FFF2-40B4-BE49-F238E27FC236}">
                      <a16:creationId xmlns:a16="http://schemas.microsoft.com/office/drawing/2014/main" id="{A01BED51-68E3-6C41-A693-5CB190F0B3E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4" name="Picture 273" descr="server_rack.png">
                  <a:extLst>
                    <a:ext uri="{FF2B5EF4-FFF2-40B4-BE49-F238E27FC236}">
                      <a16:creationId xmlns:a16="http://schemas.microsoft.com/office/drawing/2014/main" id="{F1BCC4B8-3FE3-614B-B2EF-7338DE5C761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4" name="Group 263">
              <a:extLst>
                <a:ext uri="{FF2B5EF4-FFF2-40B4-BE49-F238E27FC236}">
                  <a16:creationId xmlns:a16="http://schemas.microsoft.com/office/drawing/2014/main" id="{C8A9FE7F-7C9F-C84C-A0A1-1C947E8FD225}"/>
                </a:ext>
              </a:extLst>
            </p:cNvPr>
            <p:cNvGrpSpPr/>
            <p:nvPr/>
          </p:nvGrpSpPr>
          <p:grpSpPr>
            <a:xfrm>
              <a:off x="11058573" y="3399165"/>
              <a:ext cx="423724" cy="405973"/>
              <a:chOff x="5103720" y="2693365"/>
              <a:chExt cx="611650" cy="414788"/>
            </a:xfrm>
          </p:grpSpPr>
          <p:cxnSp>
            <p:nvCxnSpPr>
              <p:cNvPr id="265" name="Straight Connector 264">
                <a:extLst>
                  <a:ext uri="{FF2B5EF4-FFF2-40B4-BE49-F238E27FC236}">
                    <a16:creationId xmlns:a16="http://schemas.microsoft.com/office/drawing/2014/main" id="{8DB9B47F-7304-7A4A-A7A2-B3D20D4E444D}"/>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6" name="Group 265">
                <a:extLst>
                  <a:ext uri="{FF2B5EF4-FFF2-40B4-BE49-F238E27FC236}">
                    <a16:creationId xmlns:a16="http://schemas.microsoft.com/office/drawing/2014/main" id="{9A598477-96FD-D644-9846-B1BB6339137D}"/>
                  </a:ext>
                </a:extLst>
              </p:cNvPr>
              <p:cNvGrpSpPr/>
              <p:nvPr/>
            </p:nvGrpSpPr>
            <p:grpSpPr>
              <a:xfrm>
                <a:off x="5275406" y="2693365"/>
                <a:ext cx="439964" cy="414788"/>
                <a:chOff x="5275406" y="2711455"/>
                <a:chExt cx="452949" cy="405518"/>
              </a:xfrm>
            </p:grpSpPr>
            <p:pic>
              <p:nvPicPr>
                <p:cNvPr id="267" name="Picture 266" descr="server_rack.png">
                  <a:extLst>
                    <a:ext uri="{FF2B5EF4-FFF2-40B4-BE49-F238E27FC236}">
                      <a16:creationId xmlns:a16="http://schemas.microsoft.com/office/drawing/2014/main" id="{095B8966-EE73-8F44-A12C-C10C9978507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68" name="Picture 267" descr="server_rack.png">
                  <a:extLst>
                    <a:ext uri="{FF2B5EF4-FFF2-40B4-BE49-F238E27FC236}">
                      <a16:creationId xmlns:a16="http://schemas.microsoft.com/office/drawing/2014/main" id="{A3F9BE85-3AF6-3249-950A-217C66D0A2AE}"/>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69" name="Picture 268" descr="server_rack.png">
                  <a:extLst>
                    <a:ext uri="{FF2B5EF4-FFF2-40B4-BE49-F238E27FC236}">
                      <a16:creationId xmlns:a16="http://schemas.microsoft.com/office/drawing/2014/main" id="{72663D7C-9C3F-DA40-ACFE-B6C9A2140E74}"/>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5" name="Group 590">
            <a:extLst>
              <a:ext uri="{FF2B5EF4-FFF2-40B4-BE49-F238E27FC236}">
                <a16:creationId xmlns:a16="http://schemas.microsoft.com/office/drawing/2014/main" id="{0E5EB782-E0E2-2D48-B2DD-FD8EA24A76D3}"/>
              </a:ext>
            </a:extLst>
          </p:cNvPr>
          <p:cNvGrpSpPr>
            <a:grpSpLocks/>
          </p:cNvGrpSpPr>
          <p:nvPr/>
        </p:nvGrpSpPr>
        <p:grpSpPr bwMode="auto">
          <a:xfrm flipH="1">
            <a:off x="4734072" y="5072439"/>
            <a:ext cx="345630" cy="320302"/>
            <a:chOff x="2839" y="3501"/>
            <a:chExt cx="755" cy="803"/>
          </a:xfrm>
        </p:grpSpPr>
        <p:pic>
          <p:nvPicPr>
            <p:cNvPr id="276" name="Picture 591" descr="desktop_computer_stylized_medium">
              <a:extLst>
                <a:ext uri="{FF2B5EF4-FFF2-40B4-BE49-F238E27FC236}">
                  <a16:creationId xmlns:a16="http://schemas.microsoft.com/office/drawing/2014/main" id="{B1A64AC3-93FC-7D46-BA05-C8A4365E0422}"/>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592">
              <a:extLst>
                <a:ext uri="{FF2B5EF4-FFF2-40B4-BE49-F238E27FC236}">
                  <a16:creationId xmlns:a16="http://schemas.microsoft.com/office/drawing/2014/main" id="{6BF14B00-6CAE-014F-A59C-5A6E1391198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8" name="Group 1064">
            <a:extLst>
              <a:ext uri="{FF2B5EF4-FFF2-40B4-BE49-F238E27FC236}">
                <a16:creationId xmlns:a16="http://schemas.microsoft.com/office/drawing/2014/main" id="{7951DE67-1B86-B143-9CBC-5501BD8D94AC}"/>
              </a:ext>
            </a:extLst>
          </p:cNvPr>
          <p:cNvGrpSpPr>
            <a:grpSpLocks/>
          </p:cNvGrpSpPr>
          <p:nvPr/>
        </p:nvGrpSpPr>
        <p:grpSpPr bwMode="auto">
          <a:xfrm>
            <a:off x="5954898" y="6025087"/>
            <a:ext cx="310186" cy="307808"/>
            <a:chOff x="877" y="1008"/>
            <a:chExt cx="2747" cy="2591"/>
          </a:xfrm>
        </p:grpSpPr>
        <p:pic>
          <p:nvPicPr>
            <p:cNvPr id="279" name="Picture 1065" descr="antenna_stylized">
              <a:extLst>
                <a:ext uri="{FF2B5EF4-FFF2-40B4-BE49-F238E27FC236}">
                  <a16:creationId xmlns:a16="http://schemas.microsoft.com/office/drawing/2014/main" id="{B1F2AED3-0E3D-2D43-A954-6554CC0AFC3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1066" descr="laptop_keyboard">
              <a:extLst>
                <a:ext uri="{FF2B5EF4-FFF2-40B4-BE49-F238E27FC236}">
                  <a16:creationId xmlns:a16="http://schemas.microsoft.com/office/drawing/2014/main" id="{211384EE-349F-294E-B229-6FB03723D88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Freeform 1067">
              <a:extLst>
                <a:ext uri="{FF2B5EF4-FFF2-40B4-BE49-F238E27FC236}">
                  <a16:creationId xmlns:a16="http://schemas.microsoft.com/office/drawing/2014/main" id="{5EDD5BA3-2F27-A442-8752-48D09A3D496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82" name="Picture 1068" descr="screen">
              <a:extLst>
                <a:ext uri="{FF2B5EF4-FFF2-40B4-BE49-F238E27FC236}">
                  <a16:creationId xmlns:a16="http://schemas.microsoft.com/office/drawing/2014/main" id="{10224E9B-6FE9-FA41-96F2-B4EAD104F13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9">
              <a:extLst>
                <a:ext uri="{FF2B5EF4-FFF2-40B4-BE49-F238E27FC236}">
                  <a16:creationId xmlns:a16="http://schemas.microsoft.com/office/drawing/2014/main" id="{7F203ECD-BE4B-7A42-8D40-D46FB0A6F36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070">
              <a:extLst>
                <a:ext uri="{FF2B5EF4-FFF2-40B4-BE49-F238E27FC236}">
                  <a16:creationId xmlns:a16="http://schemas.microsoft.com/office/drawing/2014/main" id="{D28EC097-FE5C-B54E-B749-0AF699D87AD0}"/>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071">
              <a:extLst>
                <a:ext uri="{FF2B5EF4-FFF2-40B4-BE49-F238E27FC236}">
                  <a16:creationId xmlns:a16="http://schemas.microsoft.com/office/drawing/2014/main" id="{814120B1-8006-1B41-869E-2029C6E28035}"/>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072">
              <a:extLst>
                <a:ext uri="{FF2B5EF4-FFF2-40B4-BE49-F238E27FC236}">
                  <a16:creationId xmlns:a16="http://schemas.microsoft.com/office/drawing/2014/main" id="{0A886C02-AE34-6A41-9895-F0D951956AB8}"/>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073">
              <a:extLst>
                <a:ext uri="{FF2B5EF4-FFF2-40B4-BE49-F238E27FC236}">
                  <a16:creationId xmlns:a16="http://schemas.microsoft.com/office/drawing/2014/main" id="{A5484354-B02D-AB4D-9D77-AE7043FD61E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074">
              <a:extLst>
                <a:ext uri="{FF2B5EF4-FFF2-40B4-BE49-F238E27FC236}">
                  <a16:creationId xmlns:a16="http://schemas.microsoft.com/office/drawing/2014/main" id="{F4FD8A50-2573-2645-84E2-2B3A0884061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9" name="Group 1075">
              <a:extLst>
                <a:ext uri="{FF2B5EF4-FFF2-40B4-BE49-F238E27FC236}">
                  <a16:creationId xmlns:a16="http://schemas.microsoft.com/office/drawing/2014/main" id="{4E2AC5A6-3827-DD48-A056-70E2E938C793}"/>
                </a:ext>
              </a:extLst>
            </p:cNvPr>
            <p:cNvGrpSpPr>
              <a:grpSpLocks/>
            </p:cNvGrpSpPr>
            <p:nvPr/>
          </p:nvGrpSpPr>
          <p:grpSpPr bwMode="auto">
            <a:xfrm>
              <a:off x="1709" y="3008"/>
              <a:ext cx="507" cy="234"/>
              <a:chOff x="1740" y="2642"/>
              <a:chExt cx="752" cy="327"/>
            </a:xfrm>
          </p:grpSpPr>
          <p:sp>
            <p:nvSpPr>
              <p:cNvPr id="296" name="Freeform 1076">
                <a:extLst>
                  <a:ext uri="{FF2B5EF4-FFF2-40B4-BE49-F238E27FC236}">
                    <a16:creationId xmlns:a16="http://schemas.microsoft.com/office/drawing/2014/main" id="{6965E36F-322F-8E4C-B755-9C656885075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1077">
                <a:extLst>
                  <a:ext uri="{FF2B5EF4-FFF2-40B4-BE49-F238E27FC236}">
                    <a16:creationId xmlns:a16="http://schemas.microsoft.com/office/drawing/2014/main" id="{9E5988A4-67DD-CE43-B290-B641B201FE3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1078">
                <a:extLst>
                  <a:ext uri="{FF2B5EF4-FFF2-40B4-BE49-F238E27FC236}">
                    <a16:creationId xmlns:a16="http://schemas.microsoft.com/office/drawing/2014/main" id="{7ED2F9CF-9A11-A846-B686-0011B5C6DB5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079">
                <a:extLst>
                  <a:ext uri="{FF2B5EF4-FFF2-40B4-BE49-F238E27FC236}">
                    <a16:creationId xmlns:a16="http://schemas.microsoft.com/office/drawing/2014/main" id="{22648629-F8E7-334B-AAF7-CAD39969720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080">
                <a:extLst>
                  <a:ext uri="{FF2B5EF4-FFF2-40B4-BE49-F238E27FC236}">
                    <a16:creationId xmlns:a16="http://schemas.microsoft.com/office/drawing/2014/main" id="{C241B24C-14D9-964D-BC7F-36053379F2B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081">
                <a:extLst>
                  <a:ext uri="{FF2B5EF4-FFF2-40B4-BE49-F238E27FC236}">
                    <a16:creationId xmlns:a16="http://schemas.microsoft.com/office/drawing/2014/main" id="{DBA4F4AF-DCD1-704E-9204-C6AC9A27D9B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0" name="Freeform 1082">
              <a:extLst>
                <a:ext uri="{FF2B5EF4-FFF2-40B4-BE49-F238E27FC236}">
                  <a16:creationId xmlns:a16="http://schemas.microsoft.com/office/drawing/2014/main" id="{07FB7DE2-E31D-C649-9030-4E5B03249A24}"/>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1083">
              <a:extLst>
                <a:ext uri="{FF2B5EF4-FFF2-40B4-BE49-F238E27FC236}">
                  <a16:creationId xmlns:a16="http://schemas.microsoft.com/office/drawing/2014/main" id="{835C4B90-A535-AD40-B98F-7805DF477D3A}"/>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084">
              <a:extLst>
                <a:ext uri="{FF2B5EF4-FFF2-40B4-BE49-F238E27FC236}">
                  <a16:creationId xmlns:a16="http://schemas.microsoft.com/office/drawing/2014/main" id="{F5EFA280-53D8-2849-B25C-668EFE36568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085">
              <a:extLst>
                <a:ext uri="{FF2B5EF4-FFF2-40B4-BE49-F238E27FC236}">
                  <a16:creationId xmlns:a16="http://schemas.microsoft.com/office/drawing/2014/main" id="{1B5A7269-8C6F-814F-BDD2-4F9BF780A1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086">
              <a:extLst>
                <a:ext uri="{FF2B5EF4-FFF2-40B4-BE49-F238E27FC236}">
                  <a16:creationId xmlns:a16="http://schemas.microsoft.com/office/drawing/2014/main" id="{16486DCE-E56F-C84C-9A77-C45F0037598D}"/>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087">
              <a:extLst>
                <a:ext uri="{FF2B5EF4-FFF2-40B4-BE49-F238E27FC236}">
                  <a16:creationId xmlns:a16="http://schemas.microsoft.com/office/drawing/2014/main" id="{FDD4F9B1-A0C6-EA41-AF99-34AAB8E3C0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2" name="Group 590">
            <a:extLst>
              <a:ext uri="{FF2B5EF4-FFF2-40B4-BE49-F238E27FC236}">
                <a16:creationId xmlns:a16="http://schemas.microsoft.com/office/drawing/2014/main" id="{BDC6B5F1-555C-574C-99D4-96EF3D8C508A}"/>
              </a:ext>
            </a:extLst>
          </p:cNvPr>
          <p:cNvGrpSpPr>
            <a:grpSpLocks/>
          </p:cNvGrpSpPr>
          <p:nvPr/>
        </p:nvGrpSpPr>
        <p:grpSpPr bwMode="auto">
          <a:xfrm flipH="1">
            <a:off x="4907126" y="5676935"/>
            <a:ext cx="345630" cy="320302"/>
            <a:chOff x="2839" y="3501"/>
            <a:chExt cx="755" cy="803"/>
          </a:xfrm>
        </p:grpSpPr>
        <p:pic>
          <p:nvPicPr>
            <p:cNvPr id="303" name="Picture 591" descr="desktop_computer_stylized_medium">
              <a:extLst>
                <a:ext uri="{FF2B5EF4-FFF2-40B4-BE49-F238E27FC236}">
                  <a16:creationId xmlns:a16="http://schemas.microsoft.com/office/drawing/2014/main" id="{3B06A57A-EA8F-6A43-9237-F0B20AE67F0C}"/>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Freeform 592">
              <a:extLst>
                <a:ext uri="{FF2B5EF4-FFF2-40B4-BE49-F238E27FC236}">
                  <a16:creationId xmlns:a16="http://schemas.microsoft.com/office/drawing/2014/main" id="{6C40BD2C-BA0F-8C4A-98C3-E72D12AD9B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5" name="Group 590">
            <a:extLst>
              <a:ext uri="{FF2B5EF4-FFF2-40B4-BE49-F238E27FC236}">
                <a16:creationId xmlns:a16="http://schemas.microsoft.com/office/drawing/2014/main" id="{9F0D6DD0-FAEE-4144-B7FA-0A3F45B819BE}"/>
              </a:ext>
            </a:extLst>
          </p:cNvPr>
          <p:cNvGrpSpPr>
            <a:grpSpLocks/>
          </p:cNvGrpSpPr>
          <p:nvPr/>
        </p:nvGrpSpPr>
        <p:grpSpPr bwMode="auto">
          <a:xfrm flipH="1">
            <a:off x="5305351" y="5698408"/>
            <a:ext cx="345630" cy="320302"/>
            <a:chOff x="2839" y="3501"/>
            <a:chExt cx="755" cy="803"/>
          </a:xfrm>
        </p:grpSpPr>
        <p:pic>
          <p:nvPicPr>
            <p:cNvPr id="306" name="Picture 591" descr="desktop_computer_stylized_medium">
              <a:extLst>
                <a:ext uri="{FF2B5EF4-FFF2-40B4-BE49-F238E27FC236}">
                  <a16:creationId xmlns:a16="http://schemas.microsoft.com/office/drawing/2014/main" id="{09220898-F8BC-4A4F-BB36-024C79384617}"/>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592">
              <a:extLst>
                <a:ext uri="{FF2B5EF4-FFF2-40B4-BE49-F238E27FC236}">
                  <a16:creationId xmlns:a16="http://schemas.microsoft.com/office/drawing/2014/main" id="{FC3CF58C-E730-A744-B1BD-52C1A549BE7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8" name="Group 1064">
            <a:extLst>
              <a:ext uri="{FF2B5EF4-FFF2-40B4-BE49-F238E27FC236}">
                <a16:creationId xmlns:a16="http://schemas.microsoft.com/office/drawing/2014/main" id="{DFA47618-8D8A-D346-95B9-8E1444D3040F}"/>
              </a:ext>
            </a:extLst>
          </p:cNvPr>
          <p:cNvGrpSpPr>
            <a:grpSpLocks/>
          </p:cNvGrpSpPr>
          <p:nvPr/>
        </p:nvGrpSpPr>
        <p:grpSpPr bwMode="auto">
          <a:xfrm>
            <a:off x="6287963" y="5967416"/>
            <a:ext cx="319264" cy="253379"/>
            <a:chOff x="877" y="1008"/>
            <a:chExt cx="2747" cy="2591"/>
          </a:xfrm>
        </p:grpSpPr>
        <p:pic>
          <p:nvPicPr>
            <p:cNvPr id="309" name="Picture 1065" descr="antenna_stylized">
              <a:extLst>
                <a:ext uri="{FF2B5EF4-FFF2-40B4-BE49-F238E27FC236}">
                  <a16:creationId xmlns:a16="http://schemas.microsoft.com/office/drawing/2014/main" id="{17BA4BF7-6EB2-5C4C-A0CA-F479E6ADDAF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1066" descr="laptop_keyboard">
              <a:extLst>
                <a:ext uri="{FF2B5EF4-FFF2-40B4-BE49-F238E27FC236}">
                  <a16:creationId xmlns:a16="http://schemas.microsoft.com/office/drawing/2014/main" id="{3C1D902F-3BA4-2F49-B15B-A15DA195954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Freeform 1067">
              <a:extLst>
                <a:ext uri="{FF2B5EF4-FFF2-40B4-BE49-F238E27FC236}">
                  <a16:creationId xmlns:a16="http://schemas.microsoft.com/office/drawing/2014/main" id="{2877382F-39A2-B148-AC69-CF8CEA81C2F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12" name="Picture 1068" descr="screen">
              <a:extLst>
                <a:ext uri="{FF2B5EF4-FFF2-40B4-BE49-F238E27FC236}">
                  <a16:creationId xmlns:a16="http://schemas.microsoft.com/office/drawing/2014/main" id="{D9923942-B361-8447-A880-EC7F020ACCC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9">
              <a:extLst>
                <a:ext uri="{FF2B5EF4-FFF2-40B4-BE49-F238E27FC236}">
                  <a16:creationId xmlns:a16="http://schemas.microsoft.com/office/drawing/2014/main" id="{47339972-CDB8-C04B-8EC1-2A9C6080DAB7}"/>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070">
              <a:extLst>
                <a:ext uri="{FF2B5EF4-FFF2-40B4-BE49-F238E27FC236}">
                  <a16:creationId xmlns:a16="http://schemas.microsoft.com/office/drawing/2014/main" id="{8DBA4658-58F1-7147-A932-124385DA647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071">
              <a:extLst>
                <a:ext uri="{FF2B5EF4-FFF2-40B4-BE49-F238E27FC236}">
                  <a16:creationId xmlns:a16="http://schemas.microsoft.com/office/drawing/2014/main" id="{847D92F2-204A-7C46-B3AC-FE5A3763694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072">
              <a:extLst>
                <a:ext uri="{FF2B5EF4-FFF2-40B4-BE49-F238E27FC236}">
                  <a16:creationId xmlns:a16="http://schemas.microsoft.com/office/drawing/2014/main" id="{A9A67ED7-B095-1A4E-8E37-40AF41246D3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073">
              <a:extLst>
                <a:ext uri="{FF2B5EF4-FFF2-40B4-BE49-F238E27FC236}">
                  <a16:creationId xmlns:a16="http://schemas.microsoft.com/office/drawing/2014/main" id="{DF82D2B1-635A-714E-9305-B919A51A3B0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074">
              <a:extLst>
                <a:ext uri="{FF2B5EF4-FFF2-40B4-BE49-F238E27FC236}">
                  <a16:creationId xmlns:a16="http://schemas.microsoft.com/office/drawing/2014/main" id="{5AAFF1EB-A288-8F4F-B78A-EE009576E6F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9" name="Group 1075">
              <a:extLst>
                <a:ext uri="{FF2B5EF4-FFF2-40B4-BE49-F238E27FC236}">
                  <a16:creationId xmlns:a16="http://schemas.microsoft.com/office/drawing/2014/main" id="{7B7346F9-40BA-D049-8504-716739D549E8}"/>
                </a:ext>
              </a:extLst>
            </p:cNvPr>
            <p:cNvGrpSpPr>
              <a:grpSpLocks/>
            </p:cNvGrpSpPr>
            <p:nvPr/>
          </p:nvGrpSpPr>
          <p:grpSpPr bwMode="auto">
            <a:xfrm>
              <a:off x="1709" y="3008"/>
              <a:ext cx="507" cy="234"/>
              <a:chOff x="1740" y="2642"/>
              <a:chExt cx="752" cy="327"/>
            </a:xfrm>
          </p:grpSpPr>
          <p:sp>
            <p:nvSpPr>
              <p:cNvPr id="326" name="Freeform 1076">
                <a:extLst>
                  <a:ext uri="{FF2B5EF4-FFF2-40B4-BE49-F238E27FC236}">
                    <a16:creationId xmlns:a16="http://schemas.microsoft.com/office/drawing/2014/main" id="{70A0B529-8702-5248-85CB-6A6D9AA049D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077">
                <a:extLst>
                  <a:ext uri="{FF2B5EF4-FFF2-40B4-BE49-F238E27FC236}">
                    <a16:creationId xmlns:a16="http://schemas.microsoft.com/office/drawing/2014/main" id="{4EEC6B41-23FE-6343-9647-DDDB7181DFD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078">
                <a:extLst>
                  <a:ext uri="{FF2B5EF4-FFF2-40B4-BE49-F238E27FC236}">
                    <a16:creationId xmlns:a16="http://schemas.microsoft.com/office/drawing/2014/main" id="{0EABB596-A6BA-F740-B45B-0FF3A31F2BA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1079">
                <a:extLst>
                  <a:ext uri="{FF2B5EF4-FFF2-40B4-BE49-F238E27FC236}">
                    <a16:creationId xmlns:a16="http://schemas.microsoft.com/office/drawing/2014/main" id="{09242A2C-92CE-F44A-983E-EC9DAABC0FA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1080">
                <a:extLst>
                  <a:ext uri="{FF2B5EF4-FFF2-40B4-BE49-F238E27FC236}">
                    <a16:creationId xmlns:a16="http://schemas.microsoft.com/office/drawing/2014/main" id="{6466CBF5-6D5A-6F48-8E95-EE6BC0BAF42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081">
                <a:extLst>
                  <a:ext uri="{FF2B5EF4-FFF2-40B4-BE49-F238E27FC236}">
                    <a16:creationId xmlns:a16="http://schemas.microsoft.com/office/drawing/2014/main" id="{7570717D-AC26-0E41-B941-D7539925AE6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0" name="Freeform 1082">
              <a:extLst>
                <a:ext uri="{FF2B5EF4-FFF2-40B4-BE49-F238E27FC236}">
                  <a16:creationId xmlns:a16="http://schemas.microsoft.com/office/drawing/2014/main" id="{841F1253-B022-344F-B950-24A406B516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083">
              <a:extLst>
                <a:ext uri="{FF2B5EF4-FFF2-40B4-BE49-F238E27FC236}">
                  <a16:creationId xmlns:a16="http://schemas.microsoft.com/office/drawing/2014/main" id="{AB15C824-EB5B-B748-A3EC-CC23D2A2F6E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1084">
              <a:extLst>
                <a:ext uri="{FF2B5EF4-FFF2-40B4-BE49-F238E27FC236}">
                  <a16:creationId xmlns:a16="http://schemas.microsoft.com/office/drawing/2014/main" id="{71527C9D-21F9-E94E-8A55-013031DB30D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1085">
              <a:extLst>
                <a:ext uri="{FF2B5EF4-FFF2-40B4-BE49-F238E27FC236}">
                  <a16:creationId xmlns:a16="http://schemas.microsoft.com/office/drawing/2014/main" id="{BCC55649-0489-E549-A39F-9E8CC1F620C2}"/>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086">
              <a:extLst>
                <a:ext uri="{FF2B5EF4-FFF2-40B4-BE49-F238E27FC236}">
                  <a16:creationId xmlns:a16="http://schemas.microsoft.com/office/drawing/2014/main" id="{41231CA3-2B9E-9548-90CC-CBE0D7C26A9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087">
              <a:extLst>
                <a:ext uri="{FF2B5EF4-FFF2-40B4-BE49-F238E27FC236}">
                  <a16:creationId xmlns:a16="http://schemas.microsoft.com/office/drawing/2014/main" id="{F2D603F0-5286-EF42-A4CF-2B2011084AA3}"/>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32" name="Freeform 984">
            <a:extLst>
              <a:ext uri="{FF2B5EF4-FFF2-40B4-BE49-F238E27FC236}">
                <a16:creationId xmlns:a16="http://schemas.microsoft.com/office/drawing/2014/main" id="{9032EBDB-7D1E-B449-9716-5090592BDF34}"/>
              </a:ext>
            </a:extLst>
          </p:cNvPr>
          <p:cNvSpPr>
            <a:spLocks/>
          </p:cNvSpPr>
          <p:nvPr/>
        </p:nvSpPr>
        <p:spPr bwMode="auto">
          <a:xfrm>
            <a:off x="6906810" y="5809249"/>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986">
            <a:extLst>
              <a:ext uri="{FF2B5EF4-FFF2-40B4-BE49-F238E27FC236}">
                <a16:creationId xmlns:a16="http://schemas.microsoft.com/office/drawing/2014/main" id="{472A2A5F-8871-694C-B232-AC5219C80A8A}"/>
              </a:ext>
            </a:extLst>
          </p:cNvPr>
          <p:cNvSpPr>
            <a:spLocks/>
          </p:cNvSpPr>
          <p:nvPr/>
        </p:nvSpPr>
        <p:spPr bwMode="auto">
          <a:xfrm>
            <a:off x="6913187" y="5829201"/>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987">
            <a:extLst>
              <a:ext uri="{FF2B5EF4-FFF2-40B4-BE49-F238E27FC236}">
                <a16:creationId xmlns:a16="http://schemas.microsoft.com/office/drawing/2014/main" id="{23AD45D6-2919-0043-8446-78C078CC9836}"/>
              </a:ext>
            </a:extLst>
          </p:cNvPr>
          <p:cNvSpPr>
            <a:spLocks/>
          </p:cNvSpPr>
          <p:nvPr/>
        </p:nvSpPr>
        <p:spPr bwMode="auto">
          <a:xfrm>
            <a:off x="6908735" y="5985031"/>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Rectangle 988">
            <a:extLst>
              <a:ext uri="{FF2B5EF4-FFF2-40B4-BE49-F238E27FC236}">
                <a16:creationId xmlns:a16="http://schemas.microsoft.com/office/drawing/2014/main" id="{CEAA138C-A0DC-9442-AED8-104D07D78702}"/>
              </a:ext>
            </a:extLst>
          </p:cNvPr>
          <p:cNvSpPr>
            <a:spLocks noChangeArrowheads="1"/>
          </p:cNvSpPr>
          <p:nvPr/>
        </p:nvSpPr>
        <p:spPr bwMode="auto">
          <a:xfrm>
            <a:off x="6779516" y="584667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6" name="Group 989">
            <a:extLst>
              <a:ext uri="{FF2B5EF4-FFF2-40B4-BE49-F238E27FC236}">
                <a16:creationId xmlns:a16="http://schemas.microsoft.com/office/drawing/2014/main" id="{FA886832-235D-4041-9C03-AD33F0ECFEF9}"/>
              </a:ext>
            </a:extLst>
          </p:cNvPr>
          <p:cNvGrpSpPr>
            <a:grpSpLocks/>
          </p:cNvGrpSpPr>
          <p:nvPr/>
        </p:nvGrpSpPr>
        <p:grpSpPr bwMode="auto">
          <a:xfrm>
            <a:off x="6844366" y="5843473"/>
            <a:ext cx="69903" cy="21117"/>
            <a:chOff x="614" y="2568"/>
            <a:chExt cx="725" cy="139"/>
          </a:xfrm>
        </p:grpSpPr>
        <p:sp>
          <p:nvSpPr>
            <p:cNvPr id="337" name="AutoShape 990">
              <a:extLst>
                <a:ext uri="{FF2B5EF4-FFF2-40B4-BE49-F238E27FC236}">
                  <a16:creationId xmlns:a16="http://schemas.microsoft.com/office/drawing/2014/main" id="{DD1DC9DB-013D-6B4C-A472-4A22F455813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AutoShape 991">
              <a:extLst>
                <a:ext uri="{FF2B5EF4-FFF2-40B4-BE49-F238E27FC236}">
                  <a16:creationId xmlns:a16="http://schemas.microsoft.com/office/drawing/2014/main" id="{EABCADC0-3BCF-414A-89BA-FF21F629C09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9" name="Rectangle 992">
            <a:extLst>
              <a:ext uri="{FF2B5EF4-FFF2-40B4-BE49-F238E27FC236}">
                <a16:creationId xmlns:a16="http://schemas.microsoft.com/office/drawing/2014/main" id="{E6739617-9F17-D043-AE16-B057CB000495}"/>
              </a:ext>
            </a:extLst>
          </p:cNvPr>
          <p:cNvSpPr>
            <a:spLocks noChangeArrowheads="1"/>
          </p:cNvSpPr>
          <p:nvPr/>
        </p:nvSpPr>
        <p:spPr bwMode="auto">
          <a:xfrm>
            <a:off x="6780719" y="589502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0" name="Group 993">
            <a:extLst>
              <a:ext uri="{FF2B5EF4-FFF2-40B4-BE49-F238E27FC236}">
                <a16:creationId xmlns:a16="http://schemas.microsoft.com/office/drawing/2014/main" id="{7BD86CE2-BBAD-954D-A426-7A24C122F8AC}"/>
              </a:ext>
            </a:extLst>
          </p:cNvPr>
          <p:cNvGrpSpPr>
            <a:grpSpLocks/>
          </p:cNvGrpSpPr>
          <p:nvPr/>
        </p:nvGrpSpPr>
        <p:grpSpPr bwMode="auto">
          <a:xfrm>
            <a:off x="6844126" y="5890950"/>
            <a:ext cx="69903" cy="19515"/>
            <a:chOff x="614" y="2568"/>
            <a:chExt cx="725" cy="139"/>
          </a:xfrm>
        </p:grpSpPr>
        <p:sp>
          <p:nvSpPr>
            <p:cNvPr id="341" name="AutoShape 994">
              <a:extLst>
                <a:ext uri="{FF2B5EF4-FFF2-40B4-BE49-F238E27FC236}">
                  <a16:creationId xmlns:a16="http://schemas.microsoft.com/office/drawing/2014/main" id="{FDF9C73A-C181-AB4A-B6B6-4030B1B36D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2" name="AutoShape 995">
              <a:extLst>
                <a:ext uri="{FF2B5EF4-FFF2-40B4-BE49-F238E27FC236}">
                  <a16:creationId xmlns:a16="http://schemas.microsoft.com/office/drawing/2014/main" id="{143C4AED-B8A1-0B40-9A1D-9F7D903399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3" name="Rectangle 996">
            <a:extLst>
              <a:ext uri="{FF2B5EF4-FFF2-40B4-BE49-F238E27FC236}">
                <a16:creationId xmlns:a16="http://schemas.microsoft.com/office/drawing/2014/main" id="{E6C698E7-4F93-334B-8ACD-184E0EF45424}"/>
              </a:ext>
            </a:extLst>
          </p:cNvPr>
          <p:cNvSpPr>
            <a:spLocks noChangeArrowheads="1"/>
          </p:cNvSpPr>
          <p:nvPr/>
        </p:nvSpPr>
        <p:spPr bwMode="auto">
          <a:xfrm>
            <a:off x="6780719" y="594337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Rectangle 997">
            <a:extLst>
              <a:ext uri="{FF2B5EF4-FFF2-40B4-BE49-F238E27FC236}">
                <a16:creationId xmlns:a16="http://schemas.microsoft.com/office/drawing/2014/main" id="{FBF68FF6-F058-9948-BDF6-22816ECBD5CC}"/>
              </a:ext>
            </a:extLst>
          </p:cNvPr>
          <p:cNvSpPr>
            <a:spLocks noChangeArrowheads="1"/>
          </p:cNvSpPr>
          <p:nvPr/>
        </p:nvSpPr>
        <p:spPr bwMode="auto">
          <a:xfrm>
            <a:off x="6781922" y="598721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5" name="Group 998">
            <a:extLst>
              <a:ext uri="{FF2B5EF4-FFF2-40B4-BE49-F238E27FC236}">
                <a16:creationId xmlns:a16="http://schemas.microsoft.com/office/drawing/2014/main" id="{84015BC0-F35E-A64E-A4EF-B5111B8CD2B5}"/>
              </a:ext>
            </a:extLst>
          </p:cNvPr>
          <p:cNvGrpSpPr>
            <a:grpSpLocks/>
          </p:cNvGrpSpPr>
          <p:nvPr/>
        </p:nvGrpSpPr>
        <p:grpSpPr bwMode="auto">
          <a:xfrm>
            <a:off x="6842682" y="5983138"/>
            <a:ext cx="70024" cy="21991"/>
            <a:chOff x="614" y="2568"/>
            <a:chExt cx="725" cy="139"/>
          </a:xfrm>
        </p:grpSpPr>
        <p:sp>
          <p:nvSpPr>
            <p:cNvPr id="346" name="AutoShape 999">
              <a:extLst>
                <a:ext uri="{FF2B5EF4-FFF2-40B4-BE49-F238E27FC236}">
                  <a16:creationId xmlns:a16="http://schemas.microsoft.com/office/drawing/2014/main" id="{B9250D5C-3062-EE4A-9B90-6029DE681D9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AutoShape 1000">
              <a:extLst>
                <a:ext uri="{FF2B5EF4-FFF2-40B4-BE49-F238E27FC236}">
                  <a16:creationId xmlns:a16="http://schemas.microsoft.com/office/drawing/2014/main" id="{2BB56E19-9992-DD49-ACD7-8C6AEBC2374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8" name="Freeform 1001">
            <a:extLst>
              <a:ext uri="{FF2B5EF4-FFF2-40B4-BE49-F238E27FC236}">
                <a16:creationId xmlns:a16="http://schemas.microsoft.com/office/drawing/2014/main" id="{A69CF77E-ABA3-B84F-875C-D80AB379C5F8}"/>
              </a:ext>
            </a:extLst>
          </p:cNvPr>
          <p:cNvSpPr>
            <a:spLocks/>
          </p:cNvSpPr>
          <p:nvPr/>
        </p:nvSpPr>
        <p:spPr bwMode="auto">
          <a:xfrm>
            <a:off x="6909217" y="5943379"/>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9" name="Group 1002">
            <a:extLst>
              <a:ext uri="{FF2B5EF4-FFF2-40B4-BE49-F238E27FC236}">
                <a16:creationId xmlns:a16="http://schemas.microsoft.com/office/drawing/2014/main" id="{1CA8411D-5C78-C147-8EFC-7EC1819D1D86}"/>
              </a:ext>
            </a:extLst>
          </p:cNvPr>
          <p:cNvGrpSpPr>
            <a:grpSpLocks/>
          </p:cNvGrpSpPr>
          <p:nvPr/>
        </p:nvGrpSpPr>
        <p:grpSpPr bwMode="auto">
          <a:xfrm>
            <a:off x="6843163" y="5939447"/>
            <a:ext cx="70024" cy="20243"/>
            <a:chOff x="614" y="2568"/>
            <a:chExt cx="725" cy="139"/>
          </a:xfrm>
        </p:grpSpPr>
        <p:sp>
          <p:nvSpPr>
            <p:cNvPr id="350" name="AutoShape 1003">
              <a:extLst>
                <a:ext uri="{FF2B5EF4-FFF2-40B4-BE49-F238E27FC236}">
                  <a16:creationId xmlns:a16="http://schemas.microsoft.com/office/drawing/2014/main" id="{FEDD15E7-3B9D-E24A-89A5-C6A2BBF1B55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1004">
              <a:extLst>
                <a:ext uri="{FF2B5EF4-FFF2-40B4-BE49-F238E27FC236}">
                  <a16:creationId xmlns:a16="http://schemas.microsoft.com/office/drawing/2014/main" id="{58836C3A-B4C3-4D48-9606-C0558767C06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2" name="Rectangle 1005">
            <a:extLst>
              <a:ext uri="{FF2B5EF4-FFF2-40B4-BE49-F238E27FC236}">
                <a16:creationId xmlns:a16="http://schemas.microsoft.com/office/drawing/2014/main" id="{EF6B2C42-9228-0D49-AF94-D00A27CE1A07}"/>
              </a:ext>
            </a:extLst>
          </p:cNvPr>
          <p:cNvSpPr>
            <a:spLocks noChangeArrowheads="1"/>
          </p:cNvSpPr>
          <p:nvPr/>
        </p:nvSpPr>
        <p:spPr bwMode="auto">
          <a:xfrm>
            <a:off x="6904163" y="5808666"/>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Freeform 1006">
            <a:extLst>
              <a:ext uri="{FF2B5EF4-FFF2-40B4-BE49-F238E27FC236}">
                <a16:creationId xmlns:a16="http://schemas.microsoft.com/office/drawing/2014/main" id="{E1DBDB08-0048-4640-B68E-AABB540E8B46}"/>
              </a:ext>
            </a:extLst>
          </p:cNvPr>
          <p:cNvSpPr>
            <a:spLocks/>
          </p:cNvSpPr>
          <p:nvPr/>
        </p:nvSpPr>
        <p:spPr bwMode="auto">
          <a:xfrm>
            <a:off x="6912104" y="5892844"/>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Freeform 1007">
            <a:extLst>
              <a:ext uri="{FF2B5EF4-FFF2-40B4-BE49-F238E27FC236}">
                <a16:creationId xmlns:a16="http://schemas.microsoft.com/office/drawing/2014/main" id="{10818ED5-611B-BE44-B6C1-30B266CEA1B6}"/>
              </a:ext>
            </a:extLst>
          </p:cNvPr>
          <p:cNvSpPr>
            <a:spLocks/>
          </p:cNvSpPr>
          <p:nvPr/>
        </p:nvSpPr>
        <p:spPr bwMode="auto">
          <a:xfrm>
            <a:off x="6912465" y="5845221"/>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5" name="Oval 1008">
            <a:extLst>
              <a:ext uri="{FF2B5EF4-FFF2-40B4-BE49-F238E27FC236}">
                <a16:creationId xmlns:a16="http://schemas.microsoft.com/office/drawing/2014/main" id="{16A2C556-5720-644B-96D5-68C8F9139533}"/>
              </a:ext>
            </a:extLst>
          </p:cNvPr>
          <p:cNvSpPr>
            <a:spLocks noChangeArrowheads="1"/>
          </p:cNvSpPr>
          <p:nvPr/>
        </p:nvSpPr>
        <p:spPr bwMode="auto">
          <a:xfrm>
            <a:off x="6936528" y="6126444"/>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6" name="Freeform 1009">
            <a:extLst>
              <a:ext uri="{FF2B5EF4-FFF2-40B4-BE49-F238E27FC236}">
                <a16:creationId xmlns:a16="http://schemas.microsoft.com/office/drawing/2014/main" id="{81F56CD7-CAB5-334E-A95F-64FB75DC4553}"/>
              </a:ext>
            </a:extLst>
          </p:cNvPr>
          <p:cNvSpPr>
            <a:spLocks/>
          </p:cNvSpPr>
          <p:nvPr/>
        </p:nvSpPr>
        <p:spPr bwMode="auto">
          <a:xfrm>
            <a:off x="6910901" y="6126881"/>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7" name="AutoShape 1010">
            <a:extLst>
              <a:ext uri="{FF2B5EF4-FFF2-40B4-BE49-F238E27FC236}">
                <a16:creationId xmlns:a16="http://schemas.microsoft.com/office/drawing/2014/main" id="{9F8EAFD5-1CA6-CE46-9869-959F521C7F35}"/>
              </a:ext>
            </a:extLst>
          </p:cNvPr>
          <p:cNvSpPr>
            <a:spLocks noChangeArrowheads="1"/>
          </p:cNvSpPr>
          <p:nvPr/>
        </p:nvSpPr>
        <p:spPr bwMode="auto">
          <a:xfrm>
            <a:off x="6771094" y="6135765"/>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8" name="AutoShape 1011">
            <a:extLst>
              <a:ext uri="{FF2B5EF4-FFF2-40B4-BE49-F238E27FC236}">
                <a16:creationId xmlns:a16="http://schemas.microsoft.com/office/drawing/2014/main" id="{0163BC00-3DB2-6A4C-81B7-BDDD352CFFC7}"/>
              </a:ext>
            </a:extLst>
          </p:cNvPr>
          <p:cNvSpPr>
            <a:spLocks noChangeArrowheads="1"/>
          </p:cNvSpPr>
          <p:nvPr/>
        </p:nvSpPr>
        <p:spPr bwMode="auto">
          <a:xfrm>
            <a:off x="6779516" y="6141444"/>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9" name="Oval 1012">
            <a:extLst>
              <a:ext uri="{FF2B5EF4-FFF2-40B4-BE49-F238E27FC236}">
                <a16:creationId xmlns:a16="http://schemas.microsoft.com/office/drawing/2014/main" id="{518E4B31-0615-5549-A60A-E052516D2319}"/>
              </a:ext>
            </a:extLst>
          </p:cNvPr>
          <p:cNvSpPr>
            <a:spLocks noChangeArrowheads="1"/>
          </p:cNvSpPr>
          <p:nvPr/>
        </p:nvSpPr>
        <p:spPr bwMode="auto">
          <a:xfrm>
            <a:off x="6791427"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0" name="Oval 1013">
            <a:extLst>
              <a:ext uri="{FF2B5EF4-FFF2-40B4-BE49-F238E27FC236}">
                <a16:creationId xmlns:a16="http://schemas.microsoft.com/office/drawing/2014/main" id="{7B5FBCCA-CCA9-DC4C-95E7-391208FFF81E}"/>
              </a:ext>
            </a:extLst>
          </p:cNvPr>
          <p:cNvSpPr>
            <a:spLocks noChangeArrowheads="1"/>
          </p:cNvSpPr>
          <p:nvPr/>
        </p:nvSpPr>
        <p:spPr bwMode="auto">
          <a:xfrm>
            <a:off x="6813084" y="6093093"/>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1" name="Oval 1014">
            <a:extLst>
              <a:ext uri="{FF2B5EF4-FFF2-40B4-BE49-F238E27FC236}">
                <a16:creationId xmlns:a16="http://schemas.microsoft.com/office/drawing/2014/main" id="{AFDC7FCB-2F1A-5042-A036-63ACAB3B0C42}"/>
              </a:ext>
            </a:extLst>
          </p:cNvPr>
          <p:cNvSpPr>
            <a:spLocks noChangeArrowheads="1"/>
          </p:cNvSpPr>
          <p:nvPr/>
        </p:nvSpPr>
        <p:spPr bwMode="auto">
          <a:xfrm>
            <a:off x="6833418"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2" name="Rectangle 1015">
            <a:extLst>
              <a:ext uri="{FF2B5EF4-FFF2-40B4-BE49-F238E27FC236}">
                <a16:creationId xmlns:a16="http://schemas.microsoft.com/office/drawing/2014/main" id="{F727FFB7-BF01-1F46-9D9E-9D5E4DE8FF49}"/>
              </a:ext>
            </a:extLst>
          </p:cNvPr>
          <p:cNvSpPr>
            <a:spLocks noChangeArrowheads="1"/>
          </p:cNvSpPr>
          <p:nvPr/>
        </p:nvSpPr>
        <p:spPr bwMode="auto">
          <a:xfrm>
            <a:off x="6882627" y="6013722"/>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63" name="Group 590">
            <a:extLst>
              <a:ext uri="{FF2B5EF4-FFF2-40B4-BE49-F238E27FC236}">
                <a16:creationId xmlns:a16="http://schemas.microsoft.com/office/drawing/2014/main" id="{74594D33-7B4A-9C4A-B427-0FAC6A3BF3C6}"/>
              </a:ext>
            </a:extLst>
          </p:cNvPr>
          <p:cNvGrpSpPr>
            <a:grpSpLocks/>
          </p:cNvGrpSpPr>
          <p:nvPr/>
        </p:nvGrpSpPr>
        <p:grpSpPr bwMode="auto">
          <a:xfrm flipH="1">
            <a:off x="4527198" y="5453338"/>
            <a:ext cx="345630" cy="320302"/>
            <a:chOff x="2839" y="3501"/>
            <a:chExt cx="755" cy="803"/>
          </a:xfrm>
        </p:grpSpPr>
        <p:pic>
          <p:nvPicPr>
            <p:cNvPr id="364" name="Picture 591" descr="desktop_computer_stylized_medium">
              <a:extLst>
                <a:ext uri="{FF2B5EF4-FFF2-40B4-BE49-F238E27FC236}">
                  <a16:creationId xmlns:a16="http://schemas.microsoft.com/office/drawing/2014/main" id="{EFC7DF1D-1F60-234A-A19E-5E7FD8C6B819}"/>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Freeform 592">
              <a:extLst>
                <a:ext uri="{FF2B5EF4-FFF2-40B4-BE49-F238E27FC236}">
                  <a16:creationId xmlns:a16="http://schemas.microsoft.com/office/drawing/2014/main" id="{DCD434F7-36BC-CB4D-8542-D58E0892209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6" name="Group 652">
            <a:extLst>
              <a:ext uri="{FF2B5EF4-FFF2-40B4-BE49-F238E27FC236}">
                <a16:creationId xmlns:a16="http://schemas.microsoft.com/office/drawing/2014/main" id="{FE0749AD-B5F9-0B4F-9912-0D138E68C612}"/>
              </a:ext>
            </a:extLst>
          </p:cNvPr>
          <p:cNvGrpSpPr>
            <a:grpSpLocks/>
          </p:cNvGrpSpPr>
          <p:nvPr/>
        </p:nvGrpSpPr>
        <p:grpSpPr bwMode="auto">
          <a:xfrm>
            <a:off x="4712859" y="2375563"/>
            <a:ext cx="397547" cy="306949"/>
            <a:chOff x="2751" y="1851"/>
            <a:chExt cx="462" cy="478"/>
          </a:xfrm>
        </p:grpSpPr>
        <p:pic>
          <p:nvPicPr>
            <p:cNvPr id="367" name="Picture 653" descr="iphone_stylized_small">
              <a:extLst>
                <a:ext uri="{FF2B5EF4-FFF2-40B4-BE49-F238E27FC236}">
                  <a16:creationId xmlns:a16="http://schemas.microsoft.com/office/drawing/2014/main" id="{55DC35A9-5D7B-2344-9544-595A59DF0F5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654" descr="antenna_radiation_stylized">
              <a:extLst>
                <a:ext uri="{FF2B5EF4-FFF2-40B4-BE49-F238E27FC236}">
                  <a16:creationId xmlns:a16="http://schemas.microsoft.com/office/drawing/2014/main" id="{648D4CBC-C6CE-E948-BFBC-2B4E4C0F501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9" name="Group 950">
            <a:extLst>
              <a:ext uri="{FF2B5EF4-FFF2-40B4-BE49-F238E27FC236}">
                <a16:creationId xmlns:a16="http://schemas.microsoft.com/office/drawing/2014/main" id="{B9157F43-8D3E-934B-B098-8C13D287B646}"/>
              </a:ext>
            </a:extLst>
          </p:cNvPr>
          <p:cNvGrpSpPr>
            <a:grpSpLocks/>
          </p:cNvGrpSpPr>
          <p:nvPr/>
        </p:nvGrpSpPr>
        <p:grpSpPr bwMode="auto">
          <a:xfrm>
            <a:off x="7007207" y="5446229"/>
            <a:ext cx="177192" cy="330833"/>
            <a:chOff x="4140" y="429"/>
            <a:chExt cx="1425" cy="2396"/>
          </a:xfrm>
        </p:grpSpPr>
        <p:sp>
          <p:nvSpPr>
            <p:cNvPr id="370" name="Freeform 951">
              <a:extLst>
                <a:ext uri="{FF2B5EF4-FFF2-40B4-BE49-F238E27FC236}">
                  <a16:creationId xmlns:a16="http://schemas.microsoft.com/office/drawing/2014/main" id="{3CC165E8-5808-4C4C-842B-6B64BF1A4AB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Rectangle 952">
              <a:extLst>
                <a:ext uri="{FF2B5EF4-FFF2-40B4-BE49-F238E27FC236}">
                  <a16:creationId xmlns:a16="http://schemas.microsoft.com/office/drawing/2014/main" id="{E42B5865-4EED-7747-8C9D-6AF96C4BE8E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2" name="Freeform 953">
              <a:extLst>
                <a:ext uri="{FF2B5EF4-FFF2-40B4-BE49-F238E27FC236}">
                  <a16:creationId xmlns:a16="http://schemas.microsoft.com/office/drawing/2014/main" id="{04C657EA-0E1D-CD4C-998E-C6698B25005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954">
              <a:extLst>
                <a:ext uri="{FF2B5EF4-FFF2-40B4-BE49-F238E27FC236}">
                  <a16:creationId xmlns:a16="http://schemas.microsoft.com/office/drawing/2014/main" id="{0081EC2A-ED17-E940-B30C-FD018D24DC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Rectangle 955">
              <a:extLst>
                <a:ext uri="{FF2B5EF4-FFF2-40B4-BE49-F238E27FC236}">
                  <a16:creationId xmlns:a16="http://schemas.microsoft.com/office/drawing/2014/main" id="{285ED3E6-1C62-0C4F-8C1E-757D2B96B2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5" name="Group 956">
              <a:extLst>
                <a:ext uri="{FF2B5EF4-FFF2-40B4-BE49-F238E27FC236}">
                  <a16:creationId xmlns:a16="http://schemas.microsoft.com/office/drawing/2014/main" id="{AEC0E1CB-799C-584B-AA17-E6ED390A5971}"/>
                </a:ext>
              </a:extLst>
            </p:cNvPr>
            <p:cNvGrpSpPr>
              <a:grpSpLocks/>
            </p:cNvGrpSpPr>
            <p:nvPr/>
          </p:nvGrpSpPr>
          <p:grpSpPr bwMode="auto">
            <a:xfrm>
              <a:off x="4749" y="668"/>
              <a:ext cx="581" cy="145"/>
              <a:chOff x="614" y="2568"/>
              <a:chExt cx="725" cy="139"/>
            </a:xfrm>
          </p:grpSpPr>
          <p:sp>
            <p:nvSpPr>
              <p:cNvPr id="400" name="AutoShape 957">
                <a:extLst>
                  <a:ext uri="{FF2B5EF4-FFF2-40B4-BE49-F238E27FC236}">
                    <a16:creationId xmlns:a16="http://schemas.microsoft.com/office/drawing/2014/main" id="{BFD6BC96-6DD7-8249-971E-7A6431DE515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1" name="AutoShape 958">
                <a:extLst>
                  <a:ext uri="{FF2B5EF4-FFF2-40B4-BE49-F238E27FC236}">
                    <a16:creationId xmlns:a16="http://schemas.microsoft.com/office/drawing/2014/main" id="{7136BF1A-5BDD-EE4E-8563-E53448E3C74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6" name="Rectangle 959">
              <a:extLst>
                <a:ext uri="{FF2B5EF4-FFF2-40B4-BE49-F238E27FC236}">
                  <a16:creationId xmlns:a16="http://schemas.microsoft.com/office/drawing/2014/main" id="{8245B411-036D-D243-A29A-6C8A24D9EC8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7" name="Group 960">
              <a:extLst>
                <a:ext uri="{FF2B5EF4-FFF2-40B4-BE49-F238E27FC236}">
                  <a16:creationId xmlns:a16="http://schemas.microsoft.com/office/drawing/2014/main" id="{998BFA06-D769-2B45-967D-20B6DF4E688A}"/>
                </a:ext>
              </a:extLst>
            </p:cNvPr>
            <p:cNvGrpSpPr>
              <a:grpSpLocks/>
            </p:cNvGrpSpPr>
            <p:nvPr/>
          </p:nvGrpSpPr>
          <p:grpSpPr bwMode="auto">
            <a:xfrm>
              <a:off x="4747" y="994"/>
              <a:ext cx="581" cy="134"/>
              <a:chOff x="614" y="2568"/>
              <a:chExt cx="725" cy="139"/>
            </a:xfrm>
          </p:grpSpPr>
          <p:sp>
            <p:nvSpPr>
              <p:cNvPr id="398" name="AutoShape 961">
                <a:extLst>
                  <a:ext uri="{FF2B5EF4-FFF2-40B4-BE49-F238E27FC236}">
                    <a16:creationId xmlns:a16="http://schemas.microsoft.com/office/drawing/2014/main" id="{B41A50C2-84FC-9D47-B6C0-F75D2EEA314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9" name="AutoShape 962">
                <a:extLst>
                  <a:ext uri="{FF2B5EF4-FFF2-40B4-BE49-F238E27FC236}">
                    <a16:creationId xmlns:a16="http://schemas.microsoft.com/office/drawing/2014/main" id="{162FEE75-60EF-ED4B-8F62-43CC9E2BA8E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8" name="Rectangle 963">
              <a:extLst>
                <a:ext uri="{FF2B5EF4-FFF2-40B4-BE49-F238E27FC236}">
                  <a16:creationId xmlns:a16="http://schemas.microsoft.com/office/drawing/2014/main" id="{45210630-A956-A643-BA83-8B3AC84AD0F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9" name="Rectangle 964">
              <a:extLst>
                <a:ext uri="{FF2B5EF4-FFF2-40B4-BE49-F238E27FC236}">
                  <a16:creationId xmlns:a16="http://schemas.microsoft.com/office/drawing/2014/main" id="{EA864705-E6F3-0149-9FB8-F2D6510013C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80" name="Group 965">
              <a:extLst>
                <a:ext uri="{FF2B5EF4-FFF2-40B4-BE49-F238E27FC236}">
                  <a16:creationId xmlns:a16="http://schemas.microsoft.com/office/drawing/2014/main" id="{5FA6E92E-3F4C-B34B-8A73-73A726321F34}"/>
                </a:ext>
              </a:extLst>
            </p:cNvPr>
            <p:cNvGrpSpPr>
              <a:grpSpLocks/>
            </p:cNvGrpSpPr>
            <p:nvPr/>
          </p:nvGrpSpPr>
          <p:grpSpPr bwMode="auto">
            <a:xfrm>
              <a:off x="4735" y="1627"/>
              <a:ext cx="582" cy="151"/>
              <a:chOff x="614" y="2568"/>
              <a:chExt cx="725" cy="139"/>
            </a:xfrm>
          </p:grpSpPr>
          <p:sp>
            <p:nvSpPr>
              <p:cNvPr id="396" name="AutoShape 966">
                <a:extLst>
                  <a:ext uri="{FF2B5EF4-FFF2-40B4-BE49-F238E27FC236}">
                    <a16:creationId xmlns:a16="http://schemas.microsoft.com/office/drawing/2014/main" id="{A6336F1E-6BE8-B445-9185-62BF8173839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7" name="AutoShape 967">
                <a:extLst>
                  <a:ext uri="{FF2B5EF4-FFF2-40B4-BE49-F238E27FC236}">
                    <a16:creationId xmlns:a16="http://schemas.microsoft.com/office/drawing/2014/main" id="{BCC9FB72-268F-8647-9D4C-FA7C9DF585A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1" name="Freeform 968">
              <a:extLst>
                <a:ext uri="{FF2B5EF4-FFF2-40B4-BE49-F238E27FC236}">
                  <a16:creationId xmlns:a16="http://schemas.microsoft.com/office/drawing/2014/main" id="{E4BA31FD-CC32-B04B-A952-BB07796E550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2" name="Group 969">
              <a:extLst>
                <a:ext uri="{FF2B5EF4-FFF2-40B4-BE49-F238E27FC236}">
                  <a16:creationId xmlns:a16="http://schemas.microsoft.com/office/drawing/2014/main" id="{31CF1811-4A2F-6440-8069-87CF0C232076}"/>
                </a:ext>
              </a:extLst>
            </p:cNvPr>
            <p:cNvGrpSpPr>
              <a:grpSpLocks/>
            </p:cNvGrpSpPr>
            <p:nvPr/>
          </p:nvGrpSpPr>
          <p:grpSpPr bwMode="auto">
            <a:xfrm>
              <a:off x="4739" y="1327"/>
              <a:ext cx="582" cy="139"/>
              <a:chOff x="614" y="2568"/>
              <a:chExt cx="725" cy="139"/>
            </a:xfrm>
          </p:grpSpPr>
          <p:sp>
            <p:nvSpPr>
              <p:cNvPr id="394" name="AutoShape 970">
                <a:extLst>
                  <a:ext uri="{FF2B5EF4-FFF2-40B4-BE49-F238E27FC236}">
                    <a16:creationId xmlns:a16="http://schemas.microsoft.com/office/drawing/2014/main" id="{5317896D-09DC-D14B-8A55-9B7FAC0FB9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5" name="AutoShape 971">
                <a:extLst>
                  <a:ext uri="{FF2B5EF4-FFF2-40B4-BE49-F238E27FC236}">
                    <a16:creationId xmlns:a16="http://schemas.microsoft.com/office/drawing/2014/main" id="{4C39BD1C-93C0-4A4A-A896-BA5A0DA18C5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3" name="Rectangle 972">
              <a:extLst>
                <a:ext uri="{FF2B5EF4-FFF2-40B4-BE49-F238E27FC236}">
                  <a16:creationId xmlns:a16="http://schemas.microsoft.com/office/drawing/2014/main" id="{C407462A-F1F1-8147-8BCF-ABE45E4DFE0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Freeform 973">
              <a:extLst>
                <a:ext uri="{FF2B5EF4-FFF2-40B4-BE49-F238E27FC236}">
                  <a16:creationId xmlns:a16="http://schemas.microsoft.com/office/drawing/2014/main" id="{9CC74385-D63E-3D48-9561-40BDDCB29BD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Freeform 974">
              <a:extLst>
                <a:ext uri="{FF2B5EF4-FFF2-40B4-BE49-F238E27FC236}">
                  <a16:creationId xmlns:a16="http://schemas.microsoft.com/office/drawing/2014/main" id="{BE3EC3AB-107D-0246-A7B3-BB9AAAAE2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Oval 975">
              <a:extLst>
                <a:ext uri="{FF2B5EF4-FFF2-40B4-BE49-F238E27FC236}">
                  <a16:creationId xmlns:a16="http://schemas.microsoft.com/office/drawing/2014/main" id="{D5CE143B-6BEE-164A-8AF2-5503243890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7" name="Freeform 976">
              <a:extLst>
                <a:ext uri="{FF2B5EF4-FFF2-40B4-BE49-F238E27FC236}">
                  <a16:creationId xmlns:a16="http://schemas.microsoft.com/office/drawing/2014/main" id="{EADD20C0-41F8-1048-B5B0-3DFEAAD82EA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AutoShape 977">
              <a:extLst>
                <a:ext uri="{FF2B5EF4-FFF2-40B4-BE49-F238E27FC236}">
                  <a16:creationId xmlns:a16="http://schemas.microsoft.com/office/drawing/2014/main" id="{ECF1DC30-C215-FE45-B385-194BBD2D264A}"/>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 name="AutoShape 978">
              <a:extLst>
                <a:ext uri="{FF2B5EF4-FFF2-40B4-BE49-F238E27FC236}">
                  <a16:creationId xmlns:a16="http://schemas.microsoft.com/office/drawing/2014/main" id="{03A3B6DC-8081-054C-BE2C-B7B161B1580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0" name="Oval 979">
              <a:extLst>
                <a:ext uri="{FF2B5EF4-FFF2-40B4-BE49-F238E27FC236}">
                  <a16:creationId xmlns:a16="http://schemas.microsoft.com/office/drawing/2014/main" id="{D0F88E4B-F42F-334A-8BFA-E3A20C22B2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1" name="Oval 980">
              <a:extLst>
                <a:ext uri="{FF2B5EF4-FFF2-40B4-BE49-F238E27FC236}">
                  <a16:creationId xmlns:a16="http://schemas.microsoft.com/office/drawing/2014/main" id="{9B2E4BDA-3866-F94F-ABE0-15F24D717C8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2" name="Oval 981">
              <a:extLst>
                <a:ext uri="{FF2B5EF4-FFF2-40B4-BE49-F238E27FC236}">
                  <a16:creationId xmlns:a16="http://schemas.microsoft.com/office/drawing/2014/main" id="{56DB147D-629E-9046-BAA3-982B5C6ADC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3" name="Rectangle 982">
              <a:extLst>
                <a:ext uri="{FF2B5EF4-FFF2-40B4-BE49-F238E27FC236}">
                  <a16:creationId xmlns:a16="http://schemas.microsoft.com/office/drawing/2014/main" id="{593005B5-9EA3-BC40-ADCD-6E476DA3F21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22" name="Group 950">
            <a:extLst>
              <a:ext uri="{FF2B5EF4-FFF2-40B4-BE49-F238E27FC236}">
                <a16:creationId xmlns:a16="http://schemas.microsoft.com/office/drawing/2014/main" id="{2C88078D-8080-EA45-BE11-6937F08FD107}"/>
              </a:ext>
            </a:extLst>
          </p:cNvPr>
          <p:cNvGrpSpPr>
            <a:grpSpLocks/>
          </p:cNvGrpSpPr>
          <p:nvPr/>
        </p:nvGrpSpPr>
        <p:grpSpPr bwMode="auto">
          <a:xfrm>
            <a:off x="6755725" y="5788678"/>
            <a:ext cx="214974" cy="403920"/>
            <a:chOff x="4140" y="429"/>
            <a:chExt cx="1425" cy="2396"/>
          </a:xfrm>
        </p:grpSpPr>
        <p:sp>
          <p:nvSpPr>
            <p:cNvPr id="423" name="Freeform 951">
              <a:extLst>
                <a:ext uri="{FF2B5EF4-FFF2-40B4-BE49-F238E27FC236}">
                  <a16:creationId xmlns:a16="http://schemas.microsoft.com/office/drawing/2014/main" id="{E22BAF54-8ABB-A64A-A3BC-EFCC80AF031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4" name="Rectangle 952">
              <a:extLst>
                <a:ext uri="{FF2B5EF4-FFF2-40B4-BE49-F238E27FC236}">
                  <a16:creationId xmlns:a16="http://schemas.microsoft.com/office/drawing/2014/main" id="{70CEEF7E-1A13-4C4F-9A8B-26C63846358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Freeform 953">
              <a:extLst>
                <a:ext uri="{FF2B5EF4-FFF2-40B4-BE49-F238E27FC236}">
                  <a16:creationId xmlns:a16="http://schemas.microsoft.com/office/drawing/2014/main" id="{5E7A472A-D60E-EA43-9EEA-9C98812766E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6" name="Freeform 954">
              <a:extLst>
                <a:ext uri="{FF2B5EF4-FFF2-40B4-BE49-F238E27FC236}">
                  <a16:creationId xmlns:a16="http://schemas.microsoft.com/office/drawing/2014/main" id="{0B728029-E4DD-C649-8B6F-020F1D45DE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7" name="Rectangle 955">
              <a:extLst>
                <a:ext uri="{FF2B5EF4-FFF2-40B4-BE49-F238E27FC236}">
                  <a16:creationId xmlns:a16="http://schemas.microsoft.com/office/drawing/2014/main" id="{7AB8509C-DB39-0742-A0FA-D25DAC3D866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8" name="Group 956">
              <a:extLst>
                <a:ext uri="{FF2B5EF4-FFF2-40B4-BE49-F238E27FC236}">
                  <a16:creationId xmlns:a16="http://schemas.microsoft.com/office/drawing/2014/main" id="{80F51709-BB01-1846-B67C-CE4ECE8086DA}"/>
                </a:ext>
              </a:extLst>
            </p:cNvPr>
            <p:cNvGrpSpPr>
              <a:grpSpLocks/>
            </p:cNvGrpSpPr>
            <p:nvPr/>
          </p:nvGrpSpPr>
          <p:grpSpPr bwMode="auto">
            <a:xfrm>
              <a:off x="4749" y="668"/>
              <a:ext cx="581" cy="145"/>
              <a:chOff x="614" y="2568"/>
              <a:chExt cx="725" cy="139"/>
            </a:xfrm>
          </p:grpSpPr>
          <p:sp>
            <p:nvSpPr>
              <p:cNvPr id="453" name="AutoShape 957">
                <a:extLst>
                  <a:ext uri="{FF2B5EF4-FFF2-40B4-BE49-F238E27FC236}">
                    <a16:creationId xmlns:a16="http://schemas.microsoft.com/office/drawing/2014/main" id="{E2BD17DD-EF15-A24D-931E-D245AB96FB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4" name="AutoShape 958">
                <a:extLst>
                  <a:ext uri="{FF2B5EF4-FFF2-40B4-BE49-F238E27FC236}">
                    <a16:creationId xmlns:a16="http://schemas.microsoft.com/office/drawing/2014/main" id="{6AF84E87-0716-E94B-B53E-6D18A0B3794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Rectangle 959">
              <a:extLst>
                <a:ext uri="{FF2B5EF4-FFF2-40B4-BE49-F238E27FC236}">
                  <a16:creationId xmlns:a16="http://schemas.microsoft.com/office/drawing/2014/main" id="{95BF9831-579A-FF41-8D72-2BCCAAF12B36}"/>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0" name="Group 960">
              <a:extLst>
                <a:ext uri="{FF2B5EF4-FFF2-40B4-BE49-F238E27FC236}">
                  <a16:creationId xmlns:a16="http://schemas.microsoft.com/office/drawing/2014/main" id="{E1AF8D4B-B5CD-0146-92AA-CEAC352EF781}"/>
                </a:ext>
              </a:extLst>
            </p:cNvPr>
            <p:cNvGrpSpPr>
              <a:grpSpLocks/>
            </p:cNvGrpSpPr>
            <p:nvPr/>
          </p:nvGrpSpPr>
          <p:grpSpPr bwMode="auto">
            <a:xfrm>
              <a:off x="4747" y="994"/>
              <a:ext cx="581" cy="134"/>
              <a:chOff x="614" y="2568"/>
              <a:chExt cx="725" cy="139"/>
            </a:xfrm>
          </p:grpSpPr>
          <p:sp>
            <p:nvSpPr>
              <p:cNvPr id="451" name="AutoShape 961">
                <a:extLst>
                  <a:ext uri="{FF2B5EF4-FFF2-40B4-BE49-F238E27FC236}">
                    <a16:creationId xmlns:a16="http://schemas.microsoft.com/office/drawing/2014/main" id="{6DD6AD4F-E915-AE4B-8BA8-798ED2FC2D1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2" name="AutoShape 962">
                <a:extLst>
                  <a:ext uri="{FF2B5EF4-FFF2-40B4-BE49-F238E27FC236}">
                    <a16:creationId xmlns:a16="http://schemas.microsoft.com/office/drawing/2014/main" id="{37494D8C-E2F6-0D47-A148-7B8E9D83E32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1" name="Rectangle 963">
              <a:extLst>
                <a:ext uri="{FF2B5EF4-FFF2-40B4-BE49-F238E27FC236}">
                  <a16:creationId xmlns:a16="http://schemas.microsoft.com/office/drawing/2014/main" id="{63841D79-6444-EB42-A0E7-87B52BF56B8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Rectangle 964">
              <a:extLst>
                <a:ext uri="{FF2B5EF4-FFF2-40B4-BE49-F238E27FC236}">
                  <a16:creationId xmlns:a16="http://schemas.microsoft.com/office/drawing/2014/main" id="{DF0659B3-21D4-D44C-9B15-1179D0B853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3" name="Group 965">
              <a:extLst>
                <a:ext uri="{FF2B5EF4-FFF2-40B4-BE49-F238E27FC236}">
                  <a16:creationId xmlns:a16="http://schemas.microsoft.com/office/drawing/2014/main" id="{40E0CB97-B718-1840-9DBF-01D8A8A10D4A}"/>
                </a:ext>
              </a:extLst>
            </p:cNvPr>
            <p:cNvGrpSpPr>
              <a:grpSpLocks/>
            </p:cNvGrpSpPr>
            <p:nvPr/>
          </p:nvGrpSpPr>
          <p:grpSpPr bwMode="auto">
            <a:xfrm>
              <a:off x="4735" y="1627"/>
              <a:ext cx="582" cy="151"/>
              <a:chOff x="614" y="2568"/>
              <a:chExt cx="725" cy="139"/>
            </a:xfrm>
          </p:grpSpPr>
          <p:sp>
            <p:nvSpPr>
              <p:cNvPr id="449" name="AutoShape 966">
                <a:extLst>
                  <a:ext uri="{FF2B5EF4-FFF2-40B4-BE49-F238E27FC236}">
                    <a16:creationId xmlns:a16="http://schemas.microsoft.com/office/drawing/2014/main" id="{13184E4A-912C-0042-9B50-7801628E1CB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AutoShape 967">
                <a:extLst>
                  <a:ext uri="{FF2B5EF4-FFF2-40B4-BE49-F238E27FC236}">
                    <a16:creationId xmlns:a16="http://schemas.microsoft.com/office/drawing/2014/main" id="{EC497607-7A68-3442-8889-DC5379D468A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4" name="Freeform 968">
              <a:extLst>
                <a:ext uri="{FF2B5EF4-FFF2-40B4-BE49-F238E27FC236}">
                  <a16:creationId xmlns:a16="http://schemas.microsoft.com/office/drawing/2014/main" id="{052CE7AF-A97E-A341-AFD5-C7FAE94F405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5" name="Group 969">
              <a:extLst>
                <a:ext uri="{FF2B5EF4-FFF2-40B4-BE49-F238E27FC236}">
                  <a16:creationId xmlns:a16="http://schemas.microsoft.com/office/drawing/2014/main" id="{EE384ACB-D1B7-8947-A46E-908F4C27436E}"/>
                </a:ext>
              </a:extLst>
            </p:cNvPr>
            <p:cNvGrpSpPr>
              <a:grpSpLocks/>
            </p:cNvGrpSpPr>
            <p:nvPr/>
          </p:nvGrpSpPr>
          <p:grpSpPr bwMode="auto">
            <a:xfrm>
              <a:off x="4739" y="1327"/>
              <a:ext cx="582" cy="139"/>
              <a:chOff x="614" y="2568"/>
              <a:chExt cx="725" cy="139"/>
            </a:xfrm>
          </p:grpSpPr>
          <p:sp>
            <p:nvSpPr>
              <p:cNvPr id="447" name="AutoShape 970">
                <a:extLst>
                  <a:ext uri="{FF2B5EF4-FFF2-40B4-BE49-F238E27FC236}">
                    <a16:creationId xmlns:a16="http://schemas.microsoft.com/office/drawing/2014/main" id="{E31703BD-0E29-4342-866F-C1BACFF6A33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8" name="AutoShape 971">
                <a:extLst>
                  <a:ext uri="{FF2B5EF4-FFF2-40B4-BE49-F238E27FC236}">
                    <a16:creationId xmlns:a16="http://schemas.microsoft.com/office/drawing/2014/main" id="{EEA60274-2682-3A48-9AE3-69FF0DCF1C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6" name="Rectangle 972">
              <a:extLst>
                <a:ext uri="{FF2B5EF4-FFF2-40B4-BE49-F238E27FC236}">
                  <a16:creationId xmlns:a16="http://schemas.microsoft.com/office/drawing/2014/main" id="{967A71FE-66B2-954A-9379-E42B8F0894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973">
              <a:extLst>
                <a:ext uri="{FF2B5EF4-FFF2-40B4-BE49-F238E27FC236}">
                  <a16:creationId xmlns:a16="http://schemas.microsoft.com/office/drawing/2014/main" id="{6FB307DE-995F-3B4C-A113-98D6582145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Freeform 974">
              <a:extLst>
                <a:ext uri="{FF2B5EF4-FFF2-40B4-BE49-F238E27FC236}">
                  <a16:creationId xmlns:a16="http://schemas.microsoft.com/office/drawing/2014/main" id="{90D5EB6A-3270-FA40-8319-F741130BA9A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9" name="Oval 975">
              <a:extLst>
                <a:ext uri="{FF2B5EF4-FFF2-40B4-BE49-F238E27FC236}">
                  <a16:creationId xmlns:a16="http://schemas.microsoft.com/office/drawing/2014/main" id="{77280D7B-B4B9-A843-AC20-94979FDF9D6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Freeform 976">
              <a:extLst>
                <a:ext uri="{FF2B5EF4-FFF2-40B4-BE49-F238E27FC236}">
                  <a16:creationId xmlns:a16="http://schemas.microsoft.com/office/drawing/2014/main" id="{80A419D8-1581-3A46-8EBA-5776012410C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1" name="AutoShape 977">
              <a:extLst>
                <a:ext uri="{FF2B5EF4-FFF2-40B4-BE49-F238E27FC236}">
                  <a16:creationId xmlns:a16="http://schemas.microsoft.com/office/drawing/2014/main" id="{EED639F0-33CC-254D-99A1-DD03522710E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AutoShape 978">
              <a:extLst>
                <a:ext uri="{FF2B5EF4-FFF2-40B4-BE49-F238E27FC236}">
                  <a16:creationId xmlns:a16="http://schemas.microsoft.com/office/drawing/2014/main" id="{522FF7C6-4EA8-7D47-B430-79E5E05762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Oval 979">
              <a:extLst>
                <a:ext uri="{FF2B5EF4-FFF2-40B4-BE49-F238E27FC236}">
                  <a16:creationId xmlns:a16="http://schemas.microsoft.com/office/drawing/2014/main" id="{242F954B-88E5-B048-98E9-40F0D761A7A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4" name="Oval 980">
              <a:extLst>
                <a:ext uri="{FF2B5EF4-FFF2-40B4-BE49-F238E27FC236}">
                  <a16:creationId xmlns:a16="http://schemas.microsoft.com/office/drawing/2014/main" id="{A6EF718B-8D3A-514F-B044-003F6C6340F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5" name="Oval 981">
              <a:extLst>
                <a:ext uri="{FF2B5EF4-FFF2-40B4-BE49-F238E27FC236}">
                  <a16:creationId xmlns:a16="http://schemas.microsoft.com/office/drawing/2014/main" id="{813F1E73-B64A-F54B-8A38-E17C7DD8A27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6" name="Rectangle 982">
              <a:extLst>
                <a:ext uri="{FF2B5EF4-FFF2-40B4-BE49-F238E27FC236}">
                  <a16:creationId xmlns:a16="http://schemas.microsoft.com/office/drawing/2014/main" id="{1857FA82-EB0A-EE41-839B-BECD0ED3932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55" name="Group 454">
            <a:extLst>
              <a:ext uri="{FF2B5EF4-FFF2-40B4-BE49-F238E27FC236}">
                <a16:creationId xmlns:a16="http://schemas.microsoft.com/office/drawing/2014/main" id="{591BE906-E595-B649-963F-9A97A62BC9DB}"/>
              </a:ext>
            </a:extLst>
          </p:cNvPr>
          <p:cNvGrpSpPr/>
          <p:nvPr/>
        </p:nvGrpSpPr>
        <p:grpSpPr>
          <a:xfrm>
            <a:off x="5852005" y="4128902"/>
            <a:ext cx="367224" cy="240304"/>
            <a:chOff x="7493876" y="2774731"/>
            <a:chExt cx="1481958" cy="894622"/>
          </a:xfrm>
        </p:grpSpPr>
        <p:sp>
          <p:nvSpPr>
            <p:cNvPr id="456" name="Freeform 455">
              <a:extLst>
                <a:ext uri="{FF2B5EF4-FFF2-40B4-BE49-F238E27FC236}">
                  <a16:creationId xmlns:a16="http://schemas.microsoft.com/office/drawing/2014/main" id="{D1AFE997-42EF-E448-84B8-2664DED57AD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3B88C418-A94C-D74A-A8F4-7D50E4559A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91C76761-D3F7-8F49-B804-7516AA435A6E}"/>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D0D84ED2-8EEB-A14E-9D0D-A8D7EE1C2B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83F7D618-DF6E-CD4E-ABFD-7248C8AFF7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5BA0C0F4-859C-2948-A8E4-EC63C482D2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1870235E-870D-8C4E-B97F-5CC2B2BDFC9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84C8D354-1A5C-954E-A9BC-AE2AE525994E}"/>
              </a:ext>
            </a:extLst>
          </p:cNvPr>
          <p:cNvGrpSpPr/>
          <p:nvPr/>
        </p:nvGrpSpPr>
        <p:grpSpPr>
          <a:xfrm>
            <a:off x="6354771" y="4172041"/>
            <a:ext cx="367224" cy="240304"/>
            <a:chOff x="7493876" y="2774731"/>
            <a:chExt cx="1481958" cy="894622"/>
          </a:xfrm>
        </p:grpSpPr>
        <p:sp>
          <p:nvSpPr>
            <p:cNvPr id="464" name="Freeform 463">
              <a:extLst>
                <a:ext uri="{FF2B5EF4-FFF2-40B4-BE49-F238E27FC236}">
                  <a16:creationId xmlns:a16="http://schemas.microsoft.com/office/drawing/2014/main" id="{A346C2E2-A35A-F443-958E-38A56CF06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35A632E8-91D7-9F48-A5E8-DD6E26B4165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013B46E4-7B99-B94B-BFDA-24FAEED73CA9}"/>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173B8FAB-A8E5-6B4A-A08D-F3609F6771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7B9814D-5838-D941-8349-97C5392D74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60AAD9FD-2FFA-9D46-AD4B-D81718FB65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EF273E9D-EC6B-5F40-9E84-0AFD9D1856B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683812E-0AC0-DF46-919D-742D7417E9F1}"/>
              </a:ext>
            </a:extLst>
          </p:cNvPr>
          <p:cNvGrpSpPr/>
          <p:nvPr/>
        </p:nvGrpSpPr>
        <p:grpSpPr>
          <a:xfrm>
            <a:off x="4803287" y="4138272"/>
            <a:ext cx="354986" cy="175668"/>
            <a:chOff x="7493876" y="2774731"/>
            <a:chExt cx="1481958" cy="894622"/>
          </a:xfrm>
        </p:grpSpPr>
        <p:sp>
          <p:nvSpPr>
            <p:cNvPr id="472" name="Freeform 471">
              <a:extLst>
                <a:ext uri="{FF2B5EF4-FFF2-40B4-BE49-F238E27FC236}">
                  <a16:creationId xmlns:a16="http://schemas.microsoft.com/office/drawing/2014/main" id="{78234E6D-A63E-BA4F-AB1C-0085126905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749AC48C-EAAA-E742-BD1E-509EBB5A281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A273955-F11B-084E-8F81-A93F1595AC79}"/>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242F04B4-366A-F644-842F-AAD4C93201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2D06F4AF-B529-BF4C-8F2B-2D2E3E98C9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BD6BC977-8A89-AE40-9EE6-A2C4F381502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956D2CE5-06D6-0348-AF0E-BFA9ECC42A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B788976E-B4F1-384B-A7A5-32372906D00D}"/>
              </a:ext>
            </a:extLst>
          </p:cNvPr>
          <p:cNvGrpSpPr/>
          <p:nvPr/>
        </p:nvGrpSpPr>
        <p:grpSpPr>
          <a:xfrm>
            <a:off x="6001110" y="4947964"/>
            <a:ext cx="393760" cy="218578"/>
            <a:chOff x="7493876" y="2774731"/>
            <a:chExt cx="1481958" cy="894622"/>
          </a:xfrm>
        </p:grpSpPr>
        <p:sp>
          <p:nvSpPr>
            <p:cNvPr id="480" name="Freeform 479">
              <a:extLst>
                <a:ext uri="{FF2B5EF4-FFF2-40B4-BE49-F238E27FC236}">
                  <a16:creationId xmlns:a16="http://schemas.microsoft.com/office/drawing/2014/main" id="{1AA9D7DD-752B-F742-BA8C-19673D63B7A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E57116AD-D7A8-9742-8FF8-5F16024E6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9D4F74D2-3ECC-9448-9FB1-370E53F597D1}"/>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DA4212DD-88D6-7144-996D-1684D0998D1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7D3B1847-2991-9F42-8243-C6C82AEA3F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075D91F-CEB2-A34B-8E7B-6DBE88D0C7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C69D097-E5DF-C94F-87A0-A366128EA06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8" name="Group 527">
            <a:extLst>
              <a:ext uri="{FF2B5EF4-FFF2-40B4-BE49-F238E27FC236}">
                <a16:creationId xmlns:a16="http://schemas.microsoft.com/office/drawing/2014/main" id="{D081AC14-E61F-9E44-B9F8-7F976FEE2854}"/>
              </a:ext>
            </a:extLst>
          </p:cNvPr>
          <p:cNvGrpSpPr/>
          <p:nvPr/>
        </p:nvGrpSpPr>
        <p:grpSpPr>
          <a:xfrm>
            <a:off x="6536775" y="5162261"/>
            <a:ext cx="393760" cy="218578"/>
            <a:chOff x="7493876" y="2774731"/>
            <a:chExt cx="1481958" cy="894622"/>
          </a:xfrm>
        </p:grpSpPr>
        <p:sp>
          <p:nvSpPr>
            <p:cNvPr id="529" name="Freeform 528">
              <a:extLst>
                <a:ext uri="{FF2B5EF4-FFF2-40B4-BE49-F238E27FC236}">
                  <a16:creationId xmlns:a16="http://schemas.microsoft.com/office/drawing/2014/main" id="{8CFF86F6-B0FC-A942-8AA0-479DD7032B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0" name="Oval 529">
              <a:extLst>
                <a:ext uri="{FF2B5EF4-FFF2-40B4-BE49-F238E27FC236}">
                  <a16:creationId xmlns:a16="http://schemas.microsoft.com/office/drawing/2014/main" id="{76EA3A87-473B-0945-A9E0-675B91F33B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1" name="Group 530">
              <a:extLst>
                <a:ext uri="{FF2B5EF4-FFF2-40B4-BE49-F238E27FC236}">
                  <a16:creationId xmlns:a16="http://schemas.microsoft.com/office/drawing/2014/main" id="{A978F236-5E3C-C24D-80B9-169B5FBD8D1E}"/>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5AE9D058-8EAC-6240-91FD-FADF0E063E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64699900-9D57-A84A-826E-F26640FBB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CE596508-3EA9-044A-9250-9CF5986DB6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3386E1BB-0341-A641-BA42-64120BFBC2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8" name="Group 577">
            <a:extLst>
              <a:ext uri="{FF2B5EF4-FFF2-40B4-BE49-F238E27FC236}">
                <a16:creationId xmlns:a16="http://schemas.microsoft.com/office/drawing/2014/main" id="{57AEC85C-1991-7940-9A8F-0D0CDF4B6544}"/>
              </a:ext>
            </a:extLst>
          </p:cNvPr>
          <p:cNvGrpSpPr/>
          <p:nvPr/>
        </p:nvGrpSpPr>
        <p:grpSpPr>
          <a:xfrm>
            <a:off x="5534723" y="1952089"/>
            <a:ext cx="271847" cy="453062"/>
            <a:chOff x="5534723" y="1952089"/>
            <a:chExt cx="271847" cy="453062"/>
          </a:xfrm>
        </p:grpSpPr>
        <p:pic>
          <p:nvPicPr>
            <p:cNvPr id="559" name="Picture 799" descr="cell_tower_radiation copy">
              <a:extLst>
                <a:ext uri="{FF2B5EF4-FFF2-40B4-BE49-F238E27FC236}">
                  <a16:creationId xmlns:a16="http://schemas.microsoft.com/office/drawing/2014/main" id="{3F17F723-A2BC-DC40-9A0B-16CD3001226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 name="Oval 800">
              <a:extLst>
                <a:ext uri="{FF2B5EF4-FFF2-40B4-BE49-F238E27FC236}">
                  <a16:creationId xmlns:a16="http://schemas.microsoft.com/office/drawing/2014/main" id="{D6F0F4E1-A81F-DC4E-B7E6-97557A44368B}"/>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61" name="Group 783">
              <a:extLst>
                <a:ext uri="{FF2B5EF4-FFF2-40B4-BE49-F238E27FC236}">
                  <a16:creationId xmlns:a16="http://schemas.microsoft.com/office/drawing/2014/main" id="{9B66B698-3415-CF42-8A8F-02FDBA293662}"/>
                </a:ext>
              </a:extLst>
            </p:cNvPr>
            <p:cNvGrpSpPr>
              <a:grpSpLocks/>
            </p:cNvGrpSpPr>
            <p:nvPr/>
          </p:nvGrpSpPr>
          <p:grpSpPr bwMode="auto">
            <a:xfrm>
              <a:off x="5562338" y="2043663"/>
              <a:ext cx="212313" cy="361488"/>
              <a:chOff x="3130" y="3288"/>
              <a:chExt cx="410" cy="742"/>
            </a:xfrm>
          </p:grpSpPr>
          <p:sp>
            <p:nvSpPr>
              <p:cNvPr id="562" name="Line 270">
                <a:extLst>
                  <a:ext uri="{FF2B5EF4-FFF2-40B4-BE49-F238E27FC236}">
                    <a16:creationId xmlns:a16="http://schemas.microsoft.com/office/drawing/2014/main" id="{700D5CC3-7206-9E40-A909-F0D2077AEC1A}"/>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Line 271">
                <a:extLst>
                  <a:ext uri="{FF2B5EF4-FFF2-40B4-BE49-F238E27FC236}">
                    <a16:creationId xmlns:a16="http://schemas.microsoft.com/office/drawing/2014/main" id="{59C5EEBB-46AE-254B-BFFB-E8ACDC122D0B}"/>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4" name="Line 272">
                <a:extLst>
                  <a:ext uri="{FF2B5EF4-FFF2-40B4-BE49-F238E27FC236}">
                    <a16:creationId xmlns:a16="http://schemas.microsoft.com/office/drawing/2014/main" id="{1BEA6BE2-D756-9F49-84EC-1CFC3F7EE37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Line 273">
                <a:extLst>
                  <a:ext uri="{FF2B5EF4-FFF2-40B4-BE49-F238E27FC236}">
                    <a16:creationId xmlns:a16="http://schemas.microsoft.com/office/drawing/2014/main" id="{2BB20B75-D078-B349-8ED7-7EF5DDEF7D26}"/>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6" name="Line 274">
                <a:extLst>
                  <a:ext uri="{FF2B5EF4-FFF2-40B4-BE49-F238E27FC236}">
                    <a16:creationId xmlns:a16="http://schemas.microsoft.com/office/drawing/2014/main" id="{19E9C506-6CA3-3D47-AB74-FE28012B6813}"/>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7" name="Line 275">
                <a:extLst>
                  <a:ext uri="{FF2B5EF4-FFF2-40B4-BE49-F238E27FC236}">
                    <a16:creationId xmlns:a16="http://schemas.microsoft.com/office/drawing/2014/main" id="{3BBD9872-E013-FA41-8F0D-2D4472744BC1}"/>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8" name="Line 276">
                <a:extLst>
                  <a:ext uri="{FF2B5EF4-FFF2-40B4-BE49-F238E27FC236}">
                    <a16:creationId xmlns:a16="http://schemas.microsoft.com/office/drawing/2014/main" id="{88CBA91B-9E00-C345-A11D-1E2387A0964F}"/>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9" name="Line 277">
                <a:extLst>
                  <a:ext uri="{FF2B5EF4-FFF2-40B4-BE49-F238E27FC236}">
                    <a16:creationId xmlns:a16="http://schemas.microsoft.com/office/drawing/2014/main" id="{F90F97E0-7168-3641-9DDD-F7A2DFBDFD6E}"/>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0" name="Line 278">
                <a:extLst>
                  <a:ext uri="{FF2B5EF4-FFF2-40B4-BE49-F238E27FC236}">
                    <a16:creationId xmlns:a16="http://schemas.microsoft.com/office/drawing/2014/main" id="{C1D7EEAB-C106-2D43-BBA4-9AD86682CADA}"/>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Line 279">
                <a:extLst>
                  <a:ext uri="{FF2B5EF4-FFF2-40B4-BE49-F238E27FC236}">
                    <a16:creationId xmlns:a16="http://schemas.microsoft.com/office/drawing/2014/main" id="{03E18F7D-E69E-5448-9B09-7AB42BD5AD7B}"/>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2" name="Line 280">
                <a:extLst>
                  <a:ext uri="{FF2B5EF4-FFF2-40B4-BE49-F238E27FC236}">
                    <a16:creationId xmlns:a16="http://schemas.microsoft.com/office/drawing/2014/main" id="{707D5AB0-6A34-7D47-9B19-3397A45D654A}"/>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3" name="Line 281">
                <a:extLst>
                  <a:ext uri="{FF2B5EF4-FFF2-40B4-BE49-F238E27FC236}">
                    <a16:creationId xmlns:a16="http://schemas.microsoft.com/office/drawing/2014/main" id="{2581D4F7-8F7E-DA44-AFE0-233B0F60F122}"/>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4" name="Line 282">
                <a:extLst>
                  <a:ext uri="{FF2B5EF4-FFF2-40B4-BE49-F238E27FC236}">
                    <a16:creationId xmlns:a16="http://schemas.microsoft.com/office/drawing/2014/main" id="{4ADDAED8-7572-5047-B7DF-F1DE9A6D975F}"/>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5" name="Line 283">
                <a:extLst>
                  <a:ext uri="{FF2B5EF4-FFF2-40B4-BE49-F238E27FC236}">
                    <a16:creationId xmlns:a16="http://schemas.microsoft.com/office/drawing/2014/main" id="{35DFAF00-264C-1547-9649-2EC6EE4AE1A9}"/>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6" name="Line 284">
                <a:extLst>
                  <a:ext uri="{FF2B5EF4-FFF2-40B4-BE49-F238E27FC236}">
                    <a16:creationId xmlns:a16="http://schemas.microsoft.com/office/drawing/2014/main" id="{5348AD96-74AD-704F-A303-E65C2057BEFD}"/>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577" name="Line 426">
            <a:extLst>
              <a:ext uri="{FF2B5EF4-FFF2-40B4-BE49-F238E27FC236}">
                <a16:creationId xmlns:a16="http://schemas.microsoft.com/office/drawing/2014/main" id="{BF64B646-34AE-3F47-95B6-A1BDCCB1890F}"/>
              </a:ext>
            </a:extLst>
          </p:cNvPr>
          <p:cNvSpPr>
            <a:spLocks noChangeShapeType="1"/>
          </p:cNvSpPr>
          <p:nvPr/>
        </p:nvSpPr>
        <p:spPr bwMode="auto">
          <a:xfrm flipH="1">
            <a:off x="5420211" y="2869913"/>
            <a:ext cx="97012" cy="1068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9" name="Group 578">
            <a:extLst>
              <a:ext uri="{FF2B5EF4-FFF2-40B4-BE49-F238E27FC236}">
                <a16:creationId xmlns:a16="http://schemas.microsoft.com/office/drawing/2014/main" id="{D8897C93-CE5C-284B-AD0D-3ACB740CAB05}"/>
              </a:ext>
            </a:extLst>
          </p:cNvPr>
          <p:cNvGrpSpPr/>
          <p:nvPr/>
        </p:nvGrpSpPr>
        <p:grpSpPr>
          <a:xfrm>
            <a:off x="4625461" y="1922978"/>
            <a:ext cx="271847" cy="453062"/>
            <a:chOff x="5534723" y="1952089"/>
            <a:chExt cx="271847" cy="453062"/>
          </a:xfrm>
        </p:grpSpPr>
        <p:pic>
          <p:nvPicPr>
            <p:cNvPr id="580" name="Picture 799" descr="cell_tower_radiation copy">
              <a:extLst>
                <a:ext uri="{FF2B5EF4-FFF2-40B4-BE49-F238E27FC236}">
                  <a16:creationId xmlns:a16="http://schemas.microsoft.com/office/drawing/2014/main" id="{B429B08B-6BE1-084C-8BB8-F2510FA3DB6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1" name="Oval 800">
              <a:extLst>
                <a:ext uri="{FF2B5EF4-FFF2-40B4-BE49-F238E27FC236}">
                  <a16:creationId xmlns:a16="http://schemas.microsoft.com/office/drawing/2014/main" id="{3A4B4EED-361B-9F4F-8219-5A695C2E30F7}"/>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2" name="Group 783">
              <a:extLst>
                <a:ext uri="{FF2B5EF4-FFF2-40B4-BE49-F238E27FC236}">
                  <a16:creationId xmlns:a16="http://schemas.microsoft.com/office/drawing/2014/main" id="{B14C8683-1EBE-F245-91BB-BB7486D56317}"/>
                </a:ext>
              </a:extLst>
            </p:cNvPr>
            <p:cNvGrpSpPr>
              <a:grpSpLocks/>
            </p:cNvGrpSpPr>
            <p:nvPr/>
          </p:nvGrpSpPr>
          <p:grpSpPr bwMode="auto">
            <a:xfrm>
              <a:off x="5562338" y="2043663"/>
              <a:ext cx="212313" cy="361488"/>
              <a:chOff x="3130" y="3288"/>
              <a:chExt cx="410" cy="742"/>
            </a:xfrm>
          </p:grpSpPr>
          <p:sp>
            <p:nvSpPr>
              <p:cNvPr id="583" name="Line 270">
                <a:extLst>
                  <a:ext uri="{FF2B5EF4-FFF2-40B4-BE49-F238E27FC236}">
                    <a16:creationId xmlns:a16="http://schemas.microsoft.com/office/drawing/2014/main" id="{F02111A6-8EEE-F248-8D43-E3BE1E3BE38E}"/>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4" name="Line 271">
                <a:extLst>
                  <a:ext uri="{FF2B5EF4-FFF2-40B4-BE49-F238E27FC236}">
                    <a16:creationId xmlns:a16="http://schemas.microsoft.com/office/drawing/2014/main" id="{860B8549-8D7B-DC42-B6EF-AE5F6258CC08}"/>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5" name="Line 272">
                <a:extLst>
                  <a:ext uri="{FF2B5EF4-FFF2-40B4-BE49-F238E27FC236}">
                    <a16:creationId xmlns:a16="http://schemas.microsoft.com/office/drawing/2014/main" id="{9165C128-65A9-EC42-A764-ADCA487C90BA}"/>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6" name="Line 273">
                <a:extLst>
                  <a:ext uri="{FF2B5EF4-FFF2-40B4-BE49-F238E27FC236}">
                    <a16:creationId xmlns:a16="http://schemas.microsoft.com/office/drawing/2014/main" id="{E7A8EB1B-1B3D-3842-88C8-5D2120367A1F}"/>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7" name="Line 274">
                <a:extLst>
                  <a:ext uri="{FF2B5EF4-FFF2-40B4-BE49-F238E27FC236}">
                    <a16:creationId xmlns:a16="http://schemas.microsoft.com/office/drawing/2014/main" id="{C836AA36-EA8E-B549-856B-C2AE39DF199F}"/>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8" name="Line 275">
                <a:extLst>
                  <a:ext uri="{FF2B5EF4-FFF2-40B4-BE49-F238E27FC236}">
                    <a16:creationId xmlns:a16="http://schemas.microsoft.com/office/drawing/2014/main" id="{ABD9C44A-66B4-F149-A068-157972539D42}"/>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9" name="Line 276">
                <a:extLst>
                  <a:ext uri="{FF2B5EF4-FFF2-40B4-BE49-F238E27FC236}">
                    <a16:creationId xmlns:a16="http://schemas.microsoft.com/office/drawing/2014/main" id="{D220BEAE-062E-9748-ABBA-BDF63E3467E3}"/>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0" name="Line 277">
                <a:extLst>
                  <a:ext uri="{FF2B5EF4-FFF2-40B4-BE49-F238E27FC236}">
                    <a16:creationId xmlns:a16="http://schemas.microsoft.com/office/drawing/2014/main" id="{EB91538D-649D-964C-B1B7-D995C42AB688}"/>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1" name="Line 278">
                <a:extLst>
                  <a:ext uri="{FF2B5EF4-FFF2-40B4-BE49-F238E27FC236}">
                    <a16:creationId xmlns:a16="http://schemas.microsoft.com/office/drawing/2014/main" id="{14AA3A6E-E75F-E946-BEA3-89865F559B0F}"/>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2" name="Line 279">
                <a:extLst>
                  <a:ext uri="{FF2B5EF4-FFF2-40B4-BE49-F238E27FC236}">
                    <a16:creationId xmlns:a16="http://schemas.microsoft.com/office/drawing/2014/main" id="{BC215C3E-E152-8446-8DEA-03B038D3D485}"/>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3" name="Line 280">
                <a:extLst>
                  <a:ext uri="{FF2B5EF4-FFF2-40B4-BE49-F238E27FC236}">
                    <a16:creationId xmlns:a16="http://schemas.microsoft.com/office/drawing/2014/main" id="{A63E528B-F406-8F48-ADA0-EDFA9A3EF5E6}"/>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4" name="Line 281">
                <a:extLst>
                  <a:ext uri="{FF2B5EF4-FFF2-40B4-BE49-F238E27FC236}">
                    <a16:creationId xmlns:a16="http://schemas.microsoft.com/office/drawing/2014/main" id="{F846F86E-1F57-DF4A-96C1-8D26811048C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Line 282">
                <a:extLst>
                  <a:ext uri="{FF2B5EF4-FFF2-40B4-BE49-F238E27FC236}">
                    <a16:creationId xmlns:a16="http://schemas.microsoft.com/office/drawing/2014/main" id="{62EAE549-366C-394C-A0E1-8C6119B9A337}"/>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Line 283">
                <a:extLst>
                  <a:ext uri="{FF2B5EF4-FFF2-40B4-BE49-F238E27FC236}">
                    <a16:creationId xmlns:a16="http://schemas.microsoft.com/office/drawing/2014/main" id="{4CC3E306-DCF1-8E4E-BB68-23D8B253D8FE}"/>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7" name="Line 284">
                <a:extLst>
                  <a:ext uri="{FF2B5EF4-FFF2-40B4-BE49-F238E27FC236}">
                    <a16:creationId xmlns:a16="http://schemas.microsoft.com/office/drawing/2014/main" id="{9EC17BCD-64FE-9F4D-B2E2-9905118F819C}"/>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98" name="Group 597">
            <a:extLst>
              <a:ext uri="{FF2B5EF4-FFF2-40B4-BE49-F238E27FC236}">
                <a16:creationId xmlns:a16="http://schemas.microsoft.com/office/drawing/2014/main" id="{1CDA849E-05CE-8A41-847E-A073B39ABBEF}"/>
              </a:ext>
            </a:extLst>
          </p:cNvPr>
          <p:cNvGrpSpPr/>
          <p:nvPr/>
        </p:nvGrpSpPr>
        <p:grpSpPr>
          <a:xfrm>
            <a:off x="4185385" y="2421275"/>
            <a:ext cx="271847" cy="453062"/>
            <a:chOff x="5534723" y="1952089"/>
            <a:chExt cx="271847" cy="453062"/>
          </a:xfrm>
        </p:grpSpPr>
        <p:pic>
          <p:nvPicPr>
            <p:cNvPr id="599" name="Picture 799" descr="cell_tower_radiation copy">
              <a:extLst>
                <a:ext uri="{FF2B5EF4-FFF2-40B4-BE49-F238E27FC236}">
                  <a16:creationId xmlns:a16="http://schemas.microsoft.com/office/drawing/2014/main" id="{3C2377C2-F19B-EF40-9DED-1397A79D2F42}"/>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0" name="Oval 800">
              <a:extLst>
                <a:ext uri="{FF2B5EF4-FFF2-40B4-BE49-F238E27FC236}">
                  <a16:creationId xmlns:a16="http://schemas.microsoft.com/office/drawing/2014/main" id="{EA7FD105-F343-9F4D-AAF9-249AB9DA926E}"/>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01" name="Group 783">
              <a:extLst>
                <a:ext uri="{FF2B5EF4-FFF2-40B4-BE49-F238E27FC236}">
                  <a16:creationId xmlns:a16="http://schemas.microsoft.com/office/drawing/2014/main" id="{A7DDB3DE-0605-2A4E-9E03-04DCBC1FA4AC}"/>
                </a:ext>
              </a:extLst>
            </p:cNvPr>
            <p:cNvGrpSpPr>
              <a:grpSpLocks/>
            </p:cNvGrpSpPr>
            <p:nvPr/>
          </p:nvGrpSpPr>
          <p:grpSpPr bwMode="auto">
            <a:xfrm>
              <a:off x="5562338" y="2043663"/>
              <a:ext cx="212313" cy="361488"/>
              <a:chOff x="3130" y="3288"/>
              <a:chExt cx="410" cy="742"/>
            </a:xfrm>
          </p:grpSpPr>
          <p:sp>
            <p:nvSpPr>
              <p:cNvPr id="602" name="Line 270">
                <a:extLst>
                  <a:ext uri="{FF2B5EF4-FFF2-40B4-BE49-F238E27FC236}">
                    <a16:creationId xmlns:a16="http://schemas.microsoft.com/office/drawing/2014/main" id="{AD57097B-F9E4-F645-B7AB-0E354CD80BFC}"/>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3" name="Line 271">
                <a:extLst>
                  <a:ext uri="{FF2B5EF4-FFF2-40B4-BE49-F238E27FC236}">
                    <a16:creationId xmlns:a16="http://schemas.microsoft.com/office/drawing/2014/main" id="{B0C5FEB9-03AA-BC41-8703-4672849D646A}"/>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4" name="Line 272">
                <a:extLst>
                  <a:ext uri="{FF2B5EF4-FFF2-40B4-BE49-F238E27FC236}">
                    <a16:creationId xmlns:a16="http://schemas.microsoft.com/office/drawing/2014/main" id="{045274F1-7AD3-3448-9D35-A5880750449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Line 273">
                <a:extLst>
                  <a:ext uri="{FF2B5EF4-FFF2-40B4-BE49-F238E27FC236}">
                    <a16:creationId xmlns:a16="http://schemas.microsoft.com/office/drawing/2014/main" id="{1DEB3691-B77F-894B-987F-717BC13EAE79}"/>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Line 274">
                <a:extLst>
                  <a:ext uri="{FF2B5EF4-FFF2-40B4-BE49-F238E27FC236}">
                    <a16:creationId xmlns:a16="http://schemas.microsoft.com/office/drawing/2014/main" id="{4BCE4459-4E5C-F847-AE26-96CD2F661731}"/>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Line 275">
                <a:extLst>
                  <a:ext uri="{FF2B5EF4-FFF2-40B4-BE49-F238E27FC236}">
                    <a16:creationId xmlns:a16="http://schemas.microsoft.com/office/drawing/2014/main" id="{ADCA2490-88DA-D14F-8DE5-C7DB36228F66}"/>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Line 276">
                <a:extLst>
                  <a:ext uri="{FF2B5EF4-FFF2-40B4-BE49-F238E27FC236}">
                    <a16:creationId xmlns:a16="http://schemas.microsoft.com/office/drawing/2014/main" id="{20753757-AF40-FE45-B6DA-8DAB6AAC6E6A}"/>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9" name="Line 277">
                <a:extLst>
                  <a:ext uri="{FF2B5EF4-FFF2-40B4-BE49-F238E27FC236}">
                    <a16:creationId xmlns:a16="http://schemas.microsoft.com/office/drawing/2014/main" id="{CFEC232B-077D-7041-8B22-DBA69C2A12E6}"/>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Line 278">
                <a:extLst>
                  <a:ext uri="{FF2B5EF4-FFF2-40B4-BE49-F238E27FC236}">
                    <a16:creationId xmlns:a16="http://schemas.microsoft.com/office/drawing/2014/main" id="{83BE2D6E-48D6-DF4D-BB8F-D53F4663E30D}"/>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1" name="Line 279">
                <a:extLst>
                  <a:ext uri="{FF2B5EF4-FFF2-40B4-BE49-F238E27FC236}">
                    <a16:creationId xmlns:a16="http://schemas.microsoft.com/office/drawing/2014/main" id="{71F5D29A-4979-AA43-86B1-8156A000F47C}"/>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2" name="Line 280">
                <a:extLst>
                  <a:ext uri="{FF2B5EF4-FFF2-40B4-BE49-F238E27FC236}">
                    <a16:creationId xmlns:a16="http://schemas.microsoft.com/office/drawing/2014/main" id="{F02C8025-A9C4-4B42-898B-918C7E85503C}"/>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Line 281">
                <a:extLst>
                  <a:ext uri="{FF2B5EF4-FFF2-40B4-BE49-F238E27FC236}">
                    <a16:creationId xmlns:a16="http://schemas.microsoft.com/office/drawing/2014/main" id="{A0026276-BA67-2843-B993-122C8D91976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Line 282">
                <a:extLst>
                  <a:ext uri="{FF2B5EF4-FFF2-40B4-BE49-F238E27FC236}">
                    <a16:creationId xmlns:a16="http://schemas.microsoft.com/office/drawing/2014/main" id="{4E5D9D73-F196-2E47-8B06-005209FD65EE}"/>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5" name="Line 283">
                <a:extLst>
                  <a:ext uri="{FF2B5EF4-FFF2-40B4-BE49-F238E27FC236}">
                    <a16:creationId xmlns:a16="http://schemas.microsoft.com/office/drawing/2014/main" id="{EF94E017-9C01-334A-8495-C6AD1D3EA9B6}"/>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6" name="Line 284">
                <a:extLst>
                  <a:ext uri="{FF2B5EF4-FFF2-40B4-BE49-F238E27FC236}">
                    <a16:creationId xmlns:a16="http://schemas.microsoft.com/office/drawing/2014/main" id="{CBB93D9F-52EE-8343-9EE5-3D46E185C257}"/>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617" name="Rectangle 616">
            <a:extLst>
              <a:ext uri="{FF2B5EF4-FFF2-40B4-BE49-F238E27FC236}">
                <a16:creationId xmlns:a16="http://schemas.microsoft.com/office/drawing/2014/main" id="{4F5BEA20-7F90-C04F-BA7D-082FA1CB651D}"/>
              </a:ext>
            </a:extLst>
          </p:cNvPr>
          <p:cNvSpPr/>
          <p:nvPr/>
        </p:nvSpPr>
        <p:spPr>
          <a:xfrm>
            <a:off x="1119809" y="2216359"/>
            <a:ext cx="2332382"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NAT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home, cellular, institutional</a:t>
            </a:r>
          </a:p>
        </p:txBody>
      </p:sp>
      <p:sp>
        <p:nvSpPr>
          <p:cNvPr id="618" name="Rectangle 617">
            <a:extLst>
              <a:ext uri="{FF2B5EF4-FFF2-40B4-BE49-F238E27FC236}">
                <a16:creationId xmlns:a16="http://schemas.microsoft.com/office/drawing/2014/main" id="{217D7FB8-E94E-274E-9B2E-284E46FF72F5}"/>
              </a:ext>
            </a:extLst>
          </p:cNvPr>
          <p:cNvSpPr/>
          <p:nvPr/>
        </p:nvSpPr>
        <p:spPr>
          <a:xfrm>
            <a:off x="7957932" y="1255577"/>
            <a:ext cx="3995530"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Firewalls, IDS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institutional, service providers, ISPs</a:t>
            </a:r>
          </a:p>
        </p:txBody>
      </p:sp>
      <p:sp>
        <p:nvSpPr>
          <p:cNvPr id="619" name="Rectangle 618">
            <a:extLst>
              <a:ext uri="{FF2B5EF4-FFF2-40B4-BE49-F238E27FC236}">
                <a16:creationId xmlns:a16="http://schemas.microsoft.com/office/drawing/2014/main" id="{7D19D5D9-8746-234A-B60B-EA905D0364D7}"/>
              </a:ext>
            </a:extLst>
          </p:cNvPr>
          <p:cNvSpPr/>
          <p:nvPr/>
        </p:nvSpPr>
        <p:spPr>
          <a:xfrm>
            <a:off x="8653671" y="3077751"/>
            <a:ext cx="3193773" cy="1477328"/>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Load balancers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service provider, data center, mobile nets</a:t>
            </a:r>
          </a:p>
        </p:txBody>
      </p:sp>
      <p:sp>
        <p:nvSpPr>
          <p:cNvPr id="620" name="Rectangle 619">
            <a:extLst>
              <a:ext uri="{FF2B5EF4-FFF2-40B4-BE49-F238E27FC236}">
                <a16:creationId xmlns:a16="http://schemas.microsoft.com/office/drawing/2014/main" id="{310824EC-5D27-DC4E-AF2F-8B6F572093A7}"/>
              </a:ext>
            </a:extLst>
          </p:cNvPr>
          <p:cNvSpPr/>
          <p:nvPr/>
        </p:nvSpPr>
        <p:spPr>
          <a:xfrm>
            <a:off x="8183219" y="5297489"/>
            <a:ext cx="3193773" cy="812530"/>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Caches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service provider, mobile, CDNs</a:t>
            </a:r>
          </a:p>
        </p:txBody>
      </p:sp>
      <p:sp>
        <p:nvSpPr>
          <p:cNvPr id="621" name="Rectangle 620">
            <a:extLst>
              <a:ext uri="{FF2B5EF4-FFF2-40B4-BE49-F238E27FC236}">
                <a16:creationId xmlns:a16="http://schemas.microsoft.com/office/drawing/2014/main" id="{C2A41F9E-259C-094E-A442-DA4481FC3F8A}"/>
              </a:ext>
            </a:extLst>
          </p:cNvPr>
          <p:cNvSpPr/>
          <p:nvPr/>
        </p:nvSpPr>
        <p:spPr>
          <a:xfrm>
            <a:off x="1384853" y="4369836"/>
            <a:ext cx="2332382" cy="1865126"/>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Application-specific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service providers, institutional, CDN</a:t>
            </a:r>
          </a:p>
        </p:txBody>
      </p:sp>
    </p:spTree>
    <p:extLst>
      <p:ext uri="{BB962C8B-B14F-4D97-AF65-F5344CB8AC3E}">
        <p14:creationId xmlns:p14="http://schemas.microsoft.com/office/powerpoint/2010/main" val="331052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7"/>
                                        </p:tgtEl>
                                        <p:attrNameLst>
                                          <p:attrName>style.visibility</p:attrName>
                                        </p:attrNameLst>
                                      </p:cBhvr>
                                      <p:to>
                                        <p:strVal val="visible"/>
                                      </p:to>
                                    </p:set>
                                    <p:animEffect transition="in" filter="dissolve">
                                      <p:cBhvr>
                                        <p:cTn id="7" dur="500"/>
                                        <p:tgtEl>
                                          <p:spTgt spid="6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8"/>
                                        </p:tgtEl>
                                        <p:attrNameLst>
                                          <p:attrName>style.visibility</p:attrName>
                                        </p:attrNameLst>
                                      </p:cBhvr>
                                      <p:to>
                                        <p:strVal val="visible"/>
                                      </p:to>
                                    </p:set>
                                    <p:animEffect transition="in" filter="dissolve">
                                      <p:cBhvr>
                                        <p:cTn id="12" dur="500"/>
                                        <p:tgtEl>
                                          <p:spTgt spid="6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19"/>
                                        </p:tgtEl>
                                        <p:attrNameLst>
                                          <p:attrName>style.visibility</p:attrName>
                                        </p:attrNameLst>
                                      </p:cBhvr>
                                      <p:to>
                                        <p:strVal val="visible"/>
                                      </p:to>
                                    </p:set>
                                    <p:animEffect transition="in" filter="dissolve">
                                      <p:cBhvr>
                                        <p:cTn id="17" dur="500"/>
                                        <p:tgtEl>
                                          <p:spTgt spid="61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621"/>
                                        </p:tgtEl>
                                        <p:attrNameLst>
                                          <p:attrName>style.visibility</p:attrName>
                                        </p:attrNameLst>
                                      </p:cBhvr>
                                      <p:to>
                                        <p:strVal val="visible"/>
                                      </p:to>
                                    </p:set>
                                    <p:animEffect transition="in" filter="dissolve">
                                      <p:cBhvr>
                                        <p:cTn id="22" dur="500"/>
                                        <p:tgtEl>
                                          <p:spTgt spid="62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620"/>
                                        </p:tgtEl>
                                        <p:attrNameLst>
                                          <p:attrName>style.visibility</p:attrName>
                                        </p:attrNameLst>
                                      </p:cBhvr>
                                      <p:to>
                                        <p:strVal val="visible"/>
                                      </p:to>
                                    </p:set>
                                    <p:animEffect transition="in" filter="dissolve">
                                      <p:cBhvr>
                                        <p:cTn id="27" dur="500"/>
                                        <p:tgtEl>
                                          <p:spTgt spid="6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7" grpId="0"/>
      <p:bldP spid="618" grpId="0"/>
      <p:bldP spid="619" grpId="0"/>
      <p:bldP spid="620" grpId="0"/>
      <p:bldP spid="621"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6" name="Rectangle 5">
            <a:extLst>
              <a:ext uri="{FF2B5EF4-FFF2-40B4-BE49-F238E27FC236}">
                <a16:creationId xmlns:a16="http://schemas.microsoft.com/office/drawing/2014/main" id="{596C3886-F034-A847-9D89-890FF7A8227B}"/>
              </a:ext>
            </a:extLst>
          </p:cNvPr>
          <p:cNvSpPr/>
          <p:nvPr/>
        </p:nvSpPr>
        <p:spPr>
          <a:xfrm>
            <a:off x="857251" y="1503507"/>
            <a:ext cx="10706216" cy="4431983"/>
          </a:xfrm>
          <a:prstGeom prst="rect">
            <a:avLst/>
          </a:prstGeom>
        </p:spPr>
        <p:txBody>
          <a:bodyPr wrap="square">
            <a:spAutoFit/>
          </a:bodyPr>
          <a:lstStyle/>
          <a:p>
            <a:pPr marL="457200" marR="0" lvl="0" indent="-330200" algn="l" defTabSz="914400" rtl="0" eaLnBrk="1" fontAlgn="auto" latinLnBrk="0" hangingPunct="1">
              <a:lnSpc>
                <a:spcPct val="100000"/>
              </a:lnSpc>
              <a:spcBef>
                <a:spcPts val="60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proprietary (closed) hardware solutions</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“whitebox” hardware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implementing open API</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away from proprietary hardware solutions</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programmable local actions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via match+action</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innovation/differentiation in software</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SDN: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(logically) centralized control and configuration management often in  private/public cloud</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network functions virtualization (NFV):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programmable services over white box  networking, computation, storage</a:t>
            </a:r>
          </a:p>
        </p:txBody>
      </p:sp>
    </p:spTree>
    <p:extLst>
      <p:ext uri="{BB962C8B-B14F-4D97-AF65-F5344CB8AC3E}">
        <p14:creationId xmlns:p14="http://schemas.microsoft.com/office/powerpoint/2010/main" val="122076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
                                            <p:txEl>
                                              <p:pRg st="4" end="4"/>
                                            </p:txEl>
                                          </p:spTgt>
                                        </p:tgtEl>
                                        <p:attrNameLst>
                                          <p:attrName>style.visibility</p:attrName>
                                        </p:attrNameLst>
                                      </p:cBhvr>
                                      <p:to>
                                        <p:strVal val="visible"/>
                                      </p:to>
                                    </p:set>
                                    <p:animEffect transition="in" filter="dissolve">
                                      <p:cBhvr>
                                        <p:cTn id="21" dur="500"/>
                                        <p:tgtEl>
                                          <p:spTgt spid="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6">
                                            <p:txEl>
                                              <p:pRg st="5" end="5"/>
                                            </p:txEl>
                                          </p:spTgt>
                                        </p:tgtEl>
                                        <p:attrNameLst>
                                          <p:attrName>style.visibility</p:attrName>
                                        </p:attrNameLst>
                                      </p:cBhvr>
                                      <p:to>
                                        <p:strVal val="visible"/>
                                      </p:to>
                                    </p:set>
                                    <p:animEffect transition="in" filter="dissolve">
                                      <p:cBhvr>
                                        <p:cTn id="26" dur="500"/>
                                        <p:tgtEl>
                                          <p:spTgt spid="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
                                            <p:txEl>
                                              <p:pRg st="6" end="6"/>
                                            </p:txEl>
                                          </p:spTgt>
                                        </p:tgtEl>
                                        <p:attrNameLst>
                                          <p:attrName>style.visibility</p:attrName>
                                        </p:attrNameLst>
                                      </p:cBhvr>
                                      <p:to>
                                        <p:strVal val="visible"/>
                                      </p:to>
                                    </p:set>
                                    <p:animEffect transition="in" filter="dissolve">
                                      <p:cBhvr>
                                        <p:cTn id="31"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p"/>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9" name="Content Placeholder 1">
            <a:extLst>
              <a:ext uri="{FF2B5EF4-FFF2-40B4-BE49-F238E27FC236}">
                <a16:creationId xmlns:a16="http://schemas.microsoft.com/office/drawing/2014/main" id="{BF0FC231-5B18-384F-A136-81278E028E1F}"/>
              </a:ext>
            </a:extLst>
          </p:cNvPr>
          <p:cNvSpPr>
            <a:spLocks noGrp="1"/>
          </p:cNvSpPr>
          <p:nvPr>
            <p:ph sz="half" idx="1"/>
          </p:nvPr>
        </p:nvSpPr>
        <p:spPr>
          <a:xfrm>
            <a:off x="943897" y="4660822"/>
            <a:ext cx="10220632" cy="1798638"/>
          </a:xfrm>
        </p:spPr>
        <p:txBody>
          <a:bodyPr>
            <a:normAutofit/>
          </a:bodyPr>
          <a:lstStyle/>
          <a:p>
            <a:pPr marL="407988" indent="-393700">
              <a:buNone/>
            </a:pPr>
            <a:r>
              <a:rPr lang="en-US" altLang="en-US" i="1" dirty="0">
                <a:solidFill>
                  <a:srgbClr val="CC0000"/>
                </a:solidFill>
                <a:ea typeface="ＭＳ Ｐゴシック" panose="020B0600070205080204" pitchFamily="34" charset="-128"/>
                <a:cs typeface="ＭＳ Ｐゴシック" panose="020B0600070205080204" pitchFamily="34" charset="-128"/>
              </a:rPr>
              <a:t>Question: </a:t>
            </a:r>
            <a:r>
              <a:rPr lang="en-US" altLang="en-US" dirty="0">
                <a:ea typeface="ＭＳ Ｐゴシック" panose="020B0600070205080204" pitchFamily="34" charset="-128"/>
                <a:cs typeface="ＭＳ Ｐゴシック" panose="020B0600070205080204" pitchFamily="34" charset="-128"/>
              </a:rPr>
              <a:t>how are forwarding tables (destination-based forwarding) or flow tables (generalized forwarding) computed?</a:t>
            </a:r>
          </a:p>
          <a:p>
            <a:pPr marL="0" indent="0">
              <a:buNone/>
            </a:pPr>
            <a:r>
              <a:rPr lang="en-US" altLang="en-US" i="1" dirty="0">
                <a:solidFill>
                  <a:srgbClr val="CC0000"/>
                </a:solidFill>
                <a:ea typeface="ＭＳ Ｐゴシック" panose="020B0600070205080204" pitchFamily="34" charset="-128"/>
                <a:cs typeface="ＭＳ Ｐゴシック" panose="020B0600070205080204" pitchFamily="34" charset="-128"/>
              </a:rPr>
              <a:t>Answer: </a:t>
            </a:r>
            <a:r>
              <a:rPr lang="en-US" altLang="en-US" dirty="0">
                <a:ea typeface="ＭＳ Ｐゴシック" panose="020B0600070205080204" pitchFamily="34" charset="-128"/>
                <a:cs typeface="ＭＳ Ｐゴシック" panose="020B0600070205080204" pitchFamily="34" charset="-128"/>
              </a:rPr>
              <a:t>by the control plane (next chapter)</a:t>
            </a:r>
          </a:p>
        </p:txBody>
      </p:sp>
      <p:sp>
        <p:nvSpPr>
          <p:cNvPr id="9" name="Title 2">
            <a:extLst>
              <a:ext uri="{FF2B5EF4-FFF2-40B4-BE49-F238E27FC236}">
                <a16:creationId xmlns:a16="http://schemas.microsoft.com/office/drawing/2014/main" id="{DF52E7CF-0B27-B84A-AE5F-92AE89A1B627}"/>
              </a:ext>
            </a:extLst>
          </p:cNvPr>
          <p:cNvSpPr>
            <a:spLocks noGrp="1"/>
          </p:cNvSpPr>
          <p:nvPr>
            <p:ph type="title"/>
          </p:nvPr>
        </p:nvSpPr>
        <p:spPr>
          <a:xfrm>
            <a:off x="838200" y="451821"/>
            <a:ext cx="10515600" cy="894622"/>
          </a:xfrm>
        </p:spPr>
        <p:txBody>
          <a:bodyPr/>
          <a:lstStyle/>
          <a:p>
            <a:r>
              <a:rPr lang="en-US" dirty="0"/>
              <a:t>Chapter 4: done!</a:t>
            </a:r>
          </a:p>
        </p:txBody>
      </p:sp>
      <p:pic>
        <p:nvPicPr>
          <p:cNvPr id="11" name="Picture 10" descr="A train crossing a bridge over a body of water&#10;&#10;Description automatically generated">
            <a:extLst>
              <a:ext uri="{FF2B5EF4-FFF2-40B4-BE49-F238E27FC236}">
                <a16:creationId xmlns:a16="http://schemas.microsoft.com/office/drawing/2014/main" id="{6D7C9DF8-D738-444A-A39D-0570672A2F0A}"/>
              </a:ext>
            </a:extLst>
          </p:cNvPr>
          <p:cNvPicPr>
            <a:picLocks noChangeAspect="1"/>
          </p:cNvPicPr>
          <p:nvPr/>
        </p:nvPicPr>
        <p:blipFill>
          <a:blip r:embed="rId2"/>
          <a:stretch>
            <a:fillRect/>
          </a:stretch>
        </p:blipFill>
        <p:spPr>
          <a:xfrm>
            <a:off x="7720321" y="1098976"/>
            <a:ext cx="3102316" cy="2326737"/>
          </a:xfrm>
          <a:prstGeom prst="rect">
            <a:avLst/>
          </a:prstGeom>
        </p:spPr>
      </p:pic>
      <p:grpSp>
        <p:nvGrpSpPr>
          <p:cNvPr id="2" name="Group 1">
            <a:extLst>
              <a:ext uri="{FF2B5EF4-FFF2-40B4-BE49-F238E27FC236}">
                <a16:creationId xmlns:a16="http://schemas.microsoft.com/office/drawing/2014/main" id="{C025E561-8913-CE45-80B3-64EC82E48539}"/>
              </a:ext>
            </a:extLst>
          </p:cNvPr>
          <p:cNvGrpSpPr/>
          <p:nvPr/>
        </p:nvGrpSpPr>
        <p:grpSpPr>
          <a:xfrm>
            <a:off x="740443" y="1568091"/>
            <a:ext cx="6618109" cy="2679445"/>
            <a:chOff x="637204" y="2128530"/>
            <a:chExt cx="6618109" cy="2679445"/>
          </a:xfrm>
        </p:grpSpPr>
        <p:sp>
          <p:nvSpPr>
            <p:cNvPr id="12" name="Rectangle 4">
              <a:extLst>
                <a:ext uri="{FF2B5EF4-FFF2-40B4-BE49-F238E27FC236}">
                  <a16:creationId xmlns:a16="http://schemas.microsoft.com/office/drawing/2014/main" id="{25962D49-A951-884B-9AB5-9ECA0D3E32A1}"/>
                </a:ext>
              </a:extLst>
            </p:cNvPr>
            <p:cNvSpPr txBox="1">
              <a:spLocks noChangeArrowheads="1"/>
            </p:cNvSpPr>
            <p:nvPr/>
          </p:nvSpPr>
          <p:spPr>
            <a:xfrm>
              <a:off x="641095" y="3687365"/>
              <a:ext cx="5479486" cy="1120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SDN</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Middleboxes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4">
              <a:extLst>
                <a:ext uri="{FF2B5EF4-FFF2-40B4-BE49-F238E27FC236}">
                  <a16:creationId xmlns:a16="http://schemas.microsoft.com/office/drawing/2014/main" id="{AFD26210-0B8F-6840-94A8-5EF7ABB7BA26}"/>
                </a:ext>
              </a:extLst>
            </p:cNvPr>
            <p:cNvSpPr txBox="1">
              <a:spLocks noChangeArrowheads="1"/>
            </p:cNvSpPr>
            <p:nvPr/>
          </p:nvSpPr>
          <p:spPr>
            <a:xfrm>
              <a:off x="637204" y="2128530"/>
              <a:ext cx="6618109" cy="161755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Network layer: overview</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What</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 inside a router</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IP: the Internet Protocol</a:t>
              </a:r>
            </a:p>
          </p:txBody>
        </p:sp>
      </p:grpSp>
    </p:spTree>
    <p:extLst>
      <p:ext uri="{BB962C8B-B14F-4D97-AF65-F5344CB8AC3E}">
        <p14:creationId xmlns:p14="http://schemas.microsoft.com/office/powerpoint/2010/main" val="34300218"/>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17176</TotalTime>
  <Words>6205</Words>
  <Application>Microsoft Office PowerPoint</Application>
  <PresentationFormat>Widescreen</PresentationFormat>
  <Paragraphs>1918</Paragraphs>
  <Slides>74</Slides>
  <Notes>70</Notes>
  <HiddenSlides>0</HiddenSlides>
  <MMClips>0</MMClips>
  <ScaleCrop>false</ScaleCrop>
  <HeadingPairs>
    <vt:vector size="6" baseType="variant">
      <vt:variant>
        <vt:lpstr>Fonts Used</vt:lpstr>
      </vt:variant>
      <vt:variant>
        <vt:i4>15</vt:i4>
      </vt:variant>
      <vt:variant>
        <vt:lpstr>Theme</vt:lpstr>
      </vt:variant>
      <vt:variant>
        <vt:i4>1</vt:i4>
      </vt:variant>
      <vt:variant>
        <vt:lpstr>Slide Titles</vt:lpstr>
      </vt:variant>
      <vt:variant>
        <vt:i4>74</vt:i4>
      </vt:variant>
    </vt:vector>
  </HeadingPairs>
  <TitlesOfParts>
    <vt:vector size="90" baseType="lpstr">
      <vt:lpstr>MS PGothic</vt:lpstr>
      <vt:lpstr>MS PGothic</vt:lpstr>
      <vt:lpstr>新細明體</vt:lpstr>
      <vt:lpstr>Arial</vt:lpstr>
      <vt:lpstr>Calibri</vt:lpstr>
      <vt:lpstr>Calibri Light</vt:lpstr>
      <vt:lpstr>Comic Sans MS</vt:lpstr>
      <vt:lpstr>Courier New</vt:lpstr>
      <vt:lpstr>Gill Sans MT</vt:lpstr>
      <vt:lpstr>Tahoma</vt:lpstr>
      <vt:lpstr>Times</vt:lpstr>
      <vt:lpstr>Times New Roman</vt:lpstr>
      <vt:lpstr>Wingdings</vt:lpstr>
      <vt:lpstr>ZapfDingbats</vt:lpstr>
      <vt:lpstr>ヒラギノ角ゴ Pro W3</vt:lpstr>
      <vt:lpstr>Office Theme</vt:lpstr>
      <vt:lpstr>PowerPoint Presentation</vt:lpstr>
      <vt:lpstr>Network layer: our goals</vt:lpstr>
      <vt:lpstr>Network layer: “data plane” roadmap</vt:lpstr>
      <vt:lpstr>Network-layer  services and protocols</vt:lpstr>
      <vt:lpstr>Two key network-layer functions</vt:lpstr>
      <vt:lpstr>Network layer: data plane, control plane</vt:lpstr>
      <vt:lpstr>Per-router control plane</vt:lpstr>
      <vt:lpstr>Software-Defined Networking (SDN) control plane</vt:lpstr>
      <vt:lpstr>Network service model</vt:lpstr>
      <vt:lpstr>Network-layer service model</vt:lpstr>
      <vt:lpstr>Network-layer service model</vt:lpstr>
      <vt:lpstr>Reflections on best-effort  service:</vt:lpstr>
      <vt:lpstr>Destination-based forwarding</vt:lpstr>
      <vt:lpstr>Longest prefix matching</vt:lpstr>
      <vt:lpstr>Longest prefix matching</vt:lpstr>
      <vt:lpstr>Longest prefix matching</vt:lpstr>
      <vt:lpstr>Longest prefix matching</vt:lpstr>
      <vt:lpstr>Longest prefix matching</vt:lpstr>
      <vt:lpstr>Network layer: “data plane” roadmap</vt:lpstr>
      <vt:lpstr>Network Layer: Internet</vt:lpstr>
      <vt:lpstr>IP Datagram format</vt:lpstr>
      <vt:lpstr>IP fragmentation/reassembly</vt:lpstr>
      <vt:lpstr>IP fragmentation/reassembly</vt:lpstr>
      <vt:lpstr>PowerPoint Presentation</vt:lpstr>
      <vt:lpstr>PowerPoint Presentation</vt:lpstr>
      <vt:lpstr>IP addressing: introduction</vt:lpstr>
      <vt:lpstr>IP addressing: introduction</vt:lpstr>
      <vt:lpstr>IP addressing: introduction</vt:lpstr>
      <vt:lpstr>Subnets</vt:lpstr>
      <vt:lpstr>Subnets</vt:lpstr>
      <vt:lpstr>Subnets</vt:lpstr>
      <vt:lpstr>IP addressing: CIDR</vt:lpstr>
      <vt:lpstr>IP addresses: how to get one?</vt:lpstr>
      <vt:lpstr>DHCP: Dynamic Host Configuration Protocol</vt:lpstr>
      <vt:lpstr>DHCP client-server scenario</vt:lpstr>
      <vt:lpstr>DHCP client-server scenario</vt:lpstr>
      <vt:lpstr>DHCP: more than IP addresses</vt:lpstr>
      <vt:lpstr>DHCP: example</vt:lpstr>
      <vt:lpstr>DHCP: example</vt:lpstr>
      <vt:lpstr>IP addresses: how to get one?</vt:lpstr>
      <vt:lpstr>Hierarchical addressing: route aggregation</vt:lpstr>
      <vt:lpstr>Hierarchical addressing: more specific routes</vt:lpstr>
      <vt:lpstr>Hierarchical addressing: more specific routes</vt:lpstr>
      <vt:lpstr>IP addressing: last words ...</vt:lpstr>
      <vt:lpstr>Network layer: “data plane” roadmap</vt:lpstr>
      <vt:lpstr>NAT: network address translation</vt:lpstr>
      <vt:lpstr>NAT: network address translation</vt:lpstr>
      <vt:lpstr>NAT: network address translation</vt:lpstr>
      <vt:lpstr>NAT: network address translation</vt:lpstr>
      <vt:lpstr>NAT: network address translation</vt:lpstr>
      <vt:lpstr>IPv6: motivation</vt:lpstr>
      <vt:lpstr>IPv6 datagram format</vt:lpstr>
      <vt:lpstr>Transition from IPv4 to IPv6</vt:lpstr>
      <vt:lpstr>Tunneling and encapsulation</vt:lpstr>
      <vt:lpstr>Tunneling and encapsulation</vt:lpstr>
      <vt:lpstr>Tunneling</vt:lpstr>
      <vt:lpstr>IPv6: adoption</vt:lpstr>
      <vt:lpstr>IPv6: adoption</vt:lpstr>
      <vt:lpstr>Network layer: “data plane” roadmap</vt:lpstr>
      <vt:lpstr>Generalized forwarding: match plus action</vt:lpstr>
      <vt:lpstr>Flow table abstraction</vt:lpstr>
      <vt:lpstr>Flow table abstraction</vt:lpstr>
      <vt:lpstr>OpenFlow: flow table entries</vt:lpstr>
      <vt:lpstr>OpenFlow: examples</vt:lpstr>
      <vt:lpstr>OpenFlow: examples</vt:lpstr>
      <vt:lpstr>OpenFlow abstraction</vt:lpstr>
      <vt:lpstr>OpenFlow example</vt:lpstr>
      <vt:lpstr>OpenFlow example</vt:lpstr>
      <vt:lpstr>Generalized forwarding: summary</vt:lpstr>
      <vt:lpstr>Network layer: “data plane” roadmap</vt:lpstr>
      <vt:lpstr>Middleboxes</vt:lpstr>
      <vt:lpstr>Middleboxes everywhere!</vt:lpstr>
      <vt:lpstr>Middleboxes</vt:lpstr>
      <vt:lpstr>Chapter 4: done!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Dr. Farrukh Salim Shaikh</cp:lastModifiedBy>
  <cp:revision>528</cp:revision>
  <dcterms:created xsi:type="dcterms:W3CDTF">2020-01-18T07:24:59Z</dcterms:created>
  <dcterms:modified xsi:type="dcterms:W3CDTF">2025-04-02T02:57:44Z</dcterms:modified>
</cp:coreProperties>
</file>