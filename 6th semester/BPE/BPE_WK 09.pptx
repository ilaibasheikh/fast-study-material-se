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8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641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651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1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85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07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13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06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69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07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6912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71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2007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49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75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82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20078-376C-4EC9-9B35-3283D4F330F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86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Business Process Engineering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94669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Week 09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754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C410A-2999-5758-B9CA-2DE588A86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Soundness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65ABB-DD62-D7A3-836D-A7D247351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Structural errors. </a:t>
            </a:r>
          </a:p>
          <a:p>
            <a:r>
              <a:rPr lang="en-US" dirty="0"/>
              <a:t>Process models represented using process orchestration languages </a:t>
            </a:r>
          </a:p>
          <a:p>
            <a:r>
              <a:rPr lang="en-US" dirty="0"/>
              <a:t>Structural errors are represented uses Petri nets, in most cases, workﬂow nets.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BE6C21-BDAD-44AB-D48A-35FB669D2E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15"/>
          <a:stretch/>
        </p:blipFill>
        <p:spPr>
          <a:xfrm>
            <a:off x="3076473" y="3959239"/>
            <a:ext cx="7400925" cy="227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74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E2707-8849-BB44-39F4-FCD772AF1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F8EDB-D986-37E5-657F-5EE4902B6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Soundness assume that a process is structurally sound.</a:t>
            </a:r>
          </a:p>
          <a:p>
            <a:r>
              <a:rPr lang="en-US" dirty="0"/>
              <a:t>A process model is structurally sound if the criterion that a process model should fulfill. following</a:t>
            </a:r>
          </a:p>
          <a:p>
            <a:r>
              <a:rPr lang="en-US" dirty="0"/>
              <a:t>conditions hold: </a:t>
            </a:r>
          </a:p>
          <a:p>
            <a:pPr lvl="1"/>
            <a:r>
              <a:rPr lang="en-US" dirty="0"/>
              <a:t>There is exactly one initial node, which is only node without any incoming edges. (</a:t>
            </a:r>
            <a:r>
              <a:rPr lang="en-US" dirty="0" err="1"/>
              <a:t>i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There is exactly one final node, which is only node without any outgoing edges. (o)</a:t>
            </a:r>
          </a:p>
          <a:p>
            <a:pPr lvl="1"/>
            <a:r>
              <a:rPr lang="en-US" dirty="0"/>
              <a:t>Each node in the process model is on a path from the initial node to the final node. (</a:t>
            </a:r>
            <a:r>
              <a:rPr lang="en-US" dirty="0" err="1"/>
              <a:t>i</a:t>
            </a:r>
            <a:r>
              <a:rPr lang="en-US" dirty="0"/>
              <a:t>) to (o)</a:t>
            </a:r>
          </a:p>
        </p:txBody>
      </p:sp>
    </p:spTree>
    <p:extLst>
      <p:ext uri="{BB962C8B-B14F-4D97-AF65-F5344CB8AC3E}">
        <p14:creationId xmlns:p14="http://schemas.microsoft.com/office/powerpoint/2010/main" val="4045217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A007F-0D7E-D8F9-0AFD-3800DBCFB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85F50-86AF-7755-1D4A-4EBA33CF4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749152-1A05-5049-3613-27A015C4F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75" y="771525"/>
            <a:ext cx="786765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826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8B019-6961-C2F6-F949-6B94143F9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Soundness criterion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D28E30-685A-AD0E-863E-6ECAE13E58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1330" y="1801091"/>
            <a:ext cx="8152015" cy="4674270"/>
          </a:xfrm>
        </p:spPr>
      </p:pic>
    </p:spTree>
    <p:extLst>
      <p:ext uri="{BB962C8B-B14F-4D97-AF65-F5344CB8AC3E}">
        <p14:creationId xmlns:p14="http://schemas.microsoft.com/office/powerpoint/2010/main" val="915184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6814E-185F-0763-5BC4-531D64457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Deadlocks and </a:t>
            </a:r>
            <a:r>
              <a:rPr lang="en-US" dirty="0" err="1"/>
              <a:t>Livelocks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C344EE-2A1F-D3AA-3607-5AC990929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084" y="2206600"/>
            <a:ext cx="5124450" cy="1781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3166F8-D684-23EA-EA49-3286CFD71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518" y="4916982"/>
            <a:ext cx="7048500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068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EB05-EB74-C286-FC29-2A371FCF7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6FFD6-9D92-A792-4844-A102DA160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20861D-04A5-1489-4271-0B1843AEE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946" y="2503173"/>
            <a:ext cx="732472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947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C1B22-D2FE-F4F2-D53C-602CB0365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1C861-AFF0-A721-DCDF-38EC69237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EBEB6E-DCA6-0146-F7D8-DF9CE4E91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543" y="685800"/>
            <a:ext cx="958215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506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6DBD4-0639-E316-2931-37460300C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start  formal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F36D1-9EA8-5E60-D685-2B3BA6C19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we transform the structurally unsound process into structurally sound process.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0E9BCF-0537-A2F4-C6CB-249AA3FA1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140" y="2711251"/>
            <a:ext cx="7266132" cy="400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345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59DF6-AB88-79B6-8812-0219CD6E7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93C89-EB89-7BFB-055E-769B9DDBE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E875B-EE8E-64D1-9E8A-86ED53C30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5" y="504825"/>
            <a:ext cx="8667750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189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C2EDD-499F-5F87-A7DE-34F9635EC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1492A-672E-E2A4-6D6D-884E7C1E9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DE002B-7F33-B492-4540-455390BEA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075" y="1595437"/>
            <a:ext cx="794385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506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09053-EFC7-3179-629E-A7EEFEECD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5868D-B3D1-CF28-E552-8C9102A43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8CE128-9A2D-291F-BA4E-1BE65B56A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1195005"/>
            <a:ext cx="9029700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972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A7019-6A70-EBE5-5887-9C123CCE9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D7BD7-DE1E-C1D1-8683-513534F1E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5FE0DA-DCA7-E165-CD94-9D8AA6823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637" y="2133600"/>
            <a:ext cx="8943975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741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49244-D98D-03C4-BB7D-2910D2490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Relaxed Soundness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91ACC-B63F-D7FA-49AF-186387F9A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idea of relaxed soundness is that for each transition there is a firing sequence that  relaxed soundness allows business process models that expose deadlock behavior.</a:t>
            </a:r>
          </a:p>
          <a:p>
            <a:r>
              <a:rPr lang="en-US" dirty="0"/>
              <a:t>A process is relaxed sound if each task of the business process is part of a properly terminating sequence.</a:t>
            </a:r>
          </a:p>
        </p:txBody>
      </p:sp>
    </p:spTree>
    <p:extLst>
      <p:ext uri="{BB962C8B-B14F-4D97-AF65-F5344CB8AC3E}">
        <p14:creationId xmlns:p14="http://schemas.microsoft.com/office/powerpoint/2010/main" val="700075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1BE52-898E-AD49-E032-AF6A9398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E06AB-ADCF-81CD-0D14-D578517E8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A2ED16-3535-9F9D-A7A1-260353546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582" y="438149"/>
            <a:ext cx="3949555" cy="634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070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00E4-7C6E-9675-16E9-28F2FD7E8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 Soundness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96EE5-BFA7-F163-9BA7-DD0BA46C1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Weak soundness disallows deadlocks, but it allows certain parts of the process not to participate in any</a:t>
            </a:r>
          </a:p>
          <a:p>
            <a:r>
              <a:rPr lang="en-US" dirty="0"/>
              <a:t>process instance, A workflow system (P N, </a:t>
            </a:r>
            <a:r>
              <a:rPr lang="en-US" dirty="0" err="1"/>
              <a:t>i</a:t>
            </a:r>
            <a:r>
              <a:rPr lang="en-US" dirty="0"/>
              <a:t>) is weak sound if and only if the following holds: </a:t>
            </a:r>
          </a:p>
          <a:p>
            <a:r>
              <a:rPr lang="en-US" dirty="0"/>
              <a:t>For every state M reachable from state </a:t>
            </a:r>
            <a:r>
              <a:rPr lang="en-US" dirty="0" err="1"/>
              <a:t>i</a:t>
            </a:r>
            <a:r>
              <a:rPr lang="en-US" dirty="0"/>
              <a:t> there exists a firing sequence leading from M to o, i.e.,</a:t>
            </a:r>
          </a:p>
        </p:txBody>
      </p:sp>
    </p:spTree>
    <p:extLst>
      <p:ext uri="{BB962C8B-B14F-4D97-AF65-F5344CB8AC3E}">
        <p14:creationId xmlns:p14="http://schemas.microsoft.com/office/powerpoint/2010/main" val="2916841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8C0DC-5529-7F38-C3C4-665768330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Soundness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296C5-0957-729C-816C-6068BD17F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that the offers received from Suppliers 1 and 2 have led to the activation of the join. </a:t>
            </a:r>
          </a:p>
          <a:p>
            <a:r>
              <a:rPr lang="en-US" dirty="0"/>
              <a:t>Further assume that the offers from Suppliers 3 and 4 arrive only after the final event has been reached.</a:t>
            </a:r>
          </a:p>
          <a:p>
            <a:r>
              <a:rPr lang="en-US" dirty="0"/>
              <a:t>Then, receiving the offers for Suppliers 3 and 4  and paying them are lazy activities.</a:t>
            </a:r>
          </a:p>
        </p:txBody>
      </p:sp>
    </p:spTree>
    <p:extLst>
      <p:ext uri="{BB962C8B-B14F-4D97-AF65-F5344CB8AC3E}">
        <p14:creationId xmlns:p14="http://schemas.microsoft.com/office/powerpoint/2010/main" val="1900825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0A386-21E7-351F-CF31-7DCBBFF8A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A1539-5A95-652C-0523-FB8696AF7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DE5BD-84C9-E950-F42B-472F1E6DA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052" y="235004"/>
            <a:ext cx="6964936" cy="609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88904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17356</TotalTime>
  <Words>317</Words>
  <Application>Microsoft Office PowerPoint</Application>
  <PresentationFormat>Widescreen</PresentationFormat>
  <Paragraphs>28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Century Gothic</vt:lpstr>
      <vt:lpstr>Wingdings 3</vt:lpstr>
      <vt:lpstr>Wisp</vt:lpstr>
      <vt:lpstr>Business Process Engineering </vt:lpstr>
      <vt:lpstr>Structural Soundness</vt:lpstr>
      <vt:lpstr>PowerPoint Presentation</vt:lpstr>
      <vt:lpstr>PowerPoint Presentation</vt:lpstr>
      <vt:lpstr>Soundness criterion</vt:lpstr>
      <vt:lpstr>Deadlocks and Livelocks</vt:lpstr>
      <vt:lpstr>PowerPoint Presentation</vt:lpstr>
      <vt:lpstr>PowerPoint Presentation</vt:lpstr>
      <vt:lpstr>To start  formal analysis</vt:lpstr>
      <vt:lpstr>PowerPoint Presentation</vt:lpstr>
      <vt:lpstr>PowerPoint Presentation</vt:lpstr>
      <vt:lpstr>PowerPoint Presentation</vt:lpstr>
      <vt:lpstr>PowerPoint Presentation</vt:lpstr>
      <vt:lpstr>Relaxed Soundness</vt:lpstr>
      <vt:lpstr>PowerPoint Presentation</vt:lpstr>
      <vt:lpstr>Weak Soundness </vt:lpstr>
      <vt:lpstr>Lazy Soundness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Process Engineering</dc:title>
  <dc:creator>Administrator</dc:creator>
  <cp:lastModifiedBy>Dr.Abdul Aziz</cp:lastModifiedBy>
  <cp:revision>66</cp:revision>
  <dcterms:created xsi:type="dcterms:W3CDTF">2023-01-16T07:23:56Z</dcterms:created>
  <dcterms:modified xsi:type="dcterms:W3CDTF">2025-05-15T06:02:09Z</dcterms:modified>
</cp:coreProperties>
</file>