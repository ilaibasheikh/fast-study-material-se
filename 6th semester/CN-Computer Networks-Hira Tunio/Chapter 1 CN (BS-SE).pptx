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Default Extension="bin" ContentType="application/vnd.openxmlformats-officedocument.oleObject"/>
  <Default Extension="png" ContentType="image/png"/>
  <Default Extension="jpeg" ContentType="image/jpeg"/>
  <Default Extension="emf" ContentType="image/x-em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1.xml" ContentType="application/vnd.openxmlformats-officedocument.theme+xml"/>
  <Override PartName="/ppt/notesMasters/notesMaster1.xml" ContentType="application/vnd.openxmlformats-officedocument.presentationml.notesMaster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14.xml" ContentType="application/vnd.openxmlformats-officedocument.presentationml.slide+xml"/>
  <Override PartName="/ppt/drawings/vmlDrawing5.vml" ContentType="application/vnd.openxmlformats-officedocument.vmlDrawing"/>
  <Override PartName="/ppt/slides/slide15.xml" ContentType="application/vnd.openxmlformats-officedocument.presentationml.slide+xml"/>
  <Override PartName="/ppt/notesSlides/notesSlide4.xml" ContentType="application/vnd.openxmlformats-officedocument.presentationml.notes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18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19.xml" ContentType="application/vnd.openxmlformats-officedocument.presentationml.slide+xml"/>
  <Override PartName="/ppt/notesSlides/notesSlide7.xml" ContentType="application/vnd.openxmlformats-officedocument.presentationml.notesSlide+xml"/>
  <Override PartName="/ppt/slides/slide20.xml" ContentType="application/vnd.openxmlformats-officedocument.presentationml.slide+xml"/>
  <Override PartName="/ppt/notesSlides/notesSlide8.xml" ContentType="application/vnd.openxmlformats-officedocument.presentationml.notesSlide+xml"/>
  <Override PartName="/ppt/slides/slide21.xml" ContentType="application/vnd.openxmlformats-officedocument.presentationml.slide+xml"/>
  <Override PartName="/ppt/notesSlides/notesSlide9.xml" ContentType="application/vnd.openxmlformats-officedocument.presentationml.notesSlide+xml"/>
  <Override PartName="/ppt/slides/slide22.xml" ContentType="application/vnd.openxmlformats-officedocument.presentationml.slide+xml"/>
  <Override PartName="/ppt/notesSlides/notesSlide10.xml" ContentType="application/vnd.openxmlformats-officedocument.presentationml.notesSlide+xml"/>
  <Override PartName="/ppt/slides/slide23.xml" ContentType="application/vnd.openxmlformats-officedocument.presentationml.slide+xml"/>
  <Override PartName="/ppt/notesSlides/notesSlide11.xml" ContentType="application/vnd.openxmlformats-officedocument.presentationml.notesSlide+xml"/>
  <Override PartName="/ppt/slides/slide24.xml" ContentType="application/vnd.openxmlformats-officedocument.presentationml.slide+xml"/>
  <Override PartName="/ppt/notesSlides/notesSlide12.xml" ContentType="application/vnd.openxmlformats-officedocument.presentationml.notesSlide+xml"/>
  <Override PartName="/ppt/slides/slide25.xml" ContentType="application/vnd.openxmlformats-officedocument.presentationml.slide+xml"/>
  <Override PartName="/ppt/notesSlides/notesSlide13.xml" ContentType="application/vnd.openxmlformats-officedocument.presentationml.notesSlide+xml"/>
  <Override PartName="/ppt/slides/slide26.xml" ContentType="application/vnd.openxmlformats-officedocument.presentationml.slide+xml"/>
  <Override PartName="/ppt/notesSlides/notesSlide14.xml" ContentType="application/vnd.openxmlformats-officedocument.presentationml.notesSlide+xml"/>
  <Override PartName="/ppt/drawings/vmlDrawing6.vml" ContentType="application/vnd.openxmlformats-officedocument.vmlDrawing"/>
  <Override PartName="/ppt/slides/slide27.xml" ContentType="application/vnd.openxmlformats-officedocument.presentationml.slide+xml"/>
  <Override PartName="/ppt/notesSlides/notesSlide15.xml" ContentType="application/vnd.openxmlformats-officedocument.presentationml.notesSlide+xml"/>
  <Override PartName="/ppt/slides/slide28.xml" ContentType="application/vnd.openxmlformats-officedocument.presentationml.slide+xml"/>
  <Override PartName="/ppt/notesSlides/notesSlide16.xml" ContentType="application/vnd.openxmlformats-officedocument.presentationml.notesSlide+xml"/>
  <Override PartName="/ppt/slides/slide29.xml" ContentType="application/vnd.openxmlformats-officedocument.presentationml.slide+xml"/>
  <Override PartName="/ppt/notesSlides/notesSlide17.xml" ContentType="application/vnd.openxmlformats-officedocument.presentationml.notesSlide+xml"/>
  <Override PartName="/ppt/slides/slide30.xml" ContentType="application/vnd.openxmlformats-officedocument.presentationml.slide+xml"/>
  <Override PartName="/ppt/notesSlides/notesSlide18.xml" ContentType="application/vnd.openxmlformats-officedocument.presentationml.notesSlide+xml"/>
  <Override PartName="/ppt/slides/slide31.xml" ContentType="application/vnd.openxmlformats-officedocument.presentationml.slide+xml"/>
  <Override PartName="/ppt/notesSlides/notesSlide19.xml" ContentType="application/vnd.openxmlformats-officedocument.presentationml.notesSlide+xml"/>
  <Override PartName="/ppt/slides/slide32.xml" ContentType="application/vnd.openxmlformats-officedocument.presentationml.slide+xml"/>
  <Override PartName="/ppt/notesSlides/notesSlide20.xml" ContentType="application/vnd.openxmlformats-officedocument.presentationml.notesSlide+xml"/>
  <Override PartName="/ppt/slides/slide33.xml" ContentType="application/vnd.openxmlformats-officedocument.presentationml.slide+xml"/>
  <Override PartName="/ppt/notesSlides/notesSlide21.xml" ContentType="application/vnd.openxmlformats-officedocument.presentationml.notesSlide+xml"/>
  <Override PartName="/ppt/slides/slide34.xml" ContentType="application/vnd.openxmlformats-officedocument.presentationml.slide+xml"/>
  <Override PartName="/ppt/notesSlides/notesSlide22.xml" ContentType="application/vnd.openxmlformats-officedocument.presentationml.notesSlide+xml"/>
  <Override PartName="/ppt/slides/slide35.xml" ContentType="application/vnd.openxmlformats-officedocument.presentationml.slide+xml"/>
  <Override PartName="/ppt/notesSlides/notesSlide23.xml" ContentType="application/vnd.openxmlformats-officedocument.presentationml.notesSlide+xml"/>
  <Override PartName="/ppt/slides/slide36.xml" ContentType="application/vnd.openxmlformats-officedocument.presentationml.slide+xml"/>
  <Override PartName="/ppt/notesSlides/notesSlide24.xml" ContentType="application/vnd.openxmlformats-officedocument.presentationml.notesSlide+xml"/>
  <Override PartName="/ppt/slides/slide37.xml" ContentType="application/vnd.openxmlformats-officedocument.presentationml.slide+xml"/>
  <Override PartName="/ppt/notesSlides/notesSlide25.xml" ContentType="application/vnd.openxmlformats-officedocument.presentationml.notesSlide+xml"/>
  <Override PartName="/ppt/slides/slide38.xml" ContentType="application/vnd.openxmlformats-officedocument.presentationml.slide+xml"/>
  <Override PartName="/ppt/notesSlides/notesSlide26.xml" ContentType="application/vnd.openxmlformats-officedocument.presentationml.notesSlide+xml"/>
  <Override PartName="/ppt/slides/slide39.xml" ContentType="application/vnd.openxmlformats-officedocument.presentationml.slide+xml"/>
  <Override PartName="/ppt/notesSlides/notesSlide27.xml" ContentType="application/vnd.openxmlformats-officedocument.presentationml.notesSlide+xml"/>
  <Override PartName="/ppt/slides/slide40.xml" ContentType="application/vnd.openxmlformats-officedocument.presentationml.slide+xml"/>
  <Override PartName="/ppt/notesSlides/notesSlide28.xml" ContentType="application/vnd.openxmlformats-officedocument.presentationml.notesSlide+xml"/>
  <Override PartName="/ppt/slides/slide41.xml" ContentType="application/vnd.openxmlformats-officedocument.presentationml.slide+xml"/>
  <Override PartName="/ppt/notesSlides/notesSlide29.xml" ContentType="application/vnd.openxmlformats-officedocument.presentationml.notesSlide+xml"/>
  <Override PartName="/ppt/slides/slide42.xml" ContentType="application/vnd.openxmlformats-officedocument.presentationml.slide+xml"/>
  <Override PartName="/ppt/notesSlides/notesSlide30.xml" ContentType="application/vnd.openxmlformats-officedocument.presentationml.notesSlide+xml"/>
  <Override PartName="/ppt/slides/slide43.xml" ContentType="application/vnd.openxmlformats-officedocument.presentationml.slide+xml"/>
  <Override PartName="/ppt/notesSlides/notesSlide31.xml" ContentType="application/vnd.openxmlformats-officedocument.presentationml.notesSlide+xml"/>
  <Override PartName="/ppt/slides/slide44.xml" ContentType="application/vnd.openxmlformats-officedocument.presentationml.slide+xml"/>
  <Override PartName="/ppt/notesSlides/notesSlide32.xml" ContentType="application/vnd.openxmlformats-officedocument.presentationml.notesSlide+xml"/>
  <Override PartName="/ppt/slides/slide45.xml" ContentType="application/vnd.openxmlformats-officedocument.presentationml.slide+xml"/>
  <Override PartName="/ppt/notesSlides/notesSlide33.xml" ContentType="application/vnd.openxmlformats-officedocument.presentationml.notesSlide+xml"/>
  <Override PartName="/ppt/slides/slide46.xml" ContentType="application/vnd.openxmlformats-officedocument.presentationml.slide+xml"/>
  <Override PartName="/ppt/notesSlides/notesSlide34.xml" ContentType="application/vnd.openxmlformats-officedocument.presentationml.notesSlide+xml"/>
  <Override PartName="/ppt/slides/slide47.xml" ContentType="application/vnd.openxmlformats-officedocument.presentationml.slide+xml"/>
  <Override PartName="/ppt/notesSlides/notesSlide35.xml" ContentType="application/vnd.openxmlformats-officedocument.presentationml.notesSlide+xml"/>
  <Override PartName="/ppt/slides/slide48.xml" ContentType="application/vnd.openxmlformats-officedocument.presentationml.slide+xml"/>
  <Override PartName="/ppt/notesSlides/notesSlide36.xml" ContentType="application/vnd.openxmlformats-officedocument.presentationml.notesSlide+xml"/>
  <Override PartName="/ppt/slides/slide49.xml" ContentType="application/vnd.openxmlformats-officedocument.presentationml.slide+xml"/>
  <Override PartName="/ppt/notesSlides/notesSlide37.xml" ContentType="application/vnd.openxmlformats-officedocument.presentationml.notesSlide+xml"/>
  <Override PartName="/ppt/slides/slide50.xml" ContentType="application/vnd.openxmlformats-officedocument.presentationml.slide+xml"/>
  <Override PartName="/ppt/notesSlides/notesSlide38.xml" ContentType="application/vnd.openxmlformats-officedocument.presentationml.notesSlide+xml"/>
  <Override PartName="/ppt/slides/slide51.xml" ContentType="application/vnd.openxmlformats-officedocument.presentationml.slide+xml"/>
  <Override PartName="/ppt/notesSlides/notesSlide39.xml" ContentType="application/vnd.openxmlformats-officedocument.presentationml.notesSlide+xml"/>
  <Override PartName="/ppt/slides/slide52.xml" ContentType="application/vnd.openxmlformats-officedocument.presentationml.slide+xml"/>
  <Override PartName="/ppt/notesSlides/notesSlide40.xml" ContentType="application/vnd.openxmlformats-officedocument.presentationml.notesSlide+xml"/>
  <Override PartName="/ppt/slides/slide53.xml" ContentType="application/vnd.openxmlformats-officedocument.presentationml.slide+xml"/>
  <Override PartName="/ppt/notesSlides/notesSlide41.xml" ContentType="application/vnd.openxmlformats-officedocument.presentationml.notesSlide+xml"/>
  <Override PartName="/ppt/slides/slide54.xml" ContentType="application/vnd.openxmlformats-officedocument.presentationml.slide+xml"/>
  <Override PartName="/ppt/notesSlides/notesSlide42.xml" ContentType="application/vnd.openxmlformats-officedocument.presentationml.notesSlide+xml"/>
  <Override PartName="/ppt/slides/slide55.xml" ContentType="application/vnd.openxmlformats-officedocument.presentationml.slide+xml"/>
  <Override PartName="/ppt/notesSlides/notesSlide43.xml" ContentType="application/vnd.openxmlformats-officedocument.presentationml.notesSlide+xml"/>
  <Override PartName="/ppt/slides/slide56.xml" ContentType="application/vnd.openxmlformats-officedocument.presentationml.slide+xml"/>
  <Override PartName="/ppt/notesSlides/notesSlide44.xml" ContentType="application/vnd.openxmlformats-officedocument.presentationml.notesSlide+xml"/>
  <Override PartName="/ppt/slides/slide57.xml" ContentType="application/vnd.openxmlformats-officedocument.presentationml.slide+xml"/>
  <Override PartName="/ppt/notesSlides/notesSlide45.xml" ContentType="application/vnd.openxmlformats-officedocument.presentationml.notesSlide+xml"/>
  <Override PartName="/ppt/slides/slide58.xml" ContentType="application/vnd.openxmlformats-officedocument.presentationml.slide+xml"/>
  <Override PartName="/ppt/notesSlides/notesSlide46.xml" ContentType="application/vnd.openxmlformats-officedocument.presentationml.notesSlide+xml"/>
  <Override PartName="/ppt/slides/slide59.xml" ContentType="application/vnd.openxmlformats-officedocument.presentationml.slide+xml"/>
  <Override PartName="/ppt/notesSlides/notesSlide47.xml" ContentType="application/vnd.openxmlformats-officedocument.presentationml.notesSlide+xml"/>
  <Override PartName="/ppt/slides/slide60.xml" ContentType="application/vnd.openxmlformats-officedocument.presentationml.slide+xml"/>
  <Override PartName="/ppt/notesSlides/notesSlide48.xml" ContentType="application/vnd.openxmlformats-officedocument.presentationml.notesSlide+xml"/>
  <Override PartName="/ppt/slides/slide61.xml" ContentType="application/vnd.openxmlformats-officedocument.presentationml.slide+xml"/>
  <Override PartName="/ppt/notesSlides/notesSlide49.xml" ContentType="application/vnd.openxmlformats-officedocument.presentationml.notesSlide+xml"/>
  <Override PartName="/ppt/slides/slide62.xml" ContentType="application/vnd.openxmlformats-officedocument.presentationml.slide+xml"/>
  <Override PartName="/ppt/notesSlides/notesSlide50.xml" ContentType="application/vnd.openxmlformats-officedocument.presentationml.notesSlide+xml"/>
  <Override PartName="/ppt/slides/slide63.xml" ContentType="application/vnd.openxmlformats-officedocument.presentationml.slide+xml"/>
  <Override PartName="/ppt/notesSlides/notesSlide51.xml" ContentType="application/vnd.openxmlformats-officedocument.presentationml.notesSlide+xml"/>
  <Override PartName="/ppt/slides/slide64.xml" ContentType="application/vnd.openxmlformats-officedocument.presentationml.slide+xml"/>
  <Override PartName="/ppt/notesSlides/notesSlide52.xml" ContentType="application/vnd.openxmlformats-officedocument.presentationml.notesSlide+xml"/>
  <Override PartName="/ppt/slides/slide65.xml" ContentType="application/vnd.openxmlformats-officedocument.presentationml.slide+xml"/>
  <Override PartName="/ppt/notesSlides/notesSlide53.xml" ContentType="application/vnd.openxmlformats-officedocument.presentationml.notesSlide+xml"/>
  <Override PartName="/ppt/slides/slide66.xml" ContentType="application/vnd.openxmlformats-officedocument.presentationml.slide+xml"/>
  <Override PartName="/ppt/notesSlides/notesSlide54.xml" ContentType="application/vnd.openxmlformats-officedocument.presentationml.notesSlide+xml"/>
  <Override PartName="/ppt/slides/slide67.xml" ContentType="application/vnd.openxmlformats-officedocument.presentationml.slide+xml"/>
  <Override PartName="/ppt/notesSlides/notesSlide55.xml" ContentType="application/vnd.openxmlformats-officedocument.presentationml.notesSlide+xml"/>
  <Override PartName="/ppt/slides/slide68.xml" ContentType="application/vnd.openxmlformats-officedocument.presentationml.slide+xml"/>
  <Override PartName="/ppt/notesSlides/notesSlide56.xml" ContentType="application/vnd.openxmlformats-officedocument.presentationml.notesSlide+xml"/>
  <Override PartName="/ppt/slides/slide69.xml" ContentType="application/vnd.openxmlformats-officedocument.presentationml.slide+xml"/>
  <Override PartName="/ppt/notesSlides/notesSlide57.xml" ContentType="application/vnd.openxmlformats-officedocument.presentationml.notesSlide+xml"/>
  <Override PartName="/ppt/slides/slide70.xml" ContentType="application/vnd.openxmlformats-officedocument.presentationml.slide+xml"/>
  <Override PartName="/ppt/notesSlides/notesSlide58.xml" ContentType="application/vnd.openxmlformats-officedocument.presentationml.notesSlide+xml"/>
  <Override PartName="/ppt/slides/slide71.xml" ContentType="application/vnd.openxmlformats-officedocument.presentationml.slide+xml"/>
  <Override PartName="/ppt/notesSlides/notesSlide59.xml" ContentType="application/vnd.openxmlformats-officedocument.presentationml.notesSlide+xml"/>
  <Override PartName="/ppt/slides/slide72.xml" ContentType="application/vnd.openxmlformats-officedocument.presentationml.slide+xml"/>
  <Override PartName="/ppt/notesSlides/notesSlide60.xml" ContentType="application/vnd.openxmlformats-officedocument.presentationml.notesSlide+xml"/>
  <Override PartName="/ppt/slides/slide73.xml" ContentType="application/vnd.openxmlformats-officedocument.presentationml.slide+xml"/>
  <Override PartName="/ppt/notesSlides/notesSlide61.xml" ContentType="application/vnd.openxmlformats-officedocument.presentationml.notesSlide+xml"/>
  <Override PartName="/ppt/slides/slide74.xml" ContentType="application/vnd.openxmlformats-officedocument.presentationml.slide+xml"/>
  <Override PartName="/ppt/notesSlides/notesSlide62.xml" ContentType="application/vnd.openxmlformats-officedocument.presentationml.notesSlide+xml"/>
  <Override PartName="/ppt/slides/slide75.xml" ContentType="application/vnd.openxmlformats-officedocument.presentationml.slide+xml"/>
  <Override PartName="/ppt/notesSlides/notesSlide63.xml" ContentType="application/vnd.openxmlformats-officedocument.presentationml.notesSlide+xml"/>
  <Override PartName="/ppt/slides/slide76.xml" ContentType="application/vnd.openxmlformats-officedocument.presentationml.slide+xml"/>
  <Override PartName="/ppt/notesSlides/notesSlide64.xml" ContentType="application/vnd.openxmlformats-officedocument.presentationml.notesSlide+xml"/>
  <Override PartName="/ppt/slides/slide77.xml" ContentType="application/vnd.openxmlformats-officedocument.presentationml.slide+xml"/>
  <Override PartName="/ppt/notesSlides/notesSlide65.xml" ContentType="application/vnd.openxmlformats-officedocument.presentationml.notesSlide+xml"/>
  <Override PartName="/ppt/slides/slide78.xml" ContentType="application/vnd.openxmlformats-officedocument.presentationml.slide+xml"/>
  <Override PartName="/ppt/notesSlides/notesSlide66.xml" ContentType="application/vnd.openxmlformats-officedocument.presentationml.notesSlide+xml"/>
  <Override PartName="/ppt/slides/slide79.xml" ContentType="application/vnd.openxmlformats-officedocument.presentationml.slide+xml"/>
  <Override PartName="/ppt/notesSlides/notesSlide67.xml" ContentType="application/vnd.openxmlformats-officedocument.presentationml.notesSlide+xml"/>
  <Override PartName="/ppt/slides/slide80.xml" ContentType="application/vnd.openxmlformats-officedocument.presentationml.slide+xml"/>
  <Override PartName="/ppt/notesSlides/notesSlide68.xml" ContentType="application/vnd.openxmlformats-officedocument.presentationml.notesSlide+xml"/>
  <Override PartName="/ppt/slides/slide81.xml" ContentType="application/vnd.openxmlformats-officedocument.presentationml.slide+xml"/>
  <Override PartName="/ppt/notesSlides/notesSlide69.xml" ContentType="application/vnd.openxmlformats-officedocument.presentationml.notesSlide+xml"/>
  <Override PartName="/ppt/slides/slide82.xml" ContentType="application/vnd.openxmlformats-officedocument.presentationml.slide+xml"/>
  <Override PartName="/ppt/notesSlides/notesSlide70.xml" ContentType="application/vnd.openxmlformats-officedocument.presentationml.notesSlide+xml"/>
  <Override PartName="/ppt/slides/slide83.xml" ContentType="application/vnd.openxmlformats-officedocument.presentationml.slide+xml"/>
  <Override PartName="/ppt/notesSlides/notesSlide71.xml" ContentType="application/vnd.openxmlformats-officedocument.presentationml.notesSlide+xml"/>
  <Override PartName="/ppt/slides/slide84.xml" ContentType="application/vnd.openxmlformats-officedocument.presentationml.slide+xml"/>
  <Override PartName="/ppt/notesSlides/notesSlide72.xml" ContentType="application/vnd.openxmlformats-officedocument.presentationml.notesSlide+xml"/>
  <Override PartName="/ppt/slides/slide85.xml" ContentType="application/vnd.openxmlformats-officedocument.presentationml.slide+xml"/>
  <Override PartName="/ppt/notesSlides/notesSlide73.xml" ContentType="application/vnd.openxmlformats-officedocument.presentationml.notesSlide+xml"/>
  <Override PartName="/ppt/slides/slide86.xml" ContentType="application/vnd.openxmlformats-officedocument.presentationml.slide+xml"/>
  <Override PartName="/ppt/notesSlides/notesSlide74.xml" ContentType="application/vnd.openxmlformats-officedocument.presentationml.notesSlide+xml"/>
  <Override PartName="/ppt/slides/slide87.xml" ContentType="application/vnd.openxmlformats-officedocument.presentationml.slide+xml"/>
  <Override PartName="/ppt/notesSlides/notesSlide75.xml" ContentType="application/vnd.openxmlformats-officedocument.presentationml.notesSlide+xml"/>
  <Override PartName="/ppt/slides/slide88.xml" ContentType="application/vnd.openxmlformats-officedocument.presentationml.slide+xml"/>
  <Override PartName="/ppt/notesSlides/notesSlide76.xml" ContentType="application/vnd.openxmlformats-officedocument.presentationml.notesSlide+xml"/>
  <Override PartName="/ppt/slides/slide89.xml" ContentType="application/vnd.openxmlformats-officedocument.presentationml.slide+xml"/>
  <Override PartName="/ppt/notesSlides/notesSlide77.xml" ContentType="application/vnd.openxmlformats-officedocument.presentationml.notesSlide+xml"/>
  <Override PartName="/ppt/slides/slide90.xml" ContentType="application/vnd.openxmlformats-officedocument.presentationml.slide+xml"/>
  <Override PartName="/ppt/notesSlides/notesSlide78.xml" ContentType="application/vnd.openxmlformats-officedocument.presentationml.notesSlide+xml"/>
  <Override PartName="/ppt/slides/slide91.xml" ContentType="application/vnd.openxmlformats-officedocument.presentationml.slide+xml"/>
  <Override PartName="/ppt/notesSlides/notesSlide79.xml" ContentType="application/vnd.openxmlformats-officedocument.presentationml.notesSlide+xml"/>
  <Override PartName="/ppt/slides/slide92.xml" ContentType="application/vnd.openxmlformats-officedocument.presentationml.slide+xml"/>
  <Override PartName="/ppt/notesSlides/notesSlide80.xml" ContentType="application/vnd.openxmlformats-officedocument.presentationml.notesSlide+xml"/>
  <Override PartName="/ppt/slides/slide93.xml" ContentType="application/vnd.openxmlformats-officedocument.presentationml.slide+xml"/>
  <Override PartName="/ppt/notesSlides/notesSlide81.xml" ContentType="application/vnd.openxmlformats-officedocument.presentationml.notesSlide+xml"/>
  <Override PartName="/ppt/slides/slide94.xml" ContentType="application/vnd.openxmlformats-officedocument.presentationml.slide+xml"/>
  <Override PartName="/ppt/notesSlides/notesSlide82.xml" ContentType="application/vnd.openxmlformats-officedocument.presentationml.notesSlide+xml"/>
  <Override PartName="/ppt/slides/slide95.xml" ContentType="application/vnd.openxmlformats-officedocument.presentationml.slide+xml"/>
  <Override PartName="/ppt/notesSlides/notesSlide83.xml" ContentType="application/vnd.openxmlformats-officedocument.presentationml.notesSlide+xml"/>
  <Override PartName="/ppt/slides/slide96.xml" ContentType="application/vnd.openxmlformats-officedocument.presentationml.slide+xml"/>
  <Override PartName="/ppt/notesSlides/notesSlide84.xml" ContentType="application/vnd.openxmlformats-officedocument.presentationml.notesSlide+xml"/>
  <Override PartName="/ppt/tableStyles.xml" ContentType="application/vnd.openxmlformats-officedocument.presentationml.tableStyle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</file>

<file path=ppt/presentation.xml><?xml version="1.0" encoding="utf-8"?>
<p:presentation xmlns:p="http://schemas.openxmlformats.org/presentationml/2006/main" xmlns:r="http://schemas.openxmlformats.org/officeDocument/2006/relationships" xmlns:a="http://schemas.openxmlformats.org/drawingml/2006/main" autoCompressPictures="0" saveSubsetFonts="1">
  <p:sldMasterIdLst>
    <p:sldMasterId id="2147483648" r:id="rId1"/>
  </p:sldMasterIdLst>
  <p:notesMasterIdLst>
    <p:notesMasterId r:id="rId2"/>
  </p:notesMasterIdLst>
  <p:sldIdLst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  <p:sldId id="330" r:id="rId75"/>
    <p:sldId id="331" r:id="rId76"/>
    <p:sldId id="332" r:id="rId77"/>
    <p:sldId id="333" r:id="rId78"/>
    <p:sldId id="334" r:id="rId79"/>
    <p:sldId id="335" r:id="rId80"/>
    <p:sldId id="336" r:id="rId81"/>
    <p:sldId id="337" r:id="rId82"/>
    <p:sldId id="338" r:id="rId83"/>
    <p:sldId id="339" r:id="rId84"/>
    <p:sldId id="340" r:id="rId85"/>
    <p:sldId id="341" r:id="rId86"/>
    <p:sldId id="342" r:id="rId87"/>
    <p:sldId id="343" r:id="rId88"/>
    <p:sldId id="344" r:id="rId89"/>
    <p:sldId id="345" r:id="rId90"/>
    <p:sldId id="346" r:id="rId91"/>
    <p:sldId id="347" r:id="rId92"/>
    <p:sldId id="348" r:id="rId93"/>
    <p:sldId id="349" r:id="rId94"/>
    <p:sldId id="350" r:id="rId95"/>
    <p:sldId id="351" r:id="rId96"/>
    <p:sldId id="352" r:id="rId97"/>
    <p:sldId id="353" r:id="rId98"/>
  </p:sldIdLst>
  <p:sldSz type="screen16x9" cy="6858000" cx="12192000"/>
  <p:notesSz cx="6858000" cy="9144000"/>
  <p:defaultTextStyle>
    <a:defPPr>
      <a:defRPr lang="en-US"/>
    </a:defPPr>
    <a:lvl1pPr algn="l" defTabSz="914400" eaLnBrk="1" hangingPunct="1" latinLnBrk="0" marL="0" rtl="0">
      <a:defRPr sz="1800" kern="1200">
        <a:solidFill>
          <a:schemeClr val="tx1"/>
        </a:solidFill>
        <a:latin typeface="+mn-lt"/>
        <a:ea typeface="+mn-ea"/>
        <a:cs typeface="+mn-cs"/>
      </a:defRPr>
    </a:lvl1pPr>
    <a:lvl2pPr algn="l" defTabSz="914400" eaLnBrk="1" hangingPunct="1" latinLnBrk="0" marL="457200" rtl="0">
      <a:defRPr sz="1800" kern="1200">
        <a:solidFill>
          <a:schemeClr val="tx1"/>
        </a:solidFill>
        <a:latin typeface="+mn-lt"/>
        <a:ea typeface="+mn-ea"/>
        <a:cs typeface="+mn-cs"/>
      </a:defRPr>
    </a:lvl2pPr>
    <a:lvl3pPr algn="l" defTabSz="914400" eaLnBrk="1" hangingPunct="1" latinLnBrk="0" marL="914400" rtl="0">
      <a:defRPr sz="1800" kern="1200">
        <a:solidFill>
          <a:schemeClr val="tx1"/>
        </a:solidFill>
        <a:latin typeface="+mn-lt"/>
        <a:ea typeface="+mn-ea"/>
        <a:cs typeface="+mn-cs"/>
      </a:defRPr>
    </a:lvl3pPr>
    <a:lvl4pPr algn="l" defTabSz="914400" eaLnBrk="1" hangingPunct="1" latinLnBrk="0" marL="1371600" rtl="0">
      <a:defRPr sz="1800" kern="1200">
        <a:solidFill>
          <a:schemeClr val="tx1"/>
        </a:solidFill>
        <a:latin typeface="+mn-lt"/>
        <a:ea typeface="+mn-ea"/>
        <a:cs typeface="+mn-cs"/>
      </a:defRPr>
    </a:lvl4pPr>
    <a:lvl5pPr algn="l" defTabSz="914400" eaLnBrk="1" hangingPunct="1" latinLnBrk="0" marL="1828800" rtl="0">
      <a:defRPr sz="1800" kern="1200">
        <a:solidFill>
          <a:schemeClr val="tx1"/>
        </a:solidFill>
        <a:latin typeface="+mn-lt"/>
        <a:ea typeface="+mn-ea"/>
        <a:cs typeface="+mn-cs"/>
      </a:defRPr>
    </a:lvl5pPr>
    <a:lvl6pPr algn="l" defTabSz="914400" eaLnBrk="1" hangingPunct="1" latinLnBrk="0" marL="2286000" rtl="0">
      <a:defRPr sz="18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8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8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p="http://schemas.openxmlformats.org/presentationml/2006/main" xmlns:r="http://schemas.openxmlformats.org/officeDocument/2006/relationships" xmlns:a="http://schemas.openxmlformats.org/drawingml/2006/main">
  <p:showPr>
    <p:present/>
    <p:sldAll/>
    <p:penClr>
      <a:prstClr val="red"/>
    </p:penClr>
  </p:showPr>
  <p:clrMru>
    <a:srgbClr val="0000A8"/>
    <a:srgbClr val="3C6CDF"/>
    <a:srgbClr val="9CDFF9"/>
    <a:srgbClr val="B8C2C9"/>
    <a:srgbClr val="D6DCE0"/>
    <a:srgbClr val="0000A3"/>
    <a:srgbClr val="010086"/>
    <a:srgbClr val="01008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p="http://schemas.openxmlformats.org/presentationml/2006/main" xmlns:r="http://schemas.openxmlformats.org/officeDocument/2006/relationships" xmlns:a="http://schemas.openxmlformats.org/drawingml/2006/main">
  <p:normalViewPr>
    <p:restoredLeft sz="16324" autoAdjust="0"/>
    <p:restoredTop sz="94249" autoAdjust="0"/>
  </p:normalViewPr>
  <p:slideViewPr>
    <p:cSldViewPr snapToGrid="0" snapToObjects="1">
      <p:cViewPr varScale="1">
        <p:scale>
          <a:sx n="66" d="100"/>
          <a:sy n="66" d="100"/>
        </p:scale>
        <p:origin x="620" y="40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4" Type="http://schemas.openxmlformats.org/officeDocument/2006/relationships/slide" Target="slides/slide2.xml"/><Relationship Id="rId5" Type="http://schemas.openxmlformats.org/officeDocument/2006/relationships/slide" Target="slides/slide3.xml"/><Relationship Id="rId6" Type="http://schemas.openxmlformats.org/officeDocument/2006/relationships/slide" Target="slides/slide4.xml"/><Relationship Id="rId7" Type="http://schemas.openxmlformats.org/officeDocument/2006/relationships/slide" Target="slides/slide5.xml"/><Relationship Id="rId8" Type="http://schemas.openxmlformats.org/officeDocument/2006/relationships/slide" Target="slides/slide6.xml"/><Relationship Id="rId9" Type="http://schemas.openxmlformats.org/officeDocument/2006/relationships/slide" Target="slides/slide7.xml"/><Relationship Id="rId10" Type="http://schemas.openxmlformats.org/officeDocument/2006/relationships/slide" Target="slides/slide8.xml"/><Relationship Id="rId11" Type="http://schemas.openxmlformats.org/officeDocument/2006/relationships/slide" Target="slides/slide9.xml"/><Relationship Id="rId12" Type="http://schemas.openxmlformats.org/officeDocument/2006/relationships/slide" Target="slides/slide10.xml"/><Relationship Id="rId13" Type="http://schemas.openxmlformats.org/officeDocument/2006/relationships/slide" Target="slides/slide11.xml"/><Relationship Id="rId14" Type="http://schemas.openxmlformats.org/officeDocument/2006/relationships/slide" Target="slides/slide12.xml"/><Relationship Id="rId15" Type="http://schemas.openxmlformats.org/officeDocument/2006/relationships/slide" Target="slides/slide13.xml"/><Relationship Id="rId16" Type="http://schemas.openxmlformats.org/officeDocument/2006/relationships/slide" Target="slides/slide14.xml"/><Relationship Id="rId17" Type="http://schemas.openxmlformats.org/officeDocument/2006/relationships/slide" Target="slides/slide15.xml"/><Relationship Id="rId18" Type="http://schemas.openxmlformats.org/officeDocument/2006/relationships/slide" Target="slides/slide16.xml"/><Relationship Id="rId19" Type="http://schemas.openxmlformats.org/officeDocument/2006/relationships/slide" Target="slides/slide17.xml"/><Relationship Id="rId20" Type="http://schemas.openxmlformats.org/officeDocument/2006/relationships/slide" Target="slides/slide18.xml"/><Relationship Id="rId21" Type="http://schemas.openxmlformats.org/officeDocument/2006/relationships/slide" Target="slides/slide19.xml"/><Relationship Id="rId22" Type="http://schemas.openxmlformats.org/officeDocument/2006/relationships/slide" Target="slides/slide20.xml"/><Relationship Id="rId23" Type="http://schemas.openxmlformats.org/officeDocument/2006/relationships/slide" Target="slides/slide21.xml"/><Relationship Id="rId24" Type="http://schemas.openxmlformats.org/officeDocument/2006/relationships/slide" Target="slides/slide22.xml"/><Relationship Id="rId25" Type="http://schemas.openxmlformats.org/officeDocument/2006/relationships/slide" Target="slides/slide23.xml"/><Relationship Id="rId26" Type="http://schemas.openxmlformats.org/officeDocument/2006/relationships/slide" Target="slides/slide24.xml"/><Relationship Id="rId27" Type="http://schemas.openxmlformats.org/officeDocument/2006/relationships/slide" Target="slides/slide25.xml"/><Relationship Id="rId28" Type="http://schemas.openxmlformats.org/officeDocument/2006/relationships/slide" Target="slides/slide26.xml"/><Relationship Id="rId29" Type="http://schemas.openxmlformats.org/officeDocument/2006/relationships/slide" Target="slides/slide27.xml"/><Relationship Id="rId30" Type="http://schemas.openxmlformats.org/officeDocument/2006/relationships/slide" Target="slides/slide28.xml"/><Relationship Id="rId31" Type="http://schemas.openxmlformats.org/officeDocument/2006/relationships/slide" Target="slides/slide29.xml"/><Relationship Id="rId32" Type="http://schemas.openxmlformats.org/officeDocument/2006/relationships/slide" Target="slides/slide30.xml"/><Relationship Id="rId33" Type="http://schemas.openxmlformats.org/officeDocument/2006/relationships/slide" Target="slides/slide31.xml"/><Relationship Id="rId34" Type="http://schemas.openxmlformats.org/officeDocument/2006/relationships/slide" Target="slides/slide32.xml"/><Relationship Id="rId35" Type="http://schemas.openxmlformats.org/officeDocument/2006/relationships/slide" Target="slides/slide33.xml"/><Relationship Id="rId36" Type="http://schemas.openxmlformats.org/officeDocument/2006/relationships/slide" Target="slides/slide34.xml"/><Relationship Id="rId37" Type="http://schemas.openxmlformats.org/officeDocument/2006/relationships/slide" Target="slides/slide35.xml"/><Relationship Id="rId38" Type="http://schemas.openxmlformats.org/officeDocument/2006/relationships/slide" Target="slides/slide36.xml"/><Relationship Id="rId39" Type="http://schemas.openxmlformats.org/officeDocument/2006/relationships/slide" Target="slides/slide37.xml"/><Relationship Id="rId40" Type="http://schemas.openxmlformats.org/officeDocument/2006/relationships/slide" Target="slides/slide38.xml"/><Relationship Id="rId41" Type="http://schemas.openxmlformats.org/officeDocument/2006/relationships/slide" Target="slides/slide39.xml"/><Relationship Id="rId42" Type="http://schemas.openxmlformats.org/officeDocument/2006/relationships/slide" Target="slides/slide40.xml"/><Relationship Id="rId43" Type="http://schemas.openxmlformats.org/officeDocument/2006/relationships/slide" Target="slides/slide41.xml"/><Relationship Id="rId44" Type="http://schemas.openxmlformats.org/officeDocument/2006/relationships/slide" Target="slides/slide42.xml"/><Relationship Id="rId45" Type="http://schemas.openxmlformats.org/officeDocument/2006/relationships/slide" Target="slides/slide43.xml"/><Relationship Id="rId46" Type="http://schemas.openxmlformats.org/officeDocument/2006/relationships/slide" Target="slides/slide44.xml"/><Relationship Id="rId47" Type="http://schemas.openxmlformats.org/officeDocument/2006/relationships/slide" Target="slides/slide45.xml"/><Relationship Id="rId48" Type="http://schemas.openxmlformats.org/officeDocument/2006/relationships/slide" Target="slides/slide46.xml"/><Relationship Id="rId49" Type="http://schemas.openxmlformats.org/officeDocument/2006/relationships/slide" Target="slides/slide47.xml"/><Relationship Id="rId50" Type="http://schemas.openxmlformats.org/officeDocument/2006/relationships/slide" Target="slides/slide48.xml"/><Relationship Id="rId51" Type="http://schemas.openxmlformats.org/officeDocument/2006/relationships/slide" Target="slides/slide49.xml"/><Relationship Id="rId52" Type="http://schemas.openxmlformats.org/officeDocument/2006/relationships/slide" Target="slides/slide50.xml"/><Relationship Id="rId53" Type="http://schemas.openxmlformats.org/officeDocument/2006/relationships/slide" Target="slides/slide51.xml"/><Relationship Id="rId54" Type="http://schemas.openxmlformats.org/officeDocument/2006/relationships/slide" Target="slides/slide52.xml"/><Relationship Id="rId55" Type="http://schemas.openxmlformats.org/officeDocument/2006/relationships/slide" Target="slides/slide53.xml"/><Relationship Id="rId56" Type="http://schemas.openxmlformats.org/officeDocument/2006/relationships/slide" Target="slides/slide54.xml"/><Relationship Id="rId57" Type="http://schemas.openxmlformats.org/officeDocument/2006/relationships/slide" Target="slides/slide55.xml"/><Relationship Id="rId58" Type="http://schemas.openxmlformats.org/officeDocument/2006/relationships/slide" Target="slides/slide56.xml"/><Relationship Id="rId59" Type="http://schemas.openxmlformats.org/officeDocument/2006/relationships/slide" Target="slides/slide57.xml"/><Relationship Id="rId60" Type="http://schemas.openxmlformats.org/officeDocument/2006/relationships/slide" Target="slides/slide58.xml"/><Relationship Id="rId61" Type="http://schemas.openxmlformats.org/officeDocument/2006/relationships/slide" Target="slides/slide59.xml"/><Relationship Id="rId62" Type="http://schemas.openxmlformats.org/officeDocument/2006/relationships/slide" Target="slides/slide60.xml"/><Relationship Id="rId63" Type="http://schemas.openxmlformats.org/officeDocument/2006/relationships/slide" Target="slides/slide61.xml"/><Relationship Id="rId64" Type="http://schemas.openxmlformats.org/officeDocument/2006/relationships/slide" Target="slides/slide62.xml"/><Relationship Id="rId65" Type="http://schemas.openxmlformats.org/officeDocument/2006/relationships/slide" Target="slides/slide63.xml"/><Relationship Id="rId66" Type="http://schemas.openxmlformats.org/officeDocument/2006/relationships/slide" Target="slides/slide64.xml"/><Relationship Id="rId67" Type="http://schemas.openxmlformats.org/officeDocument/2006/relationships/slide" Target="slides/slide65.xml"/><Relationship Id="rId68" Type="http://schemas.openxmlformats.org/officeDocument/2006/relationships/slide" Target="slides/slide66.xml"/><Relationship Id="rId69" Type="http://schemas.openxmlformats.org/officeDocument/2006/relationships/slide" Target="slides/slide67.xml"/><Relationship Id="rId70" Type="http://schemas.openxmlformats.org/officeDocument/2006/relationships/slide" Target="slides/slide68.xml"/><Relationship Id="rId71" Type="http://schemas.openxmlformats.org/officeDocument/2006/relationships/slide" Target="slides/slide69.xml"/><Relationship Id="rId72" Type="http://schemas.openxmlformats.org/officeDocument/2006/relationships/slide" Target="slides/slide70.xml"/><Relationship Id="rId73" Type="http://schemas.openxmlformats.org/officeDocument/2006/relationships/slide" Target="slides/slide71.xml"/><Relationship Id="rId74" Type="http://schemas.openxmlformats.org/officeDocument/2006/relationships/slide" Target="slides/slide72.xml"/><Relationship Id="rId75" Type="http://schemas.openxmlformats.org/officeDocument/2006/relationships/slide" Target="slides/slide73.xml"/><Relationship Id="rId76" Type="http://schemas.openxmlformats.org/officeDocument/2006/relationships/slide" Target="slides/slide74.xml"/><Relationship Id="rId77" Type="http://schemas.openxmlformats.org/officeDocument/2006/relationships/slide" Target="slides/slide75.xml"/><Relationship Id="rId78" Type="http://schemas.openxmlformats.org/officeDocument/2006/relationships/slide" Target="slides/slide76.xml"/><Relationship Id="rId79" Type="http://schemas.openxmlformats.org/officeDocument/2006/relationships/slide" Target="slides/slide77.xml"/><Relationship Id="rId80" Type="http://schemas.openxmlformats.org/officeDocument/2006/relationships/slide" Target="slides/slide78.xml"/><Relationship Id="rId81" Type="http://schemas.openxmlformats.org/officeDocument/2006/relationships/slide" Target="slides/slide79.xml"/><Relationship Id="rId82" Type="http://schemas.openxmlformats.org/officeDocument/2006/relationships/slide" Target="slides/slide80.xml"/><Relationship Id="rId83" Type="http://schemas.openxmlformats.org/officeDocument/2006/relationships/slide" Target="slides/slide81.xml"/><Relationship Id="rId84" Type="http://schemas.openxmlformats.org/officeDocument/2006/relationships/slide" Target="slides/slide82.xml"/><Relationship Id="rId85" Type="http://schemas.openxmlformats.org/officeDocument/2006/relationships/slide" Target="slides/slide83.xml"/><Relationship Id="rId86" Type="http://schemas.openxmlformats.org/officeDocument/2006/relationships/slide" Target="slides/slide84.xml"/><Relationship Id="rId87" Type="http://schemas.openxmlformats.org/officeDocument/2006/relationships/slide" Target="slides/slide85.xml"/><Relationship Id="rId88" Type="http://schemas.openxmlformats.org/officeDocument/2006/relationships/slide" Target="slides/slide86.xml"/><Relationship Id="rId89" Type="http://schemas.openxmlformats.org/officeDocument/2006/relationships/slide" Target="slides/slide87.xml"/><Relationship Id="rId90" Type="http://schemas.openxmlformats.org/officeDocument/2006/relationships/slide" Target="slides/slide88.xml"/><Relationship Id="rId91" Type="http://schemas.openxmlformats.org/officeDocument/2006/relationships/slide" Target="slides/slide89.xml"/><Relationship Id="rId92" Type="http://schemas.openxmlformats.org/officeDocument/2006/relationships/slide" Target="slides/slide90.xml"/><Relationship Id="rId93" Type="http://schemas.openxmlformats.org/officeDocument/2006/relationships/slide" Target="slides/slide91.xml"/><Relationship Id="rId94" Type="http://schemas.openxmlformats.org/officeDocument/2006/relationships/slide" Target="slides/slide92.xml"/><Relationship Id="rId95" Type="http://schemas.openxmlformats.org/officeDocument/2006/relationships/slide" Target="slides/slide93.xml"/><Relationship Id="rId96" Type="http://schemas.openxmlformats.org/officeDocument/2006/relationships/slide" Target="slides/slide94.xml"/><Relationship Id="rId97" Type="http://schemas.openxmlformats.org/officeDocument/2006/relationships/slide" Target="slides/slide95.xml"/><Relationship Id="rId98" Type="http://schemas.openxmlformats.org/officeDocument/2006/relationships/slide" Target="slides/slide96.xml"/><Relationship Id="rId99" Type="http://schemas.openxmlformats.org/officeDocument/2006/relationships/tableStyles" Target="tableStyles.xml"/><Relationship Id="rId100" Type="http://schemas.openxmlformats.org/officeDocument/2006/relationships/presProps" Target="presProps.xml"/><Relationship Id="rId101" Type="http://schemas.openxmlformats.org/officeDocument/2006/relationships/viewProps" Target="viewProps.xml"/><Relationship Id="rId102" Type="http://schemas.openxmlformats.org/officeDocument/2006/relationships/theme" Target="theme/theme1.xml"/></Relationships>
</file>

<file path=ppt/drawings/_rels/vmlDrawing5.vml.rels><?xml version="1.0" encoding="UTF-8" standalone="yes"?>
<Relationships xmlns="http://schemas.openxmlformats.org/package/2006/relationships"><Relationship Id="rId1" Type="http://schemas.openxmlformats.org/officeDocument/2006/relationships/image" Target="../media/image35.png"/></Relationships>
</file>

<file path=ppt/drawings/_rels/vmlDrawing6.vml.rels><?xml version="1.0" encoding="UTF-8" standalone="yes"?>
<Relationships xmlns="http://schemas.openxmlformats.org/package/2006/relationships"><Relationship Id="rId1" Type="http://schemas.openxmlformats.org/officeDocument/2006/relationships/image" Target="../media/image53.emf"/></Relationships>
</file>

<file path=ppt/notesMasters/_rels/notesMaster1.xml.rels><?xml version="1.0" encoding="UTF-8" standalone="yes"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20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5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/>
        </p:spPr>
        <p:txBody>
          <a:bodyPr bIns="45720" lIns="91440" rIns="91440" rtlCol="0" tIns="45720" vert="horz"/>
          <a:lstStyle>
            <a:lvl1pPr algn="l">
              <a:defRPr sz="1200"/>
            </a:lvl1pPr>
          </a:lstStyle>
          <a:p>
            <a:endParaRPr dirty="0" lang="en-US"/>
          </a:p>
        </p:txBody>
      </p:sp>
      <p:sp>
        <p:nvSpPr>
          <p:cNvPr id="105555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/>
        </p:spPr>
        <p:txBody>
          <a:bodyPr bIns="45720" lIns="91440" rIns="91440" rtlCol="0" tIns="45720" vert="horz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1/19/2024</a:t>
            </a:fld>
            <a:endParaRPr dirty="0" lang="en-US"/>
          </a:p>
        </p:txBody>
      </p:sp>
      <p:sp>
        <p:nvSpPr>
          <p:cNvPr id="1055554" name="Slide Image Placeholder 3"/>
          <p:cNvSpPr>
            <a:spLocks noChangeAspect="1" noRot="1" noGrp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/>
          <a:noFill/>
          <a:ln w="12700">
            <a:solidFill>
              <a:prstClr val="black"/>
            </a:solidFill>
          </a:ln>
        </p:spPr>
        <p:txBody>
          <a:bodyPr anchor="ctr" bIns="45720" lIns="91440" rIns="91440" rtlCol="0" tIns="45720" vert="horz"/>
          <a:p>
            <a:endParaRPr dirty="0" lang="en-US"/>
          </a:p>
        </p:txBody>
      </p:sp>
      <p:sp>
        <p:nvSpPr>
          <p:cNvPr id="105555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/>
        </p:spPr>
        <p:txBody>
          <a:bodyPr bIns="45720" lIns="91440" rIns="91440" rtlCol="0" tIns="45720" vert="horz"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5555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/>
        </p:spPr>
        <p:txBody>
          <a:bodyPr anchor="b" bIns="45720" lIns="91440" rIns="91440" rtlCol="0" tIns="45720" vert="horz"/>
          <a:lstStyle>
            <a:lvl1pPr algn="l">
              <a:defRPr sz="1200"/>
            </a:lvl1pPr>
          </a:lstStyle>
          <a:p>
            <a:endParaRPr dirty="0" lang="en-US"/>
          </a:p>
        </p:txBody>
      </p:sp>
      <p:sp>
        <p:nvSpPr>
          <p:cNvPr id="105555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/>
        </p:spPr>
        <p:txBody>
          <a:bodyPr anchor="b" bIns="45720" lIns="91440" rIns="91440" rtlCol="0" tIns="45720" vert="horz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dirty="0" lang="en-US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notesStyle>
    <a:lvl1pPr algn="l" defTabSz="914400" eaLnBrk="1" hangingPunct="1" latinLnBrk="0" marL="0" rtl="0">
      <a:defRPr sz="1200" kern="1200">
        <a:solidFill>
          <a:schemeClr val="tx1"/>
        </a:solidFill>
        <a:latin typeface="+mn-lt"/>
        <a:ea typeface="+mn-ea"/>
        <a:cs typeface="+mn-cs"/>
      </a:defRPr>
    </a:lvl1pPr>
    <a:lvl2pPr algn="l" defTabSz="914400" eaLnBrk="1" hangingPunct="1" latinLnBrk="0" marL="457200" rtl="0">
      <a:defRPr sz="1200" kern="1200">
        <a:solidFill>
          <a:schemeClr val="tx1"/>
        </a:solidFill>
        <a:latin typeface="+mn-lt"/>
        <a:ea typeface="+mn-ea"/>
        <a:cs typeface="+mn-cs"/>
      </a:defRPr>
    </a:lvl2pPr>
    <a:lvl3pPr algn="l" defTabSz="914400" eaLnBrk="1" hangingPunct="1" latinLnBrk="0" marL="914400" rtl="0">
      <a:defRPr sz="1200" kern="1200">
        <a:solidFill>
          <a:schemeClr val="tx1"/>
        </a:solidFill>
        <a:latin typeface="+mn-lt"/>
        <a:ea typeface="+mn-ea"/>
        <a:cs typeface="+mn-cs"/>
      </a:defRPr>
    </a:lvl3pPr>
    <a:lvl4pPr algn="l" defTabSz="914400" eaLnBrk="1" hangingPunct="1" latinLnBrk="0" marL="1371600" rtl="0">
      <a:defRPr sz="1200" kern="1200">
        <a:solidFill>
          <a:schemeClr val="tx1"/>
        </a:solidFill>
        <a:latin typeface="+mn-lt"/>
        <a:ea typeface="+mn-ea"/>
        <a:cs typeface="+mn-cs"/>
      </a:defRPr>
    </a:lvl4pPr>
    <a:lvl5pPr algn="l" defTabSz="914400" eaLnBrk="1" hangingPunct="1" latinLnBrk="0" marL="1828800" rtl="0">
      <a:defRPr sz="1200" kern="1200">
        <a:solidFill>
          <a:schemeClr val="tx1"/>
        </a:solidFill>
        <a:latin typeface="+mn-lt"/>
        <a:ea typeface="+mn-ea"/>
        <a:cs typeface="+mn-cs"/>
      </a:defRPr>
    </a:lvl5pPr>
    <a:lvl6pPr algn="l" defTabSz="914400" eaLnBrk="1" hangingPunct="1" latinLnBrk="0" marL="2286000" rtl="0">
      <a:defRPr sz="12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2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2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
<Relationships xmlns="http://schemas.openxmlformats.org/package/2006/relationships"><Relationship Id="rId1" Type="http://schemas.openxmlformats.org/officeDocument/2006/relationships/slide" Target="../slides/slide1.xml"/><Relationship Id="rId2" Type="http://schemas.openxmlformats.org/officeDocument/2006/relationships/notesMaster" Target="../notesMasters/notesMaster1.xml"/></Relationships>
</file>

<file path=ppt/notesSlides/_rels/notesSlide2.xml.rels><?xml version="1.0" encoding="UTF-8" standalone="yes"?>
<Relationships xmlns="http://schemas.openxmlformats.org/package/2006/relationships"><Relationship Id="rId1" Type="http://schemas.openxmlformats.org/officeDocument/2006/relationships/slide" Target="../slides/slide2.xml"/><Relationship Id="rId2" Type="http://schemas.openxmlformats.org/officeDocument/2006/relationships/notesMaster" Target="../notesMasters/notesMaster1.xml"/></Relationships>
</file>

<file path=ppt/notesSlides/_rels/notesSlide3.xml.rels><?xml version="1.0" encoding="UTF-8" standalone="yes"?>
<Relationships xmlns="http://schemas.openxmlformats.org/package/2006/relationships"><Relationship Id="rId1" Type="http://schemas.openxmlformats.org/officeDocument/2006/relationships/slide" Target="../slides/slide13.xml"/><Relationship Id="rId2" Type="http://schemas.openxmlformats.org/officeDocument/2006/relationships/notesMaster" Target="../notesMasters/notesMaster1.xml"/></Relationships>
</file>

<file path=ppt/notesSlides/_rels/notesSlide4.xml.rels><?xml version="1.0" encoding="UTF-8" standalone="yes"?>
<Relationships xmlns="http://schemas.openxmlformats.org/package/2006/relationships"><Relationship Id="rId1" Type="http://schemas.openxmlformats.org/officeDocument/2006/relationships/slide" Target="../slides/slide15.xml"/><Relationship Id="rId2" Type="http://schemas.openxmlformats.org/officeDocument/2006/relationships/notesMaster" Target="../notesMasters/notesMaster1.xml"/></Relationships>
</file>

<file path=ppt/notesSlides/_rels/notesSlide5.xml.rels><?xml version="1.0" encoding="UTF-8" standalone="yes"?>
<Relationships xmlns="http://schemas.openxmlformats.org/package/2006/relationships"><Relationship Id="rId1" Type="http://schemas.openxmlformats.org/officeDocument/2006/relationships/slide" Target="../slides/slide17.xml"/><Relationship Id="rId2" Type="http://schemas.openxmlformats.org/officeDocument/2006/relationships/notesMaster" Target="../notesMasters/notesMaster1.xml"/></Relationships>
</file>

<file path=ppt/notesSlides/_rels/notesSlide6.xml.rels><?xml version="1.0" encoding="UTF-8" standalone="yes"?>
<Relationships xmlns="http://schemas.openxmlformats.org/package/2006/relationships"><Relationship Id="rId1" Type="http://schemas.openxmlformats.org/officeDocument/2006/relationships/slide" Target="../slides/slide18.xml"/><Relationship Id="rId2" Type="http://schemas.openxmlformats.org/officeDocument/2006/relationships/notesMaster" Target="../notesMasters/notesMaster1.xml"/></Relationships>
</file>

<file path=ppt/notesSlides/_rels/notesSlide7.xml.rels><?xml version="1.0" encoding="UTF-8" standalone="yes"?>
<Relationships xmlns="http://schemas.openxmlformats.org/package/2006/relationships"><Relationship Id="rId1" Type="http://schemas.openxmlformats.org/officeDocument/2006/relationships/slide" Target="../slides/slide19.xml"/><Relationship Id="rId2" Type="http://schemas.openxmlformats.org/officeDocument/2006/relationships/notesMaster" Target="../notesMasters/notesMaster1.xml"/></Relationships>
</file>

<file path=ppt/notesSlides/_rels/notesSlide8.xml.rels><?xml version="1.0" encoding="UTF-8" standalone="yes"?>
<Relationships xmlns="http://schemas.openxmlformats.org/package/2006/relationships"><Relationship Id="rId1" Type="http://schemas.openxmlformats.org/officeDocument/2006/relationships/slide" Target="../slides/slide20.xml"/><Relationship Id="rId2" Type="http://schemas.openxmlformats.org/officeDocument/2006/relationships/notesMaster" Target="../notesMasters/notesMaster1.xml"/></Relationships>
</file>

<file path=ppt/notesSlides/_rels/notesSlide9.xml.rels><?xml version="1.0" encoding="UTF-8" standalone="yes"?>
<Relationships xmlns="http://schemas.openxmlformats.org/package/2006/relationships"><Relationship Id="rId1" Type="http://schemas.openxmlformats.org/officeDocument/2006/relationships/slide" Target="../slides/slide21.xml"/><Relationship Id="rId2" Type="http://schemas.openxmlformats.org/officeDocument/2006/relationships/notesMaster" Target="../notesMasters/notesMaster1.xml"/></Relationships>
</file>

<file path=ppt/notesSlides/_rels/notesSlide10.xml.rels><?xml version="1.0" encoding="UTF-8" standalone="yes"?>
<Relationships xmlns="http://schemas.openxmlformats.org/package/2006/relationships"><Relationship Id="rId1" Type="http://schemas.openxmlformats.org/officeDocument/2006/relationships/slide" Target="../slides/slide22.xml"/><Relationship Id="rId2" Type="http://schemas.openxmlformats.org/officeDocument/2006/relationships/notesMaster" Target="../notesMasters/notesMaster1.xml"/></Relationships>
</file>

<file path=ppt/notesSlides/_rels/notesSlide11.xml.rels><?xml version="1.0" encoding="UTF-8" standalone="yes"?>
<Relationships xmlns="http://schemas.openxmlformats.org/package/2006/relationships"><Relationship Id="rId1" Type="http://schemas.openxmlformats.org/officeDocument/2006/relationships/slide" Target="../slides/slide23.xml"/><Relationship Id="rId2" Type="http://schemas.openxmlformats.org/officeDocument/2006/relationships/notesMaster" Target="../notesMasters/notesMaster1.xml"/></Relationships>
</file>

<file path=ppt/notesSlides/_rels/notesSlide12.xml.rels><?xml version="1.0" encoding="UTF-8" standalone="yes"?>
<Relationships xmlns="http://schemas.openxmlformats.org/package/2006/relationships"><Relationship Id="rId1" Type="http://schemas.openxmlformats.org/officeDocument/2006/relationships/slide" Target="../slides/slide24.xml"/><Relationship Id="rId2" Type="http://schemas.openxmlformats.org/officeDocument/2006/relationships/notesMaster" Target="../notesMasters/notesMaster1.xml"/></Relationships>
</file>

<file path=ppt/notesSlides/_rels/notesSlide13.xml.rels><?xml version="1.0" encoding="UTF-8" standalone="yes"?>
<Relationships xmlns="http://schemas.openxmlformats.org/package/2006/relationships"><Relationship Id="rId1" Type="http://schemas.openxmlformats.org/officeDocument/2006/relationships/slide" Target="../slides/slide25.xml"/><Relationship Id="rId2" Type="http://schemas.openxmlformats.org/officeDocument/2006/relationships/notesMaster" Target="../notesMasters/notesMaster1.xml"/></Relationships>
</file>

<file path=ppt/notesSlides/_rels/notesSlide14.xml.rels><?xml version="1.0" encoding="UTF-8" standalone="yes"?>
<Relationships xmlns="http://schemas.openxmlformats.org/package/2006/relationships"><Relationship Id="rId1" Type="http://schemas.openxmlformats.org/officeDocument/2006/relationships/slide" Target="../slides/slide26.xml"/><Relationship Id="rId2" Type="http://schemas.openxmlformats.org/officeDocument/2006/relationships/notesMaster" Target="../notesMasters/notesMaster1.xml"/></Relationships>
</file>

<file path=ppt/notesSlides/_rels/notesSlide15.xml.rels><?xml version="1.0" encoding="UTF-8" standalone="yes"?>
<Relationships xmlns="http://schemas.openxmlformats.org/package/2006/relationships"><Relationship Id="rId1" Type="http://schemas.openxmlformats.org/officeDocument/2006/relationships/slide" Target="../slides/slide27.xml"/><Relationship Id="rId2" Type="http://schemas.openxmlformats.org/officeDocument/2006/relationships/notesMaster" Target="../notesMasters/notesMaster1.xml"/></Relationships>
</file>

<file path=ppt/notesSlides/_rels/notesSlide16.xml.rels><?xml version="1.0" encoding="UTF-8" standalone="yes"?>
<Relationships xmlns="http://schemas.openxmlformats.org/package/2006/relationships"><Relationship Id="rId1" Type="http://schemas.openxmlformats.org/officeDocument/2006/relationships/slide" Target="../slides/slide28.xml"/><Relationship Id="rId2" Type="http://schemas.openxmlformats.org/officeDocument/2006/relationships/notesMaster" Target="../notesMasters/notesMaster1.xml"/></Relationships>
</file>

<file path=ppt/notesSlides/_rels/notesSlide17.xml.rels><?xml version="1.0" encoding="UTF-8" standalone="yes"?>
<Relationships xmlns="http://schemas.openxmlformats.org/package/2006/relationships"><Relationship Id="rId1" Type="http://schemas.openxmlformats.org/officeDocument/2006/relationships/slide" Target="../slides/slide29.xml"/><Relationship Id="rId2" Type="http://schemas.openxmlformats.org/officeDocument/2006/relationships/notesMaster" Target="../notesMasters/notesMaster1.xml"/></Relationships>
</file>

<file path=ppt/notesSlides/_rels/notesSlide18.xml.rels><?xml version="1.0" encoding="UTF-8" standalone="yes"?>
<Relationships xmlns="http://schemas.openxmlformats.org/package/2006/relationships"><Relationship Id="rId1" Type="http://schemas.openxmlformats.org/officeDocument/2006/relationships/slide" Target="../slides/slide30.xml"/><Relationship Id="rId2" Type="http://schemas.openxmlformats.org/officeDocument/2006/relationships/notesMaster" Target="../notesMasters/notesMaster1.xml"/></Relationships>
</file>

<file path=ppt/notesSlides/_rels/notesSlide19.xml.rels><?xml version="1.0" encoding="UTF-8" standalone="yes"?>
<Relationships xmlns="http://schemas.openxmlformats.org/package/2006/relationships"><Relationship Id="rId1" Type="http://schemas.openxmlformats.org/officeDocument/2006/relationships/slide" Target="../slides/slide31.xml"/><Relationship Id="rId2" Type="http://schemas.openxmlformats.org/officeDocument/2006/relationships/notesMaster" Target="../notesMasters/notesMaster1.xml"/></Relationships>
</file>

<file path=ppt/notesSlides/_rels/notesSlide20.xml.rels><?xml version="1.0" encoding="UTF-8" standalone="yes"?>
<Relationships xmlns="http://schemas.openxmlformats.org/package/2006/relationships"><Relationship Id="rId1" Type="http://schemas.openxmlformats.org/officeDocument/2006/relationships/slide" Target="../slides/slide32.xml"/><Relationship Id="rId2" Type="http://schemas.openxmlformats.org/officeDocument/2006/relationships/notesMaster" Target="../notesMasters/notesMaster1.xml"/></Relationships>
</file>

<file path=ppt/notesSlides/_rels/notesSlide21.xml.rels><?xml version="1.0" encoding="UTF-8" standalone="yes"?>
<Relationships xmlns="http://schemas.openxmlformats.org/package/2006/relationships"><Relationship Id="rId1" Type="http://schemas.openxmlformats.org/officeDocument/2006/relationships/slide" Target="../slides/slide33.xml"/><Relationship Id="rId2" Type="http://schemas.openxmlformats.org/officeDocument/2006/relationships/notesMaster" Target="../notesMasters/notesMaster1.xml"/></Relationships>
</file>

<file path=ppt/notesSlides/_rels/notesSlide22.xml.rels><?xml version="1.0" encoding="UTF-8" standalone="yes"?>
<Relationships xmlns="http://schemas.openxmlformats.org/package/2006/relationships"><Relationship Id="rId1" Type="http://schemas.openxmlformats.org/officeDocument/2006/relationships/slide" Target="../slides/slide34.xml"/><Relationship Id="rId2" Type="http://schemas.openxmlformats.org/officeDocument/2006/relationships/notesMaster" Target="../notesMasters/notesMaster1.xml"/></Relationships>
</file>

<file path=ppt/notesSlides/_rels/notesSlide23.xml.rels><?xml version="1.0" encoding="UTF-8" standalone="yes"?>
<Relationships xmlns="http://schemas.openxmlformats.org/package/2006/relationships"><Relationship Id="rId1" Type="http://schemas.openxmlformats.org/officeDocument/2006/relationships/slide" Target="../slides/slide35.xml"/><Relationship Id="rId2" Type="http://schemas.openxmlformats.org/officeDocument/2006/relationships/notesMaster" Target="../notesMasters/notesMaster1.xml"/></Relationships>
</file>

<file path=ppt/notesSlides/_rels/notesSlide24.xml.rels><?xml version="1.0" encoding="UTF-8" standalone="yes"?>
<Relationships xmlns="http://schemas.openxmlformats.org/package/2006/relationships"><Relationship Id="rId1" Type="http://schemas.openxmlformats.org/officeDocument/2006/relationships/slide" Target="../slides/slide36.xml"/><Relationship Id="rId2" Type="http://schemas.openxmlformats.org/officeDocument/2006/relationships/notesMaster" Target="../notesMasters/notesMaster1.xml"/></Relationships>
</file>

<file path=ppt/notesSlides/_rels/notesSlide25.xml.rels><?xml version="1.0" encoding="UTF-8" standalone="yes"?>
<Relationships xmlns="http://schemas.openxmlformats.org/package/2006/relationships"><Relationship Id="rId1" Type="http://schemas.openxmlformats.org/officeDocument/2006/relationships/slide" Target="../slides/slide37.xml"/><Relationship Id="rId2" Type="http://schemas.openxmlformats.org/officeDocument/2006/relationships/notesMaster" Target="../notesMasters/notesMaster1.xml"/></Relationships>
</file>

<file path=ppt/notesSlides/_rels/notesSlide26.xml.rels><?xml version="1.0" encoding="UTF-8" standalone="yes"?>
<Relationships xmlns="http://schemas.openxmlformats.org/package/2006/relationships"><Relationship Id="rId1" Type="http://schemas.openxmlformats.org/officeDocument/2006/relationships/slide" Target="../slides/slide38.xml"/><Relationship Id="rId2" Type="http://schemas.openxmlformats.org/officeDocument/2006/relationships/notesMaster" Target="../notesMasters/notesMaster1.xml"/></Relationships>
</file>

<file path=ppt/notesSlides/_rels/notesSlide27.xml.rels><?xml version="1.0" encoding="UTF-8" standalone="yes"?>
<Relationships xmlns="http://schemas.openxmlformats.org/package/2006/relationships"><Relationship Id="rId1" Type="http://schemas.openxmlformats.org/officeDocument/2006/relationships/slide" Target="../slides/slide39.xml"/><Relationship Id="rId2" Type="http://schemas.openxmlformats.org/officeDocument/2006/relationships/notesMaster" Target="../notesMasters/notesMaster1.xml"/></Relationships>
</file>

<file path=ppt/notesSlides/_rels/notesSlide28.xml.rels><?xml version="1.0" encoding="UTF-8" standalone="yes"?>
<Relationships xmlns="http://schemas.openxmlformats.org/package/2006/relationships"><Relationship Id="rId1" Type="http://schemas.openxmlformats.org/officeDocument/2006/relationships/slide" Target="../slides/slide40.xml"/><Relationship Id="rId2" Type="http://schemas.openxmlformats.org/officeDocument/2006/relationships/notesMaster" Target="../notesMasters/notesMaster1.xml"/></Relationships>
</file>

<file path=ppt/notesSlides/_rels/notesSlide29.xml.rels><?xml version="1.0" encoding="UTF-8" standalone="yes"?>
<Relationships xmlns="http://schemas.openxmlformats.org/package/2006/relationships"><Relationship Id="rId1" Type="http://schemas.openxmlformats.org/officeDocument/2006/relationships/slide" Target="../slides/slide41.xml"/><Relationship Id="rId2" Type="http://schemas.openxmlformats.org/officeDocument/2006/relationships/notesMaster" Target="../notesMasters/notesMaster1.xml"/></Relationships>
</file>

<file path=ppt/notesSlides/_rels/notesSlide30.xml.rels><?xml version="1.0" encoding="UTF-8" standalone="yes"?>
<Relationships xmlns="http://schemas.openxmlformats.org/package/2006/relationships"><Relationship Id="rId1" Type="http://schemas.openxmlformats.org/officeDocument/2006/relationships/slide" Target="../slides/slide42.xml"/><Relationship Id="rId2" Type="http://schemas.openxmlformats.org/officeDocument/2006/relationships/notesMaster" Target="../notesMasters/notesMaster1.xml"/></Relationships>
</file>

<file path=ppt/notesSlides/_rels/notesSlide31.xml.rels><?xml version="1.0" encoding="UTF-8" standalone="yes"?>
<Relationships xmlns="http://schemas.openxmlformats.org/package/2006/relationships"><Relationship Id="rId1" Type="http://schemas.openxmlformats.org/officeDocument/2006/relationships/slide" Target="../slides/slide43.xml"/><Relationship Id="rId2" Type="http://schemas.openxmlformats.org/officeDocument/2006/relationships/notesMaster" Target="../notesMasters/notesMaster1.xml"/></Relationships>
</file>

<file path=ppt/notesSlides/_rels/notesSlide32.xml.rels><?xml version="1.0" encoding="UTF-8" standalone="yes"?>
<Relationships xmlns="http://schemas.openxmlformats.org/package/2006/relationships"><Relationship Id="rId1" Type="http://schemas.openxmlformats.org/officeDocument/2006/relationships/slide" Target="../slides/slide44.xml"/><Relationship Id="rId2" Type="http://schemas.openxmlformats.org/officeDocument/2006/relationships/notesMaster" Target="../notesMasters/notesMaster1.xml"/></Relationships>
</file>

<file path=ppt/notesSlides/_rels/notesSlide33.xml.rels><?xml version="1.0" encoding="UTF-8" standalone="yes"?>
<Relationships xmlns="http://schemas.openxmlformats.org/package/2006/relationships"><Relationship Id="rId1" Type="http://schemas.openxmlformats.org/officeDocument/2006/relationships/slide" Target="../slides/slide45.xml"/><Relationship Id="rId2" Type="http://schemas.openxmlformats.org/officeDocument/2006/relationships/notesMaster" Target="../notesMasters/notesMaster1.xml"/></Relationships>
</file>

<file path=ppt/notesSlides/_rels/notesSlide34.xml.rels><?xml version="1.0" encoding="UTF-8" standalone="yes"?>
<Relationships xmlns="http://schemas.openxmlformats.org/package/2006/relationships"><Relationship Id="rId1" Type="http://schemas.openxmlformats.org/officeDocument/2006/relationships/slide" Target="../slides/slide46.xml"/><Relationship Id="rId2" Type="http://schemas.openxmlformats.org/officeDocument/2006/relationships/notesMaster" Target="../notesMasters/notesMaster1.xml"/></Relationships>
</file>

<file path=ppt/notesSlides/_rels/notesSlide35.xml.rels><?xml version="1.0" encoding="UTF-8" standalone="yes"?>
<Relationships xmlns="http://schemas.openxmlformats.org/package/2006/relationships"><Relationship Id="rId1" Type="http://schemas.openxmlformats.org/officeDocument/2006/relationships/slide" Target="../slides/slide47.xml"/><Relationship Id="rId2" Type="http://schemas.openxmlformats.org/officeDocument/2006/relationships/notesMaster" Target="../notesMasters/notesMaster1.xml"/></Relationships>
</file>

<file path=ppt/notesSlides/_rels/notesSlide36.xml.rels><?xml version="1.0" encoding="UTF-8" standalone="yes"?>
<Relationships xmlns="http://schemas.openxmlformats.org/package/2006/relationships"><Relationship Id="rId1" Type="http://schemas.openxmlformats.org/officeDocument/2006/relationships/slide" Target="../slides/slide48.xml"/><Relationship Id="rId2" Type="http://schemas.openxmlformats.org/officeDocument/2006/relationships/notesMaster" Target="../notesMasters/notesMaster1.xml"/></Relationships>
</file>

<file path=ppt/notesSlides/_rels/notesSlide37.xml.rels><?xml version="1.0" encoding="UTF-8" standalone="yes"?>
<Relationships xmlns="http://schemas.openxmlformats.org/package/2006/relationships"><Relationship Id="rId1" Type="http://schemas.openxmlformats.org/officeDocument/2006/relationships/slide" Target="../slides/slide49.xml"/><Relationship Id="rId2" Type="http://schemas.openxmlformats.org/officeDocument/2006/relationships/notesMaster" Target="../notesMasters/notesMaster1.xml"/></Relationships>
</file>

<file path=ppt/notesSlides/_rels/notesSlide38.xml.rels><?xml version="1.0" encoding="UTF-8" standalone="yes"?>
<Relationships xmlns="http://schemas.openxmlformats.org/package/2006/relationships"><Relationship Id="rId1" Type="http://schemas.openxmlformats.org/officeDocument/2006/relationships/slide" Target="../slides/slide50.xml"/><Relationship Id="rId2" Type="http://schemas.openxmlformats.org/officeDocument/2006/relationships/notesMaster" Target="../notesMasters/notesMaster1.xml"/></Relationships>
</file>

<file path=ppt/notesSlides/_rels/notesSlide39.xml.rels><?xml version="1.0" encoding="UTF-8" standalone="yes"?>
<Relationships xmlns="http://schemas.openxmlformats.org/package/2006/relationships"><Relationship Id="rId1" Type="http://schemas.openxmlformats.org/officeDocument/2006/relationships/slide" Target="../slides/slide51.xml"/><Relationship Id="rId2" Type="http://schemas.openxmlformats.org/officeDocument/2006/relationships/notesMaster" Target="../notesMasters/notesMaster1.xml"/></Relationships>
</file>

<file path=ppt/notesSlides/_rels/notesSlide40.xml.rels><?xml version="1.0" encoding="UTF-8" standalone="yes"?>
<Relationships xmlns="http://schemas.openxmlformats.org/package/2006/relationships"><Relationship Id="rId1" Type="http://schemas.openxmlformats.org/officeDocument/2006/relationships/slide" Target="../slides/slide52.xml"/><Relationship Id="rId2" Type="http://schemas.openxmlformats.org/officeDocument/2006/relationships/notesMaster" Target="../notesMasters/notesMaster1.xml"/></Relationships>
</file>

<file path=ppt/notesSlides/_rels/notesSlide41.xml.rels><?xml version="1.0" encoding="UTF-8" standalone="yes"?>
<Relationships xmlns="http://schemas.openxmlformats.org/package/2006/relationships"><Relationship Id="rId1" Type="http://schemas.openxmlformats.org/officeDocument/2006/relationships/slide" Target="../slides/slide53.xml"/><Relationship Id="rId2" Type="http://schemas.openxmlformats.org/officeDocument/2006/relationships/notesMaster" Target="../notesMasters/notesMaster1.xml"/></Relationships>
</file>

<file path=ppt/notesSlides/_rels/notesSlide42.xml.rels><?xml version="1.0" encoding="UTF-8" standalone="yes"?>
<Relationships xmlns="http://schemas.openxmlformats.org/package/2006/relationships"><Relationship Id="rId1" Type="http://schemas.openxmlformats.org/officeDocument/2006/relationships/slide" Target="../slides/slide54.xml"/><Relationship Id="rId2" Type="http://schemas.openxmlformats.org/officeDocument/2006/relationships/notesMaster" Target="../notesMasters/notesMaster1.xml"/></Relationships>
</file>

<file path=ppt/notesSlides/_rels/notesSlide43.xml.rels><?xml version="1.0" encoding="UTF-8" standalone="yes"?>
<Relationships xmlns="http://schemas.openxmlformats.org/package/2006/relationships"><Relationship Id="rId1" Type="http://schemas.openxmlformats.org/officeDocument/2006/relationships/slide" Target="../slides/slide55.xml"/><Relationship Id="rId2" Type="http://schemas.openxmlformats.org/officeDocument/2006/relationships/notesMaster" Target="../notesMasters/notesMaster1.xml"/></Relationships>
</file>

<file path=ppt/notesSlides/_rels/notesSlide44.xml.rels><?xml version="1.0" encoding="UTF-8" standalone="yes"?>
<Relationships xmlns="http://schemas.openxmlformats.org/package/2006/relationships"><Relationship Id="rId1" Type="http://schemas.openxmlformats.org/officeDocument/2006/relationships/slide" Target="../slides/slide56.xml"/><Relationship Id="rId2" Type="http://schemas.openxmlformats.org/officeDocument/2006/relationships/notesMaster" Target="../notesMasters/notesMaster1.xml"/></Relationships>
</file>

<file path=ppt/notesSlides/_rels/notesSlide45.xml.rels><?xml version="1.0" encoding="UTF-8" standalone="yes"?>
<Relationships xmlns="http://schemas.openxmlformats.org/package/2006/relationships"><Relationship Id="rId1" Type="http://schemas.openxmlformats.org/officeDocument/2006/relationships/slide" Target="../slides/slide57.xml"/><Relationship Id="rId2" Type="http://schemas.openxmlformats.org/officeDocument/2006/relationships/notesMaster" Target="../notesMasters/notesMaster1.xml"/></Relationships>
</file>

<file path=ppt/notesSlides/_rels/notesSlide46.xml.rels><?xml version="1.0" encoding="UTF-8" standalone="yes"?>
<Relationships xmlns="http://schemas.openxmlformats.org/package/2006/relationships"><Relationship Id="rId1" Type="http://schemas.openxmlformats.org/officeDocument/2006/relationships/slide" Target="../slides/slide58.xml"/><Relationship Id="rId2" Type="http://schemas.openxmlformats.org/officeDocument/2006/relationships/notesMaster" Target="../notesMasters/notesMaster1.xml"/></Relationships>
</file>

<file path=ppt/notesSlides/_rels/notesSlide47.xml.rels><?xml version="1.0" encoding="UTF-8" standalone="yes"?>
<Relationships xmlns="http://schemas.openxmlformats.org/package/2006/relationships"><Relationship Id="rId1" Type="http://schemas.openxmlformats.org/officeDocument/2006/relationships/slide" Target="../slides/slide59.xml"/><Relationship Id="rId2" Type="http://schemas.openxmlformats.org/officeDocument/2006/relationships/notesMaster" Target="../notesMasters/notesMaster1.xml"/></Relationships>
</file>

<file path=ppt/notesSlides/_rels/notesSlide48.xml.rels><?xml version="1.0" encoding="UTF-8" standalone="yes"?>
<Relationships xmlns="http://schemas.openxmlformats.org/package/2006/relationships"><Relationship Id="rId1" Type="http://schemas.openxmlformats.org/officeDocument/2006/relationships/slide" Target="../slides/slide60.xml"/><Relationship Id="rId2" Type="http://schemas.openxmlformats.org/officeDocument/2006/relationships/notesMaster" Target="../notesMasters/notesMaster1.xml"/></Relationships>
</file>

<file path=ppt/notesSlides/_rels/notesSlide49.xml.rels><?xml version="1.0" encoding="UTF-8" standalone="yes"?>
<Relationships xmlns="http://schemas.openxmlformats.org/package/2006/relationships"><Relationship Id="rId1" Type="http://schemas.openxmlformats.org/officeDocument/2006/relationships/slide" Target="../slides/slide61.xml"/><Relationship Id="rId2" Type="http://schemas.openxmlformats.org/officeDocument/2006/relationships/notesMaster" Target="../notesMasters/notesMaster1.xml"/></Relationships>
</file>

<file path=ppt/notesSlides/_rels/notesSlide50.xml.rels><?xml version="1.0" encoding="UTF-8" standalone="yes"?>
<Relationships xmlns="http://schemas.openxmlformats.org/package/2006/relationships"><Relationship Id="rId1" Type="http://schemas.openxmlformats.org/officeDocument/2006/relationships/slide" Target="../slides/slide62.xml"/><Relationship Id="rId2" Type="http://schemas.openxmlformats.org/officeDocument/2006/relationships/notesMaster" Target="../notesMasters/notesMaster1.xml"/></Relationships>
</file>

<file path=ppt/notesSlides/_rels/notesSlide51.xml.rels><?xml version="1.0" encoding="UTF-8" standalone="yes"?>
<Relationships xmlns="http://schemas.openxmlformats.org/package/2006/relationships"><Relationship Id="rId1" Type="http://schemas.openxmlformats.org/officeDocument/2006/relationships/slide" Target="../slides/slide63.xml"/><Relationship Id="rId2" Type="http://schemas.openxmlformats.org/officeDocument/2006/relationships/notesMaster" Target="../notesMasters/notesMaster1.xml"/></Relationships>
</file>

<file path=ppt/notesSlides/_rels/notesSlide52.xml.rels><?xml version="1.0" encoding="UTF-8" standalone="yes"?>
<Relationships xmlns="http://schemas.openxmlformats.org/package/2006/relationships"><Relationship Id="rId1" Type="http://schemas.openxmlformats.org/officeDocument/2006/relationships/slide" Target="../slides/slide64.xml"/><Relationship Id="rId2" Type="http://schemas.openxmlformats.org/officeDocument/2006/relationships/notesMaster" Target="../notesMasters/notesMaster1.xml"/></Relationships>
</file>

<file path=ppt/notesSlides/_rels/notesSlide53.xml.rels><?xml version="1.0" encoding="UTF-8" standalone="yes"?>
<Relationships xmlns="http://schemas.openxmlformats.org/package/2006/relationships"><Relationship Id="rId1" Type="http://schemas.openxmlformats.org/officeDocument/2006/relationships/slide" Target="../slides/slide65.xml"/><Relationship Id="rId2" Type="http://schemas.openxmlformats.org/officeDocument/2006/relationships/notesMaster" Target="../notesMasters/notesMaster1.xml"/></Relationships>
</file>

<file path=ppt/notesSlides/_rels/notesSlide54.xml.rels><?xml version="1.0" encoding="UTF-8" standalone="yes"?>
<Relationships xmlns="http://schemas.openxmlformats.org/package/2006/relationships"><Relationship Id="rId1" Type="http://schemas.openxmlformats.org/officeDocument/2006/relationships/slide" Target="../slides/slide66.xml"/><Relationship Id="rId2" Type="http://schemas.openxmlformats.org/officeDocument/2006/relationships/notesMaster" Target="../notesMasters/notesMaster1.xml"/></Relationships>
</file>

<file path=ppt/notesSlides/_rels/notesSlide55.xml.rels><?xml version="1.0" encoding="UTF-8" standalone="yes"?>
<Relationships xmlns="http://schemas.openxmlformats.org/package/2006/relationships"><Relationship Id="rId1" Type="http://schemas.openxmlformats.org/officeDocument/2006/relationships/slide" Target="../slides/slide67.xml"/><Relationship Id="rId2" Type="http://schemas.openxmlformats.org/officeDocument/2006/relationships/notesMaster" Target="../notesMasters/notesMaster1.xml"/></Relationships>
</file>

<file path=ppt/notesSlides/_rels/notesSlide56.xml.rels><?xml version="1.0" encoding="UTF-8" standalone="yes"?>
<Relationships xmlns="http://schemas.openxmlformats.org/package/2006/relationships"><Relationship Id="rId1" Type="http://schemas.openxmlformats.org/officeDocument/2006/relationships/slide" Target="../slides/slide68.xml"/><Relationship Id="rId2" Type="http://schemas.openxmlformats.org/officeDocument/2006/relationships/notesMaster" Target="../notesMasters/notesMaster1.xml"/></Relationships>
</file>

<file path=ppt/notesSlides/_rels/notesSlide57.xml.rels><?xml version="1.0" encoding="UTF-8" standalone="yes"?>
<Relationships xmlns="http://schemas.openxmlformats.org/package/2006/relationships"><Relationship Id="rId1" Type="http://schemas.openxmlformats.org/officeDocument/2006/relationships/slide" Target="../slides/slide69.xml"/><Relationship Id="rId2" Type="http://schemas.openxmlformats.org/officeDocument/2006/relationships/notesMaster" Target="../notesMasters/notesMaster1.xml"/></Relationships>
</file>

<file path=ppt/notesSlides/_rels/notesSlide58.xml.rels><?xml version="1.0" encoding="UTF-8" standalone="yes"?>
<Relationships xmlns="http://schemas.openxmlformats.org/package/2006/relationships"><Relationship Id="rId1" Type="http://schemas.openxmlformats.org/officeDocument/2006/relationships/slide" Target="../slides/slide70.xml"/><Relationship Id="rId2" Type="http://schemas.openxmlformats.org/officeDocument/2006/relationships/notesMaster" Target="../notesMasters/notesMaster1.xml"/></Relationships>
</file>

<file path=ppt/notesSlides/_rels/notesSlide59.xml.rels><?xml version="1.0" encoding="UTF-8" standalone="yes"?>
<Relationships xmlns="http://schemas.openxmlformats.org/package/2006/relationships"><Relationship Id="rId1" Type="http://schemas.openxmlformats.org/officeDocument/2006/relationships/slide" Target="../slides/slide71.xml"/><Relationship Id="rId2" Type="http://schemas.openxmlformats.org/officeDocument/2006/relationships/notesMaster" Target="../notesMasters/notesMaster1.xml"/></Relationships>
</file>

<file path=ppt/notesSlides/_rels/notesSlide60.xml.rels><?xml version="1.0" encoding="UTF-8" standalone="yes"?>
<Relationships xmlns="http://schemas.openxmlformats.org/package/2006/relationships"><Relationship Id="rId1" Type="http://schemas.openxmlformats.org/officeDocument/2006/relationships/slide" Target="../slides/slide72.xml"/><Relationship Id="rId2" Type="http://schemas.openxmlformats.org/officeDocument/2006/relationships/notesMaster" Target="../notesMasters/notesMaster1.xml"/></Relationships>
</file>

<file path=ppt/notesSlides/_rels/notesSlide61.xml.rels><?xml version="1.0" encoding="UTF-8" standalone="yes"?>
<Relationships xmlns="http://schemas.openxmlformats.org/package/2006/relationships"><Relationship Id="rId1" Type="http://schemas.openxmlformats.org/officeDocument/2006/relationships/slide" Target="../slides/slide73.xml"/><Relationship Id="rId2" Type="http://schemas.openxmlformats.org/officeDocument/2006/relationships/notesMaster" Target="../notesMasters/notesMaster1.xml"/></Relationships>
</file>

<file path=ppt/notesSlides/_rels/notesSlide62.xml.rels><?xml version="1.0" encoding="UTF-8" standalone="yes"?>
<Relationships xmlns="http://schemas.openxmlformats.org/package/2006/relationships"><Relationship Id="rId1" Type="http://schemas.openxmlformats.org/officeDocument/2006/relationships/slide" Target="../slides/slide74.xml"/><Relationship Id="rId2" Type="http://schemas.openxmlformats.org/officeDocument/2006/relationships/notesMaster" Target="../notesMasters/notesMaster1.xml"/></Relationships>
</file>

<file path=ppt/notesSlides/_rels/notesSlide63.xml.rels><?xml version="1.0" encoding="UTF-8" standalone="yes"?>
<Relationships xmlns="http://schemas.openxmlformats.org/package/2006/relationships"><Relationship Id="rId1" Type="http://schemas.openxmlformats.org/officeDocument/2006/relationships/slide" Target="../slides/slide75.xml"/><Relationship Id="rId2" Type="http://schemas.openxmlformats.org/officeDocument/2006/relationships/notesMaster" Target="../notesMasters/notesMaster1.xml"/></Relationships>
</file>

<file path=ppt/notesSlides/_rels/notesSlide64.xml.rels><?xml version="1.0" encoding="UTF-8" standalone="yes"?>
<Relationships xmlns="http://schemas.openxmlformats.org/package/2006/relationships"><Relationship Id="rId1" Type="http://schemas.openxmlformats.org/officeDocument/2006/relationships/slide" Target="../slides/slide76.xml"/><Relationship Id="rId2" Type="http://schemas.openxmlformats.org/officeDocument/2006/relationships/notesMaster" Target="../notesMasters/notesMaster1.xml"/></Relationships>
</file>

<file path=ppt/notesSlides/_rels/notesSlide65.xml.rels><?xml version="1.0" encoding="UTF-8" standalone="yes"?>
<Relationships xmlns="http://schemas.openxmlformats.org/package/2006/relationships"><Relationship Id="rId1" Type="http://schemas.openxmlformats.org/officeDocument/2006/relationships/slide" Target="../slides/slide77.xml"/><Relationship Id="rId2" Type="http://schemas.openxmlformats.org/officeDocument/2006/relationships/notesMaster" Target="../notesMasters/notesMaster1.xml"/></Relationships>
</file>

<file path=ppt/notesSlides/_rels/notesSlide66.xml.rels><?xml version="1.0" encoding="UTF-8" standalone="yes"?>
<Relationships xmlns="http://schemas.openxmlformats.org/package/2006/relationships"><Relationship Id="rId1" Type="http://schemas.openxmlformats.org/officeDocument/2006/relationships/slide" Target="../slides/slide78.xml"/><Relationship Id="rId2" Type="http://schemas.openxmlformats.org/officeDocument/2006/relationships/notesMaster" Target="../notesMasters/notesMaster1.xml"/></Relationships>
</file>

<file path=ppt/notesSlides/_rels/notesSlide67.xml.rels><?xml version="1.0" encoding="UTF-8" standalone="yes"?>
<Relationships xmlns="http://schemas.openxmlformats.org/package/2006/relationships"><Relationship Id="rId1" Type="http://schemas.openxmlformats.org/officeDocument/2006/relationships/slide" Target="../slides/slide79.xml"/><Relationship Id="rId2" Type="http://schemas.openxmlformats.org/officeDocument/2006/relationships/notesMaster" Target="../notesMasters/notesMaster1.xml"/></Relationships>
</file>

<file path=ppt/notesSlides/_rels/notesSlide68.xml.rels><?xml version="1.0" encoding="UTF-8" standalone="yes"?>
<Relationships xmlns="http://schemas.openxmlformats.org/package/2006/relationships"><Relationship Id="rId1" Type="http://schemas.openxmlformats.org/officeDocument/2006/relationships/slide" Target="../slides/slide80.xml"/><Relationship Id="rId2" Type="http://schemas.openxmlformats.org/officeDocument/2006/relationships/notesMaster" Target="../notesMasters/notesMaster1.xml"/></Relationships>
</file>

<file path=ppt/notesSlides/_rels/notesSlide69.xml.rels><?xml version="1.0" encoding="UTF-8" standalone="yes"?>
<Relationships xmlns="http://schemas.openxmlformats.org/package/2006/relationships"><Relationship Id="rId1" Type="http://schemas.openxmlformats.org/officeDocument/2006/relationships/slide" Target="../slides/slide81.xml"/><Relationship Id="rId2" Type="http://schemas.openxmlformats.org/officeDocument/2006/relationships/notesMaster" Target="../notesMasters/notesMaster1.xml"/></Relationships>
</file>

<file path=ppt/notesSlides/_rels/notesSlide70.xml.rels><?xml version="1.0" encoding="UTF-8" standalone="yes"?>
<Relationships xmlns="http://schemas.openxmlformats.org/package/2006/relationships"><Relationship Id="rId1" Type="http://schemas.openxmlformats.org/officeDocument/2006/relationships/slide" Target="../slides/slide82.xml"/><Relationship Id="rId2" Type="http://schemas.openxmlformats.org/officeDocument/2006/relationships/notesMaster" Target="../notesMasters/notesMaster1.xml"/></Relationships>
</file>

<file path=ppt/notesSlides/_rels/notesSlide71.xml.rels><?xml version="1.0" encoding="UTF-8" standalone="yes"?>
<Relationships xmlns="http://schemas.openxmlformats.org/package/2006/relationships"><Relationship Id="rId1" Type="http://schemas.openxmlformats.org/officeDocument/2006/relationships/slide" Target="../slides/slide83.xml"/><Relationship Id="rId2" Type="http://schemas.openxmlformats.org/officeDocument/2006/relationships/notesMaster" Target="../notesMasters/notesMaster1.xml"/></Relationships>
</file>

<file path=ppt/notesSlides/_rels/notesSlide72.xml.rels><?xml version="1.0" encoding="UTF-8" standalone="yes"?>
<Relationships xmlns="http://schemas.openxmlformats.org/package/2006/relationships"><Relationship Id="rId1" Type="http://schemas.openxmlformats.org/officeDocument/2006/relationships/slide" Target="../slides/slide84.xml"/><Relationship Id="rId2" Type="http://schemas.openxmlformats.org/officeDocument/2006/relationships/notesMaster" Target="../notesMasters/notesMaster1.xml"/></Relationships>
</file>

<file path=ppt/notesSlides/_rels/notesSlide73.xml.rels><?xml version="1.0" encoding="UTF-8" standalone="yes"?>
<Relationships xmlns="http://schemas.openxmlformats.org/package/2006/relationships"><Relationship Id="rId1" Type="http://schemas.openxmlformats.org/officeDocument/2006/relationships/slide" Target="../slides/slide85.xml"/><Relationship Id="rId2" Type="http://schemas.openxmlformats.org/officeDocument/2006/relationships/notesMaster" Target="../notesMasters/notesMaster1.xml"/></Relationships>
</file>

<file path=ppt/notesSlides/_rels/notesSlide74.xml.rels><?xml version="1.0" encoding="UTF-8" standalone="yes"?>
<Relationships xmlns="http://schemas.openxmlformats.org/package/2006/relationships"><Relationship Id="rId1" Type="http://schemas.openxmlformats.org/officeDocument/2006/relationships/slide" Target="../slides/slide86.xml"/><Relationship Id="rId2" Type="http://schemas.openxmlformats.org/officeDocument/2006/relationships/notesMaster" Target="../notesMasters/notesMaster1.xml"/></Relationships>
</file>

<file path=ppt/notesSlides/_rels/notesSlide75.xml.rels><?xml version="1.0" encoding="UTF-8" standalone="yes"?>
<Relationships xmlns="http://schemas.openxmlformats.org/package/2006/relationships"><Relationship Id="rId1" Type="http://schemas.openxmlformats.org/officeDocument/2006/relationships/slide" Target="../slides/slide87.xml"/><Relationship Id="rId2" Type="http://schemas.openxmlformats.org/officeDocument/2006/relationships/notesMaster" Target="../notesMasters/notesMaster1.xml"/></Relationships>
</file>

<file path=ppt/notesSlides/_rels/notesSlide76.xml.rels><?xml version="1.0" encoding="UTF-8" standalone="yes"?>
<Relationships xmlns="http://schemas.openxmlformats.org/package/2006/relationships"><Relationship Id="rId1" Type="http://schemas.openxmlformats.org/officeDocument/2006/relationships/slide" Target="../slides/slide88.xml"/><Relationship Id="rId2" Type="http://schemas.openxmlformats.org/officeDocument/2006/relationships/notesMaster" Target="../notesMasters/notesMaster1.xml"/></Relationships>
</file>

<file path=ppt/notesSlides/_rels/notesSlide77.xml.rels><?xml version="1.0" encoding="UTF-8" standalone="yes"?>
<Relationships xmlns="http://schemas.openxmlformats.org/package/2006/relationships"><Relationship Id="rId1" Type="http://schemas.openxmlformats.org/officeDocument/2006/relationships/slide" Target="../slides/slide89.xml"/><Relationship Id="rId2" Type="http://schemas.openxmlformats.org/officeDocument/2006/relationships/notesMaster" Target="../notesMasters/notesMaster1.xml"/></Relationships>
</file>

<file path=ppt/notesSlides/_rels/notesSlide78.xml.rels><?xml version="1.0" encoding="UTF-8" standalone="yes"?>
<Relationships xmlns="http://schemas.openxmlformats.org/package/2006/relationships"><Relationship Id="rId1" Type="http://schemas.openxmlformats.org/officeDocument/2006/relationships/slide" Target="../slides/slide90.xml"/><Relationship Id="rId2" Type="http://schemas.openxmlformats.org/officeDocument/2006/relationships/notesMaster" Target="../notesMasters/notesMaster1.xml"/></Relationships>
</file>

<file path=ppt/notesSlides/_rels/notesSlide79.xml.rels><?xml version="1.0" encoding="UTF-8" standalone="yes"?>
<Relationships xmlns="http://schemas.openxmlformats.org/package/2006/relationships"><Relationship Id="rId1" Type="http://schemas.openxmlformats.org/officeDocument/2006/relationships/slide" Target="../slides/slide91.xml"/><Relationship Id="rId2" Type="http://schemas.openxmlformats.org/officeDocument/2006/relationships/notesMaster" Target="../notesMasters/notesMaster1.xml"/></Relationships>
</file>

<file path=ppt/notesSlides/_rels/notesSlide80.xml.rels><?xml version="1.0" encoding="UTF-8" standalone="yes"?>
<Relationships xmlns="http://schemas.openxmlformats.org/package/2006/relationships"><Relationship Id="rId1" Type="http://schemas.openxmlformats.org/officeDocument/2006/relationships/slide" Target="../slides/slide92.xml"/><Relationship Id="rId2" Type="http://schemas.openxmlformats.org/officeDocument/2006/relationships/notesMaster" Target="../notesMasters/notesMaster1.xml"/></Relationships>
</file>

<file path=ppt/notesSlides/_rels/notesSlide81.xml.rels><?xml version="1.0" encoding="UTF-8" standalone="yes"?>
<Relationships xmlns="http://schemas.openxmlformats.org/package/2006/relationships"><Relationship Id="rId1" Type="http://schemas.openxmlformats.org/officeDocument/2006/relationships/slide" Target="../slides/slide93.xml"/><Relationship Id="rId2" Type="http://schemas.openxmlformats.org/officeDocument/2006/relationships/notesMaster" Target="../notesMasters/notesMaster1.xml"/></Relationships>
</file>

<file path=ppt/notesSlides/_rels/notesSlide82.xml.rels><?xml version="1.0" encoding="UTF-8" standalone="yes"?>
<Relationships xmlns="http://schemas.openxmlformats.org/package/2006/relationships"><Relationship Id="rId1" Type="http://schemas.openxmlformats.org/officeDocument/2006/relationships/slide" Target="../slides/slide94.xml"/><Relationship Id="rId2" Type="http://schemas.openxmlformats.org/officeDocument/2006/relationships/notesMaster" Target="../notesMasters/notesMaster1.xml"/></Relationships>
</file>

<file path=ppt/notesSlides/_rels/notesSlide83.xml.rels><?xml version="1.0" encoding="UTF-8" standalone="yes"?>
<Relationships xmlns="http://schemas.openxmlformats.org/package/2006/relationships"><Relationship Id="rId1" Type="http://schemas.openxmlformats.org/officeDocument/2006/relationships/slide" Target="../slides/slide95.xml"/><Relationship Id="rId2" Type="http://schemas.openxmlformats.org/officeDocument/2006/relationships/notesMaster" Target="../notesMasters/notesMaster1.xml"/></Relationships>
</file>

<file path=ppt/notesSlides/_rels/notesSlide84.xml.rels><?xml version="1.0" encoding="UTF-8" standalone="yes"?>
<Relationships xmlns="http://schemas.openxmlformats.org/package/2006/relationships"><Relationship Id="rId1" Type="http://schemas.openxmlformats.org/officeDocument/2006/relationships/slide" Target="../slides/slide96.xml"/><Relationship Id="rId2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58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pPr indent="-171450" marL="171450">
              <a:buFont typeface="Arial" panose="020B0604020202020204" pitchFamily="34" charset="0"/>
              <a:buChar char="•"/>
            </a:pPr>
            <a:r>
              <a:rPr lang="en-US" smtClean="0"/>
              <a:t>Section 6A and 6B</a:t>
            </a:r>
            <a:endParaRPr dirty="0" lang="en-US"/>
          </a:p>
        </p:txBody>
      </p:sp>
      <p:sp>
        <p:nvSpPr>
          <p:cNvPr id="104858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1</a:t>
            </a:fld>
            <a:endParaRPr dirty="0"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59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4859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2</a:t>
            </a:fld>
            <a:endParaRPr dirty="0" 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22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902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4902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13</a:t>
            </a:fld>
            <a:endParaRPr dirty="0" 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5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935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dirty="0" sz="1200" lang="en-US" spc="5">
                <a:latin typeface="Arial MT"/>
                <a:cs typeface="Arial MT"/>
              </a:rPr>
              <a:t>It </a:t>
            </a:r>
            <a:r>
              <a:rPr dirty="0" sz="1200" lang="en-US">
                <a:latin typeface="Arial MT"/>
                <a:cs typeface="Arial MT"/>
              </a:rPr>
              <a:t>is a </a:t>
            </a:r>
            <a:r>
              <a:rPr dirty="0" sz="1200" i="1" lang="en-US">
                <a:latin typeface="Arial"/>
                <a:cs typeface="Arial"/>
              </a:rPr>
              <a:t>network of networks </a:t>
            </a:r>
            <a:r>
              <a:rPr dirty="0" sz="1200" lang="en-US">
                <a:latin typeface="Arial MT"/>
                <a:cs typeface="Arial MT"/>
              </a:rPr>
              <a:t>that </a:t>
            </a:r>
            <a:r>
              <a:rPr dirty="0" sz="1200" lang="en-US" spc="5">
                <a:latin typeface="Arial MT"/>
                <a:cs typeface="Arial MT"/>
              </a:rPr>
              <a:t> consists</a:t>
            </a:r>
            <a:r>
              <a:rPr dirty="0" sz="1200" lang="en-US" spc="-105">
                <a:latin typeface="Arial MT"/>
                <a:cs typeface="Arial MT"/>
              </a:rPr>
              <a:t> </a:t>
            </a:r>
            <a:r>
              <a:rPr dirty="0" sz="1200" lang="en-US">
                <a:latin typeface="Arial MT"/>
                <a:cs typeface="Arial MT"/>
              </a:rPr>
              <a:t>of</a:t>
            </a:r>
            <a:r>
              <a:rPr dirty="0" sz="1200" lang="en-US" spc="-10">
                <a:latin typeface="Arial MT"/>
                <a:cs typeface="Arial MT"/>
              </a:rPr>
              <a:t> </a:t>
            </a:r>
            <a:r>
              <a:rPr dirty="0" sz="1200" lang="en-US" spc="5">
                <a:latin typeface="Arial MT"/>
                <a:cs typeface="Arial MT"/>
              </a:rPr>
              <a:t>millions</a:t>
            </a:r>
            <a:r>
              <a:rPr dirty="0" sz="1200" lang="en-US" spc="-50">
                <a:latin typeface="Arial MT"/>
                <a:cs typeface="Arial MT"/>
              </a:rPr>
              <a:t> </a:t>
            </a:r>
            <a:r>
              <a:rPr dirty="0" sz="1200" lang="en-US" spc="-5">
                <a:latin typeface="Arial MT"/>
                <a:cs typeface="Arial MT"/>
              </a:rPr>
              <a:t>networks,</a:t>
            </a:r>
            <a:r>
              <a:rPr dirty="0" sz="1200" lang="en-US" spc="-35">
                <a:latin typeface="Arial MT"/>
                <a:cs typeface="Arial MT"/>
              </a:rPr>
              <a:t> </a:t>
            </a:r>
            <a:r>
              <a:rPr dirty="0" sz="1200" lang="en-US">
                <a:latin typeface="Arial MT"/>
                <a:cs typeface="Arial MT"/>
              </a:rPr>
              <a:t>linked</a:t>
            </a:r>
            <a:r>
              <a:rPr dirty="0" sz="1200" lang="en-US" spc="-25">
                <a:latin typeface="Arial MT"/>
                <a:cs typeface="Arial MT"/>
              </a:rPr>
              <a:t> </a:t>
            </a:r>
            <a:r>
              <a:rPr dirty="0" sz="1200" lang="en-US">
                <a:latin typeface="Arial MT"/>
                <a:cs typeface="Arial MT"/>
              </a:rPr>
              <a:t>by </a:t>
            </a:r>
            <a:r>
              <a:rPr dirty="0" sz="1200" lang="en-US" spc="-430">
                <a:latin typeface="Arial MT"/>
                <a:cs typeface="Arial MT"/>
              </a:rPr>
              <a:t> </a:t>
            </a:r>
            <a:r>
              <a:rPr dirty="0" sz="1200" lang="en-US">
                <a:latin typeface="Arial MT"/>
                <a:cs typeface="Arial MT"/>
              </a:rPr>
              <a:t>a </a:t>
            </a:r>
            <a:r>
              <a:rPr dirty="0" sz="1200" lang="en-US" spc="-5">
                <a:latin typeface="Arial MT"/>
                <a:cs typeface="Arial MT"/>
              </a:rPr>
              <a:t>broad array </a:t>
            </a:r>
            <a:r>
              <a:rPr dirty="0" sz="1200" lang="en-US">
                <a:latin typeface="Arial MT"/>
                <a:cs typeface="Arial MT"/>
              </a:rPr>
              <a:t>of electronic, </a:t>
            </a:r>
            <a:r>
              <a:rPr dirty="0" sz="1200" lang="en-US" spc="-5">
                <a:latin typeface="Arial MT"/>
                <a:cs typeface="Arial MT"/>
              </a:rPr>
              <a:t>wireless, </a:t>
            </a:r>
            <a:r>
              <a:rPr dirty="0" sz="1200" lang="en-US">
                <a:latin typeface="Arial MT"/>
                <a:cs typeface="Arial MT"/>
              </a:rPr>
              <a:t> and</a:t>
            </a:r>
            <a:r>
              <a:rPr dirty="0" sz="1200" lang="en-US" spc="-50">
                <a:latin typeface="Arial MT"/>
                <a:cs typeface="Arial MT"/>
              </a:rPr>
              <a:t> </a:t>
            </a:r>
            <a:r>
              <a:rPr dirty="0" sz="1200" lang="en-US">
                <a:latin typeface="Arial MT"/>
                <a:cs typeface="Arial MT"/>
              </a:rPr>
              <a:t>optical</a:t>
            </a:r>
            <a:r>
              <a:rPr dirty="0" sz="1200" lang="en-US" spc="-35">
                <a:latin typeface="Arial MT"/>
                <a:cs typeface="Arial MT"/>
              </a:rPr>
              <a:t> </a:t>
            </a:r>
            <a:r>
              <a:rPr dirty="0" sz="1200" lang="en-US" spc="-5">
                <a:latin typeface="Arial MT"/>
                <a:cs typeface="Arial MT"/>
              </a:rPr>
              <a:t>networking</a:t>
            </a:r>
            <a:r>
              <a:rPr dirty="0" sz="1200" lang="en-US" spc="5">
                <a:latin typeface="Arial MT"/>
                <a:cs typeface="Arial MT"/>
              </a:rPr>
              <a:t> </a:t>
            </a:r>
            <a:r>
              <a:rPr dirty="0" sz="1200" lang="en-US">
                <a:latin typeface="Arial MT"/>
                <a:cs typeface="Arial MT"/>
              </a:rPr>
              <a:t>technologies.</a:t>
            </a:r>
          </a:p>
          <a:p>
            <a:endParaRPr dirty="0" lang="en-US"/>
          </a:p>
        </p:txBody>
      </p:sp>
      <p:sp>
        <p:nvSpPr>
          <p:cNvPr id="104935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15</a:t>
            </a:fld>
            <a:endParaRPr dirty="0" 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6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966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4967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17</a:t>
            </a:fld>
            <a:endParaRPr dirty="0" 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2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973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r>
              <a:rPr dirty="0" lang="en-US"/>
              <a:t>Explain important points</a:t>
            </a:r>
          </a:p>
          <a:p>
            <a:pPr indent="-171450" marL="171450">
              <a:buFont typeface="Arial" panose="020B0604020202020204" pitchFamily="34" charset="0"/>
              <a:buChar char="•"/>
            </a:pPr>
            <a:r>
              <a:rPr b="1" dirty="0" lang="en-US"/>
              <a:t>distributed</a:t>
            </a:r>
            <a:r>
              <a:rPr dirty="0" lang="en-US"/>
              <a:t> entities, exchanging messages (governed by protocols)</a:t>
            </a:r>
          </a:p>
          <a:p>
            <a:pPr indent="-171450" marL="171450">
              <a:buFont typeface="Arial" panose="020B0604020202020204" pitchFamily="34" charset="0"/>
              <a:buChar char="•"/>
            </a:pPr>
            <a:r>
              <a:rPr dirty="0" lang="en-US"/>
              <a:t>Time going down</a:t>
            </a:r>
          </a:p>
          <a:p>
            <a:pPr indent="-171450" marL="171450">
              <a:buFont typeface="Arial" panose="020B0604020202020204" pitchFamily="34" charset="0"/>
              <a:buChar char="•"/>
            </a:pPr>
            <a:r>
              <a:rPr dirty="0" lang="en-US"/>
              <a:t>go over definition of protocol (showing format, order of messages sent and received, and actions taken)</a:t>
            </a:r>
          </a:p>
          <a:p>
            <a:pPr indent="0" marL="0">
              <a:buFont typeface="Arial" panose="020B0604020202020204" pitchFamily="34" charset="0"/>
              <a:buNone/>
            </a:pPr>
            <a:r>
              <a:rPr dirty="0" lang="en-US"/>
              <a:t>We’ll see these kinds of diagrams a lot</a:t>
            </a:r>
          </a:p>
          <a:p>
            <a:pPr indent="-171450" marL="171450">
              <a:buFont typeface="Arial" panose="020B0604020202020204" pitchFamily="34" charset="0"/>
              <a:buChar char="•"/>
            </a:pPr>
            <a:endParaRPr dirty="0" lang="en-US"/>
          </a:p>
        </p:txBody>
      </p:sp>
      <p:sp>
        <p:nvSpPr>
          <p:cNvPr id="104973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18</a:t>
            </a:fld>
            <a:endParaRPr dirty="0" 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3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973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4973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19</a:t>
            </a:fld>
            <a:endParaRPr dirty="0" 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5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005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005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7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037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037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8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068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068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00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001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002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3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13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13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72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27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27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25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52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35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35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26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10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411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412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27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9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49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49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5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65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65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29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6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96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96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9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199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199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0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001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002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7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008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009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1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01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01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20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021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022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35</a:t>
            </a:fld>
            <a:endParaRPr dirty="0" 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2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32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32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36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5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45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46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37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6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46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46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F824D04E-AA50-BC46-9B31-7DE1CAAAA3B9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7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47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47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F824D04E-AA50-BC46-9B31-7DE1CAAAA3B9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39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1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51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51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8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58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58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64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64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0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71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71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0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80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80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83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83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45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284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284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46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2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12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12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47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6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16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16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1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21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21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49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0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31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31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50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50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0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70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70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0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390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390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11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11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42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14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14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55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4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14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15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56</a:t>
            </a:fld>
            <a:endParaRPr dirty="0" 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19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19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57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3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23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23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0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281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282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59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1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31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31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3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33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34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5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36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36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0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41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41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3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43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43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7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47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47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65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3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53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53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66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5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65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65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67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9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79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79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68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97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798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r>
              <a:rPr dirty="0" lang="en-US"/>
              <a:t>Segue: from performance to security</a:t>
            </a:r>
          </a:p>
        </p:txBody>
      </p:sp>
      <p:sp>
        <p:nvSpPr>
          <p:cNvPr id="1054799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69</a:t>
            </a:fld>
            <a:endParaRPr dirty="0" 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80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80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70</a:t>
            </a:fld>
            <a:endParaRPr dirty="0" 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81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81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6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86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86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2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92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92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2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98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98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99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99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75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499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499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76</a:t>
            </a:fld>
            <a:endParaRPr dirty="0" 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02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00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00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77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1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01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02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04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04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79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04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05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74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075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076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2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12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13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18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18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83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25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25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84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7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338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339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85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5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45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86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9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60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461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87</a:t>
            </a:fld>
            <a:endParaRPr dirty="0" 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6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46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88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7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7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47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89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3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84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485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90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1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92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493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91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8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499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500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pPr algn="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fld id="{3D91EEAC-CFEF-9647-876F-EABC6B8338D7}" type="slidenum">
              <a:rPr baseline="0" b="0" cap="none" sz="1200" i="0" kern="1200" kumimoji="0" lang="en-US" noProof="0" normalizeH="0" spc="0" strike="noStrike" u="none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algn="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t>92</a:t>
            </a:fld>
            <a:endParaRPr baseline="0" b="0" cap="none" dirty="0" sz="1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5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506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507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93</a:t>
            </a:fld>
            <a:endParaRPr dirty="0" 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0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511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512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94</a:t>
            </a:fld>
            <a:endParaRPr dirty="0" 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2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52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52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95</a:t>
            </a:fld>
            <a:endParaRPr dirty="0" 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46" name="Slide Image Placeholder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55547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dirty="0" lang="en-US"/>
          </a:p>
        </p:txBody>
      </p:sp>
      <p:sp>
        <p:nvSpPr>
          <p:cNvPr id="1055548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3D91EEAC-CFEF-9647-876F-EABC6B8338D7}" type="slidenum">
              <a:rPr lang="en-US" smtClean="0"/>
              <a:t>96</a:t>
            </a:fld>
            <a:endParaRPr dirty="0"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">
  <p:cSld name="Title Slide">
    <p:spTree>
      <p:nvGrpSpPr>
        <p:cNvPr id="20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49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dirty="0" lang="en-US"/>
              <a:t>Click to edit Master title style</a:t>
            </a:r>
          </a:p>
        </p:txBody>
      </p:sp>
      <p:sp>
        <p:nvSpPr>
          <p:cNvPr id="1055550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algn="ctr" indent="0" marL="0">
              <a:buNone/>
              <a:defRPr sz="2400"/>
            </a:lvl1pPr>
            <a:lvl2pPr algn="ctr" indent="0" marL="457200">
              <a:buNone/>
              <a:defRPr sz="2000"/>
            </a:lvl2pPr>
            <a:lvl3pPr algn="ctr" indent="0" marL="914400">
              <a:buNone/>
              <a:defRPr sz="1800"/>
            </a:lvl3pPr>
            <a:lvl4pPr algn="ctr" indent="0" marL="1371600">
              <a:buNone/>
              <a:defRPr sz="1600"/>
            </a:lvl4pPr>
            <a:lvl5pPr algn="ctr" indent="0" marL="1828800">
              <a:buNone/>
              <a:defRPr sz="1600"/>
            </a:lvl5pPr>
            <a:lvl6pPr algn="ctr" indent="0" marL="2286000">
              <a:buNone/>
              <a:defRPr sz="1600"/>
            </a:lvl6pPr>
            <a:lvl7pPr algn="ctr" indent="0" marL="2743200">
              <a:buNone/>
              <a:defRPr sz="1600"/>
            </a:lvl7pPr>
            <a:lvl8pPr algn="ctr" indent="0" marL="3200400">
              <a:buNone/>
              <a:defRPr sz="1600"/>
            </a:lvl8pPr>
            <a:lvl9pPr algn="ctr" indent="0" marL="3657600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555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‹#›</a:t>
            </a:fld>
            <a:endParaRPr dirty="0"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8" name="Content Placeholder 2"/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p>
            <a:pPr lvl="0"/>
            <a:r>
              <a:rPr dirty="0" lang="en-US"/>
              <a:t>Click to edit Master text styles</a:t>
            </a:r>
          </a:p>
          <a:p>
            <a:pPr lvl="1"/>
            <a:r>
              <a:rPr dirty="0" lang="en-US"/>
              <a:t>Second level</a:t>
            </a:r>
          </a:p>
          <a:p>
            <a:pPr lvl="2"/>
            <a:r>
              <a:rPr dirty="0" lang="en-US"/>
              <a:t>Third level</a:t>
            </a:r>
          </a:p>
          <a:p>
            <a:pPr lvl="3"/>
            <a:r>
              <a:rPr dirty="0" lang="en-US"/>
              <a:t>Fourth level</a:t>
            </a:r>
          </a:p>
          <a:p>
            <a:pPr lvl="4"/>
            <a:r>
              <a:rPr dirty="0" lang="en-US"/>
              <a:t>Fifth level</a:t>
            </a:r>
          </a:p>
        </p:txBody>
      </p:sp>
      <p:sp>
        <p:nvSpPr>
          <p:cNvPr id="1048599" name="Title 7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dirty="0" lang="en-US"/>
              <a:t>Click to edit Master title style</a:t>
            </a:r>
          </a:p>
        </p:txBody>
      </p:sp>
      <p:sp>
        <p:nvSpPr>
          <p:cNvPr id="104860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‹#›</a:t>
            </a:fld>
            <a:endParaRPr dirty="0"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Two Content">
    <p:spTree>
      <p:nvGrpSpPr>
        <p:cNvPr id="1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7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dirty="0" lang="en-US"/>
              <a:t>Click to edit Master title style</a:t>
            </a:r>
          </a:p>
        </p:txBody>
      </p:sp>
      <p:sp>
        <p:nvSpPr>
          <p:cNvPr id="1048588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48589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4859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‹#›</a:t>
            </a:fld>
            <a:endParaRPr dirty="0"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Title Only">
    <p:spTree>
      <p:nvGrpSpPr>
        <p:cNvPr id="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9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dirty="0" lang="en-US"/>
              <a:t>Click to edit Master title style</a:t>
            </a:r>
          </a:p>
        </p:txBody>
      </p:sp>
      <p:sp>
        <p:nvSpPr>
          <p:cNvPr id="104858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‹#›</a:t>
            </a:fld>
            <a:endParaRPr dirty="0"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6" name="Title Placeholder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dirty="0" lang="en-US"/>
              <a:t>Click to edit Master title style</a:t>
            </a:r>
          </a:p>
        </p:txBody>
      </p:sp>
      <p:sp>
        <p:nvSpPr>
          <p:cNvPr id="1048577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dirty="0" lang="en-US"/>
              <a:t>Click to edit Master text styles</a:t>
            </a:r>
          </a:p>
          <a:p>
            <a:pPr lvl="1"/>
            <a:r>
              <a:rPr dirty="0" lang="en-US"/>
              <a:t>Second level</a:t>
            </a:r>
          </a:p>
          <a:p>
            <a:pPr lvl="2"/>
            <a:r>
              <a:rPr dirty="0" lang="en-US"/>
              <a:t>Third level</a:t>
            </a:r>
          </a:p>
          <a:p>
            <a:pPr lvl="3"/>
            <a:r>
              <a:rPr dirty="0" lang="en-US"/>
              <a:t>Fourth level</a:t>
            </a:r>
          </a:p>
          <a:p>
            <a:pPr lvl="4"/>
            <a:r>
              <a:rPr dirty="0" lang="en-US"/>
              <a:t>Fifth level</a:t>
            </a:r>
          </a:p>
        </p:txBody>
      </p:sp>
      <p:sp>
        <p:nvSpPr>
          <p:cNvPr id="104857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‹#›</a:t>
            </a:fld>
            <a:endParaRPr dirty="0" lang="en-US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sldLayoutIdLst>
    <p:sldLayoutId id="2147483649" r:id="rId1"/>
    <p:sldLayoutId id="2147483650" r:id="rId2"/>
    <p:sldLayoutId id="2147483651" r:id="rId3"/>
    <p:sldLayoutId id="2147483652" r:id="rId4"/>
  </p:sldLayoutIdLst>
  <p:hf dt="0" ftr="0" hdr="0" sldNum="1"/>
  <p:txStyles>
    <p:titleStyle>
      <a:lvl1pPr algn="l" defTabSz="914400" eaLnBrk="1" hangingPunct="1" latinLnBrk="0" rtl="0">
        <a:lnSpc>
          <a:spcPct val="90000"/>
        </a:lnSpc>
        <a:spcBef>
          <a:spcPct val="0"/>
        </a:spcBef>
        <a:buNone/>
        <a:defRPr b="1" sz="4000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algn="l" defTabSz="914400" eaLnBrk="1" hangingPunct="1" indent="-222250" latinLnBrk="0" marL="352425" rtl="0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indent="-231775" latinLnBrk="0" marL="695325" rtl="0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indent="-228600" latinLnBrk="0" marL="1143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indent="-228600" latinLnBrk="0" marL="1600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indent="-228600" latinLnBrk="0" marL="20574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image" Target="../media/image1.jpeg"/><Relationship Id="rId2" Type="http://schemas.openxmlformats.org/officeDocument/2006/relationships/slideLayout" Target="../slideLayouts/slideLayout4.xml"/><Relationship Id="rId3" Type="http://schemas.openxmlformats.org/officeDocument/2006/relationships/notesSlide" Target="../notesSlides/notesSlide1.xml"/></Relationships>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2.xml"/></Relationships>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hyperlink" Target="mailto:hira.tunio@nu.edu.pk" TargetMode="External"/><Relationship Id="rId2" Type="http://schemas.openxmlformats.org/officeDocument/2006/relationships/slideLayout" Target="../slideLayouts/slideLayout2.xml"/></Relationships>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image" Target="../media/image3.png"/><Relationship Id="rId2" Type="http://schemas.openxmlformats.org/officeDocument/2006/relationships/slideLayout" Target="../slideLayouts/slideLayout2.xml"/></Relationships>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image" Target="../media/image4.jpeg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slideLayout" Target="../slideLayouts/slideLayout2.xml"/></Relationships>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image" Target="../media/image8.png"/><Relationship Id="rId2" Type="http://schemas.openxmlformats.org/officeDocument/2006/relationships/image" Target="../media/image9.png"/><Relationship Id="rId3" Type="http://schemas.openxmlformats.org/officeDocument/2006/relationships/image" Target="../media/image10.png"/><Relationship Id="rId4" Type="http://schemas.openxmlformats.org/officeDocument/2006/relationships/image" Target="../media/image11.jpeg"/><Relationship Id="rId5" Type="http://schemas.openxmlformats.org/officeDocument/2006/relationships/image" Target="../media/image12.png"/><Relationship Id="rId6" Type="http://schemas.openxmlformats.org/officeDocument/2006/relationships/image" Target="../media/image13.png"/><Relationship Id="rId7" Type="http://schemas.openxmlformats.org/officeDocument/2006/relationships/image" Target="../media/image14.png"/><Relationship Id="rId8" Type="http://schemas.openxmlformats.org/officeDocument/2006/relationships/image" Target="../media/image15.png"/><Relationship Id="rId9" Type="http://schemas.openxmlformats.org/officeDocument/2006/relationships/image" Target="../media/image16.png"/><Relationship Id="rId10" Type="http://schemas.openxmlformats.org/officeDocument/2006/relationships/image" Target="../media/image17.png"/><Relationship Id="rId11" Type="http://schemas.openxmlformats.org/officeDocument/2006/relationships/image" Target="../media/image18.png"/><Relationship Id="rId12" Type="http://schemas.openxmlformats.org/officeDocument/2006/relationships/image" Target="../media/image19.png"/><Relationship Id="rId13" Type="http://schemas.openxmlformats.org/officeDocument/2006/relationships/image" Target="../media/image20.png"/><Relationship Id="rId14" Type="http://schemas.openxmlformats.org/officeDocument/2006/relationships/image" Target="../media/image21.png"/><Relationship Id="rId15" Type="http://schemas.openxmlformats.org/officeDocument/2006/relationships/image" Target="../media/image22.png"/><Relationship Id="rId16" Type="http://schemas.openxmlformats.org/officeDocument/2006/relationships/image" Target="../media/image23.png"/><Relationship Id="rId17" Type="http://schemas.openxmlformats.org/officeDocument/2006/relationships/image" Target="../media/image24.png"/><Relationship Id="rId18" Type="http://schemas.openxmlformats.org/officeDocument/2006/relationships/image" Target="../media/image25.png"/><Relationship Id="rId19" Type="http://schemas.openxmlformats.org/officeDocument/2006/relationships/image" Target="../media/image26.png"/><Relationship Id="rId20" Type="http://schemas.openxmlformats.org/officeDocument/2006/relationships/image" Target="../media/image27.png"/><Relationship Id="rId21" Type="http://schemas.openxmlformats.org/officeDocument/2006/relationships/image" Target="../media/image28.png"/><Relationship Id="rId22" Type="http://schemas.openxmlformats.org/officeDocument/2006/relationships/image" Target="../media/image29.png"/><Relationship Id="rId23" Type="http://schemas.openxmlformats.org/officeDocument/2006/relationships/slideLayout" Target="../slideLayouts/slideLayout3.xml"/><Relationship Id="rId24" Type="http://schemas.openxmlformats.org/officeDocument/2006/relationships/notesSlide" Target="../notesSlides/notesSlide3.xml"/></Relationships>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image" Target="../media/image30.png"/><Relationship Id="rId2" Type="http://schemas.openxmlformats.org/officeDocument/2006/relationships/image" Target="../media/image31.jpeg"/><Relationship Id="rId3" Type="http://schemas.openxmlformats.org/officeDocument/2006/relationships/image" Target="../media/image32.png"/><Relationship Id="rId4" Type="http://schemas.openxmlformats.org/officeDocument/2006/relationships/image" Target="../media/image33.png"/><Relationship Id="rId5" Type="http://schemas.openxmlformats.org/officeDocument/2006/relationships/image" Target="../media/image34.jpeg"/><Relationship Id="rId6" Type="http://schemas.openxmlformats.org/officeDocument/2006/relationships/image" Target="../media/image35.png"/><Relationship Id="rId7" Type="http://schemas.openxmlformats.org/officeDocument/2006/relationships/image" Target="../media/image36.emf"/><Relationship Id="rId8" Type="http://schemas.openxmlformats.org/officeDocument/2006/relationships/image" Target="../media/image37.png"/><Relationship Id="rId9" Type="http://schemas.openxmlformats.org/officeDocument/2006/relationships/image" Target="../media/image38.png"/><Relationship Id="rId10" Type="http://schemas.openxmlformats.org/officeDocument/2006/relationships/image" Target="../media/image39.jpeg"/><Relationship Id="rId11" Type="http://schemas.openxmlformats.org/officeDocument/2006/relationships/image" Target="../media/image40.jpeg"/><Relationship Id="rId12" Type="http://schemas.openxmlformats.org/officeDocument/2006/relationships/image" Target="../media/image41.png"/><Relationship Id="rId13" Type="http://schemas.openxmlformats.org/officeDocument/2006/relationships/image" Target="../media/image42.png"/><Relationship Id="rId14" Type="http://schemas.openxmlformats.org/officeDocument/2006/relationships/image" Target="../media/image43.png"/><Relationship Id="rId15" Type="http://schemas.openxmlformats.org/officeDocument/2006/relationships/image" Target="../media/image44.png"/><Relationship Id="rId16" Type="http://schemas.openxmlformats.org/officeDocument/2006/relationships/image" Target="../media/image45.png"/><Relationship Id="rId17" Type="http://schemas.openxmlformats.org/officeDocument/2006/relationships/image" Target="../media/image46.png"/><Relationship Id="rId18" Type="http://schemas.openxmlformats.org/officeDocument/2006/relationships/slideLayout" Target="../slideLayouts/slideLayout4.xml"/><Relationship Id="rId19" Type="http://schemas.openxmlformats.org/officeDocument/2006/relationships/vmlDrawing" Target="../drawings/vmlDrawing5.vml"/></Relationships>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image" Target="../media/image24.png"/><Relationship Id="rId2" Type="http://schemas.openxmlformats.org/officeDocument/2006/relationships/image" Target="../media/image10.png"/><Relationship Id="rId3" Type="http://schemas.openxmlformats.org/officeDocument/2006/relationships/image" Target="../media/image8.png"/><Relationship Id="rId4" Type="http://schemas.openxmlformats.org/officeDocument/2006/relationships/image" Target="../media/image15.png"/><Relationship Id="rId5" Type="http://schemas.openxmlformats.org/officeDocument/2006/relationships/image" Target="../media/image16.png"/><Relationship Id="rId6" Type="http://schemas.openxmlformats.org/officeDocument/2006/relationships/image" Target="../media/image22.png"/><Relationship Id="rId7" Type="http://schemas.openxmlformats.org/officeDocument/2006/relationships/image" Target="../media/image25.png"/><Relationship Id="rId8" Type="http://schemas.openxmlformats.org/officeDocument/2006/relationships/image" Target="../media/image26.png"/><Relationship Id="rId9" Type="http://schemas.openxmlformats.org/officeDocument/2006/relationships/image" Target="../media/image21.png"/><Relationship Id="rId10" Type="http://schemas.openxmlformats.org/officeDocument/2006/relationships/image" Target="../media/image23.png"/><Relationship Id="rId11" Type="http://schemas.openxmlformats.org/officeDocument/2006/relationships/image" Target="../media/image18.png"/><Relationship Id="rId12" Type="http://schemas.openxmlformats.org/officeDocument/2006/relationships/image" Target="../media/image27.png"/><Relationship Id="rId13" Type="http://schemas.openxmlformats.org/officeDocument/2006/relationships/image" Target="../media/image28.png"/><Relationship Id="rId14" Type="http://schemas.openxmlformats.org/officeDocument/2006/relationships/image" Target="../media/image29.png"/><Relationship Id="rId15" Type="http://schemas.openxmlformats.org/officeDocument/2006/relationships/image" Target="../media/image17.png"/><Relationship Id="rId16" Type="http://schemas.openxmlformats.org/officeDocument/2006/relationships/image" Target="../media/image19.png"/><Relationship Id="rId17" Type="http://schemas.openxmlformats.org/officeDocument/2006/relationships/image" Target="../media/image20.png"/><Relationship Id="rId18" Type="http://schemas.openxmlformats.org/officeDocument/2006/relationships/image" Target="../media/image12.png"/><Relationship Id="rId19" Type="http://schemas.openxmlformats.org/officeDocument/2006/relationships/image" Target="../media/image13.png"/><Relationship Id="rId20" Type="http://schemas.openxmlformats.org/officeDocument/2006/relationships/image" Target="../media/image14.png"/><Relationship Id="rId21" Type="http://schemas.openxmlformats.org/officeDocument/2006/relationships/image" Target="../media/image9.png"/><Relationship Id="rId22" Type="http://schemas.openxmlformats.org/officeDocument/2006/relationships/slideLayout" Target="../slideLayouts/slideLayout2.xml"/><Relationship Id="rId23" Type="http://schemas.openxmlformats.org/officeDocument/2006/relationships/notesSlide" Target="../notesSlides/notesSlide4.xml"/></Relationships>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image" Target="../media/image24.png"/><Relationship Id="rId2" Type="http://schemas.openxmlformats.org/officeDocument/2006/relationships/image" Target="../media/image10.png"/><Relationship Id="rId3" Type="http://schemas.openxmlformats.org/officeDocument/2006/relationships/image" Target="../media/image8.png"/><Relationship Id="rId4" Type="http://schemas.openxmlformats.org/officeDocument/2006/relationships/image" Target="../media/image15.png"/><Relationship Id="rId5" Type="http://schemas.openxmlformats.org/officeDocument/2006/relationships/image" Target="../media/image16.png"/><Relationship Id="rId6" Type="http://schemas.openxmlformats.org/officeDocument/2006/relationships/image" Target="../media/image22.png"/><Relationship Id="rId7" Type="http://schemas.openxmlformats.org/officeDocument/2006/relationships/image" Target="../media/image25.png"/><Relationship Id="rId8" Type="http://schemas.openxmlformats.org/officeDocument/2006/relationships/image" Target="../media/image26.png"/><Relationship Id="rId9" Type="http://schemas.openxmlformats.org/officeDocument/2006/relationships/image" Target="../media/image21.png"/><Relationship Id="rId10" Type="http://schemas.openxmlformats.org/officeDocument/2006/relationships/image" Target="../media/image23.png"/><Relationship Id="rId11" Type="http://schemas.openxmlformats.org/officeDocument/2006/relationships/image" Target="../media/image18.png"/><Relationship Id="rId12" Type="http://schemas.openxmlformats.org/officeDocument/2006/relationships/image" Target="../media/image27.png"/><Relationship Id="rId13" Type="http://schemas.openxmlformats.org/officeDocument/2006/relationships/image" Target="../media/image28.png"/><Relationship Id="rId14" Type="http://schemas.openxmlformats.org/officeDocument/2006/relationships/image" Target="../media/image29.png"/><Relationship Id="rId15" Type="http://schemas.openxmlformats.org/officeDocument/2006/relationships/image" Target="../media/image17.png"/><Relationship Id="rId16" Type="http://schemas.openxmlformats.org/officeDocument/2006/relationships/image" Target="../media/image19.png"/><Relationship Id="rId17" Type="http://schemas.openxmlformats.org/officeDocument/2006/relationships/image" Target="../media/image20.png"/><Relationship Id="rId18" Type="http://schemas.openxmlformats.org/officeDocument/2006/relationships/image" Target="../media/image12.png"/><Relationship Id="rId19" Type="http://schemas.openxmlformats.org/officeDocument/2006/relationships/image" Target="../media/image13.png"/><Relationship Id="rId20" Type="http://schemas.openxmlformats.org/officeDocument/2006/relationships/image" Target="../media/image14.png"/><Relationship Id="rId21" Type="http://schemas.openxmlformats.org/officeDocument/2006/relationships/image" Target="../media/image9.png"/><Relationship Id="rId22" Type="http://schemas.openxmlformats.org/officeDocument/2006/relationships/slideLayout" Target="../slideLayouts/slideLayout2.xml"/></Relationships>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/Relationships>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image" Target="../media/image47.png"/><Relationship Id="rId2" Type="http://schemas.openxmlformats.org/officeDocument/2006/relationships/image" Target="../media/image48.png"/><Relationship Id="rId3" Type="http://schemas.openxmlformats.org/officeDocument/2006/relationships/image" Target="../media/image49.png"/><Relationship Id="rId4" Type="http://schemas.openxmlformats.org/officeDocument/2006/relationships/slideLayout" Target="../slideLayouts/slideLayout2.xml"/><Relationship Id="rId5" Type="http://schemas.openxmlformats.org/officeDocument/2006/relationships/notesSlide" Target="../notesSlides/notesSlide6.xml"/></Relationships>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.xml"/></Relationships>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image" Target="../media/image24.png"/><Relationship Id="rId2" Type="http://schemas.openxmlformats.org/officeDocument/2006/relationships/image" Target="../media/image10.png"/><Relationship Id="rId3" Type="http://schemas.openxmlformats.org/officeDocument/2006/relationships/image" Target="../media/image8.png"/><Relationship Id="rId4" Type="http://schemas.openxmlformats.org/officeDocument/2006/relationships/image" Target="../media/image9.png"/><Relationship Id="rId5" Type="http://schemas.openxmlformats.org/officeDocument/2006/relationships/image" Target="../media/image15.png"/><Relationship Id="rId6" Type="http://schemas.openxmlformats.org/officeDocument/2006/relationships/image" Target="../media/image16.png"/><Relationship Id="rId7" Type="http://schemas.openxmlformats.org/officeDocument/2006/relationships/image" Target="../media/image22.png"/><Relationship Id="rId8" Type="http://schemas.openxmlformats.org/officeDocument/2006/relationships/image" Target="../media/image25.png"/><Relationship Id="rId9" Type="http://schemas.openxmlformats.org/officeDocument/2006/relationships/image" Target="../media/image26.png"/><Relationship Id="rId10" Type="http://schemas.openxmlformats.org/officeDocument/2006/relationships/image" Target="../media/image21.png"/><Relationship Id="rId11" Type="http://schemas.openxmlformats.org/officeDocument/2006/relationships/image" Target="../media/image23.png"/><Relationship Id="rId12" Type="http://schemas.openxmlformats.org/officeDocument/2006/relationships/image" Target="../media/image18.png"/><Relationship Id="rId13" Type="http://schemas.openxmlformats.org/officeDocument/2006/relationships/image" Target="../media/image27.png"/><Relationship Id="rId14" Type="http://schemas.openxmlformats.org/officeDocument/2006/relationships/image" Target="../media/image28.png"/><Relationship Id="rId15" Type="http://schemas.openxmlformats.org/officeDocument/2006/relationships/image" Target="../media/image29.png"/><Relationship Id="rId16" Type="http://schemas.openxmlformats.org/officeDocument/2006/relationships/image" Target="../media/image17.png"/><Relationship Id="rId17" Type="http://schemas.openxmlformats.org/officeDocument/2006/relationships/image" Target="../media/image19.png"/><Relationship Id="rId18" Type="http://schemas.openxmlformats.org/officeDocument/2006/relationships/image" Target="../media/image20.png"/><Relationship Id="rId19" Type="http://schemas.openxmlformats.org/officeDocument/2006/relationships/image" Target="../media/image12.png"/><Relationship Id="rId20" Type="http://schemas.openxmlformats.org/officeDocument/2006/relationships/image" Target="../media/image13.png"/><Relationship Id="rId21" Type="http://schemas.openxmlformats.org/officeDocument/2006/relationships/image" Target="../media/image14.png"/><Relationship Id="rId22" Type="http://schemas.openxmlformats.org/officeDocument/2006/relationships/slideLayout" Target="../slideLayouts/slideLayout3.xml"/><Relationship Id="rId23" Type="http://schemas.openxmlformats.org/officeDocument/2006/relationships/notesSlide" Target="../notesSlides/notesSlide8.xml"/></Relationships>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7.png"/><Relationship Id="rId7" Type="http://schemas.openxmlformats.org/officeDocument/2006/relationships/image" Target="../media/image28.png"/><Relationship Id="rId8" Type="http://schemas.openxmlformats.org/officeDocument/2006/relationships/image" Target="../media/image29.png"/><Relationship Id="rId9" Type="http://schemas.openxmlformats.org/officeDocument/2006/relationships/image" Target="../media/image17.png"/><Relationship Id="rId10" Type="http://schemas.openxmlformats.org/officeDocument/2006/relationships/image" Target="../media/image20.png"/><Relationship Id="rId11" Type="http://schemas.openxmlformats.org/officeDocument/2006/relationships/image" Target="../media/image13.png"/><Relationship Id="rId12" Type="http://schemas.openxmlformats.org/officeDocument/2006/relationships/image" Target="../media/image14.png"/><Relationship Id="rId13" Type="http://schemas.openxmlformats.org/officeDocument/2006/relationships/image" Target="../media/image8.png"/><Relationship Id="rId14" Type="http://schemas.openxmlformats.org/officeDocument/2006/relationships/image" Target="../media/image16.png"/><Relationship Id="rId15" Type="http://schemas.openxmlformats.org/officeDocument/2006/relationships/image" Target="../media/image22.png"/><Relationship Id="rId16" Type="http://schemas.openxmlformats.org/officeDocument/2006/relationships/image" Target="../media/image9.png"/><Relationship Id="rId17" Type="http://schemas.openxmlformats.org/officeDocument/2006/relationships/image" Target="../media/image24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20" Type="http://schemas.openxmlformats.org/officeDocument/2006/relationships/image" Target="../media/image10.png"/><Relationship Id="rId21" Type="http://schemas.openxmlformats.org/officeDocument/2006/relationships/image" Target="../media/image12.png"/><Relationship Id="rId22" Type="http://schemas.openxmlformats.org/officeDocument/2006/relationships/slideLayout" Target="../slideLayouts/slideLayout3.xml"/><Relationship Id="rId23" Type="http://schemas.openxmlformats.org/officeDocument/2006/relationships/notesSlide" Target="../notesSlides/notesSlide9.xml"/></Relationships>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7.png"/><Relationship Id="rId7" Type="http://schemas.openxmlformats.org/officeDocument/2006/relationships/image" Target="../media/image28.png"/><Relationship Id="rId8" Type="http://schemas.openxmlformats.org/officeDocument/2006/relationships/image" Target="../media/image29.png"/><Relationship Id="rId9" Type="http://schemas.openxmlformats.org/officeDocument/2006/relationships/image" Target="../media/image17.png"/><Relationship Id="rId10" Type="http://schemas.openxmlformats.org/officeDocument/2006/relationships/image" Target="../media/image20.png"/><Relationship Id="rId11" Type="http://schemas.openxmlformats.org/officeDocument/2006/relationships/image" Target="../media/image13.png"/><Relationship Id="rId12" Type="http://schemas.openxmlformats.org/officeDocument/2006/relationships/image" Target="../media/image14.png"/><Relationship Id="rId13" Type="http://schemas.openxmlformats.org/officeDocument/2006/relationships/image" Target="../media/image8.png"/><Relationship Id="rId14" Type="http://schemas.openxmlformats.org/officeDocument/2006/relationships/image" Target="../media/image16.png"/><Relationship Id="rId15" Type="http://schemas.openxmlformats.org/officeDocument/2006/relationships/image" Target="../media/image22.png"/><Relationship Id="rId16" Type="http://schemas.openxmlformats.org/officeDocument/2006/relationships/image" Target="../media/image9.png"/><Relationship Id="rId17" Type="http://schemas.openxmlformats.org/officeDocument/2006/relationships/image" Target="../media/image24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20" Type="http://schemas.openxmlformats.org/officeDocument/2006/relationships/image" Target="../media/image10.png"/><Relationship Id="rId21" Type="http://schemas.openxmlformats.org/officeDocument/2006/relationships/image" Target="../media/image12.png"/><Relationship Id="rId22" Type="http://schemas.openxmlformats.org/officeDocument/2006/relationships/slideLayout" Target="../slideLayouts/slideLayout3.xml"/><Relationship Id="rId23" Type="http://schemas.openxmlformats.org/officeDocument/2006/relationships/notesSlide" Target="../notesSlides/notesSlide10.xml"/></Relationships>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7.png"/><Relationship Id="rId7" Type="http://schemas.openxmlformats.org/officeDocument/2006/relationships/image" Target="../media/image28.png"/><Relationship Id="rId8" Type="http://schemas.openxmlformats.org/officeDocument/2006/relationships/image" Target="../media/image29.png"/><Relationship Id="rId9" Type="http://schemas.openxmlformats.org/officeDocument/2006/relationships/image" Target="../media/image17.png"/><Relationship Id="rId10" Type="http://schemas.openxmlformats.org/officeDocument/2006/relationships/image" Target="../media/image20.png"/><Relationship Id="rId11" Type="http://schemas.openxmlformats.org/officeDocument/2006/relationships/image" Target="../media/image13.png"/><Relationship Id="rId12" Type="http://schemas.openxmlformats.org/officeDocument/2006/relationships/image" Target="../media/image14.png"/><Relationship Id="rId13" Type="http://schemas.openxmlformats.org/officeDocument/2006/relationships/image" Target="../media/image8.png"/><Relationship Id="rId14" Type="http://schemas.openxmlformats.org/officeDocument/2006/relationships/image" Target="../media/image16.png"/><Relationship Id="rId15" Type="http://schemas.openxmlformats.org/officeDocument/2006/relationships/image" Target="../media/image22.png"/><Relationship Id="rId16" Type="http://schemas.openxmlformats.org/officeDocument/2006/relationships/image" Target="../media/image9.png"/><Relationship Id="rId17" Type="http://schemas.openxmlformats.org/officeDocument/2006/relationships/image" Target="../media/image24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20" Type="http://schemas.openxmlformats.org/officeDocument/2006/relationships/image" Target="../media/image10.png"/><Relationship Id="rId21" Type="http://schemas.openxmlformats.org/officeDocument/2006/relationships/image" Target="../media/image12.png"/><Relationship Id="rId22" Type="http://schemas.openxmlformats.org/officeDocument/2006/relationships/slideLayout" Target="../slideLayouts/slideLayout3.xml"/><Relationship Id="rId23" Type="http://schemas.openxmlformats.org/officeDocument/2006/relationships/notesSlide" Target="../notesSlides/notesSlide11.xml"/></Relationships>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image" Target="../media/image50.png"/><Relationship Id="rId2" Type="http://schemas.openxmlformats.org/officeDocument/2006/relationships/image" Target="../media/image51.png"/><Relationship Id="rId3" Type="http://schemas.openxmlformats.org/officeDocument/2006/relationships/image" Target="../media/image52.png"/><Relationship Id="rId4" Type="http://schemas.openxmlformats.org/officeDocument/2006/relationships/image" Target="../media/image49.png"/><Relationship Id="rId5" Type="http://schemas.openxmlformats.org/officeDocument/2006/relationships/slideLayout" Target="../slideLayouts/slideLayout3.xml"/><Relationship Id="rId6" Type="http://schemas.openxmlformats.org/officeDocument/2006/relationships/notesSlide" Target="../notesSlides/notesSlide12.xml"/></Relationships>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image" Target="../media/image50.png"/><Relationship Id="rId2" Type="http://schemas.openxmlformats.org/officeDocument/2006/relationships/image" Target="../media/image51.png"/><Relationship Id="rId3" Type="http://schemas.openxmlformats.org/officeDocument/2006/relationships/image" Target="../media/image52.png"/><Relationship Id="rId4" Type="http://schemas.openxmlformats.org/officeDocument/2006/relationships/image" Target="../media/image49.png"/><Relationship Id="rId5" Type="http://schemas.openxmlformats.org/officeDocument/2006/relationships/slideLayout" Target="../slideLayouts/slideLayout3.xml"/><Relationship Id="rId6" Type="http://schemas.openxmlformats.org/officeDocument/2006/relationships/notesSlide" Target="../notesSlides/notesSlide13.xml"/></Relationships>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oleObject" Target="../embeddings/oleObject0.bin"/><Relationship Id="rId2" Type="http://schemas.openxmlformats.org/officeDocument/2006/relationships/image" Target="../media/image53.emf"/><Relationship Id="rId3" Type="http://schemas.openxmlformats.org/officeDocument/2006/relationships/image" Target="../media/image49.png"/><Relationship Id="rId4" Type="http://schemas.openxmlformats.org/officeDocument/2006/relationships/slideLayout" Target="../slideLayouts/slideLayout3.xml"/><Relationship Id="rId5" Type="http://schemas.openxmlformats.org/officeDocument/2006/relationships/notesSlide" Target="../notesSlides/notesSlide14.xml"/><Relationship Id="rId6" Type="http://schemas.openxmlformats.org/officeDocument/2006/relationships/vmlDrawing" Target="../drawings/vmlDrawing6.vml"/></Relationships>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image" Target="../media/image9.png"/><Relationship Id="rId2" Type="http://schemas.openxmlformats.org/officeDocument/2006/relationships/image" Target="../media/image54.png"/><Relationship Id="rId3" Type="http://schemas.openxmlformats.org/officeDocument/2006/relationships/image" Target="../media/image55.png"/><Relationship Id="rId4" Type="http://schemas.openxmlformats.org/officeDocument/2006/relationships/image" Target="../media/image56.png"/><Relationship Id="rId5" Type="http://schemas.openxmlformats.org/officeDocument/2006/relationships/image" Target="../media/image57.png"/><Relationship Id="rId6" Type="http://schemas.openxmlformats.org/officeDocument/2006/relationships/image" Target="../media/image58.png"/><Relationship Id="rId7" Type="http://schemas.openxmlformats.org/officeDocument/2006/relationships/image" Target="../media/image49.png"/><Relationship Id="rId8" Type="http://schemas.openxmlformats.org/officeDocument/2006/relationships/image" Target="../media/image59.png"/><Relationship Id="rId9" Type="http://schemas.openxmlformats.org/officeDocument/2006/relationships/image" Target="../media/image60.png"/><Relationship Id="rId10" Type="http://schemas.openxmlformats.org/officeDocument/2006/relationships/slideLayout" Target="../slideLayouts/slideLayout3.xml"/><Relationship Id="rId11" Type="http://schemas.openxmlformats.org/officeDocument/2006/relationships/notesSlide" Target="../notesSlides/notesSlide15.xml"/></Relationships>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image" Target="../media/image9.png"/><Relationship Id="rId2" Type="http://schemas.openxmlformats.org/officeDocument/2006/relationships/image" Target="../media/image54.png"/><Relationship Id="rId3" Type="http://schemas.openxmlformats.org/officeDocument/2006/relationships/image" Target="../media/image61.png"/><Relationship Id="rId4" Type="http://schemas.openxmlformats.org/officeDocument/2006/relationships/image" Target="../media/image62.png"/><Relationship Id="rId5" Type="http://schemas.openxmlformats.org/officeDocument/2006/relationships/image" Target="../media/image63.png"/><Relationship Id="rId6" Type="http://schemas.openxmlformats.org/officeDocument/2006/relationships/image" Target="../media/image59.png"/><Relationship Id="rId7" Type="http://schemas.openxmlformats.org/officeDocument/2006/relationships/image" Target="../media/image60.png"/><Relationship Id="rId8" Type="http://schemas.openxmlformats.org/officeDocument/2006/relationships/image" Target="../media/image64.png"/><Relationship Id="rId9" Type="http://schemas.openxmlformats.org/officeDocument/2006/relationships/image" Target="../media/image65.png"/><Relationship Id="rId10" Type="http://schemas.openxmlformats.org/officeDocument/2006/relationships/image" Target="../media/image66.png"/><Relationship Id="rId11" Type="http://schemas.openxmlformats.org/officeDocument/2006/relationships/image" Target="../media/image8.png"/><Relationship Id="rId12" Type="http://schemas.openxmlformats.org/officeDocument/2006/relationships/image" Target="../media/image67.png"/><Relationship Id="rId13" Type="http://schemas.openxmlformats.org/officeDocument/2006/relationships/image" Target="../media/image68.png"/><Relationship Id="rId14" Type="http://schemas.openxmlformats.org/officeDocument/2006/relationships/image" Target="../media/image69.png"/><Relationship Id="rId15" Type="http://schemas.openxmlformats.org/officeDocument/2006/relationships/slideLayout" Target="../slideLayouts/slideLayout3.xml"/><Relationship Id="rId16" Type="http://schemas.openxmlformats.org/officeDocument/2006/relationships/notesSlide" Target="../notesSlides/notesSlide16.xml"/></Relationships>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image" Target="../media/image9.png"/><Relationship Id="rId2" Type="http://schemas.openxmlformats.org/officeDocument/2006/relationships/image" Target="../media/image54.png"/><Relationship Id="rId3" Type="http://schemas.openxmlformats.org/officeDocument/2006/relationships/image" Target="../media/image70.png"/><Relationship Id="rId4" Type="http://schemas.openxmlformats.org/officeDocument/2006/relationships/image" Target="../media/image71.png"/><Relationship Id="rId5" Type="http://schemas.openxmlformats.org/officeDocument/2006/relationships/image" Target="../media/image72.png"/><Relationship Id="rId6" Type="http://schemas.openxmlformats.org/officeDocument/2006/relationships/image" Target="../media/image73.png"/><Relationship Id="rId7" Type="http://schemas.openxmlformats.org/officeDocument/2006/relationships/image" Target="../media/image74.png"/><Relationship Id="rId8" Type="http://schemas.openxmlformats.org/officeDocument/2006/relationships/image" Target="../media/image75.png"/><Relationship Id="rId9" Type="http://schemas.openxmlformats.org/officeDocument/2006/relationships/image" Target="../media/image76.png"/><Relationship Id="rId10" Type="http://schemas.openxmlformats.org/officeDocument/2006/relationships/image" Target="../media/image77.png"/><Relationship Id="rId11" Type="http://schemas.openxmlformats.org/officeDocument/2006/relationships/image" Target="../media/image78.png"/><Relationship Id="rId12" Type="http://schemas.openxmlformats.org/officeDocument/2006/relationships/image" Target="../media/image49.png"/><Relationship Id="rId13" Type="http://schemas.openxmlformats.org/officeDocument/2006/relationships/slideLayout" Target="../slideLayouts/slideLayout3.xml"/><Relationship Id="rId14" Type="http://schemas.openxmlformats.org/officeDocument/2006/relationships/notesSlide" Target="../notesSlides/notesSlide17.xml"/></Relationships>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7.png"/><Relationship Id="rId7" Type="http://schemas.openxmlformats.org/officeDocument/2006/relationships/image" Target="../media/image28.png"/><Relationship Id="rId8" Type="http://schemas.openxmlformats.org/officeDocument/2006/relationships/image" Target="../media/image29.png"/><Relationship Id="rId9" Type="http://schemas.openxmlformats.org/officeDocument/2006/relationships/image" Target="../media/image17.png"/><Relationship Id="rId10" Type="http://schemas.openxmlformats.org/officeDocument/2006/relationships/image" Target="../media/image20.png"/><Relationship Id="rId11" Type="http://schemas.openxmlformats.org/officeDocument/2006/relationships/image" Target="../media/image13.png"/><Relationship Id="rId12" Type="http://schemas.openxmlformats.org/officeDocument/2006/relationships/image" Target="../media/image14.png"/><Relationship Id="rId13" Type="http://schemas.openxmlformats.org/officeDocument/2006/relationships/image" Target="../media/image8.png"/><Relationship Id="rId14" Type="http://schemas.openxmlformats.org/officeDocument/2006/relationships/image" Target="../media/image16.png"/><Relationship Id="rId15" Type="http://schemas.openxmlformats.org/officeDocument/2006/relationships/image" Target="../media/image22.png"/><Relationship Id="rId16" Type="http://schemas.openxmlformats.org/officeDocument/2006/relationships/image" Target="../media/image9.png"/><Relationship Id="rId17" Type="http://schemas.openxmlformats.org/officeDocument/2006/relationships/image" Target="../media/image24.png"/><Relationship Id="rId18" Type="http://schemas.openxmlformats.org/officeDocument/2006/relationships/image" Target="../media/image18.png"/><Relationship Id="rId19" Type="http://schemas.openxmlformats.org/officeDocument/2006/relationships/image" Target="../media/image10.png"/><Relationship Id="rId20" Type="http://schemas.openxmlformats.org/officeDocument/2006/relationships/image" Target="../media/image12.png"/><Relationship Id="rId21" Type="http://schemas.openxmlformats.org/officeDocument/2006/relationships/image" Target="../media/image19.png"/><Relationship Id="rId22" Type="http://schemas.openxmlformats.org/officeDocument/2006/relationships/image" Target="../media/image79.png"/><Relationship Id="rId23" Type="http://schemas.openxmlformats.org/officeDocument/2006/relationships/slideLayout" Target="../slideLayouts/slideLayout3.xml"/><Relationship Id="rId24" Type="http://schemas.openxmlformats.org/officeDocument/2006/relationships/notesSlide" Target="../notesSlides/notesSlide18.xml"/></Relationships>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image" Target="../media/image80.png"/><Relationship Id="rId2" Type="http://schemas.openxmlformats.org/officeDocument/2006/relationships/image" Target="../media/image81.emf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19.xml"/></Relationships>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image" Target="../media/image82.jpeg"/><Relationship Id="rId2" Type="http://schemas.openxmlformats.org/officeDocument/2006/relationships/image" Target="../media/image83.jpeg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20.xml"/></Relationships>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image" Target="../media/image84.png"/><Relationship Id="rId2" Type="http://schemas.openxmlformats.org/officeDocument/2006/relationships/image" Target="../media/image85.png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21.xml"/></Relationships>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2.xml"/></Relationships>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23.xml"/></Relationships>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7.png"/><Relationship Id="rId7" Type="http://schemas.openxmlformats.org/officeDocument/2006/relationships/image" Target="../media/image28.png"/><Relationship Id="rId8" Type="http://schemas.openxmlformats.org/officeDocument/2006/relationships/image" Target="../media/image29.png"/><Relationship Id="rId9" Type="http://schemas.openxmlformats.org/officeDocument/2006/relationships/image" Target="../media/image17.png"/><Relationship Id="rId10" Type="http://schemas.openxmlformats.org/officeDocument/2006/relationships/image" Target="../media/image20.png"/><Relationship Id="rId11" Type="http://schemas.openxmlformats.org/officeDocument/2006/relationships/image" Target="../media/image13.png"/><Relationship Id="rId12" Type="http://schemas.openxmlformats.org/officeDocument/2006/relationships/image" Target="../media/image14.png"/><Relationship Id="rId13" Type="http://schemas.openxmlformats.org/officeDocument/2006/relationships/image" Target="../media/image8.png"/><Relationship Id="rId14" Type="http://schemas.openxmlformats.org/officeDocument/2006/relationships/image" Target="../media/image16.png"/><Relationship Id="rId15" Type="http://schemas.openxmlformats.org/officeDocument/2006/relationships/image" Target="../media/image22.png"/><Relationship Id="rId16" Type="http://schemas.openxmlformats.org/officeDocument/2006/relationships/image" Target="../media/image9.png"/><Relationship Id="rId17" Type="http://schemas.openxmlformats.org/officeDocument/2006/relationships/image" Target="../media/image24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20" Type="http://schemas.openxmlformats.org/officeDocument/2006/relationships/image" Target="../media/image10.png"/><Relationship Id="rId21" Type="http://schemas.openxmlformats.org/officeDocument/2006/relationships/image" Target="../media/image12.png"/><Relationship Id="rId22" Type="http://schemas.openxmlformats.org/officeDocument/2006/relationships/slideLayout" Target="../slideLayouts/slideLayout3.xml"/><Relationship Id="rId23" Type="http://schemas.openxmlformats.org/officeDocument/2006/relationships/notesSlide" Target="../notesSlides/notesSlide24.xml"/></Relationships>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5.xml"/></Relationships>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image" Target="../media/image86.png"/><Relationship Id="rId2" Type="http://schemas.openxmlformats.org/officeDocument/2006/relationships/slideLayout" Target="../slideLayouts/slideLayout4.xml"/><Relationship Id="rId3" Type="http://schemas.openxmlformats.org/officeDocument/2006/relationships/notesSlide" Target="../notesSlides/notesSlide26.xml"/></Relationships>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image" Target="../media/image86.png"/><Relationship Id="rId2" Type="http://schemas.openxmlformats.org/officeDocument/2006/relationships/image" Target="../media/image87.jpeg"/><Relationship Id="rId3" Type="http://schemas.openxmlformats.org/officeDocument/2006/relationships/image" Target="../media/image88.png"/><Relationship Id="rId4" Type="http://schemas.openxmlformats.org/officeDocument/2006/relationships/slideLayout" Target="../slideLayouts/slideLayout4.xml"/><Relationship Id="rId5" Type="http://schemas.openxmlformats.org/officeDocument/2006/relationships/notesSlide" Target="../notesSlides/notesSlide27.xml"/></Relationships>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image" Target="../media/image89.png"/><Relationship Id="rId2" Type="http://schemas.openxmlformats.org/officeDocument/2006/relationships/image" Target="../media/image90.png"/><Relationship Id="rId3" Type="http://schemas.openxmlformats.org/officeDocument/2006/relationships/image" Target="../media/image91.png"/><Relationship Id="rId4" Type="http://schemas.openxmlformats.org/officeDocument/2006/relationships/image" Target="../media/image81.emf"/><Relationship Id="rId5" Type="http://schemas.openxmlformats.org/officeDocument/2006/relationships/image" Target="../media/image49.png"/><Relationship Id="rId6" Type="http://schemas.openxmlformats.org/officeDocument/2006/relationships/slideLayout" Target="../slideLayouts/slideLayout3.xml"/><Relationship Id="rId7" Type="http://schemas.openxmlformats.org/officeDocument/2006/relationships/notesSlide" Target="../notesSlides/notesSlide28.xml"/></Relationships>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image" Target="../media/image92.png"/><Relationship Id="rId3" Type="http://schemas.openxmlformats.org/officeDocument/2006/relationships/image" Target="../media/image93.png"/><Relationship Id="rId4" Type="http://schemas.openxmlformats.org/officeDocument/2006/relationships/image" Target="../media/image94.png"/><Relationship Id="rId5" Type="http://schemas.openxmlformats.org/officeDocument/2006/relationships/slideLayout" Target="../slideLayouts/slideLayout3.xml"/><Relationship Id="rId6" Type="http://schemas.openxmlformats.org/officeDocument/2006/relationships/notesSlide" Target="../notesSlides/notesSlide29.xml"/></Relationships>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30.xml"/></Relationships>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31.xml"/></Relationships>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2.xml"/></Relationships>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33.xml"/></Relationships>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4.xml"/></Relationships>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image" Target="../media/image15.png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7.png"/><Relationship Id="rId7" Type="http://schemas.openxmlformats.org/officeDocument/2006/relationships/image" Target="../media/image28.png"/><Relationship Id="rId8" Type="http://schemas.openxmlformats.org/officeDocument/2006/relationships/image" Target="../media/image29.png"/><Relationship Id="rId9" Type="http://schemas.openxmlformats.org/officeDocument/2006/relationships/image" Target="../media/image17.png"/><Relationship Id="rId10" Type="http://schemas.openxmlformats.org/officeDocument/2006/relationships/image" Target="../media/image20.png"/><Relationship Id="rId11" Type="http://schemas.openxmlformats.org/officeDocument/2006/relationships/image" Target="../media/image13.png"/><Relationship Id="rId12" Type="http://schemas.openxmlformats.org/officeDocument/2006/relationships/image" Target="../media/image14.png"/><Relationship Id="rId13" Type="http://schemas.openxmlformats.org/officeDocument/2006/relationships/image" Target="../media/image8.png"/><Relationship Id="rId14" Type="http://schemas.openxmlformats.org/officeDocument/2006/relationships/image" Target="../media/image16.png"/><Relationship Id="rId15" Type="http://schemas.openxmlformats.org/officeDocument/2006/relationships/image" Target="../media/image22.png"/><Relationship Id="rId16" Type="http://schemas.openxmlformats.org/officeDocument/2006/relationships/image" Target="../media/image9.png"/><Relationship Id="rId17" Type="http://schemas.openxmlformats.org/officeDocument/2006/relationships/image" Target="../media/image24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20" Type="http://schemas.openxmlformats.org/officeDocument/2006/relationships/image" Target="../media/image10.png"/><Relationship Id="rId21" Type="http://schemas.openxmlformats.org/officeDocument/2006/relationships/image" Target="../media/image12.png"/><Relationship Id="rId22" Type="http://schemas.openxmlformats.org/officeDocument/2006/relationships/slideLayout" Target="../slideLayouts/slideLayout3.xml"/><Relationship Id="rId23" Type="http://schemas.openxmlformats.org/officeDocument/2006/relationships/notesSlide" Target="../notesSlides/notesSlide35.xml"/></Relationships>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6.xml"/></Relationships>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7.xml"/></Relationships>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8.xml"/></Relationships>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9.xml"/></Relationships>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0.xml"/></Relationships>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1.xml"/></Relationships>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image" Target="../media/image1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42.xml"/></Relationships>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3.xml"/></Relationships>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44.xml"/></Relationships>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45.xml"/></Relationships>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46.xml"/></Relationships>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47.xml"/></Relationships>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image" Target="../media/image95.png"/><Relationship Id="rId2" Type="http://schemas.openxmlformats.org/officeDocument/2006/relationships/image" Target="../media/image96.png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48.xml"/></Relationships>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image" Target="../media/image97.emf"/><Relationship Id="rId2" Type="http://schemas.openxmlformats.org/officeDocument/2006/relationships/image" Target="../media/image95.png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49.xml"/></Relationships>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image" Target="../media/image98.png"/><Relationship Id="rId2" Type="http://schemas.openxmlformats.org/officeDocument/2006/relationships/image" Target="../media/image99.png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50.xml"/></Relationships>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51.xml"/></Relationships>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2.xml"/></Relationships>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53.xml"/></Relationships>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54.xml"/></Relationships>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55.xml"/></Relationships>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56.xml"/></Relationships>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57.xml"/></Relationships>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8.xml"/></Relationships>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9.xml"/></Relationships>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image" Target="../media/image100.emf"/><Relationship Id="rId3" Type="http://schemas.openxmlformats.org/officeDocument/2006/relationships/image" Target="../media/image101.jpeg"/><Relationship Id="rId4" Type="http://schemas.openxmlformats.org/officeDocument/2006/relationships/slideLayout" Target="../slideLayouts/slideLayout3.xml"/><Relationship Id="rId5" Type="http://schemas.openxmlformats.org/officeDocument/2006/relationships/notesSlide" Target="../notesSlides/notesSlide60.xml"/></Relationships>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image" Target="../media/image100.emf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61.xml"/></Relationships>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image" Target="../media/image100.emf"/><Relationship Id="rId3" Type="http://schemas.openxmlformats.org/officeDocument/2006/relationships/slideLayout" Target="../slideLayouts/slideLayout3.xml"/><Relationship Id="rId4" Type="http://schemas.openxmlformats.org/officeDocument/2006/relationships/notesSlide" Target="../notesSlides/notesSlide62.xml"/></Relationships>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3.xml"/></Relationships>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64.xml"/></Relationships>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5.xml"/></Relationships>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image" Target="../media/image102.emf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66.xml"/></Relationships>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7.xml"/></Relationships>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8.xml"/></Relationships>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9.xml"/></Relationships>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0.xml"/></Relationships>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1.xml"/></Relationships>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2.xml"/></Relationships>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3.xml"/></Relationships>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image" Target="../media/image49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4.xml"/></Relationships>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image" Target="../media/image2.jpe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5.xml"/></Relationships>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image" Target="../media/image103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6.xml"/></Relationships>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7.xml"/></Relationships>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image" Target="../media/image104.png"/><Relationship Id="rId2" Type="http://schemas.openxmlformats.org/officeDocument/2006/relationships/slideLayout" Target="../slideLayouts/slideLayout3.xml"/><Relationship Id="rId3" Type="http://schemas.openxmlformats.org/officeDocument/2006/relationships/notesSlide" Target="../notesSlides/notesSlide78.xml"/></Relationships>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9.xml"/></Relationships>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0.xml"/></Relationships>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1.xml"/></Relationships>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2.xml"/></Relationships>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3.xml"/></Relationships>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image" Target="../media/image105.png"/><Relationship Id="rId2" Type="http://schemas.openxmlformats.org/officeDocument/2006/relationships/image" Target="../media/image9.png"/><Relationship Id="rId3" Type="http://schemas.openxmlformats.org/officeDocument/2006/relationships/image" Target="../media/image106.png"/><Relationship Id="rId4" Type="http://schemas.openxmlformats.org/officeDocument/2006/relationships/image" Target="../media/image107.png"/><Relationship Id="rId5" Type="http://schemas.openxmlformats.org/officeDocument/2006/relationships/image" Target="../media/image49.png"/><Relationship Id="rId6" Type="http://schemas.openxmlformats.org/officeDocument/2006/relationships/slideLayout" Target="../slideLayouts/slideLayout3.xml"/><Relationship Id="rId7" Type="http://schemas.openxmlformats.org/officeDocument/2006/relationships/notesSlide" Target="../notesSlides/notesSlide8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1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</a:t>
            </a:fld>
            <a:endParaRPr dirty="0" lang="en-US"/>
          </a:p>
        </p:txBody>
      </p:sp>
      <p:sp>
        <p:nvSpPr>
          <p:cNvPr id="1048582" name="Rectangle 3"/>
          <p:cNvSpPr>
            <a:spLocks noChangeArrowheads="1"/>
          </p:cNvSpPr>
          <p:nvPr/>
        </p:nvSpPr>
        <p:spPr bwMode="auto">
          <a:xfrm>
            <a:off x="2147995" y="2276475"/>
            <a:ext cx="4487863" cy="1724025"/>
          </a:xfrm>
          <a:prstGeom prst="rect"/>
          <a:noFill/>
          <a:ln>
            <a:noFill/>
          </a:ln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altLang="en-US" b="1" dirty="0" sz="5400" lang="en-US">
                <a:solidFill>
                  <a:srgbClr val="000099"/>
                </a:solidFill>
                <a:latin typeface="+mj-lt"/>
              </a:rPr>
              <a:t>Chapter 1</a:t>
            </a:r>
            <a:r>
              <a:rPr altLang="en-US" b="1" dirty="0" sz="6000" lang="en-US">
                <a:solidFill>
                  <a:srgbClr val="000099"/>
                </a:solidFill>
                <a:latin typeface="+mj-lt"/>
              </a:rPr>
              <a:t/>
            </a:r>
            <a:br>
              <a:rPr altLang="en-US" b="1" dirty="0" sz="6000" lang="en-US">
                <a:solidFill>
                  <a:srgbClr val="000099"/>
                </a:solidFill>
                <a:latin typeface="+mj-lt"/>
              </a:rPr>
            </a:br>
            <a:r>
              <a:rPr altLang="en-US" b="1" dirty="0" sz="5400" lang="en-US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1048583" name="Rectangle 8"/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/>
          <a:noFill/>
          <a:ln>
            <a:noFill/>
          </a:ln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altLang="en-US" dirty="0" sz="2800" i="1" lang="en-US">
                <a:solidFill>
                  <a:srgbClr val="0000A3"/>
                </a:solidFill>
                <a:latin typeface="+mn-lt"/>
              </a:rPr>
              <a:t>Computer Networking: A Top-Down Approach </a:t>
            </a:r>
            <a:r>
              <a:rPr altLang="en-US" dirty="0" sz="2800" lang="en-US">
                <a:solidFill>
                  <a:srgbClr val="008000"/>
                </a:solidFill>
                <a:latin typeface="+mn-lt"/>
              </a:rPr>
              <a:t/>
            </a:r>
            <a:br>
              <a:rPr altLang="en-US" dirty="0" sz="2800" lang="en-US">
                <a:solidFill>
                  <a:srgbClr val="008000"/>
                </a:solidFill>
                <a:latin typeface="+mn-lt"/>
              </a:rPr>
            </a:br>
            <a:r>
              <a:rPr altLang="en-US" dirty="0" sz="1800" lang="en-US">
                <a:latin typeface="+mn-lt"/>
              </a:rPr>
              <a:t>8</a:t>
            </a:r>
            <a:r>
              <a:rPr altLang="en-US" baseline="30000" dirty="0" sz="1800" lang="en-US">
                <a:latin typeface="+mn-lt"/>
              </a:rPr>
              <a:t>th</a:t>
            </a:r>
            <a:r>
              <a:rPr altLang="en-US" dirty="0" sz="1800" lang="en-US">
                <a:latin typeface="+mn-lt"/>
              </a:rPr>
              <a:t> edition </a:t>
            </a:r>
            <a:br>
              <a:rPr altLang="en-US" dirty="0" sz="1800" lang="en-US">
                <a:latin typeface="+mn-lt"/>
              </a:rPr>
            </a:br>
            <a:r>
              <a:rPr altLang="en-US" dirty="0" sz="1800" lang="en-US">
                <a:latin typeface="+mn-lt"/>
              </a:rPr>
              <a:t>Jim Kurose, Keith Ross</a:t>
            </a:r>
            <a:br>
              <a:rPr altLang="en-US" dirty="0" sz="1800" lang="en-US">
                <a:latin typeface="+mn-lt"/>
              </a:rPr>
            </a:br>
            <a:r>
              <a:rPr altLang="en-US" dirty="0" sz="1800" lang="en-US">
                <a:latin typeface="+mn-lt"/>
              </a:rPr>
              <a:t>Pearson, 2020</a:t>
            </a:r>
            <a:endParaRPr altLang="en-US" dirty="0" sz="2000" lang="en-US">
              <a:latin typeface="+mn-lt"/>
            </a:endParaRPr>
          </a:p>
        </p:txBody>
      </p:sp>
      <p:pic>
        <p:nvPicPr>
          <p:cNvPr id="2097152" name="Picture 9" descr="A picture containing outdoor, water, bridge, building  Description automatically generated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8135257" y="887185"/>
            <a:ext cx="3040743" cy="3800929"/>
          </a:xfrm>
          <a:prstGeom prst="rect"/>
        </p:spPr>
      </p:pic>
    </p:spTree>
  </p:cSld>
  <p:clrMapOvr>
    <a:masterClrMapping/>
  </p:clrMapOvr>
  <p:timing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1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latin typeface="+mj-lt"/>
                <a:cs typeface="Calibri" panose="020F0502020204030204" pitchFamily="34" charset="0"/>
              </a:rPr>
              <a:t>Chapter 1: introduction</a:t>
            </a:r>
            <a:endParaRPr dirty="0" lang="en-US">
              <a:latin typeface="+mj-lt"/>
            </a:endParaRPr>
          </a:p>
        </p:txBody>
      </p:sp>
      <p:sp>
        <p:nvSpPr>
          <p:cNvPr id="1048592" name="Content Placeholder 3"/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p>
            <a:pPr>
              <a:buNone/>
            </a:pPr>
            <a:r>
              <a:rPr altLang="en-US" dirty="0" sz="3200" i="1" lang="en-US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altLang="en-US" dirty="0" sz="3200" i="1" lang="en-US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indent="-225425" marL="342900">
              <a:spcBef>
                <a:spcPts val="600"/>
              </a:spcBef>
            </a:pPr>
            <a:r>
              <a:rPr altLang="en-US" dirty="0" lang="en-US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altLang="ja-JP" dirty="0" lang="en-US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indent="-225425" lvl="1" marL="800100">
              <a:spcBef>
                <a:spcPts val="600"/>
              </a:spcBef>
            </a:pPr>
            <a:r>
              <a:rPr altLang="en-US" dirty="0" sz="2800" lang="en-US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altLang="en-US" dirty="0" sz="2800" i="1" lang="en-US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altLang="en-US" dirty="0" sz="2800" lang="en-US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1048593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p>
            <a:pPr eaLnBrk="1" hangingPunct="1">
              <a:buFont typeface="Wingdings" panose="05000000000000000000" pitchFamily="2" charset="2"/>
              <a:buNone/>
            </a:pPr>
            <a:r>
              <a:rPr altLang="en-US" dirty="0" sz="3200" i="1" lang="en-US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2600" i="1" lang="en-US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2600" i="1" lang="en-US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2600" lang="en-US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153" name="Picture 7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1121833" y="4034454"/>
            <a:ext cx="2745129" cy="2058847"/>
          </a:xfrm>
          <a:prstGeom prst="rect"/>
        </p:spPr>
      </p:pic>
      <p:sp>
        <p:nvSpPr>
          <p:cNvPr id="1048594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485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485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485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10485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3">
                      <p:stCondLst>
                        <p:cond delay="indefinite"/>
                      </p:stCondLst>
                      <p:childTnLst>
                        <p:par>
                          <p:cTn fill="hold" id="2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10485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0485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3">
                      <p:stCondLst>
                        <p:cond delay="indefinite"/>
                      </p:stCondLst>
                      <p:childTnLst>
                        <p:par>
                          <p:cTn fill="hold" id="3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7"/>
                                        <p:tgtEl>
                                          <p:spTgt spid="104859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8">
                      <p:stCondLst>
                        <p:cond delay="indefinite"/>
                      </p:stCondLst>
                      <p:childTnLst>
                        <p:par>
                          <p:cTn fill="hold" id="3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2"/>
                                        <p:tgtEl>
                                          <p:spTgt spid="104859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593" grpId="0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1" name="Content Placeholder 5"/>
          <p:cNvSpPr>
            <a:spLocks noGrp="1"/>
          </p:cNvSpPr>
          <p:nvPr>
            <p:ph idx="1"/>
          </p:nvPr>
        </p:nvSpPr>
        <p:spPr/>
        <p:txBody>
          <a:bodyPr/>
          <a:p>
            <a:r>
              <a:rPr dirty="0" lang="en-US"/>
              <a:t>Name: </a:t>
            </a:r>
            <a:r>
              <a:rPr b="1" dirty="0" lang="en-US" smtClean="0"/>
              <a:t>Hira Tunio</a:t>
            </a:r>
            <a:endParaRPr b="1" dirty="0" lang="en-US"/>
          </a:p>
          <a:p>
            <a:r>
              <a:rPr dirty="0" lang="en-US"/>
              <a:t>Qualifications: </a:t>
            </a:r>
            <a:r>
              <a:rPr dirty="0" lang="en-US" smtClean="0"/>
              <a:t>MS(IT) </a:t>
            </a:r>
            <a:r>
              <a:rPr dirty="0" lang="en-US"/>
              <a:t>from </a:t>
            </a:r>
            <a:r>
              <a:rPr dirty="0" lang="en-US" smtClean="0"/>
              <a:t>SAU-Tandojam </a:t>
            </a:r>
            <a:r>
              <a:rPr dirty="0" lang="en-US"/>
              <a:t>(2021), </a:t>
            </a:r>
            <a:r>
              <a:rPr dirty="0" lang="en-US" smtClean="0"/>
              <a:t>BS(IT) </a:t>
            </a:r>
            <a:r>
              <a:rPr dirty="0" lang="en-US"/>
              <a:t>from </a:t>
            </a:r>
            <a:r>
              <a:rPr dirty="0" lang="en-US" smtClean="0"/>
              <a:t>SAU-Tandojam (</a:t>
            </a:r>
            <a:r>
              <a:rPr dirty="0" lang="en-US"/>
              <a:t>2019</a:t>
            </a:r>
            <a:r>
              <a:rPr dirty="0" lang="en-US" smtClean="0"/>
              <a:t>)</a:t>
            </a:r>
            <a:endParaRPr dirty="0" lang="en-US"/>
          </a:p>
          <a:p>
            <a:r>
              <a:rPr dirty="0" lang="en-US"/>
              <a:t>Experience: T</a:t>
            </a:r>
            <a:r>
              <a:rPr dirty="0" lang="en-US" smtClean="0"/>
              <a:t>wo Years </a:t>
            </a:r>
            <a:r>
              <a:rPr dirty="0" lang="en-US"/>
              <a:t>of </a:t>
            </a:r>
            <a:r>
              <a:rPr dirty="0" lang="en-US" smtClean="0"/>
              <a:t>Teaching </a:t>
            </a:r>
            <a:r>
              <a:rPr dirty="0" lang="en-US"/>
              <a:t>E</a:t>
            </a:r>
            <a:r>
              <a:rPr dirty="0" lang="en-US" smtClean="0"/>
              <a:t>xperience. 1 year of IT Technical Support Officer. </a:t>
            </a:r>
            <a:endParaRPr dirty="0" lang="en-US"/>
          </a:p>
          <a:p>
            <a:r>
              <a:rPr dirty="0" lang="en-US"/>
              <a:t>Courses Taught: </a:t>
            </a:r>
            <a:r>
              <a:rPr dirty="0" lang="en-US" smtClean="0"/>
              <a:t>PF, PF-Lab</a:t>
            </a:r>
            <a:r>
              <a:rPr dirty="0" lang="en-US"/>
              <a:t>, OOP, </a:t>
            </a:r>
            <a:r>
              <a:rPr dirty="0" lang="en-US" smtClean="0"/>
              <a:t>Computer Networks(CCNA), Applied Physics, IT For Business, IICT, Graphics Designing.</a:t>
            </a:r>
            <a:endParaRPr dirty="0" lang="en-US"/>
          </a:p>
          <a:p>
            <a:endParaRPr dirty="0" lang="en-US"/>
          </a:p>
          <a:p>
            <a:r>
              <a:rPr dirty="0" lang="en-US"/>
              <a:t>Tell me… your name, hobbies, favorite courses so far?</a:t>
            </a:r>
          </a:p>
          <a:p>
            <a:pPr indent="0" marL="130175">
              <a:buNone/>
            </a:pPr>
            <a:endParaRPr dirty="0" lang="en-US"/>
          </a:p>
        </p:txBody>
      </p:sp>
      <p:sp>
        <p:nvSpPr>
          <p:cNvPr id="1048602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/>
              <a:t>Let’s Introduce Ourselves</a:t>
            </a:r>
          </a:p>
        </p:txBody>
      </p:sp>
      <p:sp>
        <p:nvSpPr>
          <p:cNvPr id="1048603" name="Slide Number Placeholder 4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 smtClean="0"/>
              <a:t>Introduction: 1-</a:t>
            </a:r>
            <a:fld id="{C4204591-24BD-A542-B9D5-F8D8A88D2FEE}" type="slidenum">
              <a:rPr lang="en-US" smtClean="0"/>
              <a:t>3</a:t>
            </a:fld>
            <a:endParaRPr dirty="0" lang="en-US"/>
          </a:p>
        </p:txBody>
      </p:sp>
    </p:spTree>
  </p:cSld>
  <p:clrMapOvr>
    <a:masterClrMapping/>
  </p:clrMapOvr>
  <p:timing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4" name="Content Placeholder 1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p>
            <a:r>
              <a:rPr dirty="0" sz="3600" lang="en-US" smtClean="0"/>
              <a:t>Not </a:t>
            </a:r>
            <a:r>
              <a:rPr dirty="0" sz="3600" lang="en-US"/>
              <a:t>yet decided – Waiting on the finalized </a:t>
            </a:r>
            <a:r>
              <a:rPr dirty="0" sz="3600" lang="en-US" smtClean="0"/>
              <a:t>timetable</a:t>
            </a:r>
            <a:endParaRPr dirty="0" sz="3600" lang="en-US"/>
          </a:p>
          <a:p>
            <a:r>
              <a:rPr dirty="0" sz="3600" lang="en-US"/>
              <a:t>Available timings will be on my office </a:t>
            </a:r>
            <a:r>
              <a:rPr dirty="0" sz="3600" lang="en-US" smtClean="0"/>
              <a:t>door</a:t>
            </a:r>
          </a:p>
          <a:p>
            <a:endParaRPr dirty="0" sz="3600" lang="en-US"/>
          </a:p>
          <a:p>
            <a:r>
              <a:rPr dirty="0" sz="3600" lang="en-US" smtClean="0"/>
              <a:t>Office L</a:t>
            </a:r>
            <a:r>
              <a:rPr dirty="0" sz="3600" lang="en-US" smtClean="0"/>
              <a:t>o</a:t>
            </a:r>
            <a:r>
              <a:rPr dirty="0" sz="3600" lang="en-US" smtClean="0"/>
              <a:t>cation: CS building, </a:t>
            </a:r>
            <a:r>
              <a:rPr dirty="0" sz="3600" lang="en-US" smtClean="0"/>
              <a:t>O</a:t>
            </a:r>
            <a:r>
              <a:rPr dirty="0" sz="3600" lang="en-US" smtClean="0"/>
              <a:t>p</a:t>
            </a:r>
            <a:r>
              <a:rPr dirty="0" sz="3600" lang="en-US" smtClean="0"/>
              <a:t>p</a:t>
            </a:r>
            <a:r>
              <a:rPr dirty="0" sz="3600" lang="en-US" smtClean="0"/>
              <a:t>o</a:t>
            </a:r>
            <a:r>
              <a:rPr dirty="0" sz="3600" lang="en-US" smtClean="0"/>
              <a:t>s</a:t>
            </a:r>
            <a:r>
              <a:rPr dirty="0" sz="3600" lang="en-US" smtClean="0"/>
              <a:t>i</a:t>
            </a:r>
            <a:r>
              <a:rPr dirty="0" sz="3600" lang="en-US" smtClean="0"/>
              <a:t>t</a:t>
            </a:r>
            <a:r>
              <a:rPr dirty="0" sz="3600" lang="en-US" smtClean="0"/>
              <a:t>e</a:t>
            </a:r>
            <a:r>
              <a:rPr dirty="0" sz="3600" lang="en-US" smtClean="0"/>
              <a:t> </a:t>
            </a:r>
            <a:r>
              <a:rPr dirty="0" sz="3600" lang="en-US" smtClean="0"/>
              <a:t>C</a:t>
            </a:r>
            <a:r>
              <a:rPr dirty="0" sz="3600" lang="en-US" smtClean="0"/>
              <a:t>S</a:t>
            </a:r>
            <a:r>
              <a:rPr dirty="0" sz="3600" lang="en-US" smtClean="0"/>
              <a:t> </a:t>
            </a:r>
            <a:r>
              <a:rPr dirty="0" sz="3600" lang="en-US" smtClean="0"/>
              <a:t>,</a:t>
            </a:r>
            <a:r>
              <a:rPr dirty="0" sz="3600" lang="en-US" smtClean="0"/>
              <a:t> </a:t>
            </a:r>
            <a:r>
              <a:rPr dirty="0" sz="3600" lang="en-US"/>
              <a:t>Room # </a:t>
            </a:r>
            <a:r>
              <a:rPr dirty="0" sz="3600" lang="en-US" smtClean="0"/>
              <a:t>9</a:t>
            </a:r>
            <a:endParaRPr dirty="0" sz="3600" lang="en-US"/>
          </a:p>
          <a:p>
            <a:endParaRPr dirty="0" sz="3600" lang="en-US"/>
          </a:p>
          <a:p>
            <a:r>
              <a:rPr dirty="0" sz="3600" lang="en-US"/>
              <a:t>Do email me before visiting!</a:t>
            </a:r>
          </a:p>
          <a:p>
            <a:r>
              <a:rPr dirty="0" sz="3600" lang="en-US"/>
              <a:t>Email: </a:t>
            </a:r>
            <a:r>
              <a:rPr dirty="0" sz="3600" lang="en-US" smtClean="0">
                <a:hlinkClick r:id="rId1"/>
              </a:rPr>
              <a:t>hira.tunio@nu.edu.pk</a:t>
            </a:r>
            <a:r>
              <a:rPr dirty="0" sz="3600" lang="en-US" smtClean="0"/>
              <a:t> </a:t>
            </a:r>
            <a:endParaRPr dirty="0" sz="3600" lang="en-US"/>
          </a:p>
          <a:p>
            <a:endParaRPr dirty="0" sz="3600" lang="en-US"/>
          </a:p>
          <a:p>
            <a:endParaRPr dirty="0" sz="3600" lang="en-US"/>
          </a:p>
          <a:p>
            <a:endParaRPr dirty="0" sz="3600" lang="en-US"/>
          </a:p>
          <a:p>
            <a:pPr algn="l"/>
            <a:endParaRPr dirty="0" sz="3600" lang="en-US"/>
          </a:p>
        </p:txBody>
      </p:sp>
      <p:sp>
        <p:nvSpPr>
          <p:cNvPr id="1048605" name="Title 2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/>
              <a:t>Consultation Hours</a:t>
            </a:r>
          </a:p>
        </p:txBody>
      </p:sp>
      <p:sp>
        <p:nvSpPr>
          <p:cNvPr id="1048606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4</a:t>
            </a:fld>
            <a:endParaRPr dirty="0" lang="en-US"/>
          </a:p>
        </p:txBody>
      </p:sp>
    </p:spTree>
  </p:cSld>
  <p:clrMapOvr>
    <a:masterClrMapping/>
  </p:clrMapOvr>
  <p:timing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7" name="Content Placeholder 1"/>
          <p:cNvSpPr>
            <a:spLocks noGrp="1"/>
          </p:cNvSpPr>
          <p:nvPr>
            <p:ph idx="1"/>
          </p:nvPr>
        </p:nvSpPr>
        <p:spPr/>
        <p:txBody>
          <a:bodyPr/>
          <a:p>
            <a:r>
              <a:rPr dirty="0" lang="en-US"/>
              <a:t>Google classroom code: </a:t>
            </a:r>
            <a:endParaRPr dirty="0" lang="en-US" smtClean="0"/>
          </a:p>
          <a:p>
            <a:endParaRPr dirty="0" lang="en-US"/>
          </a:p>
          <a:p>
            <a:endParaRPr dirty="0" lang="en-US"/>
          </a:p>
          <a:p>
            <a:pPr algn="ctr" indent="0" marL="130175">
              <a:buNone/>
            </a:pPr>
            <a:r>
              <a:rPr b="1" dirty="0" sz="6600" lang="en-US" smtClean="0"/>
              <a:t>Displayed on Board</a:t>
            </a:r>
            <a:endParaRPr b="1" dirty="0" sz="6600" lang="en-US"/>
          </a:p>
        </p:txBody>
      </p:sp>
      <p:sp>
        <p:nvSpPr>
          <p:cNvPr id="1048608" name="Title 2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/>
              <a:t>Join GCR</a:t>
            </a:r>
          </a:p>
        </p:txBody>
      </p:sp>
      <p:sp>
        <p:nvSpPr>
          <p:cNvPr id="1048609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 smtClean="0"/>
              <a:t>Introduction: 1-</a:t>
            </a:r>
            <a:fld id="{C4204591-24BD-A542-B9D5-F8D8A88D2FEE}" type="slidenum">
              <a:rPr lang="en-US" smtClean="0"/>
              <a:t>5</a:t>
            </a:fld>
            <a:endParaRPr dirty="0" lang="en-US"/>
          </a:p>
        </p:txBody>
      </p:sp>
    </p:spTree>
  </p:cSld>
  <p:clrMapOvr>
    <a:masterClrMapping/>
  </p:clrMapOvr>
  <p:timing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0" name="Title 2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/>
              <a:t>Grading Scheme </a:t>
            </a:r>
          </a:p>
        </p:txBody>
      </p:sp>
      <p:sp>
        <p:nvSpPr>
          <p:cNvPr id="1048611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 smtClean="0"/>
              <a:t>Introduction: 1-</a:t>
            </a:r>
            <a:fld id="{C4204591-24BD-A542-B9D5-F8D8A88D2FEE}" type="slidenum">
              <a:rPr lang="en-US" smtClean="0"/>
              <a:t>6</a:t>
            </a:fld>
            <a:endParaRPr dirty="0" lang="en-US"/>
          </a:p>
        </p:txBody>
      </p:sp>
      <p:pic>
        <p:nvPicPr>
          <p:cNvPr id="2097154" name="Content Placeholder 3"/>
          <p:cNvPicPr>
            <a:picLocks noChangeAspect="1" noGrp="1"/>
          </p:cNvPicPr>
          <p:nvPr>
            <p:ph idx="1"/>
          </p:nvPr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2703282" y="1823826"/>
            <a:ext cx="6785436" cy="4151736"/>
          </a:xfrm>
          <a:prstGeom prst="rect"/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2000"/>
    </mc:Choice>
    <mc:Fallback>
      <p:transition spd="slow">
        <p:fade/>
      </p:transition>
    </mc:Fallback>
  </mc:AlternateContent>
  <p:timing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2" name="Content Placeholder 1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p>
            <a:pPr algn="l" indent="0" marL="130175">
              <a:buNone/>
            </a:pPr>
            <a:r>
              <a:rPr baseline="0" b="1" dirty="0" sz="2400" lang="en-US" strike="noStrike" u="none"/>
              <a:t>Text Book:</a:t>
            </a:r>
            <a:endParaRPr baseline="0" b="0" dirty="0" sz="2400" lang="en-US" strike="noStrike" u="none"/>
          </a:p>
          <a:p>
            <a:r>
              <a:rPr altLang="en-US" dirty="0" sz="2400" lang="en-US"/>
              <a:t>Computer Networking: A Top-Down Approach </a:t>
            </a:r>
            <a:br>
              <a:rPr altLang="en-US" dirty="0" sz="2400" lang="en-US"/>
            </a:br>
            <a:r>
              <a:rPr altLang="en-US" dirty="0" sz="2400" lang="en-US"/>
              <a:t>8</a:t>
            </a:r>
            <a:r>
              <a:rPr altLang="en-US" baseline="30000" dirty="0" sz="2400" lang="en-US"/>
              <a:t>th</a:t>
            </a:r>
            <a:r>
              <a:rPr altLang="en-US" dirty="0" sz="2400" lang="en-US"/>
              <a:t> edition, Jim Kurose, Keith Ross, Pearson, 2020</a:t>
            </a:r>
          </a:p>
          <a:p>
            <a:pPr algn="l" indent="0" marL="130175">
              <a:buNone/>
            </a:pPr>
            <a:endParaRPr dirty="0" sz="2400" lang="en-US"/>
          </a:p>
          <a:p>
            <a:pPr algn="l" indent="0" marL="130175">
              <a:buNone/>
            </a:pPr>
            <a:r>
              <a:rPr baseline="0" b="1" dirty="0" sz="2400" lang="en-US" strike="noStrike" u="none"/>
              <a:t> Reference Books:</a:t>
            </a:r>
          </a:p>
          <a:p>
            <a:pPr algn="l"/>
            <a:r>
              <a:rPr baseline="0" b="0" dirty="0" sz="2400" lang="en-US" strike="noStrike" u="none"/>
              <a:t>Data Communications and Networking - by, Behrouz A. </a:t>
            </a:r>
            <a:r>
              <a:rPr baseline="0" b="0" dirty="0" sz="2400" lang="en-US" err="1" strike="noStrike" u="none"/>
              <a:t>Forouzan</a:t>
            </a:r>
            <a:r>
              <a:rPr baseline="0" b="0" dirty="0" sz="2400" lang="en-US" strike="noStrike" u="none"/>
              <a:t> </a:t>
            </a:r>
          </a:p>
          <a:p>
            <a:pPr algn="l"/>
            <a:r>
              <a:rPr baseline="0" b="0" dirty="0" sz="2400" lang="en-US" strike="noStrike" u="none"/>
              <a:t>Computer Networks – by, Andrew S. Tanenbaum</a:t>
            </a:r>
          </a:p>
          <a:p>
            <a:pPr algn="l"/>
            <a:r>
              <a:rPr baseline="0" b="0" dirty="0" sz="2400" lang="en-US" strike="noStrike" u="none"/>
              <a:t>Data and Computer Communications – by, William Stallings</a:t>
            </a:r>
            <a:endParaRPr dirty="0" sz="2400" lang="en-US"/>
          </a:p>
        </p:txBody>
      </p:sp>
      <p:sp>
        <p:nvSpPr>
          <p:cNvPr id="1048613" name="Title 2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 smtClean="0"/>
              <a:t>Book(s)</a:t>
            </a:r>
            <a:endParaRPr dirty="0" lang="en-US"/>
          </a:p>
        </p:txBody>
      </p:sp>
      <p:sp>
        <p:nvSpPr>
          <p:cNvPr id="1048614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7</a:t>
            </a:fld>
            <a:endParaRPr dirty="0" lang="en-US"/>
          </a:p>
        </p:txBody>
      </p:sp>
    </p:spTree>
  </p:cSld>
  <p:clrMapOvr>
    <a:masterClrMapping/>
  </p:clrMapOvr>
  <p:timing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5" name="Content Placeholder 1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p>
            <a:pPr algn="l" indent="0" marL="130175">
              <a:buNone/>
            </a:pPr>
            <a:r>
              <a:rPr baseline="0" b="0" dirty="0" i="0" lang="en-US" strike="noStrike" u="none"/>
              <a:t>The lecture slides provide only the outline of the lecture. These outlines are not a substitute for class attendance and note taking. More importantly, these outlines are not a substitute for the text-book. In order to pass the course…</a:t>
            </a:r>
          </a:p>
          <a:p>
            <a:pPr algn="l" indent="0" marL="130175">
              <a:buNone/>
            </a:pPr>
            <a:endParaRPr baseline="0" b="0" dirty="0" i="0" lang="en-US" strike="noStrike" u="none">
              <a:solidFill>
                <a:srgbClr val="FF0000"/>
              </a:solidFill>
            </a:endParaRPr>
          </a:p>
          <a:p>
            <a:pPr algn="l" indent="0" marL="130175">
              <a:buNone/>
            </a:pPr>
            <a:r>
              <a:rPr baseline="0" b="0" dirty="0" i="0" lang="en-US" strike="noStrike" u="none">
                <a:solidFill>
                  <a:srgbClr val="FF0000"/>
                </a:solidFill>
              </a:rPr>
              <a:t>YOU MUST STUDY FROM THE BOOK.</a:t>
            </a:r>
            <a:endParaRPr dirty="0" sz="5400" lang="en-US"/>
          </a:p>
        </p:txBody>
      </p:sp>
      <p:sp>
        <p:nvSpPr>
          <p:cNvPr id="1048616" name="Title 2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/>
              <a:t>Things you need to know …</a:t>
            </a:r>
          </a:p>
        </p:txBody>
      </p:sp>
      <p:sp>
        <p:nvSpPr>
          <p:cNvPr id="1048617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8</a:t>
            </a:fld>
            <a:endParaRPr dirty="0" lang="en-US"/>
          </a:p>
        </p:txBody>
      </p:sp>
    </p:spTree>
  </p:cSld>
  <p:clrMapOvr>
    <a:masterClrMapping/>
  </p:clrMapOvr>
  <p:timing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8" name="Title 2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dirty="0" lang="en-US"/>
              <a:t>What is … ?</a:t>
            </a:r>
          </a:p>
        </p:txBody>
      </p:sp>
      <p:sp>
        <p:nvSpPr>
          <p:cNvPr id="1048619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9</a:t>
            </a:fld>
            <a:endParaRPr dirty="0" lang="en-US"/>
          </a:p>
        </p:txBody>
      </p:sp>
      <p:sp>
        <p:nvSpPr>
          <p:cNvPr id="1048620" name="object 3"/>
          <p:cNvSpPr txBox="1">
            <a:spLocks noGrp="1"/>
          </p:cNvSpPr>
          <p:nvPr>
            <p:ph idx="1"/>
          </p:nvPr>
        </p:nvSpPr>
        <p:spPr>
          <a:xfrm>
            <a:off x="403860" y="1710690"/>
            <a:ext cx="11124616" cy="3766185"/>
          </a:xfrm>
          <a:prstGeom prst="rect"/>
        </p:spPr>
        <p:txBody>
          <a:bodyPr bIns="0" lIns="0" rIns="0" rtlCol="0" tIns="30480" vert="horz" wrap="square">
            <a:spAutoFit/>
          </a:bodyPr>
          <a:p>
            <a:pPr indent="-222885" marL="731520">
              <a:lnSpc>
                <a:spcPct val="100000"/>
              </a:lnSpc>
              <a:spcBef>
                <a:spcPts val="240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730885"/>
                <a:tab algn="l" pos="731520"/>
              </a:tabLst>
            </a:pPr>
            <a:r>
              <a:rPr b="1" dirty="0" sz="2400" spc="-5">
                <a:cs typeface="Arial"/>
              </a:rPr>
              <a:t>Communication</a:t>
            </a:r>
            <a:endParaRPr dirty="0" sz="2400">
              <a:cs typeface="Arial"/>
            </a:endParaRPr>
          </a:p>
          <a:p>
            <a:pPr indent="-219710" lvl="1" marL="953769" marR="332105">
              <a:lnSpc>
                <a:spcPct val="100000"/>
              </a:lnSpc>
              <a:spcBef>
                <a:spcPts val="265"/>
              </a:spcBef>
              <a:buClr>
                <a:srgbClr val="739704"/>
              </a:buClr>
              <a:buSzPct val="65000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>
                <a:cs typeface="Arial MT"/>
              </a:rPr>
              <a:t>Information transfer, according </a:t>
            </a:r>
            <a:r>
              <a:rPr dirty="0" spc="5">
                <a:cs typeface="Arial MT"/>
              </a:rPr>
              <a:t>to </a:t>
            </a:r>
            <a:r>
              <a:rPr dirty="0" spc="-5">
                <a:cs typeface="Arial MT"/>
              </a:rPr>
              <a:t>agreed </a:t>
            </a:r>
            <a:r>
              <a:rPr dirty="0">
                <a:cs typeface="Arial MT"/>
              </a:rPr>
              <a:t>conventions </a:t>
            </a:r>
            <a:r>
              <a:rPr dirty="0" spc="5">
                <a:cs typeface="Arial MT"/>
              </a:rPr>
              <a:t> </a:t>
            </a:r>
            <a:r>
              <a:rPr dirty="0" spc="-5">
                <a:cs typeface="Arial MT"/>
              </a:rPr>
              <a:t>using</a:t>
            </a:r>
            <a:r>
              <a:rPr dirty="0" spc="-25">
                <a:cs typeface="Arial MT"/>
              </a:rPr>
              <a:t> </a:t>
            </a:r>
            <a:r>
              <a:rPr dirty="0" spc="-5">
                <a:cs typeface="Arial MT"/>
              </a:rPr>
              <a:t>hand</a:t>
            </a:r>
            <a:r>
              <a:rPr dirty="0" spc="5">
                <a:cs typeface="Arial MT"/>
              </a:rPr>
              <a:t> </a:t>
            </a:r>
            <a:r>
              <a:rPr dirty="0" spc="-5">
                <a:cs typeface="Arial MT"/>
              </a:rPr>
              <a:t>signals,</a:t>
            </a:r>
            <a:r>
              <a:rPr dirty="0" spc="20">
                <a:cs typeface="Arial MT"/>
              </a:rPr>
              <a:t> </a:t>
            </a:r>
            <a:r>
              <a:rPr dirty="0" spc="-5">
                <a:cs typeface="Arial MT"/>
              </a:rPr>
              <a:t>language,</a:t>
            </a:r>
            <a:r>
              <a:rPr dirty="0" spc="20">
                <a:cs typeface="Arial MT"/>
              </a:rPr>
              <a:t> </a:t>
            </a:r>
            <a:r>
              <a:rPr dirty="0" spc="-5">
                <a:cs typeface="Arial MT"/>
              </a:rPr>
              <a:t>Morse</a:t>
            </a:r>
            <a:r>
              <a:rPr dirty="0" spc="5">
                <a:cs typeface="Arial MT"/>
              </a:rPr>
              <a:t> </a:t>
            </a:r>
            <a:r>
              <a:rPr dirty="0" spc="-5">
                <a:cs typeface="Arial MT"/>
              </a:rPr>
              <a:t>code,</a:t>
            </a:r>
            <a:r>
              <a:rPr dirty="0" spc="-10">
                <a:cs typeface="Arial MT"/>
              </a:rPr>
              <a:t> </a:t>
            </a:r>
            <a:r>
              <a:rPr dirty="0">
                <a:cs typeface="Arial MT"/>
              </a:rPr>
              <a:t>smoke</a:t>
            </a:r>
            <a:r>
              <a:rPr dirty="0" spc="-20">
                <a:cs typeface="Arial MT"/>
              </a:rPr>
              <a:t> </a:t>
            </a:r>
            <a:r>
              <a:rPr dirty="0" spc="-5">
                <a:cs typeface="Arial MT"/>
              </a:rPr>
              <a:t>signals </a:t>
            </a:r>
            <a:r>
              <a:rPr dirty="0" spc="-260">
                <a:cs typeface="Arial MT"/>
              </a:rPr>
              <a:t> </a:t>
            </a:r>
            <a:r>
              <a:rPr dirty="0">
                <a:cs typeface="Arial MT"/>
              </a:rPr>
              <a:t>etc.</a:t>
            </a:r>
          </a:p>
          <a:p>
            <a:pPr indent="-222885" marL="731520">
              <a:lnSpc>
                <a:spcPct val="100000"/>
              </a:lnSpc>
              <a:spcBef>
                <a:spcPts val="120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730885"/>
                <a:tab algn="l" pos="731520"/>
              </a:tabLst>
            </a:pPr>
            <a:r>
              <a:rPr b="1" dirty="0" sz="2400" spc="-5">
                <a:cs typeface="Arial"/>
              </a:rPr>
              <a:t>Telecommunication</a:t>
            </a:r>
            <a:endParaRPr dirty="0" sz="2400">
              <a:cs typeface="Arial"/>
            </a:endParaRPr>
          </a:p>
          <a:p>
            <a:pPr indent="-219710" lvl="1" marL="953769" marR="790575">
              <a:lnSpc>
                <a:spcPct val="100000"/>
              </a:lnSpc>
              <a:spcBef>
                <a:spcPts val="265"/>
              </a:spcBef>
              <a:buClr>
                <a:srgbClr val="739704"/>
              </a:buClr>
              <a:buSzPct val="65000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>
                <a:cs typeface="Arial MT"/>
              </a:rPr>
              <a:t>Communication</a:t>
            </a:r>
            <a:r>
              <a:rPr dirty="0" spc="-90">
                <a:cs typeface="Arial MT"/>
              </a:rPr>
              <a:t> </a:t>
            </a:r>
            <a:r>
              <a:rPr dirty="0" spc="-5">
                <a:cs typeface="Arial MT"/>
              </a:rPr>
              <a:t>at</a:t>
            </a:r>
            <a:r>
              <a:rPr dirty="0">
                <a:cs typeface="Arial MT"/>
              </a:rPr>
              <a:t> a</a:t>
            </a:r>
            <a:r>
              <a:rPr dirty="0" spc="10">
                <a:cs typeface="Arial MT"/>
              </a:rPr>
              <a:t> </a:t>
            </a:r>
            <a:r>
              <a:rPr dirty="0" spc="-5">
                <a:cs typeface="Arial MT"/>
              </a:rPr>
              <a:t>distance,</a:t>
            </a:r>
            <a:r>
              <a:rPr dirty="0">
                <a:cs typeface="Arial MT"/>
              </a:rPr>
              <a:t> includes</a:t>
            </a:r>
            <a:r>
              <a:rPr dirty="0" spc="-30">
                <a:cs typeface="Arial MT"/>
              </a:rPr>
              <a:t> </a:t>
            </a:r>
            <a:r>
              <a:rPr dirty="0" spc="-5">
                <a:cs typeface="Arial MT"/>
              </a:rPr>
              <a:t>telephony, </a:t>
            </a:r>
            <a:r>
              <a:rPr dirty="0" spc="-265">
                <a:cs typeface="Arial MT"/>
              </a:rPr>
              <a:t> </a:t>
            </a:r>
            <a:r>
              <a:rPr dirty="0" spc="5">
                <a:cs typeface="Arial MT"/>
              </a:rPr>
              <a:t>t</a:t>
            </a:r>
            <a:r>
              <a:rPr dirty="0" spc="-10">
                <a:cs typeface="Arial MT"/>
              </a:rPr>
              <a:t>e</a:t>
            </a:r>
            <a:r>
              <a:rPr dirty="0" spc="15">
                <a:cs typeface="Arial MT"/>
              </a:rPr>
              <a:t>l</a:t>
            </a:r>
            <a:r>
              <a:rPr dirty="0" spc="-10">
                <a:cs typeface="Arial MT"/>
              </a:rPr>
              <a:t>eg</a:t>
            </a:r>
            <a:r>
              <a:rPr dirty="0">
                <a:cs typeface="Arial MT"/>
              </a:rPr>
              <a:t>r</a:t>
            </a:r>
            <a:r>
              <a:rPr dirty="0" spc="-10">
                <a:cs typeface="Arial MT"/>
              </a:rPr>
              <a:t>aph</a:t>
            </a:r>
            <a:r>
              <a:rPr dirty="0">
                <a:cs typeface="Arial MT"/>
              </a:rPr>
              <a:t>y,</a:t>
            </a:r>
            <a:r>
              <a:rPr dirty="0" lang="en-US" spc="-55">
                <a:cs typeface="Arial MT"/>
              </a:rPr>
              <a:t> </a:t>
            </a:r>
            <a:r>
              <a:rPr dirty="0" spc="5">
                <a:cs typeface="Arial MT"/>
              </a:rPr>
              <a:t>t</a:t>
            </a:r>
            <a:r>
              <a:rPr dirty="0" spc="-10">
                <a:cs typeface="Arial MT"/>
              </a:rPr>
              <a:t>e</a:t>
            </a:r>
            <a:r>
              <a:rPr dirty="0" spc="15">
                <a:cs typeface="Arial MT"/>
              </a:rPr>
              <a:t>l</a:t>
            </a:r>
            <a:r>
              <a:rPr dirty="0" spc="-10">
                <a:cs typeface="Arial MT"/>
              </a:rPr>
              <a:t>e</a:t>
            </a:r>
            <a:r>
              <a:rPr dirty="0" spc="45">
                <a:cs typeface="Arial MT"/>
              </a:rPr>
              <a:t>v</a:t>
            </a:r>
            <a:r>
              <a:rPr dirty="0" spc="15">
                <a:cs typeface="Arial MT"/>
              </a:rPr>
              <a:t>i</a:t>
            </a:r>
            <a:r>
              <a:rPr dirty="0" spc="-25">
                <a:cs typeface="Arial MT"/>
              </a:rPr>
              <a:t>s</a:t>
            </a:r>
            <a:r>
              <a:rPr dirty="0" spc="15">
                <a:cs typeface="Arial MT"/>
              </a:rPr>
              <a:t>i</a:t>
            </a:r>
            <a:r>
              <a:rPr dirty="0" spc="-10">
                <a:cs typeface="Arial MT"/>
              </a:rPr>
              <a:t>o</a:t>
            </a:r>
            <a:r>
              <a:rPr dirty="0">
                <a:cs typeface="Arial MT"/>
              </a:rPr>
              <a:t>n</a:t>
            </a:r>
            <a:r>
              <a:rPr dirty="0" spc="-70">
                <a:cs typeface="Arial MT"/>
              </a:rPr>
              <a:t> </a:t>
            </a:r>
            <a:r>
              <a:rPr dirty="0" spc="-10">
                <a:cs typeface="Arial MT"/>
              </a:rPr>
              <a:t>e</a:t>
            </a:r>
            <a:r>
              <a:rPr dirty="0" spc="5">
                <a:cs typeface="Arial MT"/>
              </a:rPr>
              <a:t>t</a:t>
            </a:r>
            <a:r>
              <a:rPr dirty="0">
                <a:cs typeface="Arial MT"/>
              </a:rPr>
              <a:t>c.</a:t>
            </a:r>
          </a:p>
          <a:p>
            <a:pPr indent="-222885" marL="731520">
              <a:lnSpc>
                <a:spcPct val="100000"/>
              </a:lnSpc>
              <a:spcBef>
                <a:spcPts val="120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730885"/>
                <a:tab algn="l" pos="731520"/>
              </a:tabLst>
            </a:pPr>
            <a:r>
              <a:rPr b="1" dirty="0" sz="2400" spc="-5">
                <a:cs typeface="Arial"/>
              </a:rPr>
              <a:t>Data</a:t>
            </a:r>
            <a:r>
              <a:rPr b="1" dirty="0" sz="2400" spc="-70">
                <a:cs typeface="Arial"/>
              </a:rPr>
              <a:t> </a:t>
            </a:r>
            <a:r>
              <a:rPr b="1" dirty="0" sz="2400" spc="-5">
                <a:cs typeface="Arial"/>
              </a:rPr>
              <a:t>Communication</a:t>
            </a:r>
            <a:endParaRPr dirty="0" sz="2400">
              <a:cs typeface="Arial"/>
            </a:endParaRPr>
          </a:p>
          <a:p>
            <a:pPr indent="-219710" lvl="1" marL="953769" marR="340995">
              <a:lnSpc>
                <a:spcPct val="100000"/>
              </a:lnSpc>
              <a:spcBef>
                <a:spcPts val="265"/>
              </a:spcBef>
              <a:buClr>
                <a:srgbClr val="739704"/>
              </a:buClr>
              <a:buSzPct val="65000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>
                <a:cs typeface="Arial MT"/>
              </a:rPr>
              <a:t>Transfer</a:t>
            </a:r>
            <a:r>
              <a:rPr dirty="0" spc="-70">
                <a:cs typeface="Arial MT"/>
              </a:rPr>
              <a:t> </a:t>
            </a:r>
            <a:r>
              <a:rPr dirty="0" spc="-5">
                <a:cs typeface="Arial MT"/>
              </a:rPr>
              <a:t>of</a:t>
            </a:r>
            <a:r>
              <a:rPr dirty="0" spc="-10">
                <a:cs typeface="Arial MT"/>
              </a:rPr>
              <a:t> </a:t>
            </a:r>
            <a:r>
              <a:rPr dirty="0">
                <a:cs typeface="Arial MT"/>
              </a:rPr>
              <a:t>data </a:t>
            </a:r>
            <a:r>
              <a:rPr dirty="0" spc="5">
                <a:cs typeface="Arial MT"/>
              </a:rPr>
              <a:t>from</a:t>
            </a:r>
            <a:r>
              <a:rPr dirty="0" spc="-65">
                <a:cs typeface="Arial MT"/>
              </a:rPr>
              <a:t> </a:t>
            </a:r>
            <a:r>
              <a:rPr dirty="0" spc="-5">
                <a:cs typeface="Arial MT"/>
              </a:rPr>
              <a:t>one or</a:t>
            </a:r>
            <a:r>
              <a:rPr dirty="0" spc="5">
                <a:cs typeface="Arial MT"/>
              </a:rPr>
              <a:t> more</a:t>
            </a:r>
            <a:r>
              <a:rPr dirty="0" spc="-45">
                <a:cs typeface="Arial MT"/>
              </a:rPr>
              <a:t> </a:t>
            </a:r>
            <a:r>
              <a:rPr dirty="0" spc="-5">
                <a:cs typeface="Arial MT"/>
              </a:rPr>
              <a:t>sources</a:t>
            </a:r>
            <a:r>
              <a:rPr dirty="0" spc="10">
                <a:cs typeface="Arial MT"/>
              </a:rPr>
              <a:t> </a:t>
            </a:r>
            <a:r>
              <a:rPr dirty="0" spc="5">
                <a:cs typeface="Arial MT"/>
              </a:rPr>
              <a:t>to</a:t>
            </a:r>
            <a:r>
              <a:rPr dirty="0" spc="-5">
                <a:cs typeface="Arial MT"/>
              </a:rPr>
              <a:t> one</a:t>
            </a:r>
            <a:r>
              <a:rPr dirty="0">
                <a:cs typeface="Arial MT"/>
              </a:rPr>
              <a:t> </a:t>
            </a:r>
            <a:r>
              <a:rPr dirty="0" spc="-5">
                <a:cs typeface="Arial MT"/>
              </a:rPr>
              <a:t>or</a:t>
            </a:r>
            <a:r>
              <a:rPr dirty="0" spc="-15">
                <a:cs typeface="Arial MT"/>
              </a:rPr>
              <a:t> </a:t>
            </a:r>
            <a:r>
              <a:rPr dirty="0" spc="5">
                <a:cs typeface="Arial MT"/>
              </a:rPr>
              <a:t>more </a:t>
            </a:r>
            <a:r>
              <a:rPr dirty="0" spc="-265">
                <a:cs typeface="Arial MT"/>
              </a:rPr>
              <a:t> </a:t>
            </a:r>
            <a:r>
              <a:rPr dirty="0" spc="-5">
                <a:cs typeface="Arial MT"/>
              </a:rPr>
              <a:t>destinations.</a:t>
            </a:r>
            <a:endParaRPr dirty="0">
              <a:cs typeface="Arial MT"/>
            </a:endParaRPr>
          </a:p>
          <a:p>
            <a:pPr indent="-222885" marL="731520">
              <a:lnSpc>
                <a:spcPct val="100000"/>
              </a:lnSpc>
              <a:spcBef>
                <a:spcPts val="120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730885"/>
                <a:tab algn="l" pos="731520"/>
              </a:tabLst>
            </a:pPr>
            <a:r>
              <a:rPr b="1" dirty="0" sz="2400" spc="-5">
                <a:cs typeface="Arial"/>
              </a:rPr>
              <a:t>Computer</a:t>
            </a:r>
            <a:r>
              <a:rPr b="1" dirty="0" sz="2400" spc="-55">
                <a:cs typeface="Arial"/>
              </a:rPr>
              <a:t> </a:t>
            </a:r>
            <a:r>
              <a:rPr b="1" dirty="0" sz="2400" spc="-5">
                <a:cs typeface="Arial"/>
              </a:rPr>
              <a:t>Network</a:t>
            </a:r>
            <a:endParaRPr dirty="0" sz="2400">
              <a:cs typeface="Arial"/>
            </a:endParaRPr>
          </a:p>
          <a:p>
            <a:pPr indent="-219710" lvl="1" marL="953769" marR="507365">
              <a:lnSpc>
                <a:spcPct val="100000"/>
              </a:lnSpc>
              <a:spcBef>
                <a:spcPts val="260"/>
              </a:spcBef>
              <a:buClr>
                <a:srgbClr val="739704"/>
              </a:buClr>
              <a:buSzPct val="65000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 spc="5">
                <a:cs typeface="Arial MT"/>
              </a:rPr>
              <a:t>A </a:t>
            </a:r>
            <a:r>
              <a:rPr dirty="0" spc="-5">
                <a:cs typeface="Arial MT"/>
              </a:rPr>
              <a:t>network of </a:t>
            </a:r>
            <a:r>
              <a:rPr dirty="0">
                <a:cs typeface="Arial MT"/>
              </a:rPr>
              <a:t>data </a:t>
            </a:r>
            <a:r>
              <a:rPr dirty="0" spc="-5">
                <a:cs typeface="Arial MT"/>
              </a:rPr>
              <a:t>processing nodes that </a:t>
            </a:r>
            <a:r>
              <a:rPr dirty="0">
                <a:cs typeface="Arial MT"/>
              </a:rPr>
              <a:t>are </a:t>
            </a:r>
            <a:r>
              <a:rPr dirty="0" spc="5">
                <a:cs typeface="Arial MT"/>
              </a:rPr>
              <a:t> </a:t>
            </a:r>
            <a:r>
              <a:rPr dirty="0">
                <a:cs typeface="Arial MT"/>
              </a:rPr>
              <a:t>interconnected</a:t>
            </a:r>
            <a:r>
              <a:rPr dirty="0" spc="-50">
                <a:cs typeface="Arial MT"/>
              </a:rPr>
              <a:t> </a:t>
            </a:r>
            <a:r>
              <a:rPr dirty="0" spc="5">
                <a:cs typeface="Arial MT"/>
              </a:rPr>
              <a:t>for</a:t>
            </a:r>
            <a:r>
              <a:rPr dirty="0" spc="-45">
                <a:cs typeface="Arial MT"/>
              </a:rPr>
              <a:t> </a:t>
            </a:r>
            <a:r>
              <a:rPr dirty="0">
                <a:cs typeface="Arial MT"/>
              </a:rPr>
              <a:t>the</a:t>
            </a:r>
            <a:r>
              <a:rPr dirty="0" spc="-30">
                <a:cs typeface="Arial MT"/>
              </a:rPr>
              <a:t> </a:t>
            </a:r>
            <a:r>
              <a:rPr dirty="0" spc="-10">
                <a:cs typeface="Arial MT"/>
              </a:rPr>
              <a:t>purpose</a:t>
            </a:r>
            <a:r>
              <a:rPr dirty="0" spc="15">
                <a:cs typeface="Arial MT"/>
              </a:rPr>
              <a:t> </a:t>
            </a:r>
            <a:r>
              <a:rPr dirty="0" spc="-5">
                <a:cs typeface="Arial MT"/>
              </a:rPr>
              <a:t>of</a:t>
            </a:r>
            <a:r>
              <a:rPr dirty="0" spc="-15">
                <a:cs typeface="Arial MT"/>
              </a:rPr>
              <a:t> </a:t>
            </a:r>
            <a:r>
              <a:rPr dirty="0">
                <a:cs typeface="Arial MT"/>
              </a:rPr>
              <a:t>data</a:t>
            </a:r>
            <a:r>
              <a:rPr dirty="0" spc="-30">
                <a:cs typeface="Arial MT"/>
              </a:rPr>
              <a:t> </a:t>
            </a:r>
            <a:r>
              <a:rPr dirty="0" spc="5">
                <a:cs typeface="Arial MT"/>
              </a:rPr>
              <a:t>communication.</a:t>
            </a:r>
            <a:r>
              <a:rPr dirty="0" sz="2400">
                <a:cs typeface="Arial MT"/>
              </a:rPr>
              <a:t>	</a:t>
            </a:r>
            <a:r>
              <a:rPr dirty="0" sz="500">
                <a:latin typeface="Arial MT"/>
                <a:cs typeface="Arial MT"/>
              </a:rPr>
              <a:t>5</a:t>
            </a:r>
          </a:p>
        </p:txBody>
      </p:sp>
    </p:spTree>
  </p:cSld>
  <p:clrMapOvr>
    <a:masterClrMapping/>
  </p:clrMapOvr>
  <p:timing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1" name="Content Placeholder 1"/>
          <p:cNvSpPr>
            <a:spLocks noGrp="1"/>
          </p:cNvSpPr>
          <p:nvPr>
            <p:ph idx="1"/>
          </p:nvPr>
        </p:nvSpPr>
        <p:spPr/>
        <p:txBody>
          <a:bodyPr/>
          <a:p>
            <a:pPr indent="0" marL="130175">
              <a:buNone/>
            </a:pPr>
            <a:r>
              <a:rPr dirty="0" sz="2800" lang="en-US" spc="-15">
                <a:latin typeface="Arial MT"/>
                <a:cs typeface="Arial MT"/>
              </a:rPr>
              <a:t>	Message,</a:t>
            </a:r>
            <a:r>
              <a:rPr dirty="0" sz="2800" lang="en-US" spc="80">
                <a:latin typeface="Arial MT"/>
                <a:cs typeface="Arial MT"/>
              </a:rPr>
              <a:t> </a:t>
            </a:r>
            <a:r>
              <a:rPr dirty="0" sz="2800" lang="en-US" spc="-15">
                <a:latin typeface="Arial MT"/>
                <a:cs typeface="Arial MT"/>
              </a:rPr>
              <a:t>Sender,</a:t>
            </a:r>
            <a:r>
              <a:rPr dirty="0" sz="2800" lang="en-US" spc="35">
                <a:latin typeface="Arial MT"/>
                <a:cs typeface="Arial MT"/>
              </a:rPr>
              <a:t> </a:t>
            </a:r>
            <a:r>
              <a:rPr dirty="0" sz="2800" lang="en-US" spc="-10">
                <a:latin typeface="Arial MT"/>
                <a:cs typeface="Arial MT"/>
              </a:rPr>
              <a:t>Receiver,</a:t>
            </a:r>
            <a:r>
              <a:rPr dirty="0" sz="2800" lang="en-US" spc="55">
                <a:latin typeface="Arial MT"/>
                <a:cs typeface="Arial MT"/>
              </a:rPr>
              <a:t> </a:t>
            </a:r>
            <a:r>
              <a:rPr dirty="0" sz="2800" lang="en-US" spc="-15">
                <a:latin typeface="Arial MT"/>
                <a:cs typeface="Arial MT"/>
              </a:rPr>
              <a:t>Medium,</a:t>
            </a:r>
            <a:r>
              <a:rPr dirty="0" sz="2800" lang="en-US" spc="85">
                <a:latin typeface="Arial MT"/>
                <a:cs typeface="Arial MT"/>
              </a:rPr>
              <a:t> </a:t>
            </a:r>
            <a:r>
              <a:rPr dirty="0" sz="2800" lang="en-US" spc="-10">
                <a:latin typeface="Arial MT"/>
                <a:cs typeface="Arial MT"/>
              </a:rPr>
              <a:t>Protocol</a:t>
            </a:r>
          </a:p>
          <a:p>
            <a:endParaRPr dirty="0" lang="en-US" spc="-10">
              <a:latin typeface="Arial MT"/>
            </a:endParaRPr>
          </a:p>
          <a:p>
            <a:endParaRPr dirty="0" lang="en-US"/>
          </a:p>
        </p:txBody>
      </p:sp>
      <p:sp>
        <p:nvSpPr>
          <p:cNvPr id="1048622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10</a:t>
            </a:fld>
            <a:endParaRPr dirty="0" lang="en-US"/>
          </a:p>
        </p:txBody>
      </p:sp>
      <p:sp>
        <p:nvSpPr>
          <p:cNvPr id="1048623" name="object 12"/>
          <p:cNvSpPr txBox="1">
            <a:spLocks noGrp="1"/>
          </p:cNvSpPr>
          <p:nvPr>
            <p:ph type="title"/>
          </p:nvPr>
        </p:nvSpPr>
        <p:spPr>
          <a:xfrm>
            <a:off x="1169514" y="315213"/>
            <a:ext cx="10858390" cy="876935"/>
          </a:xfrm>
          <a:prstGeom prst="rect"/>
        </p:spPr>
        <p:txBody>
          <a:bodyPr bIns="0" lIns="0" rIns="0" rtlCol="0" tIns="11430" vert="horz" wrap="square">
            <a:spAutoFit/>
          </a:bodyPr>
          <a:p>
            <a:pPr marL="499745" marR="1461770">
              <a:lnSpc>
                <a:spcPct val="100000"/>
              </a:lnSpc>
              <a:spcBef>
                <a:spcPts val="90"/>
              </a:spcBef>
            </a:pPr>
            <a:r>
              <a:rPr dirty="0" sz="4000"/>
              <a:t>Components of data communication system</a:t>
            </a: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dirty="0" sz="1800">
              <a:latin typeface="Arial MT"/>
              <a:cs typeface="Arial MT"/>
            </a:endParaRPr>
          </a:p>
        </p:txBody>
      </p:sp>
      <p:grpSp>
        <p:nvGrpSpPr>
          <p:cNvPr id="120" name="Group 24"/>
          <p:cNvGrpSpPr/>
          <p:nvPr/>
        </p:nvGrpSpPr>
        <p:grpSpPr>
          <a:xfrm>
            <a:off x="2022200" y="2623839"/>
            <a:ext cx="8607699" cy="3613695"/>
            <a:chOff x="1722120" y="6947407"/>
            <a:chExt cx="4087495" cy="1835277"/>
          </a:xfrm>
        </p:grpSpPr>
        <p:grpSp>
          <p:nvGrpSpPr>
            <p:cNvPr id="121" name="object 15"/>
            <p:cNvGrpSpPr/>
            <p:nvPr/>
          </p:nvGrpSpPr>
          <p:grpSpPr>
            <a:xfrm>
              <a:off x="1722120" y="6947407"/>
              <a:ext cx="4087495" cy="1569085"/>
              <a:chOff x="1722120" y="6947407"/>
              <a:chExt cx="4087495" cy="1569085"/>
            </a:xfrm>
          </p:grpSpPr>
          <p:pic>
            <p:nvPicPr>
              <p:cNvPr id="2097155" name="object 16"/>
              <p:cNvPicPr>
                <a:picLocks/>
              </p:cNvPicPr>
              <p:nvPr/>
            </p:nvPicPr>
            <p:blipFill>
              <a:blip xmlns:r="http://schemas.openxmlformats.org/officeDocument/2006/relationships" r:embed="rId1" cstate="print"/>
              <a:stretch>
                <a:fillRect/>
              </a:stretch>
            </p:blipFill>
            <p:spPr>
              <a:xfrm>
                <a:off x="1722120" y="6947407"/>
                <a:ext cx="4087367" cy="1569052"/>
              </a:xfrm>
              <a:prstGeom prst="rect"/>
            </p:spPr>
          </p:pic>
          <p:pic>
            <p:nvPicPr>
              <p:cNvPr id="2097156" name="object 17"/>
              <p:cNvPicPr>
                <a:picLocks/>
              </p:cNvPicPr>
              <p:nvPr/>
            </p:nvPicPr>
            <p:blipFill>
              <a:blip xmlns:r="http://schemas.openxmlformats.org/officeDocument/2006/relationships" r:embed="rId2" cstate="print"/>
              <a:stretch>
                <a:fillRect/>
              </a:stretch>
            </p:blipFill>
            <p:spPr>
              <a:xfrm>
                <a:off x="2231136" y="7023607"/>
                <a:ext cx="1167384" cy="688847"/>
              </a:xfrm>
              <a:prstGeom prst="rect"/>
            </p:spPr>
          </p:pic>
          <p:sp>
            <p:nvSpPr>
              <p:cNvPr id="1048624" name="object 18"/>
              <p:cNvSpPr/>
              <p:nvPr/>
            </p:nvSpPr>
            <p:spPr>
              <a:xfrm>
                <a:off x="2209800" y="7020559"/>
                <a:ext cx="1195070" cy="701040"/>
              </a:xfrm>
              <a:custGeom>
                <a:avLst/>
                <a:ahLst/>
                <a:rect l="l" t="t" r="r" b="b"/>
                <a:pathLst>
                  <a:path w="1195070" h="701040">
                    <a:moveTo>
                      <a:pt x="332231" y="496824"/>
                    </a:moveTo>
                    <a:lnTo>
                      <a:pt x="0" y="701040"/>
                    </a:lnTo>
                    <a:lnTo>
                      <a:pt x="23495" y="693167"/>
                    </a:lnTo>
                    <a:lnTo>
                      <a:pt x="21336" y="688848"/>
                    </a:lnTo>
                    <a:lnTo>
                      <a:pt x="49811" y="679202"/>
                    </a:lnTo>
                    <a:lnTo>
                      <a:pt x="334576" y="502920"/>
                    </a:lnTo>
                    <a:lnTo>
                      <a:pt x="332231" y="502920"/>
                    </a:lnTo>
                    <a:lnTo>
                      <a:pt x="332231" y="496824"/>
                    </a:lnTo>
                    <a:close/>
                  </a:path>
                  <a:path w="1195070" h="701040">
                    <a:moveTo>
                      <a:pt x="31686" y="690423"/>
                    </a:moveTo>
                    <a:lnTo>
                      <a:pt x="23495" y="693167"/>
                    </a:lnTo>
                    <a:lnTo>
                      <a:pt x="24383" y="694944"/>
                    </a:lnTo>
                    <a:lnTo>
                      <a:pt x="31686" y="690423"/>
                    </a:lnTo>
                    <a:close/>
                  </a:path>
                  <a:path w="1195070" h="701040">
                    <a:moveTo>
                      <a:pt x="49811" y="679202"/>
                    </a:moveTo>
                    <a:lnTo>
                      <a:pt x="21336" y="688848"/>
                    </a:lnTo>
                    <a:lnTo>
                      <a:pt x="23495" y="693167"/>
                    </a:lnTo>
                    <a:lnTo>
                      <a:pt x="31686" y="690423"/>
                    </a:lnTo>
                    <a:lnTo>
                      <a:pt x="49811" y="679202"/>
                    </a:lnTo>
                    <a:close/>
                  </a:path>
                  <a:path w="1195070" h="701040">
                    <a:moveTo>
                      <a:pt x="1185672" y="496824"/>
                    </a:moveTo>
                    <a:lnTo>
                      <a:pt x="588263" y="496824"/>
                    </a:lnTo>
                    <a:lnTo>
                      <a:pt x="49811" y="679202"/>
                    </a:lnTo>
                    <a:lnTo>
                      <a:pt x="31686" y="690423"/>
                    </a:lnTo>
                    <a:lnTo>
                      <a:pt x="591312" y="502920"/>
                    </a:lnTo>
                    <a:lnTo>
                      <a:pt x="1194815" y="502920"/>
                    </a:lnTo>
                    <a:lnTo>
                      <a:pt x="1194815" y="499872"/>
                    </a:lnTo>
                    <a:lnTo>
                      <a:pt x="1185672" y="499872"/>
                    </a:lnTo>
                    <a:lnTo>
                      <a:pt x="1185672" y="496824"/>
                    </a:lnTo>
                    <a:close/>
                  </a:path>
                  <a:path w="1195070" h="701040">
                    <a:moveTo>
                      <a:pt x="1194815" y="0"/>
                    </a:moveTo>
                    <a:lnTo>
                      <a:pt x="158495" y="0"/>
                    </a:lnTo>
                    <a:lnTo>
                      <a:pt x="158495" y="502920"/>
                    </a:lnTo>
                    <a:lnTo>
                      <a:pt x="322314" y="502920"/>
                    </a:lnTo>
                    <a:lnTo>
                      <a:pt x="327273" y="499872"/>
                    </a:lnTo>
                    <a:lnTo>
                      <a:pt x="164592" y="499872"/>
                    </a:lnTo>
                    <a:lnTo>
                      <a:pt x="161544" y="496824"/>
                    </a:lnTo>
                    <a:lnTo>
                      <a:pt x="164592" y="496824"/>
                    </a:lnTo>
                    <a:lnTo>
                      <a:pt x="164592" y="9144"/>
                    </a:lnTo>
                    <a:lnTo>
                      <a:pt x="161544" y="9144"/>
                    </a:lnTo>
                    <a:lnTo>
                      <a:pt x="164592" y="3048"/>
                    </a:lnTo>
                    <a:lnTo>
                      <a:pt x="1194815" y="3048"/>
                    </a:lnTo>
                    <a:lnTo>
                      <a:pt x="1194815" y="0"/>
                    </a:lnTo>
                    <a:close/>
                  </a:path>
                  <a:path w="1195070" h="701040">
                    <a:moveTo>
                      <a:pt x="344424" y="496824"/>
                    </a:moveTo>
                    <a:lnTo>
                      <a:pt x="332231" y="496824"/>
                    </a:lnTo>
                    <a:lnTo>
                      <a:pt x="332231" y="502920"/>
                    </a:lnTo>
                    <a:lnTo>
                      <a:pt x="334576" y="502920"/>
                    </a:lnTo>
                    <a:lnTo>
                      <a:pt x="344424" y="496824"/>
                    </a:lnTo>
                    <a:close/>
                  </a:path>
                  <a:path w="1195070" h="701040">
                    <a:moveTo>
                      <a:pt x="164592" y="496824"/>
                    </a:moveTo>
                    <a:lnTo>
                      <a:pt x="161544" y="496824"/>
                    </a:lnTo>
                    <a:lnTo>
                      <a:pt x="164592" y="499872"/>
                    </a:lnTo>
                    <a:lnTo>
                      <a:pt x="164592" y="496824"/>
                    </a:lnTo>
                    <a:close/>
                  </a:path>
                  <a:path w="1195070" h="701040">
                    <a:moveTo>
                      <a:pt x="332231" y="496824"/>
                    </a:moveTo>
                    <a:lnTo>
                      <a:pt x="164592" y="496824"/>
                    </a:lnTo>
                    <a:lnTo>
                      <a:pt x="164592" y="499872"/>
                    </a:lnTo>
                    <a:lnTo>
                      <a:pt x="327273" y="499872"/>
                    </a:lnTo>
                    <a:lnTo>
                      <a:pt x="332231" y="496824"/>
                    </a:lnTo>
                    <a:close/>
                  </a:path>
                  <a:path w="1195070" h="701040">
                    <a:moveTo>
                      <a:pt x="1185672" y="3048"/>
                    </a:moveTo>
                    <a:lnTo>
                      <a:pt x="1185672" y="499872"/>
                    </a:lnTo>
                    <a:lnTo>
                      <a:pt x="1188720" y="496824"/>
                    </a:lnTo>
                    <a:lnTo>
                      <a:pt x="1194815" y="496824"/>
                    </a:lnTo>
                    <a:lnTo>
                      <a:pt x="1194815" y="9144"/>
                    </a:lnTo>
                    <a:lnTo>
                      <a:pt x="1188720" y="9144"/>
                    </a:lnTo>
                    <a:lnTo>
                      <a:pt x="1185672" y="3048"/>
                    </a:lnTo>
                    <a:close/>
                  </a:path>
                  <a:path w="1195070" h="701040">
                    <a:moveTo>
                      <a:pt x="1194815" y="496824"/>
                    </a:moveTo>
                    <a:lnTo>
                      <a:pt x="1188720" y="496824"/>
                    </a:lnTo>
                    <a:lnTo>
                      <a:pt x="1185672" y="499872"/>
                    </a:lnTo>
                    <a:lnTo>
                      <a:pt x="1194815" y="499872"/>
                    </a:lnTo>
                    <a:lnTo>
                      <a:pt x="1194815" y="496824"/>
                    </a:lnTo>
                    <a:close/>
                  </a:path>
                  <a:path w="1195070" h="701040">
                    <a:moveTo>
                      <a:pt x="164592" y="3048"/>
                    </a:moveTo>
                    <a:lnTo>
                      <a:pt x="161544" y="9144"/>
                    </a:lnTo>
                    <a:lnTo>
                      <a:pt x="164592" y="9144"/>
                    </a:lnTo>
                    <a:lnTo>
                      <a:pt x="164592" y="3048"/>
                    </a:lnTo>
                    <a:close/>
                  </a:path>
                  <a:path w="1195070" h="701040">
                    <a:moveTo>
                      <a:pt x="1185672" y="3048"/>
                    </a:moveTo>
                    <a:lnTo>
                      <a:pt x="164592" y="3048"/>
                    </a:lnTo>
                    <a:lnTo>
                      <a:pt x="164592" y="9144"/>
                    </a:lnTo>
                    <a:lnTo>
                      <a:pt x="1185672" y="9144"/>
                    </a:lnTo>
                    <a:lnTo>
                      <a:pt x="1185672" y="3048"/>
                    </a:lnTo>
                    <a:close/>
                  </a:path>
                  <a:path w="1195070" h="701040">
                    <a:moveTo>
                      <a:pt x="1194815" y="3048"/>
                    </a:moveTo>
                    <a:lnTo>
                      <a:pt x="1185672" y="3048"/>
                    </a:lnTo>
                    <a:lnTo>
                      <a:pt x="1188720" y="9144"/>
                    </a:lnTo>
                    <a:lnTo>
                      <a:pt x="1194815" y="9144"/>
                    </a:lnTo>
                    <a:lnTo>
                      <a:pt x="1194815" y="3048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bIns="0" lIns="0" rIns="0" rtlCol="0" tIns="0" wrap="square"/>
              <a:p/>
            </p:txBody>
          </p:sp>
        </p:grpSp>
        <p:sp>
          <p:nvSpPr>
            <p:cNvPr id="1048625" name="object 19"/>
            <p:cNvSpPr txBox="1"/>
            <p:nvPr/>
          </p:nvSpPr>
          <p:spPr>
            <a:xfrm>
              <a:off x="2441448" y="7029197"/>
              <a:ext cx="895985" cy="316691"/>
            </a:xfrm>
            <a:prstGeom prst="rect"/>
          </p:spPr>
          <p:txBody>
            <a:bodyPr bIns="0" lIns="0" rIns="0" rtlCol="0" tIns="13970" vert="horz" wrap="square">
              <a:spAutoFit/>
            </a:bodyPr>
            <a:p>
              <a:pPr algn="ctr" marR="5080">
                <a:lnSpc>
                  <a:spcPct val="100000"/>
                </a:lnSpc>
                <a:spcBef>
                  <a:spcPts val="110"/>
                </a:spcBef>
              </a:pPr>
              <a:r>
                <a:rPr dirty="0" sz="1400" spc="5">
                  <a:latin typeface="Arial MT"/>
                  <a:cs typeface="Arial MT"/>
                </a:rPr>
                <a:t>A</a:t>
              </a:r>
              <a:r>
                <a:rPr dirty="0" sz="1400" spc="-90">
                  <a:latin typeface="Arial MT"/>
                  <a:cs typeface="Arial MT"/>
                </a:rPr>
                <a:t> </a:t>
              </a:r>
              <a:r>
                <a:rPr dirty="0" sz="1400" spc="5">
                  <a:latin typeface="Arial MT"/>
                  <a:cs typeface="Arial MT"/>
                </a:rPr>
                <a:t>s</a:t>
              </a:r>
              <a:r>
                <a:rPr dirty="0" sz="1400" spc="-25">
                  <a:latin typeface="Arial MT"/>
                  <a:cs typeface="Arial MT"/>
                </a:rPr>
                <a:t>e</a:t>
              </a:r>
              <a:r>
                <a:rPr dirty="0" sz="1400">
                  <a:latin typeface="Arial MT"/>
                  <a:cs typeface="Arial MT"/>
                </a:rPr>
                <a:t>t</a:t>
              </a:r>
              <a:r>
                <a:rPr dirty="0" sz="1400" spc="20">
                  <a:latin typeface="Arial MT"/>
                  <a:cs typeface="Arial MT"/>
                </a:rPr>
                <a:t> </a:t>
              </a:r>
              <a:r>
                <a:rPr dirty="0" sz="1400">
                  <a:latin typeface="Arial MT"/>
                  <a:cs typeface="Arial MT"/>
                </a:rPr>
                <a:t>of</a:t>
              </a:r>
              <a:r>
                <a:rPr dirty="0" sz="1400" spc="-25">
                  <a:latin typeface="Arial MT"/>
                  <a:cs typeface="Arial MT"/>
                </a:rPr>
                <a:t> </a:t>
              </a:r>
              <a:r>
                <a:rPr dirty="0" sz="1400" spc="5">
                  <a:latin typeface="Arial MT"/>
                  <a:cs typeface="Arial MT"/>
                </a:rPr>
                <a:t>r</a:t>
              </a:r>
              <a:r>
                <a:rPr dirty="0" sz="1400">
                  <a:latin typeface="Arial MT"/>
                  <a:cs typeface="Arial MT"/>
                </a:rPr>
                <a:t>u</a:t>
              </a:r>
              <a:r>
                <a:rPr dirty="0" sz="1400" spc="10">
                  <a:latin typeface="Arial MT"/>
                  <a:cs typeface="Arial MT"/>
                </a:rPr>
                <a:t>l</a:t>
              </a:r>
              <a:r>
                <a:rPr dirty="0" sz="1400" spc="-25">
                  <a:latin typeface="Arial MT"/>
                  <a:cs typeface="Arial MT"/>
                </a:rPr>
                <a:t>e</a:t>
              </a:r>
              <a:r>
                <a:rPr dirty="0" sz="1400" spc="5">
                  <a:latin typeface="Arial MT"/>
                  <a:cs typeface="Arial MT"/>
                </a:rPr>
                <a:t>s</a:t>
              </a:r>
              <a:r>
                <a:rPr dirty="0" sz="1400" spc="-10">
                  <a:latin typeface="Arial MT"/>
                  <a:cs typeface="Arial MT"/>
                </a:rPr>
                <a:t> </a:t>
              </a:r>
              <a:r>
                <a:rPr dirty="0" sz="1400" spc="10">
                  <a:latin typeface="Arial MT"/>
                  <a:cs typeface="Arial MT"/>
                </a:rPr>
                <a:t>t</a:t>
              </a:r>
              <a:r>
                <a:rPr dirty="0" sz="1400">
                  <a:latin typeface="Arial MT"/>
                  <a:cs typeface="Arial MT"/>
                </a:rPr>
                <a:t>hat  governs </a:t>
              </a:r>
              <a:r>
                <a:rPr dirty="0" sz="1400" spc="5">
                  <a:latin typeface="Arial MT"/>
                  <a:cs typeface="Arial MT"/>
                </a:rPr>
                <a:t>data </a:t>
              </a:r>
              <a:r>
                <a:rPr dirty="0" sz="1400" spc="10">
                  <a:latin typeface="Arial MT"/>
                  <a:cs typeface="Arial MT"/>
                </a:rPr>
                <a:t> </a:t>
              </a:r>
              <a:r>
                <a:rPr dirty="0" sz="1400">
                  <a:latin typeface="Arial MT"/>
                  <a:cs typeface="Arial MT"/>
                </a:rPr>
                <a:t>communication</a:t>
              </a:r>
            </a:p>
          </p:txBody>
        </p:sp>
        <p:grpSp>
          <p:nvGrpSpPr>
            <p:cNvPr id="122" name="object 20"/>
            <p:cNvGrpSpPr/>
            <p:nvPr/>
          </p:nvGrpSpPr>
          <p:grpSpPr>
            <a:xfrm>
              <a:off x="3794759" y="8315959"/>
              <a:ext cx="1323340" cy="466725"/>
              <a:chOff x="3794759" y="8315959"/>
              <a:chExt cx="1323340" cy="466725"/>
            </a:xfrm>
          </p:grpSpPr>
          <p:pic>
            <p:nvPicPr>
              <p:cNvPr id="2097157" name="object 21"/>
              <p:cNvPicPr>
                <a:picLocks/>
              </p:cNvPicPr>
              <p:nvPr/>
            </p:nvPicPr>
            <p:blipFill>
              <a:blip xmlns:r="http://schemas.openxmlformats.org/officeDocument/2006/relationships" r:embed="rId3" cstate="print"/>
              <a:stretch>
                <a:fillRect/>
              </a:stretch>
            </p:blipFill>
            <p:spPr>
              <a:xfrm>
                <a:off x="3813047" y="8319007"/>
                <a:ext cx="1301496" cy="457200"/>
              </a:xfrm>
              <a:prstGeom prst="rect"/>
            </p:spPr>
          </p:pic>
          <p:sp>
            <p:nvSpPr>
              <p:cNvPr id="1048626" name="object 22"/>
              <p:cNvSpPr/>
              <p:nvPr/>
            </p:nvSpPr>
            <p:spPr>
              <a:xfrm>
                <a:off x="3794759" y="8315959"/>
                <a:ext cx="1323340" cy="466725"/>
              </a:xfrm>
              <a:custGeom>
                <a:avLst/>
                <a:ahLst/>
                <a:rect l="l" t="t" r="r" b="b"/>
                <a:pathLst>
                  <a:path w="1323339" h="466725">
                    <a:moveTo>
                      <a:pt x="286512" y="196323"/>
                    </a:moveTo>
                    <a:lnTo>
                      <a:pt x="286512" y="387096"/>
                    </a:lnTo>
                    <a:lnTo>
                      <a:pt x="289560" y="402336"/>
                    </a:lnTo>
                    <a:lnTo>
                      <a:pt x="310895" y="441960"/>
                    </a:lnTo>
                    <a:lnTo>
                      <a:pt x="350519" y="463296"/>
                    </a:lnTo>
                    <a:lnTo>
                      <a:pt x="365760" y="466344"/>
                    </a:lnTo>
                    <a:lnTo>
                      <a:pt x="1243584" y="466344"/>
                    </a:lnTo>
                    <a:lnTo>
                      <a:pt x="1258824" y="463296"/>
                    </a:lnTo>
                    <a:lnTo>
                      <a:pt x="1274063" y="457200"/>
                    </a:lnTo>
                    <a:lnTo>
                      <a:pt x="353567" y="457200"/>
                    </a:lnTo>
                    <a:lnTo>
                      <a:pt x="338327" y="454152"/>
                    </a:lnTo>
                    <a:lnTo>
                      <a:pt x="326136" y="445008"/>
                    </a:lnTo>
                    <a:lnTo>
                      <a:pt x="307848" y="426720"/>
                    </a:lnTo>
                    <a:lnTo>
                      <a:pt x="298703" y="414528"/>
                    </a:lnTo>
                    <a:lnTo>
                      <a:pt x="295655" y="399288"/>
                    </a:lnTo>
                    <a:lnTo>
                      <a:pt x="295655" y="198120"/>
                    </a:lnTo>
                    <a:lnTo>
                      <a:pt x="289560" y="198120"/>
                    </a:lnTo>
                    <a:lnTo>
                      <a:pt x="286512" y="196323"/>
                    </a:lnTo>
                    <a:close/>
                  </a:path>
                  <a:path w="1323339" h="466725">
                    <a:moveTo>
                      <a:pt x="1322831" y="79248"/>
                    </a:moveTo>
                    <a:lnTo>
                      <a:pt x="1316736" y="79248"/>
                    </a:lnTo>
                    <a:lnTo>
                      <a:pt x="1316736" y="384048"/>
                    </a:lnTo>
                    <a:lnTo>
                      <a:pt x="1310639" y="414528"/>
                    </a:lnTo>
                    <a:lnTo>
                      <a:pt x="1304543" y="426720"/>
                    </a:lnTo>
                    <a:lnTo>
                      <a:pt x="1295400" y="435864"/>
                    </a:lnTo>
                    <a:lnTo>
                      <a:pt x="1271015" y="454152"/>
                    </a:lnTo>
                    <a:lnTo>
                      <a:pt x="1258824" y="457200"/>
                    </a:lnTo>
                    <a:lnTo>
                      <a:pt x="1274063" y="457200"/>
                    </a:lnTo>
                    <a:lnTo>
                      <a:pt x="1289303" y="451104"/>
                    </a:lnTo>
                    <a:lnTo>
                      <a:pt x="1310639" y="429768"/>
                    </a:lnTo>
                    <a:lnTo>
                      <a:pt x="1316736" y="417576"/>
                    </a:lnTo>
                    <a:lnTo>
                      <a:pt x="1322831" y="387096"/>
                    </a:lnTo>
                    <a:lnTo>
                      <a:pt x="1322831" y="79248"/>
                    </a:lnTo>
                    <a:close/>
                  </a:path>
                  <a:path w="1323339" h="466725">
                    <a:moveTo>
                      <a:pt x="286512" y="195072"/>
                    </a:moveTo>
                    <a:lnTo>
                      <a:pt x="286512" y="196323"/>
                    </a:lnTo>
                    <a:lnTo>
                      <a:pt x="289560" y="198120"/>
                    </a:lnTo>
                    <a:lnTo>
                      <a:pt x="286512" y="195072"/>
                    </a:lnTo>
                    <a:close/>
                  </a:path>
                  <a:path w="1323339" h="466725">
                    <a:moveTo>
                      <a:pt x="295655" y="195072"/>
                    </a:moveTo>
                    <a:lnTo>
                      <a:pt x="286512" y="195072"/>
                    </a:lnTo>
                    <a:lnTo>
                      <a:pt x="289560" y="198120"/>
                    </a:lnTo>
                    <a:lnTo>
                      <a:pt x="295655" y="198120"/>
                    </a:lnTo>
                    <a:lnTo>
                      <a:pt x="295655" y="195072"/>
                    </a:lnTo>
                    <a:close/>
                  </a:path>
                  <a:path w="1323339" h="466725">
                    <a:moveTo>
                      <a:pt x="0" y="27432"/>
                    </a:moveTo>
                    <a:lnTo>
                      <a:pt x="286512" y="196323"/>
                    </a:lnTo>
                    <a:lnTo>
                      <a:pt x="286512" y="195072"/>
                    </a:lnTo>
                    <a:lnTo>
                      <a:pt x="295655" y="195072"/>
                    </a:lnTo>
                    <a:lnTo>
                      <a:pt x="295655" y="192024"/>
                    </a:lnTo>
                    <a:lnTo>
                      <a:pt x="26030" y="37952"/>
                    </a:lnTo>
                    <a:lnTo>
                      <a:pt x="18287" y="36576"/>
                    </a:lnTo>
                    <a:lnTo>
                      <a:pt x="18287" y="33528"/>
                    </a:lnTo>
                    <a:lnTo>
                      <a:pt x="36575" y="33528"/>
                    </a:lnTo>
                    <a:lnTo>
                      <a:pt x="0" y="27432"/>
                    </a:lnTo>
                    <a:close/>
                  </a:path>
                  <a:path w="1323339" h="466725">
                    <a:moveTo>
                      <a:pt x="36575" y="33528"/>
                    </a:moveTo>
                    <a:lnTo>
                      <a:pt x="18287" y="33528"/>
                    </a:lnTo>
                    <a:lnTo>
                      <a:pt x="26030" y="37952"/>
                    </a:lnTo>
                    <a:lnTo>
                      <a:pt x="292607" y="85344"/>
                    </a:lnTo>
                    <a:lnTo>
                      <a:pt x="293623" y="79248"/>
                    </a:lnTo>
                    <a:lnTo>
                      <a:pt x="286512" y="79248"/>
                    </a:lnTo>
                    <a:lnTo>
                      <a:pt x="287298" y="75315"/>
                    </a:lnTo>
                    <a:lnTo>
                      <a:pt x="36575" y="33528"/>
                    </a:lnTo>
                    <a:close/>
                  </a:path>
                  <a:path w="1323339" h="466725">
                    <a:moveTo>
                      <a:pt x="1274064" y="9144"/>
                    </a:moveTo>
                    <a:lnTo>
                      <a:pt x="1258824" y="9144"/>
                    </a:lnTo>
                    <a:lnTo>
                      <a:pt x="1271015" y="12192"/>
                    </a:lnTo>
                    <a:lnTo>
                      <a:pt x="1295400" y="30480"/>
                    </a:lnTo>
                    <a:lnTo>
                      <a:pt x="1304543" y="39624"/>
                    </a:lnTo>
                    <a:lnTo>
                      <a:pt x="1310639" y="51816"/>
                    </a:lnTo>
                    <a:lnTo>
                      <a:pt x="1316736" y="82296"/>
                    </a:lnTo>
                    <a:lnTo>
                      <a:pt x="1316736" y="79248"/>
                    </a:lnTo>
                    <a:lnTo>
                      <a:pt x="1322831" y="79248"/>
                    </a:lnTo>
                    <a:lnTo>
                      <a:pt x="1316736" y="48768"/>
                    </a:lnTo>
                    <a:lnTo>
                      <a:pt x="1310639" y="36576"/>
                    </a:lnTo>
                    <a:lnTo>
                      <a:pt x="1289303" y="15240"/>
                    </a:lnTo>
                    <a:lnTo>
                      <a:pt x="1274064" y="9144"/>
                    </a:lnTo>
                    <a:close/>
                  </a:path>
                  <a:path w="1323339" h="466725">
                    <a:moveTo>
                      <a:pt x="287298" y="75315"/>
                    </a:moveTo>
                    <a:lnTo>
                      <a:pt x="286512" y="79248"/>
                    </a:lnTo>
                    <a:lnTo>
                      <a:pt x="292607" y="76200"/>
                    </a:lnTo>
                    <a:lnTo>
                      <a:pt x="287298" y="75315"/>
                    </a:lnTo>
                    <a:close/>
                  </a:path>
                  <a:path w="1323339" h="466725">
                    <a:moveTo>
                      <a:pt x="1243584" y="0"/>
                    </a:moveTo>
                    <a:lnTo>
                      <a:pt x="365760" y="0"/>
                    </a:lnTo>
                    <a:lnTo>
                      <a:pt x="350519" y="3048"/>
                    </a:lnTo>
                    <a:lnTo>
                      <a:pt x="310895" y="24384"/>
                    </a:lnTo>
                    <a:lnTo>
                      <a:pt x="289560" y="64008"/>
                    </a:lnTo>
                    <a:lnTo>
                      <a:pt x="287298" y="75315"/>
                    </a:lnTo>
                    <a:lnTo>
                      <a:pt x="292607" y="76200"/>
                    </a:lnTo>
                    <a:lnTo>
                      <a:pt x="286512" y="79248"/>
                    </a:lnTo>
                    <a:lnTo>
                      <a:pt x="293623" y="79248"/>
                    </a:lnTo>
                    <a:lnTo>
                      <a:pt x="295655" y="67056"/>
                    </a:lnTo>
                    <a:lnTo>
                      <a:pt x="298703" y="51816"/>
                    </a:lnTo>
                    <a:lnTo>
                      <a:pt x="307848" y="39624"/>
                    </a:lnTo>
                    <a:lnTo>
                      <a:pt x="326136" y="21336"/>
                    </a:lnTo>
                    <a:lnTo>
                      <a:pt x="338327" y="12192"/>
                    </a:lnTo>
                    <a:lnTo>
                      <a:pt x="353567" y="9144"/>
                    </a:lnTo>
                    <a:lnTo>
                      <a:pt x="1274064" y="9144"/>
                    </a:lnTo>
                    <a:lnTo>
                      <a:pt x="1258824" y="3048"/>
                    </a:lnTo>
                    <a:lnTo>
                      <a:pt x="1243584" y="0"/>
                    </a:lnTo>
                    <a:close/>
                  </a:path>
                  <a:path w="1323339" h="466725">
                    <a:moveTo>
                      <a:pt x="18287" y="33528"/>
                    </a:moveTo>
                    <a:lnTo>
                      <a:pt x="18287" y="36576"/>
                    </a:lnTo>
                    <a:lnTo>
                      <a:pt x="26030" y="37952"/>
                    </a:lnTo>
                    <a:lnTo>
                      <a:pt x="18287" y="33528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bIns="0" lIns="0" rIns="0" rtlCol="0" tIns="0" wrap="square"/>
              <a:p/>
            </p:txBody>
          </p:sp>
        </p:grpSp>
        <p:sp>
          <p:nvSpPr>
            <p:cNvPr id="1048627" name="object 23"/>
            <p:cNvSpPr txBox="1"/>
            <p:nvPr/>
          </p:nvSpPr>
          <p:spPr>
            <a:xfrm>
              <a:off x="4181855" y="8345933"/>
              <a:ext cx="845185" cy="316691"/>
            </a:xfrm>
            <a:prstGeom prst="rect"/>
          </p:spPr>
          <p:txBody>
            <a:bodyPr bIns="0" lIns="0" rIns="0" rtlCol="0" tIns="13970" vert="horz" wrap="square">
              <a:spAutoFit/>
            </a:bodyPr>
            <a:p>
              <a:pPr algn="ctr" indent="-5080" marR="5080">
                <a:lnSpc>
                  <a:spcPct val="100000"/>
                </a:lnSpc>
                <a:spcBef>
                  <a:spcPts val="110"/>
                </a:spcBef>
              </a:pPr>
              <a:r>
                <a:rPr dirty="0" sz="1400">
                  <a:latin typeface="Arial MT"/>
                  <a:cs typeface="Arial MT"/>
                </a:rPr>
                <a:t>The physical </a:t>
              </a:r>
              <a:r>
                <a:rPr dirty="0" sz="1400" spc="5">
                  <a:latin typeface="Arial MT"/>
                  <a:cs typeface="Arial MT"/>
                </a:rPr>
                <a:t> </a:t>
              </a:r>
              <a:r>
                <a:rPr dirty="0" sz="1400">
                  <a:latin typeface="Arial MT"/>
                  <a:cs typeface="Arial MT"/>
                </a:rPr>
                <a:t>pa</a:t>
              </a:r>
              <a:r>
                <a:rPr dirty="0" sz="1400" spc="10">
                  <a:latin typeface="Arial MT"/>
                  <a:cs typeface="Arial MT"/>
                </a:rPr>
                <a:t>t</a:t>
              </a:r>
              <a:r>
                <a:rPr dirty="0" sz="1400" spc="5">
                  <a:latin typeface="Arial MT"/>
                  <a:cs typeface="Arial MT"/>
                </a:rPr>
                <a:t>h</a:t>
              </a:r>
              <a:r>
                <a:rPr dirty="0" sz="1400" spc="-65">
                  <a:latin typeface="Arial MT"/>
                  <a:cs typeface="Arial MT"/>
                </a:rPr>
                <a:t> </a:t>
              </a:r>
              <a:r>
                <a:rPr dirty="0" sz="1400">
                  <a:latin typeface="Arial MT"/>
                  <a:cs typeface="Arial MT"/>
                </a:rPr>
                <a:t>b</a:t>
              </a:r>
              <a:r>
                <a:rPr dirty="0" sz="1400" spc="5">
                  <a:latin typeface="Arial MT"/>
                  <a:cs typeface="Arial MT"/>
                </a:rPr>
                <a:t>y</a:t>
              </a:r>
              <a:r>
                <a:rPr dirty="0" sz="1400" spc="-10">
                  <a:latin typeface="Arial MT"/>
                  <a:cs typeface="Arial MT"/>
                </a:rPr>
                <a:t> </a:t>
              </a:r>
              <a:r>
                <a:rPr dirty="0" sz="1400" spc="-5">
                  <a:latin typeface="Arial MT"/>
                  <a:cs typeface="Arial MT"/>
                </a:rPr>
                <a:t>w</a:t>
              </a:r>
              <a:r>
                <a:rPr dirty="0" sz="1400">
                  <a:latin typeface="Arial MT"/>
                  <a:cs typeface="Arial MT"/>
                </a:rPr>
                <a:t>h</a:t>
              </a:r>
              <a:r>
                <a:rPr dirty="0" sz="1400" spc="10">
                  <a:latin typeface="Arial MT"/>
                  <a:cs typeface="Arial MT"/>
                </a:rPr>
                <a:t>i</a:t>
              </a:r>
              <a:r>
                <a:rPr dirty="0" sz="1400" spc="5">
                  <a:latin typeface="Arial MT"/>
                  <a:cs typeface="Arial MT"/>
                </a:rPr>
                <a:t>ch</a:t>
              </a:r>
              <a:r>
                <a:rPr dirty="0" sz="1400" spc="-15">
                  <a:latin typeface="Arial MT"/>
                  <a:cs typeface="Arial MT"/>
                </a:rPr>
                <a:t> </a:t>
              </a:r>
              <a:r>
                <a:rPr dirty="0" sz="1400">
                  <a:latin typeface="Arial MT"/>
                  <a:cs typeface="Arial MT"/>
                </a:rPr>
                <a:t>a  </a:t>
              </a:r>
              <a:r>
                <a:rPr dirty="0" sz="1400" spc="40">
                  <a:latin typeface="Arial MT"/>
                  <a:cs typeface="Arial MT"/>
                </a:rPr>
                <a:t>m</a:t>
              </a:r>
              <a:r>
                <a:rPr dirty="0" sz="1400" spc="-25">
                  <a:latin typeface="Arial MT"/>
                  <a:cs typeface="Arial MT"/>
                </a:rPr>
                <a:t>e</a:t>
              </a:r>
              <a:r>
                <a:rPr dirty="0" sz="1400" spc="5">
                  <a:latin typeface="Arial MT"/>
                  <a:cs typeface="Arial MT"/>
                </a:rPr>
                <a:t>ss</a:t>
              </a:r>
              <a:r>
                <a:rPr dirty="0" sz="1400">
                  <a:latin typeface="Arial MT"/>
                  <a:cs typeface="Arial MT"/>
                </a:rPr>
                <a:t>ag</a:t>
              </a:r>
              <a:r>
                <a:rPr dirty="0" sz="1400" spc="5">
                  <a:latin typeface="Arial MT"/>
                  <a:cs typeface="Arial MT"/>
                </a:rPr>
                <a:t>e</a:t>
              </a:r>
              <a:r>
                <a:rPr dirty="0" sz="1400" spc="-85">
                  <a:latin typeface="Arial MT"/>
                  <a:cs typeface="Arial MT"/>
                </a:rPr>
                <a:t> </a:t>
              </a:r>
              <a:r>
                <a:rPr dirty="0" sz="1400" spc="10">
                  <a:latin typeface="Arial MT"/>
                  <a:cs typeface="Arial MT"/>
                </a:rPr>
                <a:t>t</a:t>
              </a:r>
              <a:r>
                <a:rPr dirty="0" sz="1400" spc="5">
                  <a:latin typeface="Arial MT"/>
                  <a:cs typeface="Arial MT"/>
                </a:rPr>
                <a:t>r</a:t>
              </a:r>
              <a:r>
                <a:rPr dirty="0" sz="1400">
                  <a:latin typeface="Arial MT"/>
                  <a:cs typeface="Arial MT"/>
                </a:rPr>
                <a:t>a</a:t>
              </a:r>
              <a:r>
                <a:rPr dirty="0" sz="1400" spc="5">
                  <a:latin typeface="Arial MT"/>
                  <a:cs typeface="Arial MT"/>
                </a:rPr>
                <a:t>v</a:t>
              </a:r>
              <a:r>
                <a:rPr dirty="0" sz="1400" spc="-25">
                  <a:latin typeface="Arial MT"/>
                  <a:cs typeface="Arial MT"/>
                </a:rPr>
                <a:t>e</a:t>
              </a:r>
              <a:r>
                <a:rPr dirty="0" sz="1400" spc="10">
                  <a:latin typeface="Arial MT"/>
                  <a:cs typeface="Arial MT"/>
                </a:rPr>
                <a:t>l</a:t>
              </a:r>
              <a:r>
                <a:rPr dirty="0" sz="1400" spc="5">
                  <a:latin typeface="Arial MT"/>
                  <a:cs typeface="Arial MT"/>
                </a:rPr>
                <a:t>s</a:t>
              </a:r>
              <a:endParaRPr dirty="0" sz="1400">
                <a:latin typeface="Arial MT"/>
                <a:cs typeface="Arial MT"/>
              </a:endParaRPr>
            </a:p>
          </p:txBody>
        </p:sp>
        <p:grpSp>
          <p:nvGrpSpPr>
            <p:cNvPr id="123" name="object 24"/>
            <p:cNvGrpSpPr/>
            <p:nvPr/>
          </p:nvGrpSpPr>
          <p:grpSpPr>
            <a:xfrm>
              <a:off x="3892296" y="7136383"/>
              <a:ext cx="1112520" cy="664845"/>
              <a:chOff x="3892296" y="7136383"/>
              <a:chExt cx="1112520" cy="664845"/>
            </a:xfrm>
          </p:grpSpPr>
          <p:pic>
            <p:nvPicPr>
              <p:cNvPr id="2097158" name="object 25"/>
              <p:cNvPicPr>
                <a:picLocks/>
              </p:cNvPicPr>
              <p:nvPr/>
            </p:nvPicPr>
            <p:blipFill>
              <a:blip xmlns:r="http://schemas.openxmlformats.org/officeDocument/2006/relationships" r:embed="rId4" cstate="print"/>
              <a:stretch>
                <a:fillRect/>
              </a:stretch>
            </p:blipFill>
            <p:spPr>
              <a:xfrm>
                <a:off x="3895344" y="7139431"/>
                <a:ext cx="1103376" cy="652271"/>
              </a:xfrm>
              <a:prstGeom prst="rect"/>
            </p:spPr>
          </p:pic>
          <p:sp>
            <p:nvSpPr>
              <p:cNvPr id="1048628" name="object 26"/>
              <p:cNvSpPr/>
              <p:nvPr/>
            </p:nvSpPr>
            <p:spPr>
              <a:xfrm>
                <a:off x="3892296" y="7136383"/>
                <a:ext cx="1112520" cy="664845"/>
              </a:xfrm>
              <a:custGeom>
                <a:avLst/>
                <a:ahLst/>
                <a:rect l="l" t="t" r="r" b="b"/>
                <a:pathLst>
                  <a:path w="1112520" h="664845">
                    <a:moveTo>
                      <a:pt x="39624" y="652271"/>
                    </a:moveTo>
                    <a:lnTo>
                      <a:pt x="30479" y="664463"/>
                    </a:lnTo>
                    <a:lnTo>
                      <a:pt x="43595" y="658367"/>
                    </a:lnTo>
                    <a:lnTo>
                      <a:pt x="42671" y="658367"/>
                    </a:lnTo>
                    <a:lnTo>
                      <a:pt x="39624" y="652271"/>
                    </a:lnTo>
                    <a:close/>
                  </a:path>
                  <a:path w="1112520" h="664845">
                    <a:moveTo>
                      <a:pt x="51131" y="646973"/>
                    </a:moveTo>
                    <a:lnTo>
                      <a:pt x="39624" y="652271"/>
                    </a:lnTo>
                    <a:lnTo>
                      <a:pt x="42671" y="658367"/>
                    </a:lnTo>
                    <a:lnTo>
                      <a:pt x="51131" y="646973"/>
                    </a:lnTo>
                    <a:close/>
                  </a:path>
                  <a:path w="1112520" h="664845">
                    <a:moveTo>
                      <a:pt x="1103376" y="457199"/>
                    </a:moveTo>
                    <a:lnTo>
                      <a:pt x="463295" y="457199"/>
                    </a:lnTo>
                    <a:lnTo>
                      <a:pt x="51131" y="646973"/>
                    </a:lnTo>
                    <a:lnTo>
                      <a:pt x="42671" y="658367"/>
                    </a:lnTo>
                    <a:lnTo>
                      <a:pt x="43595" y="658367"/>
                    </a:lnTo>
                    <a:lnTo>
                      <a:pt x="463295" y="463295"/>
                    </a:lnTo>
                    <a:lnTo>
                      <a:pt x="1112519" y="463295"/>
                    </a:lnTo>
                    <a:lnTo>
                      <a:pt x="1112519" y="460247"/>
                    </a:lnTo>
                    <a:lnTo>
                      <a:pt x="1103376" y="460247"/>
                    </a:lnTo>
                    <a:lnTo>
                      <a:pt x="1103376" y="457199"/>
                    </a:lnTo>
                    <a:close/>
                  </a:path>
                  <a:path w="1112520" h="664845">
                    <a:moveTo>
                      <a:pt x="185927" y="457199"/>
                    </a:moveTo>
                    <a:lnTo>
                      <a:pt x="39624" y="652271"/>
                    </a:lnTo>
                    <a:lnTo>
                      <a:pt x="51131" y="646973"/>
                    </a:lnTo>
                    <a:lnTo>
                      <a:pt x="187498" y="463295"/>
                    </a:lnTo>
                    <a:lnTo>
                      <a:pt x="185927" y="463295"/>
                    </a:lnTo>
                    <a:lnTo>
                      <a:pt x="185927" y="457199"/>
                    </a:lnTo>
                    <a:close/>
                  </a:path>
                  <a:path w="1112520" h="664845">
                    <a:moveTo>
                      <a:pt x="1112519" y="0"/>
                    </a:moveTo>
                    <a:lnTo>
                      <a:pt x="0" y="0"/>
                    </a:lnTo>
                    <a:lnTo>
                      <a:pt x="0" y="463295"/>
                    </a:lnTo>
                    <a:lnTo>
                      <a:pt x="181355" y="463295"/>
                    </a:lnTo>
                    <a:lnTo>
                      <a:pt x="183641" y="460247"/>
                    </a:lnTo>
                    <a:lnTo>
                      <a:pt x="6095" y="460247"/>
                    </a:lnTo>
                    <a:lnTo>
                      <a:pt x="3048" y="457199"/>
                    </a:lnTo>
                    <a:lnTo>
                      <a:pt x="6095" y="457199"/>
                    </a:lnTo>
                    <a:lnTo>
                      <a:pt x="6095" y="6095"/>
                    </a:lnTo>
                    <a:lnTo>
                      <a:pt x="3048" y="6095"/>
                    </a:lnTo>
                    <a:lnTo>
                      <a:pt x="6095" y="3047"/>
                    </a:lnTo>
                    <a:lnTo>
                      <a:pt x="1112519" y="3047"/>
                    </a:lnTo>
                    <a:lnTo>
                      <a:pt x="1112519" y="0"/>
                    </a:lnTo>
                    <a:close/>
                  </a:path>
                  <a:path w="1112520" h="664845">
                    <a:moveTo>
                      <a:pt x="192024" y="457199"/>
                    </a:moveTo>
                    <a:lnTo>
                      <a:pt x="185927" y="457199"/>
                    </a:lnTo>
                    <a:lnTo>
                      <a:pt x="185927" y="463295"/>
                    </a:lnTo>
                    <a:lnTo>
                      <a:pt x="187498" y="463295"/>
                    </a:lnTo>
                    <a:lnTo>
                      <a:pt x="192024" y="457199"/>
                    </a:lnTo>
                    <a:close/>
                  </a:path>
                  <a:path w="1112520" h="664845">
                    <a:moveTo>
                      <a:pt x="6095" y="457199"/>
                    </a:moveTo>
                    <a:lnTo>
                      <a:pt x="3048" y="457199"/>
                    </a:lnTo>
                    <a:lnTo>
                      <a:pt x="6095" y="460247"/>
                    </a:lnTo>
                    <a:lnTo>
                      <a:pt x="6095" y="457199"/>
                    </a:lnTo>
                    <a:close/>
                  </a:path>
                  <a:path w="1112520" h="664845">
                    <a:moveTo>
                      <a:pt x="185927" y="457199"/>
                    </a:moveTo>
                    <a:lnTo>
                      <a:pt x="6095" y="457199"/>
                    </a:lnTo>
                    <a:lnTo>
                      <a:pt x="6095" y="460247"/>
                    </a:lnTo>
                    <a:lnTo>
                      <a:pt x="183641" y="460247"/>
                    </a:lnTo>
                    <a:lnTo>
                      <a:pt x="185927" y="457199"/>
                    </a:lnTo>
                    <a:close/>
                  </a:path>
                  <a:path w="1112520" h="664845">
                    <a:moveTo>
                      <a:pt x="1103376" y="3047"/>
                    </a:moveTo>
                    <a:lnTo>
                      <a:pt x="1103376" y="460247"/>
                    </a:lnTo>
                    <a:lnTo>
                      <a:pt x="1106424" y="457199"/>
                    </a:lnTo>
                    <a:lnTo>
                      <a:pt x="1112519" y="457199"/>
                    </a:lnTo>
                    <a:lnTo>
                      <a:pt x="1112519" y="6095"/>
                    </a:lnTo>
                    <a:lnTo>
                      <a:pt x="1106424" y="6095"/>
                    </a:lnTo>
                    <a:lnTo>
                      <a:pt x="1103376" y="3047"/>
                    </a:lnTo>
                    <a:close/>
                  </a:path>
                  <a:path w="1112520" h="664845">
                    <a:moveTo>
                      <a:pt x="1112519" y="457199"/>
                    </a:moveTo>
                    <a:lnTo>
                      <a:pt x="1106424" y="457199"/>
                    </a:lnTo>
                    <a:lnTo>
                      <a:pt x="1103376" y="460247"/>
                    </a:lnTo>
                    <a:lnTo>
                      <a:pt x="1112519" y="460247"/>
                    </a:lnTo>
                    <a:lnTo>
                      <a:pt x="1112519" y="457199"/>
                    </a:lnTo>
                    <a:close/>
                  </a:path>
                  <a:path w="1112520" h="664845">
                    <a:moveTo>
                      <a:pt x="6095" y="3047"/>
                    </a:moveTo>
                    <a:lnTo>
                      <a:pt x="3048" y="6095"/>
                    </a:lnTo>
                    <a:lnTo>
                      <a:pt x="6095" y="6095"/>
                    </a:lnTo>
                    <a:lnTo>
                      <a:pt x="6095" y="3047"/>
                    </a:lnTo>
                    <a:close/>
                  </a:path>
                  <a:path w="1112520" h="664845">
                    <a:moveTo>
                      <a:pt x="1103376" y="3047"/>
                    </a:moveTo>
                    <a:lnTo>
                      <a:pt x="6095" y="3047"/>
                    </a:lnTo>
                    <a:lnTo>
                      <a:pt x="6095" y="6095"/>
                    </a:lnTo>
                    <a:lnTo>
                      <a:pt x="1103376" y="6095"/>
                    </a:lnTo>
                    <a:lnTo>
                      <a:pt x="1103376" y="3047"/>
                    </a:lnTo>
                    <a:close/>
                  </a:path>
                  <a:path w="1112520" h="664845">
                    <a:moveTo>
                      <a:pt x="1112519" y="3047"/>
                    </a:moveTo>
                    <a:lnTo>
                      <a:pt x="1103376" y="3047"/>
                    </a:lnTo>
                    <a:lnTo>
                      <a:pt x="1106424" y="6095"/>
                    </a:lnTo>
                    <a:lnTo>
                      <a:pt x="1112519" y="6095"/>
                    </a:lnTo>
                    <a:lnTo>
                      <a:pt x="1112519" y="3047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bIns="0" lIns="0" rIns="0" rtlCol="0" tIns="0" wrap="square"/>
              <a:p/>
            </p:txBody>
          </p:sp>
        </p:grpSp>
        <p:sp>
          <p:nvSpPr>
            <p:cNvPr id="1048629" name="object 27"/>
            <p:cNvSpPr txBox="1"/>
            <p:nvPr/>
          </p:nvSpPr>
          <p:spPr>
            <a:xfrm>
              <a:off x="3986784" y="7141973"/>
              <a:ext cx="937260" cy="225998"/>
            </a:xfrm>
            <a:prstGeom prst="rect"/>
          </p:spPr>
          <p:txBody>
            <a:bodyPr bIns="0" lIns="0" rIns="0" rtlCol="0" tIns="13970" vert="horz" wrap="square">
              <a:spAutoFit/>
            </a:bodyPr>
            <a:p>
              <a:pPr algn="ctr" indent="-3175" marR="5080">
                <a:lnSpc>
                  <a:spcPct val="100000"/>
                </a:lnSpc>
                <a:spcBef>
                  <a:spcPts val="110"/>
                </a:spcBef>
              </a:pPr>
              <a:r>
                <a:rPr dirty="0" sz="1400">
                  <a:latin typeface="Arial MT"/>
                  <a:cs typeface="Arial MT"/>
                </a:rPr>
                <a:t>The </a:t>
              </a:r>
              <a:r>
                <a:rPr dirty="0" sz="1400" spc="5">
                  <a:latin typeface="Arial MT"/>
                  <a:cs typeface="Arial MT"/>
                </a:rPr>
                <a:t>data </a:t>
              </a:r>
              <a:r>
                <a:rPr dirty="0" sz="1400" spc="10">
                  <a:latin typeface="Arial MT"/>
                  <a:cs typeface="Arial MT"/>
                </a:rPr>
                <a:t> </a:t>
              </a:r>
              <a:r>
                <a:rPr dirty="0" sz="1400" spc="5">
                  <a:latin typeface="Arial MT"/>
                  <a:cs typeface="Arial MT"/>
                </a:rPr>
                <a:t>(</a:t>
              </a:r>
              <a:r>
                <a:rPr dirty="0" sz="1400" spc="10">
                  <a:latin typeface="Arial MT"/>
                  <a:cs typeface="Arial MT"/>
                </a:rPr>
                <a:t>i</a:t>
              </a:r>
              <a:r>
                <a:rPr dirty="0" sz="1400">
                  <a:latin typeface="Arial MT"/>
                  <a:cs typeface="Arial MT"/>
                </a:rPr>
                <a:t>n</a:t>
              </a:r>
              <a:r>
                <a:rPr dirty="0" sz="1400" spc="10">
                  <a:latin typeface="Arial MT"/>
                  <a:cs typeface="Arial MT"/>
                </a:rPr>
                <a:t>f</a:t>
              </a:r>
              <a:r>
                <a:rPr dirty="0" sz="1400">
                  <a:latin typeface="Arial MT"/>
                  <a:cs typeface="Arial MT"/>
                </a:rPr>
                <a:t>o</a:t>
              </a:r>
              <a:r>
                <a:rPr dirty="0" sz="1400" spc="10">
                  <a:latin typeface="Arial MT"/>
                  <a:cs typeface="Arial MT"/>
                </a:rPr>
                <a:t>rm</a:t>
              </a:r>
              <a:r>
                <a:rPr dirty="0" sz="1400" spc="-25">
                  <a:latin typeface="Arial MT"/>
                  <a:cs typeface="Arial MT"/>
                </a:rPr>
                <a:t>a</a:t>
              </a:r>
              <a:r>
                <a:rPr dirty="0" sz="1400" spc="10">
                  <a:latin typeface="Arial MT"/>
                  <a:cs typeface="Arial MT"/>
                </a:rPr>
                <a:t>t</a:t>
              </a:r>
              <a:r>
                <a:rPr dirty="0" sz="1400" spc="-10">
                  <a:latin typeface="Arial MT"/>
                  <a:cs typeface="Arial MT"/>
                </a:rPr>
                <a:t>i</a:t>
              </a:r>
              <a:r>
                <a:rPr dirty="0" sz="1400">
                  <a:latin typeface="Arial MT"/>
                  <a:cs typeface="Arial MT"/>
                </a:rPr>
                <a:t>on)</a:t>
              </a:r>
              <a:r>
                <a:rPr dirty="0" sz="1400" spc="-100">
                  <a:latin typeface="Arial MT"/>
                  <a:cs typeface="Arial MT"/>
                </a:rPr>
                <a:t> </a:t>
              </a:r>
              <a:r>
                <a:rPr dirty="0" sz="1400" spc="10">
                  <a:latin typeface="Arial MT"/>
                  <a:cs typeface="Arial MT"/>
                </a:rPr>
                <a:t>t</a:t>
              </a:r>
              <a:r>
                <a:rPr dirty="0" sz="1400" spc="5">
                  <a:latin typeface="Arial MT"/>
                  <a:cs typeface="Arial MT"/>
                </a:rPr>
                <a:t>o</a:t>
              </a:r>
              <a:r>
                <a:rPr dirty="0" sz="1400" spc="-40">
                  <a:latin typeface="Arial MT"/>
                  <a:cs typeface="Arial MT"/>
                </a:rPr>
                <a:t> </a:t>
              </a:r>
              <a:r>
                <a:rPr dirty="0" sz="1400">
                  <a:latin typeface="Arial MT"/>
                  <a:cs typeface="Arial MT"/>
                </a:rPr>
                <a:t>be  communicated</a:t>
              </a:r>
            </a:p>
          </p:txBody>
        </p:sp>
      </p:grpSp>
    </p:spTree>
  </p:cSld>
  <p:clrMapOvr>
    <a:masterClrMapping/>
  </p:clrMapOvr>
  <p:timing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0" name="Content Placeholder 1"/>
          <p:cNvSpPr>
            <a:spLocks noGrp="1"/>
          </p:cNvSpPr>
          <p:nvPr>
            <p:ph idx="1"/>
          </p:nvPr>
        </p:nvSpPr>
        <p:spPr>
          <a:xfrm>
            <a:off x="838200" y="1346444"/>
            <a:ext cx="10515600" cy="5282956"/>
          </a:xfrm>
        </p:spPr>
        <p:txBody>
          <a:bodyPr>
            <a:noAutofit/>
          </a:bodyPr>
          <a:p>
            <a:pPr indent="-222885" marL="731520" marR="441325">
              <a:lnSpc>
                <a:spcPct val="100000"/>
              </a:lnSpc>
              <a:spcBef>
                <a:spcPts val="105"/>
              </a:spcBef>
              <a:buClr>
                <a:srgbClr val="739704"/>
              </a:buClr>
              <a:buSzPct val="68750"/>
              <a:buFont typeface="Wingdings"/>
              <a:buChar char=""/>
              <a:tabLst>
                <a:tab algn="l" pos="731520"/>
              </a:tabLst>
            </a:pPr>
            <a:r>
              <a:rPr dirty="0" sz="2000" lang="en-US" spc="-5">
                <a:latin typeface="Arial MT"/>
                <a:cs typeface="Arial MT"/>
              </a:rPr>
              <a:t>Depends</a:t>
            </a:r>
            <a:r>
              <a:rPr dirty="0" sz="2000" lang="en-US" spc="-20">
                <a:latin typeface="Arial MT"/>
                <a:cs typeface="Arial MT"/>
              </a:rPr>
              <a:t> </a:t>
            </a:r>
            <a:r>
              <a:rPr dirty="0" sz="2000" lang="en-US">
                <a:latin typeface="Arial MT"/>
                <a:cs typeface="Arial MT"/>
              </a:rPr>
              <a:t>on</a:t>
            </a:r>
            <a:r>
              <a:rPr dirty="0" sz="2000" lang="en-US" spc="-10">
                <a:latin typeface="Arial MT"/>
                <a:cs typeface="Arial MT"/>
              </a:rPr>
              <a:t> </a:t>
            </a:r>
            <a:r>
              <a:rPr dirty="0" sz="2000" lang="en-US">
                <a:latin typeface="Arial MT"/>
                <a:cs typeface="Arial MT"/>
              </a:rPr>
              <a:t>few</a:t>
            </a:r>
            <a:r>
              <a:rPr dirty="0" sz="2000" lang="en-US" spc="-20">
                <a:latin typeface="Arial MT"/>
                <a:cs typeface="Arial MT"/>
              </a:rPr>
              <a:t> </a:t>
            </a:r>
            <a:r>
              <a:rPr dirty="0" sz="2000" lang="en-US">
                <a:latin typeface="Arial MT"/>
                <a:cs typeface="Arial MT"/>
              </a:rPr>
              <a:t>characteristics,</a:t>
            </a:r>
            <a:r>
              <a:rPr dirty="0" sz="2000" lang="en-US" spc="-95">
                <a:latin typeface="Arial MT"/>
                <a:cs typeface="Arial MT"/>
              </a:rPr>
              <a:t> </a:t>
            </a:r>
            <a:r>
              <a:rPr dirty="0" sz="2000" lang="en-US" spc="5">
                <a:latin typeface="Arial MT"/>
                <a:cs typeface="Arial MT"/>
              </a:rPr>
              <a:t>such </a:t>
            </a:r>
            <a:r>
              <a:rPr dirty="0" sz="2000" lang="en-US" spc="-430">
                <a:latin typeface="Arial MT"/>
                <a:cs typeface="Arial MT"/>
              </a:rPr>
              <a:t> </a:t>
            </a:r>
            <a:r>
              <a:rPr dirty="0" sz="2000" lang="en-US">
                <a:latin typeface="Arial MT"/>
                <a:cs typeface="Arial MT"/>
              </a:rPr>
              <a:t>as</a:t>
            </a:r>
            <a:r>
              <a:rPr dirty="0" sz="2000" lang="en-US" spc="-30">
                <a:latin typeface="Arial MT"/>
                <a:cs typeface="Arial MT"/>
              </a:rPr>
              <a:t> </a:t>
            </a:r>
            <a:r>
              <a:rPr dirty="0" sz="2000" lang="en-US" spc="5">
                <a:latin typeface="Arial MT"/>
                <a:cs typeface="Arial MT"/>
              </a:rPr>
              <a:t>…</a:t>
            </a:r>
            <a:endParaRPr dirty="0" sz="2000" lang="en-US">
              <a:latin typeface="Arial MT"/>
              <a:cs typeface="Arial MT"/>
            </a:endParaRPr>
          </a:p>
          <a:p>
            <a:pPr indent="-220345" lvl="1" marL="953769">
              <a:lnSpc>
                <a:spcPct val="100000"/>
              </a:lnSpc>
              <a:spcBef>
                <a:spcPts val="345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954405"/>
              </a:tabLst>
            </a:pPr>
            <a:r>
              <a:rPr dirty="0" sz="2000" lang="en-US" spc="-10">
                <a:latin typeface="Arial MT"/>
                <a:cs typeface="Arial MT"/>
              </a:rPr>
              <a:t>Delivery</a:t>
            </a:r>
            <a:endParaRPr dirty="0" sz="2000" lang="en-US">
              <a:latin typeface="Arial MT"/>
              <a:cs typeface="Arial MT"/>
            </a:endParaRPr>
          </a:p>
          <a:p>
            <a:pPr indent="-201930" lvl="2" marL="1155065">
              <a:lnSpc>
                <a:spcPct val="100000"/>
              </a:lnSpc>
              <a:spcBef>
                <a:spcPts val="295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1155700"/>
              </a:tabLst>
            </a:pPr>
            <a:r>
              <a:rPr dirty="0" lang="en-US">
                <a:latin typeface="Arial MT"/>
                <a:cs typeface="Arial MT"/>
              </a:rPr>
              <a:t>To</a:t>
            </a:r>
            <a:r>
              <a:rPr dirty="0" lang="en-US" spc="-50">
                <a:latin typeface="Arial MT"/>
                <a:cs typeface="Arial MT"/>
              </a:rPr>
              <a:t> </a:t>
            </a:r>
            <a:r>
              <a:rPr dirty="0" lang="en-US" spc="5">
                <a:latin typeface="Arial MT"/>
                <a:cs typeface="Arial MT"/>
              </a:rPr>
              <a:t>deliver</a:t>
            </a:r>
            <a:r>
              <a:rPr dirty="0" lang="en-US" spc="-45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data</a:t>
            </a:r>
            <a:r>
              <a:rPr dirty="0" lang="en-US" spc="-25">
                <a:latin typeface="Arial MT"/>
                <a:cs typeface="Arial MT"/>
              </a:rPr>
              <a:t> </a:t>
            </a:r>
            <a:r>
              <a:rPr dirty="0" lang="en-US">
                <a:latin typeface="Arial MT"/>
                <a:cs typeface="Arial MT"/>
              </a:rPr>
              <a:t>to</a:t>
            </a:r>
            <a:r>
              <a:rPr dirty="0" lang="en-US" spc="-20">
                <a:latin typeface="Arial MT"/>
                <a:cs typeface="Arial MT"/>
              </a:rPr>
              <a:t> </a:t>
            </a:r>
            <a:r>
              <a:rPr dirty="0" lang="en-US">
                <a:latin typeface="Arial MT"/>
                <a:cs typeface="Arial MT"/>
              </a:rPr>
              <a:t>correct</a:t>
            </a:r>
            <a:r>
              <a:rPr dirty="0" lang="en-US" spc="-25">
                <a:latin typeface="Arial MT"/>
                <a:cs typeface="Arial MT"/>
              </a:rPr>
              <a:t> </a:t>
            </a:r>
            <a:r>
              <a:rPr dirty="0" lang="en-US">
                <a:latin typeface="Arial MT"/>
                <a:cs typeface="Arial MT"/>
              </a:rPr>
              <a:t>destination</a:t>
            </a:r>
          </a:p>
          <a:p>
            <a:pPr indent="-220345" lvl="1" marL="953769">
              <a:lnSpc>
                <a:spcPct val="100000"/>
              </a:lnSpc>
              <a:spcBef>
                <a:spcPts val="330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954405"/>
              </a:tabLst>
            </a:pPr>
            <a:r>
              <a:rPr dirty="0" sz="2000" lang="en-US" spc="-10">
                <a:latin typeface="Arial MT"/>
                <a:cs typeface="Arial MT"/>
              </a:rPr>
              <a:t>Accuracy</a:t>
            </a:r>
            <a:endParaRPr dirty="0" sz="2000" lang="en-US">
              <a:latin typeface="Arial MT"/>
              <a:cs typeface="Arial MT"/>
            </a:endParaRPr>
          </a:p>
          <a:p>
            <a:pPr indent="-201930" lvl="2" marL="1155065">
              <a:lnSpc>
                <a:spcPct val="100000"/>
              </a:lnSpc>
              <a:spcBef>
                <a:spcPts val="295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1155700"/>
              </a:tabLst>
            </a:pPr>
            <a:r>
              <a:rPr dirty="0" lang="en-US">
                <a:latin typeface="Arial MT"/>
                <a:cs typeface="Arial MT"/>
              </a:rPr>
              <a:t>To</a:t>
            </a:r>
            <a:r>
              <a:rPr dirty="0" lang="en-US" spc="-50">
                <a:latin typeface="Arial MT"/>
                <a:cs typeface="Arial MT"/>
              </a:rPr>
              <a:t> </a:t>
            </a:r>
            <a:r>
              <a:rPr dirty="0" lang="en-US" spc="5">
                <a:latin typeface="Arial MT"/>
                <a:cs typeface="Arial MT"/>
              </a:rPr>
              <a:t>deliver</a:t>
            </a:r>
            <a:r>
              <a:rPr dirty="0" lang="en-US" spc="-45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data</a:t>
            </a:r>
            <a:r>
              <a:rPr dirty="0" lang="en-US" spc="-15">
                <a:latin typeface="Arial MT"/>
                <a:cs typeface="Arial MT"/>
              </a:rPr>
              <a:t> </a:t>
            </a:r>
            <a:r>
              <a:rPr dirty="0" lang="en-US">
                <a:latin typeface="Arial MT"/>
                <a:cs typeface="Arial MT"/>
              </a:rPr>
              <a:t>accurately</a:t>
            </a:r>
            <a:r>
              <a:rPr dirty="0" lang="en-US" spc="-45">
                <a:latin typeface="Arial MT"/>
                <a:cs typeface="Arial MT"/>
              </a:rPr>
              <a:t> </a:t>
            </a:r>
            <a:r>
              <a:rPr dirty="0" lang="en-US">
                <a:latin typeface="Arial MT"/>
                <a:cs typeface="Arial MT"/>
              </a:rPr>
              <a:t>(unaltered)</a:t>
            </a:r>
          </a:p>
          <a:p>
            <a:pPr indent="-220345" lvl="1" marL="953769">
              <a:lnSpc>
                <a:spcPct val="100000"/>
              </a:lnSpc>
              <a:spcBef>
                <a:spcPts val="330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954405"/>
              </a:tabLst>
            </a:pPr>
            <a:r>
              <a:rPr dirty="0" sz="2000" lang="en-US" spc="-5">
                <a:latin typeface="Arial MT"/>
                <a:cs typeface="Arial MT"/>
              </a:rPr>
              <a:t>Timeliness</a:t>
            </a:r>
            <a:endParaRPr dirty="0" sz="2000" lang="en-US">
              <a:latin typeface="Arial MT"/>
              <a:cs typeface="Arial MT"/>
            </a:endParaRPr>
          </a:p>
          <a:p>
            <a:pPr indent="-201930" lvl="2" marL="1155065">
              <a:lnSpc>
                <a:spcPct val="100000"/>
              </a:lnSpc>
              <a:spcBef>
                <a:spcPts val="295"/>
              </a:spcBef>
              <a:buClr>
                <a:srgbClr val="739704"/>
              </a:buClr>
              <a:buSzPct val="70833"/>
              <a:buFont typeface="Wingdings"/>
              <a:buChar char=""/>
              <a:tabLst>
                <a:tab algn="l" pos="1155700"/>
              </a:tabLst>
            </a:pPr>
            <a:r>
              <a:rPr dirty="0" lang="en-US">
                <a:latin typeface="Arial MT"/>
                <a:cs typeface="Arial MT"/>
              </a:rPr>
              <a:t>To</a:t>
            </a:r>
            <a:r>
              <a:rPr dirty="0" lang="en-US" spc="-50">
                <a:latin typeface="Arial MT"/>
                <a:cs typeface="Arial MT"/>
              </a:rPr>
              <a:t> </a:t>
            </a:r>
            <a:r>
              <a:rPr dirty="0" lang="en-US" spc="5">
                <a:latin typeface="Arial MT"/>
                <a:cs typeface="Arial MT"/>
              </a:rPr>
              <a:t>deliver</a:t>
            </a:r>
            <a:r>
              <a:rPr dirty="0" lang="en-US" spc="-40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data</a:t>
            </a:r>
            <a:r>
              <a:rPr dirty="0" lang="en-US" spc="-20">
                <a:latin typeface="Arial MT"/>
                <a:cs typeface="Arial MT"/>
              </a:rPr>
              <a:t> </a:t>
            </a:r>
            <a:r>
              <a:rPr dirty="0" lang="en-US" spc="5">
                <a:latin typeface="Arial MT"/>
                <a:cs typeface="Arial MT"/>
              </a:rPr>
              <a:t>in</a:t>
            </a:r>
            <a:r>
              <a:rPr dirty="0" lang="en-US" spc="-20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a</a:t>
            </a:r>
            <a:r>
              <a:rPr dirty="0" lang="en-US" spc="-25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timely</a:t>
            </a:r>
            <a:r>
              <a:rPr dirty="0" lang="en-US" spc="10">
                <a:latin typeface="Arial MT"/>
                <a:cs typeface="Arial MT"/>
              </a:rPr>
              <a:t> </a:t>
            </a:r>
            <a:r>
              <a:rPr dirty="0" lang="en-US" spc="-10">
                <a:latin typeface="Arial MT"/>
                <a:cs typeface="Arial MT"/>
              </a:rPr>
              <a:t>manner</a:t>
            </a:r>
            <a:endParaRPr dirty="0" lang="en-US">
              <a:latin typeface="Arial MT"/>
              <a:cs typeface="Arial MT"/>
            </a:endParaRPr>
          </a:p>
          <a:p>
            <a:r>
              <a:rPr b="1" dirty="0" sz="4000" lang="en-US" smtClean="0">
                <a:solidFill>
                  <a:srgbClr val="0000A3"/>
                </a:solidFill>
                <a:latin typeface="+mj-lt"/>
                <a:ea typeface="+mj-ea"/>
                <a:cs typeface="+mj-cs"/>
              </a:rPr>
              <a:t>Data </a:t>
            </a:r>
            <a:r>
              <a:rPr b="1" dirty="0" sz="4000" lang="en-US">
                <a:solidFill>
                  <a:srgbClr val="0000A3"/>
                </a:solidFill>
                <a:latin typeface="+mj-lt"/>
                <a:ea typeface="+mj-ea"/>
                <a:cs typeface="+mj-cs"/>
              </a:rPr>
              <a:t>representation</a:t>
            </a:r>
          </a:p>
          <a:p>
            <a:pPr indent="-222885" marL="731520">
              <a:lnSpc>
                <a:spcPct val="100000"/>
              </a:lnSpc>
              <a:spcBef>
                <a:spcPts val="270"/>
              </a:spcBef>
              <a:buClr>
                <a:srgbClr val="739704"/>
              </a:buClr>
              <a:buSzPct val="67857"/>
              <a:buFont typeface="Wingdings"/>
              <a:buChar char=""/>
              <a:tabLst>
                <a:tab algn="l" pos="730885"/>
                <a:tab algn="l" pos="731520"/>
              </a:tabLst>
            </a:pPr>
            <a:r>
              <a:rPr dirty="0" sz="2000" lang="en-US" spc="-15">
                <a:latin typeface="Arial MT"/>
                <a:cs typeface="Arial MT"/>
              </a:rPr>
              <a:t>Text</a:t>
            </a:r>
            <a:endParaRPr dirty="0" sz="2000" lang="en-US">
              <a:latin typeface="Arial MT"/>
              <a:cs typeface="Arial MT"/>
            </a:endParaRPr>
          </a:p>
          <a:p>
            <a:pPr indent="-220345" lvl="1" marL="953769">
              <a:lnSpc>
                <a:spcPct val="100000"/>
              </a:lnSpc>
              <a:spcBef>
                <a:spcPts val="150"/>
              </a:spcBef>
              <a:buClr>
                <a:srgbClr val="739704"/>
              </a:buClr>
              <a:buSzPct val="66666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 sz="2000" lang="en-US" spc="-5">
                <a:latin typeface="Arial MT"/>
                <a:cs typeface="Arial MT"/>
              </a:rPr>
              <a:t>ASCII</a:t>
            </a:r>
            <a:r>
              <a:rPr dirty="0" sz="2000" lang="en-US">
                <a:latin typeface="Arial MT"/>
                <a:cs typeface="Arial MT"/>
              </a:rPr>
              <a:t> - </a:t>
            </a:r>
            <a:r>
              <a:rPr dirty="0" lang="en-US" spc="5">
                <a:latin typeface="Arial MT"/>
                <a:cs typeface="Arial MT"/>
              </a:rPr>
              <a:t>American</a:t>
            </a:r>
            <a:r>
              <a:rPr dirty="0" lang="en-US" spc="-95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Standard</a:t>
            </a:r>
            <a:r>
              <a:rPr dirty="0" lang="en-US" spc="10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Code</a:t>
            </a:r>
            <a:r>
              <a:rPr dirty="0" lang="en-US" spc="5">
                <a:latin typeface="Arial MT"/>
                <a:cs typeface="Arial MT"/>
              </a:rPr>
              <a:t> for</a:t>
            </a:r>
            <a:r>
              <a:rPr dirty="0" lang="en-US" spc="-35">
                <a:latin typeface="Arial MT"/>
                <a:cs typeface="Arial MT"/>
              </a:rPr>
              <a:t> </a:t>
            </a:r>
            <a:r>
              <a:rPr dirty="0" lang="en-US" spc="5">
                <a:latin typeface="Arial MT"/>
                <a:cs typeface="Arial MT"/>
              </a:rPr>
              <a:t>Information</a:t>
            </a:r>
            <a:r>
              <a:rPr dirty="0" lang="en-US" spc="-90">
                <a:latin typeface="Arial MT"/>
                <a:cs typeface="Arial MT"/>
              </a:rPr>
              <a:t> </a:t>
            </a:r>
            <a:r>
              <a:rPr dirty="0" lang="en-US" spc="-5">
                <a:latin typeface="Arial MT"/>
                <a:cs typeface="Arial MT"/>
              </a:rPr>
              <a:t>Interchange</a:t>
            </a:r>
            <a:endParaRPr dirty="0" lang="en-US">
              <a:latin typeface="Arial MT"/>
              <a:cs typeface="Arial MT"/>
            </a:endParaRPr>
          </a:p>
          <a:p>
            <a:pPr indent="-220345" lvl="1" marL="953769">
              <a:lnSpc>
                <a:spcPct val="100000"/>
              </a:lnSpc>
              <a:spcBef>
                <a:spcPts val="135"/>
              </a:spcBef>
              <a:buClr>
                <a:srgbClr val="739704"/>
              </a:buClr>
              <a:buSzPct val="66666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 sz="2000" lang="en-US" spc="-5">
                <a:latin typeface="Arial MT"/>
                <a:cs typeface="Arial MT"/>
              </a:rPr>
              <a:t>Extended</a:t>
            </a:r>
            <a:r>
              <a:rPr dirty="0" sz="2000" lang="en-US" spc="-60">
                <a:latin typeface="Arial MT"/>
                <a:cs typeface="Arial MT"/>
              </a:rPr>
              <a:t> </a:t>
            </a:r>
            <a:r>
              <a:rPr dirty="0" sz="2000" lang="en-US" spc="-5">
                <a:latin typeface="Arial MT"/>
                <a:cs typeface="Arial MT"/>
              </a:rPr>
              <a:t>ASCII</a:t>
            </a:r>
            <a:endParaRPr dirty="0" sz="2000" lang="en-US">
              <a:latin typeface="Arial MT"/>
              <a:cs typeface="Arial MT"/>
            </a:endParaRPr>
          </a:p>
          <a:p>
            <a:pPr indent="-220345" lvl="1" marL="953769">
              <a:lnSpc>
                <a:spcPct val="100000"/>
              </a:lnSpc>
              <a:spcBef>
                <a:spcPts val="145"/>
              </a:spcBef>
              <a:buClr>
                <a:srgbClr val="739704"/>
              </a:buClr>
              <a:buSzPct val="66666"/>
              <a:buFont typeface="Wingdings"/>
              <a:buChar char=""/>
              <a:tabLst>
                <a:tab algn="l" pos="953769"/>
                <a:tab algn="l" pos="954405"/>
              </a:tabLst>
            </a:pPr>
            <a:r>
              <a:rPr dirty="0" sz="2000" lang="en-US">
                <a:latin typeface="Arial MT"/>
                <a:cs typeface="Arial MT"/>
              </a:rPr>
              <a:t>Unicode</a:t>
            </a:r>
          </a:p>
          <a:p>
            <a:pPr indent="-222885" marL="731520">
              <a:lnSpc>
                <a:spcPct val="100000"/>
              </a:lnSpc>
              <a:spcBef>
                <a:spcPts val="160"/>
              </a:spcBef>
              <a:buClr>
                <a:srgbClr val="739704"/>
              </a:buClr>
              <a:buSzPct val="67857"/>
              <a:buFont typeface="Wingdings"/>
              <a:buChar char=""/>
              <a:tabLst>
                <a:tab algn="l" pos="730885"/>
                <a:tab algn="l" pos="731520"/>
              </a:tabLst>
            </a:pPr>
            <a:r>
              <a:rPr dirty="0" sz="2000" lang="en-US" spc="-10">
                <a:latin typeface="Arial MT"/>
                <a:cs typeface="Arial MT"/>
              </a:rPr>
              <a:t>Numbers</a:t>
            </a:r>
            <a:r>
              <a:rPr dirty="0" sz="2000" lang="en-US">
                <a:latin typeface="Arial MT"/>
                <a:cs typeface="Arial MT"/>
              </a:rPr>
              <a:t>, </a:t>
            </a:r>
            <a:r>
              <a:rPr dirty="0" sz="2000" lang="en-US" spc="-15">
                <a:latin typeface="Arial MT"/>
                <a:cs typeface="Arial MT"/>
              </a:rPr>
              <a:t>Images</a:t>
            </a:r>
            <a:r>
              <a:rPr dirty="0" sz="2000" lang="en-US">
                <a:latin typeface="Arial MT"/>
                <a:cs typeface="Arial MT"/>
              </a:rPr>
              <a:t>, </a:t>
            </a:r>
            <a:r>
              <a:rPr dirty="0" sz="2000" lang="en-US" spc="-10">
                <a:latin typeface="Arial MT"/>
                <a:cs typeface="Arial MT"/>
              </a:rPr>
              <a:t>Audio</a:t>
            </a:r>
            <a:r>
              <a:rPr dirty="0" sz="2000" lang="en-US">
                <a:latin typeface="Arial MT"/>
                <a:cs typeface="Arial MT"/>
              </a:rPr>
              <a:t>, </a:t>
            </a:r>
            <a:r>
              <a:rPr dirty="0" sz="2000" lang="en-US" spc="-10">
                <a:latin typeface="Arial MT"/>
                <a:cs typeface="Arial MT"/>
              </a:rPr>
              <a:t>Video</a:t>
            </a:r>
            <a:endParaRPr dirty="0" sz="2000" lang="en-US">
              <a:latin typeface="Arial MT"/>
              <a:cs typeface="Arial MT"/>
            </a:endParaRPr>
          </a:p>
        </p:txBody>
      </p:sp>
      <p:sp>
        <p:nvSpPr>
          <p:cNvPr id="1048631" name="Title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p>
            <a:r>
              <a:rPr dirty="0" sz="4000" lang="en-US"/>
              <a:t>Effectiveness of Data Communication System</a:t>
            </a:r>
            <a:r>
              <a:rPr dirty="0" sz="3200" lang="en-US">
                <a:latin typeface="Arial MT"/>
                <a:cs typeface="Arial MT"/>
              </a:rPr>
              <a:t/>
            </a:r>
            <a:br>
              <a:rPr dirty="0" sz="3200" lang="en-US">
                <a:latin typeface="Arial MT"/>
                <a:cs typeface="Arial MT"/>
              </a:rPr>
            </a:br>
            <a:endParaRPr dirty="0" sz="3200" lang="en-US"/>
          </a:p>
        </p:txBody>
      </p:sp>
      <p:sp>
        <p:nvSpPr>
          <p:cNvPr id="1048632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11</a:t>
            </a:fld>
            <a:endParaRPr dirty="0" lang="en-US"/>
          </a:p>
        </p:txBody>
      </p:sp>
    </p:spTree>
  </p:cSld>
  <p:clrMapOvr>
    <a:masterClrMapping/>
  </p:clrMapOvr>
  <p:timing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3" name="Title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p>
            <a:r>
              <a:rPr dirty="0" sz="4900" lang="en-US"/>
              <a:t>What is a network?</a:t>
            </a:r>
            <a:br>
              <a:rPr dirty="0" sz="4900" lang="en-US"/>
            </a:br>
            <a:endParaRPr dirty="0" sz="4900" lang="en-US"/>
          </a:p>
        </p:txBody>
      </p:sp>
      <p:sp>
        <p:nvSpPr>
          <p:cNvPr id="1048634" name="Slide Number Placeholder 3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t>12</a:t>
            </a:fld>
            <a:endParaRPr dirty="0" lang="en-US"/>
          </a:p>
        </p:txBody>
      </p:sp>
      <p:sp>
        <p:nvSpPr>
          <p:cNvPr id="1048635" name="object 19"/>
          <p:cNvSpPr txBox="1">
            <a:spLocks noGrp="1"/>
          </p:cNvSpPr>
          <p:nvPr>
            <p:ph idx="1"/>
          </p:nvPr>
        </p:nvSpPr>
        <p:spPr>
          <a:xfrm>
            <a:off x="408431" y="832485"/>
            <a:ext cx="10515600" cy="1687830"/>
          </a:xfrm>
          <a:prstGeom prst="rect"/>
        </p:spPr>
        <p:txBody>
          <a:bodyPr bIns="0" lIns="0" rIns="0" rtlCol="0" tIns="11430" vert="horz" wrap="square">
            <a:spAutoFit/>
          </a:bodyPr>
          <a:p>
            <a:pPr indent="0" marL="130175">
              <a:lnSpc>
                <a:spcPct val="100000"/>
              </a:lnSpc>
              <a:spcBef>
                <a:spcPts val="10"/>
              </a:spcBef>
              <a:buNone/>
            </a:pPr>
            <a:endParaRPr dirty="0" sz="2400">
              <a:cs typeface="Arial MT"/>
            </a:endParaRPr>
          </a:p>
          <a:p>
            <a:pPr indent="-222885" marL="731520" marR="282575">
              <a:lnSpc>
                <a:spcPct val="100000"/>
              </a:lnSpc>
              <a:buClr>
                <a:srgbClr val="739704"/>
              </a:buClr>
              <a:buSzPct val="68750"/>
              <a:buFont typeface="Wingdings"/>
              <a:buChar char=""/>
              <a:tabLst>
                <a:tab algn="l" pos="731520"/>
              </a:tabLst>
            </a:pPr>
            <a:r>
              <a:rPr dirty="0" sz="2400"/>
              <a:t>It is a set of devices (nodes) connected  by communication links.</a:t>
            </a:r>
          </a:p>
          <a:p>
            <a:pPr indent="-222885" marL="731520" marR="555625">
              <a:lnSpc>
                <a:spcPct val="100000"/>
              </a:lnSpc>
              <a:buClr>
                <a:srgbClr val="739704"/>
              </a:buClr>
              <a:buSzPct val="68750"/>
              <a:buFont typeface="Wingdings"/>
              <a:buChar char=""/>
              <a:tabLst>
                <a:tab algn="l" pos="731520"/>
              </a:tabLst>
            </a:pPr>
            <a:r>
              <a:rPr dirty="0" sz="2400"/>
              <a:t>A node can be a computer or printer  etc. or any other device capable of  sending and/or receiving data.</a:t>
            </a:r>
            <a:endParaRPr dirty="0" sz="2400" lang="en-US"/>
          </a:p>
        </p:txBody>
      </p:sp>
      <p:sp>
        <p:nvSpPr>
          <p:cNvPr id="1048636" name="object 2"/>
          <p:cNvSpPr txBox="1"/>
          <p:nvPr/>
        </p:nvSpPr>
        <p:spPr>
          <a:xfrm>
            <a:off x="225551" y="3274782"/>
            <a:ext cx="5761363" cy="2795270"/>
          </a:xfrm>
          <a:prstGeom prst="rect"/>
        </p:spPr>
        <p:txBody>
          <a:bodyPr bIns="0" lIns="0" rIns="0" rtlCol="0" tIns="11430" vert="horz" wrap="square">
            <a:spAutoFit/>
          </a:bodyPr>
          <a:p>
            <a:pPr marL="499745">
              <a:lnSpc>
                <a:spcPct val="100000"/>
              </a:lnSpc>
              <a:spcBef>
                <a:spcPts val="90"/>
              </a:spcBef>
            </a:pPr>
            <a:r>
              <a:rPr b="1" dirty="0" sz="4400">
                <a:solidFill>
                  <a:srgbClr val="0000A3"/>
                </a:solidFill>
                <a:latin typeface="+mj-lt"/>
                <a:ea typeface="+mj-ea"/>
                <a:cs typeface="+mj-cs"/>
              </a:rPr>
              <a:t>Why make a network?</a:t>
            </a: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dirty="0" sz="2800">
              <a:latin typeface="Arial MT"/>
              <a:cs typeface="Arial MT"/>
            </a:endParaRPr>
          </a:p>
          <a:p>
            <a:pPr indent="-222885" marL="731520">
              <a:lnSpc>
                <a:spcPct val="100000"/>
              </a:lnSpc>
              <a:buClr>
                <a:srgbClr val="739704"/>
              </a:buClr>
              <a:buSzPct val="68750"/>
              <a:buFont typeface="Wingdings"/>
              <a:buChar char=""/>
              <a:tabLst>
                <a:tab algn="l" pos="731520"/>
              </a:tabLst>
            </a:pPr>
            <a:r>
              <a:rPr dirty="0" sz="2400" spc="5">
                <a:latin typeface="Arial MT"/>
                <a:cs typeface="Arial MT"/>
              </a:rPr>
              <a:t>Because</a:t>
            </a:r>
            <a:r>
              <a:rPr dirty="0" sz="2400" spc="-75">
                <a:latin typeface="Arial MT"/>
                <a:cs typeface="Arial MT"/>
              </a:rPr>
              <a:t> </a:t>
            </a:r>
            <a:r>
              <a:rPr dirty="0" sz="2400">
                <a:latin typeface="Arial MT"/>
                <a:cs typeface="Arial MT"/>
              </a:rPr>
              <a:t>of</a:t>
            </a:r>
            <a:r>
              <a:rPr dirty="0" sz="2400" spc="-15">
                <a:latin typeface="Arial MT"/>
                <a:cs typeface="Arial MT"/>
              </a:rPr>
              <a:t> </a:t>
            </a:r>
            <a:r>
              <a:rPr dirty="0" sz="2400" spc="-5">
                <a:latin typeface="Arial MT"/>
                <a:cs typeface="Arial MT"/>
              </a:rPr>
              <a:t>networks</a:t>
            </a:r>
            <a:r>
              <a:rPr dirty="0" sz="2400" spc="-35">
                <a:latin typeface="Arial MT"/>
                <a:cs typeface="Arial MT"/>
              </a:rPr>
              <a:t> </a:t>
            </a:r>
            <a:r>
              <a:rPr dirty="0" sz="2400" spc="-15">
                <a:latin typeface="Arial MT"/>
                <a:cs typeface="Arial MT"/>
              </a:rPr>
              <a:t>we</a:t>
            </a:r>
            <a:r>
              <a:rPr dirty="0" sz="2400" spc="15">
                <a:latin typeface="Arial MT"/>
                <a:cs typeface="Arial MT"/>
              </a:rPr>
              <a:t> </a:t>
            </a:r>
            <a:r>
              <a:rPr dirty="0" sz="2400" spc="5">
                <a:latin typeface="Arial MT"/>
                <a:cs typeface="Arial MT"/>
              </a:rPr>
              <a:t>can</a:t>
            </a:r>
            <a:r>
              <a:rPr dirty="0" sz="2400" lang="en-US" spc="-30">
                <a:latin typeface="Arial MT"/>
                <a:cs typeface="Arial MT"/>
              </a:rPr>
              <a:t>…</a:t>
            </a:r>
            <a:endParaRPr dirty="0" sz="2400">
              <a:latin typeface="Arial MT"/>
              <a:cs typeface="Arial MT"/>
            </a:endParaRPr>
          </a:p>
          <a:p>
            <a:pPr indent="-219710" lvl="1" marL="953769" marR="756285">
              <a:lnSpc>
                <a:spcPct val="100000"/>
              </a:lnSpc>
              <a:spcBef>
                <a:spcPts val="345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954405"/>
              </a:tabLst>
            </a:pPr>
            <a:r>
              <a:rPr dirty="0" sz="2000" spc="-10">
                <a:latin typeface="Arial MT"/>
                <a:cs typeface="Arial MT"/>
              </a:rPr>
              <a:t>Share</a:t>
            </a:r>
            <a:r>
              <a:rPr dirty="0" sz="2000" spc="5">
                <a:latin typeface="Arial MT"/>
                <a:cs typeface="Arial MT"/>
              </a:rPr>
              <a:t> </a:t>
            </a:r>
            <a:r>
              <a:rPr dirty="0" sz="2000" spc="-15">
                <a:latin typeface="Arial MT"/>
                <a:cs typeface="Arial MT"/>
              </a:rPr>
              <a:t>resources</a:t>
            </a:r>
            <a:r>
              <a:rPr dirty="0" sz="2000" spc="80">
                <a:latin typeface="Arial MT"/>
                <a:cs typeface="Arial MT"/>
              </a:rPr>
              <a:t> </a:t>
            </a:r>
            <a:r>
              <a:rPr dirty="0" sz="2000" spc="-5">
                <a:latin typeface="Arial MT"/>
                <a:cs typeface="Arial MT"/>
              </a:rPr>
              <a:t>(</a:t>
            </a:r>
            <a:r>
              <a:rPr dirty="0" sz="2000" spc="5">
                <a:latin typeface="Arial MT"/>
                <a:cs typeface="Arial MT"/>
              </a:rPr>
              <a:t> </a:t>
            </a:r>
            <a:r>
              <a:rPr dirty="0" sz="2000" spc="-10">
                <a:latin typeface="Arial MT"/>
                <a:cs typeface="Arial MT"/>
              </a:rPr>
              <a:t>Peripherals,</a:t>
            </a:r>
            <a:r>
              <a:rPr dirty="0" sz="2000" spc="80">
                <a:latin typeface="Arial MT"/>
                <a:cs typeface="Arial MT"/>
              </a:rPr>
              <a:t> </a:t>
            </a:r>
            <a:r>
              <a:rPr dirty="0" sz="2000" spc="-10">
                <a:latin typeface="Arial MT"/>
                <a:cs typeface="Arial MT"/>
              </a:rPr>
              <a:t>files, </a:t>
            </a:r>
            <a:r>
              <a:rPr dirty="0" sz="2000" spc="-370">
                <a:latin typeface="Arial MT"/>
                <a:cs typeface="Arial MT"/>
              </a:rPr>
              <a:t> </a:t>
            </a:r>
            <a:r>
              <a:rPr dirty="0" sz="2000" spc="-15">
                <a:latin typeface="Arial MT"/>
                <a:cs typeface="Arial MT"/>
              </a:rPr>
              <a:t>internet</a:t>
            </a:r>
            <a:r>
              <a:rPr dirty="0" sz="2000" spc="30">
                <a:latin typeface="Arial MT"/>
                <a:cs typeface="Arial MT"/>
              </a:rPr>
              <a:t> </a:t>
            </a:r>
            <a:r>
              <a:rPr dirty="0" sz="2000" spc="-10">
                <a:latin typeface="Arial MT"/>
                <a:cs typeface="Arial MT"/>
              </a:rPr>
              <a:t>connection</a:t>
            </a:r>
            <a:r>
              <a:rPr dirty="0" sz="2000" spc="80">
                <a:latin typeface="Arial MT"/>
                <a:cs typeface="Arial MT"/>
              </a:rPr>
              <a:t> </a:t>
            </a:r>
            <a:r>
              <a:rPr dirty="0" sz="2000" spc="-10">
                <a:latin typeface="Arial MT"/>
                <a:cs typeface="Arial MT"/>
              </a:rPr>
              <a:t>etc.)</a:t>
            </a:r>
            <a:endParaRPr dirty="0" sz="2000">
              <a:latin typeface="Arial MT"/>
              <a:cs typeface="Arial MT"/>
            </a:endParaRPr>
          </a:p>
          <a:p>
            <a:pPr indent="-220345" lvl="1" marL="953769">
              <a:lnSpc>
                <a:spcPct val="100000"/>
              </a:lnSpc>
              <a:spcBef>
                <a:spcPts val="335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954405"/>
              </a:tabLst>
            </a:pPr>
            <a:r>
              <a:rPr dirty="0" sz="2000" spc="-10">
                <a:latin typeface="Arial MT"/>
                <a:cs typeface="Arial MT"/>
              </a:rPr>
              <a:t>Communicate</a:t>
            </a:r>
            <a:r>
              <a:rPr dirty="0" sz="2000" spc="20">
                <a:latin typeface="Arial MT"/>
                <a:cs typeface="Arial MT"/>
              </a:rPr>
              <a:t> </a:t>
            </a:r>
            <a:r>
              <a:rPr dirty="0" sz="2000" spc="-15">
                <a:latin typeface="Arial MT"/>
                <a:cs typeface="Arial MT"/>
              </a:rPr>
              <a:t>and</a:t>
            </a:r>
            <a:r>
              <a:rPr dirty="0" sz="2000" spc="20">
                <a:latin typeface="Arial MT"/>
                <a:cs typeface="Arial MT"/>
              </a:rPr>
              <a:t> </a:t>
            </a:r>
            <a:r>
              <a:rPr dirty="0" sz="2000" spc="-10">
                <a:latin typeface="Arial MT"/>
                <a:cs typeface="Arial MT"/>
              </a:rPr>
              <a:t>collaborate</a:t>
            </a:r>
            <a:endParaRPr dirty="0" sz="2000">
              <a:latin typeface="Arial MT"/>
              <a:cs typeface="Arial MT"/>
            </a:endParaRPr>
          </a:p>
          <a:p>
            <a:pPr indent="-220345" lvl="1" marL="953769">
              <a:lnSpc>
                <a:spcPct val="100000"/>
              </a:lnSpc>
              <a:spcBef>
                <a:spcPts val="335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954405"/>
              </a:tabLst>
            </a:pPr>
            <a:r>
              <a:rPr dirty="0" sz="2000" spc="-10">
                <a:latin typeface="Arial MT"/>
                <a:cs typeface="Arial MT"/>
              </a:rPr>
              <a:t>Save</a:t>
            </a:r>
            <a:r>
              <a:rPr dirty="0" sz="2000" spc="-45">
                <a:latin typeface="Arial MT"/>
                <a:cs typeface="Arial MT"/>
              </a:rPr>
              <a:t> </a:t>
            </a:r>
            <a:r>
              <a:rPr dirty="0" sz="2000" spc="-15">
                <a:latin typeface="Arial MT"/>
                <a:cs typeface="Arial MT"/>
              </a:rPr>
              <a:t>data</a:t>
            </a:r>
            <a:endParaRPr dirty="0" sz="2000">
              <a:latin typeface="Arial MT"/>
              <a:cs typeface="Arial MT"/>
            </a:endParaRPr>
          </a:p>
        </p:txBody>
      </p:sp>
      <p:sp>
        <p:nvSpPr>
          <p:cNvPr id="1048637" name="object 11"/>
          <p:cNvSpPr txBox="1"/>
          <p:nvPr/>
        </p:nvSpPr>
        <p:spPr>
          <a:xfrm>
            <a:off x="6121667" y="2958802"/>
            <a:ext cx="6070333" cy="3397250"/>
          </a:xfrm>
          <a:prstGeom prst="rect"/>
        </p:spPr>
        <p:txBody>
          <a:bodyPr bIns="0" lIns="0" rIns="0" rtlCol="0" tIns="11430" vert="horz" wrap="square">
            <a:spAutoFit/>
          </a:bodyPr>
          <a:p>
            <a:pPr marL="499745">
              <a:lnSpc>
                <a:spcPct val="100000"/>
              </a:lnSpc>
              <a:spcBef>
                <a:spcPts val="90"/>
              </a:spcBef>
            </a:pPr>
            <a:r>
              <a:rPr b="1" dirty="0" sz="4400">
                <a:solidFill>
                  <a:srgbClr val="0000A3"/>
                </a:solidFill>
                <a:latin typeface="+mj-lt"/>
                <a:ea typeface="+mj-ea"/>
                <a:cs typeface="+mj-cs"/>
              </a:rPr>
              <a:t>Network</a:t>
            </a:r>
            <a:r>
              <a:rPr dirty="0" sz="2800" spc="5">
                <a:solidFill>
                  <a:srgbClr val="2E2E25"/>
                </a:solidFill>
                <a:latin typeface="Arial MT"/>
                <a:cs typeface="Arial MT"/>
              </a:rPr>
              <a:t> </a:t>
            </a:r>
            <a:r>
              <a:rPr b="1" dirty="0" sz="4400">
                <a:solidFill>
                  <a:srgbClr val="0000A3"/>
                </a:solidFill>
                <a:latin typeface="+mj-lt"/>
                <a:ea typeface="+mj-ea"/>
                <a:cs typeface="+mj-cs"/>
              </a:rPr>
              <a:t>Criteria</a:t>
            </a:r>
          </a:p>
          <a:p>
            <a:pPr marL="414020" marR="432434">
              <a:lnSpc>
                <a:spcPct val="100000"/>
              </a:lnSpc>
              <a:spcBef>
                <a:spcPts val="1335"/>
              </a:spcBef>
            </a:pPr>
            <a:r>
              <a:rPr dirty="0" sz="2000" spc="5">
                <a:latin typeface="Arial MT"/>
                <a:cs typeface="Arial MT"/>
              </a:rPr>
              <a:t>A</a:t>
            </a:r>
            <a:r>
              <a:rPr dirty="0" sz="2000" spc="-35">
                <a:latin typeface="Arial MT"/>
                <a:cs typeface="Arial MT"/>
              </a:rPr>
              <a:t> </a:t>
            </a:r>
            <a:r>
              <a:rPr dirty="0" sz="2000" spc="-5">
                <a:latin typeface="Arial MT"/>
                <a:cs typeface="Arial MT"/>
              </a:rPr>
              <a:t>network</a:t>
            </a:r>
            <a:r>
              <a:rPr dirty="0" sz="2000" spc="10">
                <a:latin typeface="Arial MT"/>
                <a:cs typeface="Arial MT"/>
              </a:rPr>
              <a:t> must</a:t>
            </a:r>
            <a:r>
              <a:rPr dirty="0" sz="2000" spc="-80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be</a:t>
            </a:r>
            <a:r>
              <a:rPr dirty="0" sz="2000" spc="-5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able</a:t>
            </a:r>
            <a:r>
              <a:rPr dirty="0" sz="2000" spc="-25">
                <a:latin typeface="Arial MT"/>
                <a:cs typeface="Arial MT"/>
              </a:rPr>
              <a:t> </a:t>
            </a:r>
            <a:r>
              <a:rPr dirty="0" sz="2000" spc="5">
                <a:latin typeface="Arial MT"/>
                <a:cs typeface="Arial MT"/>
              </a:rPr>
              <a:t>to</a:t>
            </a:r>
            <a:r>
              <a:rPr dirty="0" sz="2000" spc="-25">
                <a:latin typeface="Arial MT"/>
                <a:cs typeface="Arial MT"/>
              </a:rPr>
              <a:t> </a:t>
            </a:r>
            <a:r>
              <a:rPr dirty="0" sz="2000" spc="5">
                <a:latin typeface="Arial MT"/>
                <a:cs typeface="Arial MT"/>
              </a:rPr>
              <a:t>meet</a:t>
            </a:r>
            <a:r>
              <a:rPr dirty="0" sz="2000" spc="-55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a</a:t>
            </a:r>
            <a:r>
              <a:rPr dirty="0" sz="2000" spc="-5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certain </a:t>
            </a:r>
            <a:r>
              <a:rPr dirty="0" sz="2000" spc="-425">
                <a:latin typeface="Arial MT"/>
                <a:cs typeface="Arial MT"/>
              </a:rPr>
              <a:t> </a:t>
            </a:r>
            <a:r>
              <a:rPr dirty="0" sz="2000" spc="5">
                <a:latin typeface="Arial MT"/>
                <a:cs typeface="Arial MT"/>
              </a:rPr>
              <a:t>number</a:t>
            </a:r>
            <a:r>
              <a:rPr dirty="0" sz="2000" spc="-75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of</a:t>
            </a:r>
            <a:r>
              <a:rPr dirty="0" sz="2000" spc="-10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criteria</a:t>
            </a:r>
            <a:r>
              <a:rPr dirty="0" sz="2000" spc="-50">
                <a:latin typeface="Arial MT"/>
                <a:cs typeface="Arial MT"/>
              </a:rPr>
              <a:t> </a:t>
            </a:r>
            <a:r>
              <a:rPr dirty="0" sz="2000">
                <a:latin typeface="Arial MT"/>
                <a:cs typeface="Arial MT"/>
              </a:rPr>
              <a:t>e.g.</a:t>
            </a:r>
            <a:r>
              <a:rPr dirty="0" sz="2000" spc="-5">
                <a:latin typeface="Arial MT"/>
                <a:cs typeface="Arial MT"/>
              </a:rPr>
              <a:t> </a:t>
            </a:r>
            <a:r>
              <a:rPr dirty="0" sz="2000" spc="5">
                <a:latin typeface="Arial MT"/>
                <a:cs typeface="Arial MT"/>
              </a:rPr>
              <a:t>…</a:t>
            </a:r>
            <a:endParaRPr dirty="0" sz="2000">
              <a:latin typeface="Arial MT"/>
              <a:cs typeface="Arial MT"/>
            </a:endParaRPr>
          </a:p>
          <a:p>
            <a:pPr indent="-223520" marL="636905">
              <a:lnSpc>
                <a:spcPct val="100000"/>
              </a:lnSpc>
              <a:spcBef>
                <a:spcPts val="385"/>
              </a:spcBef>
              <a:buClr>
                <a:srgbClr val="739704"/>
              </a:buClr>
              <a:buSzPct val="68750"/>
              <a:buFont typeface="Wingdings"/>
              <a:buChar char=""/>
              <a:tabLst>
                <a:tab algn="l" pos="637540"/>
              </a:tabLst>
            </a:pPr>
            <a:r>
              <a:rPr dirty="0" sz="2000">
                <a:latin typeface="Arial MT"/>
                <a:cs typeface="Arial MT"/>
              </a:rPr>
              <a:t>Performance</a:t>
            </a:r>
          </a:p>
          <a:p>
            <a:pPr indent="-219710" lvl="1" marL="859155">
              <a:lnSpc>
                <a:spcPct val="100000"/>
              </a:lnSpc>
              <a:spcBef>
                <a:spcPts val="345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859790"/>
              </a:tabLst>
            </a:pPr>
            <a:r>
              <a:rPr dirty="0" spc="-10">
                <a:latin typeface="Arial MT"/>
                <a:cs typeface="Arial MT"/>
              </a:rPr>
              <a:t>often</a:t>
            </a:r>
            <a:r>
              <a:rPr dirty="0">
                <a:latin typeface="Arial MT"/>
                <a:cs typeface="Arial MT"/>
              </a:rPr>
              <a:t> </a:t>
            </a:r>
            <a:r>
              <a:rPr dirty="0" spc="-15">
                <a:latin typeface="Arial MT"/>
                <a:cs typeface="Arial MT"/>
              </a:rPr>
              <a:t>evaluated</a:t>
            </a:r>
            <a:r>
              <a:rPr dirty="0" spc="7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by</a:t>
            </a:r>
            <a:r>
              <a:rPr dirty="0" spc="1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throughput,</a:t>
            </a:r>
            <a:r>
              <a:rPr dirty="0" spc="8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delay</a:t>
            </a:r>
            <a:r>
              <a:rPr dirty="0" spc="3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etc.</a:t>
            </a:r>
            <a:endParaRPr dirty="0">
              <a:latin typeface="Arial MT"/>
              <a:cs typeface="Arial MT"/>
            </a:endParaRPr>
          </a:p>
          <a:p>
            <a:pPr indent="-223520" marL="636905">
              <a:lnSpc>
                <a:spcPct val="100000"/>
              </a:lnSpc>
              <a:spcBef>
                <a:spcPts val="375"/>
              </a:spcBef>
              <a:buClr>
                <a:srgbClr val="739704"/>
              </a:buClr>
              <a:buSzPct val="68750"/>
              <a:buFont typeface="Wingdings"/>
              <a:buChar char=""/>
              <a:tabLst>
                <a:tab algn="l" pos="637540"/>
              </a:tabLst>
            </a:pPr>
            <a:r>
              <a:rPr dirty="0" sz="2000">
                <a:latin typeface="Arial MT"/>
                <a:cs typeface="Arial MT"/>
              </a:rPr>
              <a:t>Reliability</a:t>
            </a:r>
          </a:p>
          <a:p>
            <a:pPr indent="-219710" lvl="1" marL="859155" marR="445770">
              <a:lnSpc>
                <a:spcPct val="100000"/>
              </a:lnSpc>
              <a:spcBef>
                <a:spcPts val="345"/>
              </a:spcBef>
              <a:buClr>
                <a:srgbClr val="739704"/>
              </a:buClr>
              <a:buSzPct val="64285"/>
              <a:buFont typeface="Wingdings"/>
              <a:buChar char=""/>
              <a:tabLst>
                <a:tab algn="l" pos="859790"/>
              </a:tabLst>
            </a:pPr>
            <a:r>
              <a:rPr dirty="0" spc="-10">
                <a:latin typeface="Arial MT"/>
                <a:cs typeface="Arial MT"/>
              </a:rPr>
              <a:t>measured</a:t>
            </a:r>
            <a:r>
              <a:rPr dirty="0" spc="2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by</a:t>
            </a:r>
            <a:r>
              <a:rPr dirty="0" spc="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the</a:t>
            </a:r>
            <a:r>
              <a:rPr dirty="0" spc="2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frequency</a:t>
            </a:r>
            <a:r>
              <a:rPr dirty="0" spc="2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of</a:t>
            </a:r>
            <a:r>
              <a:rPr dirty="0" spc="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failure,</a:t>
            </a:r>
            <a:r>
              <a:rPr dirty="0" spc="5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the </a:t>
            </a:r>
            <a:r>
              <a:rPr dirty="0" spc="-375">
                <a:latin typeface="Arial MT"/>
                <a:cs typeface="Arial MT"/>
              </a:rPr>
              <a:t> </a:t>
            </a:r>
            <a:r>
              <a:rPr dirty="0" spc="-5">
                <a:latin typeface="Arial MT"/>
                <a:cs typeface="Arial MT"/>
              </a:rPr>
              <a:t>time</a:t>
            </a:r>
            <a:r>
              <a:rPr dirty="0" spc="-20">
                <a:latin typeface="Arial MT"/>
                <a:cs typeface="Arial MT"/>
              </a:rPr>
              <a:t> </a:t>
            </a:r>
            <a:r>
              <a:rPr dirty="0" spc="-5">
                <a:latin typeface="Arial MT"/>
                <a:cs typeface="Arial MT"/>
              </a:rPr>
              <a:t>it</a:t>
            </a:r>
            <a:r>
              <a:rPr dirty="0" spc="-10">
                <a:latin typeface="Arial MT"/>
                <a:cs typeface="Arial MT"/>
              </a:rPr>
              <a:t> </a:t>
            </a:r>
            <a:r>
              <a:rPr dirty="0" spc="-5">
                <a:latin typeface="Arial MT"/>
                <a:cs typeface="Arial MT"/>
              </a:rPr>
              <a:t>takes</a:t>
            </a:r>
            <a:r>
              <a:rPr dirty="0" spc="1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to</a:t>
            </a:r>
            <a:r>
              <a:rPr dirty="0" spc="-2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recover</a:t>
            </a:r>
            <a:r>
              <a:rPr dirty="0" spc="80">
                <a:latin typeface="Arial MT"/>
                <a:cs typeface="Arial MT"/>
              </a:rPr>
              <a:t> </a:t>
            </a:r>
            <a:r>
              <a:rPr dirty="0" spc="-15">
                <a:latin typeface="Arial MT"/>
                <a:cs typeface="Arial MT"/>
              </a:rPr>
              <a:t>from</a:t>
            </a:r>
            <a:r>
              <a:rPr dirty="0" spc="25">
                <a:latin typeface="Arial MT"/>
                <a:cs typeface="Arial MT"/>
              </a:rPr>
              <a:t> </a:t>
            </a:r>
            <a:r>
              <a:rPr dirty="0" spc="-5">
                <a:latin typeface="Arial MT"/>
                <a:cs typeface="Arial MT"/>
              </a:rPr>
              <a:t>a</a:t>
            </a:r>
            <a:r>
              <a:rPr dirty="0" spc="-15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failure</a:t>
            </a:r>
            <a:r>
              <a:rPr dirty="0" spc="50">
                <a:latin typeface="Arial MT"/>
                <a:cs typeface="Arial MT"/>
              </a:rPr>
              <a:t> </a:t>
            </a:r>
            <a:r>
              <a:rPr dirty="0" spc="-10">
                <a:latin typeface="Arial MT"/>
                <a:cs typeface="Arial MT"/>
              </a:rPr>
              <a:t>etc.</a:t>
            </a:r>
            <a:endParaRPr dirty="0">
              <a:latin typeface="Arial MT"/>
              <a:cs typeface="Arial MT"/>
            </a:endParaRPr>
          </a:p>
          <a:p>
            <a:pPr indent="-223520" marL="636905">
              <a:lnSpc>
                <a:spcPct val="100000"/>
              </a:lnSpc>
              <a:spcBef>
                <a:spcPts val="375"/>
              </a:spcBef>
              <a:buClr>
                <a:srgbClr val="739704"/>
              </a:buClr>
              <a:buSzPct val="68750"/>
              <a:buFont typeface="Wingdings"/>
              <a:buChar char=""/>
              <a:tabLst>
                <a:tab algn="l" pos="637540"/>
              </a:tabLst>
            </a:pPr>
            <a:r>
              <a:rPr dirty="0" sz="2000">
                <a:latin typeface="Arial MT"/>
                <a:cs typeface="Arial MT"/>
              </a:rPr>
              <a:t>Security</a:t>
            </a:r>
          </a:p>
        </p:txBody>
      </p:sp>
    </p:spTree>
  </p:cSld>
  <p:clrMapOvr>
    <a:masterClrMapping/>
  </p:clrMapOvr>
  <p:timing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8" name="TextBox 3"/>
          <p:cNvSpPr txBox="1"/>
          <p:nvPr/>
        </p:nvSpPr>
        <p:spPr>
          <a:xfrm>
            <a:off x="9190439" y="3479610"/>
            <a:ext cx="1364989" cy="523220"/>
          </a:xfrm>
          <a:prstGeom prst="rect"/>
          <a:noFill/>
        </p:spPr>
        <p:txBody>
          <a:bodyPr rtlCol="0" wrap="none">
            <a:spAutoFit/>
          </a:bodyPr>
          <a:p>
            <a:r>
              <a:rPr dirty="0" sz="2800" lang="en-US"/>
              <a:t>Internet</a:t>
            </a:r>
          </a:p>
        </p:txBody>
      </p:sp>
      <p:sp>
        <p:nvSpPr>
          <p:cNvPr id="1048639" name="Rectangle 4"/>
          <p:cNvSpPr/>
          <p:nvPr/>
        </p:nvSpPr>
        <p:spPr>
          <a:xfrm>
            <a:off x="9250302" y="3526527"/>
            <a:ext cx="1558255" cy="538989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sp>
        <p:nvSpPr>
          <p:cNvPr id="1048640" name="Title 1"/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p>
            <a:r>
              <a:rPr altLang="ja-JP" dirty="0" lang="en-US"/>
              <a:t>The Internet: a “nuts and bolts” view</a:t>
            </a:r>
            <a:endParaRPr dirty="0" lang="en-US"/>
          </a:p>
        </p:txBody>
      </p:sp>
      <p:grpSp>
        <p:nvGrpSpPr>
          <p:cNvPr id="127" name="Group 800"/>
          <p:cNvGrpSpPr/>
          <p:nvPr/>
        </p:nvGrpSpPr>
        <p:grpSpPr>
          <a:xfrm>
            <a:off x="7205350" y="1488461"/>
            <a:ext cx="4504897" cy="4859961"/>
            <a:chOff x="7268561" y="1458365"/>
            <a:chExt cx="4504897" cy="4859961"/>
          </a:xfrm>
        </p:grpSpPr>
        <p:sp>
          <p:nvSpPr>
            <p:cNvPr id="104864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sp>
          <p:nvSpPr>
            <p:cNvPr id="1048642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128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1048643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/>
              <a:solidFill>
                <a:srgbClr val="9CDFF9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8644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8645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864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89379" cy="29464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altLang="en-US" dirty="0" sz="1400" lang="en-US">
                  <a:latin typeface="+mn-lt"/>
                </a:rPr>
                <a:t>mobile network</a:t>
              </a:r>
            </a:p>
          </p:txBody>
        </p:sp>
        <p:sp>
          <p:nvSpPr>
            <p:cNvPr id="1048647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altLang="en-US" dirty="0" sz="1400" lang="en-US">
                  <a:latin typeface="+mn-lt"/>
                </a:rPr>
                <a:t>home network</a:t>
              </a:r>
            </a:p>
          </p:txBody>
        </p:sp>
        <p:sp>
          <p:nvSpPr>
            <p:cNvPr id="1048648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altLang="en-US" dirty="0" sz="1400" lang="en-US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altLang="en-US" dirty="0" sz="1400" lang="en-US">
                  <a:latin typeface="+mn-lt"/>
                </a:rPr>
                <a:t>          network</a:t>
              </a:r>
            </a:p>
          </p:txBody>
        </p:sp>
        <p:sp>
          <p:nvSpPr>
            <p:cNvPr id="1048649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59000">
                  <a:schemeClr val="accent5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grpSp>
          <p:nvGrpSpPr>
            <p:cNvPr id="129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1048650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/>
                <a:endParaRPr dirty="0" lang="en-US"/>
              </a:p>
            </p:txBody>
          </p:sp>
          <p:sp>
            <p:nvSpPr>
              <p:cNvPr id="1048651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/>
                <a:endParaRPr dirty="0" lang="en-US"/>
              </a:p>
            </p:txBody>
          </p:sp>
          <p:cxnSp>
            <p:nvCxnSpPr>
              <p:cNvPr id="3145728" name="Straight Connector 383"/>
              <p:cNvCxnSpPr>
                <a:cxnSpLocks/>
              </p:cNvCxnSpPr>
              <p:nvPr/>
            </p:nvCxnSpPr>
            <p:spPr>
              <a:xfrm flipV="1">
                <a:off x="5270526" y="2029553"/>
                <a:ext cx="295249" cy="73468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29" name="Straight Connector 384"/>
              <p:cNvCxnSpPr>
                <a:cxnSpLocks/>
              </p:cNvCxnSpPr>
              <p:nvPr/>
            </p:nvCxnSpPr>
            <p:spPr>
              <a:xfrm flipV="1">
                <a:off x="5275406" y="2261710"/>
                <a:ext cx="290369" cy="1675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0" name="Straight Connector 385"/>
              <p:cNvCxnSpPr>
                <a:cxnSpLocks/>
              </p:cNvCxnSpPr>
              <p:nvPr/>
            </p:nvCxnSpPr>
            <p:spPr>
              <a:xfrm flipV="1">
                <a:off x="5275406" y="2151772"/>
                <a:ext cx="290369" cy="4840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1" name="Straight Connector 386"/>
              <p:cNvCxnSpPr>
                <a:cxnSpLocks/>
              </p:cNvCxnSpPr>
              <p:nvPr/>
            </p:nvCxnSpPr>
            <p:spPr>
              <a:xfrm>
                <a:off x="5270094" y="2354086"/>
                <a:ext cx="295681" cy="0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2" name="Straight Connector 387"/>
              <p:cNvCxnSpPr>
                <a:cxnSpLocks/>
              </p:cNvCxnSpPr>
              <p:nvPr/>
            </p:nvCxnSpPr>
            <p:spPr>
              <a:xfrm flipV="1">
                <a:off x="5950242" y="1866900"/>
                <a:ext cx="0" cy="465273"/>
              </a:xfrm>
              <a:prstGeom prst="line"/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3" name="Straight Connector 388"/>
              <p:cNvCxnSpPr>
                <a:cxnSpLocks/>
              </p:cNvCxnSpPr>
              <p:nvPr/>
            </p:nvCxnSpPr>
            <p:spPr>
              <a:xfrm>
                <a:off x="5628589" y="1936750"/>
                <a:ext cx="0" cy="476854"/>
              </a:xfrm>
              <a:prstGeom prst="line"/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1048652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/>
                <a:endParaRPr dirty="0" lang="en-US"/>
              </a:p>
            </p:txBody>
          </p:sp>
          <p:sp>
            <p:nvSpPr>
              <p:cNvPr id="1048653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/>
                <a:endParaRPr dirty="0" lang="en-US"/>
              </a:p>
            </p:txBody>
          </p:sp>
          <p:cxnSp>
            <p:nvCxnSpPr>
              <p:cNvPr id="3145734" name="Straight Connector 400"/>
              <p:cNvCxnSpPr>
                <a:cxnSpLocks/>
              </p:cNvCxnSpPr>
              <p:nvPr/>
            </p:nvCxnSpPr>
            <p:spPr>
              <a:xfrm flipV="1">
                <a:off x="5270526" y="2029553"/>
                <a:ext cx="295249" cy="73468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5" name="Straight Connector 401"/>
              <p:cNvCxnSpPr>
                <a:cxnSpLocks/>
              </p:cNvCxnSpPr>
              <p:nvPr/>
            </p:nvCxnSpPr>
            <p:spPr>
              <a:xfrm flipV="1">
                <a:off x="5275406" y="2261710"/>
                <a:ext cx="290369" cy="1675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6" name="Straight Connector 402"/>
              <p:cNvCxnSpPr>
                <a:cxnSpLocks/>
              </p:cNvCxnSpPr>
              <p:nvPr/>
            </p:nvCxnSpPr>
            <p:spPr>
              <a:xfrm flipV="1">
                <a:off x="5275406" y="2151772"/>
                <a:ext cx="290369" cy="4840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7" name="Straight Connector 403"/>
              <p:cNvCxnSpPr>
                <a:cxnSpLocks/>
              </p:cNvCxnSpPr>
              <p:nvPr/>
            </p:nvCxnSpPr>
            <p:spPr>
              <a:xfrm>
                <a:off x="5270094" y="2354086"/>
                <a:ext cx="295681" cy="0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8" name="Straight Connector 404"/>
              <p:cNvCxnSpPr>
                <a:cxnSpLocks/>
              </p:cNvCxnSpPr>
              <p:nvPr/>
            </p:nvCxnSpPr>
            <p:spPr>
              <a:xfrm flipV="1">
                <a:off x="5950242" y="1866900"/>
                <a:ext cx="0" cy="465273"/>
              </a:xfrm>
              <a:prstGeom prst="line"/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739" name="Straight Connector 405"/>
              <p:cNvCxnSpPr>
                <a:cxnSpLocks/>
              </p:cNvCxnSpPr>
              <p:nvPr/>
            </p:nvCxnSpPr>
            <p:spPr>
              <a:xfrm>
                <a:off x="5628589" y="1936750"/>
                <a:ext cx="0" cy="476854"/>
              </a:xfrm>
              <a:prstGeom prst="line"/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8654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57000">
                  <a:schemeClr val="accent5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sp>
          <p:nvSpPr>
            <p:cNvPr id="1048655" name="TextBox 572"/>
            <p:cNvSpPr txBox="1"/>
            <p:nvPr/>
          </p:nvSpPr>
          <p:spPr>
            <a:xfrm>
              <a:off x="9490412" y="1821099"/>
              <a:ext cx="1859280" cy="274320"/>
            </a:xfrm>
            <a:prstGeom prst="rect"/>
            <a:noFill/>
          </p:spPr>
          <p:txBody>
            <a:bodyPr rtlCol="0" wrap="none">
              <a:spAutoFit/>
            </a:bodyPr>
            <a:p>
              <a:pPr>
                <a:lnSpc>
                  <a:spcPct val="90000"/>
                </a:lnSpc>
              </a:pPr>
              <a:r>
                <a:rPr dirty="0" sz="1400" lang="en-US"/>
                <a:t>national or global ISP</a:t>
              </a:r>
            </a:p>
          </p:txBody>
        </p:sp>
        <p:sp>
          <p:nvSpPr>
            <p:cNvPr id="1048656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/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48657" name="TextBox 652"/>
            <p:cNvSpPr txBox="1"/>
            <p:nvPr/>
          </p:nvSpPr>
          <p:spPr>
            <a:xfrm>
              <a:off x="8829373" y="3417823"/>
              <a:ext cx="1040639" cy="640079"/>
            </a:xfrm>
            <a:prstGeom prst="rect"/>
            <a:noFill/>
          </p:spPr>
          <p:txBody>
            <a:bodyPr rtlCol="0" wrap="square">
              <a:spAutoFit/>
            </a:bodyPr>
            <a:p>
              <a:pPr>
                <a:lnSpc>
                  <a:spcPct val="90000"/>
                </a:lnSpc>
              </a:pPr>
              <a:r>
                <a:rPr dirty="0" sz="1400" lang="en-US"/>
                <a:t>local or regional ISP</a:t>
              </a:r>
            </a:p>
          </p:txBody>
        </p:sp>
        <p:sp>
          <p:nvSpPr>
            <p:cNvPr id="1048658" name="TextBox 656"/>
            <p:cNvSpPr txBox="1"/>
            <p:nvPr/>
          </p:nvSpPr>
          <p:spPr>
            <a:xfrm>
              <a:off x="10980978" y="4647841"/>
              <a:ext cx="792480" cy="342901"/>
            </a:xfrm>
            <a:prstGeom prst="rect"/>
            <a:noFill/>
          </p:spPr>
          <p:txBody>
            <a:bodyPr rtlCol="0" wrap="none">
              <a:spAutoFit/>
            </a:bodyPr>
            <a:p>
              <a:pPr>
                <a:lnSpc>
                  <a:spcPct val="90000"/>
                </a:lnSpc>
              </a:pPr>
              <a:r>
                <a:rPr dirty="0" sz="1050" lang="en-US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dirty="0" sz="1050" lang="en-US"/>
                <a:t>network</a:t>
              </a:r>
            </a:p>
          </p:txBody>
        </p:sp>
        <p:sp>
          <p:nvSpPr>
            <p:cNvPr id="1048659" name="TextBox 657"/>
            <p:cNvSpPr txBox="1"/>
            <p:nvPr/>
          </p:nvSpPr>
          <p:spPr>
            <a:xfrm>
              <a:off x="10126229" y="4198152"/>
              <a:ext cx="868679" cy="640081"/>
            </a:xfrm>
            <a:prstGeom prst="rect"/>
            <a:noFill/>
          </p:spPr>
          <p:txBody>
            <a:bodyPr rtlCol="0" wrap="none">
              <a:spAutoFit/>
            </a:bodyPr>
            <a:p>
              <a:pPr>
                <a:lnSpc>
                  <a:spcPct val="90000"/>
                </a:lnSpc>
              </a:pPr>
              <a:r>
                <a:rPr dirty="0" sz="1400" lang="en-US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dirty="0" sz="1400" lang="en-US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dirty="0" sz="1400" lang="en-US"/>
                <a:t>network</a:t>
              </a:r>
              <a:endParaRPr dirty="0" sz="1000" lang="en-US"/>
            </a:p>
          </p:txBody>
        </p:sp>
      </p:grpSp>
      <p:grpSp>
        <p:nvGrpSpPr>
          <p:cNvPr id="131" name="Group 1029"/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1048660" name="Content Placeholder 2"/>
            <p:cNvSpPr txBox="1"/>
            <p:nvPr/>
          </p:nvSpPr>
          <p:spPr>
            <a:xfrm>
              <a:off x="3142962" y="3209940"/>
              <a:ext cx="3778152" cy="1305077"/>
            </a:xfrm>
            <a:prstGeom prst="rect"/>
          </p:spPr>
          <p:txBody>
            <a:bodyPr>
              <a:normAutofit/>
            </a:bodyPr>
            <a:lstStyle>
              <a:lvl1pPr algn="l" defTabSz="914400" eaLnBrk="1" hangingPunct="1" indent="-347472" latinLnBrk="0" marL="347472" rtl="0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algn="l" defTabSz="914400" eaLnBrk="1" hangingPunct="1" indent="-283464" latinLnBrk="0" marL="740664" rtl="0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baseline="0" sz="1600" kern="120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0" marL="6858">
                <a:buNone/>
              </a:pPr>
              <a:r>
                <a:rPr altLang="en-US" dirty="0" sz="2400" i="1" lang="en-US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altLang="en-US" dirty="0" sz="2400" lang="en-US">
                  <a:latin typeface="+mn-lt"/>
                </a:rPr>
                <a:t>: forward packets (chunks of data)</a:t>
              </a:r>
            </a:p>
            <a:p>
              <a:pPr indent="-231775" lvl="1" marL="346075">
                <a:buClr>
                  <a:srgbClr val="0000A8"/>
                </a:buClr>
              </a:pPr>
              <a:r>
                <a:rPr altLang="en-US" dirty="0" sz="2000" i="1" lang="en-US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altLang="en-US" dirty="0" sz="2000" lang="en-US">
                  <a:solidFill>
                    <a:schemeClr val="tx1"/>
                  </a:solidFill>
                  <a:latin typeface="+mn-lt"/>
                </a:rPr>
                <a:t>, </a:t>
              </a:r>
              <a:r>
                <a:rPr altLang="en-US" dirty="0" sz="2000" i="1" lang="en-US">
                  <a:solidFill>
                    <a:schemeClr val="tx1"/>
                  </a:solidFill>
                  <a:latin typeface="+mn-lt"/>
                </a:rPr>
                <a:t>switches</a:t>
              </a:r>
              <a:endParaRPr dirty="0" lang="en-US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32" name="Group 1028"/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133" name="Group 744"/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1048661" name="Freeform 74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r>
                    <a:rPr dirty="0" lang="en-US"/>
                    <a:t>                   </a:t>
                  </a:r>
                </a:p>
              </p:txBody>
            </p:sp>
            <p:sp>
              <p:nvSpPr>
                <p:cNvPr id="1048662" name="Oval 74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r>
                    <a:rPr dirty="0" lang="en-US"/>
                    <a:t>              </a:t>
                  </a:r>
                </a:p>
              </p:txBody>
            </p:sp>
            <p:grpSp>
              <p:nvGrpSpPr>
                <p:cNvPr id="134" name="Group 74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48663" name="Freeform 74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  <p:sp>
                <p:nvSpPr>
                  <p:cNvPr id="1048664" name="Freeform 74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  <p:sp>
                <p:nvSpPr>
                  <p:cNvPr id="1048665" name="Freeform 75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  <p:sp>
                <p:nvSpPr>
                  <p:cNvPr id="1048666" name="Freeform 75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</p:grpSp>
          </p:grpSp>
          <p:grpSp>
            <p:nvGrpSpPr>
              <p:cNvPr id="135" name="Group 752"/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1048667" name="Rectangle 753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/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668" name="Freeform 754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grpSp>
              <p:nvGrpSpPr>
                <p:cNvPr id="136" name="Group 755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048669" name="Freeform 756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  <p:sp>
                <p:nvSpPr>
                  <p:cNvPr id="1048670" name="Freeform 757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  <p:sp>
                <p:nvSpPr>
                  <p:cNvPr id="1048671" name="Freeform 758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  <p:sp>
                <p:nvSpPr>
                  <p:cNvPr id="1048672" name="Freeform 759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/>
                    <a:endParaRPr dirty="0" lang="en-US"/>
                  </a:p>
                </p:txBody>
              </p:sp>
            </p:grpSp>
          </p:grpSp>
        </p:grpSp>
      </p:grpSp>
      <p:grpSp>
        <p:nvGrpSpPr>
          <p:cNvPr id="137" name="Group 1030"/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1048673" name="Content Placeholder 2"/>
            <p:cNvSpPr txBox="1"/>
            <p:nvPr/>
          </p:nvSpPr>
          <p:spPr>
            <a:xfrm>
              <a:off x="3140954" y="3947532"/>
              <a:ext cx="3778152" cy="1994414"/>
            </a:xfrm>
            <a:prstGeom prst="rect"/>
          </p:spPr>
          <p:txBody>
            <a:bodyPr>
              <a:normAutofit fontScale="95000"/>
            </a:bodyPr>
            <a:lstStyle>
              <a:lvl1pPr algn="l" defTabSz="914400" eaLnBrk="1" hangingPunct="1" indent="-347472" latinLnBrk="0" marL="347472" rtl="0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algn="l" defTabSz="914400" eaLnBrk="1" hangingPunct="1" indent="-283464" latinLnBrk="0" marL="740664" rtl="0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baseline="0" sz="1600" kern="120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0" marL="6858">
                <a:buNone/>
              </a:pPr>
              <a:endParaRPr altLang="en-US" dirty="0" lang="en-US">
                <a:latin typeface="+mn-lt"/>
                <a:ea typeface="Arial" panose="020B0604020202020204" pitchFamily="34" charset="0"/>
              </a:endParaRPr>
            </a:p>
            <a:p>
              <a:pPr indent="0" marL="6858">
                <a:buClr>
                  <a:srgbClr val="0000A8"/>
                </a:buClr>
                <a:buNone/>
              </a:pPr>
              <a:r>
                <a:rPr altLang="en-US" dirty="0" sz="2400" i="1" lang="en-US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indent="-231775" lvl="1" marL="346075">
                <a:buClr>
                  <a:srgbClr val="0000A3"/>
                </a:buClr>
              </a:pPr>
              <a:r>
                <a:rPr altLang="en-US" dirty="0" sz="2000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indent="-231775" lvl="1" marL="346075">
                <a:buClr>
                  <a:srgbClr val="0000A3"/>
                </a:buClr>
              </a:pPr>
              <a:r>
                <a:rPr altLang="en-US" dirty="0" sz="2000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altLang="en-US" dirty="0" sz="2000" i="1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r>
                <a:rPr altLang="en-US" dirty="0" sz="2000" i="1" lang="en-US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/>
              </a:r>
              <a:br>
                <a:rPr altLang="en-US" dirty="0" sz="2000" i="1" lang="en-US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dirty="0" lang="en-US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38" name="Group 523"/>
            <p:cNvGrpSpPr/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1048674" name="Line 426"/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endParaRPr dirty="0" lang="en-US"/>
              </a:p>
            </p:txBody>
          </p:sp>
          <p:grpSp>
            <p:nvGrpSpPr>
              <p:cNvPr id="139" name="Group 782"/>
              <p:cNvGrpSpPr/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140" name="Group 783"/>
                <p:cNvGrpSpPr/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1048675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76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77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78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79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0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1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2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3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4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5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6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7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8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  <p:sp>
                <p:nvSpPr>
                  <p:cNvPr id="1048689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</p:grpSp>
            <p:pic>
              <p:nvPicPr>
                <p:cNvPr id="2097159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"/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690" name="Oval 800"/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/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41" name="Group 779"/>
            <p:cNvGrpSpPr/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2097160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/>
              <a:noFill/>
              <a:ln>
                <a:noFill/>
              </a:ln>
            </p:spPr>
          </p:pic>
          <p:pic>
            <p:nvPicPr>
              <p:cNvPr id="2097161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/>
              <a:noFill/>
              <a:ln>
                <a:noFill/>
              </a:ln>
            </p:spPr>
          </p:pic>
        </p:grpSp>
        <p:pic>
          <p:nvPicPr>
            <p:cNvPr id="2097162" name="Picture 4" descr="Image result for Ethernet cable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/>
            <a:noFill/>
          </p:spPr>
        </p:pic>
      </p:grpSp>
      <p:grpSp>
        <p:nvGrpSpPr>
          <p:cNvPr id="142" name="Group 1032"/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1048691" name="Content Placeholder 2"/>
            <p:cNvSpPr txBox="1"/>
            <p:nvPr/>
          </p:nvSpPr>
          <p:spPr>
            <a:xfrm>
              <a:off x="3142484" y="1318241"/>
              <a:ext cx="3889199" cy="1705461"/>
            </a:xfrm>
            <a:prstGeom prst="rect"/>
          </p:spPr>
          <p:txBody>
            <a:bodyPr>
              <a:normAutofit/>
            </a:bodyPr>
            <a:lstStyle>
              <a:lvl1pPr algn="l" defTabSz="914400" eaLnBrk="1" hangingPunct="1" indent="-347472" latinLnBrk="0" marL="347472" rtl="0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algn="l" defTabSz="914400" eaLnBrk="1" hangingPunct="1" indent="-283464" latinLnBrk="0" marL="740664" rtl="0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baseline="0" sz="1600" kern="120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0" marL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altLang="en-US" dirty="0" sz="2400" lang="en-US">
                  <a:latin typeface="+mn-lt"/>
                </a:rPr>
                <a:t>Billions of connected computing </a:t>
              </a:r>
              <a:r>
                <a:rPr altLang="en-US" dirty="0" sz="2400" i="1" lang="en-US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altLang="en-US" dirty="0" sz="2400" lang="en-US">
                  <a:latin typeface="+mn-lt"/>
                </a:rPr>
                <a:t>: </a:t>
              </a:r>
            </a:p>
            <a:p>
              <a:pPr indent="-231775" lvl="1" marL="346075">
                <a:spcBef>
                  <a:spcPct val="15000"/>
                </a:spcBef>
                <a:buClr>
                  <a:srgbClr val="0000A3"/>
                </a:buClr>
              </a:pPr>
              <a:r>
                <a:rPr altLang="en-US" dirty="0" sz="2000" i="1" lang="en-US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altLang="en-US" dirty="0" sz="2000" i="1" lang="en-US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altLang="en-US" dirty="0" sz="2000" i="1" lang="en-US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indent="-231775" lvl="1" marL="346075">
                <a:buClr>
                  <a:srgbClr val="0000A3"/>
                </a:buClr>
              </a:pPr>
              <a:r>
                <a:rPr altLang="en-US" dirty="0" sz="2000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altLang="en-US" dirty="0" sz="2000" i="1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altLang="en-US" dirty="0" sz="2000" i="1" lang="en-US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altLang="en-US" dirty="0" sz="2000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43" name="Group 1026"/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144" name="Group 1064"/>
              <p:cNvGrpSpPr/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2097163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5"/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64" name="Picture 1066" descr="laptop_keyboar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6"/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692" name="Freeform 1067"/>
                <p:cNvSpPr/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pic>
              <p:nvPicPr>
                <p:cNvPr id="2097165" name="Picture 1068" descr="screen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7"/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693" name="Freeform 1069"/>
                <p:cNvSpPr/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694" name="Freeform 1070"/>
                <p:cNvSpPr/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695" name="Freeform 1071"/>
                <p:cNvSpPr/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696" name="Freeform 1072"/>
                <p:cNvSpPr/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697" name="Freeform 1073"/>
                <p:cNvSpPr/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698" name="Freeform 1074"/>
                <p:cNvSpPr/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grpSp>
              <p:nvGrpSpPr>
                <p:cNvPr id="145" name="Group 1075"/>
                <p:cNvGrpSpPr/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1048699" name="Freeform 107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00" name="Freeform 107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01" name="Freeform 107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02" name="Freeform 107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03" name="Freeform 108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04" name="Freeform 108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</p:grpSp>
            <p:sp>
              <p:nvSpPr>
                <p:cNvPr id="1048705" name="Freeform 1082"/>
                <p:cNvSpPr/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06" name="Freeform 1083"/>
                <p:cNvSpPr/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07" name="Freeform 1084"/>
                <p:cNvSpPr/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08" name="Freeform 1085"/>
                <p:cNvSpPr/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09" name="Freeform 1086"/>
                <p:cNvSpPr/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10" name="Freeform 1087"/>
                <p:cNvSpPr/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grpSp>
            <p:nvGrpSpPr>
              <p:cNvPr id="146" name="Group 652"/>
              <p:cNvGrpSpPr/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2097166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8" cstate="print"/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67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9"/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147" name="Group 694"/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2097168" name="Picture 571" descr="fridge2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0" cstate="print"/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69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1"/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148" name="Group 950"/>
              <p:cNvGrpSpPr/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1048711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12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/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13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14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15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49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48716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717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718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50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48719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720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721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22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51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4872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72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725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grpSp>
              <p:nvGrpSpPr>
                <p:cNvPr id="152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48726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727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728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/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29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30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31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/>
                <a:solidFill>
                  <a:srgbClr val="3333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32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33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34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35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36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1800" lang="en-US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37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38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/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153" name="Group 732"/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2097170" name="Picture 733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2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171" name="Picture 734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2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172" name="Picture 735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2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  <p:grpSp>
            <p:nvGrpSpPr>
              <p:cNvPr id="154" name="Group 590"/>
              <p:cNvGrpSpPr/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2097173" name="Picture 591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3" cstate="print"/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739" name="Freeform 592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</p:spPr>
              <p:txBody>
                <a:bodyPr wrap="none"/>
                <a:p>
                  <a:endParaRPr dirty="0" lang="en-US"/>
                </a:p>
              </p:txBody>
            </p:sp>
          </p:grpSp>
          <p:grpSp>
            <p:nvGrpSpPr>
              <p:cNvPr id="155" name="Group 740"/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2097174" name="Picture 568" descr="light2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4"/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75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156" name="Group 788"/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2097176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77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</p:grpSp>
      </p:grpSp>
      <p:grpSp>
        <p:nvGrpSpPr>
          <p:cNvPr id="157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3145740" name="Straight Connector 829"/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1" name="Straight Connector 826"/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2" name="Straight Connector 824"/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3" name="Straight Connector 822"/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4" name="Straight Connector 818"/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5" name="Straight Connector 817"/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6" name="Straight Connector 815"/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7" name="Straight Connector 812"/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8" name="Straight Connector 810"/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49" name="Straight Connector 807"/>
            <p:cNvCxnSpPr>
              <a:cxnSpLocks/>
            </p:cNvCxnSpPr>
            <p:nvPr/>
          </p:nvCxnSpPr>
          <p:spPr>
            <a:xfrm>
              <a:off x="10137668" y="2754692"/>
              <a:ext cx="488174" cy="839333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50" name="Straight Connector 562"/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8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159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1048740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8741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8742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3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4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5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6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7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8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49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50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51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5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8753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cxnSp>
              <p:nvCxnSpPr>
                <p:cNvPr id="3145751" name="Straight Connector 563"/>
                <p:cNvCxnSpPr>
                  <a:cxnSpLocks/>
                </p:cNvCxnSpPr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2" name="Straight Connector 564"/>
                <p:cNvCxnSpPr>
                  <a:cxnSpLocks/>
                </p:cNvCxnSpPr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3" name="Straight Connector 565"/>
                <p:cNvCxnSpPr>
                  <a:cxnSpLocks/>
                </p:cNvCxnSpPr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4" name="Straight Connector 566"/>
                <p:cNvCxnSpPr>
                  <a:cxnSpLocks/>
                </p:cNvCxnSpPr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5" name="Straight Connector 567"/>
                <p:cNvCxnSpPr>
                  <a:cxnSpLocks/>
                </p:cNvCxnSpPr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6" name="Straight Connector 568"/>
                <p:cNvCxnSpPr>
                  <a:cxnSpLocks/>
                </p:cNvCxnSpPr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7" name="Straight Connector 569"/>
                <p:cNvCxnSpPr>
                  <a:cxnSpLocks/>
                </p:cNvCxnSpPr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58" name="Straight Connector 573"/>
                <p:cNvCxnSpPr>
                  <a:cxnSpLocks/>
                </p:cNvCxnSpPr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8754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55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pic>
            <p:nvPicPr>
              <p:cNvPr id="2097178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7" cstate="print"/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179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180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48756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/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60" name="Group 796"/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161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162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2097181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8" cstate="print"/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82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9"/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163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209718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8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757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pic>
              <p:nvPicPr>
                <p:cNvPr id="2097185" name="Picture 1020" descr="screen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9" cstate="print"/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758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59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60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61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62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63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grpSp>
              <p:nvGrpSpPr>
                <p:cNvPr id="164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048764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65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66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67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68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69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</p:grpSp>
            <p:sp>
              <p:nvSpPr>
                <p:cNvPr id="1048770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1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2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3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4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5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grpSp>
            <p:nvGrpSpPr>
              <p:cNvPr id="165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2097186" name="Picture 568" descr="light2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4"/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87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16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209718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89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167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168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2097190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1"/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91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0" cstate="print"/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776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pic>
              <p:nvPicPr>
                <p:cNvPr id="2097192" name="Picture 1118" descr="screen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777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8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79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80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81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82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grpSp>
              <p:nvGrpSpPr>
                <p:cNvPr id="169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048783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84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85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86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87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788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</p:grpSp>
            <p:sp>
              <p:nvSpPr>
                <p:cNvPr id="1048789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0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1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2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3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4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grpSp>
            <p:nvGrpSpPr>
              <p:cNvPr id="170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2097193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2"/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8795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</p:spPr>
              <p:txBody>
                <a:bodyPr wrap="none"/>
                <a:p>
                  <a:endParaRPr dirty="0" lang="en-US"/>
                </a:p>
              </p:txBody>
            </p:sp>
          </p:grpSp>
          <p:grpSp>
            <p:nvGrpSpPr>
              <p:cNvPr id="171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2097194" name="Picture 571" descr="fridge2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0" cstate="print"/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195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1"/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172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173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45759" name="Straight Connector 375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4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196" name="Picture 378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2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197" name="Picture 379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2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198" name="Picture 380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2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  <p:grpSp>
            <p:nvGrpSpPr>
              <p:cNvPr id="175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145760" name="Straight Connector 392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199" name="Picture 395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2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200" name="Picture 396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2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201" name="Picture 397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2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</p:grpSp>
        <p:grpSp>
          <p:nvGrpSpPr>
            <p:cNvPr id="177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178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1048796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7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/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798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799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00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79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48801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02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0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48804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05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06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07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1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48808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09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10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grpSp>
              <p:nvGrpSpPr>
                <p:cNvPr id="182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4881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1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13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/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14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15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16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/>
                <a:solidFill>
                  <a:srgbClr val="3333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17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18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19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20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21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1800" lang="en-US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22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23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/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183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18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202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3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24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</p:grpSp>
            <p:grpSp>
              <p:nvGrpSpPr>
                <p:cNvPr id="185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2097203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5"/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/>
                  <a:noFill/>
                  <a:ln>
                    <a:noFill/>
                  </a:ln>
                </p:spPr>
              </p:pic>
              <p:pic>
                <p:nvPicPr>
                  <p:cNvPr id="2097204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6"/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25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pic>
                <p:nvPicPr>
                  <p:cNvPr id="2097205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7"/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26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27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28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29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30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31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grpSp>
                <p:nvGrpSpPr>
                  <p:cNvPr id="18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048832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33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34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35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36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37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</p:grpSp>
              <p:sp>
                <p:nvSpPr>
                  <p:cNvPr id="104883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3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4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4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4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4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</p:grpSp>
            <p:grpSp>
              <p:nvGrpSpPr>
                <p:cNvPr id="1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206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3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44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</p:grpSp>
            <p:grpSp>
              <p:nvGrpSpPr>
                <p:cNvPr id="188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20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3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4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</p:grpSp>
            <p:grpSp>
              <p:nvGrpSpPr>
                <p:cNvPr id="189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20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3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46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endParaRPr dirty="0" lang="en-US"/>
                  </a:p>
                </p:txBody>
              </p:sp>
            </p:grpSp>
            <p:grpSp>
              <p:nvGrpSpPr>
                <p:cNvPr id="190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2097209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5"/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/>
                  <a:noFill/>
                  <a:ln>
                    <a:noFill/>
                  </a:ln>
                </p:spPr>
              </p:pic>
              <p:pic>
                <p:nvPicPr>
                  <p:cNvPr id="2097210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6"/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47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pic>
                <p:nvPicPr>
                  <p:cNvPr id="2097211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7"/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8848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49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50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51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52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53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grpSp>
                <p:nvGrpSpPr>
                  <p:cNvPr id="191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04885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5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5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5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5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  <p:sp>
                  <p:nvSpPr>
                    <p:cNvPr id="104885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endParaRPr dirty="0" lang="en-US"/>
                    </a:p>
                  </p:txBody>
                </p:sp>
              </p:grpSp>
              <p:sp>
                <p:nvSpPr>
                  <p:cNvPr id="1048860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61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62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63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64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  <p:sp>
                <p:nvSpPr>
                  <p:cNvPr id="1048865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endParaRPr dirty="0" lang="en-US"/>
                  </a:p>
                </p:txBody>
              </p:sp>
            </p:grpSp>
          </p:grpSp>
          <p:grpSp>
            <p:nvGrpSpPr>
              <p:cNvPr id="19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048866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67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/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68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69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70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3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48871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72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73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4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48874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75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76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77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48878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79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80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grpSp>
              <p:nvGrpSpPr>
                <p:cNvPr id="196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48881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048882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altLang="en-US" dirty="0" sz="2400" lang="en-US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8883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/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84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85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86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/>
                <a:solidFill>
                  <a:srgbClr val="3333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87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8888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89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90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91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1800" lang="en-US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92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8893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/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altLang="en-US" dirty="0" sz="2400" lang="en-US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97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1048894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198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1048895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896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897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898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899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0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1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2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3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4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5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6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7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8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8909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</p:grpSp>
        <p:pic>
          <p:nvPicPr>
            <p:cNvPr id="2097212" name="Picture 777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/>
            <a:noFill/>
            <a:ln>
              <a:noFill/>
            </a:ln>
          </p:spPr>
        </p:pic>
        <p:pic>
          <p:nvPicPr>
            <p:cNvPr id="2097213" name="Picture 780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/>
            <a:noFill/>
            <a:ln>
              <a:noFill/>
            </a:ln>
          </p:spPr>
        </p:pic>
        <p:grpSp>
          <p:nvGrpSpPr>
            <p:cNvPr id="199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1048910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11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00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12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13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14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15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01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1048916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sp>
            <p:nvSpPr>
              <p:cNvPr id="1048917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202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8918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19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20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21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03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1048922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23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04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24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25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26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27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05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1048928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sp>
            <p:nvSpPr>
              <p:cNvPr id="1048929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206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8930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31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32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33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1048934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35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08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36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37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38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39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09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1048940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41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10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42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43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44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45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11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104894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4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12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48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49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50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51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13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1048952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53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14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54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55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56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57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15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104895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5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16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60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61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62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63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17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104896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6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18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66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67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68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69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19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1048970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71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20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72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73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74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75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21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1048976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77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22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7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7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8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8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23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1048982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83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24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84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85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86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87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25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1048988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89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26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90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91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92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93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27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1048994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8995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28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8996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97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98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8999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29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1049000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001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30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002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03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04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05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31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1049006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007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32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008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09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10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11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233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1049012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013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234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014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15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16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017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</p:grpSp>
      <p:grpSp>
        <p:nvGrpSpPr>
          <p:cNvPr id="235" name="Group 1031"/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1049018" name="Freeform 417"/>
            <p:cNvSpPr/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019" name="Content Placeholder 2"/>
            <p:cNvSpPr txBox="1"/>
            <p:nvPr/>
          </p:nvSpPr>
          <p:spPr>
            <a:xfrm>
              <a:off x="3142713" y="5539150"/>
              <a:ext cx="4032553" cy="1149445"/>
            </a:xfrm>
            <a:prstGeom prst="rect"/>
          </p:spPr>
          <p:txBody>
            <a:bodyPr>
              <a:normAutofit/>
            </a:bodyPr>
            <a:lstStyle>
              <a:lvl1pPr algn="l" defTabSz="914400" eaLnBrk="1" hangingPunct="1" indent="-347472" latinLnBrk="0" marL="347472" rtl="0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algn="l" defTabSz="914400" eaLnBrk="1" hangingPunct="1" indent="-283464" latinLnBrk="0" marL="740664" rtl="0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baseline="0" sz="1600" kern="120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0" marL="6858">
                <a:buClr>
                  <a:srgbClr val="0000A8"/>
                </a:buClr>
                <a:buNone/>
              </a:pPr>
              <a:r>
                <a:rPr altLang="en-US" dirty="0" sz="2400" i="1" lang="en-US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indent="-231775" lvl="1" marL="346075">
                <a:buClr>
                  <a:srgbClr val="0000A3"/>
                </a:buClr>
              </a:pPr>
              <a:r>
                <a:rPr altLang="en-US" dirty="0" sz="2000" lang="en-US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dirty="0" lang="en-US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1049020" name="Freeform 2"/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sp>
        <p:nvSpPr>
          <p:cNvPr id="1049021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13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3"/>
                                        <p:tgtEl>
                                          <p:spTgt spid="1049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4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15"/>
                                        <p:tgtEl>
                                          <p:spTgt spid="10486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8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7">
                      <p:stCondLst>
                        <p:cond delay="indefinite"/>
                      </p:stCondLst>
                      <p:childTnLst>
                        <p:par>
                          <p:cTn fill="hold" id="18">
                            <p:stCondLst>
                              <p:cond delay="0"/>
                            </p:stCondLst>
                            <p:childTnLst>
                              <p:par>
                                <p:cTn fill="hold" id="19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1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2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4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1" id="25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1048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id="3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5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6">
                      <p:stCondLst>
                        <p:cond delay="indefinite"/>
                      </p:stCondLst>
                      <p:childTnLst>
                        <p:par>
                          <p:cTn fill="hold" id="37">
                            <p:stCondLst>
                              <p:cond delay="0"/>
                            </p:stCondLst>
                            <p:childTnLst>
                              <p:par>
                                <p:cTn fill="hold" id="3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1" id="41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42"/>
                                        <p:tgtEl>
                                          <p:spTgt spid="10490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43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9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4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6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639" grpId="0" animBg="1"/>
      <p:bldP spid="1048639" grpId="1" animBg="1"/>
      <p:bldP spid="1049020" grpId="0" animBg="1"/>
      <p:bldP spid="1049020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25" name="Title 1"/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p>
            <a:r>
              <a:rPr altLang="ja-JP" dirty="0" lang="en-US"/>
              <a:t>“Fun” Internet-connected devices</a:t>
            </a:r>
            <a:endParaRPr dirty="0" lang="en-US"/>
          </a:p>
        </p:txBody>
      </p:sp>
      <p:pic>
        <p:nvPicPr>
          <p:cNvPr id="2097214" name="Picture 3" descr="toaster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 cstate="print"/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/>
          <a:noFill/>
          <a:ln>
            <a:noFill/>
          </a:ln>
        </p:spPr>
      </p:pic>
      <p:sp>
        <p:nvSpPr>
          <p:cNvPr id="1049026" name="Text Box 8"/>
          <p:cNvSpPr txBox="1">
            <a:spLocks noChangeArrowheads="1"/>
          </p:cNvSpPr>
          <p:nvPr/>
        </p:nvSpPr>
        <p:spPr bwMode="auto">
          <a:xfrm>
            <a:off x="7093001" y="3040516"/>
            <a:ext cx="2176780" cy="57404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600" lang="en-US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600" lang="en-US">
                <a:latin typeface="+mn-lt"/>
              </a:rPr>
              <a:t>weather forecaster</a:t>
            </a:r>
          </a:p>
        </p:txBody>
      </p:sp>
      <p:grpSp>
        <p:nvGrpSpPr>
          <p:cNvPr id="239" name="Group 43"/>
          <p:cNvGrpSpPr/>
          <p:nvPr/>
        </p:nvGrpSpPr>
        <p:grpSpPr>
          <a:xfrm>
            <a:off x="723207" y="3591303"/>
            <a:ext cx="4897766" cy="2939656"/>
            <a:chOff x="723207" y="3591303"/>
            <a:chExt cx="4897766" cy="2939656"/>
          </a:xfrm>
        </p:grpSpPr>
        <p:grpSp>
          <p:nvGrpSpPr>
            <p:cNvPr id="240" name="Group 38"/>
            <p:cNvGrpSpPr/>
            <p:nvPr/>
          </p:nvGrpSpPr>
          <p:grpSpPr>
            <a:xfrm>
              <a:off x="723207" y="4924676"/>
              <a:ext cx="1796472" cy="1606283"/>
              <a:chOff x="723207" y="4924676"/>
              <a:chExt cx="1796472" cy="1606283"/>
            </a:xfrm>
          </p:grpSpPr>
          <p:pic>
            <p:nvPicPr>
              <p:cNvPr id="2097215" name="Picture 9" descr="cisco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/>
              <a:noFill/>
              <a:ln>
                <a:noFill/>
              </a:ln>
            </p:spPr>
          </p:pic>
          <p:sp>
            <p:nvSpPr>
              <p:cNvPr id="1049027" name="Text Box 10"/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67179" cy="33274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241" name="Group 39"/>
            <p:cNvGrpSpPr/>
            <p:nvPr/>
          </p:nvGrpSpPr>
          <p:grpSpPr>
            <a:xfrm>
              <a:off x="3863186" y="3591303"/>
              <a:ext cx="1757787" cy="1155065"/>
              <a:chOff x="3863186" y="3591303"/>
              <a:chExt cx="1757787" cy="1155065"/>
            </a:xfrm>
          </p:grpSpPr>
          <p:pic>
            <p:nvPicPr>
              <p:cNvPr id="2097216" name="Picture 16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/>
              <a:noFill/>
              <a:ln>
                <a:noFill/>
              </a:ln>
            </p:spPr>
          </p:pic>
          <p:sp>
            <p:nvSpPr>
              <p:cNvPr id="1049028" name="Text Box 8"/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694179" cy="57404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42" name="Group 19"/>
          <p:cNvGrpSpPr/>
          <p:nvPr/>
        </p:nvGrpSpPr>
        <p:grpSpPr>
          <a:xfrm>
            <a:off x="814227" y="3747548"/>
            <a:ext cx="2791632" cy="1182299"/>
            <a:chOff x="1752086" y="3835708"/>
            <a:chExt cx="2791632" cy="1182299"/>
          </a:xfrm>
        </p:grpSpPr>
        <p:sp>
          <p:nvSpPr>
            <p:cNvPr id="1049029" name="Text Box 8"/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656079" cy="33274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altLang="en-US" dirty="0" sz="1600" lang="en-US">
                  <a:latin typeface="+mn-lt"/>
                </a:rPr>
                <a:t>Security Camera</a:t>
              </a:r>
            </a:p>
          </p:txBody>
        </p:sp>
        <p:pic>
          <p:nvPicPr>
            <p:cNvPr id="2097217" name="Picture 21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4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/>
          </p:spPr>
        </p:pic>
      </p:grpSp>
      <p:grpSp>
        <p:nvGrpSpPr>
          <p:cNvPr id="243" name="Group 44"/>
          <p:cNvGrpSpPr/>
          <p:nvPr/>
        </p:nvGrpSpPr>
        <p:grpSpPr>
          <a:xfrm>
            <a:off x="722790" y="1143651"/>
            <a:ext cx="10533446" cy="5458394"/>
            <a:chOff x="671990" y="1143651"/>
            <a:chExt cx="10533446" cy="5458394"/>
          </a:xfrm>
        </p:grpSpPr>
        <p:grpSp>
          <p:nvGrpSpPr>
            <p:cNvPr id="244" name="Group 37"/>
            <p:cNvGrpSpPr/>
            <p:nvPr/>
          </p:nvGrpSpPr>
          <p:grpSpPr>
            <a:xfrm>
              <a:off x="3363111" y="1717360"/>
              <a:ext cx="1895475" cy="1732990"/>
              <a:chOff x="3363111" y="1717360"/>
              <a:chExt cx="1895475" cy="1732990"/>
            </a:xfrm>
          </p:grpSpPr>
          <p:pic>
            <p:nvPicPr>
              <p:cNvPr id="2097218" name="Picture 4" descr="whisper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5"/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/>
              <a:noFill/>
              <a:ln>
                <a:noFill/>
              </a:ln>
            </p:spPr>
          </p:pic>
          <p:sp>
            <p:nvSpPr>
              <p:cNvPr id="1049030" name="Text Box 7"/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605280" cy="332741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245" name="Group 9"/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pic>
            <p:nvPicPr>
              <p:cNvPr id="2097219" name="Object 14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/>
              <a:srcRect/>
              <a:stretch>
                <a:fillRect/>
              </a:stretch>
            </p:blipFill>
            <p:spPr bwMode="auto">
              <a:xfrm>
                <a:off x="2694260" y="1897178"/>
                <a:ext cx="803275" cy="2168525"/>
              </a:xfrm>
              <a:prstGeom prst="rect"/>
              <a:noFill/>
              <a:ln>
                <a:noFill/>
              </a:ln>
              <a:effectLst/>
            </p:spPr>
          </p:pic>
          <p:sp>
            <p:nvSpPr>
              <p:cNvPr id="1049031" name="Text Box 8"/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246" name="Group 14"/>
            <p:cNvGrpSpPr/>
            <p:nvPr/>
          </p:nvGrpSpPr>
          <p:grpSpPr>
            <a:xfrm>
              <a:off x="8585501" y="1143651"/>
              <a:ext cx="2619935" cy="1141975"/>
              <a:chOff x="8636412" y="2605836"/>
              <a:chExt cx="2619935" cy="1141975"/>
            </a:xfrm>
          </p:grpSpPr>
          <p:pic>
            <p:nvPicPr>
              <p:cNvPr id="2097220" name="Picture 23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7" cstate="print"/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/>
              <a:noFill/>
              <a:ln>
                <a:noFill/>
              </a:ln>
              <a:effectLst>
                <a:outerShdw algn="tr" blurRad="50800" dir="8100000" dist="38100" rotWithShape="0">
                  <a:prstClr val="black">
                    <a:alpha val="40000"/>
                  </a:prstClr>
                </a:outerShdw>
              </a:effectLst>
            </p:spPr>
          </p:pic>
          <p:sp>
            <p:nvSpPr>
              <p:cNvPr id="1049032" name="Text Box 10"/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97380" cy="57404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247" name="Group 40"/>
            <p:cNvGrpSpPr/>
            <p:nvPr/>
          </p:nvGrpSpPr>
          <p:grpSpPr>
            <a:xfrm>
              <a:off x="5012950" y="5049292"/>
              <a:ext cx="2500531" cy="1552753"/>
              <a:chOff x="5012950" y="5049292"/>
              <a:chExt cx="2500531" cy="1552753"/>
            </a:xfrm>
          </p:grpSpPr>
          <p:pic>
            <p:nvPicPr>
              <p:cNvPr id="2097221" name="Picture 1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8"/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/>
              <a:noFill/>
              <a:ln>
                <a:noFill/>
              </a:ln>
            </p:spPr>
          </p:pic>
          <p:sp>
            <p:nvSpPr>
              <p:cNvPr id="1049033" name="Text Box 8"/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86180" cy="81534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48" name="Group 22"/>
            <p:cNvGrpSpPr/>
            <p:nvPr/>
          </p:nvGrpSpPr>
          <p:grpSpPr>
            <a:xfrm>
              <a:off x="671990" y="1806119"/>
              <a:ext cx="1427479" cy="1490484"/>
              <a:chOff x="1563004" y="1837775"/>
              <a:chExt cx="1427479" cy="1490484"/>
            </a:xfrm>
          </p:grpSpPr>
          <p:pic>
            <p:nvPicPr>
              <p:cNvPr id="2097222" name="Picture 23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9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/>
            </p:spPr>
          </p:pic>
          <p:sp>
            <p:nvSpPr>
              <p:cNvPr id="1049034" name="Text Box 8"/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427479" cy="33274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1049035" name="TextBox 30"/>
          <p:cNvSpPr txBox="1"/>
          <p:nvPr/>
        </p:nvSpPr>
        <p:spPr>
          <a:xfrm>
            <a:off x="9707225" y="5533965"/>
            <a:ext cx="1935480" cy="688340"/>
          </a:xfrm>
          <a:prstGeom prst="rect"/>
          <a:noFill/>
        </p:spPr>
        <p:txBody>
          <a:bodyPr rtlCol="0" wrap="none">
            <a:spAutoFit/>
          </a:bodyPr>
          <a:p>
            <a:r>
              <a:rPr dirty="0" sz="4000" i="1" lang="en-US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249" name="Group 45"/>
          <p:cNvGrpSpPr/>
          <p:nvPr/>
        </p:nvGrpSpPr>
        <p:grpSpPr>
          <a:xfrm>
            <a:off x="5244182" y="1499729"/>
            <a:ext cx="4175678" cy="5125922"/>
            <a:chOff x="5244182" y="1499729"/>
            <a:chExt cx="4175678" cy="5125922"/>
          </a:xfrm>
        </p:grpSpPr>
        <p:grpSp>
          <p:nvGrpSpPr>
            <p:cNvPr id="250" name="Group 25"/>
            <p:cNvGrpSpPr/>
            <p:nvPr/>
          </p:nvGrpSpPr>
          <p:grpSpPr>
            <a:xfrm>
              <a:off x="5244182" y="1499729"/>
              <a:ext cx="2735863" cy="1085024"/>
              <a:chOff x="616980" y="5292729"/>
              <a:chExt cx="3127445" cy="1201467"/>
            </a:xfrm>
          </p:grpSpPr>
          <p:grpSp>
            <p:nvGrpSpPr>
              <p:cNvPr id="251" name="Group 26"/>
              <p:cNvGrpSpPr/>
              <p:nvPr/>
            </p:nvGrpSpPr>
            <p:grpSpPr>
              <a:xfrm>
                <a:off x="616980" y="5292729"/>
                <a:ext cx="3127445" cy="821190"/>
                <a:chOff x="842590" y="5420084"/>
                <a:chExt cx="3127445" cy="821190"/>
              </a:xfrm>
              <a:effectLst>
                <a:outerShdw algn="tr" blurRad="50800" dir="8100000" dist="38100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097223" name="Picture 28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0" cstate="print"/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/>
              </p:spPr>
            </p:pic>
            <p:pic>
              <p:nvPicPr>
                <p:cNvPr id="2097224" name="Picture 29"/>
                <p:cNvPicPr>
                  <a:picLocks noChangeAspect="1"/>
                </p:cNvPicPr>
                <p:nvPr/>
              </p:nvPicPr>
              <p:blipFill rotWithShape="1">
                <a:blip xmlns:r="http://schemas.openxmlformats.org/officeDocument/2006/relationships" r:embed="rId11" cstate="print"/>
                <a:srcRect l="44905"/>
                <a:stretch>
                  <a:fillRect/>
                </a:stretch>
              </p:blipFill>
              <p:spPr>
                <a:xfrm>
                  <a:off x="2859067" y="5420084"/>
                  <a:ext cx="1110968" cy="821190"/>
                </a:xfrm>
                <a:prstGeom prst="rect"/>
              </p:spPr>
            </p:pic>
          </p:grpSp>
          <p:sp>
            <p:nvSpPr>
              <p:cNvPr id="1049036" name="Text Box 8"/>
              <p:cNvSpPr txBox="1">
                <a:spLocks noChangeArrowheads="1"/>
              </p:cNvSpPr>
              <p:nvPr/>
            </p:nvSpPr>
            <p:spPr bwMode="auto">
              <a:xfrm>
                <a:off x="1008562" y="6125746"/>
                <a:ext cx="2415752" cy="36845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Pacemaker &amp; Monitor</a:t>
                </a:r>
              </a:p>
            </p:txBody>
          </p:sp>
        </p:grpSp>
        <p:grpSp>
          <p:nvGrpSpPr>
            <p:cNvPr id="252" name="Group 41"/>
            <p:cNvGrpSpPr/>
            <p:nvPr/>
          </p:nvGrpSpPr>
          <p:grpSpPr>
            <a:xfrm>
              <a:off x="7868239" y="4103350"/>
              <a:ext cx="1551621" cy="911911"/>
              <a:chOff x="7868239" y="4103350"/>
              <a:chExt cx="1551621" cy="911911"/>
            </a:xfrm>
          </p:grpSpPr>
          <p:pic>
            <p:nvPicPr>
              <p:cNvPr id="2097225" name="Picture 33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12"/>
              <a:stretch>
                <a:fillRect/>
              </a:stretch>
            </p:blipFill>
            <p:spPr>
              <a:xfrm>
                <a:off x="7868239" y="4103350"/>
                <a:ext cx="1551621" cy="663838"/>
              </a:xfrm>
              <a:prstGeom prst="rect"/>
            </p:spPr>
          </p:pic>
          <p:sp>
            <p:nvSpPr>
              <p:cNvPr id="1049037" name="Text Box 10"/>
              <p:cNvSpPr txBox="1">
                <a:spLocks noChangeArrowheads="1"/>
              </p:cNvSpPr>
              <p:nvPr/>
            </p:nvSpPr>
            <p:spPr bwMode="auto">
              <a:xfrm>
                <a:off x="8103032" y="4682521"/>
                <a:ext cx="1160780" cy="33274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AR devices</a:t>
                </a:r>
              </a:p>
            </p:txBody>
          </p:sp>
        </p:grpSp>
        <p:grpSp>
          <p:nvGrpSpPr>
            <p:cNvPr id="253" name="Group 42"/>
            <p:cNvGrpSpPr/>
            <p:nvPr/>
          </p:nvGrpSpPr>
          <p:grpSpPr>
            <a:xfrm>
              <a:off x="7586090" y="5333549"/>
              <a:ext cx="1556069" cy="1292102"/>
              <a:chOff x="7586090" y="5333549"/>
              <a:chExt cx="1556069" cy="1292102"/>
            </a:xfrm>
          </p:grpSpPr>
          <p:pic>
            <p:nvPicPr>
              <p:cNvPr id="2097226" name="Picture 31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13"/>
              <a:stretch>
                <a:fillRect/>
              </a:stretch>
            </p:blipFill>
            <p:spPr>
              <a:xfrm>
                <a:off x="7586090" y="5333549"/>
                <a:ext cx="1308005" cy="1292102"/>
              </a:xfrm>
              <a:prstGeom prst="rect"/>
            </p:spPr>
          </p:pic>
          <p:sp>
            <p:nvSpPr>
              <p:cNvPr id="1049038" name="Text Box 10"/>
              <p:cNvSpPr txBox="1">
                <a:spLocks noChangeArrowheads="1"/>
              </p:cNvSpPr>
              <p:nvPr/>
            </p:nvSpPr>
            <p:spPr bwMode="auto">
              <a:xfrm>
                <a:off x="8513461" y="6201538"/>
                <a:ext cx="628698" cy="338554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altLang="en-US" dirty="0" sz="1600" lang="en-US">
                    <a:latin typeface="+mn-lt"/>
                  </a:rPr>
                  <a:t>Fitbit</a:t>
                </a:r>
              </a:p>
            </p:txBody>
          </p:sp>
        </p:grpSp>
      </p:grpSp>
      <p:grpSp>
        <p:nvGrpSpPr>
          <p:cNvPr id="254" name="Group 51"/>
          <p:cNvGrpSpPr/>
          <p:nvPr/>
        </p:nvGrpSpPr>
        <p:grpSpPr>
          <a:xfrm>
            <a:off x="3149599" y="5058059"/>
            <a:ext cx="1617982" cy="1235215"/>
            <a:chOff x="3149599" y="5058059"/>
            <a:chExt cx="1617982" cy="1235215"/>
          </a:xfrm>
        </p:grpSpPr>
        <p:pic>
          <p:nvPicPr>
            <p:cNvPr id="2097227" name="Picture 47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14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/>
          </p:spPr>
        </p:pic>
        <p:sp>
          <p:nvSpPr>
            <p:cNvPr id="1049039" name="TextBox 48"/>
            <p:cNvSpPr txBox="1"/>
            <p:nvPr/>
          </p:nvSpPr>
          <p:spPr>
            <a:xfrm>
              <a:off x="3149601" y="5960534"/>
              <a:ext cx="1617980" cy="3327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lang="en-US"/>
                <a:t>Gaming devices</a:t>
              </a:r>
            </a:p>
          </p:txBody>
        </p:sp>
      </p:grpSp>
      <p:grpSp>
        <p:nvGrpSpPr>
          <p:cNvPr id="255" name="Group 56"/>
          <p:cNvGrpSpPr/>
          <p:nvPr/>
        </p:nvGrpSpPr>
        <p:grpSpPr>
          <a:xfrm>
            <a:off x="9643123" y="1811867"/>
            <a:ext cx="2376158" cy="3567007"/>
            <a:chOff x="9643123" y="1811867"/>
            <a:chExt cx="2376158" cy="3567007"/>
          </a:xfrm>
        </p:grpSpPr>
        <p:pic>
          <p:nvPicPr>
            <p:cNvPr id="2097228" name="Picture 53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15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/>
          </p:spPr>
        </p:pic>
        <p:pic>
          <p:nvPicPr>
            <p:cNvPr id="2097229" name="Picture 52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16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/>
          </p:spPr>
        </p:pic>
        <p:pic>
          <p:nvPicPr>
            <p:cNvPr id="2097230" name="Picture 46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17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/>
          </p:spPr>
        </p:pic>
        <p:sp>
          <p:nvSpPr>
            <p:cNvPr id="1049040" name="TextBox 49"/>
            <p:cNvSpPr txBox="1"/>
            <p:nvPr/>
          </p:nvSpPr>
          <p:spPr>
            <a:xfrm>
              <a:off x="10176934" y="4114801"/>
              <a:ext cx="563880" cy="332741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lang="en-US"/>
                <a:t>cars</a:t>
              </a:r>
            </a:p>
          </p:txBody>
        </p:sp>
        <p:sp>
          <p:nvSpPr>
            <p:cNvPr id="1049041" name="TextBox 54"/>
            <p:cNvSpPr txBox="1"/>
            <p:nvPr/>
          </p:nvSpPr>
          <p:spPr>
            <a:xfrm>
              <a:off x="11074401" y="5046134"/>
              <a:ext cx="944880" cy="3327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lang="en-US"/>
                <a:t>scooters</a:t>
              </a:r>
            </a:p>
          </p:txBody>
        </p:sp>
        <p:sp>
          <p:nvSpPr>
            <p:cNvPr id="1049042" name="TextBox 55"/>
            <p:cNvSpPr txBox="1"/>
            <p:nvPr/>
          </p:nvSpPr>
          <p:spPr>
            <a:xfrm>
              <a:off x="11023601" y="1811867"/>
              <a:ext cx="652780" cy="3327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lang="en-US"/>
                <a:t>bikes</a:t>
              </a:r>
            </a:p>
          </p:txBody>
        </p:sp>
      </p:grpSp>
      <p:sp>
        <p:nvSpPr>
          <p:cNvPr id="1049043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14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6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8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8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9">
                      <p:stCondLst>
                        <p:cond delay="indefinite"/>
                      </p:stCondLst>
                      <p:childTnLst>
                        <p:par>
                          <p:cTn fill="hold" id="30">
                            <p:stCondLst>
                              <p:cond delay="0"/>
                            </p:stCondLst>
                            <p:childTnLst>
                              <p:par>
                                <p:cTn fill="hold" id="31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3"/>
                                        <p:tgtEl>
                                          <p:spTgt spid="2097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3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6"/>
                                        <p:tgtEl>
                                          <p:spTgt spid="1049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7">
                      <p:stCondLst>
                        <p:cond delay="indefinite"/>
                      </p:stCondLst>
                      <p:childTnLst>
                        <p:par>
                          <p:cTn fill="hold" id="3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9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1"/>
                                        <p:tgtEl>
                                          <p:spTgt spid="104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26" grpId="0"/>
      <p:bldP spid="104903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44" name="Content Placeholder 2"/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p>
            <a:pPr>
              <a:buSzPct val="75000"/>
            </a:pPr>
            <a:r>
              <a:rPr altLang="en-US" dirty="0" i="1" lang="en-US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altLang="ja-JP" dirty="0" lang="en-US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altLang="en-US" dirty="0" lang="en-US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indent="0" marL="0">
              <a:buNone/>
            </a:pPr>
            <a:endParaRPr dirty="0" lang="en-US"/>
          </a:p>
        </p:txBody>
      </p:sp>
      <p:sp>
        <p:nvSpPr>
          <p:cNvPr id="1049045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p>
            <a:r>
              <a:rPr altLang="ja-JP" dirty="0" lang="en-US"/>
              <a:t>The Internet: a “nuts and bolts” view</a:t>
            </a:r>
            <a:endParaRPr dirty="0" lang="en-US"/>
          </a:p>
        </p:txBody>
      </p:sp>
      <p:sp>
        <p:nvSpPr>
          <p:cNvPr id="1049046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/>
            <a:endParaRPr dirty="0" lang="en-US"/>
          </a:p>
        </p:txBody>
      </p:sp>
      <p:sp>
        <p:nvSpPr>
          <p:cNvPr id="1049047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endParaRPr dirty="0" lang="en-US"/>
          </a:p>
        </p:txBody>
      </p:sp>
      <p:grpSp>
        <p:nvGrpSpPr>
          <p:cNvPr id="257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049048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/>
            <a:solidFill>
              <a:srgbClr val="9CDFF9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049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1049050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endParaRPr dirty="0" lang="en-US"/>
          </a:p>
        </p:txBody>
      </p:sp>
      <p:sp>
        <p:nvSpPr>
          <p:cNvPr id="1049051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89380" cy="29464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mobile network</a:t>
            </a:r>
          </a:p>
        </p:txBody>
      </p:sp>
      <p:sp>
        <p:nvSpPr>
          <p:cNvPr id="1049052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home network</a:t>
            </a:r>
          </a:p>
        </p:txBody>
      </p:sp>
      <p:sp>
        <p:nvSpPr>
          <p:cNvPr id="1049053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          network</a:t>
            </a:r>
          </a:p>
        </p:txBody>
      </p:sp>
      <p:sp>
        <p:nvSpPr>
          <p:cNvPr id="1049054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/>
            <a:endParaRPr dirty="0" lang="en-US"/>
          </a:p>
        </p:txBody>
      </p:sp>
      <p:grpSp>
        <p:nvGrpSpPr>
          <p:cNvPr id="258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49055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sp>
          <p:nvSpPr>
            <p:cNvPr id="1049056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cxnSp>
          <p:nvCxnSpPr>
            <p:cNvPr id="3145761" name="Straight Connector 383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2" name="Straight Connector 384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3" name="Straight Connector 385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4" name="Straight Connector 386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5" name="Straight Connector 387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6" name="Straight Connector 388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9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49057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sp>
          <p:nvSpPr>
            <p:cNvPr id="1049058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cxnSp>
          <p:nvCxnSpPr>
            <p:cNvPr id="3145767" name="Straight Connector 400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8" name="Straight Connector 401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69" name="Straight Connector 402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0" name="Straight Connector 403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1" name="Straight Connector 404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2" name="Straight Connector 405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9059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/>
            <a:endParaRPr dirty="0" lang="en-US"/>
          </a:p>
        </p:txBody>
      </p:sp>
      <p:sp>
        <p:nvSpPr>
          <p:cNvPr id="1049060" name="TextBox 572"/>
          <p:cNvSpPr txBox="1"/>
          <p:nvPr/>
        </p:nvSpPr>
        <p:spPr>
          <a:xfrm>
            <a:off x="9427201" y="1851195"/>
            <a:ext cx="1859280" cy="274320"/>
          </a:xfrm>
          <a:prstGeom prst="rect"/>
          <a:noFill/>
        </p:spPr>
        <p:txBody>
          <a:bodyPr rtlCol="0" wrap="none">
            <a:spAutoFit/>
          </a:bodyPr>
          <a:p>
            <a:pPr>
              <a:lnSpc>
                <a:spcPct val="90000"/>
              </a:lnSpc>
            </a:pPr>
            <a:r>
              <a:rPr dirty="0" sz="1400" lang="en-US"/>
              <a:t>national or global ISP</a:t>
            </a:r>
          </a:p>
        </p:txBody>
      </p:sp>
      <p:sp>
        <p:nvSpPr>
          <p:cNvPr id="1049061" name="Rectangle 654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sp>
        <p:nvSpPr>
          <p:cNvPr id="1049062" name="TextBox 652"/>
          <p:cNvSpPr txBox="1"/>
          <p:nvPr/>
        </p:nvSpPr>
        <p:spPr>
          <a:xfrm>
            <a:off x="8766162" y="3447919"/>
            <a:ext cx="1040639" cy="640079"/>
          </a:xfrm>
          <a:prstGeom prst="rect"/>
          <a:noFill/>
        </p:spPr>
        <p:txBody>
          <a:bodyPr rtlCol="0" wrap="square">
            <a:spAutoFit/>
          </a:bodyPr>
          <a:p>
            <a:pPr>
              <a:lnSpc>
                <a:spcPct val="90000"/>
              </a:lnSpc>
            </a:pPr>
            <a:r>
              <a:rPr dirty="0" sz="1400" lang="en-US"/>
              <a:t>local or regional ISP</a:t>
            </a:r>
          </a:p>
        </p:txBody>
      </p:sp>
      <p:sp>
        <p:nvSpPr>
          <p:cNvPr id="1049063" name="TextBox 656"/>
          <p:cNvSpPr txBox="1"/>
          <p:nvPr/>
        </p:nvSpPr>
        <p:spPr>
          <a:xfrm>
            <a:off x="10917767" y="4677937"/>
            <a:ext cx="792480" cy="342900"/>
          </a:xfrm>
          <a:prstGeom prst="rect"/>
          <a:noFill/>
        </p:spPr>
        <p:txBody>
          <a:bodyPr rtlCol="0" wrap="none">
            <a:spAutoFit/>
          </a:bodyPr>
          <a:p>
            <a:pPr>
              <a:lnSpc>
                <a:spcPct val="90000"/>
              </a:lnSpc>
            </a:pPr>
            <a:r>
              <a:rPr dirty="0" sz="1050" lang="en-US"/>
              <a:t>datacenter </a:t>
            </a:r>
          </a:p>
          <a:p>
            <a:pPr>
              <a:lnSpc>
                <a:spcPct val="90000"/>
              </a:lnSpc>
            </a:pPr>
            <a:r>
              <a:rPr dirty="0" sz="1050" lang="en-US"/>
              <a:t>network</a:t>
            </a:r>
          </a:p>
        </p:txBody>
      </p:sp>
      <p:sp>
        <p:nvSpPr>
          <p:cNvPr id="1049064" name="TextBox 657"/>
          <p:cNvSpPr txBox="1"/>
          <p:nvPr/>
        </p:nvSpPr>
        <p:spPr>
          <a:xfrm>
            <a:off x="10063018" y="4228248"/>
            <a:ext cx="868680" cy="640081"/>
          </a:xfrm>
          <a:prstGeom prst="rect"/>
          <a:noFill/>
        </p:spPr>
        <p:txBody>
          <a:bodyPr rtlCol="0" wrap="none">
            <a:spAutoFit/>
          </a:bodyPr>
          <a:p>
            <a:pPr>
              <a:lnSpc>
                <a:spcPct val="90000"/>
              </a:lnSpc>
            </a:pPr>
            <a:r>
              <a:rPr dirty="0" sz="1400" lang="en-US"/>
              <a:t>content </a:t>
            </a:r>
          </a:p>
          <a:p>
            <a:pPr>
              <a:lnSpc>
                <a:spcPct val="90000"/>
              </a:lnSpc>
            </a:pPr>
            <a:r>
              <a:rPr dirty="0" sz="1400" lang="en-US"/>
              <a:t>provider </a:t>
            </a:r>
          </a:p>
          <a:p>
            <a:pPr>
              <a:lnSpc>
                <a:spcPct val="90000"/>
              </a:lnSpc>
            </a:pPr>
            <a:r>
              <a:rPr dirty="0" sz="1400" lang="en-US"/>
              <a:t>network</a:t>
            </a:r>
            <a:endParaRPr dirty="0" sz="1000" lang="en-US"/>
          </a:p>
        </p:txBody>
      </p:sp>
      <p:grpSp>
        <p:nvGrpSpPr>
          <p:cNvPr id="260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3145773" name="Straight Connector 829"/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4" name="Straight Connector 826"/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5" name="Straight Connector 824"/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6" name="Straight Connector 822"/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7" name="Straight Connector 818"/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8" name="Straight Connector 817"/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79" name="Straight Connector 815"/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80" name="Straight Connector 812"/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81" name="Straight Connector 810"/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82" name="Straight Connector 807"/>
            <p:cNvCxnSpPr>
              <a:cxnSpLocks/>
            </p:cNvCxnSpPr>
            <p:nvPr/>
          </p:nvCxnSpPr>
          <p:spPr>
            <a:xfrm>
              <a:off x="10137668" y="2754692"/>
              <a:ext cx="488174" cy="839333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83" name="Straight Connector 562"/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262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1049065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9066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9067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68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69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0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1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2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3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4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5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6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77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9078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cxnSp>
              <p:nvCxnSpPr>
                <p:cNvPr id="3145784" name="Straight Connector 563"/>
                <p:cNvCxnSpPr>
                  <a:cxnSpLocks/>
                </p:cNvCxnSpPr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85" name="Straight Connector 564"/>
                <p:cNvCxnSpPr>
                  <a:cxnSpLocks/>
                </p:cNvCxnSpPr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86" name="Straight Connector 565"/>
                <p:cNvCxnSpPr>
                  <a:cxnSpLocks/>
                </p:cNvCxnSpPr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87" name="Straight Connector 566"/>
                <p:cNvCxnSpPr>
                  <a:cxnSpLocks/>
                </p:cNvCxnSpPr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88" name="Straight Connector 567"/>
                <p:cNvCxnSpPr>
                  <a:cxnSpLocks/>
                </p:cNvCxnSpPr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89" name="Straight Connector 568"/>
                <p:cNvCxnSpPr>
                  <a:cxnSpLocks/>
                </p:cNvCxnSpPr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90" name="Straight Connector 569"/>
                <p:cNvCxnSpPr>
                  <a:cxnSpLocks/>
                </p:cNvCxnSpPr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791" name="Straight Connector 573"/>
                <p:cNvCxnSpPr>
                  <a:cxnSpLocks/>
                </p:cNvCxnSpPr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9079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80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pic>
            <p:nvPicPr>
              <p:cNvPr id="209723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 cstate="print"/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33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34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49081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/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263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264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2097235" name="Picture 653" descr="iphone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4" cstate="print"/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36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5"/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26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2097237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 cstate="print"/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38" name="Picture 1018" descr="laptop_keyboar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7"/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/>
              <a:noFill/>
              <a:ln>
                <a:noFill/>
              </a:ln>
            </p:spPr>
          </p:pic>
          <p:sp>
            <p:nvSpPr>
              <p:cNvPr id="1049082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endParaRPr dirty="0" lang="en-US"/>
              </a:p>
            </p:txBody>
          </p:sp>
          <p:pic>
            <p:nvPicPr>
              <p:cNvPr id="2097239" name="Picture 1020" descr="screen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8" cstate="print"/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/>
              <a:noFill/>
              <a:ln>
                <a:noFill/>
              </a:ln>
            </p:spPr>
          </p:pic>
          <p:sp>
            <p:nvSpPr>
              <p:cNvPr id="1049083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84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85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86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87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88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grpSp>
            <p:nvGrpSpPr>
              <p:cNvPr id="266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04908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9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9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9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9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09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sp>
            <p:nvSpPr>
              <p:cNvPr id="1049095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96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97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98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099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00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grpSp>
          <p:nvGrpSpPr>
            <p:cNvPr id="267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2097240" name="Picture 568" descr="light2.png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9"/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41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 cstate="print"/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268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2097242" name="Picture 603" descr="car_icon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/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43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 cstate="print"/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269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270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097244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1"/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45" name="Picture 1116" descr="laptop_keyboar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2" cstate="print"/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/>
              <a:noFill/>
              <a:ln>
                <a:noFill/>
              </a:ln>
            </p:spPr>
          </p:pic>
          <p:sp>
            <p:nvSpPr>
              <p:cNvPr id="1049101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endParaRPr dirty="0" lang="en-US"/>
              </a:p>
            </p:txBody>
          </p:sp>
          <p:pic>
            <p:nvPicPr>
              <p:cNvPr id="2097246" name="Picture 1118" descr="screen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/>
              <a:noFill/>
              <a:ln>
                <a:noFill/>
              </a:ln>
            </p:spPr>
          </p:pic>
          <p:sp>
            <p:nvSpPr>
              <p:cNvPr id="1049102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03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04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05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06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07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grpSp>
            <p:nvGrpSpPr>
              <p:cNvPr id="27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049108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109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110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111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112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113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sp>
            <p:nvSpPr>
              <p:cNvPr id="1049114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15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16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17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18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19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grpSp>
          <p:nvGrpSpPr>
            <p:cNvPr id="272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097247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/>
              <a:noFill/>
              <a:ln>
                <a:noFill/>
              </a:ln>
            </p:spPr>
          </p:pic>
          <p:sp>
            <p:nvSpPr>
              <p:cNvPr id="1049120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endParaRPr dirty="0" lang="en-US"/>
              </a:p>
            </p:txBody>
          </p:sp>
        </p:grpSp>
        <p:grpSp>
          <p:nvGrpSpPr>
            <p:cNvPr id="273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097248" name="Picture 571" descr="fridge2.png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49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1"/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274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2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145792" name="Straight Connector 375"/>
              <p:cNvCxnSpPr>
                <a:cxnSpLocks/>
              </p:cNvCxnSpPr>
              <p:nvPr/>
            </p:nvCxnSpPr>
            <p:spPr>
              <a:xfrm>
                <a:off x="5103720" y="2914214"/>
                <a:ext cx="232559" cy="0"/>
              </a:xfrm>
              <a:prstGeom prst="line"/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6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097250" name="Picture 378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251" name="Picture 379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252" name="Picture 380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</p:grpSp>
        <p:grpSp>
          <p:nvGrpSpPr>
            <p:cNvPr id="277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45793" name="Straight Connector 392"/>
              <p:cNvCxnSpPr>
                <a:cxnSpLocks/>
              </p:cNvCxnSpPr>
              <p:nvPr/>
            </p:nvCxnSpPr>
            <p:spPr>
              <a:xfrm>
                <a:off x="5103720" y="2914214"/>
                <a:ext cx="232559" cy="0"/>
              </a:xfrm>
              <a:prstGeom prst="line"/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8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097253" name="Picture 395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254" name="Picture 396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255" name="Picture 397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</p:grpSp>
      </p:grpSp>
      <p:grpSp>
        <p:nvGrpSpPr>
          <p:cNvPr id="279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1049121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22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23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24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25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280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9126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127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128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281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9129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130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131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32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282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91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1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135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283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9136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137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138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39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40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41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42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43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44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45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46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1800" lang="en-US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49147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48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</p:grpSp>
      <p:grpSp>
        <p:nvGrpSpPr>
          <p:cNvPr id="28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2097256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14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285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2097257" name="Picture 1065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8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258" name="Picture 1066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9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49150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pic>
          <p:nvPicPr>
            <p:cNvPr id="2097259" name="Picture 1068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0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4915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5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5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5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5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5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28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49157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58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59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60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61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62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sp>
          <p:nvSpPr>
            <p:cNvPr id="1049163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64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65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66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67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68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</p:grpSp>
      <p:grpSp>
        <p:nvGrpSpPr>
          <p:cNvPr id="2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2097260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16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288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2097261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170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289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2097262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171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290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2097263" name="Picture 1065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8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264" name="Picture 1066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9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49172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pic>
          <p:nvPicPr>
            <p:cNvPr id="2097265" name="Picture 1068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0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49173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74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75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76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77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78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291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49179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80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81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82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83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184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sp>
          <p:nvSpPr>
            <p:cNvPr id="1049185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86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87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88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89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90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</p:grpSp>
      <p:grpSp>
        <p:nvGrpSpPr>
          <p:cNvPr id="29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049191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92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193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94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195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293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9196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197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198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294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9199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200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201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02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29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9203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204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205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296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9206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207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20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0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21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21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1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21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1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1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1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1800" lang="en-US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4921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21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</p:grpSp>
      <p:grpSp>
        <p:nvGrpSpPr>
          <p:cNvPr id="297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104921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298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1049220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1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2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3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4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5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6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7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8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29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30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31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32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33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234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</p:grpSp>
        <p:pic>
          <p:nvPicPr>
            <p:cNvPr id="2097266" name="Picture 777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1"/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/>
            <a:noFill/>
            <a:ln>
              <a:noFill/>
            </a:ln>
          </p:spPr>
        </p:pic>
        <p:pic>
          <p:nvPicPr>
            <p:cNvPr id="2097267" name="Picture 780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1"/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/>
            <a:noFill/>
            <a:ln>
              <a:noFill/>
            </a:ln>
          </p:spPr>
        </p:pic>
        <p:grpSp>
          <p:nvGrpSpPr>
            <p:cNvPr id="299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1049235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36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00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37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38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39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40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01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104924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sp>
            <p:nvSpPr>
              <p:cNvPr id="104924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302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9243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44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45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46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03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1049247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48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04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49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50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51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52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05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1049253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sp>
            <p:nvSpPr>
              <p:cNvPr id="1049254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306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9255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56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57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58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1049259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60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08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6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6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6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6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09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1049265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66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10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67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68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69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70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11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1049271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72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12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73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74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75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76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13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1049277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78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14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7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8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8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8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15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1049283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84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16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85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86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87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88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17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1049289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90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18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91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92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93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94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19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1049295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296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20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297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98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299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00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21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1049301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02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22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03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04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05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06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23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1049307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08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24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0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1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1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1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25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1049313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14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26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15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16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17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18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27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1049319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20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28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21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22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23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24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29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1049325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26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30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31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1049331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32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32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33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34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35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36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33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1049337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338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34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339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40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41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342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</p:grpSp>
      <p:sp>
        <p:nvSpPr>
          <p:cNvPr id="1049343" name="Content Placeholder 2"/>
          <p:cNvSpPr txBox="1"/>
          <p:nvPr/>
        </p:nvSpPr>
        <p:spPr>
          <a:xfrm>
            <a:off x="839601" y="2732121"/>
            <a:ext cx="5394571" cy="1824996"/>
          </a:xfrm>
          <a:prstGeom prst="rect"/>
        </p:spPr>
        <p:txBody>
          <a:bodyPr bIns="45720" lIns="91440" rIns="91440" rtlCol="0" tIns="45720" vert="horz">
            <a:normAutofit fontScale="95833" lnSpcReduction="10000"/>
          </a:bodyPr>
          <a:lstStyle>
            <a:lvl1pPr algn="l" defTabSz="914400" eaLnBrk="1" hangingPunct="1" indent="-228600" latinLnBrk="0" marL="228600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28600" latinLnBrk="0" marL="685800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altLang="en-US" dirty="0" i="1" lang="en-US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altLang="en-US" dirty="0" lang="en-US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altLang="en-US" dirty="0" lang="en-US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altLang="en-US" dirty="0" i="1" lang="en-US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altLang="en-US" dirty="0" lang="en-US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altLang="en-US" dirty="0" lang="en-US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4G, Ethernet</a:t>
            </a:r>
            <a:endParaRPr altLang="en-US" dirty="0" sz="2800" lang="en-US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indent="0" marL="0">
              <a:buFont typeface="Wingdings" pitchFamily="2" charset="2"/>
              <a:buNone/>
            </a:pPr>
            <a:endParaRPr dirty="0" lang="en-US"/>
          </a:p>
        </p:txBody>
      </p:sp>
      <p:grpSp>
        <p:nvGrpSpPr>
          <p:cNvPr id="335" name="Group 14"/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3145794" name="Straight Connector 4"/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44" name="TextBox 8"/>
            <p:cNvSpPr txBox="1"/>
            <p:nvPr/>
          </p:nvSpPr>
          <p:spPr>
            <a:xfrm>
              <a:off x="6860324" y="4962204"/>
              <a:ext cx="912109" cy="338554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Ethernet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795" name="Straight Connector 10"/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6" name="Group 17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3145796" name="Straight Connector 611"/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45" name="TextBox 612"/>
            <p:cNvSpPr txBox="1"/>
            <p:nvPr/>
          </p:nvSpPr>
          <p:spPr>
            <a:xfrm>
              <a:off x="7562720" y="4539626"/>
              <a:ext cx="703580" cy="3327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HTTP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797" name="Straight Connector 613"/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7" name="Group 34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3145798" name="Straight Connector 631"/>
            <p:cNvCxnSpPr>
              <a:cxnSpLocks/>
              <a:endCxn id="2097244" idx="0"/>
            </p:cNvCxnSpPr>
            <p:nvPr/>
          </p:nvCxnSpPr>
          <p:spPr>
            <a:xfrm>
              <a:off x="7631020" y="2787535"/>
              <a:ext cx="11495" cy="663792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46" name="TextBox 632"/>
            <p:cNvSpPr txBox="1"/>
            <p:nvPr/>
          </p:nvSpPr>
          <p:spPr>
            <a:xfrm>
              <a:off x="6371219" y="2944679"/>
              <a:ext cx="728980" cy="3327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Skype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799" name="Straight Connector 633"/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8" name="Group 634"/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3145800" name="Straight Connector 635"/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47" name="TextBox 636"/>
            <p:cNvSpPr txBox="1"/>
            <p:nvPr/>
          </p:nvSpPr>
          <p:spPr>
            <a:xfrm>
              <a:off x="6710761" y="2934593"/>
              <a:ext cx="341760" cy="338554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IP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01" name="Straight Connector 637"/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9" name="Group 638"/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3145802" name="Straight Connector 639"/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48" name="TextBox 640"/>
            <p:cNvSpPr txBox="1"/>
            <p:nvPr/>
          </p:nvSpPr>
          <p:spPr>
            <a:xfrm>
              <a:off x="6934147" y="3766473"/>
              <a:ext cx="554960" cy="338554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WiFi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03" name="Straight Connector 641"/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0" name="Group 642"/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3145804" name="Straight Connector 643"/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49" name="TextBox 644"/>
            <p:cNvSpPr txBox="1"/>
            <p:nvPr/>
          </p:nvSpPr>
          <p:spPr>
            <a:xfrm>
              <a:off x="8006931" y="2684454"/>
              <a:ext cx="418704" cy="338554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4G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05" name="Straight Connector 645"/>
            <p:cNvCxnSpPr>
              <a:cxnSpLocks/>
              <a:stCxn id="2097242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1" name="Group 646"/>
          <p:cNvGrpSpPr/>
          <p:nvPr/>
        </p:nvGrpSpPr>
        <p:grpSpPr>
          <a:xfrm>
            <a:off x="10484543" y="4543615"/>
            <a:ext cx="1095589" cy="1256844"/>
            <a:chOff x="6559961" y="3177198"/>
            <a:chExt cx="1095589" cy="1256844"/>
          </a:xfrm>
        </p:grpSpPr>
        <p:cxnSp>
          <p:nvCxnSpPr>
            <p:cNvPr id="3145806" name="Straight Connector 647"/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50" name="TextBox 648"/>
            <p:cNvSpPr txBox="1"/>
            <p:nvPr/>
          </p:nvSpPr>
          <p:spPr>
            <a:xfrm>
              <a:off x="7104370" y="4101302"/>
              <a:ext cx="551180" cy="3327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TCP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07" name="Straight Connector 649"/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2" name="Group 63"/>
          <p:cNvGrpSpPr/>
          <p:nvPr/>
        </p:nvGrpSpPr>
        <p:grpSpPr>
          <a:xfrm>
            <a:off x="9218788" y="2327787"/>
            <a:ext cx="2663405" cy="1025465"/>
            <a:chOff x="9218788" y="2327787"/>
            <a:chExt cx="2663405" cy="1025465"/>
          </a:xfrm>
        </p:grpSpPr>
        <p:cxnSp>
          <p:nvCxnSpPr>
            <p:cNvPr id="3145808" name="Straight Connector 651"/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351" name="TextBox 653"/>
            <p:cNvSpPr txBox="1"/>
            <p:nvPr/>
          </p:nvSpPr>
          <p:spPr>
            <a:xfrm>
              <a:off x="10772213" y="2684297"/>
              <a:ext cx="1109980" cy="574040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Streaming</a:t>
              </a:r>
            </a:p>
            <a:p>
              <a:r>
                <a:rPr dirty="0" sz="1600" i="1" lang="en-US">
                  <a:solidFill>
                    <a:srgbClr val="C00000"/>
                  </a:solidFill>
                </a:rPr>
                <a:t>video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09" name="Straight Connector 655"/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9352" name="Content Placeholder 2"/>
          <p:cNvSpPr txBox="1"/>
          <p:nvPr/>
        </p:nvSpPr>
        <p:spPr>
          <a:xfrm>
            <a:off x="852411" y="4676300"/>
            <a:ext cx="5605805" cy="186839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8600" latinLnBrk="0" marL="228600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28600" latinLnBrk="0" marL="685800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altLang="en-US" dirty="0" i="1" lang="en-US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altLang="en-US" dirty="0" lang="en-US">
                <a:ea typeface="Arial" panose="020B0604020202020204" pitchFamily="34" charset="0"/>
                <a:cs typeface="Calibri" panose="020F0502020204030204" pitchFamily="34" charset="0"/>
              </a:rPr>
              <a:t>RFC: Request for </a:t>
            </a:r>
            <a:r>
              <a:rPr altLang="en-US" dirty="0" lang="en-US" smtClean="0">
                <a:ea typeface="Arial" panose="020B0604020202020204" pitchFamily="34" charset="0"/>
                <a:cs typeface="Calibri" panose="020F0502020204030204" pitchFamily="34" charset="0"/>
              </a:rPr>
              <a:t>Comments</a:t>
            </a:r>
          </a:p>
          <a:p>
            <a:pPr indent="0" lvl="1" marL="457200">
              <a:buNone/>
            </a:pPr>
            <a:r>
              <a:rPr altLang="en-US" dirty="0" sz="1700" lang="en-US">
                <a:ea typeface="Arial" panose="020B0604020202020204" pitchFamily="34" charset="0"/>
                <a:cs typeface="Calibri" panose="020F0502020204030204" pitchFamily="34" charset="0"/>
              </a:rPr>
              <a:t> </a:t>
            </a:r>
            <a:r>
              <a:rPr altLang="en-US" dirty="0" sz="1700" lang="en-US" smtClean="0">
                <a:ea typeface="Arial" panose="020B0604020202020204" pitchFamily="34" charset="0"/>
                <a:cs typeface="Calibri" panose="020F0502020204030204" pitchFamily="34" charset="0"/>
              </a:rPr>
              <a:t>    (</a:t>
            </a:r>
            <a:r>
              <a:rPr dirty="0" sz="1700" lang="en-US"/>
              <a:t>RFC documents contain technical specifications and </a:t>
            </a:r>
            <a:r>
              <a:rPr dirty="0" sz="1700" lang="en-US" smtClean="0"/>
              <a:t>  organizational </a:t>
            </a:r>
            <a:r>
              <a:rPr dirty="0" sz="1700" lang="en-US"/>
              <a:t>notes for the </a:t>
            </a:r>
            <a:r>
              <a:rPr dirty="0" sz="1700" lang="en-US" smtClean="0"/>
              <a:t>Internet</a:t>
            </a:r>
            <a:r>
              <a:rPr altLang="en-US" dirty="0" sz="1700" lang="en-US" smtClean="0">
                <a:ea typeface="Arial" panose="020B0604020202020204" pitchFamily="34" charset="0"/>
                <a:cs typeface="Calibri" panose="020F0502020204030204" pitchFamily="34" charset="0"/>
              </a:rPr>
              <a:t>)</a:t>
            </a:r>
            <a:endParaRPr altLang="en-US" dirty="0" sz="1700" lang="en-US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lvl="1"/>
            <a:r>
              <a:rPr altLang="en-US" dirty="0" lang="en-US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indent="0" marL="0">
              <a:buFont typeface="Wingdings" pitchFamily="2" charset="2"/>
              <a:buNone/>
            </a:pPr>
            <a:endParaRPr dirty="0" lang="en-US"/>
          </a:p>
        </p:txBody>
      </p:sp>
      <p:sp>
        <p:nvSpPr>
          <p:cNvPr id="1049353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15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49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">
                            <p:stCondLst>
                              <p:cond delay="500"/>
                            </p:stCondLst>
                            <p:childTnLst>
                              <p:par>
                                <p:cTn fill="hold" id="9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1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2">
                            <p:stCondLst>
                              <p:cond delay="1500"/>
                            </p:stCondLst>
                            <p:childTnLst>
                              <p:par>
                                <p:cTn fill="hold" id="13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6">
                            <p:stCondLst>
                              <p:cond delay="2500"/>
                            </p:stCondLst>
                            <p:childTnLst>
                              <p:par>
                                <p:cTn fill="hold" id="17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9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0">
                            <p:stCondLst>
                              <p:cond delay="3000"/>
                            </p:stCondLst>
                            <p:childTnLst>
                              <p:par>
                                <p:cTn fill="hold" id="21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4">
                            <p:stCondLst>
                              <p:cond delay="4000"/>
                            </p:stCondLst>
                            <p:childTnLst>
                              <p:par>
                                <p:cTn fill="hold" id="25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8">
                            <p:stCondLst>
                              <p:cond delay="5000"/>
                            </p:stCondLst>
                            <p:childTnLst>
                              <p:par>
                                <p:cTn fill="hold" id="29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1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32">
                            <p:stCondLst>
                              <p:cond delay="6000"/>
                            </p:stCondLst>
                            <p:childTnLst>
                              <p:par>
                                <p:cTn fill="hold" id="33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5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36">
                            <p:stCondLst>
                              <p:cond delay="7000"/>
                            </p:stCondLst>
                            <p:childTnLst>
                              <p:par>
                                <p:cTn fill="hold" id="37" nodeType="afterEffect" presetClass="entr" presetID="9" presetSubtype="0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9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0">
                      <p:stCondLst>
                        <p:cond delay="indefinite"/>
                      </p:stCondLst>
                      <p:childTnLst>
                        <p:par>
                          <p:cTn fill="hold" id="4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2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4"/>
                                        <p:tgtEl>
                                          <p:spTgt spid="1049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343" grpId="0"/>
      <p:bldP spid="104935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57" name="Content Placeholder 2"/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p>
            <a:pPr>
              <a:buSzPct val="75000"/>
            </a:pPr>
            <a:r>
              <a:rPr altLang="en-US" dirty="0" i="1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altLang="en-US" dirty="0" lang="en-US">
                <a:ea typeface="ＭＳ Ｐゴシック" panose="020B0600070205080204" pitchFamily="34" charset="-128"/>
              </a:rPr>
              <a:t>that provides services to applications:</a:t>
            </a:r>
            <a:endParaRPr altLang="en-US" dirty="0" sz="2400" lang="en-US">
              <a:ea typeface="ＭＳ Ｐゴシック" panose="020B0600070205080204" pitchFamily="34" charset="-128"/>
            </a:endParaRPr>
          </a:p>
          <a:p>
            <a:pPr lvl="1"/>
            <a:r>
              <a:rPr altLang="en-US" dirty="0" lang="en-US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indent="0" marL="130175">
              <a:buNone/>
            </a:pPr>
            <a:endParaRPr altLang="en-US" dirty="0" lang="en-US">
              <a:ea typeface="Arial" panose="020B0604020202020204" pitchFamily="34" charset="0"/>
            </a:endParaRPr>
          </a:p>
          <a:p>
            <a:pPr indent="0" marL="0">
              <a:buNone/>
            </a:pPr>
            <a:endParaRPr dirty="0" lang="en-US"/>
          </a:p>
        </p:txBody>
      </p:sp>
      <p:sp>
        <p:nvSpPr>
          <p:cNvPr id="1049358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p>
            <a:r>
              <a:rPr altLang="ja-JP" dirty="0" lang="en-US"/>
              <a:t>The Internet: a “services” view</a:t>
            </a:r>
            <a:endParaRPr dirty="0" lang="en-US"/>
          </a:p>
        </p:txBody>
      </p:sp>
      <p:sp>
        <p:nvSpPr>
          <p:cNvPr id="1049359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/>
            <a:endParaRPr dirty="0" lang="en-US"/>
          </a:p>
        </p:txBody>
      </p:sp>
      <p:sp>
        <p:nvSpPr>
          <p:cNvPr id="1049360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endParaRPr dirty="0" lang="en-US"/>
          </a:p>
        </p:txBody>
      </p:sp>
      <p:grpSp>
        <p:nvGrpSpPr>
          <p:cNvPr id="346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049361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/>
            <a:solidFill>
              <a:srgbClr val="9CDFF9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362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1049363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endParaRPr dirty="0" lang="en-US"/>
          </a:p>
        </p:txBody>
      </p:sp>
      <p:sp>
        <p:nvSpPr>
          <p:cNvPr id="1049364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mobile network</a:t>
            </a:r>
          </a:p>
        </p:txBody>
      </p:sp>
      <p:sp>
        <p:nvSpPr>
          <p:cNvPr id="1049365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home network</a:t>
            </a:r>
          </a:p>
        </p:txBody>
      </p:sp>
      <p:sp>
        <p:nvSpPr>
          <p:cNvPr id="1049366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altLang="en-US" dirty="0" sz="1400" lang="en-US">
                <a:latin typeface="+mn-lt"/>
              </a:rPr>
              <a:t>          network</a:t>
            </a:r>
          </a:p>
        </p:txBody>
      </p:sp>
      <p:sp>
        <p:nvSpPr>
          <p:cNvPr id="1049367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/>
            <a:endParaRPr dirty="0" lang="en-US"/>
          </a:p>
        </p:txBody>
      </p:sp>
      <p:grpSp>
        <p:nvGrpSpPr>
          <p:cNvPr id="347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49368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sp>
          <p:nvSpPr>
            <p:cNvPr id="1049369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cxnSp>
          <p:nvCxnSpPr>
            <p:cNvPr id="3145810" name="Straight Connector 383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1" name="Straight Connector 384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2" name="Straight Connector 385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3" name="Straight Connector 386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4" name="Straight Connector 387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5" name="Straight Connector 388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8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49370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sp>
          <p:nvSpPr>
            <p:cNvPr id="1049371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/>
              <a:endParaRPr dirty="0" lang="en-US"/>
            </a:p>
          </p:txBody>
        </p:sp>
        <p:cxnSp>
          <p:nvCxnSpPr>
            <p:cNvPr id="3145816" name="Straight Connector 400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7" name="Straight Connector 401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8" name="Straight Connector 402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19" name="Straight Connector 403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0" name="Straight Connector 404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1" name="Straight Connector 405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937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/>
            <a:endParaRPr dirty="0" lang="en-US"/>
          </a:p>
        </p:txBody>
      </p:sp>
      <p:sp>
        <p:nvSpPr>
          <p:cNvPr id="1049373" name="TextBox 572"/>
          <p:cNvSpPr txBox="1"/>
          <p:nvPr/>
        </p:nvSpPr>
        <p:spPr>
          <a:xfrm>
            <a:off x="9427201" y="1851195"/>
            <a:ext cx="1725088" cy="286232"/>
          </a:xfrm>
          <a:prstGeom prst="rect"/>
          <a:noFill/>
        </p:spPr>
        <p:txBody>
          <a:bodyPr rtlCol="0" wrap="none">
            <a:spAutoFit/>
          </a:bodyPr>
          <a:p>
            <a:pPr>
              <a:lnSpc>
                <a:spcPct val="90000"/>
              </a:lnSpc>
            </a:pPr>
            <a:r>
              <a:rPr dirty="0" sz="1400" lang="en-US"/>
              <a:t>national or global ISP</a:t>
            </a:r>
          </a:p>
        </p:txBody>
      </p:sp>
      <p:sp>
        <p:nvSpPr>
          <p:cNvPr id="1049374" name="Rectangle 654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sp>
        <p:nvSpPr>
          <p:cNvPr id="1049375" name="TextBox 652"/>
          <p:cNvSpPr txBox="1"/>
          <p:nvPr/>
        </p:nvSpPr>
        <p:spPr>
          <a:xfrm>
            <a:off x="8766162" y="3447919"/>
            <a:ext cx="1040639" cy="480131"/>
          </a:xfrm>
          <a:prstGeom prst="rect"/>
          <a:noFill/>
        </p:spPr>
        <p:txBody>
          <a:bodyPr rtlCol="0" wrap="square">
            <a:spAutoFit/>
          </a:bodyPr>
          <a:p>
            <a:pPr>
              <a:lnSpc>
                <a:spcPct val="90000"/>
              </a:lnSpc>
            </a:pPr>
            <a:r>
              <a:rPr dirty="0" sz="1400" lang="en-US"/>
              <a:t>local or regional ISP</a:t>
            </a:r>
          </a:p>
        </p:txBody>
      </p:sp>
      <p:sp>
        <p:nvSpPr>
          <p:cNvPr id="1049376" name="TextBox 656"/>
          <p:cNvSpPr txBox="1"/>
          <p:nvPr/>
        </p:nvSpPr>
        <p:spPr>
          <a:xfrm>
            <a:off x="10917767" y="4677937"/>
            <a:ext cx="813043" cy="383182"/>
          </a:xfrm>
          <a:prstGeom prst="rect"/>
          <a:noFill/>
        </p:spPr>
        <p:txBody>
          <a:bodyPr rtlCol="0" wrap="none">
            <a:spAutoFit/>
          </a:bodyPr>
          <a:p>
            <a:pPr>
              <a:lnSpc>
                <a:spcPct val="90000"/>
              </a:lnSpc>
            </a:pPr>
            <a:r>
              <a:rPr dirty="0" sz="1050" lang="en-US"/>
              <a:t>datacenter </a:t>
            </a:r>
          </a:p>
          <a:p>
            <a:pPr>
              <a:lnSpc>
                <a:spcPct val="90000"/>
              </a:lnSpc>
            </a:pPr>
            <a:r>
              <a:rPr dirty="0" sz="1050" lang="en-US"/>
              <a:t>network</a:t>
            </a:r>
          </a:p>
        </p:txBody>
      </p:sp>
      <p:sp>
        <p:nvSpPr>
          <p:cNvPr id="1049377" name="TextBox 657"/>
          <p:cNvSpPr txBox="1"/>
          <p:nvPr/>
        </p:nvSpPr>
        <p:spPr>
          <a:xfrm>
            <a:off x="10063018" y="4228248"/>
            <a:ext cx="843051" cy="674031"/>
          </a:xfrm>
          <a:prstGeom prst="rect"/>
          <a:noFill/>
        </p:spPr>
        <p:txBody>
          <a:bodyPr rtlCol="0" wrap="none">
            <a:spAutoFit/>
          </a:bodyPr>
          <a:p>
            <a:pPr>
              <a:lnSpc>
                <a:spcPct val="90000"/>
              </a:lnSpc>
            </a:pPr>
            <a:r>
              <a:rPr dirty="0" sz="1400" lang="en-US"/>
              <a:t>content </a:t>
            </a:r>
          </a:p>
          <a:p>
            <a:pPr>
              <a:lnSpc>
                <a:spcPct val="90000"/>
              </a:lnSpc>
            </a:pPr>
            <a:r>
              <a:rPr dirty="0" sz="1400" lang="en-US"/>
              <a:t>provider </a:t>
            </a:r>
          </a:p>
          <a:p>
            <a:pPr>
              <a:lnSpc>
                <a:spcPct val="90000"/>
              </a:lnSpc>
            </a:pPr>
            <a:r>
              <a:rPr dirty="0" sz="1400" lang="en-US"/>
              <a:t>network</a:t>
            </a:r>
            <a:endParaRPr dirty="0" sz="1000" lang="en-US"/>
          </a:p>
        </p:txBody>
      </p:sp>
      <p:grpSp>
        <p:nvGrpSpPr>
          <p:cNvPr id="349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3145822" name="Straight Connector 829"/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3" name="Straight Connector 826"/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4" name="Straight Connector 824"/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5" name="Straight Connector 822"/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6" name="Straight Connector 818"/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7" name="Straight Connector 817"/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8" name="Straight Connector 815"/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29" name="Straight Connector 812"/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30" name="Straight Connector 810"/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31" name="Straight Connector 807"/>
            <p:cNvCxnSpPr>
              <a:cxnSpLocks/>
            </p:cNvCxnSpPr>
            <p:nvPr/>
          </p:nvCxnSpPr>
          <p:spPr>
            <a:xfrm>
              <a:off x="10137668" y="2754692"/>
              <a:ext cx="488174" cy="839333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32" name="Straight Connector 562"/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0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351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104937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9379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9380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1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2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3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4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5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6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7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8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8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90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endParaRPr dirty="0" lang="en-US"/>
                </a:p>
              </p:txBody>
            </p:sp>
            <p:sp>
              <p:nvSpPr>
                <p:cNvPr id="1049391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cxnSp>
              <p:nvCxnSpPr>
                <p:cNvPr id="3145833" name="Straight Connector 563"/>
                <p:cNvCxnSpPr>
                  <a:cxnSpLocks/>
                </p:cNvCxnSpPr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34" name="Straight Connector 564"/>
                <p:cNvCxnSpPr>
                  <a:cxnSpLocks/>
                </p:cNvCxnSpPr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35" name="Straight Connector 565"/>
                <p:cNvCxnSpPr>
                  <a:cxnSpLocks/>
                </p:cNvCxnSpPr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36" name="Straight Connector 566"/>
                <p:cNvCxnSpPr>
                  <a:cxnSpLocks/>
                </p:cNvCxnSpPr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37" name="Straight Connector 567"/>
                <p:cNvCxnSpPr>
                  <a:cxnSpLocks/>
                </p:cNvCxnSpPr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38" name="Straight Connector 568"/>
                <p:cNvCxnSpPr>
                  <a:cxnSpLocks/>
                </p:cNvCxnSpPr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39" name="Straight Connector 569"/>
                <p:cNvCxnSpPr>
                  <a:cxnSpLocks/>
                </p:cNvCxnSpPr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40" name="Straight Connector 573"/>
                <p:cNvCxnSpPr>
                  <a:cxnSpLocks/>
                </p:cNvCxnSpPr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9392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393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pic>
            <p:nvPicPr>
              <p:cNvPr id="2097268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 cstate="print"/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69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70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49394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/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352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353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2097271" name="Picture 653" descr="iphone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4" cstate="print"/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72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5"/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354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2097273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 cstate="print"/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74" name="Picture 1018" descr="laptop_keyboar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7"/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/>
              <a:noFill/>
              <a:ln>
                <a:noFill/>
              </a:ln>
            </p:spPr>
          </p:pic>
          <p:sp>
            <p:nvSpPr>
              <p:cNvPr id="104939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endParaRPr dirty="0" lang="en-US"/>
              </a:p>
            </p:txBody>
          </p:sp>
          <p:pic>
            <p:nvPicPr>
              <p:cNvPr id="2097275" name="Picture 1020" descr="screen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8" cstate="print"/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/>
              <a:noFill/>
              <a:ln>
                <a:noFill/>
              </a:ln>
            </p:spPr>
          </p:pic>
          <p:sp>
            <p:nvSpPr>
              <p:cNvPr id="1049396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397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398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399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00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01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grpSp>
            <p:nvGrpSpPr>
              <p:cNvPr id="355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049402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03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04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05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06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07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sp>
            <p:nvSpPr>
              <p:cNvPr id="1049408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09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0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1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2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3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grpSp>
          <p:nvGrpSpPr>
            <p:cNvPr id="356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2097276" name="Picture 568" descr="light2.png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9"/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77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 cstate="print"/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357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2097278" name="Picture 603" descr="car_icon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/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79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6" cstate="print"/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358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359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097280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1"/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81" name="Picture 1116" descr="laptop_keyboar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2" cstate="print"/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/>
              <a:noFill/>
              <a:ln>
                <a:noFill/>
              </a:ln>
            </p:spPr>
          </p:pic>
          <p:sp>
            <p:nvSpPr>
              <p:cNvPr id="1049414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endParaRPr dirty="0" lang="en-US"/>
              </a:p>
            </p:txBody>
          </p:sp>
          <p:pic>
            <p:nvPicPr>
              <p:cNvPr id="2097282" name="Picture 1118" descr="screen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/>
              <a:noFill/>
              <a:ln>
                <a:noFill/>
              </a:ln>
            </p:spPr>
          </p:pic>
          <p:sp>
            <p:nvSpPr>
              <p:cNvPr id="104941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1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2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grpSp>
            <p:nvGrpSpPr>
              <p:cNvPr id="360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049421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22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23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24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25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  <p:sp>
              <p:nvSpPr>
                <p:cNvPr id="1049426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endParaRPr dirty="0" lang="en-US"/>
                </a:p>
              </p:txBody>
            </p:sp>
          </p:grpSp>
          <p:sp>
            <p:nvSpPr>
              <p:cNvPr id="1049427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28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29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30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31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32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grpSp>
          <p:nvGrpSpPr>
            <p:cNvPr id="361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097283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/>
              <a:noFill/>
              <a:ln>
                <a:noFill/>
              </a:ln>
            </p:spPr>
          </p:pic>
          <p:sp>
            <p:nvSpPr>
              <p:cNvPr id="1049433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endParaRPr dirty="0" lang="en-US"/>
              </a:p>
            </p:txBody>
          </p:sp>
        </p:grpSp>
        <p:grpSp>
          <p:nvGrpSpPr>
            <p:cNvPr id="362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097284" name="Picture 571" descr="fridge2.png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285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1"/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363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64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145841" name="Straight Connector 375"/>
              <p:cNvCxnSpPr>
                <a:cxnSpLocks/>
              </p:cNvCxnSpPr>
              <p:nvPr/>
            </p:nvCxnSpPr>
            <p:spPr>
              <a:xfrm>
                <a:off x="5103720" y="2914214"/>
                <a:ext cx="232559" cy="0"/>
              </a:xfrm>
              <a:prstGeom prst="line"/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65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097286" name="Picture 378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287" name="Picture 379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288" name="Picture 380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</p:grpSp>
        <p:grpSp>
          <p:nvGrpSpPr>
            <p:cNvPr id="366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45842" name="Straight Connector 392"/>
              <p:cNvCxnSpPr>
                <a:cxnSpLocks/>
              </p:cNvCxnSpPr>
              <p:nvPr/>
            </p:nvCxnSpPr>
            <p:spPr>
              <a:xfrm>
                <a:off x="5103720" y="2914214"/>
                <a:ext cx="232559" cy="0"/>
              </a:xfrm>
              <a:prstGeom prst="line"/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67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097289" name="Picture 395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290" name="Picture 396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291" name="Picture 397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</p:grpSp>
      </p:grpSp>
      <p:grpSp>
        <p:nvGrpSpPr>
          <p:cNvPr id="368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1049434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35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36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37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38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369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9439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440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441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370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9442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443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444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45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371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9446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447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44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372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9449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450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45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5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5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5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5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5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5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5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5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1800" lang="en-US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4946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46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</p:grpSp>
      <p:grpSp>
        <p:nvGrpSpPr>
          <p:cNvPr id="373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2097292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46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374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2097293" name="Picture 1065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8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294" name="Picture 1066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9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49463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pic>
          <p:nvPicPr>
            <p:cNvPr id="2097295" name="Picture 1068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0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49464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65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66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67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68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69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375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49470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71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72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73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74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75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sp>
          <p:nvSpPr>
            <p:cNvPr id="1049476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77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78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79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80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81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</p:grpSp>
      <p:grpSp>
        <p:nvGrpSpPr>
          <p:cNvPr id="376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2097296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48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377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2097297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483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378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2097298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7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49484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  <p:grpSp>
        <p:nvGrpSpPr>
          <p:cNvPr id="379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2097299" name="Picture 1065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8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300" name="Picture 1066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9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49485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pic>
          <p:nvPicPr>
            <p:cNvPr id="2097301" name="Picture 1068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0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49486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87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88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89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90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91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380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49492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93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94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95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96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  <p:sp>
            <p:nvSpPr>
              <p:cNvPr id="1049497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endParaRPr dirty="0" lang="en-US"/>
              </a:p>
            </p:txBody>
          </p:sp>
        </p:grpSp>
        <p:sp>
          <p:nvSpPr>
            <p:cNvPr id="104949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49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</p:grpSp>
      <p:grpSp>
        <p:nvGrpSpPr>
          <p:cNvPr id="381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049504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5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06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7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08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382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9509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510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51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383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9512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513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514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15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grpSp>
          <p:nvGrpSpPr>
            <p:cNvPr id="384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9516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517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518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385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951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104952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altLang="en-US" dirty="0" sz="2400"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9521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22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23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24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25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endParaRPr dirty="0" lang="en-US"/>
            </a:p>
          </p:txBody>
        </p:sp>
        <p:sp>
          <p:nvSpPr>
            <p:cNvPr id="1049526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27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28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29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1800" lang="en-US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49530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  <p:sp>
          <p:nvSpPr>
            <p:cNvPr id="1049531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altLang="en-US" dirty="0" sz="2400" lang="en-US">
                <a:latin typeface="Arial" panose="020B0604020202020204" pitchFamily="34" charset="0"/>
              </a:endParaRPr>
            </a:p>
          </p:txBody>
        </p:sp>
      </p:grpSp>
      <p:grpSp>
        <p:nvGrpSpPr>
          <p:cNvPr id="386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1049532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endParaRPr dirty="0" lang="en-US"/>
            </a:p>
          </p:txBody>
        </p:sp>
        <p:grpSp>
          <p:nvGrpSpPr>
            <p:cNvPr id="387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1049533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34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35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36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37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38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39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0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1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2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3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4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5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6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  <p:sp>
            <p:nvSpPr>
              <p:cNvPr id="1049547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endParaRPr dirty="0" lang="en-US"/>
              </a:p>
            </p:txBody>
          </p:sp>
        </p:grpSp>
        <p:pic>
          <p:nvPicPr>
            <p:cNvPr id="2097302" name="Picture 777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1"/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/>
            <a:noFill/>
            <a:ln>
              <a:noFill/>
            </a:ln>
          </p:spPr>
        </p:pic>
        <p:pic>
          <p:nvPicPr>
            <p:cNvPr id="2097303" name="Picture 780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1"/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/>
            <a:noFill/>
            <a:ln>
              <a:noFill/>
            </a:ln>
          </p:spPr>
        </p:pic>
        <p:grpSp>
          <p:nvGrpSpPr>
            <p:cNvPr id="388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1049548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49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89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50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51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52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53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9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1049554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sp>
            <p:nvSpPr>
              <p:cNvPr id="1049555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391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9556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57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58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59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92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104956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6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93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62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63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64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65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94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1049566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sp>
            <p:nvSpPr>
              <p:cNvPr id="1049567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395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9568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69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70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71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96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1049572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73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97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74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75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76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77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398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1049578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79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399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80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81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82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83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00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1049584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85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01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86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87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88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89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02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1049590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91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03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92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93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94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95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04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1049596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597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05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598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599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00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01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06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1049602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03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07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04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05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06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07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08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1049608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09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09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10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11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12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13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10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1049614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15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11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16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17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18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19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12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1049620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21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13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22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23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24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25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14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1049626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27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15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28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29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30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31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1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1049632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33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17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34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35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36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37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18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1049638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39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19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40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41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42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43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20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104964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4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21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46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47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48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49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  <p:grpSp>
          <p:nvGrpSpPr>
            <p:cNvPr id="422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1049650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     </a:t>
                </a:r>
              </a:p>
            </p:txBody>
          </p:sp>
          <p:sp>
            <p:nvSpPr>
              <p:cNvPr id="1049651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r>
                  <a:rPr dirty="0" lang="en-US"/>
                  <a:t>              </a:t>
                </a:r>
              </a:p>
            </p:txBody>
          </p:sp>
          <p:grpSp>
            <p:nvGrpSpPr>
              <p:cNvPr id="423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652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53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54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  <p:sp>
              <p:nvSpPr>
                <p:cNvPr id="1049655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/>
                  <a:endParaRPr dirty="0" lang="en-US"/>
                </a:p>
              </p:txBody>
            </p:sp>
          </p:grpSp>
        </p:grpSp>
      </p:grpSp>
      <p:grpSp>
        <p:nvGrpSpPr>
          <p:cNvPr id="424" name="Group 570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3145843" name="Straight Connector 571"/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656" name="TextBox 574"/>
            <p:cNvSpPr txBox="1"/>
            <p:nvPr/>
          </p:nvSpPr>
          <p:spPr>
            <a:xfrm>
              <a:off x="7562720" y="4539626"/>
              <a:ext cx="620363" cy="338554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HTTP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44" name="Straight Connector 575"/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Group 610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3145845" name="Straight Connector 630"/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657" name="TextBox 650"/>
            <p:cNvSpPr txBox="1"/>
            <p:nvPr/>
          </p:nvSpPr>
          <p:spPr>
            <a:xfrm>
              <a:off x="6371219" y="2944679"/>
              <a:ext cx="665567" cy="338554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Skype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46" name="Straight Connector 651"/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6" name="Group 65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3145847" name="Straight Connector 655"/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/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658" name="TextBox 658"/>
            <p:cNvSpPr txBox="1"/>
            <p:nvPr/>
          </p:nvSpPr>
          <p:spPr>
            <a:xfrm>
              <a:off x="10772213" y="2684297"/>
              <a:ext cx="1040670" cy="584775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sz="1600" i="1" lang="en-US">
                  <a:solidFill>
                    <a:srgbClr val="C00000"/>
                  </a:solidFill>
                </a:rPr>
                <a:t>Streaming</a:t>
              </a:r>
            </a:p>
            <a:p>
              <a:r>
                <a:rPr dirty="0" sz="1600" i="1" lang="en-US">
                  <a:solidFill>
                    <a:srgbClr val="C00000"/>
                  </a:solidFill>
                </a:rPr>
                <a:t>video</a:t>
              </a:r>
              <a:endParaRPr dirty="0" i="1" lang="en-US">
                <a:solidFill>
                  <a:srgbClr val="C00000"/>
                </a:solidFill>
              </a:endParaRPr>
            </a:p>
          </p:txBody>
        </p:sp>
        <p:cxnSp>
          <p:nvCxnSpPr>
            <p:cNvPr id="3145848" name="Straight Connector 659"/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/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9659" name="Content Placeholder 2"/>
          <p:cNvSpPr txBox="1"/>
          <p:nvPr/>
        </p:nvSpPr>
        <p:spPr>
          <a:xfrm>
            <a:off x="868663" y="3677908"/>
            <a:ext cx="5394571" cy="2721011"/>
          </a:xfrm>
          <a:prstGeom prst="rect"/>
        </p:spPr>
        <p:txBody>
          <a:bodyPr bIns="45720" lIns="91440" rIns="91440" rtlCol="0" tIns="45720" vert="horz">
            <a:no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altLang="en-US" dirty="0" lang="en-US">
                <a:ea typeface="ＭＳ Ｐゴシック" panose="020B0600070205080204" pitchFamily="34" charset="-128"/>
              </a:rPr>
              <a:t>provides </a:t>
            </a:r>
            <a:r>
              <a:rPr altLang="en-US" dirty="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altLang="en-US" dirty="0" lang="en-US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altLang="en-US" dirty="0" lang="en-US">
                <a:ea typeface="Arial" panose="020B0604020202020204" pitchFamily="34" charset="0"/>
              </a:rPr>
              <a:t>“hooks” allowing sending/receiving  apps to </a:t>
            </a:r>
            <a:r>
              <a:rPr altLang="en-US" dirty="0" lang="ja-JP">
                <a:ea typeface="ＭＳ Ｐゴシック" panose="020B0600070205080204" pitchFamily="34" charset="-128"/>
              </a:rPr>
              <a:t>“</a:t>
            </a:r>
            <a:r>
              <a:rPr altLang="ja-JP" dirty="0" lang="en-US">
                <a:ea typeface="ＭＳ Ｐゴシック" panose="020B0600070205080204" pitchFamily="34" charset="-128"/>
              </a:rPr>
              <a:t>connect</a:t>
            </a:r>
            <a:r>
              <a:rPr altLang="en-US" dirty="0" lang="ja-JP">
                <a:ea typeface="ＭＳ Ｐゴシック" panose="020B0600070205080204" pitchFamily="34" charset="-128"/>
              </a:rPr>
              <a:t>”</a:t>
            </a:r>
            <a:r>
              <a:rPr altLang="ja-JP" dirty="0" lang="en-US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altLang="en-US" dirty="0" lang="en-US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altLang="en-US" dirty="0" lang="en-US">
              <a:ea typeface="Arial" panose="020B0604020202020204" pitchFamily="34" charset="0"/>
            </a:endParaRPr>
          </a:p>
          <a:p>
            <a:pPr indent="0" marL="0">
              <a:buFont typeface="Wingdings" pitchFamily="2" charset="2"/>
              <a:buNone/>
            </a:pPr>
            <a:endParaRPr dirty="0" lang="en-US"/>
          </a:p>
        </p:txBody>
      </p:sp>
      <p:sp>
        <p:nvSpPr>
          <p:cNvPr id="104966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16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49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65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61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p>
            <a:r>
              <a:rPr altLang="ja-JP" dirty="0" lang="en-US"/>
              <a:t>What’s a protocol?</a:t>
            </a:r>
            <a:endParaRPr dirty="0" lang="en-US"/>
          </a:p>
        </p:txBody>
      </p:sp>
      <p:sp>
        <p:nvSpPr>
          <p:cNvPr id="1049662" name="Rectangle 3"/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8600" latinLnBrk="0" marL="228600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28600" latinLnBrk="0" marL="685800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altLang="en-US" dirty="0" sz="3200" i="1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indent="-220663" marL="349250">
              <a:buSzPct val="75000"/>
            </a:pPr>
            <a:r>
              <a:rPr altLang="ja-JP" dirty="0" sz="2400" lang="en-US">
                <a:ea typeface="ＭＳ Ｐゴシック" panose="020B0600070205080204" pitchFamily="34" charset="-128"/>
              </a:rPr>
              <a:t>“what’s the time?”</a:t>
            </a:r>
          </a:p>
          <a:p>
            <a:pPr indent="-220663" marL="349250">
              <a:buSzPct val="75000"/>
            </a:pPr>
            <a:r>
              <a:rPr altLang="ja-JP" dirty="0" sz="2400" lang="en-US">
                <a:ea typeface="ＭＳ Ｐゴシック" panose="020B0600070205080204" pitchFamily="34" charset="-128"/>
              </a:rPr>
              <a:t>“I have a question”</a:t>
            </a:r>
          </a:p>
          <a:p>
            <a:pPr indent="-220663" marL="349250">
              <a:buSzPct val="75000"/>
            </a:pPr>
            <a:r>
              <a:rPr altLang="en-US" dirty="0" sz="2400" lang="en-US">
                <a:ea typeface="ＭＳ Ｐゴシック" panose="020B0600070205080204" pitchFamily="34" charset="-128"/>
              </a:rPr>
              <a:t>introductions</a:t>
            </a:r>
            <a:endParaRPr altLang="en-US" dirty="0" lang="en-US">
              <a:ea typeface="ＭＳ Ｐゴシック" panose="020B0600070205080204" pitchFamily="34" charset="-128"/>
            </a:endParaRPr>
          </a:p>
        </p:txBody>
      </p:sp>
      <p:sp>
        <p:nvSpPr>
          <p:cNvPr id="1049663" name="Rectangle 4"/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8600" latinLnBrk="0" marL="228600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28600" latinLnBrk="0" marL="685800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altLang="en-US" dirty="0" sz="3200" i="1" lang="en-US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indent="-220663" marL="349250">
              <a:buSzPct val="75000"/>
            </a:pPr>
            <a:r>
              <a:rPr altLang="en-US" dirty="0" sz="240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indent="-220663" marL="349250">
              <a:buSzPct val="75000"/>
            </a:pPr>
            <a:r>
              <a:rPr altLang="en-US" dirty="0" sz="240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428" name="Group 6"/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1049664" name="Rectangle 5"/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altLang="en-US" dirty="0" sz="2800" i="1" lang="en-US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altLang="en-US" dirty="0" sz="2800" i="1" lang="en-US">
                  <a:latin typeface="+mn-lt"/>
                </a:rPr>
                <a:t> define the </a:t>
              </a:r>
              <a:r>
                <a:rPr altLang="en-US" dirty="0" sz="2800" i="1" lang="en-US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altLang="en-US" dirty="0" sz="2800" i="1" lang="en-US">
                  <a:latin typeface="+mn-lt"/>
                </a:rPr>
                <a:t>, </a:t>
              </a:r>
              <a:r>
                <a:rPr altLang="en-US" dirty="0" sz="2800" i="1" lang="en-US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altLang="en-US" dirty="0" sz="2800" i="1" lang="en-US">
                  <a:latin typeface="+mn-lt"/>
                </a:rPr>
                <a:t> of </a:t>
              </a:r>
              <a:r>
                <a:rPr altLang="en-US" dirty="0" sz="2800" i="1" lang="en-US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altLang="en-US" dirty="0" sz="2800" i="1" lang="en-US">
                  <a:latin typeface="+mn-lt"/>
                </a:rPr>
                <a:t> among network entities, and </a:t>
              </a:r>
              <a:r>
                <a:rPr altLang="en-US" dirty="0" sz="2800" i="1" lang="en-US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altLang="en-US" dirty="0" sz="2800" i="1" lang="en-US">
                  <a:latin typeface="+mn-lt"/>
                </a:rPr>
                <a:t> on message transmission, receipt</a:t>
              </a:r>
              <a:r>
                <a:rPr altLang="en-US" dirty="0" i="1" lang="en-US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1049665" name="Rectangle 6"/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/>
            <a:noFill/>
            <a:ln w="19050">
              <a:solidFill>
                <a:srgbClr val="000099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Times New Roman" panose="02020603050405020304" pitchFamily="18" charset="0"/>
              </a:endParaRPr>
            </a:p>
          </p:txBody>
        </p:sp>
      </p:grpSp>
      <p:sp>
        <p:nvSpPr>
          <p:cNvPr id="1049666" name="Rectangle 3"/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/>
        </p:spPr>
        <p:txBody>
          <a:bodyPr bIns="45720" lIns="91440" rIns="91440" rtlCol="0" tIns="45720" vert="horz">
            <a:normAutofit fontScale="95833"/>
          </a:bodyPr>
          <a:lstStyle>
            <a:lvl1pPr algn="l" defTabSz="914400" eaLnBrk="1" hangingPunct="1" indent="-228600" latinLnBrk="0" marL="228600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28600" latinLnBrk="0" marL="685800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altLang="en-US" dirty="0" sz="2400" lang="en-US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altLang="en-US" dirty="0" sz="2400" lang="en-US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altLang="en-US" dirty="0" sz="2400" lang="en-US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49667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17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49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49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663" grpId="0"/>
      <p:bldP spid="104966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71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p>
            <a:r>
              <a:rPr altLang="ja-JP" dirty="0" lang="en-US"/>
              <a:t>What’s a protocol?</a:t>
            </a:r>
            <a:endParaRPr dirty="0" lang="en-US"/>
          </a:p>
        </p:txBody>
      </p:sp>
      <p:sp>
        <p:nvSpPr>
          <p:cNvPr id="1049672" name="Rectangle 3"/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/>
        </p:spPr>
        <p:txBody>
          <a:bodyPr bIns="45720" lIns="91440" rIns="91440" rtlCol="0" tIns="45720" vert="horz">
            <a:normAutofit fontScale="96429"/>
          </a:bodyPr>
          <a:lstStyle>
            <a:lvl1pPr algn="l" defTabSz="914400" eaLnBrk="1" hangingPunct="1" indent="-228600" latinLnBrk="0" marL="228600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28600" latinLnBrk="0" marL="685800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altLang="en-US" dirty="0" lang="en-US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altLang="en-US" dirty="0" lang="en-US">
              <a:ea typeface="ＭＳ Ｐゴシック" panose="020B0600070205080204" pitchFamily="34" charset="-128"/>
            </a:endParaRPr>
          </a:p>
        </p:txBody>
      </p:sp>
      <p:sp>
        <p:nvSpPr>
          <p:cNvPr id="1049673" name="Rectangle 8"/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/>
          <a:noFill/>
          <a:ln>
            <a:noFill/>
          </a:ln>
        </p:spPr>
        <p:txBody>
          <a:bodyPr/>
          <a:lstStyle>
            <a:lvl1pPr indent="-342900" marL="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altLang="en-US" dirty="0" sz="3200" i="1" lang="en-US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2097304" name="Picture 62" descr="Alice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/>
          <a:noFill/>
          <a:ln>
            <a:noFill/>
          </a:ln>
        </p:spPr>
      </p:pic>
      <p:pic>
        <p:nvPicPr>
          <p:cNvPr id="2097305" name="Picture 63" descr="Bob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/>
          <a:noFill/>
          <a:ln>
            <a:noFill/>
          </a:ln>
        </p:spPr>
      </p:pic>
      <p:grpSp>
        <p:nvGrpSpPr>
          <p:cNvPr id="432" name="Group 8"/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049674" name="Line 10"/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/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75" name="Text Box 64"/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74980" cy="44704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altLang="en-US" dirty="0" lang="en-US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433" name="Group 78"/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049676" name="Line 66"/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/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77" name="Text Box 67"/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74980" cy="44704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altLang="en-US" dirty="0" lang="en-US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434" name="Group 79"/>
          <p:cNvGrpSpPr/>
          <p:nvPr/>
        </p:nvGrpSpPr>
        <p:grpSpPr>
          <a:xfrm>
            <a:off x="2601479" y="3632201"/>
            <a:ext cx="2162175" cy="701675"/>
            <a:chOff x="2601479" y="3632201"/>
            <a:chExt cx="2162175" cy="701675"/>
          </a:xfrm>
        </p:grpSpPr>
        <p:sp>
          <p:nvSpPr>
            <p:cNvPr id="1049678" name="Line 70"/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/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35" name="Group 72"/>
            <p:cNvGrpSpPr/>
            <p:nvPr/>
          </p:nvGrpSpPr>
          <p:grpSpPr bwMode="auto">
            <a:xfrm>
              <a:off x="3158693" y="3632201"/>
              <a:ext cx="1022350" cy="701675"/>
              <a:chOff x="773" y="2747"/>
              <a:chExt cx="644" cy="442"/>
            </a:xfrm>
          </p:grpSpPr>
          <p:sp>
            <p:nvSpPr>
              <p:cNvPr id="1049679" name="Rectangle 71"/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49680" name="Text Box 69"/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44" cy="442"/>
              </a:xfrm>
              <a:prstGeom prst="rect"/>
              <a:solidFill>
                <a:schemeClr val="bg1"/>
              </a:solidFill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altLang="en-US" dirty="0" sz="2000" lang="en-US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altLang="en-US" dirty="0" sz="2000" lang="en-US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436" name="Group 80"/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1049681" name="Line 73"/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/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37" name="Group 76"/>
            <p:cNvGrpSpPr/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1049682" name="Rectangle 75"/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/>
              <a:solidFill>
                <a:schemeClr val="bg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49683" name="Text Box 74"/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altLang="en-US" dirty="0" lang="en-US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1049684" name="Line 101"/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/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</p:spPr>
        <p:txBody>
          <a:bodyPr anchor="ctr" wrap="none"/>
          <a:p>
            <a:endParaRPr dirty="0" lang="en-US"/>
          </a:p>
        </p:txBody>
      </p:sp>
      <p:grpSp>
        <p:nvGrpSpPr>
          <p:cNvPr id="438" name="Group 105"/>
          <p:cNvGrpSpPr/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1049685" name="Rectangle 104"/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86" name="Text Box 102"/>
            <p:cNvSpPr txBox="1">
              <a:spLocks noChangeArrowheads="1"/>
            </p:cNvSpPr>
            <p:nvPr/>
          </p:nvSpPr>
          <p:spPr bwMode="auto">
            <a:xfrm>
              <a:off x="2198" y="3221"/>
              <a:ext cx="444" cy="25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altLang="en-US" dirty="0" sz="2000" lang="en-US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439" name="Group 82"/>
          <p:cNvGrpSpPr/>
          <p:nvPr/>
        </p:nvGrpSpPr>
        <p:grpSpPr>
          <a:xfrm>
            <a:off x="6786129" y="3255963"/>
            <a:ext cx="2216150" cy="568643"/>
            <a:chOff x="6786129" y="3255963"/>
            <a:chExt cx="2216150" cy="568643"/>
          </a:xfrm>
        </p:grpSpPr>
        <p:sp>
          <p:nvSpPr>
            <p:cNvPr id="1049687" name="Line 90"/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/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88" name="Rectangle 92"/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89" name="Text Box 91"/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783080" cy="54483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altLang="en-US" dirty="0" sz="1800" lang="en-US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altLang="en-US" dirty="0" sz="1800" lang="en-US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440" name="Group 84"/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1049690" name="Line 85"/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/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1" name="Rectangle 99"/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2" name="Text Box 100"/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altLang="en-US" dirty="0" lang="en-US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441" name="Group 81"/>
          <p:cNvGrpSpPr/>
          <p:nvPr/>
        </p:nvGrpSpPr>
        <p:grpSpPr>
          <a:xfrm>
            <a:off x="6848042" y="2620963"/>
            <a:ext cx="2176462" cy="544831"/>
            <a:chOff x="6848042" y="2620963"/>
            <a:chExt cx="2176462" cy="544831"/>
          </a:xfrm>
        </p:grpSpPr>
        <p:sp>
          <p:nvSpPr>
            <p:cNvPr id="1049693" name="Line 89"/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/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4" name="Rectangle 52"/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5" name="Text Box 91"/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783079" cy="54483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altLang="en-US" dirty="0" sz="1800" lang="en-US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altLang="en-US" dirty="0" sz="1800" lang="en-US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42" name="Group 57"/>
          <p:cNvGrpSpPr/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1049696" name="Freeform 58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7" name="Rectangle 59"/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8" name="Freeform 60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699" name="Freeform 61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00" name="Rectangle 62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43" name="Group 63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9701" name="AutoShape 64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49702" name="AutoShape 65"/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49703" name="Rectangle 66"/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44" name="Group 67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9704" name="AutoShape 68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49705" name="AutoShape 69"/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49706" name="Rectangle 70"/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07" name="Rectangle 71"/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45" name="Group 72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9708" name="AutoShape 73"/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49709" name="AutoShape 74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49710" name="Freeform 75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46" name="Group 76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9711" name="AutoShape 77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49712" name="AutoShape 7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49713" name="Rectangle 79"/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14" name="Freeform 80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15" name="Freeform 81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16" name="Oval 82"/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17" name="Freeform 83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18" name="AutoShape 84"/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19" name="AutoShape 85"/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20" name="Oval 86"/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21" name="Oval 87"/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altLang="en-US" dirty="0" sz="180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22" name="Oval 88"/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23" name="Rectangle 89"/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altLang="en-US"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447" name="Group 90"/>
          <p:cNvGrpSpPr/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2097306" name="Picture 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49724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448" name="Group 83"/>
          <p:cNvGrpSpPr/>
          <p:nvPr/>
        </p:nvGrpSpPr>
        <p:grpSpPr>
          <a:xfrm>
            <a:off x="6666309" y="3902076"/>
            <a:ext cx="2925958" cy="594677"/>
            <a:chOff x="6666309" y="3902076"/>
            <a:chExt cx="2925958" cy="594677"/>
          </a:xfrm>
        </p:grpSpPr>
        <p:sp>
          <p:nvSpPr>
            <p:cNvPr id="1049725" name="Line 94"/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/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endParaRPr dirty="0"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49726" name="Rectangle 2"/>
            <p:cNvSpPr/>
            <p:nvPr/>
          </p:nvSpPr>
          <p:spPr>
            <a:xfrm>
              <a:off x="7315200" y="4021087"/>
              <a:ext cx="1687079" cy="282938"/>
            </a:xfrm>
            <a:prstGeom prst="rect"/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49727" name="Text Box 95"/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535940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altLang="en-US" dirty="0" sz="1800" lang="en-US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altLang="en-US" dirty="0" sz="1400" lang="en-US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altLang="en-US" dirty="0" sz="1200" lang="en-US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altLang="en-US" dirty="0" lang="en-US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1049728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18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2097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">
                            <p:stCondLst>
                              <p:cond delay="500"/>
                            </p:stCondLst>
                            <p:childTnLst>
                              <p:par>
                                <p:cTn fill="hold" id="9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1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2">
                            <p:stCondLst>
                              <p:cond delay="1000"/>
                            </p:stCondLst>
                            <p:childTnLst>
                              <p:par>
                                <p:cTn fill="hold" id="13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2097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6">
                            <p:stCondLst>
                              <p:cond delay="1500"/>
                            </p:stCondLst>
                            <p:childTnLst>
                              <p:par>
                                <p:cTn fill="hold" id="17" nodeType="after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19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0">
                            <p:stCondLst>
                              <p:cond delay="2000"/>
                            </p:stCondLst>
                            <p:childTnLst>
                              <p:par>
                                <p:cTn fill="hold" id="21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23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4">
                            <p:stCondLst>
                              <p:cond delay="2500"/>
                            </p:stCondLst>
                            <p:childTnLst>
                              <p:par>
                                <p:cTn fill="hold" id="25" nodeType="after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27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8">
                            <p:stCondLst>
                              <p:cond delay="3000"/>
                            </p:stCondLst>
                            <p:childTnLst>
                              <p:par>
                                <p:cTn fill="hold" grpId="0" id="29" nodeType="afterEffect" presetClass="entr" presetID="9" presetSubtype="0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1"/>
                                        <p:tgtEl>
                                          <p:spTgt spid="1049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2">
                      <p:stCondLst>
                        <p:cond delay="indefinite"/>
                      </p:stCondLst>
                      <p:childTnLst>
                        <p:par>
                          <p:cTn fill="hold" id="33">
                            <p:stCondLst>
                              <p:cond delay="0"/>
                            </p:stCondLst>
                            <p:childTnLst>
                              <p:par>
                                <p:cTn fill="hold" id="3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6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37">
                            <p:stCondLst>
                              <p:cond delay="500"/>
                            </p:stCondLst>
                            <p:childTnLst>
                              <p:par>
                                <p:cTn fill="hold" id="38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4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41">
                            <p:stCondLst>
                              <p:cond delay="1000"/>
                            </p:stCondLst>
                            <p:childTnLst>
                              <p:par>
                                <p:cTn fill="hold" id="42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4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45">
                            <p:stCondLst>
                              <p:cond delay="1500"/>
                            </p:stCondLst>
                            <p:childTnLst>
                              <p:par>
                                <p:cTn fill="hold" id="46" nodeType="after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48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49">
                            <p:stCondLst>
                              <p:cond delay="2000"/>
                            </p:stCondLst>
                            <p:childTnLst>
                              <p:par>
                                <p:cTn fill="hold" id="50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52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53">
                            <p:stCondLst>
                              <p:cond delay="2500"/>
                            </p:stCondLst>
                            <p:childTnLst>
                              <p:par>
                                <p:cTn fill="hold" id="54" nodeType="after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56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67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3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cs typeface="Calibri" panose="020F0502020204030204" pitchFamily="34" charset="0"/>
              </a:rPr>
              <a:t>Chapter 1: roadmap</a:t>
            </a:r>
            <a:endParaRPr dirty="0" lang="en-US"/>
          </a:p>
        </p:txBody>
      </p:sp>
      <p:sp>
        <p:nvSpPr>
          <p:cNvPr id="1049733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19</a:t>
            </a:fld>
            <a:endParaRPr dirty="0" lang="en-US"/>
          </a:p>
        </p:txBody>
      </p:sp>
      <p:sp>
        <p:nvSpPr>
          <p:cNvPr id="1049734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</a:pPr>
            <a:r>
              <a:rPr altLang="en-US" dirty="0" sz="3200" lang="en-US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307" name="Picture 6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/>
        </p:spPr>
      </p:pic>
    </p:spTree>
  </p:cSld>
  <p:clrMapOvr>
    <a:masterClrMapping/>
  </p:clrMapOvr>
  <p:timing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38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p>
            <a:r>
              <a:rPr altLang="ja-JP" b="0" dirty="0" sz="5400" lang="en-US"/>
              <a:t>A closer look at Internet structure</a:t>
            </a:r>
            <a:endParaRPr b="0" dirty="0" sz="5400" lang="en-US"/>
          </a:p>
        </p:txBody>
      </p:sp>
      <p:grpSp>
        <p:nvGrpSpPr>
          <p:cNvPr id="455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1049739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9740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6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1049741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/>
              <a:solidFill>
                <a:srgbClr val="9CDFF9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49742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49743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9744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049745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049746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049747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59000">
                  <a:schemeClr val="accent5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1049748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49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145849" name="Straight Connector 383"/>
              <p:cNvCxnSpPr>
                <a:cxnSpLocks/>
              </p:cNvCxnSpPr>
              <p:nvPr/>
            </p:nvCxnSpPr>
            <p:spPr>
              <a:xfrm flipV="1">
                <a:off x="5270526" y="2029553"/>
                <a:ext cx="295249" cy="73468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0" name="Straight Connector 384"/>
              <p:cNvCxnSpPr>
                <a:cxnSpLocks/>
              </p:cNvCxnSpPr>
              <p:nvPr/>
            </p:nvCxnSpPr>
            <p:spPr>
              <a:xfrm flipV="1">
                <a:off x="5275406" y="2261710"/>
                <a:ext cx="290369" cy="1675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1" name="Straight Connector 385"/>
              <p:cNvCxnSpPr>
                <a:cxnSpLocks/>
              </p:cNvCxnSpPr>
              <p:nvPr/>
            </p:nvCxnSpPr>
            <p:spPr>
              <a:xfrm flipV="1">
                <a:off x="5275406" y="2151772"/>
                <a:ext cx="290369" cy="4840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2" name="Straight Connector 386"/>
              <p:cNvCxnSpPr>
                <a:cxnSpLocks/>
              </p:cNvCxnSpPr>
              <p:nvPr/>
            </p:nvCxnSpPr>
            <p:spPr>
              <a:xfrm>
                <a:off x="5270094" y="2354086"/>
                <a:ext cx="295681" cy="0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3" name="Straight Connector 387"/>
              <p:cNvCxnSpPr>
                <a:cxnSpLocks/>
              </p:cNvCxnSpPr>
              <p:nvPr/>
            </p:nvCxnSpPr>
            <p:spPr>
              <a:xfrm flipV="1">
                <a:off x="5950242" y="1866900"/>
                <a:ext cx="0" cy="465273"/>
              </a:xfrm>
              <a:prstGeom prst="line"/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4" name="Straight Connector 388"/>
              <p:cNvCxnSpPr>
                <a:cxnSpLocks/>
              </p:cNvCxnSpPr>
              <p:nvPr/>
            </p:nvCxnSpPr>
            <p:spPr>
              <a:xfrm>
                <a:off x="5628589" y="1936750"/>
                <a:ext cx="0" cy="476854"/>
              </a:xfrm>
              <a:prstGeom prst="line"/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8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1049750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51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145855" name="Straight Connector 400"/>
              <p:cNvCxnSpPr>
                <a:cxnSpLocks/>
              </p:cNvCxnSpPr>
              <p:nvPr/>
            </p:nvCxnSpPr>
            <p:spPr>
              <a:xfrm flipV="1">
                <a:off x="5270526" y="2029553"/>
                <a:ext cx="295249" cy="73468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6" name="Straight Connector 401"/>
              <p:cNvCxnSpPr>
                <a:cxnSpLocks/>
              </p:cNvCxnSpPr>
              <p:nvPr/>
            </p:nvCxnSpPr>
            <p:spPr>
              <a:xfrm flipV="1">
                <a:off x="5275406" y="2261710"/>
                <a:ext cx="290369" cy="1675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7" name="Straight Connector 402"/>
              <p:cNvCxnSpPr>
                <a:cxnSpLocks/>
              </p:cNvCxnSpPr>
              <p:nvPr/>
            </p:nvCxnSpPr>
            <p:spPr>
              <a:xfrm flipV="1">
                <a:off x="5275406" y="2151772"/>
                <a:ext cx="290369" cy="4840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8" name="Straight Connector 403"/>
              <p:cNvCxnSpPr>
                <a:cxnSpLocks/>
              </p:cNvCxnSpPr>
              <p:nvPr/>
            </p:nvCxnSpPr>
            <p:spPr>
              <a:xfrm>
                <a:off x="5270094" y="2354086"/>
                <a:ext cx="295681" cy="0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59" name="Straight Connector 404"/>
              <p:cNvCxnSpPr>
                <a:cxnSpLocks/>
              </p:cNvCxnSpPr>
              <p:nvPr/>
            </p:nvCxnSpPr>
            <p:spPr>
              <a:xfrm flipV="1">
                <a:off x="5950242" y="1866900"/>
                <a:ext cx="0" cy="465273"/>
              </a:xfrm>
              <a:prstGeom prst="line"/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5860" name="Straight Connector 405"/>
              <p:cNvCxnSpPr>
                <a:cxnSpLocks/>
              </p:cNvCxnSpPr>
              <p:nvPr/>
            </p:nvCxnSpPr>
            <p:spPr>
              <a:xfrm>
                <a:off x="5628589" y="1936750"/>
                <a:ext cx="0" cy="476854"/>
              </a:xfrm>
              <a:prstGeom prst="line"/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975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57000">
                  <a:schemeClr val="accent5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975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1049754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/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9755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/>
            <a:noFill/>
          </p:spPr>
          <p:txBody>
            <a:bodyPr rtlCol="0" wrap="squar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1049756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05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05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1049757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baseline="0" b="0" cap="none" dirty="0" sz="1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59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3145861" name="Straight Connector 829"/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2" name="Straight Connector 826"/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3" name="Straight Connector 824"/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4" name="Straight Connector 822"/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5" name="Straight Connector 818"/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6" name="Straight Connector 817"/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7" name="Straight Connector 815"/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8" name="Straight Connector 812"/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69" name="Straight Connector 810"/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70" name="Straight Connector 807"/>
            <p:cNvCxnSpPr>
              <a:cxnSpLocks/>
            </p:cNvCxnSpPr>
            <p:nvPr/>
          </p:nvCxnSpPr>
          <p:spPr>
            <a:xfrm>
              <a:off x="10137668" y="2754692"/>
              <a:ext cx="488174" cy="839333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71" name="Straight Connector 562"/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0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461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104975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59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0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1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2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3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4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5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6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7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8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6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70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71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45872" name="Straight Connector 563"/>
                <p:cNvCxnSpPr>
                  <a:cxnSpLocks/>
                </p:cNvCxnSpPr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3" name="Straight Connector 564"/>
                <p:cNvCxnSpPr>
                  <a:cxnSpLocks/>
                </p:cNvCxnSpPr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4" name="Straight Connector 565"/>
                <p:cNvCxnSpPr>
                  <a:cxnSpLocks/>
                </p:cNvCxnSpPr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5" name="Straight Connector 566"/>
                <p:cNvCxnSpPr>
                  <a:cxnSpLocks/>
                </p:cNvCxnSpPr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6" name="Straight Connector 567"/>
                <p:cNvCxnSpPr>
                  <a:cxnSpLocks/>
                </p:cNvCxnSpPr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7" name="Straight Connector 568"/>
                <p:cNvCxnSpPr>
                  <a:cxnSpLocks/>
                </p:cNvCxnSpPr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8" name="Straight Connector 569"/>
                <p:cNvCxnSpPr>
                  <a:cxnSpLocks/>
                </p:cNvCxnSpPr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5879" name="Straight Connector 573"/>
                <p:cNvCxnSpPr>
                  <a:cxnSpLocks/>
                </p:cNvCxnSpPr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9772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73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308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 cstate="print"/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309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310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49774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/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462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1049775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63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1049776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77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78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79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0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1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2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3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4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5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6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7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8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89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90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097311" name="Picture 777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/>
            <a:noFill/>
            <a:ln>
              <a:noFill/>
            </a:ln>
          </p:spPr>
        </p:pic>
        <p:pic>
          <p:nvPicPr>
            <p:cNvPr id="2097312" name="Picture 780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/>
            <a:noFill/>
            <a:ln>
              <a:noFill/>
            </a:ln>
          </p:spPr>
        </p:pic>
        <p:grpSp>
          <p:nvGrpSpPr>
            <p:cNvPr id="464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1049791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792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5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793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94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95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796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6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1049797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798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7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9799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00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01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02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8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1049803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04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9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05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06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07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08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1049809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/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9810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71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049811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12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13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14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1049815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16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3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17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18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19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20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1049821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22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5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23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24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25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26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6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1049827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28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2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3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3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3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8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1049833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34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9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35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36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37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38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80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1049839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40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1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4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4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4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4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82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1049845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46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3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4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4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4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5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84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1049851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52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5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53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54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55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56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86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1049857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58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59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60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61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62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88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1049863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64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9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65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66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67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68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90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104986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7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71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72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73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74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92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1049875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76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3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77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78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79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80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94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1049881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82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5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83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84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85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86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96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1049887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88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7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89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90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91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92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98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1049893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9894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9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49895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96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97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898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049899" name="Rectangle 8"/>
          <p:cNvSpPr/>
          <p:nvPr/>
        </p:nvSpPr>
        <p:spPr>
          <a:xfrm>
            <a:off x="6718300" y="1488461"/>
            <a:ext cx="5359400" cy="4954628"/>
          </a:xfrm>
          <a:prstGeom prst="rect"/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0" name="Group 796"/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501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502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2097313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5" cstate="print"/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14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6"/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503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2097315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7" cstate="print"/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16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8"/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9900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317" name="Picture 1020" descr="screen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9" cstate="print"/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9901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02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03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04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05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06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04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049907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08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09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10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11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12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49913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14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15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16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17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18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5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2097318" name="Picture 568" descr="light2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0"/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19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7" cstate="print"/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50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2097320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1"/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2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7" cstate="print"/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507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508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2097322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2"/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23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3" cstate="print"/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9919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324" name="Picture 1118" descr="screen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4"/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9920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21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22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23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24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25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09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049926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27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28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29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30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31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4993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3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3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3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3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3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0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2097325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/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49938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1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2097326" name="Picture 571" descr="fridge2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16" cstate="print"/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27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2"/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512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513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45880" name="Straight Connector 375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14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328" name="Picture 378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7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329" name="Picture 379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7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330" name="Picture 380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7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  <p:grpSp>
            <p:nvGrpSpPr>
              <p:cNvPr id="515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145881" name="Straight Connector 392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16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331" name="Picture 395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7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332" name="Picture 396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7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333" name="Picture 397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7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</p:grpSp>
        <p:grpSp>
          <p:nvGrpSpPr>
            <p:cNvPr id="517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518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1049939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40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/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41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42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43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19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49944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49945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9946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20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49947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49948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9949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50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21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49951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49952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9953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22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49954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49955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49956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/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57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58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59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/>
                <a:solidFill>
                  <a:srgbClr val="3333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60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961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62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63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64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65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966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/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523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52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33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8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67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2097335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9"/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/>
                  <a:noFill/>
                  <a:ln>
                    <a:noFill/>
                  </a:ln>
                </p:spPr>
              </p:pic>
              <p:pic>
                <p:nvPicPr>
                  <p:cNvPr id="2097336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20"/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6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2097337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21"/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69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70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71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72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73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74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049975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76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77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78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79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80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049981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82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83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84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85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86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33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8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87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8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339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8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8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9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2097340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8" cstate="print"/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0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2097341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9"/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/>
                  <a:noFill/>
                  <a:ln>
                    <a:noFill/>
                  </a:ln>
                </p:spPr>
              </p:pic>
              <p:pic>
                <p:nvPicPr>
                  <p:cNvPr id="2097342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20"/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90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2097343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21"/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/>
                  <a:noFill/>
                  <a:ln>
                    <a:noFill/>
                  </a:ln>
                </p:spPr>
              </p:pic>
              <p:sp>
                <p:nvSpPr>
                  <p:cNvPr id="104999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9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9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9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9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99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1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049997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98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999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000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001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002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</p:spPr>
                  <p:txBody>
                    <a:bodyPr/>
                    <a:p>
                      <a:pPr algn="l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050003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004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005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006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007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008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3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050009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010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/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11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012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013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33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50014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50015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50016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34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50017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50018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50019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20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/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3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5002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5002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50023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6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50024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050025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</p:spPr>
                <p:txBody>
                  <a:bodyPr anchor="ctr" wrap="none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indent="-285750" marL="7429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indent="-228600" marL="11430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indent="-228600" marL="16002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indent="-228600" marL="20574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eaLnBrk="0" fontAlgn="base" hangingPunct="0" indent="-228600" marL="25146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eaLnBrk="0" fontAlgn="base" hangingPunct="0" indent="-228600" marL="29718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eaLnBrk="0" fontAlgn="base" hangingPunct="0" indent="-228600" marL="34290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eaLnBrk="0" fontAlgn="base" hangingPunct="0" indent="-228600" marL="388620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050026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/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27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028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029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/>
                <a:solidFill>
                  <a:srgbClr val="3333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30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031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32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33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34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35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036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/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537" name="Group 7"/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1050037" name="Oval 613"/>
            <p:cNvSpPr/>
            <p:nvPr/>
          </p:nvSpPr>
          <p:spPr>
            <a:xfrm>
              <a:off x="7866885" y="3450880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038" name="Oval 630"/>
            <p:cNvSpPr/>
            <p:nvPr/>
          </p:nvSpPr>
          <p:spPr>
            <a:xfrm>
              <a:off x="7675465" y="3247424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039" name="Oval 631"/>
            <p:cNvSpPr/>
            <p:nvPr/>
          </p:nvSpPr>
          <p:spPr>
            <a:xfrm>
              <a:off x="7295123" y="3349484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8" name="Group 6"/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1050040" name="Oval 608"/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1" name="Oval 609"/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2" name="Oval 610"/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3" name="Oval 611"/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4" name="Oval 612"/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5" name="Oval 632"/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6" name="Oval 633"/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7" name="Oval 634"/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8" name="Oval 635"/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49" name="Oval 636"/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50" name="Oval 637"/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51" name="Oval 638"/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/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0052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p>
            <a:pPr indent="0" marL="0">
              <a:buSzPct val="75000"/>
              <a:buNone/>
            </a:pPr>
            <a:r>
              <a:rPr altLang="en-US" dirty="0" sz="3200" lang="en-US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indent="-225425" marL="350838">
              <a:buSzPct val="100000"/>
            </a:pPr>
            <a:r>
              <a:rPr altLang="en-US" dirty="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indent="-225425" marL="350838">
              <a:buSzPct val="100000"/>
            </a:pPr>
            <a:r>
              <a:rPr altLang="en-US" dirty="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indent="0" marL="174625">
              <a:buSzPct val="75000"/>
              <a:buNone/>
            </a:pPr>
            <a:endParaRPr altLang="en-US" dirty="0" lang="en-US"/>
          </a:p>
          <a:p>
            <a:endParaRPr dirty="0" lang="en-US"/>
          </a:p>
        </p:txBody>
      </p:sp>
      <p:sp>
        <p:nvSpPr>
          <p:cNvPr id="105005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20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49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3"/>
                                        <p:tgtEl>
                                          <p:spTgt spid="10500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6"/>
                                        <p:tgtEl>
                                          <p:spTgt spid="10500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9"/>
                                        <p:tgtEl>
                                          <p:spTgt spid="10500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899" grpId="0" animBg="1"/>
      <p:bldP spid="1050052" grpId="0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57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/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0058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p>
            <a:r>
              <a:rPr altLang="ja-JP" b="0" dirty="0" sz="5400" lang="en-US"/>
              <a:t>A closer look at Internet structure</a:t>
            </a:r>
            <a:endParaRPr b="0" dirty="0" sz="5400" lang="en-US"/>
          </a:p>
        </p:txBody>
      </p:sp>
      <p:sp>
        <p:nvSpPr>
          <p:cNvPr id="1050059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60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61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0062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63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050064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050065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050066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42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50067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068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882" name="Straight Connector 383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83" name="Straight Connector 384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84" name="Straight Connector 385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85" name="Straight Connector 386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86" name="Straight Connector 387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87" name="Straight Connector 388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3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5006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07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888" name="Straight Connector 400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89" name="Straight Connector 401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90" name="Straight Connector 402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91" name="Straight Connector 403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92" name="Straight Connector 404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893" name="Straight Connector 405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0071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72" name="TextBox 572"/>
          <p:cNvSpPr txBox="1"/>
          <p:nvPr/>
        </p:nvSpPr>
        <p:spPr>
          <a:xfrm>
            <a:off x="9427201" y="1851195"/>
            <a:ext cx="1725088" cy="28623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1050073" name="Rectangle 654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74" name="TextBox 652"/>
          <p:cNvSpPr txBox="1"/>
          <p:nvPr/>
        </p:nvSpPr>
        <p:spPr>
          <a:xfrm>
            <a:off x="8766162" y="3447919"/>
            <a:ext cx="1040639" cy="480131"/>
          </a:xfrm>
          <a:prstGeom prst="rect"/>
          <a:noFill/>
        </p:spPr>
        <p:txBody>
          <a:bodyPr rtlCol="0" wrap="squar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1050075" name="TextBox 656"/>
          <p:cNvSpPr txBox="1"/>
          <p:nvPr/>
        </p:nvSpPr>
        <p:spPr>
          <a:xfrm>
            <a:off x="10917767" y="4677937"/>
            <a:ext cx="813043" cy="38318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1050076" name="TextBox 657"/>
          <p:cNvSpPr txBox="1"/>
          <p:nvPr/>
        </p:nvSpPr>
        <p:spPr>
          <a:xfrm>
            <a:off x="10063018" y="4228248"/>
            <a:ext cx="843051" cy="6740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baseline="0" b="0" cap="none" dirty="0" sz="1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5894" name="Straight Connector 829"/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5" name="Straight Connector 826"/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6" name="Straight Connector 824"/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7" name="Straight Connector 822"/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8" name="Straight Connector 818"/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9" name="Straight Connector 817"/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0" name="Straight Connector 815"/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1" name="Straight Connector 812"/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2" name="Straight Connector 810"/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3" name="Straight Connector 807"/>
          <p:cNvCxnSpPr>
            <a:cxnSpLocks/>
          </p:cNvCxnSpPr>
          <p:nvPr/>
        </p:nvCxnSpPr>
        <p:spPr>
          <a:xfrm>
            <a:off x="10137668" y="2754692"/>
            <a:ext cx="488174" cy="839333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4" name="Straight Connector 562"/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05" name="Straight Connector 563"/>
          <p:cNvCxnSpPr>
            <a:cxnSpLocks/>
          </p:cNvCxnSpPr>
          <p:nvPr/>
        </p:nvCxnSpPr>
        <p:spPr>
          <a:xfrm flipH="1">
            <a:off x="10100635" y="2169432"/>
            <a:ext cx="761467" cy="577355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06" name="Straight Connector 564"/>
          <p:cNvCxnSpPr>
            <a:cxnSpLocks/>
          </p:cNvCxnSpPr>
          <p:nvPr/>
        </p:nvCxnSpPr>
        <p:spPr>
          <a:xfrm flipH="1">
            <a:off x="10100635" y="2268313"/>
            <a:ext cx="397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07" name="Straight Connector 565"/>
          <p:cNvCxnSpPr>
            <a:cxnSpLocks/>
          </p:cNvCxnSpPr>
          <p:nvPr/>
        </p:nvCxnSpPr>
        <p:spPr>
          <a:xfrm flipH="1">
            <a:off x="10672135" y="2200506"/>
            <a:ext cx="14936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08" name="Straight Connector 566"/>
          <p:cNvCxnSpPr>
            <a:cxnSpLocks/>
          </p:cNvCxnSpPr>
          <p:nvPr/>
        </p:nvCxnSpPr>
        <p:spPr>
          <a:xfrm flipH="1">
            <a:off x="10142166" y="2718967"/>
            <a:ext cx="574283" cy="27820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09" name="Straight Connector 567"/>
          <p:cNvCxnSpPr>
            <a:cxnSpLocks/>
          </p:cNvCxnSpPr>
          <p:nvPr/>
        </p:nvCxnSpPr>
        <p:spPr>
          <a:xfrm flipH="1">
            <a:off x="10069542" y="2169432"/>
            <a:ext cx="788589" cy="9888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10" name="Straight Connector 568"/>
          <p:cNvCxnSpPr>
            <a:cxnSpLocks/>
          </p:cNvCxnSpPr>
          <p:nvPr/>
        </p:nvCxnSpPr>
        <p:spPr>
          <a:xfrm flipH="1">
            <a:off x="10862103" y="2127325"/>
            <a:ext cx="279002" cy="421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11" name="Straight Connector 569"/>
          <p:cNvCxnSpPr>
            <a:cxnSpLocks/>
          </p:cNvCxnSpPr>
          <p:nvPr/>
        </p:nvCxnSpPr>
        <p:spPr>
          <a:xfrm flipH="1" flipV="1">
            <a:off x="10681994" y="2718967"/>
            <a:ext cx="353541" cy="67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12" name="Straight Connector 573"/>
          <p:cNvCxnSpPr>
            <a:cxnSpLocks/>
          </p:cNvCxnSpPr>
          <p:nvPr/>
        </p:nvCxnSpPr>
        <p:spPr>
          <a:xfrm flipH="1">
            <a:off x="8769223" y="2268313"/>
            <a:ext cx="1300319" cy="606622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0077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78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079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/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544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050080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081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5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082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83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84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85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050086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087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7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088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89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90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91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8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050092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093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094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95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96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097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0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050098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099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1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100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01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02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03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2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050104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105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3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106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07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08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09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1050110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111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5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112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13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14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15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6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1050116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117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118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19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20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21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8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1050122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123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124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25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26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27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0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1050128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129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61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130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31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32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133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097344" name="Picture 653" descr="iphone_stylized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 cstate="print"/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/>
          <a:noFill/>
          <a:ln>
            <a:noFill/>
          </a:ln>
        </p:spPr>
      </p:pic>
      <p:pic>
        <p:nvPicPr>
          <p:cNvPr id="2097345" name="Picture 1018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/>
          <a:noFill/>
          <a:ln>
            <a:noFill/>
          </a:ln>
        </p:spPr>
      </p:pic>
      <p:sp>
        <p:nvSpPr>
          <p:cNvPr id="1050134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46" name="Picture 1020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3" cstate="print"/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/>
          <a:noFill/>
          <a:ln>
            <a:noFill/>
          </a:ln>
        </p:spPr>
      </p:pic>
      <p:sp>
        <p:nvSpPr>
          <p:cNvPr id="1050135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36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37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38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39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40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62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050141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42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43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44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45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46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147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48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49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0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1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2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47" name="Picture 568" descr="light2.png"/>
          <p:cNvPicPr>
            <a:picLocks noChangeAspect="1"/>
          </p:cNvPicPr>
          <p:nvPr/>
        </p:nvPicPr>
        <p:blipFill>
          <a:blip xmlns:r="http://schemas.openxmlformats.org/officeDocument/2006/relationships" r:embed="rId4"/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/>
          <a:noFill/>
          <a:ln>
            <a:noFill/>
          </a:ln>
        </p:spPr>
      </p:pic>
      <p:pic>
        <p:nvPicPr>
          <p:cNvPr id="2097348" name="Picture 603" descr="car_icon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5"/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/>
          <a:noFill/>
          <a:ln>
            <a:noFill/>
          </a:ln>
        </p:spPr>
      </p:pic>
      <p:pic>
        <p:nvPicPr>
          <p:cNvPr id="2097349" name="Picture 111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6" cstate="print"/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/>
          <a:noFill/>
          <a:ln>
            <a:noFill/>
          </a:ln>
        </p:spPr>
      </p:pic>
      <p:sp>
        <p:nvSpPr>
          <p:cNvPr id="105015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50" name="Picture 111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7"/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/>
          <a:noFill/>
          <a:ln>
            <a:noFill/>
          </a:ln>
        </p:spPr>
      </p:pic>
      <p:sp>
        <p:nvSpPr>
          <p:cNvPr id="1050154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5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6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7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8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59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63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05016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6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6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6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6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6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166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67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68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69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70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171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51" name="Picture 1140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8"/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/>
          <a:noFill/>
          <a:ln>
            <a:noFill/>
          </a:ln>
        </p:spPr>
      </p:pic>
      <p:sp>
        <p:nvSpPr>
          <p:cNvPr id="1050172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52" name="Picture 571" descr="fridge2.png"/>
          <p:cNvPicPr>
            <a:picLocks noChangeAspect="1"/>
          </p:cNvPicPr>
          <p:nvPr/>
        </p:nvPicPr>
        <p:blipFill>
          <a:blip xmlns:r="http://schemas.openxmlformats.org/officeDocument/2006/relationships" r:embed="rId9" cstate="print"/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/>
          <a:noFill/>
          <a:ln>
            <a:noFill/>
          </a:ln>
        </p:spPr>
      </p:pic>
      <p:grpSp>
        <p:nvGrpSpPr>
          <p:cNvPr id="564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1050173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74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75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76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77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65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017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17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180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66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0181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182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183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84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6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0185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186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187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8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0188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189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19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9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9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9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9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19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9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9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9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19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0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569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2097353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201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354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/>
          <a:noFill/>
          <a:ln>
            <a:noFill/>
          </a:ln>
        </p:spPr>
      </p:pic>
      <p:sp>
        <p:nvSpPr>
          <p:cNvPr id="1050202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55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/>
          <a:noFill/>
          <a:ln>
            <a:noFill/>
          </a:ln>
        </p:spPr>
      </p:pic>
      <p:sp>
        <p:nvSpPr>
          <p:cNvPr id="1050203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04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05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06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07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08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70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050209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10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11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12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13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14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215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16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17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18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19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20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71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2097356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221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72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2097357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22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358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/>
          <a:noFill/>
          <a:ln>
            <a:noFill/>
          </a:ln>
        </p:spPr>
      </p:pic>
      <p:sp>
        <p:nvSpPr>
          <p:cNvPr id="1050223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59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/>
          <a:noFill/>
          <a:ln>
            <a:noFill/>
          </a:ln>
        </p:spPr>
      </p:pic>
      <p:sp>
        <p:nvSpPr>
          <p:cNvPr id="1050224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25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26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27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28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29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73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1050230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31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32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33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34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35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236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37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38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39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40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241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74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050242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43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44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45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46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5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0247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248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249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0250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251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252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53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7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0254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255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25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8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0257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258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259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0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61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62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3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264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5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6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7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8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269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579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2097360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270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271" name="Rectangle 8"/>
          <p:cNvSpPr/>
          <p:nvPr/>
        </p:nvSpPr>
        <p:spPr>
          <a:xfrm>
            <a:off x="6471025" y="1451551"/>
            <a:ext cx="5359400" cy="4954628"/>
          </a:xfrm>
          <a:prstGeom prst="rect"/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8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581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097361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50272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82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1050273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74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75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76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77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78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79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0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1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2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3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4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5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6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87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105028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28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84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290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291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292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293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097362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/>
              <a:noFill/>
              <a:ln>
                <a:noFill/>
              </a:ln>
            </p:spPr>
          </p:pic>
          <p:pic>
            <p:nvPicPr>
              <p:cNvPr id="2097363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364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365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585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097366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6"/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/>
              <a:noFill/>
              <a:ln>
                <a:noFill/>
              </a:ln>
            </p:spPr>
          </p:pic>
          <p:grpSp>
            <p:nvGrpSpPr>
              <p:cNvPr id="586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1050294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295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367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7" cstate="print"/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587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105029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29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58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298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299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00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01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368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69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589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590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1050302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303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91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304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05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06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07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145913" name="Straight Connector 392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93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370" name="Picture 395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371" name="Picture 396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372" name="Picture 397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</p:grpSp>
        <p:grpSp>
          <p:nvGrpSpPr>
            <p:cNvPr id="594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1050308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309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310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95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1050311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2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3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4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5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6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7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8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319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373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0"/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74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596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320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321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597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322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23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24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25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98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0326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27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99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0328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29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30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31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00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332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333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601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334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35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36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37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02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0338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39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603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0340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41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42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43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04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34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34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605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346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47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48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349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375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37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606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607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45914" name="Straight Connector 375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0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377" name="Picture 378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378" name="Picture 379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379" name="Picture 380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  <p:grpSp>
            <p:nvGrpSpPr>
              <p:cNvPr id="609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1050350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351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1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352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53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54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355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611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1050356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57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58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59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0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1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2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3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4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5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6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7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8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69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70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371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p>
            <a:pPr indent="0" marL="0">
              <a:buSzPct val="75000"/>
              <a:buNone/>
            </a:pPr>
            <a:r>
              <a:rPr altLang="en-US" dirty="0" sz="3200" lang="en-US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indent="-225425" marL="350838">
              <a:buSzPct val="100000"/>
            </a:pPr>
            <a:r>
              <a:rPr altLang="en-US" dirty="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indent="-225425" marL="350838">
              <a:buSzPct val="100000"/>
            </a:pPr>
            <a:r>
              <a:rPr altLang="en-US" dirty="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indent="0" marL="11113">
              <a:spcBef>
                <a:spcPts val="2200"/>
              </a:spcBef>
              <a:buSzPct val="75000"/>
              <a:buNone/>
            </a:pPr>
            <a:r>
              <a:rPr altLang="en-US" dirty="0" sz="3200" lang="en-US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indent="-176213" marL="290513">
              <a:buSzPct val="100000"/>
            </a:pPr>
            <a:r>
              <a:rPr altLang="en-US" dirty="0" lang="en-US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altLang="en-US" dirty="0" lang="en-US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indent="0" marL="174625">
              <a:buSzPct val="75000"/>
              <a:buNone/>
            </a:pPr>
            <a:endParaRPr altLang="en-US" dirty="0" lang="en-US"/>
          </a:p>
          <a:p>
            <a:endParaRPr dirty="0" lang="en-US"/>
          </a:p>
        </p:txBody>
      </p:sp>
      <p:sp>
        <p:nvSpPr>
          <p:cNvPr id="1050372" name="Rectangle 34"/>
          <p:cNvSpPr/>
          <p:nvPr/>
        </p:nvSpPr>
        <p:spPr>
          <a:xfrm>
            <a:off x="683172" y="1681655"/>
            <a:ext cx="5787853" cy="1703362"/>
          </a:xfrm>
          <a:prstGeom prst="rect"/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7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21</a:t>
            </a:fld>
            <a:endParaRPr dirty="0" lang="en-US"/>
          </a:p>
        </p:txBody>
      </p:sp>
    </p:spTree>
  </p:cSld>
  <p:clrMapOvr>
    <a:masterClrMapping/>
  </p:clrMapOvr>
  <p:timing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77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/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0378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p>
            <a:r>
              <a:rPr altLang="ja-JP" b="0" dirty="0" sz="6000" lang="en-US"/>
              <a:t>A closer look at Internet structure</a:t>
            </a:r>
            <a:endParaRPr b="0" dirty="0" sz="6000" lang="en-US"/>
          </a:p>
        </p:txBody>
      </p:sp>
      <p:sp>
        <p:nvSpPr>
          <p:cNvPr id="1050379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p>
            <a:pPr indent="0" marL="0">
              <a:buSzPct val="75000"/>
              <a:buNone/>
            </a:pPr>
            <a:r>
              <a:rPr altLang="en-US" dirty="0" sz="3200" lang="en-US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indent="-225425" marL="350838">
              <a:buSzPct val="100000"/>
            </a:pPr>
            <a:r>
              <a:rPr altLang="en-US" dirty="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indent="-225425" marL="350838">
              <a:buSzPct val="100000"/>
            </a:pPr>
            <a:r>
              <a:rPr altLang="en-US" dirty="0" 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indent="0" marL="11113">
              <a:spcBef>
                <a:spcPts val="2200"/>
              </a:spcBef>
              <a:buSzPct val="75000"/>
              <a:buNone/>
            </a:pPr>
            <a:r>
              <a:rPr altLang="en-US" dirty="0" sz="3200" lang="en-US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indent="-176213" marL="290513">
              <a:buSzPct val="100000"/>
            </a:pPr>
            <a:r>
              <a:rPr altLang="en-US" dirty="0" lang="en-US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altLang="en-US" dirty="0" lang="en-US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indent="0" marL="9525">
              <a:spcBef>
                <a:spcPts val="2200"/>
              </a:spcBef>
              <a:buSzPct val="75000"/>
              <a:buNone/>
            </a:pPr>
            <a:r>
              <a:rPr altLang="en-US" dirty="0" sz="3200" lang="en-US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indent="-207963" lvl="1" marL="34290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altLang="en-US" dirty="0" sz="2800" lang="en-US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indent="-207963" lvl="1" marL="34290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altLang="en-US" dirty="0" sz="2800" lang="en-US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indent="0" marL="174625">
              <a:buSzPct val="75000"/>
              <a:buNone/>
            </a:pPr>
            <a:endParaRPr altLang="en-US" dirty="0" lang="en-US"/>
          </a:p>
          <a:p>
            <a:endParaRPr dirty="0" lang="en-US"/>
          </a:p>
        </p:txBody>
      </p:sp>
      <p:sp>
        <p:nvSpPr>
          <p:cNvPr id="1050380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81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82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0383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84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050385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050386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050387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5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50388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89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915" name="Straight Connector 383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16" name="Straight Connector 384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17" name="Straight Connector 385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18" name="Straight Connector 386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19" name="Straight Connector 387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20" name="Straight Connector 388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6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50390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391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921" name="Straight Connector 400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22" name="Straight Connector 401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23" name="Straight Connector 402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24" name="Straight Connector 403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25" name="Straight Connector 404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26" name="Straight Connector 405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039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93" name="TextBox 572"/>
          <p:cNvSpPr txBox="1"/>
          <p:nvPr/>
        </p:nvSpPr>
        <p:spPr>
          <a:xfrm>
            <a:off x="9427201" y="1851195"/>
            <a:ext cx="1725088" cy="28623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1050394" name="Rectangle 654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95" name="TextBox 652"/>
          <p:cNvSpPr txBox="1"/>
          <p:nvPr/>
        </p:nvSpPr>
        <p:spPr>
          <a:xfrm>
            <a:off x="8766162" y="3447919"/>
            <a:ext cx="1040639" cy="480131"/>
          </a:xfrm>
          <a:prstGeom prst="rect"/>
          <a:noFill/>
        </p:spPr>
        <p:txBody>
          <a:bodyPr rtlCol="0" wrap="squar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1050396" name="TextBox 656"/>
          <p:cNvSpPr txBox="1"/>
          <p:nvPr/>
        </p:nvSpPr>
        <p:spPr>
          <a:xfrm>
            <a:off x="10917767" y="4677937"/>
            <a:ext cx="813043" cy="38318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1050397" name="TextBox 657"/>
          <p:cNvSpPr txBox="1"/>
          <p:nvPr/>
        </p:nvSpPr>
        <p:spPr>
          <a:xfrm>
            <a:off x="10063018" y="4228248"/>
            <a:ext cx="843051" cy="6740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baseline="0" b="0" cap="none" dirty="0" sz="1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5927" name="Straight Connector 829"/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28" name="Straight Connector 826"/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29" name="Straight Connector 824"/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0" name="Straight Connector 822"/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1" name="Straight Connector 818"/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2" name="Straight Connector 817"/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3" name="Straight Connector 815"/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4" name="Straight Connector 812"/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5" name="Straight Connector 810"/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6" name="Straight Connector 807"/>
          <p:cNvCxnSpPr>
            <a:cxnSpLocks/>
          </p:cNvCxnSpPr>
          <p:nvPr/>
        </p:nvCxnSpPr>
        <p:spPr>
          <a:xfrm>
            <a:off x="10137668" y="2754692"/>
            <a:ext cx="488174" cy="839333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7" name="Straight Connector 562"/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38" name="Straight Connector 563"/>
          <p:cNvCxnSpPr>
            <a:cxnSpLocks/>
          </p:cNvCxnSpPr>
          <p:nvPr/>
        </p:nvCxnSpPr>
        <p:spPr>
          <a:xfrm flipH="1">
            <a:off x="10100635" y="2169432"/>
            <a:ext cx="761467" cy="577355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39" name="Straight Connector 564"/>
          <p:cNvCxnSpPr>
            <a:cxnSpLocks/>
          </p:cNvCxnSpPr>
          <p:nvPr/>
        </p:nvCxnSpPr>
        <p:spPr>
          <a:xfrm flipH="1">
            <a:off x="10100635" y="2268313"/>
            <a:ext cx="397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40" name="Straight Connector 565"/>
          <p:cNvCxnSpPr>
            <a:cxnSpLocks/>
          </p:cNvCxnSpPr>
          <p:nvPr/>
        </p:nvCxnSpPr>
        <p:spPr>
          <a:xfrm flipH="1">
            <a:off x="10672135" y="2200506"/>
            <a:ext cx="14936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41" name="Straight Connector 566"/>
          <p:cNvCxnSpPr>
            <a:cxnSpLocks/>
          </p:cNvCxnSpPr>
          <p:nvPr/>
        </p:nvCxnSpPr>
        <p:spPr>
          <a:xfrm flipH="1">
            <a:off x="10142166" y="2718967"/>
            <a:ext cx="574283" cy="27820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42" name="Straight Connector 567"/>
          <p:cNvCxnSpPr>
            <a:cxnSpLocks/>
          </p:cNvCxnSpPr>
          <p:nvPr/>
        </p:nvCxnSpPr>
        <p:spPr>
          <a:xfrm flipH="1">
            <a:off x="10069542" y="2169432"/>
            <a:ext cx="788589" cy="9888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43" name="Straight Connector 568"/>
          <p:cNvCxnSpPr>
            <a:cxnSpLocks/>
          </p:cNvCxnSpPr>
          <p:nvPr/>
        </p:nvCxnSpPr>
        <p:spPr>
          <a:xfrm flipH="1">
            <a:off x="10862103" y="2127325"/>
            <a:ext cx="279002" cy="421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44" name="Straight Connector 569"/>
          <p:cNvCxnSpPr>
            <a:cxnSpLocks/>
          </p:cNvCxnSpPr>
          <p:nvPr/>
        </p:nvCxnSpPr>
        <p:spPr>
          <a:xfrm flipH="1" flipV="1">
            <a:off x="10681994" y="2718967"/>
            <a:ext cx="353541" cy="67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45" name="Straight Connector 573"/>
          <p:cNvCxnSpPr>
            <a:cxnSpLocks/>
          </p:cNvCxnSpPr>
          <p:nvPr/>
        </p:nvCxnSpPr>
        <p:spPr>
          <a:xfrm flipH="1">
            <a:off x="8769223" y="2268313"/>
            <a:ext cx="1300319" cy="606622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0398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39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00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/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7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050401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02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03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04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05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06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9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050407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08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09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10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11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12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050413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14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2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15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16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17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18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050419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20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21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22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23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24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5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05042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2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27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28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29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30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7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1050431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32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33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34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35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36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1050437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38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0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39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40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41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42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1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1050443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44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45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46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47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48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1050449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450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4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451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52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53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454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097380" name="Picture 653" descr="iphone_stylized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 cstate="print"/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/>
          <a:noFill/>
          <a:ln>
            <a:noFill/>
          </a:ln>
        </p:spPr>
      </p:pic>
      <p:pic>
        <p:nvPicPr>
          <p:cNvPr id="2097381" name="Picture 1018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/>
          <a:noFill/>
          <a:ln>
            <a:noFill/>
          </a:ln>
        </p:spPr>
      </p:pic>
      <p:sp>
        <p:nvSpPr>
          <p:cNvPr id="105045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82" name="Picture 1020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3" cstate="print"/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/>
          <a:noFill/>
          <a:ln>
            <a:noFill/>
          </a:ln>
        </p:spPr>
      </p:pic>
      <p:sp>
        <p:nvSpPr>
          <p:cNvPr id="1050456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57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58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59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60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61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35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050462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63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64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65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66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67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468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69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0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1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2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3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83" name="Picture 568" descr="light2.png"/>
          <p:cNvPicPr>
            <a:picLocks noChangeAspect="1"/>
          </p:cNvPicPr>
          <p:nvPr/>
        </p:nvPicPr>
        <p:blipFill>
          <a:blip xmlns:r="http://schemas.openxmlformats.org/officeDocument/2006/relationships" r:embed="rId4"/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/>
          <a:noFill/>
          <a:ln>
            <a:noFill/>
          </a:ln>
        </p:spPr>
      </p:pic>
      <p:pic>
        <p:nvPicPr>
          <p:cNvPr id="2097384" name="Picture 603" descr="car_icon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5"/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/>
          <a:noFill/>
          <a:ln>
            <a:noFill/>
          </a:ln>
        </p:spPr>
      </p:pic>
      <p:pic>
        <p:nvPicPr>
          <p:cNvPr id="2097385" name="Picture 111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6" cstate="print"/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/>
          <a:noFill/>
          <a:ln>
            <a:noFill/>
          </a:ln>
        </p:spPr>
      </p:pic>
      <p:sp>
        <p:nvSpPr>
          <p:cNvPr id="1050474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86" name="Picture 111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7"/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/>
          <a:noFill/>
          <a:ln>
            <a:noFill/>
          </a:ln>
        </p:spPr>
      </p:pic>
      <p:sp>
        <p:nvSpPr>
          <p:cNvPr id="105047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7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8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36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050481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82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83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84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85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86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487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88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89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90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91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492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87" name="Picture 1140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8"/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/>
          <a:noFill/>
          <a:ln>
            <a:noFill/>
          </a:ln>
        </p:spPr>
      </p:pic>
      <p:sp>
        <p:nvSpPr>
          <p:cNvPr id="1050493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88" name="Picture 571" descr="fridge2.png"/>
          <p:cNvPicPr>
            <a:picLocks noChangeAspect="1"/>
          </p:cNvPicPr>
          <p:nvPr/>
        </p:nvPicPr>
        <p:blipFill>
          <a:blip xmlns:r="http://schemas.openxmlformats.org/officeDocument/2006/relationships" r:embed="rId9" cstate="print"/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/>
          <a:noFill/>
          <a:ln>
            <a:noFill/>
          </a:ln>
        </p:spPr>
      </p:pic>
      <p:grpSp>
        <p:nvGrpSpPr>
          <p:cNvPr id="637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1050494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95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496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97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498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38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0499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00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01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39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0502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03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04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05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40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0506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07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0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41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0509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10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1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1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1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1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1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1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1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1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1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2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2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42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2097389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52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390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/>
          <a:noFill/>
          <a:ln>
            <a:noFill/>
          </a:ln>
        </p:spPr>
      </p:pic>
      <p:sp>
        <p:nvSpPr>
          <p:cNvPr id="1050523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91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/>
          <a:noFill/>
          <a:ln>
            <a:noFill/>
          </a:ln>
        </p:spPr>
      </p:pic>
      <p:sp>
        <p:nvSpPr>
          <p:cNvPr id="1050524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25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26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27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28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29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3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050530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31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32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33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34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35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536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37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38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39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40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41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4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2097392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54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45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2097393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543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394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/>
          <a:noFill/>
          <a:ln>
            <a:noFill/>
          </a:ln>
        </p:spPr>
      </p:pic>
      <p:sp>
        <p:nvSpPr>
          <p:cNvPr id="1050544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395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/>
          <a:noFill/>
          <a:ln>
            <a:noFill/>
          </a:ln>
        </p:spPr>
      </p:pic>
      <p:sp>
        <p:nvSpPr>
          <p:cNvPr id="1050545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46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47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48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49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50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6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1050551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52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53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54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55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56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557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58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59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60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61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562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7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050563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64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65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66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67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48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0568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69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70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49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0571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72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7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7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50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0575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76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77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1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0578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579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580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81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82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83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84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585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86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87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88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89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590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52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2097396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591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53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654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097397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50592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55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1050593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594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595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596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597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598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599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0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1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2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3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4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5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6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07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6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10506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6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57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610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11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12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13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097398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/>
              <a:noFill/>
              <a:ln>
                <a:noFill/>
              </a:ln>
            </p:spPr>
          </p:pic>
          <p:pic>
            <p:nvPicPr>
              <p:cNvPr id="2097399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00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01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658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097402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6"/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/>
              <a:noFill/>
              <a:ln>
                <a:noFill/>
              </a:ln>
            </p:spPr>
          </p:pic>
          <p:grpSp>
            <p:nvGrpSpPr>
              <p:cNvPr id="659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1050614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15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403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7" cstate="print"/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660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10506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6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661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618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19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20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21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40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405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662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663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1050622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623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64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624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25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26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27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65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145946" name="Straight Connector 392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66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406" name="Picture 395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407" name="Picture 396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408" name="Picture 397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</p:grpSp>
        <p:grpSp>
          <p:nvGrpSpPr>
            <p:cNvPr id="667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1050628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629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630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8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1050631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2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3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4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5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6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7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8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639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409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0"/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410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669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640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641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670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642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43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44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45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71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0646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47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672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0648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49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50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51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73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652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653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674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654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55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56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57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75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0658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59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676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0660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61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62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63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677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6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6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678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666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67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68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669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411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412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679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680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45947" name="Straight Connector 375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81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413" name="Picture 378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414" name="Picture 379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415" name="Picture 380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  <p:grpSp>
            <p:nvGrpSpPr>
              <p:cNvPr id="682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1050670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671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83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672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73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74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675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684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1050676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677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678" name="Rectangle 495"/>
          <p:cNvSpPr/>
          <p:nvPr/>
        </p:nvSpPr>
        <p:spPr>
          <a:xfrm>
            <a:off x="807652" y="1884278"/>
            <a:ext cx="5787853" cy="2921876"/>
          </a:xfrm>
          <a:prstGeom prst="rect"/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679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68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22</a:t>
            </a:fld>
            <a:endParaRPr dirty="0" lang="en-US"/>
          </a:p>
        </p:txBody>
      </p:sp>
    </p:spTree>
  </p:cSld>
  <p:clrMapOvr>
    <a:masterClrMapping/>
  </p:clrMapOvr>
  <p:timing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84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/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0685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4800" lang="en-US">
                <a:ea typeface="ＭＳ Ｐゴシック" panose="020B0600070205080204" pitchFamily="34" charset="-128"/>
              </a:rPr>
              <a:t>Access networks and physical media</a:t>
            </a:r>
            <a:endParaRPr b="0" dirty="0" sz="4800" lang="en-US"/>
          </a:p>
        </p:txBody>
      </p:sp>
      <p:sp>
        <p:nvSpPr>
          <p:cNvPr id="1050686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687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688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0689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690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050691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050692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050693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88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50694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695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948" name="Straight Connector 383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49" name="Straight Connector 384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0" name="Straight Connector 385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1" name="Straight Connector 386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2" name="Straight Connector 387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3" name="Straight Connector 388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9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50696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697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954" name="Straight Connector 400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5" name="Straight Connector 401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6" name="Straight Connector 402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7" name="Straight Connector 403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8" name="Straight Connector 404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59" name="Straight Connector 405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0698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699" name="TextBox 572"/>
          <p:cNvSpPr txBox="1"/>
          <p:nvPr/>
        </p:nvSpPr>
        <p:spPr>
          <a:xfrm>
            <a:off x="9427201" y="1851195"/>
            <a:ext cx="1725088" cy="28623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1050700" name="Rectangle 654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01" name="TextBox 652"/>
          <p:cNvSpPr txBox="1"/>
          <p:nvPr/>
        </p:nvSpPr>
        <p:spPr>
          <a:xfrm>
            <a:off x="8766162" y="3447919"/>
            <a:ext cx="1040639" cy="480131"/>
          </a:xfrm>
          <a:prstGeom prst="rect"/>
          <a:noFill/>
        </p:spPr>
        <p:txBody>
          <a:bodyPr rtlCol="0" wrap="squar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1050702" name="TextBox 656"/>
          <p:cNvSpPr txBox="1"/>
          <p:nvPr/>
        </p:nvSpPr>
        <p:spPr>
          <a:xfrm>
            <a:off x="10917767" y="4677937"/>
            <a:ext cx="813043" cy="38318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1050703" name="TextBox 657"/>
          <p:cNvSpPr txBox="1"/>
          <p:nvPr/>
        </p:nvSpPr>
        <p:spPr>
          <a:xfrm>
            <a:off x="10063018" y="4228248"/>
            <a:ext cx="843051" cy="6740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baseline="0" b="0" cap="none" dirty="0" sz="1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5960" name="Straight Connector 829"/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1" name="Straight Connector 826"/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2" name="Straight Connector 824"/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3" name="Straight Connector 822"/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4" name="Straight Connector 818"/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5" name="Straight Connector 817"/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6" name="Straight Connector 815"/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7" name="Straight Connector 812"/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8" name="Straight Connector 810"/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9" name="Straight Connector 807"/>
          <p:cNvCxnSpPr>
            <a:cxnSpLocks/>
          </p:cNvCxnSpPr>
          <p:nvPr/>
        </p:nvCxnSpPr>
        <p:spPr>
          <a:xfrm>
            <a:off x="10137668" y="2754692"/>
            <a:ext cx="488174" cy="839333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70" name="Straight Connector 562"/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1" name="Straight Connector 563"/>
          <p:cNvCxnSpPr>
            <a:cxnSpLocks/>
          </p:cNvCxnSpPr>
          <p:nvPr/>
        </p:nvCxnSpPr>
        <p:spPr>
          <a:xfrm flipH="1">
            <a:off x="10100635" y="2169432"/>
            <a:ext cx="761467" cy="577355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2" name="Straight Connector 564"/>
          <p:cNvCxnSpPr>
            <a:cxnSpLocks/>
          </p:cNvCxnSpPr>
          <p:nvPr/>
        </p:nvCxnSpPr>
        <p:spPr>
          <a:xfrm flipH="1">
            <a:off x="10100635" y="2268313"/>
            <a:ext cx="397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3" name="Straight Connector 565"/>
          <p:cNvCxnSpPr>
            <a:cxnSpLocks/>
          </p:cNvCxnSpPr>
          <p:nvPr/>
        </p:nvCxnSpPr>
        <p:spPr>
          <a:xfrm flipH="1">
            <a:off x="10672135" y="2200506"/>
            <a:ext cx="14936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4" name="Straight Connector 566"/>
          <p:cNvCxnSpPr>
            <a:cxnSpLocks/>
          </p:cNvCxnSpPr>
          <p:nvPr/>
        </p:nvCxnSpPr>
        <p:spPr>
          <a:xfrm flipH="1">
            <a:off x="10142166" y="2718967"/>
            <a:ext cx="574283" cy="27820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5" name="Straight Connector 567"/>
          <p:cNvCxnSpPr>
            <a:cxnSpLocks/>
          </p:cNvCxnSpPr>
          <p:nvPr/>
        </p:nvCxnSpPr>
        <p:spPr>
          <a:xfrm flipH="1">
            <a:off x="10069542" y="2169432"/>
            <a:ext cx="788589" cy="9888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6" name="Straight Connector 568"/>
          <p:cNvCxnSpPr>
            <a:cxnSpLocks/>
          </p:cNvCxnSpPr>
          <p:nvPr/>
        </p:nvCxnSpPr>
        <p:spPr>
          <a:xfrm flipH="1">
            <a:off x="10862103" y="2127325"/>
            <a:ext cx="279002" cy="421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7" name="Straight Connector 569"/>
          <p:cNvCxnSpPr>
            <a:cxnSpLocks/>
          </p:cNvCxnSpPr>
          <p:nvPr/>
        </p:nvCxnSpPr>
        <p:spPr>
          <a:xfrm flipH="1" flipV="1">
            <a:off x="10681994" y="2718967"/>
            <a:ext cx="353541" cy="67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978" name="Straight Connector 573"/>
          <p:cNvCxnSpPr>
            <a:cxnSpLocks/>
          </p:cNvCxnSpPr>
          <p:nvPr/>
        </p:nvCxnSpPr>
        <p:spPr>
          <a:xfrm flipH="1">
            <a:off x="8769223" y="2268313"/>
            <a:ext cx="1300319" cy="606622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0704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05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06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/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90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050707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08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91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0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1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1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1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2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050713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14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93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15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16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17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18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4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050719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20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95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21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22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23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24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6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050725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26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97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27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28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29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30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98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050731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32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99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33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34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35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36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0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1050737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38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1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3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4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4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4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2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1050743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44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3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45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46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47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48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4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1050749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50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5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51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52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53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54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6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1050755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0756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7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075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5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5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76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097416" name="Picture 653" descr="iphone_stylized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 cstate="print"/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/>
          <a:noFill/>
          <a:ln>
            <a:noFill/>
          </a:ln>
        </p:spPr>
      </p:pic>
      <p:pic>
        <p:nvPicPr>
          <p:cNvPr id="2097417" name="Picture 1018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/>
          <a:noFill/>
          <a:ln>
            <a:noFill/>
          </a:ln>
        </p:spPr>
      </p:pic>
      <p:sp>
        <p:nvSpPr>
          <p:cNvPr id="1050761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18" name="Picture 1020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3" cstate="print"/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/>
          <a:noFill/>
          <a:ln>
            <a:noFill/>
          </a:ln>
        </p:spPr>
      </p:pic>
      <p:sp>
        <p:nvSpPr>
          <p:cNvPr id="1050762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63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64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65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66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67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08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050768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69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70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71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72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73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77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7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7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7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7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7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19" name="Picture 568" descr="light2.png"/>
          <p:cNvPicPr>
            <a:picLocks noChangeAspect="1"/>
          </p:cNvPicPr>
          <p:nvPr/>
        </p:nvPicPr>
        <p:blipFill>
          <a:blip xmlns:r="http://schemas.openxmlformats.org/officeDocument/2006/relationships" r:embed="rId4"/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/>
          <a:noFill/>
          <a:ln>
            <a:noFill/>
          </a:ln>
        </p:spPr>
      </p:pic>
      <p:pic>
        <p:nvPicPr>
          <p:cNvPr id="2097420" name="Picture 603" descr="car_icon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5"/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/>
          <a:noFill/>
          <a:ln>
            <a:noFill/>
          </a:ln>
        </p:spPr>
      </p:pic>
      <p:pic>
        <p:nvPicPr>
          <p:cNvPr id="2097421" name="Picture 111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6" cstate="print"/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/>
          <a:noFill/>
          <a:ln>
            <a:noFill/>
          </a:ln>
        </p:spPr>
      </p:pic>
      <p:sp>
        <p:nvSpPr>
          <p:cNvPr id="1050780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22" name="Picture 111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7"/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/>
          <a:noFill/>
          <a:ln>
            <a:noFill/>
          </a:ln>
        </p:spPr>
      </p:pic>
      <p:sp>
        <p:nvSpPr>
          <p:cNvPr id="1050781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82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83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84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85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86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09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050787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88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89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90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91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792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793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94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95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96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97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798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23" name="Picture 1140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8"/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/>
          <a:noFill/>
          <a:ln>
            <a:noFill/>
          </a:ln>
        </p:spPr>
      </p:pic>
      <p:sp>
        <p:nvSpPr>
          <p:cNvPr id="105079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24" name="Picture 571" descr="fridge2.png"/>
          <p:cNvPicPr>
            <a:picLocks noChangeAspect="1"/>
          </p:cNvPicPr>
          <p:nvPr/>
        </p:nvPicPr>
        <p:blipFill>
          <a:blip xmlns:r="http://schemas.openxmlformats.org/officeDocument/2006/relationships" r:embed="rId9" cstate="print"/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/>
          <a:noFill/>
          <a:ln>
            <a:noFill/>
          </a:ln>
        </p:spPr>
      </p:pic>
      <p:grpSp>
        <p:nvGrpSpPr>
          <p:cNvPr id="710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1050800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01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02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03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04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11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0805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06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07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12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0808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09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10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11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13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0812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13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14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4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0815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16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17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18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19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20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21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22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23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24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25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26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27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715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2097425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82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426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/>
          <a:noFill/>
          <a:ln>
            <a:noFill/>
          </a:ln>
        </p:spPr>
      </p:pic>
      <p:sp>
        <p:nvSpPr>
          <p:cNvPr id="1050829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27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/>
          <a:noFill/>
          <a:ln>
            <a:noFill/>
          </a:ln>
        </p:spPr>
      </p:pic>
      <p:sp>
        <p:nvSpPr>
          <p:cNvPr id="105083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3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3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3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3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3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1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050836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37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38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39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40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41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842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43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44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45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46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47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17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2097428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84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18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2097429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84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430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/>
          <a:noFill/>
          <a:ln>
            <a:noFill/>
          </a:ln>
        </p:spPr>
      </p:pic>
      <p:sp>
        <p:nvSpPr>
          <p:cNvPr id="1050850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31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/>
          <a:noFill/>
          <a:ln>
            <a:noFill/>
          </a:ln>
        </p:spPr>
      </p:pic>
      <p:sp>
        <p:nvSpPr>
          <p:cNvPr id="105085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5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5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5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5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5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19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1050857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58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59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60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61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62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863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64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65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66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67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0868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0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050869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70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71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72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73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21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0874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75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76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2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0877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78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79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80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723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088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8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83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24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0884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0885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0886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87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88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89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90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891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92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93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94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95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0896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725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2097432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0897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898" name="Rectangle 8"/>
          <p:cNvSpPr/>
          <p:nvPr/>
        </p:nvSpPr>
        <p:spPr>
          <a:xfrm>
            <a:off x="6471025" y="1451551"/>
            <a:ext cx="5359400" cy="4954628"/>
          </a:xfrm>
          <a:prstGeom prst="rect"/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727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097433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5089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28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1050900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1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2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3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4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5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6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7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8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09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10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11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12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13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14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9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1050915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916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917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18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19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20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097434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35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36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37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731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097438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6"/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/>
              <a:noFill/>
              <a:ln>
                <a:noFill/>
              </a:ln>
            </p:spPr>
          </p:pic>
          <p:grpSp>
            <p:nvGrpSpPr>
              <p:cNvPr id="732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1050921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22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439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7" cstate="print"/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733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1050923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924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34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925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26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27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28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440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44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735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736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1050929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930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7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931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32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33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34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8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145979" name="Straight Connector 392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39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442" name="Picture 395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443" name="Picture 396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444" name="Picture 397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</p:grpSp>
        <p:grpSp>
          <p:nvGrpSpPr>
            <p:cNvPr id="74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1050935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936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9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41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1050938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39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0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1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2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3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4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5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946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445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0"/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446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742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947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948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43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949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50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51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52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4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0953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54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45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0955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56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57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58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6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959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960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47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961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62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63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64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8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0965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66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49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0967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68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69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70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50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0971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0972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751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0973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74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75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0976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44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448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752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753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45980" name="Straight Connector 375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54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449" name="Picture 378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450" name="Picture 379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451" name="Picture 380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  <p:grpSp>
            <p:nvGrpSpPr>
              <p:cNvPr id="755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1050977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0978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6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0979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80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81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0982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5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1050983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84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85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86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87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88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89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0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1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2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3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4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5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6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0997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0998" name="Content Placeholder 2"/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p>
            <a:pPr>
              <a:spcBef>
                <a:spcPts val="600"/>
              </a:spcBef>
              <a:buNone/>
            </a:pPr>
            <a:r>
              <a:rPr altLang="en-US" dirty="0" sz="3200" i="1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altLang="en-US" dirty="0" sz="2400" lang="en-US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altLang="en-US" dirty="0" sz="2400" lang="en-US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altLang="en-US" dirty="0" sz="2400" lang="en-US">
                <a:ea typeface="ＭＳ Ｐゴシック" panose="020B0600070205080204" pitchFamily="34" charset="-128"/>
              </a:rPr>
              <a:t>mobile access networks (WiFi, 4G/5G)</a:t>
            </a:r>
            <a:endParaRPr altLang="en-US" dirty="0" sz="2400" lang="en-US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indent="0" marL="174625">
              <a:buSzPct val="75000"/>
              <a:buNone/>
            </a:pPr>
            <a:endParaRPr altLang="en-US" dirty="0" lang="en-US"/>
          </a:p>
          <a:p>
            <a:endParaRPr dirty="0" lang="en-US"/>
          </a:p>
        </p:txBody>
      </p:sp>
      <p:sp>
        <p:nvSpPr>
          <p:cNvPr id="105099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23</a:t>
            </a:fld>
            <a:endParaRPr dirty="0" lang="en-US"/>
          </a:p>
        </p:txBody>
      </p:sp>
    </p:spTree>
  </p:cSld>
  <p:clrMapOvr>
    <a:masterClrMapping/>
  </p:clrMapOvr>
  <p:timing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03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4800" lang="en-US">
                <a:ea typeface="ＭＳ Ｐゴシック" panose="020B0600070205080204" pitchFamily="34" charset="-128"/>
              </a:rPr>
              <a:t>Access networks: cable-based access</a:t>
            </a:r>
            <a:endParaRPr b="0" dirty="0" sz="4800" lang="en-US"/>
          </a:p>
        </p:txBody>
      </p:sp>
      <p:sp>
        <p:nvSpPr>
          <p:cNvPr id="1051004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/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005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06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051007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761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1051008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/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009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010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011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012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013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014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015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/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016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17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52" name="Picture 96" descr="tv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/>
          <a:noFill/>
          <a:ln>
            <a:noFill/>
          </a:ln>
        </p:spPr>
      </p:pic>
      <p:grpSp>
        <p:nvGrpSpPr>
          <p:cNvPr id="762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1051018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63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019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2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64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021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22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23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24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25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26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5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027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28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029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54" name="Picture 115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765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1051030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6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031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3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67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033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34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35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36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37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38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55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039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40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041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56" name="Picture 134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768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105104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69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043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44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70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045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46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47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48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49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50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5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051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52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053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58" name="Picture 151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771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1051054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72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055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56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7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057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58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59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60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61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62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59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063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64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065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60" name="Picture 168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sp>
        <p:nvSpPr>
          <p:cNvPr id="1051066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74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105106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75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068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69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76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070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71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72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73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74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075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61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076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077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078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62" name="Picture 186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sp>
        <p:nvSpPr>
          <p:cNvPr id="1051079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1080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1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2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3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4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5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/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086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1051087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8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89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90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91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92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093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77" name="Group 37"/>
          <p:cNvGrpSpPr/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1051094" name="Line 38"/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095" name="Freeform 39"/>
            <p:cNvSpPr/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096" name="Freeform 40"/>
            <p:cNvSpPr/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097" name="Line 41"/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78" name="Group 42"/>
          <p:cNvGrpSpPr/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1051098" name="Text Box 43"/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1051099" name="Line 44"/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00" name="Line 45"/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01" name="Text Box 46"/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1051102" name="Line 47"/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03" name="Text Box 48"/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1051104" name="Text Box 49"/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1051105" name="Text Box 50"/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1051106" name="Text Box 51"/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1051107" name="Text Box 52"/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1051108" name="Text Box 53"/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1051109" name="Text Box 54"/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1051110" name="Text Box 55"/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1051111" name="Line 56"/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2" name="Line 57"/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3" name="Line 58"/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4" name="Line 59"/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5" name="Line 60"/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6" name="Line 61"/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7" name="Line 62"/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118" name="Text Box 63"/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051119" name="Text Box 64"/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1051120" name="Text Box 65"/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051121" name="Text Box 66"/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1051122" name="Text Box 67"/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1051123" name="Text Box 68"/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1051124" name="Text Box 69"/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1051125" name="Text Box 70"/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1051126" name="Text Box 71"/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1051127" name="Freeform 72"/>
            <p:cNvSpPr/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79" name="Group 73"/>
          <p:cNvGrpSpPr/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80" name="Group 74"/>
            <p:cNvGrpSpPr/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1051128" name="Rectangle 75"/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rot="10800000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29" name="Freeform 76"/>
              <p:cNvSpPr/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51130" name="Oval 77"/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/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rot="10800000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31" name="Line 78"/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/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132" name="Freeform 79"/>
            <p:cNvSpPr/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</p:spPr>
          <p:txBody>
            <a:bodyPr rot="10800000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133" name="Text Box 324"/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781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2097463" name="Picture 32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13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1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24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3">
                            <p:stCondLst>
                              <p:cond delay="500"/>
                            </p:stCondLst>
                            <p:childTnLst>
                              <p:par>
                                <p:cTn fill="hold" id="14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6"/>
                                        <p:tgtEl>
                                          <p:spTgt spid="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7">
                            <p:stCondLst>
                              <p:cond delay="1000"/>
                            </p:stCondLst>
                            <p:childTnLst>
                              <p:par>
                                <p:cTn fill="hold" grpId="0" id="18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0"/>
                                        <p:tgtEl>
                                          <p:spTgt spid="1051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13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39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4800" lang="en-US">
                <a:ea typeface="ＭＳ Ｐゴシック" panose="020B0600070205080204" pitchFamily="34" charset="-128"/>
              </a:rPr>
              <a:t>Access networks: cable-based access</a:t>
            </a:r>
            <a:endParaRPr b="0" dirty="0" sz="4800" lang="en-US"/>
          </a:p>
        </p:txBody>
      </p:sp>
      <p:sp>
        <p:nvSpPr>
          <p:cNvPr id="1051140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/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141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142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051143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785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105114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/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145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146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147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148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149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150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151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/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152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153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464" name="Picture 96" descr="tv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/>
          <a:noFill/>
          <a:ln>
            <a:noFill/>
          </a:ln>
        </p:spPr>
      </p:pic>
      <p:grpSp>
        <p:nvGrpSpPr>
          <p:cNvPr id="786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1051154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87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155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56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88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157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58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59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60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61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62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65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163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64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165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66" name="Picture 115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789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1051166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90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16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6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91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169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70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71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72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73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74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67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175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76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177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68" name="Picture 134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792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1051178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179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8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94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181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82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83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84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85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86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69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187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88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189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70" name="Picture 151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795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1051190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96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19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19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97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193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94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95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96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97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198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71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199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200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01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72" name="Picture 168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sp>
        <p:nvSpPr>
          <p:cNvPr id="1051202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8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1051203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99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1051204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/>
              <a:solidFill>
                <a:srgbClr val="DDDDDD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20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00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1051206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/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207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208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/>
                <a:solidFill>
                  <a:srgbClr val="33CC33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209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210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/>
                <a:solidFill>
                  <a:srgbClr val="FF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1211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473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/>
              <a:noFill/>
              <a:ln>
                <a:noFill/>
              </a:ln>
            </p:spPr>
          </p:pic>
          <p:sp>
            <p:nvSpPr>
              <p:cNvPr id="1051212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/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213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14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74" name="Picture 186" descr="tv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/>
              <a:noFill/>
              <a:ln>
                <a:noFill/>
              </a:ln>
            </p:spPr>
          </p:pic>
        </p:grpSp>
      </p:grpSp>
      <p:sp>
        <p:nvSpPr>
          <p:cNvPr id="1051215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1216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17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18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19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0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1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/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222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1051223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4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5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6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7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8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229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1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2097475" name="Picture 32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230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02" name="Group 5"/>
          <p:cNvGrpSpPr/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1051231" name="Text Box 6"/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1051232" name="Line 7"/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/>
            <a:noFill/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233" name="Rectangle 3"/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/>
          <a:noFill/>
          <a:ln>
            <a:noFill/>
          </a:ln>
        </p:spPr>
        <p:txBody>
          <a:bodyPr/>
          <a:p>
            <a:pPr algn="l" defTabSz="914400" eaLnBrk="1" fontAlgn="auto" hangingPunct="1" indent="-287338" latinLnBrk="0" lvl="0" marL="287338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algn="l" defTabSz="914400" eaLnBrk="1" fontAlgn="auto" hangingPunct="1" indent="-225425" latinLnBrk="0" lvl="1" marL="682625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algn="l" defTabSz="914400" eaLnBrk="1" fontAlgn="auto" hangingPunct="1" indent="-342900" latinLnBrk="0" lvl="0" marL="342900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algn="l" defTabSz="914400" eaLnBrk="1" fontAlgn="auto" hangingPunct="1" indent="-225425" latinLnBrk="0" lvl="1" marL="682625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algn="l" defTabSz="914400" eaLnBrk="1" fontAlgn="auto" hangingPunct="1" indent="-285750" latinLnBrk="0" lvl="1" marL="74295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803" name="Group 4"/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804" name="Group 175"/>
            <p:cNvGrpSpPr/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1051234" name="Line 176"/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/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35" name="Text Box 177"/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 defTabSz="914400" eaLnBrk="1" fontAlgn="auto" hangingPunct="1" indent="0" latinLnBrk="0" lvl="0" marL="0" marR="0" rtl="0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1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algn="r" defTabSz="914400" eaLnBrk="1" fontAlgn="auto" hangingPunct="1" indent="0" latinLnBrk="0" lvl="0" marL="0" marR="0" rtl="0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1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1051236" name="Text Box 126"/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1051237" name="Freeform 174"/>
            <p:cNvSpPr/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5" name="Group 3"/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1051238" name="Freeform 129"/>
              <p:cNvSpPr/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39" name="Line 130"/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0" name="Line 131"/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1" name="Line 132"/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2" name="Line 133"/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3" name="Line 134"/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4" name="Line 135"/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5" name="Line 172"/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/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246" name="Text Box 580"/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806" name="Group 301"/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1051247" name="Freeform 302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248" name="Oval 303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07" name="Group 304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249" name="Freeform 305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50" name="Freeform 306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51" name="Freeform 307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52" name="Freeform 308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808" name="Group 309"/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1051253" name="Freeform 31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254" name="Oval 31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09" name="Group 31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255" name="Freeform 31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56" name="Freeform 31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57" name="Freeform 31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58" name="Freeform 31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810" name="Group 317"/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1051259" name="Freeform 318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260" name="Oval 319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11" name="Group 320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261" name="Freeform 321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62" name="Freeform 322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63" name="Freeform 323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64" name="Freeform 324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812" name="Group 266"/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1051265" name="Freeform 27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266" name="Oval 27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813" name="Group 27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267" name="Freeform 27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68" name="Freeform 27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69" name="Freeform 28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270" name="Freeform 28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0512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25</a:t>
            </a:fld>
            <a:endParaRPr dirty="0" lang="en-US"/>
          </a:p>
        </p:txBody>
      </p:sp>
    </p:spTree>
  </p:cSld>
  <p:clrMapOvr>
    <a:masterClrMapping/>
  </p:clrMapOvr>
  <p:timing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" name="Group 156"/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051275" name="Freeform 129"/>
            <p:cNvSpPr/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76" name="Line 130"/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77" name="Line 131"/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78" name="Line 132"/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79" name="Line 133"/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80" name="Line 134"/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81" name="Line 135"/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82" name="Line 172"/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/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283" name="Text Box 580"/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818" name="Group 166"/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051284" name="Freeform 19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285" name="Oval 19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9" name="Group 19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286" name="Freeform 19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87" name="Freeform 19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88" name="Freeform 19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89" name="Freeform 19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0" name="Group 167"/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051290" name="Freeform 18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291" name="Oval 18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1" name="Group 18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292" name="Freeform 18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93" name="Freeform 18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94" name="Freeform 18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95" name="Freeform 19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2" name="Group 168"/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051296" name="Freeform 1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297" name="Oval 1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3" name="Group 1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298" name="Freeform 1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299" name="Freeform 1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300" name="Freeform 1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301" name="Freeform 1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4" name="Group 169"/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051302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303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5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30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30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30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30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051308" name="Title 1"/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p>
            <a:r>
              <a:rPr altLang="en-US" b="0" dirty="0" sz="4800" lang="en-US">
                <a:ea typeface="ＭＳ Ｐゴシック" panose="020B0600070205080204" pitchFamily="34" charset="-128"/>
              </a:rPr>
              <a:t>Access networks: digital subscriber line (DSL)</a:t>
            </a:r>
            <a:endParaRPr b="0" dirty="0" sz="4800" lang="en-US"/>
          </a:p>
        </p:txBody>
      </p:sp>
      <p:sp>
        <p:nvSpPr>
          <p:cNvPr id="1051309" name="Freeform 3"/>
          <p:cNvSpPr/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10" name="Oval 9"/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/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11" name="Oval 12"/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/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12" name="Line 15"/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13" name="Line 16"/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/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14" name="Rectangle 44"/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/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15" name="Text Box 45"/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51316" name="Line 14"/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17" name="Text Box 17"/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826" name="Group 108"/>
          <p:cNvGrpSpPr/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1318" name="Freeform 109"/>
            <p:cNvSpPr/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19" name="Freeform 110"/>
            <p:cNvSpPr/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20" name="Line 111"/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21" name="Line 112"/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22" name="Freeform 113"/>
            <p:cNvSpPr/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23" name="Freeform 114"/>
            <p:cNvSpPr/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324" name="Text Box 115"/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827" name="Group 118"/>
          <p:cNvGrpSpPr/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051325" name="Rectangle 116"/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/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326" name="AutoShape 117"/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1327" name="Freeform 119"/>
          <p:cNvSpPr/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28" name="Line 120"/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29" name="Freeform 123"/>
          <p:cNvSpPr/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28" name="Group 135"/>
          <p:cNvGrpSpPr/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051330" name="Text Box 124"/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051331" name="Line 125"/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/>
            <a:noFill/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332" name="Rectangle 52"/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 indent="-342900" marL="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0988" marL="7381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33363" marL="11477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342900" latinLnBrk="0" lvl="0" marL="342900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algn="l" defTabSz="914400" eaLnBrk="1" fontAlgn="auto" hangingPunct="1" indent="-219075" latinLnBrk="0" lvl="1" marL="738188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algn="l" defTabSz="914400" eaLnBrk="1" fontAlgn="auto" hangingPunct="1" indent="-233363" latinLnBrk="0" lvl="2" marL="1147763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algn="l" defTabSz="914400" eaLnBrk="1" fontAlgn="auto" hangingPunct="1" indent="-233363" latinLnBrk="0" lvl="2" marL="1147763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algn="l" defTabSz="914400" eaLnBrk="1" fontAlgn="auto" hangingPunct="1" indent="-219075" latinLnBrk="0" lvl="1" marL="738188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algn="l" defTabSz="914400" eaLnBrk="1" fontAlgn="auto" hangingPunct="1" indent="-219075" latinLnBrk="0" lvl="1" marL="738188" marR="0" rtl="0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051333" name="Rectangle 90"/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/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34" name="Line 7"/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35" name="Text Box 39"/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051336" name="Text Box 41"/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829" name="Group 94"/>
          <p:cNvGrpSpPr/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051337" name="Rectangle 9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/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338" name="Rectangle 9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339" name="Rectangle 9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340" name="Rectangle 9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341" name="Rectangle 9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342" name="AutoShape 10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343" name="AutoShape 102"/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44" name="Rectangle 103"/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/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45" name="Freeform 104"/>
          <p:cNvSpPr/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4194305" name="Object 3"/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1" spid="_x0000_s2071" imgH="6438900" imgW="9131300" progId="MS_ClipArt_Gallery.2">
                  <p:embed/>
                </p:oleObj>
              </mc:Choice>
              <mc:Fallback>
                <p:oleObj name="Clip" r:id="rId1" spid="" imgH="6438900" imgW="9131300" progId="MS_ClipArt_Gallery.2">
                  <p:embed/>
                  <p:pic>
                    <p:nvPicPr>
                      <p:cNvPr id="2097476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xmlns:r="http://schemas.openxmlformats.org/officeDocument/2006/relationships"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/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346" name="Line 130"/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47" name="AutoShape 131"/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30" name="Group 136"/>
          <p:cNvGrpSpPr/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051348" name="Line 132"/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/>
            <a:noFill/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49" name="Text Box 133"/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831" name="Group 141"/>
          <p:cNvGrpSpPr/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2097477" name="Picture 142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350" name="Freeform 14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3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26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13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13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55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Access networks: home networks</a:t>
            </a:r>
            <a:endParaRPr b="0" dirty="0" sz="5400" lang="en-US"/>
          </a:p>
        </p:txBody>
      </p:sp>
      <p:sp>
        <p:nvSpPr>
          <p:cNvPr id="1051356" name="AutoShape 99"/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357" name="Text Box 26"/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051358" name="Rectangle 87"/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/>
          <a:solidFill>
            <a:srgbClr val="DDDDDD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35" name="Group 105"/>
          <p:cNvGrpSpPr/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836" name="Group 91"/>
            <p:cNvGrpSpPr/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051359" name="Rectangle 92"/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/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360" name="Rectangle 93"/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361" name="Rectangle 94"/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362" name="Rectangle 95"/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363" name="Rectangle 96"/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364" name="AutoShape 97"/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365" name="Line 102"/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/>
            <a:noFill/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66" name="Line 104"/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/>
            <a:noFill/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367" name="Line 116"/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/>
          <a:noFill/>
          <a:ln w="25400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7" name="Group 119"/>
          <p:cNvGrpSpPr/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097479" name="Picture 120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/>
            <a:noFill/>
            <a:ln>
              <a:noFill/>
            </a:ln>
          </p:spPr>
        </p:pic>
        <p:pic>
          <p:nvPicPr>
            <p:cNvPr id="2097480" name="Picture 121" descr="antenna_radiation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/>
            <a:noFill/>
            <a:ln>
              <a:noFill/>
            </a:ln>
          </p:spPr>
        </p:pic>
      </p:grpSp>
      <p:sp>
        <p:nvSpPr>
          <p:cNvPr id="1051368" name="Line 122"/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/>
          <a:noFill/>
          <a:ln w="25400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8" name="Group 138"/>
          <p:cNvGrpSpPr/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1051369" name="Text Box 39"/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1051370" name="Line 129"/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/>
            <a:noFill/>
            <a:ln w="19050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39" name="Group 139"/>
          <p:cNvGrpSpPr/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1051371" name="Text Box 39"/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1051372" name="Line 133"/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/>
            <a:noFill/>
            <a:ln w="19050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0" name="Group 141"/>
          <p:cNvGrpSpPr/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1051373" name="Line 134"/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/>
            <a:noFill/>
            <a:ln w="19050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74" name="Text Box 39"/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841" name="Group 140"/>
          <p:cNvGrpSpPr/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1051375" name="Line 136"/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/>
            <a:noFill/>
            <a:ln w="19050">
              <a:solidFill>
                <a:srgbClr val="CC0000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76" name="Text Box 39"/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algn="r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1051377" name="Text Box 142"/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algn="ctr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842" name="Group 143"/>
          <p:cNvGrpSpPr/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097481" name="Picture 144" descr="iphone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/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/>
            <a:noFill/>
            <a:ln>
              <a:noFill/>
            </a:ln>
          </p:spPr>
        </p:pic>
        <p:pic>
          <p:nvPicPr>
            <p:cNvPr id="2097482" name="Picture 145" descr="antenna_radiation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/>
            <a:noFill/>
            <a:ln>
              <a:noFill/>
            </a:ln>
          </p:spPr>
        </p:pic>
      </p:grpSp>
      <p:sp>
        <p:nvSpPr>
          <p:cNvPr id="1051378" name="Line 146"/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/>
          <a:noFill/>
          <a:ln w="25400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379" name="Oval 147"/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/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43" name="Group 150"/>
          <p:cNvGrpSpPr/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1051380" name="Text Box 148"/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1051381" name="Line 149"/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4" name="Group 151"/>
          <p:cNvGrpSpPr/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097483" name="Picture 152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484" name="Picture 153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5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51382" name="Freeform 154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485" name="Picture 155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6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51383" name="Freeform 156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84" name="Freeform 157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85" name="Freeform 158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86" name="Freeform 159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87" name="Freeform 160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88" name="Freeform 161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45" name="Group 162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51389" name="Freeform 163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390" name="Freeform 164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391" name="Freeform 165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392" name="Freeform 166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393" name="Freeform 167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394" name="Freeform 168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395" name="Freeform 169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96" name="Freeform 170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97" name="Freeform 171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98" name="Freeform 172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399" name="Freeform 173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400" name="Freeform 174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6" name="Group 175"/>
          <p:cNvGrpSpPr/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097486" name="Picture 176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7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401" name="Freeform 17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7" name="Group 178"/>
          <p:cNvGrpSpPr/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097487" name="Picture 17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7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402" name="Freeform 18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8" name="Group 98"/>
          <p:cNvGrpSpPr/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097488" name="Picture 101" descr="fridge2.png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8"/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/>
            <a:noFill/>
            <a:ln>
              <a:noFill/>
            </a:ln>
          </p:spPr>
        </p:pic>
        <p:pic>
          <p:nvPicPr>
            <p:cNvPr id="2097489" name="Picture 1115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9"/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/>
            <a:noFill/>
            <a:ln>
              <a:noFill/>
            </a:ln>
          </p:spPr>
        </p:pic>
      </p:grpSp>
      <p:grpSp>
        <p:nvGrpSpPr>
          <p:cNvPr id="849" name="Group 280"/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1051403" name="Freeform 2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404" name="Oval 28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0" name="Group 2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405" name="Freeform 2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06" name="Freeform 2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07" name="Freeform 2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08" name="Freeform 2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140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27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1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3">
                      <p:stCondLst>
                        <p:cond delay="indefinite"/>
                      </p:stCondLst>
                      <p:childTnLst>
                        <p:par>
                          <p:cTn fill="hold" id="24">
                            <p:stCondLst>
                              <p:cond delay="0"/>
                            </p:stCondLst>
                            <p:childTnLst>
                              <p:par>
                                <p:cTn fill="hold" id="2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05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5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6">
                      <p:stCondLst>
                        <p:cond delay="indefinite"/>
                      </p:stCondLst>
                      <p:childTnLst>
                        <p:par>
                          <p:cTn fill="hold" id="3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0"/>
                                        <p:tgtEl>
                                          <p:spTgt spid="1051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357" grpId="0"/>
      <p:bldP spid="1051377" grpId="0"/>
      <p:bldP spid="105137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13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Wireless access networks</a:t>
            </a:r>
            <a:endParaRPr b="0" dirty="0" sz="5400" lang="en-US"/>
          </a:p>
        </p:txBody>
      </p:sp>
      <p:sp>
        <p:nvSpPr>
          <p:cNvPr id="1051414" name="Rectangle 3"/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algn="l" defTabSz="914400" eaLnBrk="1" fontAlgn="auto" hangingPunct="1" indent="-225425" latinLnBrk="0" lvl="0" marL="3397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854" name="Group 2"/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1051415" name="Rectangle 3"/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25425" marL="6826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algn="l" defTabSz="914400" eaLnBrk="1" fontAlgn="auto" hangingPunct="1" indent="-260350" latinLnBrk="0" lvl="1" marL="342900" marR="0" rtl="0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algn="l" defTabSz="914400" eaLnBrk="1" fontAlgn="auto" hangingPunct="1" indent="-260350" latinLnBrk="0" lvl="1" marL="342900" marR="0" rtl="0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855" name="Group 85"/>
            <p:cNvGrpSpPr/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1051416" name="Rectangle 86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/>
              <a:solidFill>
                <a:srgbClr val="9CDFF9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417" name="AutoShape 87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418" name="Line 110"/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419" name="Line 116"/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6" name="Group 246"/>
            <p:cNvGrpSpPr/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2097490" name="Picture 247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91" name="Picture 248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857" name="Group 390"/>
            <p:cNvGrpSpPr/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2097492" name="Picture 391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3"/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93" name="Picture 392" descr="laptop_keyboar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4"/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/>
              <a:noFill/>
              <a:ln>
                <a:noFill/>
              </a:ln>
            </p:spPr>
          </p:pic>
          <p:sp>
            <p:nvSpPr>
              <p:cNvPr id="1051420" name="Freeform 393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494" name="Picture 394" descr="screen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5"/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/>
              <a:noFill/>
              <a:ln>
                <a:noFill/>
              </a:ln>
            </p:spPr>
          </p:pic>
          <p:sp>
            <p:nvSpPr>
              <p:cNvPr id="1051421" name="Freeform 395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22" name="Freeform 396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23" name="Freeform 397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24" name="Freeform 398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25" name="Freeform 399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26" name="Freeform 400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58" name="Group 401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51427" name="Freeform 402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28" name="Freeform 403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29" name="Freeform 404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30" name="Freeform 405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31" name="Freeform 406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32" name="Freeform 407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1433" name="Freeform 408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34" name="Freeform 409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35" name="Freeform 410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36" name="Freeform 411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37" name="Freeform 412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38" name="Freeform 413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439" name="Text Box 446"/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859" name="Group 114"/>
            <p:cNvGrpSpPr/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2097495" name="Picture 117" descr="fridge2.png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6"/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96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7"/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860" name="Group 519"/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1051440" name="Freeform 52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441" name="Oval 52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61" name="Group 52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442" name="Freeform 52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43" name="Freeform 52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44" name="Freeform 52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45" name="Freeform 52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62" name="Group 1"/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1051446" name="Freeform 84"/>
            <p:cNvSpPr/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447" name="Line 93"/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497" name="Picture 133" descr="car_icon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8"/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/>
            <a:noFill/>
            <a:ln>
              <a:noFill/>
            </a:ln>
          </p:spPr>
        </p:pic>
        <p:grpSp>
          <p:nvGrpSpPr>
            <p:cNvPr id="863" name="Group 134"/>
            <p:cNvGrpSpPr/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2097498" name="Picture 135" descr="iphone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9"/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499" name="Picture 136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/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864" name="Group 252"/>
            <p:cNvGrpSpPr/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865" name="Group 253"/>
              <p:cNvGrpSpPr/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1051448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49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0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1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2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3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4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5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6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7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8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59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60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61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62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097500" name="Picture 26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1"/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/>
              <a:noFill/>
              <a:ln>
                <a:noFill/>
              </a:ln>
            </p:spPr>
          </p:pic>
          <p:sp>
            <p:nvSpPr>
              <p:cNvPr id="1051463" name="Oval 27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/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66" name="Group 342"/>
            <p:cNvGrpSpPr/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2097501" name="Picture 343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2"/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02" name="Picture 344" descr="laptop_keyboar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/>
              <a:noFill/>
              <a:ln>
                <a:noFill/>
              </a:ln>
            </p:spPr>
          </p:pic>
          <p:sp>
            <p:nvSpPr>
              <p:cNvPr id="1051464" name="Freeform 345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503" name="Picture 346" descr="screen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/>
              <a:noFill/>
              <a:ln>
                <a:noFill/>
              </a:ln>
            </p:spPr>
          </p:pic>
          <p:sp>
            <p:nvSpPr>
              <p:cNvPr id="1051465" name="Freeform 347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66" name="Freeform 348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67" name="Freeform 349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68" name="Freeform 350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69" name="Freeform 351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70" name="Freeform 352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67" name="Group 353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51471" name="Freeform 354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72" name="Freeform 355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73" name="Freeform 356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74" name="Freeform 357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75" name="Freeform 358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76" name="Freeform 359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1477" name="Freeform 360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78" name="Freeform 361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79" name="Freeform 362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80" name="Freeform 363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81" name="Freeform 364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482" name="Freeform 365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483" name="Line 444"/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484" name="Text Box 447"/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1051485" name="Rectangle 3"/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25425" marL="6826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algn="l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algn="l" defTabSz="914400" eaLnBrk="1" fontAlgn="auto" hangingPunct="1" indent="-249238" latinLnBrk="0" lvl="1" marL="4572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altLang="ja-JP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algn="l" defTabSz="914400" eaLnBrk="1" fontAlgn="auto" hangingPunct="1" indent="-249238" latinLnBrk="0" lvl="1" marL="4572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algn="l" defTabSz="914400" eaLnBrk="1" fontAlgn="auto" hangingPunct="1" indent="-249238" latinLnBrk="0" lvl="1" marL="4572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868" name="Group 527"/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1051486" name="Freeform 52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487" name="Oval 52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69" name="Group 53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488" name="Freeform 53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89" name="Freeform 53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90" name="Freeform 53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491" name="Freeform 53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05149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28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9"/>
                                        <p:tgtEl>
                                          <p:spTgt spid="8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96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Access networks: enterprise networks</a:t>
            </a:r>
            <a:endParaRPr b="0" dirty="0" sz="5400" lang="en-US"/>
          </a:p>
        </p:txBody>
      </p:sp>
      <p:sp>
        <p:nvSpPr>
          <p:cNvPr id="1051497" name="Content Placeholder 52"/>
          <p:cNvSpPr txBox="1"/>
          <p:nvPr/>
        </p:nvSpPr>
        <p:spPr>
          <a:xfrm>
            <a:off x="1016188" y="3974373"/>
            <a:ext cx="10847590" cy="2401072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algn="l" defTabSz="914400" eaLnBrk="1" fontAlgn="auto" hangingPunct="1" indent="-287338" latinLnBrk="0" lvl="1" marL="287338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algn="l" defTabSz="914400" eaLnBrk="1" fontAlgn="auto" hangingPunct="1" indent="-287338" latinLnBrk="0" lvl="2" marL="7350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algn="l" defTabSz="914400" eaLnBrk="1" fontAlgn="auto" hangingPunct="1" indent="-287338" latinLnBrk="0" lvl="2" marL="7350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498" name="Line 2"/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499" name="Line 3"/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00" name="Line 4"/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01" name="Line 59"/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02" name="Line 61"/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73" name="Group 62"/>
          <p:cNvGrpSpPr/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97504" name="Picture 63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/>
            <a:noFill/>
            <a:ln>
              <a:noFill/>
            </a:ln>
          </p:spPr>
        </p:pic>
        <p:pic>
          <p:nvPicPr>
            <p:cNvPr id="2097505" name="Picture 64" descr="antenna_radiation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/>
            <a:noFill/>
            <a:ln>
              <a:noFill/>
            </a:ln>
          </p:spPr>
        </p:pic>
      </p:grpSp>
      <p:grpSp>
        <p:nvGrpSpPr>
          <p:cNvPr id="874" name="Group 65"/>
          <p:cNvGrpSpPr/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97506" name="Picture 66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507" name="Picture 67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51503" name="Freeform 68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508" name="Picture 69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5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51504" name="Freeform 70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05" name="Freeform 71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06" name="Freeform 72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07" name="Freeform 73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08" name="Freeform 74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09" name="Freeform 75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5" name="Group 76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51510" name="Freeform 77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11" name="Freeform 78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12" name="Freeform 79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13" name="Freeform 80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14" name="Freeform 81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15" name="Freeform 82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516" name="Freeform 83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17" name="Freeform 84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18" name="Freeform 85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19" name="Freeform 86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0" name="Freeform 87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1" name="Freeform 88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6" name="Group 89"/>
          <p:cNvGrpSpPr/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097509" name="Picture 90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6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510" name="Picture 91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7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51522" name="Freeform 92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511" name="Picture 93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8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51523" name="Freeform 94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4" name="Freeform 95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5" name="Freeform 96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6" name="Freeform 97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7" name="Freeform 98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28" name="Freeform 99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7" name="Group 100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51529" name="Freeform 101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30" name="Freeform 102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31" name="Freeform 103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32" name="Freeform 104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33" name="Freeform 105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34" name="Freeform 106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535" name="Freeform 107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36" name="Freeform 108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37" name="Freeform 109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38" name="Freeform 110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39" name="Freeform 111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40" name="Freeform 112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8" name="Group 113"/>
          <p:cNvGrpSpPr/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097512" name="Picture 114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9"/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/>
            <a:noFill/>
            <a:ln>
              <a:noFill/>
            </a:ln>
          </p:spPr>
        </p:pic>
        <p:pic>
          <p:nvPicPr>
            <p:cNvPr id="2097513" name="Picture 115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/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/>
            <a:noFill/>
            <a:ln>
              <a:noFill/>
            </a:ln>
          </p:spPr>
        </p:pic>
        <p:sp>
          <p:nvSpPr>
            <p:cNvPr id="1051541" name="Freeform 116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514" name="Picture 117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1"/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/>
            <a:noFill/>
            <a:ln>
              <a:noFill/>
            </a:ln>
          </p:spPr>
        </p:pic>
        <p:sp>
          <p:nvSpPr>
            <p:cNvPr id="1051542" name="Freeform 118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43" name="Freeform 119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44" name="Freeform 120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45" name="Freeform 121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46" name="Freeform 122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47" name="Freeform 123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9" name="Group 124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051548" name="Freeform 125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49" name="Freeform 126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50" name="Freeform 127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51" name="Freeform 128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52" name="Freeform 129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553" name="Freeform 130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1554" name="Freeform 131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55" name="Freeform 132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56" name="Freeform 133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57" name="Freeform 134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58" name="Freeform 135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59" name="Freeform 136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560" name="Line 305"/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61" name="Line 306"/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62" name="Line 340"/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80" name="Group 230"/>
          <p:cNvGrpSpPr/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1051563" name="Freeform 23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64" name="Rectangle 23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65" name="Freeform 23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66" name="Freeform 23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67" name="Rectangle 23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1" name="Group 23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1568" name="AutoShape 23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569" name="AutoShape 23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570" name="Rectangle 23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2" name="Group 24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1571" name="AutoShape 24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572" name="AutoShape 2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573" name="Rectangle 24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74" name="Rectangle 24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3" name="Group 24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1575" name="AutoShape 24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576" name="AutoShape 24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577" name="Freeform 24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84" name="Group 24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1578" name="AutoShape 25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579" name="AutoShape 25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580" name="Rectangle 25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81" name="Freeform 25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82" name="Freeform 25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83" name="Oval 25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84" name="Freeform 25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585" name="AutoShape 25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86" name="AutoShape 25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87" name="Oval 25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88" name="Oval 26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89" name="Oval 26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590" name="Rectangle 26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1591" name="Text Box 343"/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1051592" name="Line 344"/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93" name="Text Box 345"/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1051594" name="Text Box 346"/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1051595" name="Line 347"/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96" name="Line 348"/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97" name="Line 349"/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/>
          <a:noFill/>
          <a:ln w="2857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98" name="Line 350"/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599" name="Text Box 351"/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algn="ctr" defTabSz="914400" eaLnBrk="1" fontAlgn="auto" hangingPunct="1" indent="0" latinLnBrk="0" lvl="0" marL="0" marR="0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1600" name="Line 359"/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85" name="Group 360"/>
          <p:cNvGrpSpPr/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1051601" name="Freeform 36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02" name="Rectangle 3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03" name="Freeform 36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04" name="Freeform 36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05" name="Rectangle 36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6" name="Group 36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1606" name="AutoShape 36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607" name="AutoShape 36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608" name="Rectangle 36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7" name="Group 37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1609" name="AutoShape 37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610" name="AutoShape 37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611" name="Rectangle 37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12" name="Rectangle 37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888" name="Group 37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1613" name="AutoShape 37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614" name="AutoShape 37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615" name="Freeform 37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89" name="Group 37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1616" name="AutoShape 3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1617" name="AutoShape 38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1618" name="Rectangle 38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19" name="Freeform 38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20" name="Freeform 38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21" name="Oval 38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22" name="Freeform 38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23" name="AutoShape 3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24" name="AutoShape 38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25" name="Oval 38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26" name="Oval 39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27" name="Oval 39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1628" name="Rectangle 39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90" name="Group 395"/>
          <p:cNvGrpSpPr/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2097515" name="Picture 396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2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629" name="Freeform 39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91" name="Group 398"/>
          <p:cNvGrpSpPr/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2097516" name="Picture 39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2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630" name="Freeform 40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92" name="Group 401"/>
          <p:cNvGrpSpPr/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2097517" name="Picture 402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2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631" name="Freeform 40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93" name="Group 404"/>
          <p:cNvGrpSpPr/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2097518" name="Picture 405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2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1632" name="Freeform 40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94" name="Group 394"/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1051633" name="Freeform 40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634" name="Oval 40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5" name="Group 40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635" name="Freeform 40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36" name="Freeform 40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37" name="Freeform 40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38" name="Freeform 40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96" name="Group 395"/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1051639" name="Rectangle 396"/>
            <p:cNvSpPr/>
            <p:nvPr/>
          </p:nvSpPr>
          <p:spPr>
            <a:xfrm>
              <a:off x="3668110" y="3741409"/>
              <a:ext cx="3780587" cy="872631"/>
            </a:xfrm>
            <a:prstGeom prst="rect"/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40" name="Freeform 397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oup 398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51641" name="Freeform 399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42" name="Freeform 400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43" name="Freeform 401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44" name="Freeform 402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1645" name="Line 342"/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46" name="Line 393"/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98" name="Group 418"/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1051647" name="Rectangle 419"/>
            <p:cNvSpPr/>
            <p:nvPr/>
          </p:nvSpPr>
          <p:spPr>
            <a:xfrm>
              <a:off x="3668110" y="3741409"/>
              <a:ext cx="3780587" cy="872631"/>
            </a:xfrm>
            <a:prstGeom prst="rect"/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48" name="Freeform 420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9" name="Group 421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51649" name="Freeform 422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50" name="Freeform 423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51" name="Freeform 424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52" name="Freeform 425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165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29</a:t>
            </a:fld>
            <a:endParaRPr dirty="0" 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57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Access networks: data center networks</a:t>
            </a:r>
            <a:endParaRPr b="0" dirty="0" sz="5400" lang="en-US"/>
          </a:p>
        </p:txBody>
      </p:sp>
      <p:sp>
        <p:nvSpPr>
          <p:cNvPr id="1051658" name="Content Placeholder 52"/>
          <p:cNvSpPr txBox="1"/>
          <p:nvPr/>
        </p:nvSpPr>
        <p:spPr>
          <a:xfrm>
            <a:off x="698688" y="1650273"/>
            <a:ext cx="6238140" cy="1297879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105165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/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1660" name="Freeform 274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61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62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1663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64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051665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051666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051667" name="Freeform 28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03" name="Group 328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51668" name="Freeform 329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69" name="Freeform 330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981" name="Straight Connector 331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2" name="Straight Connector 332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3" name="Straight Connector 333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4" name="Straight Connector 381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5" name="Straight Connector 382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6" name="Straight Connector 383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04" name="Group 384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51670" name="Freeform 385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671" name="Freeform 386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5987" name="Straight Connector 387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8" name="Straight Connector 388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89" name="Straight Connector 389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90" name="Straight Connector 390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91" name="Straight Connector 391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992" name="Straight Connector 392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1672" name="Freeform 393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73" name="TextBox 410"/>
          <p:cNvSpPr txBox="1"/>
          <p:nvPr/>
        </p:nvSpPr>
        <p:spPr>
          <a:xfrm>
            <a:off x="9427201" y="1851195"/>
            <a:ext cx="1725088" cy="28623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1051674" name="Rectangle 411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75" name="TextBox 412"/>
          <p:cNvSpPr txBox="1"/>
          <p:nvPr/>
        </p:nvSpPr>
        <p:spPr>
          <a:xfrm>
            <a:off x="8766162" y="3447919"/>
            <a:ext cx="1040639" cy="480131"/>
          </a:xfrm>
          <a:prstGeom prst="rect"/>
          <a:noFill/>
        </p:spPr>
        <p:txBody>
          <a:bodyPr rtlCol="0" wrap="squar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1051676" name="TextBox 413"/>
          <p:cNvSpPr txBox="1"/>
          <p:nvPr/>
        </p:nvSpPr>
        <p:spPr>
          <a:xfrm>
            <a:off x="10917767" y="4677937"/>
            <a:ext cx="813043" cy="38318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1051677" name="TextBox 414"/>
          <p:cNvSpPr txBox="1"/>
          <p:nvPr/>
        </p:nvSpPr>
        <p:spPr>
          <a:xfrm>
            <a:off x="10063018" y="4228248"/>
            <a:ext cx="843051" cy="6740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baseline="0" b="0" cap="none" dirty="0" sz="1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5993" name="Straight Connector 415"/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4" name="Straight Connector 416"/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5" name="Straight Connector 417"/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6" name="Straight Connector 426"/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7" name="Straight Connector 427"/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8" name="Straight Connector 428"/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9" name="Straight Connector 429"/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0" name="Straight Connector 430"/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1" name="Straight Connector 431"/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2" name="Straight Connector 432"/>
          <p:cNvCxnSpPr>
            <a:cxnSpLocks/>
          </p:cNvCxnSpPr>
          <p:nvPr/>
        </p:nvCxnSpPr>
        <p:spPr>
          <a:xfrm>
            <a:off x="10137668" y="2754692"/>
            <a:ext cx="488174" cy="839333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3" name="Straight Connector 433"/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04" name="Straight Connector 434"/>
          <p:cNvCxnSpPr>
            <a:cxnSpLocks/>
          </p:cNvCxnSpPr>
          <p:nvPr/>
        </p:nvCxnSpPr>
        <p:spPr>
          <a:xfrm flipH="1">
            <a:off x="10100635" y="2169432"/>
            <a:ext cx="761467" cy="577355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05" name="Straight Connector 435"/>
          <p:cNvCxnSpPr>
            <a:cxnSpLocks/>
          </p:cNvCxnSpPr>
          <p:nvPr/>
        </p:nvCxnSpPr>
        <p:spPr>
          <a:xfrm flipH="1">
            <a:off x="10100635" y="2268313"/>
            <a:ext cx="397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06" name="Straight Connector 436"/>
          <p:cNvCxnSpPr>
            <a:cxnSpLocks/>
          </p:cNvCxnSpPr>
          <p:nvPr/>
        </p:nvCxnSpPr>
        <p:spPr>
          <a:xfrm flipH="1">
            <a:off x="10672135" y="2200506"/>
            <a:ext cx="14936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07" name="Straight Connector 437"/>
          <p:cNvCxnSpPr>
            <a:cxnSpLocks/>
          </p:cNvCxnSpPr>
          <p:nvPr/>
        </p:nvCxnSpPr>
        <p:spPr>
          <a:xfrm flipH="1">
            <a:off x="10142166" y="2718967"/>
            <a:ext cx="574283" cy="27820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08" name="Straight Connector 438"/>
          <p:cNvCxnSpPr>
            <a:cxnSpLocks/>
          </p:cNvCxnSpPr>
          <p:nvPr/>
        </p:nvCxnSpPr>
        <p:spPr>
          <a:xfrm flipH="1">
            <a:off x="10069542" y="2169432"/>
            <a:ext cx="788589" cy="9888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09" name="Straight Connector 439"/>
          <p:cNvCxnSpPr>
            <a:cxnSpLocks/>
          </p:cNvCxnSpPr>
          <p:nvPr/>
        </p:nvCxnSpPr>
        <p:spPr>
          <a:xfrm flipH="1">
            <a:off x="10862103" y="2127325"/>
            <a:ext cx="279002" cy="421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10" name="Straight Connector 440"/>
          <p:cNvCxnSpPr>
            <a:cxnSpLocks/>
          </p:cNvCxnSpPr>
          <p:nvPr/>
        </p:nvCxnSpPr>
        <p:spPr>
          <a:xfrm flipH="1" flipV="1">
            <a:off x="10681994" y="2718967"/>
            <a:ext cx="353541" cy="67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11" name="Straight Connector 441"/>
          <p:cNvCxnSpPr>
            <a:cxnSpLocks/>
          </p:cNvCxnSpPr>
          <p:nvPr/>
        </p:nvCxnSpPr>
        <p:spPr>
          <a:xfrm flipH="1">
            <a:off x="8769223" y="2268313"/>
            <a:ext cx="1300319" cy="606622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1678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7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680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/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905" name="Group 445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051681" name="Freeform 4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682" name="Oval 4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6" name="Group 4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683" name="Freeform 4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84" name="Freeform 4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85" name="Freeform 4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86" name="Freeform 4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07" name="Group 453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051687" name="Freeform 4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688" name="Oval 45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8" name="Group 4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689" name="Freeform 4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90" name="Freeform 4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91" name="Freeform 4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92" name="Freeform 4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09" name="Group 461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051693" name="Freeform 46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694" name="Oval 46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0" name="Group 46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695" name="Freeform 46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96" name="Freeform 46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97" name="Freeform 46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698" name="Freeform 46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1" name="Group 469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051699" name="Freeform 47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700" name="Oval 47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2" name="Group 47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701" name="Freeform 47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02" name="Freeform 47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03" name="Freeform 47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04" name="Freeform 47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3" name="Group 477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051705" name="Freeform 47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706" name="Oval 47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48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707" name="Freeform 48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08" name="Freeform 48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09" name="Freeform 48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10" name="Freeform 48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485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1051711" name="Freeform 48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712" name="Oval 48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6" name="Group 48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713" name="Freeform 48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14" name="Freeform 49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15" name="Freeform 49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16" name="Freeform 49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7" name="Group 493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1051717" name="Freeform 49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718" name="Oval 49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8" name="Group 49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719" name="Freeform 49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20" name="Freeform 49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21" name="Freeform 49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22" name="Freeform 50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9" name="Group 501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1051723" name="Freeform 5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724" name="Oval 50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0" name="Group 5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725" name="Freeform 5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26" name="Freeform 5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27" name="Freeform 5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28" name="Freeform 5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21" name="Group 509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1051729" name="Freeform 51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1730" name="Oval 51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2" name="Group 51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1731" name="Freeform 51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32" name="Freeform 51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33" name="Freeform 51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734" name="Freeform 51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097519" name="Picture 653" descr="iphone_stylized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 cstate="print"/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/>
          <a:noFill/>
          <a:ln>
            <a:noFill/>
          </a:ln>
        </p:spPr>
      </p:pic>
      <p:pic>
        <p:nvPicPr>
          <p:cNvPr id="2097520" name="Picture 1018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/>
          <a:noFill/>
          <a:ln>
            <a:noFill/>
          </a:ln>
        </p:spPr>
      </p:pic>
      <p:sp>
        <p:nvSpPr>
          <p:cNvPr id="105173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21" name="Picture 1020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3" cstate="print"/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/>
          <a:noFill/>
          <a:ln>
            <a:noFill/>
          </a:ln>
        </p:spPr>
      </p:pic>
      <p:sp>
        <p:nvSpPr>
          <p:cNvPr id="1051736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37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38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39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40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41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2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051742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43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44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45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46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47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748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49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0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1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2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3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22" name="Picture 568" descr="light2.png"/>
          <p:cNvPicPr>
            <a:picLocks noChangeAspect="1"/>
          </p:cNvPicPr>
          <p:nvPr/>
        </p:nvPicPr>
        <p:blipFill>
          <a:blip xmlns:r="http://schemas.openxmlformats.org/officeDocument/2006/relationships" r:embed="rId4"/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/>
          <a:noFill/>
          <a:ln>
            <a:noFill/>
          </a:ln>
        </p:spPr>
      </p:pic>
      <p:pic>
        <p:nvPicPr>
          <p:cNvPr id="2097523" name="Picture 603" descr="car_icon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5"/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/>
          <a:noFill/>
          <a:ln>
            <a:noFill/>
          </a:ln>
        </p:spPr>
      </p:pic>
      <p:pic>
        <p:nvPicPr>
          <p:cNvPr id="2097524" name="Picture 111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6" cstate="print"/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/>
          <a:noFill/>
          <a:ln>
            <a:noFill/>
          </a:ln>
        </p:spPr>
      </p:pic>
      <p:sp>
        <p:nvSpPr>
          <p:cNvPr id="1051754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25" name="Picture 111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7"/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/>
          <a:noFill/>
          <a:ln>
            <a:noFill/>
          </a:ln>
        </p:spPr>
      </p:pic>
      <p:sp>
        <p:nvSpPr>
          <p:cNvPr id="105175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5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6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24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051761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62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63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64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65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66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767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68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69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70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71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772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26" name="Picture 1140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8"/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/>
          <a:noFill/>
          <a:ln>
            <a:noFill/>
          </a:ln>
        </p:spPr>
      </p:pic>
      <p:sp>
        <p:nvSpPr>
          <p:cNvPr id="1051773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27" name="Picture 571" descr="fridge2.png"/>
          <p:cNvPicPr>
            <a:picLocks noChangeAspect="1"/>
          </p:cNvPicPr>
          <p:nvPr/>
        </p:nvPicPr>
        <p:blipFill>
          <a:blip xmlns:r="http://schemas.openxmlformats.org/officeDocument/2006/relationships" r:embed="rId9" cstate="print"/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/>
          <a:noFill/>
          <a:ln>
            <a:noFill/>
          </a:ln>
        </p:spPr>
      </p:pic>
      <p:grpSp>
        <p:nvGrpSpPr>
          <p:cNvPr id="925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1051774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75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76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77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78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926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1779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780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781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927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1782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783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784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85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92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1786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787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78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1789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790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79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9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9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9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9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79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9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9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79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0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0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930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2097528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180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529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/>
          <a:noFill/>
          <a:ln>
            <a:noFill/>
          </a:ln>
        </p:spPr>
      </p:pic>
      <p:sp>
        <p:nvSpPr>
          <p:cNvPr id="1051803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30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/>
          <a:noFill/>
          <a:ln>
            <a:noFill/>
          </a:ln>
        </p:spPr>
      </p:pic>
      <p:sp>
        <p:nvSpPr>
          <p:cNvPr id="1051804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05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06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07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08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09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31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051810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11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12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13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14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15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816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17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18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19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20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21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32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2097531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182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2097532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1823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533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/>
          <a:noFill/>
          <a:ln>
            <a:noFill/>
          </a:ln>
        </p:spPr>
      </p:pic>
      <p:sp>
        <p:nvSpPr>
          <p:cNvPr id="1051824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34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/>
          <a:noFill/>
          <a:ln>
            <a:noFill/>
          </a:ln>
        </p:spPr>
      </p:pic>
      <p:sp>
        <p:nvSpPr>
          <p:cNvPr id="1051825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26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27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28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29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30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34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1051831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32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33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34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35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36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1837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38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39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40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41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842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35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051843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44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45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46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47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936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1848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849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850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937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1851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852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85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5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938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1855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856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857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39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1858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1859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1860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61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62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63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64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865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66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67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68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69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1870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940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2097535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1871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41" name="Group 692"/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2097536" name="Picture 799" descr="cell_tower_radiation copy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3"/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/>
            <a:noFill/>
            <a:ln>
              <a:noFill/>
            </a:ln>
          </p:spPr>
        </p:pic>
        <p:sp>
          <p:nvSpPr>
            <p:cNvPr id="1051872" name="Line 426"/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2" name="Group 783"/>
            <p:cNvGrpSpPr/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1051873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74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75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76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77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78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79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0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1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2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3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4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5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6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87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/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43" name="Group 800"/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1051888" name="Freeform 80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889" name="Oval 80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44" name="Group 80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890" name="Freeform 80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891" name="Freeform 80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892" name="Freeform 81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893" name="Freeform 81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097537" name="Picture 654" descr="antenna_radiation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4"/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/>
            <a:noFill/>
            <a:ln>
              <a:noFill/>
            </a:ln>
          </p:spPr>
        </p:pic>
        <p:pic>
          <p:nvPicPr>
            <p:cNvPr id="2097538" name="Picture 1017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5" cstate="print"/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/>
            <a:noFill/>
            <a:ln>
              <a:noFill/>
            </a:ln>
          </p:spPr>
        </p:pic>
        <p:pic>
          <p:nvPicPr>
            <p:cNvPr id="2097539" name="Picture 1017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5" cstate="print"/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/>
            <a:noFill/>
            <a:ln>
              <a:noFill/>
            </a:ln>
          </p:spPr>
        </p:pic>
        <p:pic>
          <p:nvPicPr>
            <p:cNvPr id="2097540" name="Picture 1017" descr="antenna_stylize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5" cstate="print"/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/>
            <a:noFill/>
            <a:ln>
              <a:noFill/>
            </a:ln>
          </p:spPr>
        </p:pic>
      </p:grpSp>
      <p:grpSp>
        <p:nvGrpSpPr>
          <p:cNvPr id="945" name="Group 693"/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2097541" name="Picture 777" descr="access_point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6"/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/>
            <a:noFill/>
            <a:ln>
              <a:noFill/>
            </a:ln>
          </p:spPr>
        </p:pic>
        <p:grpSp>
          <p:nvGrpSpPr>
            <p:cNvPr id="946" name="Group 783"/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1051894" name="Line 443"/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895" name="Line 449"/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54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7" cstate="print"/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/>
              <a:noFill/>
              <a:ln>
                <a:noFill/>
              </a:ln>
            </p:spPr>
          </p:pic>
          <p:grpSp>
            <p:nvGrpSpPr>
              <p:cNvPr id="947" name="Group 787"/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1051896" name="Freeform 79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897" name="Oval 79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948" name="Group 79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898" name="Freeform 79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899" name="Freeform 79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00" name="Freeform 79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01" name="Freeform 79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097543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8"/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44" name="Picture 111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8"/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/>
              <a:noFill/>
              <a:ln>
                <a:noFill/>
              </a:ln>
            </p:spPr>
          </p:pic>
        </p:grpSp>
      </p:grpSp>
      <p:grpSp>
        <p:nvGrpSpPr>
          <p:cNvPr id="949" name="Group 695"/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1051902" name="Line 428"/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/>
            <a:noFill/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03" name="Line 435"/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04" name="Line 440"/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50" name="Group 714"/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1051905" name="Line 430"/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06" name="Line 431"/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07" name="Line 432"/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08" name="Line 433"/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09" name="Line 436"/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10" name="Line 439"/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11" name="Line 440"/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12" name="Line 441"/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13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097545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9"/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46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6"/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/>
              <a:noFill/>
              <a:ln>
                <a:noFill/>
              </a:ln>
            </p:spPr>
          </p:pic>
          <p:grpSp>
            <p:nvGrpSpPr>
              <p:cNvPr id="951" name="Group 726"/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1051914" name="Freeform 761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915" name="Oval 762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952" name="Group 763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916" name="Freeform 764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17" name="Freeform 765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18" name="Freeform 766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19" name="Freeform 767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53" name="Group 727"/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1051920" name="Rectangle 754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/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21" name="Freeform 755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954" name="Group 756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051922" name="Freeform 757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23" name="Freeform 758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24" name="Freeform 759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25" name="Freeform 760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55" name="Group 728"/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1051926" name="Freeform 7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927" name="Oval 7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956" name="Group 7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928" name="Freeform 7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29" name="Freeform 7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30" name="Freeform 7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31" name="Freeform 7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57" name="Group 729"/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1051932" name="Rectangle 740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/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33" name="Freeform 741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958" name="Group 742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051934" name="Freeform 743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35" name="Freeform 744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36" name="Freeform 745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37" name="Freeform 746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59" name="Group 730"/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1051938" name="Freeform 733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1939" name="Oval 734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960" name="Group 735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1940" name="Freeform 736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41" name="Freeform 737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42" name="Freeform 738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943" name="Freeform 739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097547" name="Picture 106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0"/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48" name="Picture 1065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20"/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/>
              <a:noFill/>
              <a:ln>
                <a:noFill/>
              </a:ln>
            </p:spPr>
          </p:pic>
        </p:grpSp>
      </p:grpSp>
      <p:sp>
        <p:nvSpPr>
          <p:cNvPr id="1051944" name="Rectangle 690"/>
          <p:cNvSpPr/>
          <p:nvPr/>
        </p:nvSpPr>
        <p:spPr>
          <a:xfrm>
            <a:off x="7165428" y="1458055"/>
            <a:ext cx="4771884" cy="4954628"/>
          </a:xfrm>
          <a:prstGeom prst="rect"/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61" name="Group 2"/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1051945" name="Oval 841"/>
            <p:cNvSpPr/>
            <p:nvPr/>
          </p:nvSpPr>
          <p:spPr>
            <a:xfrm>
              <a:off x="10812889" y="3368642"/>
              <a:ext cx="81304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46" name="Oval 842"/>
            <p:cNvSpPr/>
            <p:nvPr/>
          </p:nvSpPr>
          <p:spPr>
            <a:xfrm>
              <a:off x="10890418" y="4148658"/>
              <a:ext cx="813043" cy="510069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2" name="Group 696"/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963" name="Group 697"/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3146012" name="Straight Connector 706"/>
              <p:cNvCxnSpPr>
                <a:cxnSpLocks/>
              </p:cNvCxnSpPr>
              <p:nvPr/>
            </p:nvCxnSpPr>
            <p:spPr>
              <a:xfrm>
                <a:off x="5103720" y="2914214"/>
                <a:ext cx="232559" cy="0"/>
              </a:xfrm>
              <a:prstGeom prst="line"/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64" name="Group 70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097549" name="Picture 708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21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550" name="Picture 709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21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551" name="Picture 710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21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</p:grpSp>
        <p:grpSp>
          <p:nvGrpSpPr>
            <p:cNvPr id="965" name="Group 698"/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1051947" name="Freeform 69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948" name="Oval 70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66" name="Group 70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949" name="Freeform 70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50" name="Freeform 70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51" name="Freeform 70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52" name="Freeform 70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967" name="Group 694"/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968" name="Group 768"/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1051953" name="Freeform 77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1954" name="Oval 77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69" name="Group 77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1955" name="Freeform 77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56" name="Freeform 77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57" name="Freeform 78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1958" name="Freeform 78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70" name="Group 769"/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3146013" name="Straight Connector 770"/>
              <p:cNvCxnSpPr>
                <a:cxnSpLocks/>
              </p:cNvCxnSpPr>
              <p:nvPr/>
            </p:nvCxnSpPr>
            <p:spPr>
              <a:xfrm>
                <a:off x="5103720" y="2914214"/>
                <a:ext cx="232559" cy="0"/>
              </a:xfrm>
              <a:prstGeom prst="line"/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71" name="Group 771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097552" name="Picture 772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21"/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/>
              </p:spPr>
            </p:pic>
            <p:pic>
              <p:nvPicPr>
                <p:cNvPr id="2097553" name="Picture 773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21"/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/>
              </p:spPr>
            </p:pic>
            <p:pic>
              <p:nvPicPr>
                <p:cNvPr id="2097554" name="Picture 774" descr="server_rack.png"/>
                <p:cNvPicPr>
                  <a:picLocks noChangeAspect="1"/>
                </p:cNvPicPr>
                <p:nvPr/>
              </p:nvPicPr>
              <p:blipFill>
                <a:blip xmlns:r="http://schemas.openxmlformats.org/officeDocument/2006/relationships" r:embed="rId21"/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/>
              </p:spPr>
            </p:pic>
          </p:grpSp>
        </p:grpSp>
      </p:grpSp>
      <p:pic>
        <p:nvPicPr>
          <p:cNvPr id="2097555" name="Picture 2" descr="Big Data. Monster Storage: The Northeast Storage Exchange | MGHPCC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2"/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/>
          <a:noFill/>
        </p:spPr>
      </p:pic>
      <p:sp>
        <p:nvSpPr>
          <p:cNvPr id="1051959" name="TextBox 3"/>
          <p:cNvSpPr txBox="1"/>
          <p:nvPr/>
        </p:nvSpPr>
        <p:spPr>
          <a:xfrm flipH="1">
            <a:off x="860610" y="5688106"/>
            <a:ext cx="5109884" cy="523220"/>
          </a:xfrm>
          <a:prstGeom prst="rect"/>
          <a:noFill/>
        </p:spPr>
        <p:txBody>
          <a:bodyPr rtlCol="0" wrap="squar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105196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30</a:t>
            </a:fld>
            <a:endParaRPr dirty="0" 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64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Host: sends </a:t>
            </a:r>
            <a:r>
              <a:rPr altLang="en-US" b="0" dirty="0" sz="5400" i="1" lang="en-US">
                <a:ea typeface="ＭＳ Ｐゴシック" panose="020B0600070205080204" pitchFamily="34" charset="-128"/>
              </a:rPr>
              <a:t>packets</a:t>
            </a:r>
            <a:r>
              <a:rPr altLang="en-US" b="0" dirty="0" sz="5400" lang="en-US">
                <a:ea typeface="ＭＳ Ｐゴシック" panose="020B0600070205080204" pitchFamily="34" charset="-128"/>
              </a:rPr>
              <a:t> of data</a:t>
            </a:r>
            <a:endParaRPr b="0" dirty="0" sz="5400" lang="en-US"/>
          </a:p>
        </p:txBody>
      </p:sp>
      <p:sp>
        <p:nvSpPr>
          <p:cNvPr id="1051965" name="Content Placeholder 52"/>
          <p:cNvSpPr txBox="1"/>
          <p:nvPr/>
        </p:nvSpPr>
        <p:spPr>
          <a:xfrm>
            <a:off x="848710" y="1286477"/>
            <a:ext cx="5501619" cy="4672888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975" name="Group 219"/>
          <p:cNvGrpSpPr/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051966" name="Freeform 111"/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67" name="Freeform 112"/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68" name="Rectangle 113"/>
            <p:cNvSpPr/>
            <p:nvPr/>
          </p:nvSpPr>
          <p:spPr>
            <a:xfrm>
              <a:off x="1332065" y="1080080"/>
              <a:ext cx="296179" cy="1360118"/>
            </a:xfrm>
            <a:prstGeom prst="rect"/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051969" name="Line 305"/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1970" name="TextBox 1"/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976" name="Group 201"/>
          <p:cNvGrpSpPr/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051971" name="Freeform 123"/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72" name="Freeform 124"/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73" name="Rectangle 125"/>
            <p:cNvSpPr/>
            <p:nvPr/>
          </p:nvSpPr>
          <p:spPr>
            <a:xfrm>
              <a:off x="1332065" y="1066560"/>
              <a:ext cx="296179" cy="1363508"/>
            </a:xfrm>
            <a:prstGeom prst="rect"/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051974" name="TextBox 205"/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977" name="Group 206"/>
          <p:cNvGrpSpPr/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2097556" name="Picture 8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/>
            <a:noFill/>
            <a:ln>
              <a:noFill/>
            </a:ln>
          </p:spPr>
        </p:pic>
        <p:sp>
          <p:nvSpPr>
            <p:cNvPr id="1051975" name="Rectangle 129"/>
            <p:cNvSpPr/>
            <p:nvPr/>
          </p:nvSpPr>
          <p:spPr>
            <a:xfrm rot="1049095">
              <a:off x="1947252" y="6118900"/>
              <a:ext cx="1651325" cy="463386"/>
            </a:xfrm>
            <a:prstGeom prst="rect"/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978" name="Group 209"/>
          <p:cNvGrpSpPr/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2097557" name="Picture 9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/>
            <a:noFill/>
            <a:ln>
              <a:noFill/>
            </a:ln>
          </p:spPr>
        </p:pic>
        <p:sp>
          <p:nvSpPr>
            <p:cNvPr id="1051976" name="Rectangle 132"/>
            <p:cNvSpPr/>
            <p:nvPr/>
          </p:nvSpPr>
          <p:spPr>
            <a:xfrm rot="11601822">
              <a:off x="2387973" y="5127757"/>
              <a:ext cx="1771787" cy="424330"/>
            </a:xfrm>
            <a:prstGeom prst="rect"/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051977" name="TextBox 215"/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051978" name="TextBox 216"/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3146014" name="Straight Connector 3"/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sp>
        <p:nvSpPr>
          <p:cNvPr id="1051979" name="TextBox 234"/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979" name="Group 137"/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051980" name="Rectangle 138"/>
            <p:cNvSpPr/>
            <p:nvPr/>
          </p:nvSpPr>
          <p:spPr>
            <a:xfrm>
              <a:off x="3668110" y="3741409"/>
              <a:ext cx="3780587" cy="872631"/>
            </a:xfrm>
            <a:prstGeom prst="rect"/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1981" name="Freeform 139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80" name="Group 140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51982" name="Freeform 141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83" name="Freeform 142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84" name="Freeform 143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985" name="Freeform 144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146015" name="Straight Connector 3"/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sp>
        <p:nvSpPr>
          <p:cNvPr id="1051986" name="Right Arrow 2"/>
          <p:cNvSpPr/>
          <p:nvPr/>
        </p:nvSpPr>
        <p:spPr>
          <a:xfrm>
            <a:off x="8311695" y="3223689"/>
            <a:ext cx="978408" cy="260093"/>
          </a:xfrm>
          <a:prstGeom prst="rightArrow"/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81" name="Group 1"/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051987" name="TextBox 235"/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algn="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051988" name="TextBox 237"/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051989" name="TextBox 4"/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32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altLang="en-US"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32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altLang="en-US"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3146016" name="Straight Connector 9"/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/>
            <a:noFill/>
            <a:ln w="25400">
              <a:solidFill>
                <a:schemeClr val="tx1"/>
              </a:solidFill>
              <a:round/>
              <a:headEnd/>
              <a:tailEnd/>
            </a:ln>
          </p:spPr>
        </p:cxnSp>
        <p:sp>
          <p:nvSpPr>
            <p:cNvPr id="1051990" name="TextBox 10"/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051991" name="TextBox 245"/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105199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31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19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19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19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10519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3">
                      <p:stCondLst>
                        <p:cond delay="indefinite"/>
                      </p:stCondLst>
                      <p:childTnLst>
                        <p:par>
                          <p:cTn fill="hold" id="24">
                            <p:stCondLst>
                              <p:cond delay="0"/>
                            </p:stCondLst>
                            <p:childTnLst>
                              <p:par>
                                <p:cTn fill="hold" id="2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96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Links: physical media</a:t>
            </a:r>
            <a:endParaRPr b="0" dirty="0" sz="5400" lang="en-US"/>
          </a:p>
        </p:txBody>
      </p:sp>
      <p:sp>
        <p:nvSpPr>
          <p:cNvPr id="1051997" name="Rectangle 3"/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/>
        </p:spPr>
        <p:txBody>
          <a:bodyPr bIns="45720" lIns="91440" rIns="91440" rtlCol="0" tIns="45720" vert="horz">
            <a:normAutofit lnSpcReduction="100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985" name="Group 1"/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1051998" name="Rectangle 4"/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/>
          </p:spPr>
          <p:txBody>
            <a:bodyPr bIns="45720" lIns="91440" rIns="91440" rtlCol="0" tIns="45720" vert="horz">
              <a:normAutofit/>
            </a:bodyPr>
            <a:lstStyle>
              <a:lvl1pPr algn="l" defTabSz="914400" eaLnBrk="1" hangingPunct="1" indent="-222250" latinLnBrk="0" marL="352425" rt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indent="-231775" latinLnBrk="0" marL="695325" rtl="0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defTabSz="914400" eaLnBrk="1" fontAlgn="auto" hangingPunct="1" indent="-342900" latinLnBrk="0" lvl="0" marL="352425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</a:pPr>
              <a:r>
                <a:rPr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algn="l" defTabSz="914400" eaLnBrk="1" fontAlgn="auto" hangingPunct="1" indent="-228600" latinLnBrk="0" lvl="0" marL="228600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</a:pP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algn="l" defTabSz="914400" eaLnBrk="1" fontAlgn="auto" hangingPunct="1" indent="-231775" latinLnBrk="0" lvl="1" marL="682625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</a:pPr>
              <a:r>
                <a: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algn="l" defTabSz="914400" eaLnBrk="1" fontAlgn="auto" hangingPunct="1" indent="-231775" latinLnBrk="0" lvl="1" marL="682625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</a:pPr>
              <a:r>
                <a:rPr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2097558" name="Picture 2" descr="Twisted_Pair_Cables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/>
            <a:noFill/>
          </p:spPr>
        </p:pic>
        <p:pic>
          <p:nvPicPr>
            <p:cNvPr id="2097559" name="Picture 4" descr="Image result for twisted pair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/>
            <a:noFill/>
          </p:spPr>
        </p:pic>
      </p:grpSp>
      <p:sp>
        <p:nvSpPr>
          <p:cNvPr id="105199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32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3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Links: physical media</a:t>
            </a:r>
            <a:endParaRPr b="0" dirty="0" sz="5400" lang="en-US"/>
          </a:p>
        </p:txBody>
      </p:sp>
      <p:sp>
        <p:nvSpPr>
          <p:cNvPr id="1052004" name="Rectangle 3"/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19075" latinLnBrk="0" lvl="0" marL="2286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</a:pPr>
            <a:r>
              <a:rPr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algn="l" defTabSz="914400" eaLnBrk="1" fontAlgn="auto" hangingPunct="1" indent="-228600" latinLnBrk="0" lvl="0" marL="2286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algn="l" defTabSz="914400" eaLnBrk="1" fontAlgn="auto" hangingPunct="1" indent="-228600" latinLnBrk="0" lvl="0" marL="2286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algn="l" defTabSz="914400" eaLnBrk="1" fontAlgn="auto" hangingPunct="1" indent="-228600" latinLnBrk="0" lvl="0" marL="2286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</a:pPr>
            <a:r>
              <a: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</a:pPr>
            <a:r>
              <a: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2097560" name="Picture 2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/>
        </p:spPr>
      </p:pic>
      <p:grpSp>
        <p:nvGrpSpPr>
          <p:cNvPr id="989" name="Group 1"/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052005" name="Rectangle 5"/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25425" marL="6826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-342900" latinLnBrk="0" lvl="0" marL="342900" marR="0" rtl="0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</a:pPr>
              <a:r>
                <a:rPr altLang="en-US" baseline="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algn="l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algn="l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algn="l" defTabSz="914400" eaLnBrk="1" fontAlgn="auto" hangingPunct="1" indent="-225425" latinLnBrk="0" lvl="1" marL="682625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altLang="ja-JP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algn="l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algn="l" defTabSz="914400" eaLnBrk="1" fontAlgn="auto" hangingPunct="1" indent="-225425" latinLnBrk="0" lvl="1" marL="682625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algn="l" defTabSz="914400" eaLnBrk="1" fontAlgn="auto" hangingPunct="1" indent="-225425" latinLnBrk="0" lvl="1" marL="682625" marR="0" rtl="0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2097561" name="Picture 2" descr="Image result for optical fiber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/>
            <a:noFill/>
          </p:spPr>
        </p:pic>
      </p:grpSp>
      <p:sp>
        <p:nvSpPr>
          <p:cNvPr id="105200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33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10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p>
            <a:r>
              <a:rPr altLang="en-US" b="0" dirty="0" sz="5400" lang="en-US">
                <a:ea typeface="ＭＳ Ｐゴシック" panose="020B0600070205080204" pitchFamily="34" charset="-128"/>
              </a:rPr>
              <a:t>Links: physical media</a:t>
            </a:r>
            <a:endParaRPr b="0" dirty="0" sz="5400" lang="en-US"/>
          </a:p>
        </p:txBody>
      </p:sp>
      <p:sp>
        <p:nvSpPr>
          <p:cNvPr id="1052011" name="Rectangle 3"/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/>
        </p:spPr>
        <p:txBody>
          <a:bodyPr bIns="45720" lIns="91440" rIns="91440" rtlCol="0" tIns="45720" vert="horz">
            <a:normAutofit lnSpcReduction="100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algn="l" defTabSz="914400" eaLnBrk="1" fontAlgn="auto" hangingPunct="1" indent="-284163" latinLnBrk="0" lvl="0" marL="3460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algn="l" defTabSz="914400" eaLnBrk="1" fontAlgn="auto" hangingPunct="1" indent="-284163" latinLnBrk="0" lvl="0" marL="3460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algn="l" defTabSz="914400" eaLnBrk="1" fontAlgn="auto" hangingPunct="1" indent="-284163" latinLnBrk="0" lvl="0" marL="3460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algn="l" defTabSz="914400" eaLnBrk="1" fontAlgn="auto" hangingPunct="1" indent="-284163" latinLnBrk="0" lvl="0" marL="3460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algn="l" defTabSz="914400" eaLnBrk="1" fontAlgn="auto" hangingPunct="1" indent="-230188" latinLnBrk="0" lvl="1" marL="635000" marR="0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algn="l" defTabSz="914400" eaLnBrk="1" fontAlgn="auto" hangingPunct="1" indent="-230188" latinLnBrk="0" lvl="1" marL="635000" marR="0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algn="l" defTabSz="914400" eaLnBrk="1" fontAlgn="auto" hangingPunct="1" indent="-230188" latinLnBrk="0" lvl="1" marL="635000" marR="0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052012" name="Rectangle 3"/>
          <p:cNvSpPr txBox="1">
            <a:spLocks noChangeArrowheads="1"/>
          </p:cNvSpPr>
          <p:nvPr/>
        </p:nvSpPr>
        <p:spPr>
          <a:xfrm>
            <a:off x="6349562" y="1354420"/>
            <a:ext cx="5188014" cy="511829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342900" latinLnBrk="0" lvl="0" marL="342900" marR="0" rtl="0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</a:pPr>
            <a:r>
              <a:rPr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algn="l" defTabSz="914400" eaLnBrk="1" fontAlgn="auto" hangingPunct="1" indent="-280988" latinLnBrk="0" lvl="0" marL="3429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algn="l" defTabSz="914400" eaLnBrk="1" fontAlgn="auto" hangingPunct="1" indent="-230188" latinLnBrk="0" lvl="1" marL="6350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algn="l" defTabSz="914400" eaLnBrk="1" fontAlgn="auto" hangingPunct="1" indent="-280988" latinLnBrk="0" lvl="0" marL="3429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 cellular)</a:t>
            </a:r>
          </a:p>
          <a:p>
            <a:pPr algn="l" defTabSz="914400" eaLnBrk="1" fontAlgn="auto" hangingPunct="1" indent="-230188" latinLnBrk="0" lvl="1" marL="6350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over ~10 Km </a:t>
            </a:r>
          </a:p>
          <a:p>
            <a:pPr algn="l" defTabSz="914400" eaLnBrk="1" fontAlgn="auto" hangingPunct="1" indent="-285750" latinLnBrk="0" lvl="0" marL="346075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algn="l" defTabSz="914400" eaLnBrk="1" fontAlgn="auto" hangingPunct="1" indent="-342900" latinLnBrk="0" lvl="1" marL="747712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algn="l" defTabSz="914400" eaLnBrk="1" fontAlgn="auto" hangingPunct="1" indent="-280988" latinLnBrk="0" lvl="0" marL="3429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algn="l" defTabSz="914400" eaLnBrk="1" fontAlgn="auto" hangingPunct="1" indent="-230188" latinLnBrk="0" lvl="1" marL="6350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algn="l" defTabSz="914400" eaLnBrk="1" fontAlgn="auto" hangingPunct="1" indent="-280988" latinLnBrk="0" lvl="0" marL="3429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algn="l" defTabSz="914400" eaLnBrk="1" fontAlgn="auto" hangingPunct="1" indent="-228600" latinLnBrk="0" lvl="1" marL="6858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Mbps per channel</a:t>
            </a:r>
          </a:p>
          <a:p>
            <a:pPr algn="l" defTabSz="914400" eaLnBrk="1" fontAlgn="auto" hangingPunct="1" indent="-228600" latinLnBrk="0" lvl="1" marL="6858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</a:t>
            </a:r>
          </a:p>
        </p:txBody>
      </p:sp>
      <p:sp>
        <p:nvSpPr>
          <p:cNvPr id="10520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34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0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20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20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6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8"/>
                                        <p:tgtEl>
                                          <p:spTgt spid="10520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1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0520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2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6"/>
                                        <p:tgtEl>
                                          <p:spTgt spid="10520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2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9"/>
                                        <p:tgtEl>
                                          <p:spTgt spid="10520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30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0520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3">
                      <p:stCondLst>
                        <p:cond delay="indefinite"/>
                      </p:stCondLst>
                      <p:childTnLst>
                        <p:par>
                          <p:cTn fill="hold" id="3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7"/>
                                        <p:tgtEl>
                                          <p:spTgt spid="1052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8">
                      <p:stCondLst>
                        <p:cond delay="indefinite"/>
                      </p:stCondLst>
                      <p:childTnLst>
                        <p:par>
                          <p:cTn fill="hold" id="3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2"/>
                                        <p:tgtEl>
                                          <p:spTgt spid="10520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4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5"/>
                                        <p:tgtEl>
                                          <p:spTgt spid="10520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6">
                      <p:stCondLst>
                        <p:cond delay="indefinite"/>
                      </p:stCondLst>
                      <p:childTnLst>
                        <p:par>
                          <p:cTn fill="hold" id="4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50"/>
                                        <p:tgtEl>
                                          <p:spTgt spid="10520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5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53"/>
                                        <p:tgtEl>
                                          <p:spTgt spid="10520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4">
                      <p:stCondLst>
                        <p:cond delay="indefinite"/>
                      </p:stCondLst>
                      <p:childTnLst>
                        <p:par>
                          <p:cTn fill="hold" id="55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58"/>
                                        <p:tgtEl>
                                          <p:spTgt spid="10520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5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1"/>
                                        <p:tgtEl>
                                          <p:spTgt spid="10520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2">
                      <p:stCondLst>
                        <p:cond delay="indefinite"/>
                      </p:stCondLst>
                      <p:childTnLst>
                        <p:par>
                          <p:cTn fill="hold" id="6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6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6"/>
                                        <p:tgtEl>
                                          <p:spTgt spid="10520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6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9"/>
                                        <p:tgtEl>
                                          <p:spTgt spid="105201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0">
                      <p:stCondLst>
                        <p:cond delay="indefinite"/>
                      </p:stCondLst>
                      <p:childTnLst>
                        <p:par>
                          <p:cTn fill="hold" id="7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72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4"/>
                                        <p:tgtEl>
                                          <p:spTgt spid="105201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75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7"/>
                                        <p:tgtEl>
                                          <p:spTgt spid="105201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7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80"/>
                                        <p:tgtEl>
                                          <p:spTgt spid="105201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011" grpId="0" uiExpand="1" build="p"/>
      <p:bldP spid="1052012" grpId="0" build="p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17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cs typeface="Calibri" panose="020F0502020204030204" pitchFamily="34" charset="0"/>
              </a:rPr>
              <a:t>Chapter 1: roadmap</a:t>
            </a:r>
            <a:endParaRPr dirty="0" lang="en-US"/>
          </a:p>
        </p:txBody>
      </p:sp>
      <p:sp>
        <p:nvSpPr>
          <p:cNvPr id="1052018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35</a:t>
            </a:fld>
            <a:endParaRPr dirty="0" lang="en-US"/>
          </a:p>
        </p:txBody>
      </p:sp>
      <p:sp>
        <p:nvSpPr>
          <p:cNvPr id="105201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eaLnBrk="1" hangingPunct="1" indent="-285750" marL="403225">
              <a:spcBef>
                <a:spcPts val="800"/>
              </a:spcBef>
              <a:buClr>
                <a:srgbClr val="0000A8"/>
              </a:buClr>
            </a:pPr>
            <a:r>
              <a:rPr altLang="en-US" dirty="0" sz="3200" lang="en-US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562" name="Picture 6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/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23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/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2024" name="Title 1"/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p>
            <a:r>
              <a:rPr altLang="ja-JP" dirty="0" sz="4800" lang="en-US"/>
              <a:t>The network core</a:t>
            </a:r>
            <a:endParaRPr dirty="0" sz="4800" lang="en-US"/>
          </a:p>
        </p:txBody>
      </p:sp>
      <p:sp>
        <p:nvSpPr>
          <p:cNvPr id="1052025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p>
            <a:pPr indent="-282575" marL="412750"/>
            <a:r>
              <a:rPr altLang="en-US" dirty="0" lang="en-US">
                <a:ea typeface="ＭＳ Ｐゴシック" panose="020B0600070205080204" pitchFamily="34" charset="-128"/>
              </a:rPr>
              <a:t>mesh of interconnected routers</a:t>
            </a:r>
          </a:p>
          <a:p>
            <a:pPr indent="-282575" marL="412750"/>
            <a:r>
              <a:rPr altLang="en-US" dirty="0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altLang="en-US" dirty="0" lang="en-US">
                <a:ea typeface="ＭＳ Ｐゴシック" panose="020B0600070205080204" pitchFamily="34" charset="-128"/>
              </a:rPr>
              <a:t>hosts break application-layer messages into </a:t>
            </a:r>
            <a:r>
              <a:rPr altLang="en-US" dirty="0" i="1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altLang="en-US" dirty="0" sz="2800" lang="en-US">
                <a:ea typeface="Arial" panose="020B0604020202020204" pitchFamily="34" charset="0"/>
              </a:rPr>
              <a:t>network </a:t>
            </a:r>
            <a:r>
              <a:rPr altLang="en-US" dirty="0" sz="2800" lang="en-US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altLang="en-US" dirty="0" sz="2800" lang="en-US">
                <a:ea typeface="Arial" panose="020B0604020202020204" pitchFamily="34" charset="0"/>
              </a:rPr>
              <a:t> packets</a:t>
            </a:r>
            <a:r>
              <a:rPr altLang="en-US" dirty="0" sz="2800" i="1" lang="en-US">
                <a:ea typeface="Arial" panose="020B0604020202020204" pitchFamily="34" charset="0"/>
              </a:rPr>
              <a:t> </a:t>
            </a:r>
            <a:r>
              <a:rPr altLang="en-US" dirty="0" sz="2800" lang="en-US">
                <a:ea typeface="Arial" panose="020B0604020202020204" pitchFamily="34" charset="0"/>
              </a:rPr>
              <a:t>from one router to the next, across links on path from </a:t>
            </a:r>
            <a:r>
              <a:rPr altLang="en-US" dirty="0" sz="2800" lang="en-US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indent="0" marL="174625">
              <a:buSzPct val="75000"/>
              <a:buNone/>
            </a:pPr>
            <a:endParaRPr altLang="en-US" dirty="0" lang="en-US"/>
          </a:p>
          <a:p>
            <a:endParaRPr dirty="0" lang="en-US"/>
          </a:p>
        </p:txBody>
      </p:sp>
      <p:sp>
        <p:nvSpPr>
          <p:cNvPr id="1052026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27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28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2029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30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052031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1052032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algn="l" defTabSz="914400" eaLnBrk="1" fontAlgn="auto" hangingPunct="1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052033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9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99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1052034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035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017" name="Straight Connector 383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18" name="Straight Connector 384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19" name="Straight Connector 385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0" name="Straight Connector 386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1" name="Straight Connector 387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2" name="Straight Connector 388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0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1052036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037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023" name="Straight Connector 400"/>
            <p:cNvCxnSpPr>
              <a:cxnSpLocks/>
            </p:cNvCxnSpPr>
            <p:nvPr/>
          </p:nvCxnSpPr>
          <p:spPr>
            <a:xfrm flipV="1">
              <a:off x="5270526" y="2029553"/>
              <a:ext cx="295249" cy="73468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4" name="Straight Connector 401"/>
            <p:cNvCxnSpPr>
              <a:cxnSpLocks/>
            </p:cNvCxnSpPr>
            <p:nvPr/>
          </p:nvCxnSpPr>
          <p:spPr>
            <a:xfrm flipV="1">
              <a:off x="5275406" y="2261710"/>
              <a:ext cx="290369" cy="1675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5" name="Straight Connector 402"/>
            <p:cNvCxnSpPr>
              <a:cxnSpLocks/>
            </p:cNvCxnSpPr>
            <p:nvPr/>
          </p:nvCxnSpPr>
          <p:spPr>
            <a:xfrm flipV="1">
              <a:off x="5275406" y="2151772"/>
              <a:ext cx="290369" cy="48402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6" name="Straight Connector 403"/>
            <p:cNvCxnSpPr>
              <a:cxnSpLocks/>
            </p:cNvCxnSpPr>
            <p:nvPr/>
          </p:nvCxnSpPr>
          <p:spPr>
            <a:xfrm>
              <a:off x="5270094" y="2354086"/>
              <a:ext cx="295681" cy="0"/>
            </a:xfrm>
            <a:prstGeom prst="line"/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7" name="Straight Connector 404"/>
            <p:cNvCxnSpPr>
              <a:cxnSpLocks/>
            </p:cNvCxnSpPr>
            <p:nvPr/>
          </p:nvCxnSpPr>
          <p:spPr>
            <a:xfrm flipV="1">
              <a:off x="5950242" y="1866900"/>
              <a:ext cx="0" cy="465273"/>
            </a:xfrm>
            <a:prstGeom prst="line"/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28" name="Straight Connector 405"/>
            <p:cNvCxnSpPr>
              <a:cxnSpLocks/>
            </p:cNvCxnSpPr>
            <p:nvPr/>
          </p:nvCxnSpPr>
          <p:spPr>
            <a:xfrm>
              <a:off x="5628589" y="1936750"/>
              <a:ext cx="0" cy="476854"/>
            </a:xfrm>
            <a:prstGeom prst="line"/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2038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57000">
                <a:schemeClr val="accent5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prstTxWarp prst="textNoShape"/>
            <a:no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39" name="TextBox 572"/>
          <p:cNvSpPr txBox="1"/>
          <p:nvPr/>
        </p:nvSpPr>
        <p:spPr>
          <a:xfrm>
            <a:off x="9427201" y="1851195"/>
            <a:ext cx="1725088" cy="28623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1052040" name="Rectangle 654"/>
          <p:cNvSpPr/>
          <p:nvPr/>
        </p:nvSpPr>
        <p:spPr>
          <a:xfrm>
            <a:off x="9279068" y="3677908"/>
            <a:ext cx="305749" cy="197847"/>
          </a:xfrm>
          <a:prstGeom prst="rect"/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41" name="TextBox 652"/>
          <p:cNvSpPr txBox="1"/>
          <p:nvPr/>
        </p:nvSpPr>
        <p:spPr>
          <a:xfrm>
            <a:off x="8766162" y="3447919"/>
            <a:ext cx="1040639" cy="480131"/>
          </a:xfrm>
          <a:prstGeom prst="rect"/>
          <a:noFill/>
        </p:spPr>
        <p:txBody>
          <a:bodyPr rtlCol="0" wrap="squar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1052042" name="TextBox 656"/>
          <p:cNvSpPr txBox="1"/>
          <p:nvPr/>
        </p:nvSpPr>
        <p:spPr>
          <a:xfrm>
            <a:off x="10917767" y="4677937"/>
            <a:ext cx="813043" cy="383182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05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1052043" name="TextBox 657"/>
          <p:cNvSpPr txBox="1"/>
          <p:nvPr/>
        </p:nvSpPr>
        <p:spPr>
          <a:xfrm>
            <a:off x="10063018" y="4228248"/>
            <a:ext cx="843051" cy="6740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baseline="0" b="0" cap="none" dirty="0" sz="1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6029" name="Straight Connector 829"/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0" name="Straight Connector 826"/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1" name="Straight Connector 824"/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2" name="Straight Connector 822"/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3" name="Straight Connector 818"/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4" name="Straight Connector 817"/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5" name="Straight Connector 815"/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6" name="Straight Connector 812"/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7" name="Straight Connector 810"/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8" name="Straight Connector 807"/>
          <p:cNvCxnSpPr>
            <a:cxnSpLocks/>
          </p:cNvCxnSpPr>
          <p:nvPr/>
        </p:nvCxnSpPr>
        <p:spPr>
          <a:xfrm>
            <a:off x="10137668" y="2754692"/>
            <a:ext cx="488174" cy="839333"/>
          </a:xfrm>
          <a:prstGeom prst="lin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39" name="Straight Connector 562"/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0" name="Straight Connector 563"/>
          <p:cNvCxnSpPr>
            <a:cxnSpLocks/>
          </p:cNvCxnSpPr>
          <p:nvPr/>
        </p:nvCxnSpPr>
        <p:spPr>
          <a:xfrm flipH="1">
            <a:off x="10100635" y="2169432"/>
            <a:ext cx="761467" cy="577355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1" name="Straight Connector 564"/>
          <p:cNvCxnSpPr>
            <a:cxnSpLocks/>
          </p:cNvCxnSpPr>
          <p:nvPr/>
        </p:nvCxnSpPr>
        <p:spPr>
          <a:xfrm flipH="1">
            <a:off x="10100635" y="2268313"/>
            <a:ext cx="397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2" name="Straight Connector 565"/>
          <p:cNvCxnSpPr>
            <a:cxnSpLocks/>
          </p:cNvCxnSpPr>
          <p:nvPr/>
        </p:nvCxnSpPr>
        <p:spPr>
          <a:xfrm flipH="1">
            <a:off x="10672135" y="2200506"/>
            <a:ext cx="149360" cy="51846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3" name="Straight Connector 566"/>
          <p:cNvCxnSpPr>
            <a:cxnSpLocks/>
          </p:cNvCxnSpPr>
          <p:nvPr/>
        </p:nvCxnSpPr>
        <p:spPr>
          <a:xfrm flipH="1">
            <a:off x="10142166" y="2718967"/>
            <a:ext cx="574283" cy="27820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4" name="Straight Connector 567"/>
          <p:cNvCxnSpPr>
            <a:cxnSpLocks/>
          </p:cNvCxnSpPr>
          <p:nvPr/>
        </p:nvCxnSpPr>
        <p:spPr>
          <a:xfrm flipH="1">
            <a:off x="10069542" y="2169432"/>
            <a:ext cx="788589" cy="98881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5" name="Straight Connector 568"/>
          <p:cNvCxnSpPr>
            <a:cxnSpLocks/>
          </p:cNvCxnSpPr>
          <p:nvPr/>
        </p:nvCxnSpPr>
        <p:spPr>
          <a:xfrm flipH="1">
            <a:off x="10862103" y="2127325"/>
            <a:ext cx="279002" cy="421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6" name="Straight Connector 569"/>
          <p:cNvCxnSpPr>
            <a:cxnSpLocks/>
          </p:cNvCxnSpPr>
          <p:nvPr/>
        </p:nvCxnSpPr>
        <p:spPr>
          <a:xfrm flipH="1" flipV="1">
            <a:off x="10681994" y="2718967"/>
            <a:ext cx="353541" cy="67807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6047" name="Straight Connector 573"/>
          <p:cNvCxnSpPr>
            <a:cxnSpLocks/>
          </p:cNvCxnSpPr>
          <p:nvPr/>
        </p:nvCxnSpPr>
        <p:spPr>
          <a:xfrm flipH="1">
            <a:off x="8769223" y="2268313"/>
            <a:ext cx="1300319" cy="606622"/>
          </a:xfrm>
          <a:prstGeom prst="line"/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2044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45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046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/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01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052047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48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2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4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5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5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5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3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052053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54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4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55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56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57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58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5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052059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60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61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62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63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64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7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052065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66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8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67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68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69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70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9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052071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72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0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73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74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75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76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11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1052077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78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7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8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8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8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13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1052083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84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4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85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86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87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88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15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1052089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90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6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91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92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93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94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17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1052095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096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8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09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9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09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10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2097563" name="Picture 653" descr="iphone_stylized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 cstate="print"/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/>
          <a:noFill/>
          <a:ln>
            <a:noFill/>
          </a:ln>
        </p:spPr>
      </p:pic>
      <p:pic>
        <p:nvPicPr>
          <p:cNvPr id="2097564" name="Picture 1018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/>
          <a:noFill/>
          <a:ln>
            <a:noFill/>
          </a:ln>
        </p:spPr>
      </p:pic>
      <p:sp>
        <p:nvSpPr>
          <p:cNvPr id="1052101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65" name="Picture 1020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3" cstate="print"/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/>
          <a:noFill/>
          <a:ln>
            <a:noFill/>
          </a:ln>
        </p:spPr>
      </p:pic>
      <p:sp>
        <p:nvSpPr>
          <p:cNvPr id="1052102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03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04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05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06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07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9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052108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09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10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11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12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13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11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1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1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1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1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1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66" name="Picture 568" descr="light2.png"/>
          <p:cNvPicPr>
            <a:picLocks noChangeAspect="1"/>
          </p:cNvPicPr>
          <p:nvPr/>
        </p:nvPicPr>
        <p:blipFill>
          <a:blip xmlns:r="http://schemas.openxmlformats.org/officeDocument/2006/relationships" r:embed="rId4"/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/>
          <a:noFill/>
          <a:ln>
            <a:noFill/>
          </a:ln>
        </p:spPr>
      </p:pic>
      <p:pic>
        <p:nvPicPr>
          <p:cNvPr id="2097567" name="Picture 603" descr="car_icon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5"/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/>
          <a:noFill/>
          <a:ln>
            <a:noFill/>
          </a:ln>
        </p:spPr>
      </p:pic>
      <p:pic>
        <p:nvPicPr>
          <p:cNvPr id="2097568" name="Picture 111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6" cstate="print"/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/>
          <a:noFill/>
          <a:ln>
            <a:noFill/>
          </a:ln>
        </p:spPr>
      </p:pic>
      <p:sp>
        <p:nvSpPr>
          <p:cNvPr id="1052120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69" name="Picture 111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7"/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/>
          <a:noFill/>
          <a:ln>
            <a:noFill/>
          </a:ln>
        </p:spPr>
      </p:pic>
      <p:sp>
        <p:nvSpPr>
          <p:cNvPr id="1052121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22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23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24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25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26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20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052127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28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29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30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31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32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133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34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35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36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37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38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70" name="Picture 1140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8"/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/>
          <a:noFill/>
          <a:ln>
            <a:noFill/>
          </a:ln>
        </p:spPr>
      </p:pic>
      <p:sp>
        <p:nvSpPr>
          <p:cNvPr id="1052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71" name="Picture 571" descr="fridge2.png"/>
          <p:cNvPicPr>
            <a:picLocks noChangeAspect="1"/>
          </p:cNvPicPr>
          <p:nvPr/>
        </p:nvPicPr>
        <p:blipFill>
          <a:blip xmlns:r="http://schemas.openxmlformats.org/officeDocument/2006/relationships" r:embed="rId9" cstate="print"/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/>
          <a:noFill/>
          <a:ln>
            <a:noFill/>
          </a:ln>
        </p:spPr>
      </p:pic>
      <p:grpSp>
        <p:nvGrpSpPr>
          <p:cNvPr id="102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1052140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41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42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43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44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2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2145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146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147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23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2148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149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150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51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24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2152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153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154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5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2155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156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157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58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59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60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61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62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63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64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65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66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167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026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2097572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21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573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/>
          <a:noFill/>
          <a:ln>
            <a:noFill/>
          </a:ln>
        </p:spPr>
      </p:pic>
      <p:sp>
        <p:nvSpPr>
          <p:cNvPr id="1052169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74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/>
          <a:noFill/>
          <a:ln>
            <a:noFill/>
          </a:ln>
        </p:spPr>
      </p:pic>
      <p:sp>
        <p:nvSpPr>
          <p:cNvPr id="105217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7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7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7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7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7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27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052176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77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78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79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80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81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182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83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84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85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86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87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28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2097575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218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9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2097576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21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577" name="Picture 1066" descr="laptop_keyboard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1"/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/>
          <a:noFill/>
          <a:ln>
            <a:noFill/>
          </a:ln>
        </p:spPr>
      </p:pic>
      <p:sp>
        <p:nvSpPr>
          <p:cNvPr id="1052190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578" name="Picture 1068" descr="screen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2"/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/>
          <a:noFill/>
          <a:ln>
            <a:noFill/>
          </a:ln>
        </p:spPr>
      </p:pic>
      <p:sp>
        <p:nvSpPr>
          <p:cNvPr id="105219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9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9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9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9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19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30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1052197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98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199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00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01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02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203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204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205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206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207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208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31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052209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10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11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12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13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32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2214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215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216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33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2217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218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219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20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034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222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22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223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35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2224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225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2226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27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28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29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30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231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32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33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34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35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236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036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2097579" name="Picture 5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0" cstate="print"/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/>
            <a:noFill/>
            <a:ln>
              <a:noFill/>
            </a:ln>
          </p:spPr>
        </p:pic>
        <p:sp>
          <p:nvSpPr>
            <p:cNvPr id="1052237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37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038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097580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3"/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/>
              <a:noFill/>
              <a:ln>
                <a:noFill/>
              </a:ln>
            </p:spPr>
          </p:pic>
          <p:sp>
            <p:nvSpPr>
              <p:cNvPr id="1052238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39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1052239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0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1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2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3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4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5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6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7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8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49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50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51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52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53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/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0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1052254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2255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041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2256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57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58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59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2097581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4"/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82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83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/>
              <a:noFill/>
              <a:ln>
                <a:noFill/>
              </a:ln>
            </p:spPr>
          </p:pic>
          <p:pic>
            <p:nvPicPr>
              <p:cNvPr id="2097584" name="Picture 1017" descr="antenna_stylized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5" cstate="print"/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/>
              <a:noFill/>
              <a:ln>
                <a:noFill/>
              </a:ln>
            </p:spPr>
          </p:pic>
        </p:grpSp>
        <p:grpSp>
          <p:nvGrpSpPr>
            <p:cNvPr id="104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097585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6"/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/>
              <a:noFill/>
              <a:ln>
                <a:noFill/>
              </a:ln>
            </p:spPr>
          </p:pic>
          <p:grpSp>
            <p:nvGrpSpPr>
              <p:cNvPr id="1043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1052260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61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586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7" cstate="print"/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1044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1052262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2263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045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2264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65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66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67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587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588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8"/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104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1047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1052268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2269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04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2270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71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72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73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049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146048" name="Straight Connector 392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050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589" name="Picture 395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590" name="Picture 396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591" name="Picture 397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</p:grpSp>
        <p:grpSp>
          <p:nvGrpSpPr>
            <p:cNvPr id="1051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1052274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275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276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52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1052277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78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79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80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81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82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83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84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285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97592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0"/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593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1053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2286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2287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05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2288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89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90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91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55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2292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293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056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229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9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9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29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57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2298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2299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058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2300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01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02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03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5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1052304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/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305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060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052306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07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08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09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61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1052310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2311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062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2312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13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14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2315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594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595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21"/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/>
                <a:noFill/>
                <a:ln>
                  <a:noFill/>
                </a:ln>
              </p:spPr>
            </p:pic>
          </p:grpSp>
        </p:grpSp>
        <p:grpSp>
          <p:nvGrpSpPr>
            <p:cNvPr id="1063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1064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146049" name="Straight Connector 375"/>
                <p:cNvCxnSpPr>
                  <a:cxnSpLocks/>
                </p:cNvCxnSpPr>
                <p:nvPr/>
              </p:nvCxnSpPr>
              <p:spPr>
                <a:xfrm>
                  <a:off x="5103720" y="2914214"/>
                  <a:ext cx="232559" cy="0"/>
                </a:xfrm>
                <a:prstGeom prst="line"/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065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2097596" name="Picture 378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/>
                </p:spPr>
              </p:pic>
              <p:pic>
                <p:nvPicPr>
                  <p:cNvPr id="2097597" name="Picture 379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/>
                </p:spPr>
              </p:pic>
              <p:pic>
                <p:nvPicPr>
                  <p:cNvPr id="2097598" name="Picture 380" descr="server_rack.png"/>
                  <p:cNvPicPr>
                    <a:picLocks noChangeAspect="1"/>
                  </p:cNvPicPr>
                  <p:nvPr/>
                </p:nvPicPr>
                <p:blipFill>
                  <a:blip xmlns:r="http://schemas.openxmlformats.org/officeDocument/2006/relationships" r:embed="rId19"/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/>
                </p:spPr>
              </p:pic>
            </p:grpSp>
          </p:grpSp>
          <p:grpSp>
            <p:nvGrpSpPr>
              <p:cNvPr id="1066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1052316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52317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/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067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052318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319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320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321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1068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1052322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323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/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324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32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36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0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20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29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p>
            <a:r>
              <a:rPr altLang="en-US" dirty="0" lang="en-US">
                <a:ea typeface="ＭＳ Ｐゴシック" panose="020B0600070205080204" pitchFamily="34" charset="-128"/>
              </a:rPr>
              <a:t>Two key network-core functions</a:t>
            </a:r>
            <a:endParaRPr dirty="0" lang="en-US"/>
          </a:p>
        </p:txBody>
      </p:sp>
      <p:sp>
        <p:nvSpPr>
          <p:cNvPr id="1052330" name="Freeform 2"/>
          <p:cNvSpPr/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1" name="Freeform 6"/>
          <p:cNvSpPr/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2" name="Freeform 91"/>
          <p:cNvSpPr/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3" name="Freeform 92"/>
          <p:cNvSpPr/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4" name="Freeform 93"/>
          <p:cNvSpPr/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5" name="Freeform 94"/>
          <p:cNvSpPr/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6" name="Freeform 95"/>
          <p:cNvSpPr/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337" name="Freeform 96"/>
          <p:cNvSpPr/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72" name="Group 11"/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1052338" name="Text Box 100"/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1052339" name="Text Box 101"/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1052340" name="Text Box 102"/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1052341" name="Line 107"/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73" name="Group 10"/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1074" name="Group 1"/>
            <p:cNvGrpSpPr/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1052342" name="Rectangle 98"/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/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43" name="Line 99"/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/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44" name="Rectangle 104"/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/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45" name="Text Box 105"/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base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2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1052346" name="Text Box 106"/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algn="l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altLang="ja-JP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altLang="en-US" baseline="0" b="0" cap="none" dirty="0" sz="16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47" name="Line 119"/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75" name="Group 7"/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1052348" name="Freeform 122"/>
            <p:cNvSpPr/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076" name="Group 126"/>
            <p:cNvGrpSpPr/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1052349" name="Rectangle 127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/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0" name="Oval 128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/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1" name="Rectangle 129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/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2" name="Line 130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3" name="Line 131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4" name="Line 132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5" name="AutoShape 133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1077" name="Group 8"/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1052356" name="Freeform 121"/>
            <p:cNvSpPr/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078" name="Group 134"/>
            <p:cNvGrpSpPr/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1052357" name="Rectangle 135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/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8" name="Oval 136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/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59" name="Rectangle 137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/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60" name="Line 138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61" name="Line 139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62" name="Line 140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63" name="AutoShape 141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1079" name="Group 3"/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1052364" name="Freeform 123"/>
            <p:cNvSpPr/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65" name="Rectangle 143"/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/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66" name="Oval 144"/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/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67" name="Rectangle 145"/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/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68" name="Line 146"/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69" name="Line 147"/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70" name="Line 148"/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371" name="AutoShape 149"/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80" name="Group 5"/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1052372" name="Freeform 125"/>
            <p:cNvSpPr/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081" name="Group 150"/>
            <p:cNvGrpSpPr/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1052373" name="Rectangle 151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/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74" name="Oval 152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/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75" name="Rectangle 153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/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76" name="Line 154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77" name="Line 155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78" name="Line 156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79" name="AutoShape 157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1082" name="Group 6"/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1052380" name="Freeform 124"/>
            <p:cNvSpPr/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083" name="Group 158"/>
            <p:cNvGrpSpPr/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1052381" name="Rectangle 159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/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82" name="Oval 160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/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83" name="Rectangle 161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/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84" name="Line 162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85" name="Line 163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86" name="Line 164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387" name="AutoShape 165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1084" name="Group 767"/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1052388" name="Freeform 76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389" name="Oval 76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5" name="Group 77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390" name="Freeform 77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391" name="Freeform 77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392" name="Freeform 77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393" name="Freeform 77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86" name="Group 775"/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1052394" name="Freeform 7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395" name="Oval 77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7" name="Group 7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396" name="Freeform 7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397" name="Freeform 7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398" name="Freeform 7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399" name="Freeform 7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88" name="Group 783"/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1052400" name="Freeform 78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401" name="Oval 78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9" name="Group 78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402" name="Freeform 78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03" name="Freeform 78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04" name="Freeform 78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05" name="Freeform 79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90" name="Group 791"/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1052406" name="Freeform 79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407" name="Oval 79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1" name="Group 79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408" name="Freeform 79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09" name="Freeform 79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10" name="Freeform 79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11" name="Freeform 79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92" name="Group 799"/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1052412" name="Freeform 80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413" name="Oval 80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3" name="Group 80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414" name="Freeform 80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15" name="Freeform 80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16" name="Freeform 80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17" name="Freeform 80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94" name="Group 807"/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1052418" name="Freeform 80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419" name="Oval 80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95" name="Group 81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420" name="Freeform 81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21" name="Freeform 81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22" name="Freeform 81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423" name="Freeform 81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96" name="Group 2"/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1052424" name="Freeform 3"/>
            <p:cNvSpPr/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7500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25" name="Rectangle 4"/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/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26" name="Oval 5"/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/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27" name="Text Box 108"/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1052428" name="Rectangle 109"/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/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29" name="Text Box 111"/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1052430" name="Text Box 112"/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1052431" name="Line 113"/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32" name="Text Box 114"/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algn="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algn="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algn="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1052433" name="Text Box 115"/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2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1052434" name="Line 116"/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35" name="Line 117"/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36" name="Text Box 108"/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1052437" name="AutoShape 118"/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2438" name="Content Placeholder 4"/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/>
          </a:bodyPr>
          <a:p>
            <a:pPr indent="0" marL="130175">
              <a:buNone/>
            </a:pPr>
            <a:r>
              <a:rPr altLang="en-US" dirty="0" sz="300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altLang="en-US" dirty="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altLang="en-US" dirty="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altLang="en-US" dirty="0" lang="en-US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altLang="en-US" dirty="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altLang="en-US" dirty="0" i="1" lang="en-US">
                <a:ea typeface="ＭＳ Ｐゴシック" panose="020B0600070205080204" pitchFamily="34" charset="-128"/>
              </a:rPr>
              <a:t> </a:t>
            </a:r>
            <a:r>
              <a:rPr altLang="en-US" dirty="0" lang="en-US">
                <a:ea typeface="ＭＳ Ｐゴシック" panose="020B0600070205080204" pitchFamily="34" charset="-128"/>
              </a:rPr>
              <a:t>action: move arriving packets from router’</a:t>
            </a:r>
            <a:r>
              <a:rPr altLang="ja-JP" dirty="0" lang="en-US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dirty="0" lang="en-US"/>
          </a:p>
        </p:txBody>
      </p:sp>
      <p:cxnSp>
        <p:nvCxnSpPr>
          <p:cNvPr id="3146050" name="Straight Connector 421888"/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/>
          <a:noFill/>
          <a:ln w="19050">
            <a:solidFill>
              <a:srgbClr val="C00000"/>
            </a:solidFill>
            <a:round/>
            <a:headEnd/>
            <a:tailEnd/>
          </a:ln>
        </p:spPr>
      </p:cxnSp>
      <p:grpSp>
        <p:nvGrpSpPr>
          <p:cNvPr id="1097" name="Group 172"/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052439" name="Rectangle 173"/>
            <p:cNvSpPr/>
            <p:nvPr/>
          </p:nvSpPr>
          <p:spPr>
            <a:xfrm>
              <a:off x="6192122" y="4338108"/>
              <a:ext cx="2006600" cy="295974"/>
            </a:xfrm>
            <a:prstGeom prst="rect"/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440" name="Text Box 110"/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/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098" name="Group 175"/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052441" name="Rectangle 176"/>
            <p:cNvSpPr/>
            <p:nvPr/>
          </p:nvSpPr>
          <p:spPr>
            <a:xfrm>
              <a:off x="7050700" y="6168940"/>
              <a:ext cx="476401" cy="45719"/>
            </a:xfrm>
            <a:prstGeom prst="rect"/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442" name="Rectangle 177"/>
            <p:cNvSpPr/>
            <p:nvPr/>
          </p:nvSpPr>
          <p:spPr>
            <a:xfrm>
              <a:off x="6359921" y="5968768"/>
              <a:ext cx="476401" cy="45719"/>
            </a:xfrm>
            <a:prstGeom prst="rect"/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443" name="Rectangle 178"/>
            <p:cNvSpPr/>
            <p:nvPr/>
          </p:nvSpPr>
          <p:spPr>
            <a:xfrm>
              <a:off x="5698975" y="6141541"/>
              <a:ext cx="476401" cy="45719"/>
            </a:xfrm>
            <a:prstGeom prst="rect"/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444" name="Rectangle 179"/>
            <p:cNvSpPr/>
            <p:nvPr/>
          </p:nvSpPr>
          <p:spPr>
            <a:xfrm>
              <a:off x="7405975" y="4146032"/>
              <a:ext cx="476401" cy="45719"/>
            </a:xfrm>
            <a:prstGeom prst="rect"/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445" name="Rectangle 180"/>
            <p:cNvSpPr/>
            <p:nvPr/>
          </p:nvSpPr>
          <p:spPr>
            <a:xfrm>
              <a:off x="6407517" y="3819688"/>
              <a:ext cx="476401" cy="45719"/>
            </a:xfrm>
            <a:prstGeom prst="rect"/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446" name="Content Placeholder 4"/>
          <p:cNvSpPr txBox="1"/>
          <p:nvPr/>
        </p:nvSpPr>
        <p:spPr>
          <a:xfrm>
            <a:off x="8430283" y="1824271"/>
            <a:ext cx="3555414" cy="3006243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11113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0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algn="l" defTabSz="914400" eaLnBrk="1" fontAlgn="auto" hangingPunct="1" indent="-285750" latinLnBrk="0" lvl="0" marL="40005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algn="l" defTabSz="914400" eaLnBrk="1" fontAlgn="auto" hangingPunct="1" indent="-285750" latinLnBrk="0" lvl="0" marL="40005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447" name="Freeform 120"/>
          <p:cNvSpPr/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</p:spPr>
        <p:txBody>
          <a:bodyPr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99" name="Group 192"/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052448" name="Oval 5"/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/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49" name="Text Box 108"/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052450" name="Freeform 195"/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00" name="Group 196"/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3146051" name="Straight Connector 421894"/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/>
            <a:noFill/>
            <a:ln w="19050">
              <a:solidFill>
                <a:srgbClr val="C00000"/>
              </a:solidFill>
              <a:round/>
              <a:headEnd/>
              <a:tailEnd/>
            </a:ln>
          </p:spPr>
        </p:cxnSp>
        <p:cxnSp>
          <p:nvCxnSpPr>
            <p:cNvPr id="3146052" name="Straight Connector 421894"/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/>
            <a:noFill/>
            <a:ln w="19050">
              <a:solidFill>
                <a:srgbClr val="C00000"/>
              </a:solidFill>
              <a:round/>
              <a:headEnd/>
              <a:tailEnd/>
            </a:ln>
          </p:spPr>
        </p:cxnSp>
        <p:cxnSp>
          <p:nvCxnSpPr>
            <p:cNvPr id="3146053" name="Straight Connector 421894"/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/>
            <a:noFill/>
            <a:ln w="19050">
              <a:solidFill>
                <a:srgbClr val="C00000"/>
              </a:solidFill>
              <a:round/>
              <a:headEnd/>
              <a:tailEnd/>
            </a:ln>
          </p:spPr>
        </p:cxnSp>
        <p:grpSp>
          <p:nvGrpSpPr>
            <p:cNvPr id="1101" name="Group 200"/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1052451" name="Freeform 201"/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146054" name="Straight Connector 421894"/>
              <p:cNvCxnSpPr>
                <a:cxnSpLocks noChangeShapeType="1"/>
                <a:stCxn id="1052451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/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</p:spPr>
          </p:cxnSp>
          <p:cxnSp>
            <p:nvCxnSpPr>
              <p:cNvPr id="3146055" name="Straight Connector 421894"/>
              <p:cNvCxnSpPr>
                <a:cxnSpLocks noChangeShapeType="1"/>
                <a:stCxn id="1052451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/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</p:spPr>
          </p:cxnSp>
        </p:grpSp>
      </p:grpSp>
      <p:grpSp>
        <p:nvGrpSpPr>
          <p:cNvPr id="1102" name="Group 204"/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1052452" name="Oval 144"/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/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53" name="Oval 144"/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/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54" name="Oval 144"/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/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55" name="Oval 144"/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/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456" name="Oval 144"/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/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245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37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7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0"/>
                                        <p:tgtEl>
                                          <p:spTgt spid="1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1" nodeType="with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13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4" nodeType="with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6"/>
                                        <p:tgtEl>
                                          <p:spTgt spid="1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7" nodeType="with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9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0" nodeType="with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22"/>
                                        <p:tgtEl>
                                          <p:spTgt spid="1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5"/>
                                        <p:tgtEl>
                                          <p:spTgt spid="1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6">
                      <p:stCondLst>
                        <p:cond delay="indefinite"/>
                      </p:stCondLst>
                      <p:childTnLst>
                        <p:par>
                          <p:cTn fill="hold" id="27">
                            <p:stCondLst>
                              <p:cond delay="0"/>
                            </p:stCondLst>
                            <p:childTnLst>
                              <p:par>
                                <p:cTn fill="hold" id="2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0"/>
                                        <p:tgtEl>
                                          <p:spTgt spid="1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3"/>
                                        <p:tgtEl>
                                          <p:spTgt spid="3146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3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6"/>
                                        <p:tgtEl>
                                          <p:spTgt spid="10524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3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9"/>
                                        <p:tgtEl>
                                          <p:spTgt spid="10524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40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2"/>
                                        <p:tgtEl>
                                          <p:spTgt spid="10524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4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5"/>
                                        <p:tgtEl>
                                          <p:spTgt spid="1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46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8"/>
                                        <p:tgtEl>
                                          <p:spTgt spid="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9">
                      <p:stCondLst>
                        <p:cond delay="indefinite"/>
                      </p:stCondLst>
                      <p:childTnLst>
                        <p:par>
                          <p:cTn fill="hold" id="50">
                            <p:stCondLst>
                              <p:cond delay="0"/>
                            </p:stCondLst>
                            <p:childTnLst>
                              <p:par>
                                <p:cTn fill="hold" id="51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52"/>
                                        <p:tgtEl>
                                          <p:spTgt spid="10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53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54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55"/>
                                        <p:tgtEl>
                                          <p:spTgt spid="10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56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5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59"/>
                                        <p:tgtEl>
                                          <p:spTgt spid="1052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60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2"/>
                                        <p:tgtEl>
                                          <p:spTgt spid="1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6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5"/>
                                        <p:tgtEl>
                                          <p:spTgt spid="1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66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8"/>
                                        <p:tgtEl>
                                          <p:spTgt spid="1052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6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1"/>
                                        <p:tgtEl>
                                          <p:spTgt spid="1052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72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4"/>
                                        <p:tgtEl>
                                          <p:spTgt spid="1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38" grpId="0" uiExpand="1" build="p"/>
      <p:bldP spid="1052446" grpId="0"/>
      <p:bldP spid="1052447" grpId="0" animBg="1"/>
      <p:bldP spid="1052450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599" name="Picture 3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655093" y="671089"/>
            <a:ext cx="10922758" cy="5252742"/>
          </a:xfrm>
          <a:prstGeom prst="rect"/>
        </p:spPr>
      </p:pic>
      <p:sp>
        <p:nvSpPr>
          <p:cNvPr id="1052461" name="Freeform 11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462" name="TextBox 12"/>
          <p:cNvSpPr txBox="1"/>
          <p:nvPr/>
        </p:nvSpPr>
        <p:spPr>
          <a:xfrm>
            <a:off x="4994031" y="2985477"/>
            <a:ext cx="2000548" cy="830997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4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105246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38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3000" id="7"/>
                                        <p:tgtEl>
                                          <p:spTgt spid="1052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61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600" name="Picture 3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655093" y="671089"/>
            <a:ext cx="10922758" cy="5252742"/>
          </a:xfrm>
          <a:prstGeom prst="rect"/>
        </p:spPr>
      </p:pic>
      <p:sp>
        <p:nvSpPr>
          <p:cNvPr id="1052467" name="Freeform 13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09" name="Group 9"/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2097601" name="Picture 7" descr="A close up of a map  Description automatically generated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2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/>
          </p:spPr>
        </p:pic>
        <p:sp>
          <p:nvSpPr>
            <p:cNvPr id="1052468" name="Freeform 8"/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469" name="TextBox 5"/>
          <p:cNvSpPr txBox="1"/>
          <p:nvPr/>
        </p:nvSpPr>
        <p:spPr>
          <a:xfrm>
            <a:off x="1649047" y="2813539"/>
            <a:ext cx="2230675" cy="6463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36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1110" name="Group 6"/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2097602" name="Picture 10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3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/>
          </p:spPr>
        </p:pic>
        <p:sp>
          <p:nvSpPr>
            <p:cNvPr id="1052470" name="Freeform 11"/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471" name="TextBox 12"/>
          <p:cNvSpPr txBox="1"/>
          <p:nvPr/>
        </p:nvSpPr>
        <p:spPr>
          <a:xfrm>
            <a:off x="9032426" y="2448581"/>
            <a:ext cx="2230675" cy="646331"/>
          </a:xfrm>
          <a:prstGeom prst="rect"/>
          <a:noFill/>
        </p:spPr>
        <p:txBody>
          <a:bodyPr rtlCol="0"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36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05247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39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7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12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2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0"/>
                                        <p:tgtEl>
                                          <p:spTgt spid="1052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69" grpId="0"/>
      <p:bldP spid="105247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76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p>
            <a:r>
              <a:rPr altLang="ja-JP" dirty="0" lang="en-US"/>
              <a:t>Packet-switching: store-and-forward</a:t>
            </a:r>
            <a:endParaRPr dirty="0" lang="en-US"/>
          </a:p>
        </p:txBody>
      </p:sp>
      <p:sp>
        <p:nvSpPr>
          <p:cNvPr id="1052477" name="Content Placeholder 2"/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p>
            <a:pPr indent="-287338" marL="287338"/>
            <a:r>
              <a:rPr altLang="en-US" dirty="0" sz="260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altLang="en-US" dirty="0" sz="2600" lang="en-US">
                <a:ea typeface="ＭＳ Ｐゴシック" panose="020B0600070205080204" pitchFamily="34" charset="-128"/>
              </a:rPr>
              <a:t>takes </a:t>
            </a:r>
            <a:r>
              <a:rPr altLang="en-US" dirty="0" sz="2600" i="1" lang="en-US">
                <a:ea typeface="ＭＳ Ｐゴシック" panose="020B0600070205080204" pitchFamily="34" charset="-128"/>
              </a:rPr>
              <a:t>L</a:t>
            </a:r>
            <a:r>
              <a:rPr altLang="en-US" dirty="0" sz="2600" lang="en-US">
                <a:ea typeface="ＭＳ Ｐゴシック" panose="020B0600070205080204" pitchFamily="34" charset="-128"/>
              </a:rPr>
              <a:t>/</a:t>
            </a:r>
            <a:r>
              <a:rPr altLang="en-US" dirty="0" sz="2600" i="1" lang="en-US">
                <a:ea typeface="ＭＳ Ｐゴシック" panose="020B0600070205080204" pitchFamily="34" charset="-128"/>
              </a:rPr>
              <a:t>R</a:t>
            </a:r>
            <a:r>
              <a:rPr altLang="en-US" dirty="0" sz="2600" lang="en-US">
                <a:ea typeface="ＭＳ Ｐゴシック" panose="020B0600070205080204" pitchFamily="34" charset="-128"/>
              </a:rPr>
              <a:t> seconds to transmit (push out) </a:t>
            </a:r>
            <a:r>
              <a:rPr altLang="en-US" dirty="0" sz="2600" i="1" lang="en-US">
                <a:ea typeface="ＭＳ Ｐゴシック" panose="020B0600070205080204" pitchFamily="34" charset="-128"/>
              </a:rPr>
              <a:t>L</a:t>
            </a:r>
            <a:r>
              <a:rPr altLang="en-US" dirty="0" sz="2600" lang="en-US">
                <a:ea typeface="ＭＳ Ｐゴシック" panose="020B0600070205080204" pitchFamily="34" charset="-128"/>
              </a:rPr>
              <a:t>-bit packet into link at </a:t>
            </a:r>
            <a:r>
              <a:rPr altLang="en-US" dirty="0" sz="2600" i="1" lang="en-US">
                <a:ea typeface="ＭＳ Ｐゴシック" panose="020B0600070205080204" pitchFamily="34" charset="-128"/>
              </a:rPr>
              <a:t>R</a:t>
            </a:r>
            <a:r>
              <a:rPr altLang="en-US" dirty="0" sz="2600" lang="en-US">
                <a:ea typeface="ＭＳ Ｐゴシック" panose="020B0600070205080204" pitchFamily="34" charset="-128"/>
              </a:rPr>
              <a:t> bps</a:t>
            </a:r>
          </a:p>
          <a:p>
            <a:pPr indent="-287338" marL="287338"/>
            <a:r>
              <a:rPr altLang="en-US" dirty="0" sz="2600" i="1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altLang="en-US" dirty="0" sz="2600" i="1" lang="en-US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altLang="en-US" dirty="0" sz="2600" i="1" lang="en-US">
                <a:ea typeface="ＭＳ Ｐゴシック" panose="020B0600070205080204" pitchFamily="34" charset="-128"/>
              </a:rPr>
              <a:t>entire</a:t>
            </a:r>
            <a:r>
              <a:rPr altLang="en-US" dirty="0" sz="2600" lang="en-US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altLang="en-US" dirty="0" lang="en-US">
              <a:ea typeface="ＭＳ Ｐゴシック" panose="020B0600070205080204" pitchFamily="34" charset="-128"/>
            </a:endParaRPr>
          </a:p>
          <a:p>
            <a:pPr indent="-287338" marL="287338">
              <a:spcBef>
                <a:spcPts val="400"/>
              </a:spcBef>
            </a:pPr>
            <a:endParaRPr altLang="en-US" dirty="0" lang="en-US">
              <a:ea typeface="ＭＳ Ｐゴシック" panose="020B0600070205080204" pitchFamily="34" charset="-128"/>
            </a:endParaRPr>
          </a:p>
          <a:p>
            <a:pPr indent="0" marL="174625">
              <a:spcBef>
                <a:spcPts val="400"/>
              </a:spcBef>
              <a:buSzPct val="75000"/>
              <a:buNone/>
            </a:pPr>
            <a:endParaRPr altLang="en-US" dirty="0" lang="en-US"/>
          </a:p>
          <a:p>
            <a:pPr>
              <a:spcBef>
                <a:spcPts val="400"/>
              </a:spcBef>
            </a:pPr>
            <a:endParaRPr dirty="0" lang="en-US"/>
          </a:p>
        </p:txBody>
      </p:sp>
      <p:sp>
        <p:nvSpPr>
          <p:cNvPr id="1052478" name="TextBox 443"/>
          <p:cNvSpPr txBox="1"/>
          <p:nvPr/>
        </p:nvSpPr>
        <p:spPr>
          <a:xfrm>
            <a:off x="2329483" y="2650664"/>
            <a:ext cx="881973" cy="400110"/>
          </a:xfrm>
          <a:prstGeom prst="rect"/>
          <a:noFill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0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1114" name="Group 41"/>
          <p:cNvGrpSpPr/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2097603" name="Picture 8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/>
            <a:noFill/>
            <a:ln>
              <a:noFill/>
            </a:ln>
          </p:spPr>
        </p:pic>
        <p:sp>
          <p:nvSpPr>
            <p:cNvPr id="1052479" name="Rectangle 495"/>
            <p:cNvSpPr/>
            <p:nvPr/>
          </p:nvSpPr>
          <p:spPr>
            <a:xfrm rot="1049095">
              <a:off x="1947488" y="6118900"/>
              <a:ext cx="1650399" cy="462656"/>
            </a:xfrm>
            <a:prstGeom prst="rect"/>
            <a:gradFill>
              <a:gsLst>
                <a:gs pos="0">
                  <a:sysClr lastClr="FFFFFF" val="window"/>
                </a:gs>
                <a:gs pos="50000">
                  <a:sysClr lastClr="FFFFFF" val="window">
                    <a:alpha val="48000"/>
                  </a:sysClr>
                </a:gs>
                <a:gs pos="100000">
                  <a:sysClr lastClr="FFFFFF" val="window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3146056" name="Straight Connector 42"/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</p:cxnSp>
      <p:grpSp>
        <p:nvGrpSpPr>
          <p:cNvPr id="1115" name="Group 43"/>
          <p:cNvGrpSpPr/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1116" name="Group 92"/>
            <p:cNvGrpSpPr/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2097604" name="Picture 95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2"/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/>
              <a:noFill/>
              <a:ln>
                <a:noFill/>
              </a:ln>
            </p:spPr>
          </p:pic>
          <p:sp>
            <p:nvSpPr>
              <p:cNvPr id="1052480" name="Rectangle 96"/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/>
              <a:solidFill>
                <a:srgbClr val="BFBFBF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2481" name="Rectangle 97"/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/>
              <a:solidFill>
                <a:srgbClr val="BFBFBF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2482" name="Oval 98"/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/>
              <a:solidFill>
                <a:srgbClr val="EAEAEA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2483" name="Rectangle 93"/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484" name="Rectangle 94"/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17" name="Group 44"/>
          <p:cNvGrpSpPr/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2097605" name="Picture 2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/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/>
            <a:noFill/>
            <a:ln>
              <a:noFill/>
            </a:ln>
          </p:spPr>
        </p:pic>
        <p:sp>
          <p:nvSpPr>
            <p:cNvPr id="1052485" name="Rectangle 90"/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486" name="Rectangle 91"/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18" name="Group 45"/>
          <p:cNvGrpSpPr/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2097606" name="Picture 9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/>
            <a:noFill/>
            <a:ln>
              <a:noFill/>
            </a:ln>
          </p:spPr>
        </p:pic>
        <p:sp>
          <p:nvSpPr>
            <p:cNvPr id="1052487" name="Rectangle 636"/>
            <p:cNvSpPr/>
            <p:nvPr/>
          </p:nvSpPr>
          <p:spPr>
            <a:xfrm rot="11601822">
              <a:off x="2387973" y="5128665"/>
              <a:ext cx="1771787" cy="422704"/>
            </a:xfrm>
            <a:prstGeom prst="rect"/>
            <a:gradFill>
              <a:gsLst>
                <a:gs pos="0">
                  <a:sysClr lastClr="FFFFFF" val="window"/>
                </a:gs>
                <a:gs pos="50000">
                  <a:sysClr lastClr="FFFFFF" val="window">
                    <a:alpha val="48000"/>
                  </a:sysClr>
                </a:gs>
                <a:gs pos="100000">
                  <a:sysClr lastClr="FFFFFF" val="window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1052488" name="TextBox 637"/>
          <p:cNvSpPr txBox="1"/>
          <p:nvPr/>
        </p:nvSpPr>
        <p:spPr>
          <a:xfrm>
            <a:off x="4474721" y="2879264"/>
            <a:ext cx="752129" cy="400110"/>
          </a:xfrm>
          <a:prstGeom prst="rect"/>
          <a:noFill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000" i="1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baseline="0" b="0" cap="none" dirty="0" sz="20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3146057" name="Straight Connector 47"/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</p:cxnSp>
      <p:grpSp>
        <p:nvGrpSpPr>
          <p:cNvPr id="1119" name="Group 100"/>
          <p:cNvGrpSpPr/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2097607" name="Picture 10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5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489" name="Freeform 102"/>
            <p:cNvSpPr/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lastClr="FFFFFF" val="window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52490" name="TextBox 643"/>
          <p:cNvSpPr txBox="1"/>
          <p:nvPr/>
        </p:nvSpPr>
        <p:spPr>
          <a:xfrm>
            <a:off x="8967346" y="2656489"/>
            <a:ext cx="1367682" cy="400110"/>
          </a:xfrm>
          <a:prstGeom prst="rect"/>
          <a:noFill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0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baseline="0" b="0" cap="none" dirty="0" sz="1800" i="0" kern="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52491" name="TextBox 52"/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052492" name="TextBox 53"/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1052493" name="TextBox 54"/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1120" name="Group 55"/>
          <p:cNvGrpSpPr/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1121" name="Group 56"/>
            <p:cNvGrpSpPr/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1052494" name="Rectangle 77"/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/>
              <a:solidFill>
                <a:srgbClr val="33CCFF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2495" name="Freeform 674"/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496" name="Freeform 675"/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497" name="Freeform 676"/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lastClr="000000" val="windowText"/>
                </a:solidFill>
                <a:prstDash val="sysDash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146058" name="Straight Connector 81"/>
              <p:cNvCxnSpPr>
                <a:cxnSpLocks noChangeShapeType="1"/>
                <a:stCxn id="105249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  <p:cxnSp>
            <p:nvCxnSpPr>
              <p:cNvPr id="3146059" name="Straight Connector 82"/>
              <p:cNvCxnSpPr>
                <a:cxnSpLocks noChangeShapeType="1"/>
                <a:endCxn id="105249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  <p:cxnSp>
            <p:nvCxnSpPr>
              <p:cNvPr id="3146060" name="Straight Connector 83"/>
              <p:cNvCxnSpPr>
                <a:cxnSpLocks noChangeShapeType="1"/>
                <a:endCxn id="105249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  <p:cxnSp>
            <p:nvCxnSpPr>
              <p:cNvPr id="3146061" name="Straight Connector 84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</p:grpSp>
        <p:grpSp>
          <p:nvGrpSpPr>
            <p:cNvPr id="1122" name="Group 57"/>
            <p:cNvGrpSpPr/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1052498" name="Freeform 665"/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499" name="Freeform 666"/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500" name="Rectangle 71"/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/>
              <a:solidFill>
                <a:srgbClr val="33CCFF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2501" name="Freeform 668"/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lastClr="000000" val="windowText"/>
                </a:solidFill>
                <a:prstDash val="sysDash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146062" name="Straight Connector 73"/>
              <p:cNvCxnSpPr>
                <a:cxnSpLocks noChangeShapeType="1"/>
                <a:stCxn id="1052501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  <p:cxnSp>
            <p:nvCxnSpPr>
              <p:cNvPr id="3146063" name="Straight Connector 74"/>
              <p:cNvCxnSpPr>
                <a:cxnSpLocks noChangeShapeType="1"/>
                <a:endCxn id="1052501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  <p:cxnSp>
            <p:nvCxnSpPr>
              <p:cNvPr id="3146064" name="Straight Connector 75"/>
              <p:cNvCxnSpPr>
                <a:cxnSpLocks noChangeShapeType="1"/>
                <a:endCxn id="1052501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  <p:cxnSp>
            <p:nvCxnSpPr>
              <p:cNvPr id="3146065" name="Straight Connector 76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/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</p:spPr>
          </p:cxnSp>
        </p:grpSp>
        <p:grpSp>
          <p:nvGrpSpPr>
            <p:cNvPr id="1123" name="Group 58"/>
            <p:cNvGrpSpPr/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1052502" name="Freeform 662"/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503" name="Freeform 663"/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504" name="Rectangle 68"/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/>
              <a:solidFill>
                <a:srgbClr val="33CCFF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2505" name="Rectangle 59"/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/>
            <a:solidFill>
              <a:srgbClr val="33CC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506" name="Right Arrow 60"/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24" name="Group 61"/>
            <p:cNvGrpSpPr/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1052507" name="Freeform 659"/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508" name="Freeform 660"/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ysClr lastClr="FFFFFF" val="window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509" name="Rectangle 65"/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/>
              <a:solidFill>
                <a:srgbClr val="33CCFF"/>
              </a:solidFill>
              <a:ln>
                <a:noFill/>
              </a:ln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2510" name="Right Arrow 62"/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2511" name="TextBox 681"/>
          <p:cNvSpPr txBox="1"/>
          <p:nvPr/>
        </p:nvSpPr>
        <p:spPr>
          <a:xfrm>
            <a:off x="1931315" y="1919106"/>
            <a:ext cx="1293944" cy="541559"/>
          </a:xfrm>
          <a:prstGeom prst="rect"/>
          <a:noFill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000" i="1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baseline="0" b="0" cap="none" dirty="0" sz="20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algn="l" defTabSz="914400" eaLnBrk="1" fontAlgn="auto" hangingPunct="1" indent="0" latinLnBrk="0" lvl="0" marL="0" marR="0" rtl="0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0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1052512" name="TextBox 682"/>
          <p:cNvSpPr txBox="1"/>
          <p:nvPr/>
        </p:nvSpPr>
        <p:spPr>
          <a:xfrm>
            <a:off x="6873433" y="2869739"/>
            <a:ext cx="752129" cy="400110"/>
          </a:xfrm>
          <a:prstGeom prst="rect"/>
          <a:noFill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000" i="1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baseline="0" b="0" cap="none" dirty="0" sz="20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1125" name="Group 8"/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1052513" name="Rectangle 7"/>
            <p:cNvSpPr/>
            <p:nvPr/>
          </p:nvSpPr>
          <p:spPr>
            <a:xfrm>
              <a:off x="7836061" y="3795186"/>
              <a:ext cx="3831220" cy="1969006"/>
            </a:xfrm>
            <a:prstGeom prst="rect"/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514" name="Rectangle 4"/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/>
          </p:spPr>
          <p:txBody>
            <a:bodyPr bIns="45720" lIns="91440" rIns="91440" rtlCol="0" tIns="45720" vert="horz">
              <a:normAutofit/>
            </a:bodyPr>
            <a:lstStyle>
              <a:lvl1pPr algn="l" defTabSz="914400" eaLnBrk="1" hangingPunct="1" indent="-222250" latinLnBrk="0" marL="352425" rt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indent="-231775" latinLnBrk="0" marL="695325" rtl="0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defTabSz="914400" eaLnBrk="1" fontAlgn="auto" hangingPunct="1" indent="-341313" latinLnBrk="0" lvl="0" marL="352425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</a:pPr>
              <a:r>
                <a:rPr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algn="l" defTabSz="914400" eaLnBrk="1" fontAlgn="auto" hangingPunct="1" indent="-231775" latinLnBrk="0" lvl="0" marL="231775" marR="0" rtl="0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</a:pPr>
              <a:r>
                <a:rPr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algn="l" defTabSz="914400" eaLnBrk="1" fontAlgn="auto" hangingPunct="1" indent="-231775" latinLnBrk="0" lvl="0" marL="231775" marR="0" rtl="0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</a:pPr>
              <a:r>
                <a:rPr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algn="l" defTabSz="914400" eaLnBrk="1" fontAlgn="auto" hangingPunct="1" indent="-231775" latinLnBrk="0" lvl="0" marL="231775" marR="0" rtl="0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</a:pP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105251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40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24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19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p>
            <a:r>
              <a:rPr altLang="ja-JP" dirty="0" lang="en-US"/>
              <a:t>Packet-switching: queueing</a:t>
            </a:r>
            <a:endParaRPr dirty="0" lang="en-US"/>
          </a:p>
        </p:txBody>
      </p:sp>
      <p:grpSp>
        <p:nvGrpSpPr>
          <p:cNvPr id="1129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097608" name="Picture 106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520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2521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2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3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4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5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6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7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8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29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0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1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2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3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4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/>
          <a:noFill/>
          <a:ln w="95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5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6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7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38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1052539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40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41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42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43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44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45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altLang="en-US"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2097609" name="Picture 97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/>
          <a:noFill/>
          <a:ln>
            <a:noFill/>
          </a:ln>
        </p:spPr>
      </p:pic>
      <p:sp>
        <p:nvSpPr>
          <p:cNvPr id="1052546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30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2097610" name="Picture 10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547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31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2097611" name="Picture 103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548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3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2097612" name="Picture 10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549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3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1052550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551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4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552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53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54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55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5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1052556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557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6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558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59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60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61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7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1052562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563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8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564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65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66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567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256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/>
          <a:noFill/>
          <a:ln>
            <a:noFill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39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1052569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/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570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/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571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/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572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/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2573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74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/>
          <a:noFill/>
          <a:ln w="95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75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/>
          <a:noFill/>
          <a:ln w="95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76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/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77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78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40" name="Group 9"/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2097613" name="Picture 5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2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/>
          </p:spPr>
        </p:pic>
        <p:sp>
          <p:nvSpPr>
            <p:cNvPr id="1052579" name="TextBox 6"/>
            <p:cNvSpPr txBox="1"/>
            <p:nvPr/>
          </p:nvSpPr>
          <p:spPr>
            <a:xfrm>
              <a:off x="867905" y="3890077"/>
              <a:ext cx="9770367" cy="523220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2097614" name="Picture 7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3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/>
          </p:spPr>
        </p:pic>
        <p:pic>
          <p:nvPicPr>
            <p:cNvPr id="2097615" name="Picture 8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4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/>
          </p:spPr>
        </p:pic>
      </p:grpSp>
      <p:sp>
        <p:nvSpPr>
          <p:cNvPr id="105258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41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84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p>
            <a:r>
              <a:rPr altLang="ja-JP" dirty="0" lang="en-US"/>
              <a:t>Packet-switching: queueing</a:t>
            </a:r>
            <a:endParaRPr dirty="0" lang="en-US"/>
          </a:p>
        </p:txBody>
      </p:sp>
      <p:grpSp>
        <p:nvGrpSpPr>
          <p:cNvPr id="1144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097616" name="Picture 106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585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2586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87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88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89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0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1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2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3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4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5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6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7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8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599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/>
          <a:noFill/>
          <a:ln w="95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0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1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2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3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1052604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5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6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7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8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09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10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altLang="en-US"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2097617" name="Picture 97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/>
          <a:noFill/>
          <a:ln>
            <a:noFill/>
          </a:ln>
        </p:spPr>
      </p:pic>
      <p:sp>
        <p:nvSpPr>
          <p:cNvPr id="1052611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45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2097618" name="Picture 10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612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46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2097619" name="Picture 103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613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47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2097620" name="Picture 10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61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148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1052615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16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9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1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1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1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2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0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1052621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22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51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23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24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25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26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2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1052627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28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53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29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30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31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32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2633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/>
          <a:noFill/>
          <a:ln>
            <a:noFill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54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1052634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/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635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/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636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/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2637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/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2638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39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/>
          <a:noFill/>
          <a:ln w="95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40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/>
          <a:noFill/>
          <a:ln w="95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41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/>
          <a:noFill/>
          <a:ln w="9525">
            <a:solidFill>
              <a:srgbClr val="C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42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43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2644" name="Content Placeholder 2"/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p>
            <a:pPr indent="0" marL="0">
              <a:buNone/>
            </a:pPr>
            <a:r>
              <a:rPr altLang="en-US" dirty="0" sz="320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altLang="en-US" dirty="0" sz="3200" lang="en-US">
                <a:ea typeface="ＭＳ Ｐゴシック" panose="020B0600070205080204" pitchFamily="34" charset="-128"/>
              </a:rPr>
              <a:t>i</a:t>
            </a:r>
            <a:r>
              <a:rPr altLang="en-US" dirty="0" lang="en-US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indent="-230188" marL="287338"/>
            <a:r>
              <a:rPr altLang="en-US" dirty="0" lang="en-US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indent="-230188" marL="287338"/>
            <a:r>
              <a:rPr altLang="en-US" dirty="0" lang="en-US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altLang="en-US" dirty="0" lang="en-US"/>
          </a:p>
          <a:p>
            <a:endParaRPr dirty="0" lang="en-US"/>
          </a:p>
        </p:txBody>
      </p:sp>
      <p:sp>
        <p:nvSpPr>
          <p:cNvPr id="10526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42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644" grpId="0" uiExpand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9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ja-JP" dirty="0" lang="en-US"/>
              <a:t>Alternative to packet switching: circuit switching</a:t>
            </a:r>
            <a:endParaRPr dirty="0" lang="en-US"/>
          </a:p>
        </p:txBody>
      </p:sp>
      <p:sp>
        <p:nvSpPr>
          <p:cNvPr id="1052650" name="Content Placeholder 2"/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p>
            <a:pPr indent="-11113" marL="11113">
              <a:buNone/>
            </a:pPr>
            <a:r>
              <a:rPr altLang="en-US" dirty="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altLang="ja-JP" dirty="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altLang="en-US" dirty="0" sz="2400" lang="en-US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indent="-225425" lvl="1" marL="682625"/>
            <a:r>
              <a:rPr altLang="en-US" dirty="0" lang="en-US">
                <a:ea typeface="ＭＳ Ｐゴシック" panose="020B0600070205080204" pitchFamily="34" charset="-128"/>
              </a:rPr>
              <a:t>call gets 2</a:t>
            </a:r>
            <a:r>
              <a:rPr altLang="en-US" baseline="30000" dirty="0" lang="en-US">
                <a:ea typeface="ＭＳ Ｐゴシック" panose="020B0600070205080204" pitchFamily="34" charset="-128"/>
              </a:rPr>
              <a:t>nd</a:t>
            </a:r>
            <a:r>
              <a:rPr altLang="en-US" dirty="0" lang="en-US">
                <a:ea typeface="ＭＳ Ｐゴシック" panose="020B0600070205080204" pitchFamily="34" charset="-128"/>
              </a:rPr>
              <a:t> circuit in top link and 1</a:t>
            </a:r>
            <a:r>
              <a:rPr altLang="en-US" baseline="30000" dirty="0" lang="en-US">
                <a:ea typeface="ＭＳ Ｐゴシック" panose="020B0600070205080204" pitchFamily="34" charset="-128"/>
              </a:rPr>
              <a:t>st</a:t>
            </a:r>
            <a:r>
              <a:rPr altLang="en-US" dirty="0" lang="en-US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altLang="en-US" dirty="0" sz="2400" lang="en-US">
                <a:ea typeface="ＭＳ Ｐゴシック" panose="020B0600070205080204" pitchFamily="34" charset="-128"/>
              </a:rPr>
              <a:t>dedicated resources: no sharing</a:t>
            </a:r>
          </a:p>
          <a:p>
            <a:pPr indent="-225425" lvl="1" marL="682625"/>
            <a:r>
              <a:rPr altLang="en-US" dirty="0" lang="en-US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altLang="en-US" dirty="0" sz="2400" lang="en-US">
                <a:ea typeface="ＭＳ Ｐゴシック" panose="020B0600070205080204" pitchFamily="34" charset="-128"/>
              </a:rPr>
              <a:t>circuit segment idle if not used by call </a:t>
            </a:r>
            <a:r>
              <a:rPr altLang="en-US" dirty="0" sz="2400" lang="en-US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indent="0" marL="174625">
              <a:buSzPct val="75000"/>
              <a:buNone/>
            </a:pPr>
            <a:endParaRPr altLang="en-US" dirty="0" lang="en-US"/>
          </a:p>
          <a:p>
            <a:endParaRPr dirty="0" lang="en-US"/>
          </a:p>
        </p:txBody>
      </p:sp>
      <p:sp>
        <p:nvSpPr>
          <p:cNvPr id="1052651" name="Rectangle 613"/>
          <p:cNvSpPr/>
          <p:nvPr/>
        </p:nvSpPr>
        <p:spPr bwMode="auto">
          <a:xfrm>
            <a:off x="8424977" y="2768303"/>
            <a:ext cx="1498678" cy="62755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52" name="Rectangle 630"/>
          <p:cNvSpPr/>
          <p:nvPr/>
        </p:nvSpPr>
        <p:spPr bwMode="auto">
          <a:xfrm>
            <a:off x="8424977" y="2831058"/>
            <a:ext cx="1498678" cy="62756"/>
          </a:xfrm>
          <a:prstGeom prst="rect"/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53" name="Rectangle 631"/>
          <p:cNvSpPr/>
          <p:nvPr/>
        </p:nvSpPr>
        <p:spPr bwMode="auto">
          <a:xfrm>
            <a:off x="8424977" y="2893815"/>
            <a:ext cx="1498678" cy="62755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54" name="Rectangle 632"/>
          <p:cNvSpPr/>
          <p:nvPr/>
        </p:nvSpPr>
        <p:spPr bwMode="auto">
          <a:xfrm>
            <a:off x="8424977" y="2956570"/>
            <a:ext cx="1498678" cy="62756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58" name="Group 75"/>
          <p:cNvGrpSpPr/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1052655" name="Rectangle 674"/>
            <p:cNvSpPr/>
            <p:nvPr/>
          </p:nvSpPr>
          <p:spPr>
            <a:xfrm>
              <a:off x="4865941" y="1169772"/>
              <a:ext cx="1752599" cy="76201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2656" name="Rectangle 675"/>
            <p:cNvSpPr/>
            <p:nvPr/>
          </p:nvSpPr>
          <p:spPr>
            <a:xfrm>
              <a:off x="4865941" y="1245972"/>
              <a:ext cx="1752599" cy="76199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2657" name="Rectangle 676"/>
            <p:cNvSpPr/>
            <p:nvPr/>
          </p:nvSpPr>
          <p:spPr>
            <a:xfrm>
              <a:off x="4865941" y="1322172"/>
              <a:ext cx="1752599" cy="76201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2658" name="Rectangle 677"/>
            <p:cNvSpPr/>
            <p:nvPr/>
          </p:nvSpPr>
          <p:spPr>
            <a:xfrm>
              <a:off x="4865941" y="1398372"/>
              <a:ext cx="1752599" cy="76199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159" name="Group 80"/>
          <p:cNvGrpSpPr/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1052659" name="Rectangle 670"/>
            <p:cNvSpPr/>
            <p:nvPr/>
          </p:nvSpPr>
          <p:spPr>
            <a:xfrm>
              <a:off x="4876800" y="1143000"/>
              <a:ext cx="1752600" cy="76201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2660" name="Rectangle 671"/>
            <p:cNvSpPr/>
            <p:nvPr/>
          </p:nvSpPr>
          <p:spPr>
            <a:xfrm>
              <a:off x="4876800" y="1219201"/>
              <a:ext cx="1752600" cy="76199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2661" name="Rectangle 672"/>
            <p:cNvSpPr/>
            <p:nvPr/>
          </p:nvSpPr>
          <p:spPr>
            <a:xfrm>
              <a:off x="4876800" y="1295400"/>
              <a:ext cx="1752600" cy="76201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2662" name="Rectangle 673"/>
            <p:cNvSpPr/>
            <p:nvPr/>
          </p:nvSpPr>
          <p:spPr>
            <a:xfrm>
              <a:off x="4876800" y="1371601"/>
              <a:ext cx="1752600" cy="76199"/>
            </a:xfrm>
            <a:prstGeom prst="rect"/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052663" name="Rectangle 636"/>
          <p:cNvSpPr/>
          <p:nvPr/>
        </p:nvSpPr>
        <p:spPr bwMode="auto">
          <a:xfrm rot="5400000">
            <a:off x="9755990" y="3772869"/>
            <a:ext cx="1446966" cy="65391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64" name="Rectangle 637"/>
          <p:cNvSpPr/>
          <p:nvPr/>
        </p:nvSpPr>
        <p:spPr bwMode="auto">
          <a:xfrm rot="5400000">
            <a:off x="9690600" y="3772869"/>
            <a:ext cx="1446966" cy="6539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65" name="Rectangle 638"/>
          <p:cNvSpPr/>
          <p:nvPr/>
        </p:nvSpPr>
        <p:spPr bwMode="auto">
          <a:xfrm rot="5400000">
            <a:off x="9625209" y="3772869"/>
            <a:ext cx="1446966" cy="65391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66" name="Rectangle 640"/>
          <p:cNvSpPr/>
          <p:nvPr/>
        </p:nvSpPr>
        <p:spPr bwMode="auto">
          <a:xfrm rot="5400000">
            <a:off x="9559819" y="3772869"/>
            <a:ext cx="1446966" cy="65390"/>
          </a:xfrm>
          <a:prstGeom prst="rect"/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60" name="Group 100"/>
          <p:cNvGrpSpPr/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2097621" name="Picture 10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667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2668" name="Rectangle 653"/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/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69" name="Rectangle 717"/>
          <p:cNvSpPr/>
          <p:nvPr/>
        </p:nvSpPr>
        <p:spPr bwMode="auto">
          <a:xfrm>
            <a:off x="7105364" y="4795380"/>
            <a:ext cx="493905" cy="6833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0" name="Rectangle 718"/>
          <p:cNvSpPr/>
          <p:nvPr/>
        </p:nvSpPr>
        <p:spPr bwMode="auto">
          <a:xfrm rot="5400000">
            <a:off x="7722581" y="2362276"/>
            <a:ext cx="513165" cy="69789"/>
          </a:xfrm>
          <a:prstGeom prst="rect"/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1" name="Rectangle 719"/>
          <p:cNvSpPr/>
          <p:nvPr/>
        </p:nvSpPr>
        <p:spPr bwMode="auto">
          <a:xfrm rot="5400000">
            <a:off x="7825925" y="5242087"/>
            <a:ext cx="493905" cy="6833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2" name="Rectangle 720"/>
          <p:cNvSpPr/>
          <p:nvPr/>
        </p:nvSpPr>
        <p:spPr bwMode="auto">
          <a:xfrm rot="5400000">
            <a:off x="10201295" y="5217275"/>
            <a:ext cx="493905" cy="68330"/>
          </a:xfrm>
          <a:prstGeom prst="rect"/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3" name="Rectangle 721"/>
          <p:cNvSpPr/>
          <p:nvPr/>
        </p:nvSpPr>
        <p:spPr bwMode="auto">
          <a:xfrm rot="10800000">
            <a:off x="10882518" y="4775822"/>
            <a:ext cx="493905" cy="6833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4" name="Rectangle 722"/>
          <p:cNvSpPr/>
          <p:nvPr/>
        </p:nvSpPr>
        <p:spPr bwMode="auto">
          <a:xfrm>
            <a:off x="7002625" y="2887816"/>
            <a:ext cx="493905" cy="6833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5" name="Rectangle 723"/>
          <p:cNvSpPr/>
          <p:nvPr/>
        </p:nvSpPr>
        <p:spPr bwMode="auto">
          <a:xfrm>
            <a:off x="10811014" y="2867389"/>
            <a:ext cx="493905" cy="6833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676" name="Rectangle 724"/>
          <p:cNvSpPr/>
          <p:nvPr/>
        </p:nvSpPr>
        <p:spPr bwMode="auto">
          <a:xfrm rot="5400000">
            <a:off x="10115327" y="2348120"/>
            <a:ext cx="493905" cy="68330"/>
          </a:xfrm>
          <a:prstGeom prst="rect"/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61" name="Group 100"/>
          <p:cNvGrpSpPr/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2097622" name="Picture 10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677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62" name="Group 100"/>
          <p:cNvGrpSpPr/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2097623" name="Picture 10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2678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63" name="Group 726"/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1052679" name="Freeform 7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80" name="Oval 72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4" name="Group 7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81" name="Freeform 7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82" name="Freeform 7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83" name="Freeform 7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84" name="Freeform 7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5" name="Group 734"/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1052685" name="Freeform 7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86" name="Oval 73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6" name="Group 7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87" name="Freeform 7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88" name="Freeform 7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89" name="Freeform 7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90" name="Freeform 7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7" name="Group 742"/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1052691" name="Freeform 74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92" name="Oval 74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8" name="Group 74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93" name="Freeform 74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94" name="Freeform 74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95" name="Freeform 74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696" name="Freeform 74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9" name="Group 750"/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1052697" name="Freeform 75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2698" name="Oval 75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70" name="Group 75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2699" name="Freeform 75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700" name="Freeform 75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701" name="Freeform 75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702" name="Freeform 75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2703" name="Rectangle 651"/>
          <p:cNvSpPr/>
          <p:nvPr/>
        </p:nvSpPr>
        <p:spPr bwMode="auto">
          <a:xfrm rot="1634516">
            <a:off x="7940837" y="2709093"/>
            <a:ext cx="535922" cy="73182"/>
          </a:xfrm>
          <a:prstGeom prst="rect"/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704" name="Rectangle 758"/>
          <p:cNvSpPr/>
          <p:nvPr/>
        </p:nvSpPr>
        <p:spPr bwMode="auto">
          <a:xfrm rot="2101064">
            <a:off x="9817292" y="2970721"/>
            <a:ext cx="535922" cy="73182"/>
          </a:xfrm>
          <a:prstGeom prst="rect"/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705" name="Rectangle 759"/>
          <p:cNvSpPr/>
          <p:nvPr/>
        </p:nvSpPr>
        <p:spPr bwMode="auto">
          <a:xfrm rot="4253584">
            <a:off x="10096993" y="4729744"/>
            <a:ext cx="547683" cy="75781"/>
          </a:xfrm>
          <a:prstGeom prst="rect"/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1052706" name="TextBox 1"/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altLang="en-US" baseline="0" b="0" cap="none" dirty="0" sz="1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1052707" name="Content Placeholder 2"/>
          <p:cNvSpPr txBox="1"/>
          <p:nvPr/>
        </p:nvSpPr>
        <p:spPr>
          <a:xfrm>
            <a:off x="893203" y="5522187"/>
            <a:ext cx="6884498" cy="904172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algn="l" defTabSz="914400" eaLnBrk="1" fontAlgn="auto" hangingPunct="1" indent="0" latinLnBrk="0" lvl="0" marL="1746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70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43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6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26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26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6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8"/>
                                        <p:tgtEl>
                                          <p:spTgt spid="10526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0526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8"/>
                                        <p:tgtEl>
                                          <p:spTgt spid="1052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9">
                      <p:stCondLst>
                        <p:cond delay="indefinite"/>
                      </p:stCondLst>
                      <p:childTnLst>
                        <p:par>
                          <p:cTn fill="hold" id="3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1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3"/>
                                        <p:tgtEl>
                                          <p:spTgt spid="1052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06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p>
            <a:r>
              <a:rPr altLang="ja-JP" dirty="0" lang="en-US"/>
              <a:t>Circuit switching: FDM and TDM</a:t>
            </a:r>
            <a:endParaRPr dirty="0" lang="en-US"/>
          </a:p>
        </p:txBody>
      </p:sp>
      <p:grpSp>
        <p:nvGrpSpPr>
          <p:cNvPr id="1174" name="Group 5"/>
          <p:cNvGrpSpPr/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1052713" name="Line 6"/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/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14" name="Text Box 7"/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altLang="en-US" baseline="0" b="0" cap="none" dirty="0" sz="2400" i="0" kern="1200" kumimoji="0" lang="fr-FR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15" name="Line 8"/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/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16" name="Text Box 9"/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altLang="en-US" baseline="0" b="0" cap="none" dirty="0" sz="2000" i="1" kern="1200" kumimoji="0" lang="fr-FR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17" name="Rectangle 10"/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2718" name="Rectangle 11"/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/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2719" name="Rectangle 12"/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/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2720" name="Rectangle 13"/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/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2721" name="Rectangle 14"/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/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75" name="Group 15"/>
          <p:cNvGrpSpPr/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1052722" name="Line 17"/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/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23" name="Text Box 18"/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altLang="en-US" baseline="0" b="0" cap="none" dirty="0" sz="2400" i="0" kern="1200" kumimoji="0" lang="fr-FR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24" name="Line 19"/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/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25" name="Text Box 20"/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altLang="en-US" baseline="0" b="0" cap="none" dirty="0" sz="2000" i="1" kern="1200" kumimoji="0" lang="fr-FR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26" name="Rectangle 21"/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76" name="Group 22"/>
          <p:cNvGrpSpPr/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1052727" name="Rectangle 23"/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/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28" name="Rectangle 24"/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/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29" name="Rectangle 25"/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/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0" name="Rectangle 26"/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/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1" name="Rectangle 27"/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/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77" name="Group 28"/>
          <p:cNvGrpSpPr/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52732" name="Rectangle 29"/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/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3" name="Rectangle 30"/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/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4" name="Rectangle 31"/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/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5" name="Rectangle 32"/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/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6" name="Rectangle 33"/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/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78" name="Group 34"/>
          <p:cNvGrpSpPr/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052737" name="Rectangle 35"/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/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8" name="Rectangle 36"/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/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39" name="Rectangle 37"/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/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40" name="Rectangle 38"/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/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41" name="Rectangle 39"/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/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79" name="Group 40"/>
          <p:cNvGrpSpPr/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052742" name="Rectangle 41"/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/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43" name="Rectangle 42"/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/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44" name="Rectangle 43"/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/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45" name="Rectangle 44"/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/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46" name="Rectangle 45"/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/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80" name="Group 46"/>
          <p:cNvGrpSpPr/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052747" name="Line 47"/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48" name="Line 48"/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49" name="Line 49"/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81" name="Group 50"/>
          <p:cNvGrpSpPr/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052750" name="Line 51"/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1" name="Line 52"/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2" name="Line 53"/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3" name="Line 54"/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4" name="Line 55"/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5" name="Line 56"/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6" name="Line 57"/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7" name="Line 58"/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8" name="Line 59"/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59" name="Line 60"/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0" name="Line 61"/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1" name="Line 62"/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2" name="Line 63"/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3" name="Line 64"/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4" name="Line 65"/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5" name="Line 66"/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6" name="Line 67"/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7" name="Line 68"/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68" name="Line 69"/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82" name="Group 70"/>
          <p:cNvGrpSpPr/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052769" name="Line 71"/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0" name="Line 72"/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1" name="Line 73"/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2" name="Line 74"/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83" name="Group 75"/>
          <p:cNvGrpSpPr/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052773" name="Line 76"/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4" name="Line 77"/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5" name="Line 78"/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6" name="Line 79"/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7" name="Line 80"/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8" name="Line 81"/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79" name="Line 82"/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0" name="Line 83"/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1" name="Line 84"/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2" name="Line 85"/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3" name="Line 86"/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4" name="Line 87"/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5" name="Line 88"/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6" name="Line 89"/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7" name="Line 90"/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8" name="Line 91"/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89" name="Line 92"/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90" name="Line 93"/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91" name="Line 94"/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792" name="Line 95"/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184" name="Group 100"/>
          <p:cNvGrpSpPr/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052793" name="Text Box 101"/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altLang="en-US" baseline="0" b="0" cap="none" dirty="0" sz="2800" i="0" kern="1200" kumimoji="0" lang="fr-FR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94" name="Rectangle 102"/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/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95" name="Rectangle 103"/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/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96" name="Rectangle 104"/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/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2797" name="Rectangle 105"/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/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2798" name="Content Placeholder 2"/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p>
            <a:pPr indent="-11113" marL="11113">
              <a:spcBef>
                <a:spcPts val="400"/>
              </a:spcBef>
              <a:buNone/>
            </a:pPr>
            <a:r>
              <a:rPr altLang="en-US" dirty="0" sz="2400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altLang="en-US" dirty="0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altLang="en-US" dirty="0" sz="2400" 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altLang="ja-JP" dirty="0" sz="2400" lang="en-US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altLang="en-US" dirty="0" sz="2400" lang="en-US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dirty="0" lang="en-US"/>
          </a:p>
        </p:txBody>
      </p:sp>
      <p:sp>
        <p:nvSpPr>
          <p:cNvPr id="1052799" name="Content Placeholder 2"/>
          <p:cNvSpPr txBox="1"/>
          <p:nvPr/>
        </p:nvSpPr>
        <p:spPr>
          <a:xfrm>
            <a:off x="851118" y="4389639"/>
            <a:ext cx="5276102" cy="2468361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11113" latinLnBrk="0" lvl="0" marL="11113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altLang="ja-JP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052800" name="Content Placeholder 2"/>
          <p:cNvSpPr txBox="1"/>
          <p:nvPr/>
        </p:nvSpPr>
        <p:spPr>
          <a:xfrm>
            <a:off x="758125" y="3253122"/>
            <a:ext cx="5265052" cy="1039909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altLang="en-US" baseline="0" b="0" cap="none" dirty="0" sz="26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801" name="Content Placeholder 2"/>
          <p:cNvSpPr txBox="1"/>
          <p:nvPr/>
        </p:nvSpPr>
        <p:spPr>
          <a:xfrm>
            <a:off x="848536" y="5261674"/>
            <a:ext cx="5276102" cy="2468361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280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44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afterEffect" presetClass="entr" presetID="22" presetSubtype="8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7"/>
                                        <p:tgtEl>
                                          <p:spTgt spid="1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2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17"/>
                                        <p:tgtEl>
                                          <p:spTgt spid="1052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8">
                            <p:stCondLst>
                              <p:cond delay="500"/>
                            </p:stCondLst>
                            <p:childTnLst>
                              <p:par>
                                <p:cTn fill="hold" grpId="0" id="19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21"/>
                                        <p:tgtEl>
                                          <p:spTgt spid="1052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2">
                            <p:stCondLst>
                              <p:cond delay="1000"/>
                            </p:stCondLst>
                            <p:childTnLst>
                              <p:par>
                                <p:cTn fill="hold" grpId="0" id="23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25"/>
                                        <p:tgtEl>
                                          <p:spTgt spid="1052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6">
                            <p:stCondLst>
                              <p:cond delay="1500"/>
                            </p:stCondLst>
                            <p:childTnLst>
                              <p:par>
                                <p:cTn fill="hold" grpId="0" id="27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29"/>
                                        <p:tgtEl>
                                          <p:spTgt spid="1052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id="32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3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6"/>
                                        <p:tgtEl>
                                          <p:spTgt spid="1052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7">
                      <p:stCondLst>
                        <p:cond delay="indefinite"/>
                      </p:stCondLst>
                      <p:childTnLst>
                        <p:par>
                          <p:cTn fill="hold" id="38">
                            <p:stCondLst>
                              <p:cond delay="0"/>
                            </p:stCondLst>
                            <p:childTnLst>
                              <p:par>
                                <p:cTn fill="hold" id="39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41"/>
                                        <p:tgtEl>
                                          <p:spTgt spid="1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2">
                      <p:stCondLst>
                        <p:cond delay="indefinite"/>
                      </p:stCondLst>
                      <p:childTnLst>
                        <p:par>
                          <p:cTn fill="hold" id="4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4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6"/>
                                        <p:tgtEl>
                                          <p:spTgt spid="1052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7">
                      <p:stCondLst>
                        <p:cond delay="indefinite"/>
                      </p:stCondLst>
                      <p:childTnLst>
                        <p:par>
                          <p:cTn fill="hold" id="48">
                            <p:stCondLst>
                              <p:cond delay="0"/>
                            </p:stCondLst>
                            <p:childTnLst>
                              <p:par>
                                <p:cTn fill="hold" id="49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51"/>
                                        <p:tgtEl>
                                          <p:spTgt spid="1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52">
                            <p:stCondLst>
                              <p:cond delay="500"/>
                            </p:stCondLst>
                            <p:childTnLst>
                              <p:par>
                                <p:cTn fill="hold" id="53" nodeType="after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55"/>
                                        <p:tgtEl>
                                          <p:spTgt spid="1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56">
                            <p:stCondLst>
                              <p:cond delay="1000"/>
                            </p:stCondLst>
                            <p:childTnLst>
                              <p:par>
                                <p:cTn fill="hold" id="57" nodeType="after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59"/>
                                        <p:tgtEl>
                                          <p:spTgt spid="1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60">
                            <p:stCondLst>
                              <p:cond delay="1500"/>
                            </p:stCondLst>
                            <p:childTnLst>
                              <p:par>
                                <p:cTn fill="hold" id="61" nodeType="after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63"/>
                                        <p:tgtEl>
                                          <p:spTgt spid="1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4">
                      <p:stCondLst>
                        <p:cond delay="indefinite"/>
                      </p:stCondLst>
                      <p:childTnLst>
                        <p:par>
                          <p:cTn fill="hold" id="65">
                            <p:stCondLst>
                              <p:cond delay="0"/>
                            </p:stCondLst>
                            <p:childTnLst>
                              <p:par>
                                <p:cTn fill="hold" id="66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68"/>
                                        <p:tgtEl>
                                          <p:spTgt spid="1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9">
                      <p:stCondLst>
                        <p:cond delay="indefinite"/>
                      </p:stCondLst>
                      <p:childTnLst>
                        <p:par>
                          <p:cTn fill="hold" id="70">
                            <p:stCondLst>
                              <p:cond delay="0"/>
                            </p:stCondLst>
                            <p:childTnLst>
                              <p:par>
                                <p:cTn fill="hold" id="71" nodeType="click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73"/>
                                        <p:tgtEl>
                                          <p:spTgt spid="1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18" grpId="0" animBg="1"/>
      <p:bldP spid="1052719" grpId="0" animBg="1"/>
      <p:bldP spid="1052720" grpId="0" animBg="1"/>
      <p:bldP spid="1052721" grpId="0" animBg="1"/>
      <p:bldP spid="1052799" grpId="0"/>
      <p:bldP spid="1052800" grpId="0"/>
      <p:bldP spid="105280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06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p>
            <a:r>
              <a:rPr altLang="ja-JP" dirty="0" lang="en-US"/>
              <a:t>Packet switching versus circuit switching</a:t>
            </a:r>
            <a:endParaRPr dirty="0" lang="en-US"/>
          </a:p>
        </p:txBody>
      </p:sp>
      <p:sp>
        <p:nvSpPr>
          <p:cNvPr id="1052807" name="Rectangle 3"/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/>
        </p:spPr>
        <p:txBody>
          <a:bodyPr bIns="45720" lIns="91440" rIns="91440" rtlCol="0" tIns="45720" vert="horz">
            <a:normAutofit lnSpcReduction="100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algn="l" pos="566738"/>
              </a:tabLst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algn="l" defTabSz="914400" eaLnBrk="1" fontAlgn="auto" hangingPunct="1" indent="-228600" latinLnBrk="0" lvl="0" marL="22860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algn="l" pos="566738"/>
              </a:tabLst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algn="l" defTabSz="914400" eaLnBrk="1" fontAlgn="auto" hangingPunct="1" indent="-228600" latinLnBrk="0" lvl="0" marL="22860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algn="l" pos="566738"/>
              </a:tabLst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algn="l" defTabSz="914400" eaLnBrk="1" fontAlgn="auto" hangingPunct="1" indent="-217488" latinLnBrk="0" lvl="1" marL="51435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algn="l" pos="566738"/>
              </a:tabLst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altLang="ja-JP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algn="l" defTabSz="914400" eaLnBrk="1" fontAlgn="auto" hangingPunct="1" indent="-217488" latinLnBrk="0" lvl="1" marL="51435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algn="l" pos="566738"/>
              </a:tabLst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algn="l" defTabSz="914400" eaLnBrk="1" fontAlgn="auto" hangingPunct="1" indent="-219075" latinLnBrk="0" lvl="1" marL="566738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algn="l" pos="566738"/>
              </a:tabLst>
            </a:pP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algn="l" pos="566738"/>
              </a:tabLst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2808" name="Rectangle 4"/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1052809" name="TextBox 1"/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altLang="en-US" baseline="0" b="0" cap="none" dirty="0" sz="1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1188" name="Group 3"/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052810" name="Line 15"/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/>
            <a:noFill/>
            <a:ln w="28575">
              <a:solidFill>
                <a:srgbClr val="000099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11" name="Line 16"/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/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12" name="Line 17"/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/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13" name="Line 18"/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/>
            <a:noFill/>
            <a:ln w="28575">
              <a:solidFill>
                <a:srgbClr val="000099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14" name="Text Box 19"/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1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052815" name="Text Box 20"/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052816" name="Line 47"/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/>
            <a:noFill/>
            <a:ln w="44450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17" name="Text Box 34"/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1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1189" name="Group 37"/>
            <p:cNvGrpSpPr/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97624" name="Picture 38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/>
              <a:noFill/>
              <a:ln>
                <a:noFill/>
              </a:ln>
            </p:spPr>
          </p:pic>
          <p:sp>
            <p:nvSpPr>
              <p:cNvPr id="1052818" name="Freeform 39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90" name="Group 40"/>
            <p:cNvGrpSpPr/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97625" name="Picture 41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/>
              <a:noFill/>
              <a:ln>
                <a:noFill/>
              </a:ln>
            </p:spPr>
          </p:pic>
          <p:sp>
            <p:nvSpPr>
              <p:cNvPr id="1052819" name="Freeform 4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91" name="Group 208"/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1052820" name="Freeform 20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21" name="Oval 21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92" name="Group 21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22" name="Freeform 21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23" name="Freeform 21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24" name="Freeform 21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25" name="Freeform 21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052826" name="Rectangle 3"/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19075" latinLnBrk="0" lvl="1" marL="566738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algn="l" pos="566738"/>
              </a:tabLst>
            </a:pP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algn="l" pos="566738"/>
              </a:tabLst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algn="l" pos="566738"/>
              </a:tabLst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93" name="Group 2"/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194" name="Group 35"/>
            <p:cNvGrpSpPr/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052827" name="Text Box 48"/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800" i="1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altLang="en-US" baseline="0" b="0" cap="none" dirty="0" sz="2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1052828" name="Text Box 48"/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/>
              <a:noFill/>
              <a:ln>
                <a:noFill/>
              </a:ln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800" i="1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altLang="en-US" baseline="0" b="0" cap="none" dirty="0" sz="2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altLang="en-US" baseline="0" b="0" cap="none" dirty="0" sz="2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2829" name="Rectangle 3"/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/>
          </p:spPr>
          <p:txBody>
            <a:bodyPr bIns="45720" lIns="91440" rIns="91440" rtlCol="0" tIns="45720" vert="horz">
              <a:normAutofit/>
            </a:bodyPr>
            <a:lstStyle>
              <a:lvl1pPr algn="l" defTabSz="914400" eaLnBrk="1" hangingPunct="1" indent="-222250" latinLnBrk="0" marL="352425" rt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indent="-231775" latinLnBrk="0" marL="695325" rtl="0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defTabSz="914400" eaLnBrk="1" fontAlgn="auto" hangingPunct="1" indent="-219075" latinLnBrk="0" lvl="1" marL="566738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algn="l" pos="566738"/>
                </a:tabLst>
              </a:pP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algn="l" defTabSz="914400" eaLnBrk="1" fontAlgn="auto" hangingPunct="1" indent="-231775" latinLnBrk="0" lvl="0" marL="231775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algn="l" pos="566738"/>
                </a:tabLst>
              </a:pPr>
              <a:r>
                <a:rPr altLang="en-US" baseline="0" b="0" cap="none" dirty="0" sz="2800" i="1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algn="l" defTabSz="914400" eaLnBrk="1" fontAlgn="auto" hangingPunct="1" indent="-231775" latinLnBrk="0" lvl="0" marL="231775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algn="l" pos="566738"/>
                </a:tabLst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283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45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2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809" grpId="0"/>
      <p:bldP spid="10528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4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p>
            <a:r>
              <a:rPr altLang="ja-JP" dirty="0" lang="en-US"/>
              <a:t>Packet switching versus circuit switching</a:t>
            </a:r>
            <a:endParaRPr dirty="0" lang="en-US"/>
          </a:p>
        </p:txBody>
      </p:sp>
      <p:sp>
        <p:nvSpPr>
          <p:cNvPr id="1052835" name="Rectangle 3"/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1052836" name="Rectangle 4"/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altLang="ja-JP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2837" name="Text Box 20"/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105283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46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28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3"/>
                                        <p:tgtEl>
                                          <p:spTgt spid="1052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">
                      <p:stCondLst>
                        <p:cond delay="indefinite"/>
                      </p:stCondLst>
                      <p:childTnLst>
                        <p:par>
                          <p:cTn fill="hold" id="15">
                            <p:stCondLst>
                              <p:cond delay="0"/>
                            </p:stCondLst>
                            <p:childTnLst>
                              <p:par>
                                <p:cTn fill="hold" id="1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8"/>
                                        <p:tgtEl>
                                          <p:spTgt spid="10528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1"/>
                                        <p:tgtEl>
                                          <p:spTgt spid="10528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2">
                      <p:stCondLst>
                        <p:cond delay="indefinite"/>
                      </p:stCondLst>
                      <p:childTnLst>
                        <p:par>
                          <p:cTn fill="hold" id="23">
                            <p:stCondLst>
                              <p:cond delay="0"/>
                            </p:stCondLst>
                            <p:childTnLst>
                              <p:par>
                                <p:cTn fill="hold" id="2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6"/>
                                        <p:tgtEl>
                                          <p:spTgt spid="10528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9"/>
                                        <p:tgtEl>
                                          <p:spTgt spid="105283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2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4"/>
                                        <p:tgtEl>
                                          <p:spTgt spid="1052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83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4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sp>
        <p:nvSpPr>
          <p:cNvPr id="105284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p>
            <a:pPr indent="-336550" marL="466725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altLang="en-US" dirty="0" sz="3000" lang="en-US"/>
              <a:t>hosts connect to Internet via </a:t>
            </a:r>
            <a:r>
              <a:rPr altLang="en-US" dirty="0" sz="3000" lang="en-US">
                <a:solidFill>
                  <a:srgbClr val="C00000"/>
                </a:solidFill>
              </a:rPr>
              <a:t>access </a:t>
            </a:r>
            <a:r>
              <a:rPr altLang="en-US" dirty="0" sz="3000" lang="en-US"/>
              <a:t>Internet Service Providers (ISPs)</a:t>
            </a:r>
          </a:p>
          <a:p>
            <a:pPr indent="-336550" marL="466725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altLang="en-US" dirty="0" sz="3000" lang="en-US"/>
              <a:t>access ISPs in turn must be interconnected</a:t>
            </a:r>
          </a:p>
          <a:p>
            <a:pPr indent="-269875" lvl="2" marL="8477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altLang="en-US" dirty="0" sz="2800" lang="en-US"/>
              <a:t>so that </a:t>
            </a:r>
            <a:r>
              <a:rPr altLang="en-US" dirty="0" sz="2800" i="1" lang="en-US"/>
              <a:t>any</a:t>
            </a:r>
            <a:r>
              <a:rPr altLang="en-US" dirty="0" sz="2800" lang="en-US"/>
              <a:t> two hosts </a:t>
            </a:r>
            <a:r>
              <a:rPr altLang="en-US" dirty="0" sz="2800" i="1" lang="en-US"/>
              <a:t>(anywhere!) </a:t>
            </a:r>
            <a:r>
              <a:rPr altLang="en-US" dirty="0" sz="2800" lang="en-US"/>
              <a:t>can send packets to each other</a:t>
            </a:r>
          </a:p>
          <a:p>
            <a:pPr indent="-336550" marL="4667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altLang="en-US" dirty="0" sz="3000" lang="en-US"/>
              <a:t>resulting network of networks is very complex</a:t>
            </a:r>
          </a:p>
          <a:p>
            <a:pPr indent="-269875" lvl="2" marL="8477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altLang="en-US" dirty="0" sz="2800" lang="en-US"/>
              <a:t>evolution driven by </a:t>
            </a:r>
            <a:r>
              <a:rPr altLang="en-US" dirty="0" sz="2800" lang="en-US">
                <a:solidFill>
                  <a:srgbClr val="C00000"/>
                </a:solidFill>
              </a:rPr>
              <a:t>economics,</a:t>
            </a:r>
            <a:r>
              <a:rPr altLang="en-US" dirty="0" sz="2800" lang="en-US"/>
              <a:t> </a:t>
            </a:r>
            <a:r>
              <a:rPr altLang="en-US" dirty="0" sz="2800" lang="en-US">
                <a:solidFill>
                  <a:srgbClr val="C00000"/>
                </a:solidFill>
              </a:rPr>
              <a:t>national policies</a:t>
            </a:r>
          </a:p>
          <a:p>
            <a:endParaRPr dirty="0" lang="en-US"/>
          </a:p>
        </p:txBody>
      </p:sp>
      <p:sp>
        <p:nvSpPr>
          <p:cNvPr id="1052844" name="Content Placeholder 2"/>
          <p:cNvSpPr txBox="1"/>
          <p:nvPr/>
        </p:nvSpPr>
        <p:spPr>
          <a:xfrm>
            <a:off x="645762" y="6138841"/>
            <a:ext cx="11732217" cy="541926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130175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</a:pPr>
            <a:r>
              <a:rPr altLang="en-US" baseline="0" b="0" cap="none" dirty="0" sz="3000" i="1" kern="1200" kumimoji="0" lang="en-US" noProof="0" normalizeH="0" spc="0" strike="noStrike" u="none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altLang="ja-JP" baseline="0" b="0" cap="none" dirty="0" sz="3000" i="1" kern="1200" kumimoji="0" lang="en-US" noProof="0" normalizeH="0" spc="0" strike="noStrike" u="none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altLang="en-US" baseline="0" b="0" cap="none" dirty="0" sz="3000" i="1" kern="1200" kumimoji="0" lang="en-US" noProof="0" normalizeH="0" spc="0" strike="noStrike" u="none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endParaRPr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01" name="Group 3"/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1052845" name="Rectangle 419"/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/>
            <a:solidFill>
              <a:srgbClr val="9CDFF9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846" name="Freeform 7"/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47" name="Freeform 417"/>
            <p:cNvSpPr/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48" name="AutoShape 420"/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2849" name="Freeform 427"/>
            <p:cNvSpPr/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50" name="Text Box 580"/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052851" name="Text Box 580"/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052852" name="Text Box 580"/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algn="l" defTabSz="914400" eaLnBrk="1" fontAlgn="auto" hangingPunct="1" indent="0" latinLnBrk="0" lvl="0" marL="0" marR="0" rtl="0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052853" name="Freeform 14"/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59000">
                  <a:schemeClr val="accent5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02" name="Group 15"/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052854" name="Freeform 16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855" name="Freeform 17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146066" name="Straight Connector 18"/>
              <p:cNvCxnSpPr>
                <a:cxnSpLocks/>
              </p:cNvCxnSpPr>
              <p:nvPr/>
            </p:nvCxnSpPr>
            <p:spPr>
              <a:xfrm flipV="1">
                <a:off x="5270526" y="2029553"/>
                <a:ext cx="295249" cy="73468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67" name="Straight Connector 19"/>
              <p:cNvCxnSpPr>
                <a:cxnSpLocks/>
              </p:cNvCxnSpPr>
              <p:nvPr/>
            </p:nvCxnSpPr>
            <p:spPr>
              <a:xfrm flipV="1">
                <a:off x="5275406" y="2261710"/>
                <a:ext cx="290369" cy="1675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68" name="Straight Connector 20"/>
              <p:cNvCxnSpPr>
                <a:cxnSpLocks/>
              </p:cNvCxnSpPr>
              <p:nvPr/>
            </p:nvCxnSpPr>
            <p:spPr>
              <a:xfrm flipV="1">
                <a:off x="5275406" y="2151772"/>
                <a:ext cx="290369" cy="4840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69" name="Straight Connector 21"/>
              <p:cNvCxnSpPr>
                <a:cxnSpLocks/>
              </p:cNvCxnSpPr>
              <p:nvPr/>
            </p:nvCxnSpPr>
            <p:spPr>
              <a:xfrm>
                <a:off x="5270094" y="2354086"/>
                <a:ext cx="295681" cy="0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0" name="Straight Connector 22"/>
              <p:cNvCxnSpPr>
                <a:cxnSpLocks/>
              </p:cNvCxnSpPr>
              <p:nvPr/>
            </p:nvCxnSpPr>
            <p:spPr>
              <a:xfrm flipV="1">
                <a:off x="5950242" y="1866900"/>
                <a:ext cx="0" cy="465273"/>
              </a:xfrm>
              <a:prstGeom prst="line"/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1" name="Straight Connector 23"/>
              <p:cNvCxnSpPr>
                <a:cxnSpLocks/>
              </p:cNvCxnSpPr>
              <p:nvPr/>
            </p:nvCxnSpPr>
            <p:spPr>
              <a:xfrm>
                <a:off x="5628589" y="1936750"/>
                <a:ext cx="0" cy="476854"/>
              </a:xfrm>
              <a:prstGeom prst="line"/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3" name="Group 24"/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1052856" name="Freeform 25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857" name="Freeform 26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<a:prstTxWarp prst="textNoShape"/>
                <a:noAutofit/>
              </a:bodyPr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146072" name="Straight Connector 27"/>
              <p:cNvCxnSpPr>
                <a:cxnSpLocks/>
              </p:cNvCxnSpPr>
              <p:nvPr/>
            </p:nvCxnSpPr>
            <p:spPr>
              <a:xfrm flipV="1">
                <a:off x="5270526" y="2029553"/>
                <a:ext cx="295249" cy="73468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3" name="Straight Connector 28"/>
              <p:cNvCxnSpPr>
                <a:cxnSpLocks/>
              </p:cNvCxnSpPr>
              <p:nvPr/>
            </p:nvCxnSpPr>
            <p:spPr>
              <a:xfrm flipV="1">
                <a:off x="5275406" y="2261710"/>
                <a:ext cx="290369" cy="1675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4" name="Straight Connector 29"/>
              <p:cNvCxnSpPr>
                <a:cxnSpLocks/>
              </p:cNvCxnSpPr>
              <p:nvPr/>
            </p:nvCxnSpPr>
            <p:spPr>
              <a:xfrm flipV="1">
                <a:off x="5275406" y="2151772"/>
                <a:ext cx="290369" cy="48402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5" name="Straight Connector 30"/>
              <p:cNvCxnSpPr>
                <a:cxnSpLocks/>
              </p:cNvCxnSpPr>
              <p:nvPr/>
            </p:nvCxnSpPr>
            <p:spPr>
              <a:xfrm>
                <a:off x="5270094" y="2354086"/>
                <a:ext cx="295681" cy="0"/>
              </a:xfrm>
              <a:prstGeom prst="line"/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6" name="Straight Connector 31"/>
              <p:cNvCxnSpPr>
                <a:cxnSpLocks/>
              </p:cNvCxnSpPr>
              <p:nvPr/>
            </p:nvCxnSpPr>
            <p:spPr>
              <a:xfrm flipV="1">
                <a:off x="5950242" y="1866900"/>
                <a:ext cx="0" cy="465273"/>
              </a:xfrm>
              <a:prstGeom prst="line"/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077" name="Straight Connector 32"/>
              <p:cNvCxnSpPr>
                <a:cxnSpLocks/>
              </p:cNvCxnSpPr>
              <p:nvPr/>
            </p:nvCxnSpPr>
            <p:spPr>
              <a:xfrm>
                <a:off x="5628589" y="1936750"/>
                <a:ext cx="0" cy="476854"/>
              </a:xfrm>
              <a:prstGeom prst="line"/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2858" name="Freeform 33"/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57000">
                  <a:schemeClr val="accent5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<a:prstTxWarp prst="textNoShape"/>
              <a:noAutofit/>
            </a:bodyPr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59" name="TextBox 34"/>
            <p:cNvSpPr txBox="1"/>
            <p:nvPr/>
          </p:nvSpPr>
          <p:spPr>
            <a:xfrm>
              <a:off x="9427201" y="1758207"/>
              <a:ext cx="1725088" cy="286232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1052860" name="Rectangle 35"/>
            <p:cNvSpPr/>
            <p:nvPr/>
          </p:nvSpPr>
          <p:spPr>
            <a:xfrm>
              <a:off x="9279068" y="3584920"/>
              <a:ext cx="305749" cy="197847"/>
            </a:xfrm>
            <a:prstGeom prst="rect"/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61" name="TextBox 36"/>
            <p:cNvSpPr txBox="1"/>
            <p:nvPr/>
          </p:nvSpPr>
          <p:spPr>
            <a:xfrm>
              <a:off x="8766162" y="3354931"/>
              <a:ext cx="1040639" cy="480131"/>
            </a:xfrm>
            <a:prstGeom prst="rect"/>
            <a:noFill/>
          </p:spPr>
          <p:txBody>
            <a:bodyPr rtlCol="0" wrap="squar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1052862" name="TextBox 37"/>
            <p:cNvSpPr txBox="1"/>
            <p:nvPr/>
          </p:nvSpPr>
          <p:spPr>
            <a:xfrm>
              <a:off x="10917767" y="4584949"/>
              <a:ext cx="813043" cy="383182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05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05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1052863" name="TextBox 38"/>
            <p:cNvSpPr txBox="1"/>
            <p:nvPr/>
          </p:nvSpPr>
          <p:spPr>
            <a:xfrm>
              <a:off x="10063018" y="4135260"/>
              <a:ext cx="843051" cy="674031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algn="l" defTabSz="914400" eaLnBrk="1" fontAlgn="auto" hangingPunct="1" indent="0" latinLnBrk="0" lvl="0" marL="0" marR="0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baseline="0" b="0" cap="none" dirty="0" sz="1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078" name="Straight Connector 39"/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79" name="Straight Connector 40"/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0" name="Straight Connector 41"/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1" name="Straight Connector 42"/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2" name="Straight Connector 43"/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3" name="Straight Connector 44"/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4" name="Straight Connector 45"/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5" name="Straight Connector 46"/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6" name="Straight Connector 47"/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7" name="Straight Connector 48"/>
            <p:cNvCxnSpPr>
              <a:cxnSpLocks/>
            </p:cNvCxnSpPr>
            <p:nvPr/>
          </p:nvCxnSpPr>
          <p:spPr>
            <a:xfrm>
              <a:off x="10137668" y="2661704"/>
              <a:ext cx="488174" cy="839333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8" name="Straight Connector 49"/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89" name="Straight Connector 50"/>
            <p:cNvCxnSpPr>
              <a:cxnSpLocks/>
            </p:cNvCxnSpPr>
            <p:nvPr/>
          </p:nvCxnSpPr>
          <p:spPr>
            <a:xfrm flipH="1">
              <a:off x="10100635" y="2076444"/>
              <a:ext cx="761467" cy="577355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0" name="Straight Connector 51"/>
            <p:cNvCxnSpPr>
              <a:cxnSpLocks/>
            </p:cNvCxnSpPr>
            <p:nvPr/>
          </p:nvCxnSpPr>
          <p:spPr>
            <a:xfrm flipH="1">
              <a:off x="10100635" y="2175325"/>
              <a:ext cx="3970" cy="518461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1" name="Straight Connector 52"/>
            <p:cNvCxnSpPr>
              <a:cxnSpLocks/>
            </p:cNvCxnSpPr>
            <p:nvPr/>
          </p:nvCxnSpPr>
          <p:spPr>
            <a:xfrm flipH="1">
              <a:off x="10672135" y="2107518"/>
              <a:ext cx="149360" cy="518461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2" name="Straight Connector 53"/>
            <p:cNvCxnSpPr>
              <a:cxnSpLocks/>
            </p:cNvCxnSpPr>
            <p:nvPr/>
          </p:nvCxnSpPr>
          <p:spPr>
            <a:xfrm flipH="1">
              <a:off x="10142166" y="2625979"/>
              <a:ext cx="574283" cy="27820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3" name="Straight Connector 54"/>
            <p:cNvCxnSpPr>
              <a:cxnSpLocks/>
            </p:cNvCxnSpPr>
            <p:nvPr/>
          </p:nvCxnSpPr>
          <p:spPr>
            <a:xfrm flipH="1">
              <a:off x="10069542" y="2076444"/>
              <a:ext cx="788589" cy="98881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4" name="Straight Connector 55"/>
            <p:cNvCxnSpPr>
              <a:cxnSpLocks/>
            </p:cNvCxnSpPr>
            <p:nvPr/>
          </p:nvCxnSpPr>
          <p:spPr>
            <a:xfrm flipH="1">
              <a:off x="10862103" y="2034337"/>
              <a:ext cx="279002" cy="421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5" name="Straight Connector 56"/>
            <p:cNvCxnSpPr>
              <a:cxnSpLocks/>
            </p:cNvCxnSpPr>
            <p:nvPr/>
          </p:nvCxnSpPr>
          <p:spPr>
            <a:xfrm flipH="1" flipV="1">
              <a:off x="10681994" y="2625979"/>
              <a:ext cx="353541" cy="67807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096" name="Straight Connector 57"/>
            <p:cNvCxnSpPr>
              <a:cxnSpLocks/>
            </p:cNvCxnSpPr>
            <p:nvPr/>
          </p:nvCxnSpPr>
          <p:spPr>
            <a:xfrm flipH="1">
              <a:off x="8769223" y="2175325"/>
              <a:ext cx="1300319" cy="606622"/>
            </a:xfrm>
            <a:prstGeom prst="line"/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52864" name="Line 541"/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65" name="Line 424"/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866" name="Oval 800"/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/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204" name="Group 61"/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1052867" name="Freeform 6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68" name="Oval 6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05" name="Group 6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69" name="Freeform 6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70" name="Freeform 6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71" name="Freeform 6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72" name="Freeform 6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6" name="Group 69"/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1052873" name="Freeform 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74" name="Oval 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07" name="Group 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75" name="Freeform 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76" name="Freeform 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77" name="Freeform 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78" name="Freeform 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8" name="Group 77"/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1052879" name="Freeform 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80" name="Oval 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09" name="Group 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81" name="Freeform 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82" name="Freeform 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83" name="Freeform 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84" name="Freeform 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10" name="Group 85"/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1052885" name="Freeform 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86" name="Oval 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1" name="Group 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87" name="Freeform 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88" name="Freeform 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89" name="Freeform 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90" name="Freeform 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12" name="Group 93"/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1052891" name="Freeform 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92" name="Oval 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3" name="Group 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93" name="Freeform 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94" name="Freeform 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95" name="Freeform 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896" name="Freeform 1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14" name="Group 101"/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52897" name="Freeform 1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898" name="Oval 1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5" name="Group 1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899" name="Freeform 1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00" name="Freeform 1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01" name="Freeform 1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02" name="Freeform 1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16" name="Group 109"/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052903" name="Freeform 1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904" name="Oval 1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7" name="Group 1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905" name="Freeform 1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06" name="Freeform 1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07" name="Freeform 1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08" name="Freeform 1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18" name="Group 117"/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052909" name="Freeform 1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910" name="Oval 1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9" name="Group 1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911" name="Freeform 1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12" name="Freeform 1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13" name="Freeform 1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14" name="Freeform 1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20" name="Group 125"/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052915" name="Freeform 1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2916" name="Oval 1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21" name="Group 1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2917" name="Freeform 1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18" name="Freeform 1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19" name="Freeform 1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2920" name="Freeform 1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097626" name="Picture 653" descr="iphone_stylized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 cstate="print"/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/>
            <a:noFill/>
            <a:ln>
              <a:noFill/>
            </a:ln>
          </p:spPr>
        </p:pic>
        <p:pic>
          <p:nvPicPr>
            <p:cNvPr id="2097627" name="Picture 1018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/>
            <a:noFill/>
            <a:ln>
              <a:noFill/>
            </a:ln>
          </p:spPr>
        </p:pic>
        <p:sp>
          <p:nvSpPr>
            <p:cNvPr id="1052921" name="Freeform 1019"/>
            <p:cNvSpPr/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628" name="Picture 1020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 cstate="print"/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/>
            <a:noFill/>
            <a:ln>
              <a:noFill/>
            </a:ln>
          </p:spPr>
        </p:pic>
        <p:sp>
          <p:nvSpPr>
            <p:cNvPr id="1052922" name="Freeform 1021"/>
            <p:cNvSpPr/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23" name="Freeform 1022"/>
            <p:cNvSpPr/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24" name="Freeform 1023"/>
            <p:cNvSpPr/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25" name="Freeform 1024"/>
            <p:cNvSpPr/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26" name="Freeform 1025"/>
            <p:cNvSpPr/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27" name="Freeform 1026"/>
            <p:cNvSpPr/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22" name="Group 1027"/>
            <p:cNvGrpSpPr/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052928" name="Freeform 1028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29" name="Freeform 1029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30" name="Freeform 1030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31" name="Freeform 1031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32" name="Freeform 1032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33" name="Freeform 1033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2934" name="Freeform 1034"/>
            <p:cNvSpPr/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35" name="Freeform 1035"/>
            <p:cNvSpPr/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36" name="Freeform 1036"/>
            <p:cNvSpPr/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37" name="Freeform 1037"/>
            <p:cNvSpPr/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38" name="Freeform 1038"/>
            <p:cNvSpPr/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39" name="Freeform 1039"/>
            <p:cNvSpPr/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629" name="Picture 568" descr="light2.png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4"/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/>
            <a:noFill/>
            <a:ln>
              <a:noFill/>
            </a:ln>
          </p:spPr>
        </p:pic>
        <p:pic>
          <p:nvPicPr>
            <p:cNvPr id="2097630" name="Picture 603" descr="car_icon_small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5"/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/>
            <a:noFill/>
            <a:ln>
              <a:noFill/>
            </a:ln>
          </p:spPr>
        </p:pic>
        <p:pic>
          <p:nvPicPr>
            <p:cNvPr id="2097631" name="Picture 1116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6" cstate="print"/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/>
            <a:noFill/>
            <a:ln>
              <a:noFill/>
            </a:ln>
          </p:spPr>
        </p:pic>
        <p:sp>
          <p:nvSpPr>
            <p:cNvPr id="1052940" name="Freeform 1117"/>
            <p:cNvSpPr/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632" name="Picture 1118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7"/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/>
            <a:noFill/>
            <a:ln>
              <a:noFill/>
            </a:ln>
          </p:spPr>
        </p:pic>
        <p:sp>
          <p:nvSpPr>
            <p:cNvPr id="1052941" name="Freeform 1119"/>
            <p:cNvSpPr/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42" name="Freeform 1120"/>
            <p:cNvSpPr/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43" name="Freeform 1121"/>
            <p:cNvSpPr/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44" name="Freeform 1122"/>
            <p:cNvSpPr/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45" name="Freeform 1123"/>
            <p:cNvSpPr/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46" name="Freeform 1124"/>
            <p:cNvSpPr/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23" name="Group 1125"/>
            <p:cNvGrpSpPr/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052947" name="Freeform 112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48" name="Freeform 112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49" name="Freeform 112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50" name="Freeform 112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51" name="Freeform 113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52" name="Freeform 113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2953" name="Freeform 1132"/>
            <p:cNvSpPr/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54" name="Freeform 1133"/>
            <p:cNvSpPr/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55" name="Freeform 1134"/>
            <p:cNvSpPr/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56" name="Freeform 1135"/>
            <p:cNvSpPr/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57" name="Freeform 1136"/>
            <p:cNvSpPr/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58" name="Freeform 1137"/>
            <p:cNvSpPr/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633" name="Picture 114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8"/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/>
            <a:noFill/>
            <a:ln>
              <a:noFill/>
            </a:ln>
          </p:spPr>
        </p:pic>
        <p:sp>
          <p:nvSpPr>
            <p:cNvPr id="1052959" name="Freeform 1141"/>
            <p:cNvSpPr/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634" name="Picture 571" descr="fridge2.png"/>
            <p:cNvPicPr>
              <a:picLocks noChangeAspect="1"/>
            </p:cNvPicPr>
            <p:nvPr/>
          </p:nvPicPr>
          <p:blipFill>
            <a:blip xmlns:r="http://schemas.openxmlformats.org/officeDocument/2006/relationships" r:embed="rId9" cstate="print"/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/>
            <a:noFill/>
            <a:ln>
              <a:noFill/>
            </a:ln>
          </p:spPr>
        </p:pic>
        <p:grpSp>
          <p:nvGrpSpPr>
            <p:cNvPr id="1224" name="Group 950"/>
            <p:cNvGrpSpPr/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052960" name="Freeform 951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61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62" name="Freeform 953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63" name="Freeform 954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64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225" name="Group 956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2965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2966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2967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226" name="Group 960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2968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2969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2970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71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227" name="Group 965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2972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2973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2974" name="Freeform 968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28" name="Group 969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2975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2976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2977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78" name="Freeform 973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79" name="Freeform 974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80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81" name="Freeform 976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82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83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84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85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86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2987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/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229" name="Group 590"/>
            <p:cNvGrpSpPr/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097635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 cstate="print"/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/>
              <a:noFill/>
              <a:ln>
                <a:noFill/>
              </a:ln>
            </p:spPr>
          </p:pic>
          <p:sp>
            <p:nvSpPr>
              <p:cNvPr id="1052988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30" name="Group 590"/>
            <p:cNvGrpSpPr/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097636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 cstate="print"/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/>
              <a:noFill/>
              <a:ln>
                <a:noFill/>
              </a:ln>
            </p:spPr>
          </p:pic>
          <p:sp>
            <p:nvSpPr>
              <p:cNvPr id="1052989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097637" name="Picture 1066" descr="laptop_keyboard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1"/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/>
            <a:noFill/>
            <a:ln>
              <a:noFill/>
            </a:ln>
          </p:spPr>
        </p:pic>
        <p:sp>
          <p:nvSpPr>
            <p:cNvPr id="1052990" name="Freeform 1067"/>
            <p:cNvSpPr/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97638" name="Picture 1068" descr="screen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2"/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/>
            <a:noFill/>
            <a:ln>
              <a:noFill/>
            </a:ln>
          </p:spPr>
        </p:pic>
        <p:sp>
          <p:nvSpPr>
            <p:cNvPr id="1052991" name="Freeform 1069"/>
            <p:cNvSpPr/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92" name="Freeform 1070"/>
            <p:cNvSpPr/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93" name="Freeform 1071"/>
            <p:cNvSpPr/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94" name="Freeform 1072"/>
            <p:cNvSpPr/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95" name="Freeform 1073"/>
            <p:cNvSpPr/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2996" name="Freeform 1074"/>
            <p:cNvSpPr/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31" name="Group 1075"/>
            <p:cNvGrpSpPr/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1052997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98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999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000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001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002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3003" name="Freeform 1082"/>
            <p:cNvSpPr/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004" name="Freeform 1083"/>
            <p:cNvSpPr/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005" name="Freeform 1086"/>
            <p:cNvSpPr/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006" name="Freeform 1087"/>
            <p:cNvSpPr/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32" name="Group 305"/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1233" name="Group 306"/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2097639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3"/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/>
                <a:noFill/>
                <a:ln>
                  <a:noFill/>
                </a:ln>
              </p:spPr>
            </p:pic>
            <p:sp>
              <p:nvSpPr>
                <p:cNvPr id="1053007" name="Line 426"/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34" name="Group 783"/>
                <p:cNvGrpSpPr/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1053008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09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0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1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2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3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4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5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6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7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8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19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20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21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22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/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235" name="Group 414"/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1053023" name="Freeform 41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3024" name="Oval 42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236" name="Group 42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3025" name="Freeform 42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26" name="Freeform 42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27" name="Freeform 42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28" name="Freeform 42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209764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4"/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64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64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  <p:pic>
              <p:nvPicPr>
                <p:cNvPr id="209764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5" cstate="print"/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/>
                <a:noFill/>
                <a:ln>
                  <a:noFill/>
                </a:ln>
              </p:spPr>
            </p:pic>
          </p:grpSp>
          <p:grpSp>
            <p:nvGrpSpPr>
              <p:cNvPr id="1237" name="Group 307"/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2097644" name="Picture 777" descr="access_point_stylized_small"/>
                <p:cNvPicPr>
                  <a:picLocks noChangeAspect="1" noChangeArrowheads="1"/>
                </p:cNvPicPr>
                <p:nvPr/>
              </p:nvPicPr>
              <p:blipFill>
                <a:blip xmlns:r="http://schemas.openxmlformats.org/officeDocument/2006/relationships" r:embed="rId16"/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/>
                <a:noFill/>
                <a:ln>
                  <a:noFill/>
                </a:ln>
              </p:spPr>
            </p:pic>
            <p:grpSp>
              <p:nvGrpSpPr>
                <p:cNvPr id="1238" name="Group 397"/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1053029" name="Line 443"/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30" name="Line 4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2097645" name="Picture 778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7" cstate="print"/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/>
                  <a:noFill/>
                  <a:ln>
                    <a:noFill/>
                  </a:ln>
                </p:spPr>
              </p:pic>
              <p:grpSp>
                <p:nvGrpSpPr>
                  <p:cNvPr id="1239" name="Group 401"/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1053031" name="Freeform 404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053032" name="Oval 405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/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240" name="Group 406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053033" name="Freeform 407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34" name="Freeform 408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35" name="Freeform 409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36" name="Freeform 410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2097646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8"/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/>
                  <a:noFill/>
                  <a:ln>
                    <a:noFill/>
                  </a:ln>
                </p:spPr>
              </p:pic>
              <p:pic>
                <p:nvPicPr>
                  <p:cNvPr id="2097647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8"/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/>
                  <a:noFill/>
                  <a:ln>
                    <a:noFill/>
                  </a:ln>
                </p:spPr>
              </p:pic>
            </p:grpSp>
          </p:grpSp>
          <p:grpSp>
            <p:nvGrpSpPr>
              <p:cNvPr id="1241" name="Group 308"/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1242" name="Group 382"/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1053037" name="Freeform 38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3038" name="Oval 39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243" name="Group 39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3039" name="Freeform 39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40" name="Freeform 39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41" name="Freeform 39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42" name="Freeform 39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244" name="Group 383"/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146097" name="Straight Connector 384"/>
                  <p:cNvCxnSpPr>
                    <a:cxnSpLocks/>
                  </p:cNvCxnSpPr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/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45" name="Group 385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2097648" name="Picture 386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9"/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49" name="Picture 387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9"/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50" name="Picture 388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9"/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/>
                  </p:spPr>
                </p:pic>
              </p:grpSp>
            </p:grpSp>
          </p:grpSp>
          <p:grpSp>
            <p:nvGrpSpPr>
              <p:cNvPr id="1246" name="Group 309"/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1053043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/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044" name="Line 435"/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045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/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47" name="Group 328"/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1053046" name="Line 430"/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/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anchor="ctr"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47" name="Line 431"/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48" name="Line 4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49" name="Line 4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50" name="Line 4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51" name="Line 4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52" name="Line 44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53" name="Line 441"/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/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054" name="Line 428"/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/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anchor="ctr" wrap="none"/>
                  <a:p>
                    <a:pPr algn="l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2097651" name="Picture 781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20"/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/>
                  <a:noFill/>
                  <a:ln>
                    <a:noFill/>
                  </a:ln>
                </p:spPr>
              </p:pic>
              <p:pic>
                <p:nvPicPr>
                  <p:cNvPr id="2097652" name="Picture 780" descr="access_point_stylized_small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16"/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/>
                  <a:noFill/>
                  <a:ln>
                    <a:noFill/>
                  </a:ln>
                </p:spPr>
              </p:pic>
              <p:grpSp>
                <p:nvGrpSpPr>
                  <p:cNvPr id="1248" name="Group 340"/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1053055" name="Freeform 375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053056" name="Oval 376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/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249" name="Group 377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053057" name="Freeform 378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58" name="Freeform 379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59" name="Freeform 380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60" name="Freeform 381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250" name="Group 341"/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1053061" name="Rectangle 368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/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62" name="Freeform 369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51" name="Group 370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053063" name="Freeform 371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64" name="Freeform 372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65" name="Freeform 373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66" name="Freeform 374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252" name="Group 342"/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1053067" name="Freeform 361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053068" name="Oval 362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/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253" name="Group 363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053069" name="Freeform 364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70" name="Freeform 365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71" name="Freeform 366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72" name="Freeform 367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254" name="Group 343"/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1053073" name="Rectangle 354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/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74" name="Freeform 355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55" name="Group 356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053075" name="Freeform 357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76" name="Freeform 358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77" name="Freeform 359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78" name="Freeform 360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256" name="Group 344"/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1053079" name="Freeform 347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1053080" name="Oval 348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/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1257" name="Group 349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1053081" name="Freeform 350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82" name="Freeform 351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83" name="Freeform 352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084" name="Freeform 353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 rtlCol="0"/>
                      <a:p>
                        <a:pPr algn="ctr" defTabSz="914400" eaLnBrk="1" fontAlgn="auto" hangingPunct="1" indent="0" latinLnBrk="0" lvl="0" marL="0" marR="0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</a:pPr>
                        <a:endParaRPr baseline="0" b="0" cap="none" dirty="0" sz="1800" i="0" kern="1200" kumimoji="0" lang="en-US" noProof="0" normalizeH="0" spc="0" strike="noStrike" u="none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2097653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xmlns:r="http://schemas.openxmlformats.org/officeDocument/2006/relationships" r:embed="rId21"/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/>
                  <a:noFill/>
                  <a:ln>
                    <a:noFill/>
                  </a:ln>
                </p:spPr>
              </p:pic>
            </p:grpSp>
          </p:grpSp>
          <p:grpSp>
            <p:nvGrpSpPr>
              <p:cNvPr id="1258" name="Group 310"/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1259" name="Group 311"/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146098" name="Straight Connector 320"/>
                  <p:cNvCxnSpPr>
                    <a:cxnSpLocks/>
                  </p:cNvCxnSpPr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/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60" name="Group 321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2097654" name="Picture 322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9"/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55" name="Picture 323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9"/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56" name="Picture 324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9"/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/>
                  </p:spPr>
                </p:pic>
              </p:grpSp>
            </p:grpSp>
            <p:grpSp>
              <p:nvGrpSpPr>
                <p:cNvPr id="1261" name="Group 312"/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1053085" name="Freeform 31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1053086" name="Oval 31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/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rtlCol="0"/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r>
                      <a: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1262" name="Group 31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1053087" name="Freeform 31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88" name="Freeform 31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89" name="Freeform 31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3090" name="Freeform 31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rtlCol="0"/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1263" name="Group 590"/>
            <p:cNvGrpSpPr/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097657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 cstate="print"/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/>
              <a:noFill/>
              <a:ln>
                <a:noFill/>
              </a:ln>
            </p:spPr>
          </p:pic>
          <p:sp>
            <p:nvSpPr>
              <p:cNvPr id="1053091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64" name="Group 590"/>
            <p:cNvGrpSpPr/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2097658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0" cstate="print"/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/>
              <a:noFill/>
              <a:ln>
                <a:noFill/>
              </a:ln>
            </p:spPr>
          </p:pic>
          <p:sp>
            <p:nvSpPr>
              <p:cNvPr id="1053092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65" name="Group 983"/>
            <p:cNvGrpSpPr/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1053093" name="Freeform 98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094" name="Rectangle 985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095" name="Freeform 98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096" name="Freeform 98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097" name="Rectangle 988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266" name="Group 98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3098" name="AutoShape 990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3099" name="AutoShape 991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3100" name="Rectangle 992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267" name="Group 99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3101" name="AutoShape 994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3102" name="AutoShape 995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3103" name="Rectangle 996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04" name="Rectangle 997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268" name="Group 99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3105" name="AutoShape 999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3106" name="AutoShape 1000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3107" name="Freeform 100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69" name="Group 100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3108" name="AutoShape 1003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3109" name="AutoShape 1004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53110" name="Rectangle 1005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11" name="Freeform 100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12" name="Freeform 100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13" name="Oval 1008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14" name="Freeform 100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15" name="AutoShape 1010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16" name="AutoShape 1011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17" name="Oval 1012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18" name="Oval 1013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19" name="Oval 1014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3120" name="Rectangle 1015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/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2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2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2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0"/>
                                        <p:tgtEl>
                                          <p:spTgt spid="10528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2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0528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8"/>
                                        <p:tgtEl>
                                          <p:spTgt spid="1052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843" grpId="0" uiExpand="1" build="p"/>
      <p:bldP spid="105284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24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sp>
        <p:nvSpPr>
          <p:cNvPr id="1053125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1273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1274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105312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27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75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1053128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29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76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105313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31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77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1053132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33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78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1053134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35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79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105313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37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0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1053138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39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1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105314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41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2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1053142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43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3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1053144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45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4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105314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47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5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1053148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49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6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105315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51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7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1053152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53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8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1053154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55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89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105315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57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1053158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59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60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61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62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63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05316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48</a:t>
            </a:fld>
            <a:endParaRPr dirty="0" 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3" name="Group 25"/>
          <p:cNvGrpSpPr/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3146099" name="Straight Connector 7"/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0" name="Straight Connector 188"/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1" name="Straight Connector 190"/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2" name="Straight Connector 192"/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3" name="Straight Connector 195"/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4" name="Straight Connector 197"/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5" name="Straight Connector 199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6" name="Straight Connector 201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7" name="Straight Connector 203"/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8" name="Straight Connector 204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09" name="Straight Connector 207"/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0" name="Straight Connector 209"/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1" name="Straight Connector 211"/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2" name="Straight Connector 213"/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3" name="Straight Connector 215"/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sp>
          <p:nvSpPr>
            <p:cNvPr id="1053168" name="TextBox 24"/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69" name="TextBox 218"/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70" name="TextBox 219"/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71" name="TextBox 220"/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172" name="TextBox 221"/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1294" name="Group 223"/>
          <p:cNvGrpSpPr/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3146114" name="Straight Connector 224"/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5" name="Straight Connector 225"/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6" name="Straight Connector 226"/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7" name="Straight Connector 227"/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8" name="Straight Connector 228"/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19" name="Straight Connector 229"/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0" name="Straight Connector 230"/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1" name="Straight Connector 231"/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2" name="Straight Connector 232"/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3" name="Straight Connector 233"/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4" name="Straight Connector 234"/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5" name="Straight Connector 235"/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6" name="Straight Connector 236"/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7" name="Straight Connector 237"/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28" name="Straight Connector 238"/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</p:grpSp>
      <p:grpSp>
        <p:nvGrpSpPr>
          <p:cNvPr id="1295" name="Group 239"/>
          <p:cNvGrpSpPr/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3146129" name="Straight Connector 240"/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0" name="Straight Connector 241"/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1" name="Straight Connector 242"/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2" name="Straight Connector 243"/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3" name="Straight Connector 244"/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4" name="Straight Connector 245"/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5" name="Straight Connector 246"/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6" name="Straight Connector 247"/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7" name="Straight Connector 248"/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8" name="Straight Connector 249"/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39" name="Straight Connector 250"/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0" name="Straight Connector 251"/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1" name="Straight Connector 252"/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2" name="Straight Connector 253"/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3" name="Straight Connector 254"/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</p:grpSp>
      <p:sp>
        <p:nvSpPr>
          <p:cNvPr id="1053173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sp>
        <p:nvSpPr>
          <p:cNvPr id="1053174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1296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1297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105317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76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98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105317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78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99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105317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80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0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105318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82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1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105318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8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2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105318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86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3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105318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88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4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105318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90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5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105319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92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6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105319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9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7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105319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96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8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105319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198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09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105319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00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10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105320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02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11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105320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0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12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105320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06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1053207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208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209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210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211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212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053213" name="TextBox 115"/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/>
          <a:solidFill>
            <a:schemeClr val="bg1"/>
          </a:solidFill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altLang="en-US" baseline="3000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05321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49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after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1000" id="7"/>
                                        <p:tgtEl>
                                          <p:spTgt spid="1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">
                            <p:stCondLst>
                              <p:cond delay="1000"/>
                            </p:stCondLst>
                            <p:childTnLst>
                              <p:par>
                                <p:cTn fill="hold" id="9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1"/>
                                        <p:tgtEl>
                                          <p:spTgt spid="1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">
                      <p:stCondLst>
                        <p:cond delay="indefinite"/>
                      </p:stCondLst>
                      <p:childTnLst>
                        <p:par>
                          <p:cTn fill="hold" id="1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600" id="16"/>
                                        <p:tgtEl>
                                          <p:spTgt spid="1053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213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18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sp>
        <p:nvSpPr>
          <p:cNvPr id="1053219" name="Rectangle 3"/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/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1316" name="Group 3"/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1053220" name="Oval 3"/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/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3146144" name="Straight Connector 10"/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5" name="Straight Connector 297"/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6" name="Straight Connector 298"/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7" name="Straight Connector 299"/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8" name="Straight Connector 300"/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49" name="Straight Connector 301"/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0" name="Straight Connector 302"/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1" name="Straight Connector 303"/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2" name="Straight Connector 304"/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/>
            <a:noFill/>
            <a:ln w="15875">
              <a:solidFill>
                <a:schemeClr val="tx1"/>
              </a:solidFill>
              <a:round/>
              <a:headEnd/>
              <a:tailEnd/>
            </a:ln>
          </p:spPr>
        </p:cxnSp>
        <p:sp>
          <p:nvSpPr>
            <p:cNvPr id="1053221" name="TextBox 39958"/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3146153" name="Straight Connector 307"/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4" name="Straight Connector 308"/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5" name="Straight Connector 309"/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6" name="Straight Connector 310"/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7" name="Straight Connector 311"/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8" name="Straight Connector 312"/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59" name="Straight Connector 313"/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0" name="Straight Connector 314"/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1" name="Straight Connector 315"/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2" name="Straight Connector 316"/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3" name="Straight Connector 317"/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4" name="Straight Connector 318"/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5" name="Straight Connector 22"/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6" name="Straight Connector 305"/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3146167" name="Straight Connector 306"/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grpSp>
          <p:nvGrpSpPr>
            <p:cNvPr id="1317" name="Group 169"/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053222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23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18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2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2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2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2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19" name="Group 185"/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053228" name="Freeform 1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29" name="Oval 1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20" name="Group 1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30" name="Freeform 1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31" name="Freeform 1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32" name="Freeform 1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33" name="Freeform 1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21" name="Group 193"/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053234" name="Freeform 1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35" name="Oval 1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22" name="Group 1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36" name="Freeform 1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37" name="Freeform 1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38" name="Freeform 1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39" name="Freeform 2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23" name="Group 201"/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1053240" name="Freeform 2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41" name="Oval 2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24" name="Group 2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42" name="Freeform 2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43" name="Freeform 2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44" name="Freeform 2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45" name="Freeform 2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25" name="Group 209"/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1053246" name="Freeform 2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47" name="Oval 2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26" name="Group 2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48" name="Freeform 2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49" name="Freeform 2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50" name="Freeform 2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51" name="Freeform 2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27" name="Group 217"/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1053252" name="Freeform 2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53" name="Oval 2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28" name="Group 2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54" name="Freeform 2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55" name="Freeform 2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56" name="Freeform 2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57" name="Freeform 2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29" name="Group 225"/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1053258" name="Freeform 2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59" name="Oval 2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30" name="Group 2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60" name="Freeform 2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61" name="Freeform 2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62" name="Freeform 2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63" name="Freeform 2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3146168" name="Straight Connector 318"/>
            <p:cNvCxnSpPr>
              <a:cxnSpLocks noChangeShapeType="1"/>
              <a:endCxn id="1053266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grpSp>
          <p:nvGrpSpPr>
            <p:cNvPr id="1331" name="Group 177"/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053264" name="Freeform 1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53265" name="Oval 1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/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332" name="Group 1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53266" name="Freeform 1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67" name="Freeform 1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68" name="Freeform 1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3269" name="Freeform 1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 rtlCol="0"/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333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1334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105327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71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35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1053272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73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36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1053274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75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37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105327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77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38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1053278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79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39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105328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81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0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1053282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83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1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1053284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85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2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105328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87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3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1053288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89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4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105329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91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5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1053292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93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6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1053294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95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7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1053296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97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8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1053298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299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49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1053300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01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1053302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303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304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305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306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307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05330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50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12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169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0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1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2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3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4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5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6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7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313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1353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53314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15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54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16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17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18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19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5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53320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21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56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22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23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24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25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53326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27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58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28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29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30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31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9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53332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33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60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34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35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36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37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1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53338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39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6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40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41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42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43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3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53344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45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64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4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4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4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4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350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178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79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0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1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2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3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4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5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6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35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105335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187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8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89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0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1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2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3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4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5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353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3146196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7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8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199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0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1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2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3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4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5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6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7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8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09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0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1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grpSp>
        <p:nvGrpSpPr>
          <p:cNvPr id="1365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1053354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55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66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56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57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58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59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7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1053360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61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68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6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6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6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6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9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1053366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67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70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6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6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7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7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1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1053372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73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72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74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75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76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77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3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1053378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79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74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80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81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82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83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105338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8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7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86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87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88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89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7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1053390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91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78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92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93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94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95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9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1053396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397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0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398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399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00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01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1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1053402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03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2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04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05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06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07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3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1053408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09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4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10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11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12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13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5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1053414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15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6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16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17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18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19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7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1053420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21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8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22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23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24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25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9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1053426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27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90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2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2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3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3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1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1053432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33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92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34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35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36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37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3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1053438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39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94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40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41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42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43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105344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4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9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46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47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48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49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7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1053450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51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98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52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53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54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55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456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grpSp>
        <p:nvGrpSpPr>
          <p:cNvPr id="1399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1400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10534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58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1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10534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2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10534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62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3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105346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64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4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105346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66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5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105346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68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6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105346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7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7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105347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72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8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105347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74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09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105347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76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10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105347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78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11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105347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8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12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105348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82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13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105348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84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14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105348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86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15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105348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88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1053489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490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491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492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493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494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053495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/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416" name="Group 1044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53496" name="Freeform 104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497" name="Oval 104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17" name="Group 104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498" name="Freeform 104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499" name="Freeform 104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00" name="Freeform 105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01" name="Freeform 105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50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51</a:t>
            </a:fld>
            <a:endParaRPr dirty="0" lang="en-US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6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212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3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4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5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6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7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8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19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0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507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1421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5350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0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2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10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11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12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13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23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5351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1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4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16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17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18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19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25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53520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21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6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22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23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24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25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526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221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2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3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4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5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6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7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8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29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527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1053528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230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1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2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3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4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5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6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7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38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529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3146239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0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1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2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3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4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5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6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7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8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49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50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51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52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53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54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grpSp>
        <p:nvGrpSpPr>
          <p:cNvPr id="1427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1053530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31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32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33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34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35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29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1053536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37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0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38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39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40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41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31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1053542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43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2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44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45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46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47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33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1053548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49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4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50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51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52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53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3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10535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56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57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58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59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37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1053560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61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8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62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63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64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65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39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1053566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67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40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68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69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70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71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4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105357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7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42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74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75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76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77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4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105357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7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44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80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81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82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83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45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1053584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85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46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86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87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88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89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47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1053590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91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48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92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93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94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95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49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1053596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597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50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598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599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00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01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60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grpSp>
        <p:nvGrpSpPr>
          <p:cNvPr id="1451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1452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105360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04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3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105360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06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4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105360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0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5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105360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10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6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105361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12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7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105361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14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8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105361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16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59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105361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1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0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105361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20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1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105362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22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2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105362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24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3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105362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26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4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105362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2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5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105362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30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6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10536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32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67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10536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34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algn="ctr" defTabSz="914400" eaLnBrk="1" fontAlgn="auto" hangingPunct="1" indent="0" latinLnBrk="0" lvl="0" marL="0" marR="0" rtl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0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105363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63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63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63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63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05364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053641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/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1468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1469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1053642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/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3643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146255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256" name="Straight Connector 516"/>
            <p:cNvCxnSpPr>
              <a:cxnSpLocks noChangeShapeType="1"/>
              <a:endCxn id="1053647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</p:grpSp>
      <p:grpSp>
        <p:nvGrpSpPr>
          <p:cNvPr id="1470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146257" name="Straight Connector 7"/>
            <p:cNvCxnSpPr>
              <a:cxnSpLocks noChangeShapeType="1"/>
              <a:stCxn id="1053659" idx="5"/>
              <a:endCxn id="105365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258" name="Straight Connector 415"/>
            <p:cNvCxnSpPr>
              <a:cxnSpLocks noChangeShapeType="1"/>
              <a:stCxn id="1053678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259" name="Straight Connector 523"/>
            <p:cNvCxnSpPr>
              <a:cxnSpLocks noChangeShapeType="1"/>
              <a:endCxn id="1053667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</p:grpSp>
      <p:grpSp>
        <p:nvGrpSpPr>
          <p:cNvPr id="1471" name="Group 39945"/>
          <p:cNvGrpSpPr/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1053644" name="TextBox 39940"/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6260" name="Straight Connector 39943"/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/>
            <a:noFill/>
            <a:ln w="9525">
              <a:solidFill>
                <a:srgbClr val="CC0000"/>
              </a:solidFill>
              <a:round/>
              <a:headEnd/>
              <a:tailEnd/>
            </a:ln>
          </p:spPr>
        </p:cxnSp>
      </p:grpSp>
      <p:grpSp>
        <p:nvGrpSpPr>
          <p:cNvPr id="1472" name="Group 39950"/>
          <p:cNvGrpSpPr/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1053645" name="TextBox 39946"/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46261" name="Straight Connector 39948"/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/>
            <a:noFill/>
            <a:ln w="9525">
              <a:solidFill>
                <a:srgbClr val="CC0000"/>
              </a:solidFill>
              <a:round/>
              <a:headEnd/>
              <a:tailEnd/>
            </a:ln>
          </p:spPr>
        </p:cxnSp>
      </p:grpSp>
      <p:grpSp>
        <p:nvGrpSpPr>
          <p:cNvPr id="1473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1053646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47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74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4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4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5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5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5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5365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5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76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54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55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56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57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7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53658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59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78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60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61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62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63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9" name="Group 1050"/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46262" name="Straight Connector 515"/>
            <p:cNvCxnSpPr>
              <a:cxnSpLocks noChangeShapeType="1"/>
              <a:stCxn id="1053699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263" name="Straight Connector 519"/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264" name="Straight Connector 520"/>
            <p:cNvCxnSpPr>
              <a:cxnSpLocks noChangeShapeType="1"/>
              <a:stCxn id="1053693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grpSp>
          <p:nvGrpSpPr>
            <p:cNvPr id="1480" name="Group 518"/>
            <p:cNvGrpSpPr/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1053664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/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3665" name="TextBox 522"/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1481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1053666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67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68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69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70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71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3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1053672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73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4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74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75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76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77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5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53678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79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6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80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81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82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83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7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1053684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85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8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86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87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88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89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9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53690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91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90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92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93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94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95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91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105369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69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92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698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699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00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01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70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52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3"/>
                                        <p:tgtEl>
                                          <p:spTgt spid="1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">
                      <p:stCondLst>
                        <p:cond delay="indefinite"/>
                      </p:stCondLst>
                      <p:childTnLst>
                        <p:par>
                          <p:cTn fill="hold" id="15">
                            <p:stCondLst>
                              <p:cond delay="0"/>
                            </p:stCondLst>
                            <p:childTnLst>
                              <p:par>
                                <p:cTn fill="hold" id="1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8"/>
                                        <p:tgtEl>
                                          <p:spTgt spid="1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1"/>
                                        <p:tgtEl>
                                          <p:spTgt spid="1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06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26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6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6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6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6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707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1496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5370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0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97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10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11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12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13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98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5371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1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99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16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17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18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19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00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53720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21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1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22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23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24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25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726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274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5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6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7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8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79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0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1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2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727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1053728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28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8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729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3146292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3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4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5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6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7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8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299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00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01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grpSp>
        <p:nvGrpSpPr>
          <p:cNvPr id="1502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1053730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31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3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32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33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34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35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04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1053736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37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5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38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39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40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41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06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1053742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43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7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44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45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46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47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08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1053748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49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9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50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51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52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53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10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10537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1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56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57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58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59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12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1053760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61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3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62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63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64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65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14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1053766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67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68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69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70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71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16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105377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7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7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74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75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76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77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18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105377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7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9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80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81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82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83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20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1053784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85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1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86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87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88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89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22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1053790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91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3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92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93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94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95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24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1053796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797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5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798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799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00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01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80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grpSp>
        <p:nvGrpSpPr>
          <p:cNvPr id="1526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105380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04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27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105380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06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28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105380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08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29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105380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10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0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105381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1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1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105381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14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2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105381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16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3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105381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18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4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105381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20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5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105382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22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36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105382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24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10538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38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38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38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38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38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3831" name="Rectangle 3"/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/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1537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1538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1053832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/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3833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146302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303" name="Straight Connector 516"/>
            <p:cNvCxnSpPr>
              <a:cxnSpLocks noChangeShapeType="1"/>
              <a:endCxn id="1053835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</p:grpSp>
      <p:grpSp>
        <p:nvGrpSpPr>
          <p:cNvPr id="1539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146304" name="Straight Connector 7"/>
            <p:cNvCxnSpPr>
              <a:cxnSpLocks noChangeShapeType="1"/>
              <a:stCxn id="1053859" idx="5"/>
              <a:endCxn id="105385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305" name="Straight Connector 415"/>
            <p:cNvCxnSpPr>
              <a:cxnSpLocks noChangeShapeType="1"/>
              <a:stCxn id="1053872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306" name="Straight Connector 523"/>
            <p:cNvCxnSpPr>
              <a:cxnSpLocks noChangeShapeType="1"/>
              <a:endCxn id="1053867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</p:grpSp>
      <p:cxnSp>
        <p:nvCxnSpPr>
          <p:cNvPr id="3146307" name="Straight Connector 515"/>
          <p:cNvCxnSpPr>
            <a:cxnSpLocks noChangeShapeType="1"/>
            <a:stCxn id="1053849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/>
          <a:noFill/>
          <a:ln w="38100">
            <a:solidFill>
              <a:srgbClr val="CC0000"/>
            </a:solidFill>
            <a:round/>
            <a:headEnd/>
            <a:tailEnd/>
          </a:ln>
        </p:spPr>
      </p:cxnSp>
      <p:cxnSp>
        <p:nvCxnSpPr>
          <p:cNvPr id="3146308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/>
          <a:noFill/>
          <a:ln w="38100">
            <a:solidFill>
              <a:srgbClr val="CC0000"/>
            </a:solidFill>
            <a:round/>
            <a:headEnd/>
            <a:tailEnd/>
          </a:ln>
        </p:spPr>
      </p:cxnSp>
      <p:cxnSp>
        <p:nvCxnSpPr>
          <p:cNvPr id="3146309" name="Straight Connector 520"/>
          <p:cNvCxnSpPr>
            <a:cxnSpLocks noChangeShapeType="1"/>
            <a:stCxn id="1053843" idx="2"/>
          </p:cNvCxnSpPr>
          <p:nvPr/>
        </p:nvCxnSpPr>
        <p:spPr bwMode="auto">
          <a:xfrm>
            <a:off x="4815073" y="3947043"/>
            <a:ext cx="476953" cy="277502"/>
          </a:xfrm>
          <a:prstGeom prst="line"/>
          <a:noFill/>
          <a:ln w="38100">
            <a:solidFill>
              <a:srgbClr val="CC0000"/>
            </a:solidFill>
            <a:round/>
            <a:headEnd/>
            <a:tailEnd/>
          </a:ln>
        </p:spPr>
      </p:cxnSp>
      <p:grpSp>
        <p:nvGrpSpPr>
          <p:cNvPr id="1540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1053834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35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41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36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37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38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39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42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53840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41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43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42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43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44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45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44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105384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4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45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48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49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50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51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46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5385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5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47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54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55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56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57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48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53858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59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49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60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61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62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63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1053864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/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3865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1551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1053866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67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5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68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69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70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71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3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53872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73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54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74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75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76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77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146310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11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12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13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grpSp>
        <p:nvGrpSpPr>
          <p:cNvPr id="1555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1053878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79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56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1053880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81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146314" name="Straight Connector 524"/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grpSp>
        <p:nvGrpSpPr>
          <p:cNvPr id="1557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1053882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83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58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84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85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86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87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146315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grpSp>
        <p:nvGrpSpPr>
          <p:cNvPr id="1559" name="Group 4"/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146316" name="Straight Connector 509"/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sp>
          <p:nvSpPr>
            <p:cNvPr id="1053888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/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146317" name="Straight Connector 511"/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sp>
          <p:nvSpPr>
            <p:cNvPr id="1053889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1560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1053890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91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61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1053892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93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6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1053894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895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63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1053896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897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4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898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899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00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01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902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/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390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53</a:t>
            </a:fld>
            <a:endParaRPr dirty="0" lang="en-US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07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/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3908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318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19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0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1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2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3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4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5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6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909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1568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53910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11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9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12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13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14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15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70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53916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17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71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18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19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20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21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72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53922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23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73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24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25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26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27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928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327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8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29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0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1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2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3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4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5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929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1053930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/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3146336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7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8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39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0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1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2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3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4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/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053931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3146345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51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52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53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cxnSp>
        <p:nvCxnSpPr>
          <p:cNvPr id="3146354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/>
          <a:noFill/>
          <a:ln w="9525">
            <a:solidFill>
              <a:srgbClr val="000000"/>
            </a:solidFill>
            <a:round/>
            <a:headEnd/>
            <a:tailEnd/>
          </a:ln>
        </p:spPr>
      </p:cxnSp>
      <p:grpSp>
        <p:nvGrpSpPr>
          <p:cNvPr id="1574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1053932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33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75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34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35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36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37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76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1053938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39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77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40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41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42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43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78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1053944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45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79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46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47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48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49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0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1053950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51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1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52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53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54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55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2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1053956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57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3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58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59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60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61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4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1053962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63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5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64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65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66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67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6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105396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6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7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70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71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72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73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88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1053974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75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9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76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77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78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79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90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1053980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81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1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82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83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84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85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92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1053986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3987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3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3988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89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90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3991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399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grpSp>
        <p:nvGrpSpPr>
          <p:cNvPr id="1594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105399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994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95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105399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996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96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105399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3998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97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105399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00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98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105400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0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99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105400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04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00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105400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06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01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105400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08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02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105400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10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03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105401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12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04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105401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14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105401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401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401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401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401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402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1054021" name="Rectangle 3"/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/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1605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1606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1054022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/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023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146355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356" name="Straight Connector 516"/>
            <p:cNvCxnSpPr>
              <a:cxnSpLocks noChangeShapeType="1"/>
              <a:endCxn id="1054025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</p:grpSp>
      <p:grpSp>
        <p:nvGrpSpPr>
          <p:cNvPr id="1607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146357" name="Straight Connector 7"/>
            <p:cNvCxnSpPr>
              <a:cxnSpLocks noChangeShapeType="1"/>
              <a:stCxn id="1054049" idx="5"/>
              <a:endCxn id="105404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358" name="Straight Connector 415"/>
            <p:cNvCxnSpPr>
              <a:cxnSpLocks noChangeShapeType="1"/>
              <a:stCxn id="1054062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  <p:cxnSp>
          <p:nvCxnSpPr>
            <p:cNvPr id="3146359" name="Straight Connector 523"/>
            <p:cNvCxnSpPr>
              <a:cxnSpLocks noChangeShapeType="1"/>
              <a:endCxn id="1054057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/>
            <a:noFill/>
            <a:ln w="38100">
              <a:solidFill>
                <a:srgbClr val="CC0000"/>
              </a:solidFill>
              <a:round/>
              <a:headEnd/>
              <a:tailEnd/>
            </a:ln>
          </p:spPr>
        </p:cxnSp>
      </p:grpSp>
      <p:cxnSp>
        <p:nvCxnSpPr>
          <p:cNvPr id="3146360" name="Straight Connector 515"/>
          <p:cNvCxnSpPr>
            <a:cxnSpLocks noChangeShapeType="1"/>
            <a:stCxn id="1054039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/>
          <a:noFill/>
          <a:ln w="38100">
            <a:solidFill>
              <a:srgbClr val="CC0000"/>
            </a:solidFill>
            <a:round/>
            <a:headEnd/>
            <a:tailEnd/>
          </a:ln>
        </p:spPr>
      </p:cxnSp>
      <p:cxnSp>
        <p:nvCxnSpPr>
          <p:cNvPr id="314636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/>
          <a:noFill/>
          <a:ln w="38100">
            <a:solidFill>
              <a:srgbClr val="CC0000"/>
            </a:solidFill>
            <a:round/>
            <a:headEnd/>
            <a:tailEnd/>
          </a:ln>
        </p:spPr>
      </p:cxnSp>
      <p:cxnSp>
        <p:nvCxnSpPr>
          <p:cNvPr id="3146362" name="Straight Connector 520"/>
          <p:cNvCxnSpPr>
            <a:cxnSpLocks noChangeShapeType="1"/>
            <a:stCxn id="1054033" idx="2"/>
          </p:cNvCxnSpPr>
          <p:nvPr/>
        </p:nvCxnSpPr>
        <p:spPr bwMode="auto">
          <a:xfrm>
            <a:off x="4815073" y="3947043"/>
            <a:ext cx="476953" cy="277502"/>
          </a:xfrm>
          <a:prstGeom prst="line"/>
          <a:noFill/>
          <a:ln w="38100">
            <a:solidFill>
              <a:srgbClr val="CC0000"/>
            </a:solidFill>
            <a:round/>
            <a:headEnd/>
            <a:tailEnd/>
          </a:ln>
        </p:spPr>
      </p:cxnSp>
      <p:grpSp>
        <p:nvGrpSpPr>
          <p:cNvPr id="1608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1054024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25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09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26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27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28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29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54030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31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11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32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33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34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35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2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105403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3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13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38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39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40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41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4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5404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4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15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44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45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46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47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54048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49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17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50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51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52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53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8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1054054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/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055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1619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1054056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57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20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58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59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60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61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21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54062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63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2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64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65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66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67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146363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64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65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66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grpSp>
        <p:nvGrpSpPr>
          <p:cNvPr id="1623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1054068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69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24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1054070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71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146367" name="Straight Connector 524"/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grpSp>
        <p:nvGrpSpPr>
          <p:cNvPr id="1625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1054072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73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26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74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75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76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77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146368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69" name="Straight Connector 509"/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3146370" name="Straight Connector 511"/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</p:cxnSp>
      <p:grpSp>
        <p:nvGrpSpPr>
          <p:cNvPr id="1627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1054078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79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28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1054080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81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29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1054082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083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algn="ctr" defTabSz="914400" eaLnBrk="1" fontAlgn="auto" hangingPunct="1" indent="0" latinLnBrk="0" lvl="0" marL="0" marR="0" rtl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3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1054084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085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3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086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87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88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089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2" name="Group 264"/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1633" name="Group 4"/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1054090" name="Oval 11"/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/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1054091" name="TextBox 13"/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400" i="1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1634" name="Group 2"/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635" name="Group 850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54092" name="Freeform 851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<a:prstTxWarp prst="textNoShape"/>
                    <a:noAutofit/>
                  </a:bodyPr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4093" name="Freeform 852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<a:prstTxWarp prst="textNoShape"/>
                    <a:noAutofit/>
                  </a:bodyPr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146371" name="Straight Connector 855"/>
                  <p:cNvCxnSpPr>
                    <a:cxnSpLocks/>
                  </p:cNvCxnSpPr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72" name="Straight Connector 1044"/>
                  <p:cNvCxnSpPr>
                    <a:cxnSpLocks/>
                  </p:cNvCxnSpPr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73" name="Straight Connector 1045"/>
                  <p:cNvCxnSpPr>
                    <a:cxnSpLocks/>
                  </p:cNvCxnSpPr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74" name="Straight Connector 1046"/>
                  <p:cNvCxnSpPr>
                    <a:cxnSpLocks/>
                  </p:cNvCxnSpPr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75" name="Straight Connector 1047"/>
                  <p:cNvCxnSpPr>
                    <a:cxnSpLocks/>
                  </p:cNvCxnSpPr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/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76" name="Straight Connector 1048"/>
                  <p:cNvCxnSpPr>
                    <a:cxnSpLocks/>
                  </p:cNvCxnSpPr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/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6" name="Group 84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637" name="Group 1049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4094" name="Freeform 1054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  <a:prstTxWarp prst="textNoShape"/>
                      <a:noAutofit/>
                    </a:bodyPr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4095" name="Freeform 1055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  <a:prstTxWarp prst="textNoShape"/>
                      <a:noAutofit/>
                    </a:bodyPr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146377" name="Straight Connector 1056"/>
                    <p:cNvCxnSpPr>
                      <a:cxnSpLocks/>
                    </p:cNvCxnSpPr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78" name="Straight Connector 1057"/>
                    <p:cNvCxnSpPr>
                      <a:cxnSpLocks/>
                    </p:cNvCxnSpPr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79" name="Straight Connector 1058"/>
                    <p:cNvCxnSpPr>
                      <a:cxnSpLocks/>
                    </p:cNvCxnSpPr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80" name="Straight Connector 1059"/>
                    <p:cNvCxnSpPr>
                      <a:cxnSpLocks/>
                    </p:cNvCxnSpPr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81" name="Straight Connector 1060"/>
                    <p:cNvCxnSpPr>
                      <a:cxnSpLocks/>
                    </p:cNvCxnSpPr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/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82" name="Straight Connector 1061"/>
                    <p:cNvCxnSpPr>
                      <a:cxnSpLocks/>
                    </p:cNvCxnSpPr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/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638" name="Group 1050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2097659" name="Picture 1051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"/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60" name="Picture 1052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"/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61" name="Picture 1053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"/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/>
                  </p:spPr>
                </p:pic>
              </p:grpSp>
            </p:grpSp>
          </p:grpSp>
          <p:grpSp>
            <p:nvGrpSpPr>
              <p:cNvPr id="1639" name="Group 1062"/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640" name="Group 1063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54096" name="Freeform 1078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<a:prstTxWarp prst="textNoShape"/>
                    <a:noAutofit/>
                  </a:bodyPr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4097" name="Freeform 1079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<a:prstTxWarp prst="textNoShape"/>
                    <a:noAutofit/>
                  </a:bodyPr>
                  <a:p>
                    <a:pPr algn="ctr" defTabSz="914400" eaLnBrk="1" fontAlgn="auto" hangingPunct="1" indent="0" latinLnBrk="0" lvl="0" marL="0" marR="0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</a:pPr>
                    <a:endParaRPr baseline="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146383" name="Straight Connector 1080"/>
                  <p:cNvCxnSpPr>
                    <a:cxnSpLocks/>
                  </p:cNvCxnSpPr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84" name="Straight Connector 1081"/>
                  <p:cNvCxnSpPr>
                    <a:cxnSpLocks/>
                  </p:cNvCxnSpPr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85" name="Straight Connector 1082"/>
                  <p:cNvCxnSpPr>
                    <a:cxnSpLocks/>
                  </p:cNvCxnSpPr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86" name="Straight Connector 1083"/>
                  <p:cNvCxnSpPr>
                    <a:cxnSpLocks/>
                  </p:cNvCxnSpPr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/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87" name="Straight Connector 1084"/>
                  <p:cNvCxnSpPr>
                    <a:cxnSpLocks/>
                  </p:cNvCxnSpPr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/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6388" name="Straight Connector 1085"/>
                  <p:cNvCxnSpPr>
                    <a:cxnSpLocks/>
                  </p:cNvCxnSpPr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/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1" name="Group 106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642" name="Group 1065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4098" name="Freeform 1070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  <a:prstTxWarp prst="textNoShape"/>
                      <a:noAutofit/>
                    </a:bodyPr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4099" name="Freeform 1071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          <a:prstTxWarp prst="textNoShape"/>
                      <a:noAutofit/>
                    </a:bodyPr>
                    <a:p>
                      <a:pPr algn="ctr" defTabSz="914400" eaLnBrk="1" fontAlgn="auto" hangingPunct="1" indent="0" latinLnBrk="0" lvl="0" marL="0" marR="0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baseline="0" b="0" cap="none" dirty="0" sz="1800" i="0" kern="1200" kumimoji="0" lang="en-US" noProof="0" normalizeH="0" spc="0" strike="noStrike" u="none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146389" name="Straight Connector 1072"/>
                    <p:cNvCxnSpPr>
                      <a:cxnSpLocks/>
                    </p:cNvCxnSpPr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90" name="Straight Connector 1073"/>
                    <p:cNvCxnSpPr>
                      <a:cxnSpLocks/>
                    </p:cNvCxnSpPr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91" name="Straight Connector 1074"/>
                    <p:cNvCxnSpPr>
                      <a:cxnSpLocks/>
                    </p:cNvCxnSpPr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92" name="Straight Connector 1075"/>
                    <p:cNvCxnSpPr>
                      <a:cxnSpLocks/>
                    </p:cNvCxnSpPr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/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93" name="Straight Connector 1076"/>
                    <p:cNvCxnSpPr>
                      <a:cxnSpLocks/>
                    </p:cNvCxnSpPr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/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46394" name="Straight Connector 1077"/>
                    <p:cNvCxnSpPr>
                      <a:cxnSpLocks/>
                    </p:cNvCxnSpPr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/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643" name="Group 1066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2097662" name="Picture 1067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"/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63" name="Picture 1068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"/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/>
                  </p:spPr>
                </p:pic>
                <p:pic>
                  <p:nvPicPr>
                    <p:cNvPr id="2097664" name="Picture 1069" descr="server_rack.png"/>
                    <p:cNvPicPr>
                      <a:picLocks noChangeAspect="1"/>
                    </p:cNvPicPr>
                    <p:nvPr/>
                  </p:nvPicPr>
                  <p:blipFill>
                    <a:blip xmlns:r="http://schemas.openxmlformats.org/officeDocument/2006/relationships" r:embed="rId1"/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/>
                  </p:spPr>
                </p:pic>
              </p:grpSp>
            </p:grpSp>
          </p:grpSp>
        </p:grpSp>
        <p:cxnSp>
          <p:nvCxnSpPr>
            <p:cNvPr id="3146395" name="Straight Connector 7"/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396" name="Straight Connector 1086"/>
            <p:cNvCxnSpPr>
              <a:cxnSpLocks/>
              <a:stCxn id="1054090" idx="6"/>
            </p:cNvCxnSpPr>
            <p:nvPr/>
          </p:nvCxnSpPr>
          <p:spPr>
            <a:xfrm>
              <a:off x="8653552" y="4059389"/>
              <a:ext cx="538561" cy="236967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397" name="Straight Connector 1087"/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398" name="Straight Connector 1088"/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399" name="Straight Connector 1089"/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0" name="Straight Connector 1090"/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1" name="Straight Connector 1091"/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2" name="Straight Connector 1098"/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3" name="Straight Connector 1099"/>
            <p:cNvCxnSpPr>
              <a:cxnSpLocks/>
              <a:stCxn id="1054083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4" name="Straight Connector 1100"/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5" name="Straight Connector 1101"/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6" name="Straight Connector 1102"/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/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7" name="Straight Connector 1103"/>
            <p:cNvCxnSpPr>
              <a:cxnSpLocks/>
              <a:stCxn id="1054049" idx="2"/>
              <a:endCxn id="1053932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/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8" name="Straight Connector 1104"/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/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09" name="Straight Connector 1171"/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/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Group 1092"/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54100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/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101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1645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105410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10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6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104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05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06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07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47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1054108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109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8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110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11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12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13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11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54</a:t>
            </a:fld>
            <a:endParaRPr dirty="0" 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8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p>
            <a:r>
              <a:rPr altLang="en-US" dirty="0" lang="en-US">
                <a:ea typeface="ＭＳ Ｐゴシック" panose="020B0600070205080204" pitchFamily="34" charset="-128"/>
              </a:rPr>
              <a:t>Internet structure: a “network of networks”</a:t>
            </a:r>
            <a:endParaRPr dirty="0" lang="en-US"/>
          </a:p>
        </p:txBody>
      </p:sp>
      <p:cxnSp>
        <p:nvCxnSpPr>
          <p:cNvPr id="3146410" name="Straight Connector 433"/>
          <p:cNvCxnSpPr>
            <a:cxnSpLocks/>
            <a:stCxn id="1054129" idx="2"/>
            <a:endCxn id="1054128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/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3146411" name="Straight Connector 447"/>
          <p:cNvCxnSpPr>
            <a:cxnSpLocks/>
          </p:cNvCxnSpPr>
          <p:nvPr/>
        </p:nvCxnSpPr>
        <p:spPr bwMode="auto">
          <a:xfrm rot="16200000" flipH="1">
            <a:off x="6584535" y="3012633"/>
            <a:ext cx="286582" cy="161925"/>
          </a:xfrm>
          <a:prstGeom prst="line"/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1652" name="Group 19"/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3146412" name="Straight Connector 426"/>
            <p:cNvCxnSpPr>
              <a:cxnSpLocks/>
              <a:endCxn id="1054120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3" name="Straight Connector 427"/>
            <p:cNvCxnSpPr>
              <a:cxnSpLocks/>
              <a:stCxn id="1054128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4" name="Straight Connector 428"/>
            <p:cNvCxnSpPr>
              <a:cxnSpLocks/>
              <a:stCxn id="1054128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5" name="Straight Connector 429"/>
            <p:cNvCxnSpPr>
              <a:cxnSpLocks/>
            </p:cNvCxnSpPr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6" name="Straight Connector 430"/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7" name="Straight Connector 432"/>
            <p:cNvCxnSpPr>
              <a:cxnSpLocks/>
              <a:endCxn id="1054123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8" name="Straight Connector 434"/>
            <p:cNvCxnSpPr>
              <a:cxnSpLocks/>
            </p:cNvCxnSpPr>
            <p:nvPr/>
          </p:nvCxnSpPr>
          <p:spPr bwMode="auto">
            <a:xfrm rot="5400000">
              <a:off x="6419350" y="3956601"/>
              <a:ext cx="583613" cy="290513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19" name="Straight Connector 435"/>
            <p:cNvCxnSpPr>
              <a:cxnSpLocks/>
            </p:cNvCxnSpPr>
            <p:nvPr/>
          </p:nvCxnSpPr>
          <p:spPr bwMode="auto">
            <a:xfrm rot="16200000" flipH="1">
              <a:off x="7161610" y="4097200"/>
              <a:ext cx="511967" cy="80962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0" name="Straight Connector 436"/>
            <p:cNvCxnSpPr>
              <a:cxnSpLocks/>
              <a:stCxn id="1054129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1" name="Straight Connector 437"/>
            <p:cNvCxnSpPr>
              <a:cxnSpLocks/>
              <a:stCxn id="1054135" idx="4"/>
              <a:endCxn id="1054125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2" name="Straight Connector 450"/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3" name="Straight Connector 451"/>
            <p:cNvCxnSpPr>
              <a:cxnSpLocks/>
            </p:cNvCxnSpPr>
            <p:nvPr/>
          </p:nvCxnSpPr>
          <p:spPr bwMode="auto">
            <a:xfrm rot="5400000">
              <a:off x="7669052" y="3134824"/>
              <a:ext cx="1443359" cy="1217613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054119" name="Oval 76"/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0" name="Oval 76"/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1" name="Oval 76"/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2" name="Oval 76"/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3" name="Oval 76"/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4" name="Oval 76"/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5" name="Oval 76"/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1054126" name="Oval 76"/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/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6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1054127" name="Rectangle 3"/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635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algn="l" defTabSz="914400" eaLnBrk="1" fontAlgn="auto" hangingPunct="1" indent="-280988" latinLnBrk="0" lvl="1" marL="46037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algn="l" pos="336550"/>
              </a:tabLst>
            </a:pP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altLang="ja-JP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algn="l" defTabSz="914400" eaLnBrk="1" fontAlgn="auto" hangingPunct="1" indent="-280988" latinLnBrk="0" lvl="1" marL="46037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algn="l" pos="336550"/>
              </a:tabLst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</a:pP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653" name="Group 18"/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3146424" name="Straight Connector 443"/>
            <p:cNvCxnSpPr>
              <a:cxnSpLocks/>
              <a:stCxn id="1054133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5" name="Straight Connector 446"/>
            <p:cNvCxnSpPr>
              <a:cxnSpLocks/>
            </p:cNvCxnSpPr>
            <p:nvPr/>
          </p:nvCxnSpPr>
          <p:spPr bwMode="auto">
            <a:xfrm rot="5400000">
              <a:off x="4730778" y="2617790"/>
              <a:ext cx="1074683" cy="163512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6" name="Straight Connector 448"/>
            <p:cNvCxnSpPr>
              <a:cxnSpLocks/>
            </p:cNvCxnSpPr>
            <p:nvPr/>
          </p:nvCxnSpPr>
          <p:spPr bwMode="auto">
            <a:xfrm rot="10800000" flipV="1">
              <a:off x="5430838" y="2878660"/>
              <a:ext cx="811212" cy="511967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7" name="Straight Connector 449"/>
            <p:cNvCxnSpPr>
              <a:cxnSpLocks/>
              <a:stCxn id="1054131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146428" name="Straight Connector 452"/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054128" name="Oval 33"/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/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1054129" name="Oval 33"/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/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3146429" name="Straight Connector 65"/>
            <p:cNvCxnSpPr>
              <a:cxnSpLocks/>
              <a:endCxn id="1054129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/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1654" name="Group 21"/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655" name="Group 17"/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3146430" name="Straight Connector 444"/>
              <p:cNvCxnSpPr>
                <a:cxnSpLocks/>
              </p:cNvCxnSpPr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3146431" name="Straight Connector 441"/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3146432" name="Straight Connector 453"/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3146433" name="Straight Connector 438"/>
              <p:cNvCxnSpPr>
                <a:cxnSpLocks/>
              </p:cNvCxnSpPr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3146434" name="Straight Connector 439"/>
              <p:cNvCxnSpPr>
                <a:cxnSpLocks/>
                <a:stCxn id="1054135" idx="2"/>
                <a:endCxn id="1054132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1054130" name="Arc 440"/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p>
                <a:pPr algn="ctr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3146435" name="Straight Connector 442"/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3146436" name="Straight Connector 445"/>
              <p:cNvCxnSpPr>
                <a:cxnSpLocks/>
              </p:cNvCxnSpPr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3146437" name="Straight Connector 454"/>
              <p:cNvCxnSpPr>
                <a:cxnSpLocks/>
              </p:cNvCxnSpPr>
              <p:nvPr/>
            </p:nvCxnSpPr>
            <p:spPr bwMode="auto">
              <a:xfrm>
                <a:off x="6510338" y="2026377"/>
                <a:ext cx="2433637" cy="644810"/>
              </a:xfrm>
              <a:prstGeom prst="line"/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1054131" name="Oval 34"/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/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132" name="Oval 34"/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/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656" name="Group 6"/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1054133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/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4134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/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2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657" name="Group 13"/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1054135" name="Oval 11"/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/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2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1054136" name="TextBox 4"/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/>
                <a:noFill/>
              </p:spPr>
              <p:txBody>
                <a:bodyPr rtlCol="0" wrap="none">
                  <a:spAutoFit/>
                </a:bodyPr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baseline="0" b="0" cap="none" dirty="0" sz="36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baseline="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58" name="Group 479"/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1054137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/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4138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/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2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659" name="Group 476"/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1054139" name="Oval 14"/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/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140" name="TextBox 15"/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800" i="0" kern="1200" kumimoji="0" lang="en-US" noProof="0" normalizeH="0" spc="0" strike="noStrike" u="none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05414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55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45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cs typeface="Calibri" panose="020F0502020204030204" pitchFamily="34" charset="0"/>
              </a:rPr>
              <a:t>Chapter 1: roadmap</a:t>
            </a:r>
            <a:endParaRPr dirty="0" lang="en-US"/>
          </a:p>
        </p:txBody>
      </p:sp>
      <p:sp>
        <p:nvSpPr>
          <p:cNvPr id="105414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56</a:t>
            </a:fld>
            <a:endParaRPr dirty="0" lang="en-US"/>
          </a:p>
        </p:txBody>
      </p:sp>
      <p:sp>
        <p:nvSpPr>
          <p:cNvPr id="1054147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/>
          </a:bodyPr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  <a:buClr>
                <a:srgbClr val="0000A8"/>
              </a:buClr>
            </a:pP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665" name="Picture 6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/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51" name="Line 26"/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66" name="Group 66"/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1054152" name="Freeform 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153" name="Oval 6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7" name="Group 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154" name="Freeform 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55" name="Freeform 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56" name="Freeform 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57" name="Freeform 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158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How do packet delay and loss occur?</a:t>
            </a:r>
            <a:endParaRPr dirty="0" sz="4400" lang="en-US"/>
          </a:p>
        </p:txBody>
      </p:sp>
      <p:sp>
        <p:nvSpPr>
          <p:cNvPr id="1054159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p>
            <a:pPr indent="-457200" marL="514350"/>
            <a:r>
              <a:rPr dirty="0" lang="en-US"/>
              <a:t>packets </a:t>
            </a:r>
            <a:r>
              <a:rPr dirty="0" i="1" lang="en-US">
                <a:solidFill>
                  <a:srgbClr val="C00000"/>
                </a:solidFill>
              </a:rPr>
              <a:t>queue</a:t>
            </a:r>
            <a:r>
              <a:rPr dirty="0" lang="en-US"/>
              <a:t> in router buffers, waiting for turn for transmission</a:t>
            </a:r>
          </a:p>
          <a:p>
            <a:pPr indent="-277813" lvl="1" marL="750888">
              <a:buFont typeface="Wingdings" charset="2"/>
              <a:buChar char="§"/>
            </a:pPr>
            <a:r>
              <a:rPr dirty="0" lang="en-US"/>
              <a:t>queue length grows when arrival rate to link (temporarily) exceeds output link capacity </a:t>
            </a:r>
          </a:p>
          <a:p>
            <a:pPr eaLnBrk="1" hangingPunct="1" indent="-277813" marL="407988">
              <a:buFont typeface="Wingdings" charset="2"/>
              <a:buChar char="§"/>
            </a:pPr>
            <a:r>
              <a:rPr dirty="0" lang="en-US"/>
              <a:t>packet </a:t>
            </a:r>
            <a:r>
              <a:rPr dirty="0" i="1" lang="en-US">
                <a:solidFill>
                  <a:srgbClr val="CC0000"/>
                </a:solidFill>
              </a:rPr>
              <a:t>loss</a:t>
            </a:r>
            <a:r>
              <a:rPr dirty="0" lang="en-US">
                <a:solidFill>
                  <a:srgbClr val="CC0000"/>
                </a:solidFill>
              </a:rPr>
              <a:t> </a:t>
            </a:r>
            <a:r>
              <a:rPr dirty="0" lang="en-US"/>
              <a:t>occurs when memory to hold queued packets fills up</a:t>
            </a:r>
          </a:p>
        </p:txBody>
      </p:sp>
      <p:sp>
        <p:nvSpPr>
          <p:cNvPr id="1054160" name="Line 24"/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161" name="Rectangle 30"/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62" name="Rectangle 31"/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/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63" name="Rectangle 38"/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64" name="Line 25"/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165" name="Rectangle 32"/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66" name="Line 33"/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167" name="Text Box 36"/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054168" name="Text Box 37"/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1668" name="Group 66"/>
          <p:cNvGrpSpPr/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097666" name="Picture 6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169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667" name="Picture 70" descr="desktop_computer_stylized_medium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/>
          <a:noFill/>
          <a:ln>
            <a:noFill/>
          </a:ln>
        </p:spPr>
      </p:pic>
      <p:sp>
        <p:nvSpPr>
          <p:cNvPr id="1054170" name="Freeform 71"/>
          <p:cNvSpPr/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</p:spPr>
        <p:txBody>
          <a:bodyPr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171" name="Rectangle 31"/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/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72" name="Line 33"/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173" name="Rectangle 89"/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/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74" name="Rectangle 89"/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/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175" name="Rectangle 89"/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/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69" name="Group 93"/>
          <p:cNvGrpSpPr/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1054176" name="Text Box 66"/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1054177" name="Line 67"/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70" name="Group 94"/>
          <p:cNvGrpSpPr/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1054178" name="Text Box 72"/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1054179" name="Line 73"/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71" name="Group 95"/>
          <p:cNvGrpSpPr/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1054180" name="Line 91"/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181" name="Text Box 92"/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1672" name="Group 58"/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1054182" name="Freeform 5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183" name="Oval 6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3" name="Group 6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184" name="Freeform 6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85" name="Freeform 6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86" name="Freeform 6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87" name="Freeform 6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1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57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">
                      <p:stCondLst>
                        <p:cond delay="indefinite"/>
                      </p:stCondLst>
                      <p:childTnLst>
                        <p:par>
                          <p:cTn fill="hold" id="8">
                            <p:stCondLst>
                              <p:cond delay="0"/>
                            </p:stCondLst>
                            <p:childTnLst>
                              <p:par>
                                <p:cTn fill="hold" id="9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054192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193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194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95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96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197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198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sz="4400" lang="en-US">
                <a:ea typeface="ＭＳ Ｐゴシック" panose="020B0600070205080204" pitchFamily="34" charset="-128"/>
              </a:rPr>
              <a:t>Packet delay: four sources</a:t>
            </a:r>
            <a:endParaRPr dirty="0" sz="4400" lang="en-US"/>
          </a:p>
        </p:txBody>
      </p:sp>
      <p:sp>
        <p:nvSpPr>
          <p:cNvPr id="1054199" name="Rectangle 4"/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/>
        </p:spPr>
        <p:txBody>
          <a:bodyPr bIns="45720" lIns="91440" rIns="91440" rtlCol="0" tIns="45720" vert="horz">
            <a:no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95275" latinLnBrk="0" lvl="0" marL="35242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</a:pP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baseline="-2500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algn="l" defTabSz="914400" eaLnBrk="1" fontAlgn="auto" hangingPunct="1" indent="-233363" latinLnBrk="0" lvl="0" marL="34925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algn="l" defTabSz="914400" eaLnBrk="1" fontAlgn="auto" hangingPunct="1" indent="-233363" latinLnBrk="0" lvl="0" marL="34925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algn="l" defTabSz="914400" eaLnBrk="1" fontAlgn="auto" hangingPunct="1" indent="-233363" latinLnBrk="0" lvl="0" marL="34925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1054200" name="Rectangle 58"/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/>
          <a:noFill/>
          <a:ln>
            <a:noFill/>
          </a:ln>
        </p:spPr>
        <p:txBody>
          <a:bodyPr/>
          <a:p>
            <a:pPr algn="l" defTabSz="914400" eaLnBrk="1" fontAlgn="auto" hangingPunct="1" indent="-344488" latinLnBrk="0" lvl="0" marL="344488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</a:pPr>
            <a:r>
              <a: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-2500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1054201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02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03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04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/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05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06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07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08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09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1054210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/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11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/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12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13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14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/>
          <a:noFill/>
          <a:ln w="19050">
            <a:noFill/>
            <a:miter lim="800000"/>
            <a:headEnd/>
            <a:tailEnd/>
          </a:ln>
        </p:spPr>
        <p:txBody>
          <a:bodyPr/>
          <a:lstStyle>
            <a:lvl1pPr indent="-285750" marL="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285750" latinLnBrk="0" lvl="0" marL="28575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15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16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17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18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054219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1679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2097668" name="Picture 6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220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80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2097669" name="Picture 7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221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4222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54223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24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/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25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6438" name="Straight Connector 4"/>
          <p:cNvCxnSpPr>
            <a:cxnSpLocks/>
          </p:cNvCxnSpPr>
          <p:nvPr/>
        </p:nvCxnSpPr>
        <p:spPr>
          <a:xfrm>
            <a:off x="4880582" y="2238559"/>
            <a:ext cx="3388992" cy="0"/>
          </a:xfrm>
          <a:prstGeom prst="line"/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1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054226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227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82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228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29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30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31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2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58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4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199" grpId="0"/>
      <p:bldP spid="105420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6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0542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2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87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238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39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40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41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24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sz="4400" lang="en-US">
                <a:ea typeface="ＭＳ Ｐゴシック" panose="020B0600070205080204" pitchFamily="34" charset="-128"/>
              </a:rPr>
              <a:t>Packet delay: four sources</a:t>
            </a:r>
            <a:endParaRPr dirty="0" sz="4400" lang="en-US"/>
          </a:p>
        </p:txBody>
      </p:sp>
      <p:sp>
        <p:nvSpPr>
          <p:cNvPr id="1054243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44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45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46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/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47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48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49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50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51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algn="ctr" defTabSz="914400" eaLnBrk="1" fontAlgn="auto" hangingPunct="1" indent="0" latinLnBrk="0" lvl="0" marL="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1054252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/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53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/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54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55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56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/>
          <a:noFill/>
          <a:ln w="19050">
            <a:noFill/>
            <a:miter lim="800000"/>
            <a:headEnd/>
            <a:tailEnd/>
          </a:ln>
        </p:spPr>
        <p:txBody>
          <a:bodyPr/>
          <a:lstStyle>
            <a:lvl1pPr indent="-285750" marL="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285750" latinLnBrk="0" lvl="0" marL="28575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57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58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/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59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60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054261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168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2097670" name="Picture 6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262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8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2097671" name="Picture 7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263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4264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54265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66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/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67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146439" name="Straight Connector 4"/>
          <p:cNvCxnSpPr>
            <a:cxnSpLocks/>
          </p:cNvCxnSpPr>
          <p:nvPr/>
        </p:nvCxnSpPr>
        <p:spPr>
          <a:xfrm>
            <a:off x="4880582" y="2238559"/>
            <a:ext cx="3388992" cy="0"/>
          </a:xfrm>
          <a:prstGeom prst="line"/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90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05426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26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91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270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71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72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273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274" name="Rectangle 3"/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/>
          <a:noFill/>
          <a:ln>
            <a:noFill/>
          </a:ln>
        </p:spPr>
        <p:txBody>
          <a:bodyPr/>
          <a:p>
            <a:pPr algn="l" defTabSz="914400" eaLnBrk="1" fontAlgn="auto" hangingPunct="1" indent="-342900" latinLnBrk="0" lvl="0" marL="342900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-2500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-2500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1054275" name="Rectangle 4"/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/>
          <a:noFill/>
          <a:ln>
            <a:noFill/>
          </a:ln>
        </p:spPr>
        <p:txBody>
          <a:bodyPr/>
          <a:p>
            <a:pPr algn="l" defTabSz="914400" eaLnBrk="1" fontAlgn="auto" hangingPunct="1" indent="-342900" latinLnBrk="0" lvl="0" marL="342900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-2500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baseline="3000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</a:pP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-2500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1692" name="Group 8"/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1054276" name="Text Box 62"/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altLang="en-US" baseline="-2500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altLang="en-US" baseline="-2500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altLang="en-US" baseline="-2500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1054277" name="Oval 2"/>
            <p:cNvSpPr/>
            <p:nvPr/>
          </p:nvSpPr>
          <p:spPr>
            <a:xfrm>
              <a:off x="1211117" y="5568048"/>
              <a:ext cx="1869375" cy="500634"/>
            </a:xfrm>
            <a:prstGeom prst="ellipse"/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278" name="Oval 62"/>
            <p:cNvSpPr/>
            <p:nvPr/>
          </p:nvSpPr>
          <p:spPr>
            <a:xfrm>
              <a:off x="6418157" y="5570209"/>
              <a:ext cx="1869375" cy="500634"/>
            </a:xfrm>
            <a:prstGeom prst="ellipse"/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440" name="Straight Connector 6"/>
            <p:cNvCxnSpPr>
              <a:cxnSpLocks/>
              <a:stCxn id="1054278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/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41" name="Straight Connector 65"/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/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42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59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4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274" grpId="0"/>
      <p:bldP spid="105427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3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sz="4400" lang="en-US">
                <a:ea typeface="ＭＳ Ｐゴシック" panose="020B0600070205080204" pitchFamily="34" charset="-128"/>
              </a:rPr>
              <a:t>Caravan analogy</a:t>
            </a:r>
            <a:endParaRPr dirty="0" sz="4400" lang="en-US"/>
          </a:p>
        </p:txBody>
      </p:sp>
      <p:sp>
        <p:nvSpPr>
          <p:cNvPr id="1054284" name="Rectangle 3"/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85" name="Rectangle 4"/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/>
        </p:spPr>
        <p:txBody>
          <a:bodyPr bIns="45720" lIns="91440" rIns="91440" rtlCol="0" tIns="45720" vert="horz">
            <a:no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054286" name="Text Box 45"/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054287" name="Text Box 48"/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altLang="en-US"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288" name="Text Box 50"/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1054289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90" name="Text Box 52"/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54291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92" name="Text Box 54"/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54293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294" name="Right Brace 9"/>
          <p:cNvSpPr/>
          <p:nvPr/>
        </p:nvSpPr>
        <p:spPr>
          <a:xfrm rot="5400000">
            <a:off x="2614644" y="763777"/>
            <a:ext cx="107886" cy="2525712"/>
          </a:xfrm>
          <a:prstGeom prst="rightBrac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96" name="Group 43"/>
          <p:cNvGrpSpPr/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1054295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296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1697" name="Group 46"/>
          <p:cNvGrpSpPr/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1054297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298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4299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00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01" name="Oval 56"/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/>
          <a:solidFill>
            <a:schemeClr val="accent1">
              <a:lumMod val="75000"/>
            </a:schemeClr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302" name="Oval 57"/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/>
          <a:solidFill>
            <a:schemeClr val="accent1">
              <a:lumMod val="75000"/>
            </a:schemeClr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303" name="Oval 58"/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/>
          <a:solidFill>
            <a:schemeClr val="accent1">
              <a:lumMod val="75000"/>
            </a:schemeClr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698" name="Group 61"/>
          <p:cNvGrpSpPr/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2097672" name="Picture 62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/>
            <a:noFill/>
            <a:ln>
              <a:noFill/>
            </a:ln>
          </p:spPr>
        </p:pic>
        <p:sp>
          <p:nvSpPr>
            <p:cNvPr id="1054304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699" name="Group 65"/>
          <p:cNvGrpSpPr/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2097673" name="Picture 66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/>
            <a:noFill/>
            <a:ln>
              <a:noFill/>
            </a:ln>
          </p:spPr>
        </p:pic>
        <p:sp>
          <p:nvSpPr>
            <p:cNvPr id="1054305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4306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07" name="Right Brace 49"/>
          <p:cNvSpPr/>
          <p:nvPr/>
        </p:nvSpPr>
        <p:spPr>
          <a:xfrm rot="5400000">
            <a:off x="2614644" y="763777"/>
            <a:ext cx="107886" cy="2525712"/>
          </a:xfrm>
          <a:prstGeom prst="rightBrac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097674" name="Picture 2" descr="Icon Car Symbol - Free image on Pixabay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/>
          <a:noFill/>
        </p:spPr>
      </p:pic>
      <p:pic>
        <p:nvPicPr>
          <p:cNvPr id="2097675" name="Picture 2" descr="Icon Car Symbol - Free image on Pixabay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/>
          <a:noFill/>
        </p:spPr>
      </p:pic>
      <p:pic>
        <p:nvPicPr>
          <p:cNvPr id="2097676" name="Picture 2" descr="Icon Car Symbol - Free image on Pixabay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/>
          <a:noFill/>
        </p:spPr>
      </p:pic>
      <p:sp>
        <p:nvSpPr>
          <p:cNvPr id="1054308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00" name="Group 43"/>
          <p:cNvGrpSpPr/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1054309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310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1701" name="Group 65"/>
          <p:cNvGrpSpPr/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2097677" name="Picture 66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/>
            <a:noFill/>
            <a:ln>
              <a:noFill/>
            </a:ln>
          </p:spPr>
        </p:pic>
        <p:sp>
          <p:nvSpPr>
            <p:cNvPr id="1054311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4312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60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2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42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42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285" grpId="0" build="p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17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sz="4400" lang="en-US">
                <a:ea typeface="ＭＳ Ｐゴシック" panose="020B0600070205080204" pitchFamily="34" charset="-128"/>
              </a:rPr>
              <a:t>Caravan analogy</a:t>
            </a:r>
            <a:endParaRPr dirty="0" sz="4400" lang="en-US"/>
          </a:p>
        </p:txBody>
      </p:sp>
      <p:grpSp>
        <p:nvGrpSpPr>
          <p:cNvPr id="1705" name="Group 43"/>
          <p:cNvGrpSpPr/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054318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319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1706" name="Group 46"/>
          <p:cNvGrpSpPr/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054320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/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321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4322" name="Text Box 50"/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1054323" name="Line 51"/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24" name="Text Box 52"/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54325" name="Line 53"/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26" name="Text Box 54"/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54327" name="Line 55"/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/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28" name="Oval 56"/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/>
          <a:solidFill>
            <a:srgbClr val="FF0000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329" name="Oval 57"/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/>
          <a:solidFill>
            <a:srgbClr val="FF0000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330" name="Oval 58"/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/>
          <a:solidFill>
            <a:srgbClr val="FF0000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2097678" name="Picture 59" descr="MCj03985170000[1]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/>
          <a:noFill/>
          <a:ln>
            <a:noFill/>
          </a:ln>
        </p:spPr>
      </p:pic>
      <p:pic>
        <p:nvPicPr>
          <p:cNvPr id="2097679" name="Picture 60" descr="MCj03985170000[1]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/>
          <a:noFill/>
          <a:ln>
            <a:noFill/>
          </a:ln>
        </p:spPr>
      </p:pic>
      <p:grpSp>
        <p:nvGrpSpPr>
          <p:cNvPr id="1707" name="Group 61"/>
          <p:cNvGrpSpPr/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2097680" name="Picture 62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/>
            <a:noFill/>
            <a:ln>
              <a:noFill/>
            </a:ln>
          </p:spPr>
        </p:pic>
        <p:sp>
          <p:nvSpPr>
            <p:cNvPr id="1054331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2097681" name="Picture 64" descr="MCj03985170000[1]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/>
          <a:noFill/>
          <a:ln>
            <a:noFill/>
          </a:ln>
        </p:spPr>
      </p:pic>
      <p:grpSp>
        <p:nvGrpSpPr>
          <p:cNvPr id="1708" name="Group 65"/>
          <p:cNvGrpSpPr/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2097682" name="Picture 66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/>
            <a:noFill/>
            <a:ln>
              <a:noFill/>
            </a:ln>
          </p:spPr>
        </p:pic>
        <p:sp>
          <p:nvSpPr>
            <p:cNvPr id="1054332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/>
            <a:solidFill>
              <a:schemeClr val="bg1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4333" name="Line 68"/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/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34" name="Right Brace 9"/>
          <p:cNvSpPr/>
          <p:nvPr/>
        </p:nvSpPr>
        <p:spPr>
          <a:xfrm rot="5400000">
            <a:off x="3376644" y="814577"/>
            <a:ext cx="107886" cy="2525712"/>
          </a:xfrm>
          <a:prstGeom prst="rightBrace"/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35" name="Rectangle 3"/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336" name="Rectangle 4"/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2800" i="1" kern="1200" kumimoji="0" lang="en-US" noProof="0" normalizeH="0" spc="0" strike="noStrike" u="sng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105433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61</a:t>
            </a:fld>
            <a:endParaRPr dirty="0" lang="en-US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41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lang="en-US">
                <a:ea typeface="ＭＳ Ｐゴシック" panose="020B0600070205080204" pitchFamily="34" charset="-128"/>
              </a:rPr>
              <a:t>Packet q</a:t>
            </a:r>
            <a:r>
              <a:rPr dirty="0" sz="4400" lang="en-US">
                <a:ea typeface="ＭＳ Ｐゴシック" panose="020B0600070205080204" pitchFamily="34" charset="-128"/>
              </a:rPr>
              <a:t>ueueing delay (revisited)</a:t>
            </a:r>
            <a:endParaRPr dirty="0" sz="4400" lang="en-US"/>
          </a:p>
        </p:txBody>
      </p:sp>
      <p:sp>
        <p:nvSpPr>
          <p:cNvPr id="1054342" name="Rectangle 3"/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30188" latinLnBrk="0" lvl="0" marL="23018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algn="l" defTabSz="914400" eaLnBrk="1" fontAlgn="auto" hangingPunct="1" indent="-230188" latinLnBrk="0" lvl="0" marL="23018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algn="l" defTabSz="914400" eaLnBrk="1" fontAlgn="auto" hangingPunct="1" indent="-231775" latinLnBrk="0" lvl="0" marL="23177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1054343" name="Rectangle 62"/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/>
          <a:noFill/>
          <a:ln>
            <a:noFill/>
          </a:ln>
        </p:spPr>
        <p:txBody>
          <a:bodyPr/>
          <a:lstStyle>
            <a:lvl1pPr indent="-231775" marL="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231775" latinLnBrk="0" lvl="0" marL="231775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algn="l" defTabSz="914400" eaLnBrk="1" fontAlgn="auto" hangingPunct="1" indent="-231775" latinLnBrk="0" lvl="0" marL="231775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algn="l" defTabSz="914400" eaLnBrk="1" fontAlgn="auto" hangingPunct="1" indent="-231775" latinLnBrk="0" lvl="0" marL="231775" marR="0" rtl="0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1712" name="Group 2"/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2097683" name="Picture 13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/>
            <a:noFill/>
            <a:ln>
              <a:noFill/>
            </a:ln>
          </p:spPr>
        </p:pic>
        <p:pic>
          <p:nvPicPr>
            <p:cNvPr id="2097684" name="Picture 14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/>
            <a:noFill/>
            <a:ln>
              <a:noFill/>
            </a:ln>
          </p:spPr>
        </p:pic>
        <p:sp>
          <p:nvSpPr>
            <p:cNvPr id="1054344" name="Text Box 15"/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1054345" name="Text Box 16"/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1713" name="Group 7"/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1054346" name="Rectangle 61"/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altLang="en-US" baseline="0" b="0" cap="none" dirty="0" sz="1600" i="1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1054347" name="Rectangle 61"/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3146442" name="Straight Connector 3"/>
            <p:cNvCxnSpPr>
              <a:cxnSpLocks/>
            </p:cNvCxnSpPr>
            <p:nvPr/>
          </p:nvCxnSpPr>
          <p:spPr>
            <a:xfrm>
              <a:off x="7616120" y="3540100"/>
              <a:ext cx="3386177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43" name="Straight Connector 45"/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4348" name="Freeform 6"/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4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444" name="Straight Connector 48"/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/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4349" name="Rectangle 61"/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/>
            <a:noFill/>
            <a:ln>
              <a:noFill/>
            </a:ln>
          </p:spPr>
          <p:txBody>
            <a:bodyPr/>
            <a:lstStyle>
              <a:lvl1pPr indent="-342900" marL="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-342900" latinLnBrk="0" lvl="0" marL="34290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</a:pPr>
              <a:r>
                <a: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altLang="en-US" baseline="0" b="0" cap="none" dirty="0" sz="16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714" name="Group 34"/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1054350" name="TextBox 36"/>
            <p:cNvSpPr txBox="1"/>
            <p:nvPr/>
          </p:nvSpPr>
          <p:spPr>
            <a:xfrm>
              <a:off x="2188876" y="3327958"/>
              <a:ext cx="2480166" cy="461665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1054351" name="TextBox 30"/>
            <p:cNvSpPr txBox="1"/>
            <p:nvPr/>
          </p:nvSpPr>
          <p:spPr>
            <a:xfrm>
              <a:off x="1211074" y="3275230"/>
              <a:ext cx="380232" cy="523220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1715" name="Group 27"/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1054352" name="TextBox 29"/>
            <p:cNvSpPr txBox="1"/>
            <p:nvPr/>
          </p:nvSpPr>
          <p:spPr>
            <a:xfrm>
              <a:off x="2169123" y="2910251"/>
              <a:ext cx="2387833" cy="461665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1716" name="Group 26"/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1054353" name="TextBox 8"/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/>
              <a:noFill/>
            </p:spPr>
            <p:txBody>
              <a:bodyPr rtlCol="0" wrap="none">
                <a:spAutoFit/>
              </a:bodyPr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2800" i="1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1054354" name="TextBox 22"/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/>
              <a:noFill/>
            </p:spPr>
            <p:txBody>
              <a:bodyPr rtlCol="0" wrap="none">
                <a:spAutoFit/>
              </a:bodyPr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2800" i="1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054355" name="TextBox 14"/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/>
              <a:noFill/>
            </p:spPr>
            <p:txBody>
              <a:bodyPr rtlCol="0" wrap="none">
                <a:spAutoFit/>
              </a:bodyPr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1800" i="1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1717" name="Group 41"/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146445" name="Straight Connector 32"/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/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46" name="Straight Connector 10"/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/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4356" name="TextBox 17"/>
            <p:cNvSpPr txBox="1"/>
            <p:nvPr/>
          </p:nvSpPr>
          <p:spPr>
            <a:xfrm>
              <a:off x="1687802" y="2981937"/>
              <a:ext cx="638629" cy="584775"/>
            </a:xfrm>
            <a:prstGeom prst="rect"/>
            <a:noFill/>
          </p:spPr>
          <p:txBody>
            <a:bodyPr rtlCol="0" wrap="squar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32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1054357" name="TextBox 24"/>
          <p:cNvSpPr txBox="1"/>
          <p:nvPr/>
        </p:nvSpPr>
        <p:spPr>
          <a:xfrm>
            <a:off x="5025350" y="2902857"/>
            <a:ext cx="1582613" cy="954107"/>
          </a:xfrm>
          <a:prstGeom prst="rect"/>
          <a:noFill/>
        </p:spPr>
        <p:txBody>
          <a:bodyPr rtlCol="0" wrap="none">
            <a:spAutoFit/>
          </a:bodyPr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105435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62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8">
                            <p:stCondLst>
                              <p:cond delay="500"/>
                            </p:stCondLst>
                            <p:childTnLst>
                              <p:par>
                                <p:cTn fill="hold" grpId="0" id="19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1"/>
                                        <p:tgtEl>
                                          <p:spTgt spid="1054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2">
                      <p:stCondLst>
                        <p:cond delay="indefinite"/>
                      </p:stCondLst>
                      <p:childTnLst>
                        <p:par>
                          <p:cTn fill="hold" id="23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6"/>
                                        <p:tgtEl>
                                          <p:spTgt spid="105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7">
                      <p:stCondLst>
                        <p:cond delay="indefinite"/>
                      </p:stCondLst>
                      <p:childTnLst>
                        <p:par>
                          <p:cTn fill="hold" id="28">
                            <p:stCondLst>
                              <p:cond delay="0"/>
                            </p:stCondLst>
                            <p:childTnLst>
                              <p:par>
                                <p:cTn fill="hold" id="29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1"/>
                                        <p:tgtEl>
                                          <p:spTgt spid="1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2">
                      <p:stCondLst>
                        <p:cond delay="indefinite"/>
                      </p:stCondLst>
                      <p:childTnLst>
                        <p:par>
                          <p:cTn fill="hold" id="33">
                            <p:stCondLst>
                              <p:cond delay="0"/>
                            </p:stCondLst>
                            <p:childTnLst>
                              <p:par>
                                <p:cTn fill="hold" id="3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6"/>
                                        <p:tgtEl>
                                          <p:spTgt spid="1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343" grpId="0"/>
      <p:bldP spid="1054357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62" name="Line 38"/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63" name="Line 105"/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1" name="Group 180"/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054364" name="Freeform 1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365" name="Oval 182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2" name="Group 1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366" name="Freeform 1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67" name="Freeform 1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68" name="Freeform 1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69" name="Freeform 1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370" name="Line 106"/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71" name="Line 108"/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72" name="Line 291"/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3" name="Group 171"/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054373" name="Freeform 17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374" name="Oval 17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4" name="Group 17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375" name="Freeform 17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76" name="Freeform 17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77" name="Freeform 17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78" name="Freeform 17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379" name="Line 113"/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80" name="Line 294"/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5" name="Group 163"/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054381" name="Freeform 16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382" name="Oval 165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6" name="Group 16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383" name="Freeform 16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84" name="Freeform 16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85" name="Freeform 16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386" name="Freeform 17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387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sz="4400" lang="en-US">
                <a:ea typeface="ＭＳ Ｐゴシック" panose="020B0600070205080204" pitchFamily="34" charset="-128"/>
              </a:rPr>
              <a:t>“Real” Internet delays and routes</a:t>
            </a:r>
            <a:endParaRPr dirty="0" sz="4400" lang="en-US"/>
          </a:p>
        </p:txBody>
      </p:sp>
      <p:sp>
        <p:nvSpPr>
          <p:cNvPr id="1054388" name="Rectangle 5"/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/>
        </p:spPr>
        <p:txBody>
          <a:bodyPr bIns="45720" lIns="91440" rIns="91440" rtlCol="0" tIns="45720" vert="horz">
            <a:normAutofit lnSpcReduction="100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altLang="ja-JP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1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1054389" name="Line 260"/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90" name="Line 261"/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91" name="Line 292"/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92" name="Line 295"/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/>
          <a:noFill/>
          <a:ln w="127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93" name="Text Box 300"/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1054394" name="Text Box 302"/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1054395" name="Text Box 304"/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/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1727" name="Group 100"/>
          <p:cNvGrpSpPr/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2097685" name="Picture 10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396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8" name="Group 103"/>
          <p:cNvGrpSpPr/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2097686" name="Picture 104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397" name="Freeform 10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4398" name="Freeform 303"/>
          <p:cNvSpPr/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399" name="Freeform 299"/>
          <p:cNvSpPr/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400" name="Freeform 301"/>
          <p:cNvSpPr/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9" name="Group 155"/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054401" name="Freeform 15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402" name="Oval 157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30" name="Group 15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403" name="Freeform 15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04" name="Freeform 16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05" name="Freeform 16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06" name="Freeform 16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407" name="Rectangle 5"/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/>
        </p:spPr>
        <p:txBody>
          <a:bodyPr bIns="45720" lIns="91440" rIns="91440" rtlCol="0" tIns="45720" vert="horz">
            <a:normAutofit lnSpcReduction="100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5440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63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">
                            <p:stCondLst>
                              <p:cond delay="500"/>
                            </p:stCondLst>
                            <p:childTnLst>
                              <p:par>
                                <p:cTn fill="hold" id="9" nodeType="after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1054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fill="hold" grpId="0" id="11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105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1054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fill="hold" grpId="0" id="17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1054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id="21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23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393" grpId="0"/>
      <p:bldP spid="1054394" grpId="0"/>
      <p:bldP spid="1054395" grpId="0"/>
      <p:bldP spid="105440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1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dirty="0" sz="4400" lang="en-US">
                <a:ea typeface="ＭＳ Ｐゴシック" panose="020B0600070205080204" pitchFamily="34" charset="-128"/>
              </a:rPr>
              <a:t>Real Internet delays and routes</a:t>
            </a:r>
            <a:endParaRPr dirty="0" sz="4400" lang="en-US"/>
          </a:p>
        </p:txBody>
      </p:sp>
      <p:sp>
        <p:nvSpPr>
          <p:cNvPr id="1054413" name="Text Box 4"/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 indent="-457200" marL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algn="l" defTabSz="914400" eaLnBrk="1" fontAlgn="auto" hangingPunct="1" indent="-457200" latinLnBrk="0" lvl="0" marL="457200" marR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1054414" name="Text Box 5"/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1054415" name="TextBox 1"/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734" name="Group 10"/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1054416" name="Text Box 12"/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3146447" name="Straight Arrow Connector 22"/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/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35" name="Group 4"/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1054417" name="Text Box 7"/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algn="l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418" name="Line 8"/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/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419" name="Line 9"/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/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420" name="Line 10"/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/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448" name="Straight Arrow Connector 24"/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/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4421" name="Rectangle 2"/>
            <p:cNvSpPr/>
            <p:nvPr/>
          </p:nvSpPr>
          <p:spPr>
            <a:xfrm>
              <a:off x="1915886" y="2307771"/>
              <a:ext cx="638628" cy="188686"/>
            </a:xfrm>
            <a:prstGeom prst="rect"/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36" name="Group 7"/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054422" name="Text Box 7"/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algn="l" defTabSz="914400" eaLnBrk="1" fontAlgn="auto" hangingPunct="1" indent="0" latinLnBrk="0" lvl="0" marL="0" marR="0" rtl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3146449" name="Straight Arrow Connector 3"/>
            <p:cNvCxnSpPr>
              <a:cxnSpLocks/>
            </p:cNvCxnSpPr>
            <p:nvPr/>
          </p:nvCxnSpPr>
          <p:spPr>
            <a:xfrm flipH="1">
              <a:off x="8136140" y="2591761"/>
              <a:ext cx="738960" cy="0"/>
            </a:xfrm>
            <a:prstGeom prst="straightConnector1"/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4423" name="Rectangle 6"/>
            <p:cNvSpPr/>
            <p:nvPr/>
          </p:nvSpPr>
          <p:spPr>
            <a:xfrm>
              <a:off x="1959429" y="2525486"/>
              <a:ext cx="2975428" cy="159657"/>
            </a:xfrm>
            <a:prstGeom prst="rect"/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37" name="Group 12"/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738" name="Group 9"/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054424" name="Text Box 7"/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/>
              <a:noFill/>
              <a:ln>
                <a:noFill/>
              </a:ln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000" i="0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altLang="en-US" baseline="0" b="0" cap="none" dirty="0" sz="2000" i="1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altLang="en-US" baseline="0" b="0" cap="none" dirty="0" sz="2000" i="0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3146450" name="Straight Arrow Connector 21"/>
              <p:cNvCxnSpPr>
                <a:cxnSpLocks/>
              </p:cNvCxnSpPr>
              <p:nvPr/>
            </p:nvCxnSpPr>
            <p:spPr>
              <a:xfrm flipH="1">
                <a:off x="8136140" y="4381712"/>
                <a:ext cx="738960" cy="0"/>
              </a:xfrm>
              <a:prstGeom prst="straightConnector1"/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4425" name="Rectangle 11"/>
            <p:cNvSpPr/>
            <p:nvPr/>
          </p:nvSpPr>
          <p:spPr>
            <a:xfrm>
              <a:off x="7402286" y="4223657"/>
              <a:ext cx="725714" cy="261257"/>
            </a:xfrm>
            <a:prstGeom prst="rect"/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426" name="Rectangle 30"/>
            <p:cNvSpPr/>
            <p:nvPr/>
          </p:nvSpPr>
          <p:spPr>
            <a:xfrm>
              <a:off x="7046686" y="4419600"/>
              <a:ext cx="725714" cy="261257"/>
            </a:xfrm>
            <a:prstGeom prst="rect"/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39" name="Group 14"/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1740" name="Group 8"/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1054427" name="Freeform 14"/>
              <p:cNvSpPr/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28" name="Text Box 15"/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/>
              <a:noFill/>
              <a:ln>
                <a:noFill/>
              </a:ln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000" i="0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1054429" name="Rectangle 25"/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/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30" name="Rectangle 26"/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/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54431" name="Rectangle 13"/>
            <p:cNvSpPr/>
            <p:nvPr/>
          </p:nvSpPr>
          <p:spPr>
            <a:xfrm>
              <a:off x="7315200" y="3468914"/>
              <a:ext cx="667657" cy="203200"/>
            </a:xfrm>
            <a:prstGeom prst="rect"/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432" name="Rectangle 33"/>
            <p:cNvSpPr/>
            <p:nvPr/>
          </p:nvSpPr>
          <p:spPr>
            <a:xfrm>
              <a:off x="6320972" y="3679371"/>
              <a:ext cx="776514" cy="210457"/>
            </a:xfrm>
            <a:prstGeom prst="rect"/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443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64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11"/>
                                        <p:tgtEl>
                                          <p:spTgt spid="17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1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id="18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19"/>
                                        <p:tgtEl>
                                          <p:spTgt spid="17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2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4">
                      <p:stCondLst>
                        <p:cond delay="indefinite"/>
                      </p:stCondLst>
                      <p:childTnLst>
                        <p:par>
                          <p:cTn fill="hold" id="25">
                            <p:stCondLst>
                              <p:cond delay="0"/>
                            </p:stCondLst>
                            <p:childTnLst>
                              <p:par>
                                <p:cTn fill="hold" id="26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27"/>
                                        <p:tgtEl>
                                          <p:spTgt spid="1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2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1"/>
                                        <p:tgtEl>
                                          <p:spTgt spid="1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2">
                      <p:stCondLst>
                        <p:cond delay="indefinite"/>
                      </p:stCondLst>
                      <p:childTnLst>
                        <p:par>
                          <p:cTn fill="hold" id="33">
                            <p:stCondLst>
                              <p:cond delay="0"/>
                            </p:stCondLst>
                            <p:childTnLst>
                              <p:par>
                                <p:cTn fill="hold" id="34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35"/>
                                        <p:tgtEl>
                                          <p:spTgt spid="17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36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3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9"/>
                                        <p:tgtEl>
                                          <p:spTgt spid="1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4" name="Group 108"/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054437" name="Freeform 1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438" name="Oval 110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5" name="Group 1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439" name="Freeform 1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40" name="Freeform 1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41" name="Freeform 1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42" name="Freeform 1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443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Packet loss</a:t>
            </a:r>
            <a:endParaRPr dirty="0" sz="4400" lang="en-US"/>
          </a:p>
        </p:txBody>
      </p:sp>
      <p:sp>
        <p:nvSpPr>
          <p:cNvPr id="1054444" name="Rectangle 3"/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1054445" name="Rectangle 7"/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/>
          <a:solidFill>
            <a:srgbClr val="CCCCFF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46" name="Line 23"/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47" name="Line 24"/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/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48" name="Line 25"/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/>
          <a:noFill/>
          <a:ln w="19050">
            <a:solidFill>
              <a:srgbClr val="0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49" name="Rectangle 28"/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0" name="Rectangle 29"/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1" name="Rectangle 30"/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2" name="Text Box 35"/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1054453" name="Text Box 36"/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1054454" name="Text Box 40"/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1054455" name="Line 41"/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 anchor="ctr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6" name="Rectangle 56"/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7" name="Rectangle 57"/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8" name="Rectangle 58"/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59" name="Rectangle 59"/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/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60" name="Rectangle 61"/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/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61" name="Rectangle 62"/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/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462" name="Text Box 65"/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algn="ctr" defTabSz="914400" eaLnBrk="0" fontAlgn="base" hangingPunct="0" indent="0" latinLnBrk="0" lvl="0" marL="0" marR="0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54463" name="Line 66"/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/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46" name="Group 48"/>
          <p:cNvGrpSpPr/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2097687" name="Picture 4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464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747" name="Group 51"/>
          <p:cNvGrpSpPr/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2097688" name="Picture 52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465" name="Freeform 5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4466" name="TextBox 1"/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1748" name="Group 3"/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1749" name="Group 2"/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1054467" name="Rectangle 31"/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/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468" name="Line 33"/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/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469" name="Line 63"/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/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470" name="Text Box 64"/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000" i="0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algn="l" defTabSz="914400" eaLnBrk="0" fontAlgn="base" hangingPunct="0" indent="0" latinLnBrk="0" lvl="0" marL="0" marR="0" rtl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2000" i="0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altLang="en-US" baseline="0" b="0" cap="none" dirty="0" sz="2000" i="1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1054471" name="Rectangle 3"/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/>
          </p:spPr>
          <p:txBody>
            <a:bodyPr bIns="45720" lIns="91440" rIns="91440" rtlCol="0" tIns="45720" vert="horz">
              <a:normAutofit/>
            </a:bodyPr>
            <a:lstStyle>
              <a:lvl1pPr algn="l" defTabSz="914400" eaLnBrk="1" hangingPunct="1" indent="-222250" latinLnBrk="0" marL="352425" rt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indent="-231775" latinLnBrk="0" marL="695325" rtl="0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defTabSz="914400" eaLnBrk="1" fontAlgn="auto" hangingPunct="1" indent="-287338" latinLnBrk="0" lvl="0" marL="287338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algn="l" defTabSz="914400" eaLnBrk="1" fontAlgn="auto" hangingPunct="1" indent="-287338" latinLnBrk="0" lvl="0" marL="287338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105447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65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4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466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76" name="Line 321"/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/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53" name="Group 306"/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1054477" name="Freeform 30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478" name="Oval 30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4" name="Group 30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479" name="Freeform 31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80" name="Freeform 31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81" name="Freeform 31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482" name="Freeform 31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483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Throughput</a:t>
            </a:r>
            <a:endParaRPr dirty="0" sz="4400" lang="en-US"/>
          </a:p>
        </p:txBody>
      </p:sp>
      <p:sp>
        <p:nvSpPr>
          <p:cNvPr id="1054484" name="Rectangle 3"/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1054485" name="AutoShape 327"/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55" name="Group 64"/>
          <p:cNvGrpSpPr/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1054486" name="Freeform 6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487" name="Rectangle 66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488" name="Freeform 6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489" name="Freeform 6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490" name="Rectangle 69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56" name="Group 7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4491" name="AutoShape 71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492" name="AutoShape 7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493" name="Rectangle 73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57" name="Group 7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4494" name="AutoShape 75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495" name="AutoShape 7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496" name="Rectangle 77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497" name="Rectangle 78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58" name="Group 7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4498" name="AutoShape 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499" name="AutoShape 81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500" name="Freeform 8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59" name="Group 8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4501" name="AutoShape 84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02" name="AutoShape 85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503" name="Rectangle 86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04" name="Freeform 8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05" name="Freeform 8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06" name="Oval 89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07" name="Freeform 9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08" name="AutoShape 91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09" name="AutoShape 92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10" name="Oval 93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11" name="Oval 94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12" name="Oval 95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13" name="Rectangle 96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/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760" name="Group 61"/>
          <p:cNvGrpSpPr/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097689" name="Picture 62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514" name="Freeform 6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4515" name="Text Box 325"/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algn="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algn="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1054516" name="Text Box 328"/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altLang="en-US" baseline="-2500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1054517" name="Text Box 329"/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algn="ctr" defTabSz="914400" eaLnBrk="0" fontAlgn="base" hangingPunct="0" indent="0" latinLnBrk="0" lvl="0" marL="0" marR="0" rtl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altLang="en-US" baseline="-2500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altLang="en-US" baseline="-2500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1761" name="Group 99"/>
          <p:cNvGrpSpPr/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1054518" name="Text Box 353"/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19" name="Text Box 336"/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altLang="en-US" baseline="0" b="0" cap="none" dirty="0" sz="2400" i="1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altLang="en-US" baseline="-25000" b="0" cap="none" dirty="0" sz="2400" i="1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1054520" name="Text Box 346"/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algn="ctr" defTabSz="914400" eaLnBrk="0" fontAlgn="base" hangingPunct="0" indent="0" latinLnBrk="0" lvl="0" marL="0" marR="0" rtl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1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altLang="en-US" baseline="-2500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altLang="en-US" baseline="-25000" b="0" cap="none" dirty="0" sz="2400" i="1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1762" name="Group 7"/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1054521" name="AutoShape 350"/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63" name="Group 335"/>
            <p:cNvGrpSpPr/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1054522" name="Oval 333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523" name="Rectangle 332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524" name="Oval 331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/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25" name="Rectangle 334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764" name="Group 341"/>
            <p:cNvGrpSpPr/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1054526" name="Oval 342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527" name="Rectangle 343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528" name="Oval 344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/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29" name="Rectangle 345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054530" name="AutoShape 351"/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31" name="AutoShape 349"/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rot="10800000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3146451" name="Straight Connector 3"/>
          <p:cNvCxnSpPr>
            <a:cxnSpLocks/>
          </p:cNvCxnSpPr>
          <p:nvPr/>
        </p:nvCxnSpPr>
        <p:spPr>
          <a:xfrm>
            <a:off x="2663444" y="4956164"/>
            <a:ext cx="0" cy="499262"/>
          </a:xfrm>
          <a:prstGeom prst="line"/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452" name="Straight Connector 314"/>
          <p:cNvCxnSpPr>
            <a:cxnSpLocks/>
          </p:cNvCxnSpPr>
          <p:nvPr/>
        </p:nvCxnSpPr>
        <p:spPr>
          <a:xfrm>
            <a:off x="3671250" y="4571341"/>
            <a:ext cx="0" cy="499262"/>
          </a:xfrm>
          <a:prstGeom prst="line"/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453" name="Straight Connector 315"/>
          <p:cNvCxnSpPr>
            <a:cxnSpLocks/>
          </p:cNvCxnSpPr>
          <p:nvPr/>
        </p:nvCxnSpPr>
        <p:spPr>
          <a:xfrm>
            <a:off x="7773171" y="4574886"/>
            <a:ext cx="0" cy="499262"/>
          </a:xfrm>
          <a:prstGeom prst="line"/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5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66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36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Throughput</a:t>
            </a:r>
            <a:endParaRPr dirty="0" sz="4400" lang="en-US"/>
          </a:p>
        </p:txBody>
      </p:sp>
      <p:grpSp>
        <p:nvGrpSpPr>
          <p:cNvPr id="1768" name="Group 347"/>
          <p:cNvGrpSpPr/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1054537" name="Oval 42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/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r="5400000" dist="23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38" name="Rectangle 430"/>
            <p:cNvSpPr/>
            <p:nvPr/>
          </p:nvSpPr>
          <p:spPr bwMode="auto">
            <a:xfrm>
              <a:off x="1871277" y="1740080"/>
              <a:ext cx="1128371" cy="115314"/>
            </a:xfrm>
            <a:prstGeom prst="rect"/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1054539" name="Oval 43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/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r="5400000" dist="23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40" name="Freeform 432"/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1054541" name="Freeform 43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r="5400000" dist="23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42" name="Freeform 43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r="5400000" dist="23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43" name="Freeform 43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r="5400000" dist="23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146454" name="Straight Connector 436"/>
            <p:cNvCxnSpPr>
              <a:cxnSpLocks noChangeShapeType="1"/>
              <a:endCxn id="105453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/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algn="tl" blurRad="40005" dir="5400000" dist="19939" rotWithShape="0">
                <a:srgbClr val="808080">
                  <a:alpha val="37999"/>
                </a:srgbClr>
              </a:outerShdw>
            </a:effectLst>
          </p:spPr>
        </p:cxnSp>
        <p:cxnSp>
          <p:nvCxnSpPr>
            <p:cNvPr id="3146455" name="Straight Connector 43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/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algn="tl" blurRad="40005" dir="5400000" dist="19939" rotWithShape="0">
                <a:srgbClr val="808080">
                  <a:alpha val="37999"/>
                </a:srgbClr>
              </a:outerShdw>
            </a:effectLst>
          </p:spPr>
        </p:cxnSp>
      </p:grpSp>
      <p:grpSp>
        <p:nvGrpSpPr>
          <p:cNvPr id="1769" name="Group 347"/>
          <p:cNvGrpSpPr/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1054544" name="Oval 43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/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r="5400000" dist="23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45" name="Rectangle 440"/>
            <p:cNvSpPr/>
            <p:nvPr/>
          </p:nvSpPr>
          <p:spPr bwMode="auto">
            <a:xfrm>
              <a:off x="1871277" y="1740080"/>
              <a:ext cx="1128371" cy="115315"/>
            </a:xfrm>
            <a:prstGeom prst="rect"/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1054546" name="Oval 44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/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r="5400000" dist="23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47" name="Freeform 442"/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1054548" name="Freeform 44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r="5400000" dist="23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49" name="Freeform 44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r="5400000" dist="23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50" name="Freeform 44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r="5400000" dist="23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146456" name="Straight Connector 446"/>
            <p:cNvCxnSpPr>
              <a:cxnSpLocks noChangeShapeType="1"/>
              <a:endCxn id="105454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/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algn="tl" blurRad="40005" dir="5400000" dist="19939" rotWithShape="0">
                <a:srgbClr val="808080">
                  <a:alpha val="37999"/>
                </a:srgbClr>
              </a:outerShdw>
            </a:effectLst>
          </p:spPr>
        </p:cxnSp>
        <p:cxnSp>
          <p:nvCxnSpPr>
            <p:cNvPr id="3146457" name="Straight Connector 44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/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algn="tl" blurRad="40005" dir="5400000" dist="19939" rotWithShape="0">
                <a:srgbClr val="808080">
                  <a:alpha val="37999"/>
                </a:srgbClr>
              </a:outerShdw>
            </a:effectLst>
          </p:spPr>
        </p:cxnSp>
      </p:grpSp>
      <p:grpSp>
        <p:nvGrpSpPr>
          <p:cNvPr id="1770" name="Group 140"/>
          <p:cNvGrpSpPr/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1054551" name="Freeform 14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52" name="Rectangle 142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53" name="Freeform 14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54" name="Freeform 14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55" name="Rectangle 145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71" name="Group 14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4556" name="AutoShape 147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57" name="AutoShape 148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558" name="Rectangle 149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72" name="Group 15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4559" name="AutoShape 151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60" name="AutoShape 152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561" name="Rectangle 153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62" name="Rectangle 154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/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73" name="Group 15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4563" name="AutoShape 15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64" name="AutoShape 157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565" name="Freeform 15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74" name="Group 15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4566" name="AutoShape 160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67" name="AutoShape 161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568" name="Rectangle 162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69" name="Freeform 16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0" name="Freeform 16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1" name="Oval 165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2" name="Freeform 16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3" name="AutoShape 167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4" name="AutoShape 168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5" name="Oval 169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6" name="Oval 170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base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7" name="Oval 171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78" name="Rectangle 172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/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4579" name="Rectangle 4"/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/>
          <a:noFill/>
          <a:ln>
            <a:noFill/>
          </a:ln>
        </p:spPr>
        <p:txBody>
          <a:bodyPr anchor="t" anchorCtr="0" bIns="45720" compatLnSpc="1" lIns="91440" numCol="1" rIns="91440" tIns="45720" vert="horz" wrap="square">
            <a:prstTxWarp prst="textNoShape"/>
          </a:bodyPr>
          <a:lstStyle>
            <a:lvl1pPr algn="l" eaLnBrk="0" fontAlgn="base" hangingPunct="0" indent="-342900" marL="342900" rtl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algn="l" eaLnBrk="0" fontAlgn="base" hangingPunct="0" indent="-285750" marL="742950" rtl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algn="l" eaLnBrk="0" fontAlgn="base" hangingPunct="0" indent="-228600" marL="1143000" rtl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algn="l" eaLnBrk="0" fontAlgn="base" hangingPunct="0" indent="-228600" marL="1600200" rtl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algn="l" eaLnBrk="0" fontAlgn="base" hangingPunct="0" indent="-228600" marL="2057400" rtl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algn="l" fontAlgn="base" indent="-228600" marL="2514600" rtl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algn="l" fontAlgn="base" indent="-228600" marL="2971800" rtl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algn="l" fontAlgn="base" indent="-228600" marL="3429000" rtl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algn="l" fontAlgn="base" indent="-228600" marL="3886200" rtl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algn="l" defTabSz="914400" eaLnBrk="1" fontAlgn="base" hangingPunct="1" indent="0" latinLnBrk="0" lvl="0" marL="0" marR="0" rtl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</a:pPr>
            <a:r>
              <a:rPr altLang="en-US" baseline="0" b="0" cap="none" dirty="0" sz="2800" i="1" kern="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altLang="en-US" baseline="-25000" b="0" cap="none" dirty="0" sz="2800" i="1" kern="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altLang="en-US" baseline="0" b="0" cap="none" dirty="0" sz="2800" i="1" kern="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altLang="en-US" baseline="-25000" b="0" cap="none" dirty="0" sz="2800" i="1" kern="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altLang="en-US" baseline="0" b="0" cap="none" dirty="0" sz="2800" i="1" kern="0" kumimoji="0" lang="en-US" noProof="0" normalizeH="0" spc="0" strike="noStrike" u="none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1775" name="Group 34"/>
          <p:cNvGrpSpPr/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1054580" name="Oval 35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581" name="Rectangle 36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582" name="Oval 37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83" name="Rectangle 38"/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054584" name="Text Box 39"/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altLang="en-US" baseline="-2500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altLang="en-US" baseline="-2500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1054585" name="AutoShape 42"/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anchor="ctr" rot="10800000" wrap="none"/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54586" name="AutoShape 43"/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76" name="Group 54"/>
          <p:cNvGrpSpPr/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1777" name="Group 45"/>
            <p:cNvGrpSpPr/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1054587" name="Oval 46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588" name="Rectangle 47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589" name="Oval 48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/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590" name="Rectangle 49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054591" name="Text Box 50"/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altLang="en-US" baseline="-2500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1054592" name="Rectangle 56"/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/>
          <a:noFill/>
          <a:ln>
            <a:noFill/>
          </a:ln>
        </p:spPr>
        <p:txBody>
          <a:bodyPr/>
          <a:lstStyle>
            <a:lvl1pPr indent="-341313" marL="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altLang="en-US" baseline="-2500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altLang="en-US" baseline="-2500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1778" name="Group 209"/>
          <p:cNvGrpSpPr/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1054593" name="Rectangle 102"/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/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594" name="Text Box 101"/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1054595" name="Text Box 104"/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/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1" kern="0" kumimoji="0" lang="en-US" noProof="0" normalizeH="0" spc="0" strike="noStrike" u="none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1054596" name="AutoShape 51"/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79" name="Group 132"/>
          <p:cNvGrpSpPr/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2097690" name="Picture 133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597" name="Freeform 13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4598" name="AutoShape 327"/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0" fontAlgn="base" hangingPunct="0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altLang="en-US" baseline="0" b="0" cap="none" dirty="0" sz="2400" i="0" kern="0" kumimoji="0" lang="en-US" noProof="0" normalizeH="0" spc="0" strike="noStrike" u="none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780" name="Group 206"/>
          <p:cNvGrpSpPr/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1781" name="Group 173"/>
            <p:cNvGrpSpPr/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1054599" name="Freeform 17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00" name="Rectangle 175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01" name="Freeform 17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02" name="Freeform 17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03" name="Rectangle 178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82" name="Group 17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4604" name="AutoShape 180"/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605" name="AutoShape 181"/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606" name="Rectangle 182"/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83" name="Group 18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4607" name="AutoShape 184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608" name="AutoShape 185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609" name="Rectangle 186"/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10" name="Rectangle 187"/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84" name="Group 18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4611" name="AutoShape 18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612" name="AutoShape 190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613" name="Freeform 19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85" name="Group 19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4614" name="AutoShape 193"/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615" name="AutoShape 194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616" name="Rectangle 19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17" name="Freeform 19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18" name="Freeform 19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19" name="Oval 198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0" name="Freeform 19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1" name="AutoShape 200"/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2" name="AutoShape 201"/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3" name="Oval 202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4" name="Oval 203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base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5" name="Oval 204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6" name="Rectangle 205"/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/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627" name="Line 57"/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/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86" name="Group 58"/>
            <p:cNvGrpSpPr/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1054628" name="Line 6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/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29" name="Line 6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/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30" name="Rectangle 6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/>
              <a:solidFill>
                <a:srgbClr val="CCCCFF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87" name="Group 64"/>
              <p:cNvGrpSpPr/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1054631" name="Line 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/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632" name="Line 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/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1788" name="Group 68"/>
              <p:cNvGrpSpPr/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1054633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/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634" name="Line 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/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 wrap="none"/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baseline="0" b="0" cap="none" dirty="0" sz="24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1054635" name="AutoShape 90"/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89" name="Group 92"/>
            <p:cNvGrpSpPr/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1054636" name="Oval 93"/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637" name="Rectangle 94"/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638" name="Oval 95"/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/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39" name="Rectangle 96"/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054640" name="Text Box 97"/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altLang="en-US" baseline="-2500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1790" name="Group 83"/>
            <p:cNvGrpSpPr/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1054641" name="Oval 84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642" name="Rectangle 85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4643" name="Oval 86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/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644" name="Rectangle 87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/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anchor="ctr"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054645" name="Text Box 88"/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altLang="en-US" baseline="-2500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altLang="en-US" baseline="-2500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1054646" name="AutoShape 98"/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47" name="AutoShape 89"/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rot="10800000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1791" name="Group 135"/>
            <p:cNvGrpSpPr/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2097691" name="Picture 136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/>
              <a:noFill/>
              <a:ln>
                <a:noFill/>
              </a:ln>
            </p:spPr>
          </p:pic>
          <p:sp>
            <p:nvSpPr>
              <p:cNvPr id="1054648" name="Freeform 137"/>
              <p:cNvSpPr/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4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1054649" name="AutoShape 327"/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5465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67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7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9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54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Throughput: network scenario</a:t>
            </a:r>
            <a:endParaRPr dirty="0" sz="4400" lang="en-US"/>
          </a:p>
        </p:txBody>
      </p:sp>
      <p:grpSp>
        <p:nvGrpSpPr>
          <p:cNvPr id="1795" name="Group 2"/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1054655" name="Text Box 44"/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altLang="en-US" baseline="0" b="0" cap="none" dirty="0" sz="2400" i="1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1054656" name="Freeform 296"/>
            <p:cNvSpPr/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57" name="Text Box 35"/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58" name="Oval 40"/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59" name="Rectangle 41"/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0" name="Oval 42"/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61" name="Rectangle 43"/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2" name="Oval 31"/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3" name="Rectangle 32"/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4" name="Oval 33"/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65" name="Rectangle 34"/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6" name="Line 456"/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/>
            <a:noFill/>
            <a:ln w="381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67" name="Oval 469"/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8" name="Rectangle 470"/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69" name="Oval 471"/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70" name="Rectangle 472"/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71" name="Line 473"/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/>
            <a:noFill/>
            <a:ln w="381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72" name="Oval 476"/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73" name="Rectangle 477"/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74" name="Oval 478"/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75" name="Rectangle 479"/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76" name="Line 480"/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/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77" name="Oval 483"/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78" name="Rectangle 484"/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79" name="Oval 485"/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80" name="Rectangle 486"/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81" name="Line 487"/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/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82" name="Oval 500"/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83" name="Rectangle 501"/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84" name="Oval 502"/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85" name="Rectangle 503"/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86" name="Line 504"/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/>
            <a:noFill/>
            <a:ln w="381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87" name="Oval 507"/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88" name="Rectangle 508"/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89" name="Oval 509"/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/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altLang="en-US"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0" name="Rectangle 510"/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/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anchor="ctr" wrap="none"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4691" name="Line 511"/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/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2" name="Text Box 513"/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3" name="Text Box 514"/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4" name="Freeform 515"/>
            <p:cNvSpPr/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5" name="Text Box 516"/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6" name="Freeform 517"/>
            <p:cNvSpPr/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7" name="Freeform 518"/>
            <p:cNvSpPr/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8" name="Text Box 519"/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699" name="Text Box 520"/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altLang="en-US" baseline="-25000" b="0" cap="none" dirty="0" sz="3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54700" name="Text Box 521"/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1796" name="Group 81"/>
            <p:cNvGrpSpPr/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1054701" name="Freeform 82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02" name="Rectangle 83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03" name="Freeform 84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04" name="Freeform 85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05" name="Rectangle 86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97" name="Group 87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4706" name="AutoShape 88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07" name="AutoShape 89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08" name="Rectangle 90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98" name="Group 91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4709" name="AutoShape 92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10" name="AutoShape 93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11" name="Rectangle 94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12" name="Rectangle 95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799" name="Group 96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4713" name="AutoShape 97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14" name="AutoShape 98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15" name="Freeform 99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0" name="Group 100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4716" name="AutoShape 101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17" name="AutoShape 102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18" name="Rectangle 103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19" name="Freeform 104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0" name="Freeform 105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1" name="Oval 106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2" name="Freeform 107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3" name="AutoShape 1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4" name="AutoShape 109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5" name="Oval 110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6" name="Oval 111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base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7" name="Oval 112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28" name="Rectangle 113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/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801" name="Group 114"/>
            <p:cNvGrpSpPr/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1054729" name="Freeform 115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30" name="Rectangle 116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31" name="Freeform 117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32" name="Freeform 118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33" name="Rectangle 119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2" name="Group 120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4734" name="AutoShape 121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35" name="AutoShape 122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36" name="Rectangle 123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3" name="Group 124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4737" name="AutoShape 125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38" name="AutoShape 126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39" name="Rectangle 127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40" name="Rectangle 128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4" name="Group 129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4741" name="AutoShape 130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42" name="AutoShape 131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43" name="Freeform 132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5" name="Group 133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4744" name="AutoShape 134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45" name="AutoShape 135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46" name="Rectangle 136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47" name="Freeform 137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48" name="Freeform 138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49" name="Oval 139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0" name="Freeform 140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1" name="AutoShape 1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2" name="AutoShape 142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3" name="Oval 143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4" name="Oval 144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base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5" name="Oval 145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6" name="Rectangle 146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/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806" name="Group 147"/>
            <p:cNvGrpSpPr/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1054757" name="Freeform 148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8" name="Rectangle 149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59" name="Freeform 150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60" name="Freeform 151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61" name="Rectangle 152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7" name="Group 153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4762" name="AutoShape 154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63" name="AutoShape 155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64" name="Rectangle 156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8" name="Group 157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4765" name="AutoShape 158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66" name="AutoShape 159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67" name="Rectangle 160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68" name="Rectangle 161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/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09" name="Group 162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4769" name="AutoShape 163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70" name="AutoShape 164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71" name="Freeform 165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1810" name="Group 166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4772" name="AutoShape 167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1054773" name="AutoShape 168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0" fontAlgn="base" hangingPunct="0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800" i="0" kern="0" kumimoji="0" lang="en-US" noProof="0" normalizeH="0" spc="0" strike="noStrike" u="none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1054774" name="Rectangle 169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75" name="Freeform 170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76" name="Freeform 171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77" name="Oval 172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78" name="Freeform 173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79" name="AutoShape 17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80" name="AutoShape 175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81" name="Oval 176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82" name="Oval 177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base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000" i="0" kern="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83" name="Oval 178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784" name="Rectangle 179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/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811" name="Group 180"/>
            <p:cNvGrpSpPr/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2097692" name="Picture 181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/>
              <a:noFill/>
              <a:ln>
                <a:noFill/>
              </a:ln>
            </p:spPr>
          </p:pic>
          <p:sp>
            <p:nvSpPr>
              <p:cNvPr id="1054785" name="Freeform 18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812" name="Group 183"/>
            <p:cNvGrpSpPr/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2097693" name="Picture 184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/>
              <a:noFill/>
              <a:ln>
                <a:noFill/>
              </a:ln>
            </p:spPr>
          </p:pic>
          <p:sp>
            <p:nvSpPr>
              <p:cNvPr id="1054786" name="Freeform 185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1813" name="Group 186"/>
            <p:cNvGrpSpPr/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2097694" name="Picture 187" descr="desktop_computer_stylized_medium"/>
              <p:cNvPicPr>
                <a:picLocks noChangeAspect="1" noChangeArrowheads="1"/>
              </p:cNvPicPr>
              <p:nvPr/>
            </p:nvPicPr>
            <p:blipFill>
              <a:blip xmlns:r="http://schemas.openxmlformats.org/officeDocument/2006/relationships" r:embed="rId1"/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/>
              <a:noFill/>
              <a:ln>
                <a:noFill/>
              </a:ln>
            </p:spPr>
          </p:pic>
          <p:sp>
            <p:nvSpPr>
              <p:cNvPr id="1054787" name="Freeform 188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</p:spPr>
            <p:txBody>
              <a:bodyPr wrap="none"/>
              <a:p>
                <a:pPr algn="l" defTabSz="914400" eaLnBrk="0" fontAlgn="base" hangingPunct="0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baseline="0" b="0" cap="none" dirty="0" sz="2800" i="0" kern="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1814" name="Group 3"/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1054788" name="Rectangle 523"/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/>
            <a:noFill/>
            <a:ln>
              <a:noFill/>
            </a:ln>
          </p:spPr>
          <p:txBody>
            <a:bodyPr anchor="t" anchorCtr="0" bIns="45720" compatLnSpc="1" lIns="91440" numCol="1" rIns="91440" tIns="45720" vert="horz" wrap="square">
              <a:prstTxWarp prst="textNoShape"/>
            </a:bodyPr>
            <a:lstStyle>
              <a:lvl1pPr algn="l" eaLnBrk="0" fontAlgn="base" hangingPunct="0" indent="-342900" marL="342900" rtl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algn="l" eaLnBrk="0" fontAlgn="base" hangingPunct="0" indent="-285750" marL="742950" rtl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algn="l" eaLnBrk="0" fontAlgn="base" hangingPunct="0" indent="-228600" marL="1143000" rtl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algn="l" eaLnBrk="0" fontAlgn="base" hangingPunct="0" indent="-228600" marL="1600200" rtl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algn="l" eaLnBrk="0" fontAlgn="base" hangingPunct="0" indent="-228600" marL="2057400" rtl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algn="l" fontAlgn="base" indent="-228600" marL="2514600" rtl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algn="l" fontAlgn="base" indent="-228600" marL="2971800" rtl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algn="l" fontAlgn="base" indent="-228600" marL="3429000" rtl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algn="l" fontAlgn="base" indent="-228600" marL="3886200" rtl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algn="l" defTabSz="914400" eaLnBrk="1" fontAlgn="base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</a:pPr>
              <a:r>
                <a:rPr altLang="en-US" baseline="0" b="0" cap="none" dirty="0" sz="3200" i="0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altLang="en-US" baseline="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altLang="en-US" baseline="-2500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altLang="en-US" baseline="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altLang="en-US" baseline="-2500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altLang="en-US" baseline="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algn="l" defTabSz="914400" eaLnBrk="1" fontAlgn="base" hangingPunct="1" indent="-342900" latinLnBrk="0" lvl="0" marL="342900" marR="0" rtl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</a:pPr>
              <a:r>
                <a:rPr altLang="en-US" baseline="0" b="0" cap="none" dirty="0" sz="3200" i="0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altLang="en-US" baseline="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altLang="en-US" baseline="-2500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altLang="en-US" baseline="0" b="0" cap="none" dirty="0" sz="3200" i="0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altLang="en-US" baseline="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altLang="en-US" baseline="-25000" b="0" cap="none" dirty="0" sz="3200" i="1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altLang="en-US" baseline="0" b="0" cap="none" dirty="0" sz="3200" i="0" kern="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1054789" name="TextBox 1"/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/>
            <a:noFill/>
            <a:ln>
              <a:noFill/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0" fontAlgn="base" hangingPunct="0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altLang="en-US" baseline="0" b="0" cap="none" dirty="0" sz="1200" i="0" kern="1200" kumimoji="0" lang="en-US" noProof="0" normalizeH="0" spc="0" strike="noStrike" u="none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05479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68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94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cs typeface="Calibri" panose="020F0502020204030204" pitchFamily="34" charset="0"/>
              </a:rPr>
              <a:t>Chapter 1: roadmap</a:t>
            </a:r>
            <a:endParaRPr dirty="0" lang="en-US"/>
          </a:p>
        </p:txBody>
      </p:sp>
      <p:sp>
        <p:nvSpPr>
          <p:cNvPr id="1054795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69</a:t>
            </a:fld>
            <a:endParaRPr dirty="0" lang="en-US"/>
          </a:p>
        </p:txBody>
      </p:sp>
      <p:sp>
        <p:nvSpPr>
          <p:cNvPr id="1054796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eaLnBrk="1" hangingPunct="1" indent="-285750" marL="403225">
              <a:spcBef>
                <a:spcPts val="800"/>
              </a:spcBef>
              <a:buClr>
                <a:srgbClr val="0000A8"/>
              </a:buClr>
            </a:pP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695" name="Picture 6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/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0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Network security</a:t>
            </a:r>
            <a:endParaRPr dirty="0" sz="4400" lang="en-US"/>
          </a:p>
        </p:txBody>
      </p:sp>
      <p:sp>
        <p:nvSpPr>
          <p:cNvPr id="1054801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7338" marL="287338"/>
            <a:r>
              <a:rPr altLang="en-US" dirty="0" sz="320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indent="-225425" lvl="1" marL="682625"/>
            <a:r>
              <a:rPr altLang="en-US" dirty="0" sz="2800" i="1" lang="en-US">
                <a:ea typeface="Arial" panose="020B0604020202020204" pitchFamily="34" charset="0"/>
              </a:rPr>
              <a:t>original vision:</a:t>
            </a:r>
            <a:r>
              <a:rPr altLang="en-US" dirty="0" sz="2800" lang="en-US">
                <a:ea typeface="Arial" panose="020B0604020202020204" pitchFamily="34" charset="0"/>
              </a:rPr>
              <a:t> </a:t>
            </a:r>
            <a:r>
              <a:rPr altLang="en-US" dirty="0" sz="2800" lang="en-US">
                <a:ea typeface="ＭＳ Ｐゴシック" panose="020B0600070205080204" pitchFamily="34" charset="-128"/>
              </a:rPr>
              <a:t>“</a:t>
            </a:r>
            <a:r>
              <a:rPr altLang="ja-JP" dirty="0" sz="2800" lang="en-US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altLang="ja-JP" dirty="0" sz="2800" lang="en-US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altLang="ja-JP" dirty="0" sz="2800" lang="en-US">
              <a:ea typeface="ＭＳ Ｐゴシック" panose="020B0600070205080204" pitchFamily="34" charset="-128"/>
            </a:endParaRP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Internet protocol designers playing </a:t>
            </a:r>
            <a:r>
              <a:rPr altLang="en-US" dirty="0" sz="2800" lang="en-US">
                <a:ea typeface="ＭＳ Ｐゴシック" panose="020B0600070205080204" pitchFamily="34" charset="-128"/>
              </a:rPr>
              <a:t>“</a:t>
            </a:r>
            <a:r>
              <a:rPr altLang="ja-JP" dirty="0" sz="2800" lang="en-US">
                <a:ea typeface="ＭＳ Ｐゴシック" panose="020B0600070205080204" pitchFamily="34" charset="-128"/>
              </a:rPr>
              <a:t>catch-up”</a:t>
            </a: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security considerations in all layers!</a:t>
            </a:r>
          </a:p>
          <a:p>
            <a:pPr indent="-287338" marL="287338"/>
            <a:r>
              <a:rPr altLang="en-US" dirty="0" sz="320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how bad guys can attack computer networks</a:t>
            </a: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how we can defend networks against attacks</a:t>
            </a: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105480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70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8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480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480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6">
                            <p:stCondLst>
                              <p:cond delay="500"/>
                            </p:stCondLst>
                            <p:childTnLst>
                              <p:par>
                                <p:cTn fill="hold" id="17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9"/>
                                        <p:tgtEl>
                                          <p:spTgt spid="105480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6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Network security</a:t>
            </a:r>
            <a:endParaRPr dirty="0" sz="4400" lang="en-US"/>
          </a:p>
        </p:txBody>
      </p:sp>
      <p:sp>
        <p:nvSpPr>
          <p:cNvPr id="105480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altLang="ja-JP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algn="l" defTabSz="914400" eaLnBrk="1" fontAlgn="auto" hangingPunct="1" indent="-225425" latinLnBrk="0" lvl="1" marL="6826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105480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71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8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48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48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6">
                            <p:stCondLst>
                              <p:cond delay="500"/>
                            </p:stCondLst>
                            <p:childTnLst>
                              <p:par>
                                <p:cTn fill="hold" id="17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9"/>
                                        <p:tgtEl>
                                          <p:spTgt spid="10548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Bad </a:t>
            </a:r>
            <a:r>
              <a:rPr altLang="en-US" dirty="0" lang="en-US">
                <a:ea typeface="ＭＳ Ｐゴシック" panose="020B0600070205080204" pitchFamily="34" charset="-128"/>
              </a:rPr>
              <a:t>g</a:t>
            </a:r>
            <a:r>
              <a:rPr altLang="en-US" dirty="0" sz="4400" lang="en-US">
                <a:ea typeface="ＭＳ Ｐゴシック" panose="020B0600070205080204" pitchFamily="34" charset="-128"/>
              </a:rPr>
              <a:t>uys: packet </a:t>
            </a:r>
            <a:r>
              <a:rPr altLang="en-US" dirty="0" lang="en-US">
                <a:ea typeface="ＭＳ Ｐゴシック" panose="020B0600070205080204" pitchFamily="34" charset="-128"/>
              </a:rPr>
              <a:t>i</a:t>
            </a:r>
            <a:r>
              <a:rPr altLang="en-US" dirty="0" sz="4400" lang="en-US">
                <a:ea typeface="ＭＳ Ｐゴシック" panose="020B0600070205080204" pitchFamily="34" charset="-128"/>
              </a:rPr>
              <a:t>nterception</a:t>
            </a:r>
            <a:endParaRPr dirty="0" sz="4400" lang="en-US"/>
          </a:p>
        </p:txBody>
      </p:sp>
      <p:sp>
        <p:nvSpPr>
          <p:cNvPr id="1054813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altLang="ja-JP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altLang="ja-JP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1827" name="Group 90"/>
          <p:cNvGrpSpPr/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2097696" name="Picture 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814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4815" name="Freeform 43"/>
          <p:cNvSpPr/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16" name="Freeform 44"/>
          <p:cNvSpPr/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17" name="Line 45"/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18" name="Line 46"/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19" name="Text Box 47"/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054820" name="Text Box 48"/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054821" name="Text Box 49"/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1828" name="Group 3"/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829" name="Group 50"/>
            <p:cNvGrpSpPr/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054822" name="Rectangle 51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/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23" name="Line 52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824" name="Line 53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825" name="Line 54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826" name="Text Box 55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/>
              <a:noFill/>
              <a:ln>
                <a:noFill/>
              </a:ln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27" name="Freeform 56"/>
            <p:cNvSpPr/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28" name="Line 57"/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/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097697" name="Picture 60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/>
          <a:noFill/>
          <a:ln>
            <a:noFill/>
          </a:ln>
        </p:spPr>
      </p:pic>
      <p:grpSp>
        <p:nvGrpSpPr>
          <p:cNvPr id="1830" name="Group 54"/>
          <p:cNvGrpSpPr/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1054829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30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31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32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33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31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4834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35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36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32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4837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38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39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40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33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4841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42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43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34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4844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45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46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47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48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49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50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51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52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53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54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55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56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835" name="Group 87"/>
          <p:cNvGrpSpPr/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2097698" name="Picture 88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857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36" name="Group 2"/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1054858" name="Rectangle 59"/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/>
            <a:noFill/>
            <a:ln>
              <a:noFill/>
            </a:ln>
          </p:spPr>
          <p:txBody>
            <a:bodyPr/>
            <a:p>
              <a:pPr algn="l" defTabSz="914400" eaLnBrk="1" fontAlgn="auto" hangingPunct="1" indent="0" latinLnBrk="0" lvl="1" marL="457200" marR="0" rtl="0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</a:pPr>
              <a:r>
                <a:rPr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algn="l" defTabSz="914400" eaLnBrk="1" fontAlgn="auto" hangingPunct="1" indent="-285750" latinLnBrk="0" lvl="1" marL="742950" marR="0" rtl="0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2097699" name="Picture 2" descr="Image result for wireshark logo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3"/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/>
            <a:noFill/>
          </p:spPr>
        </p:pic>
      </p:grpSp>
      <p:grpSp>
        <p:nvGrpSpPr>
          <p:cNvPr id="1837" name="Group 81"/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1054859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860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38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861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862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863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864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486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72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2097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12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69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Bad guys:  fake identity</a:t>
            </a:r>
            <a:endParaRPr dirty="0" sz="4400" lang="en-US"/>
          </a:p>
        </p:txBody>
      </p:sp>
      <p:sp>
        <p:nvSpPr>
          <p:cNvPr id="1054870" name="Rectangle 5"/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6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1842" name="Group 90"/>
          <p:cNvGrpSpPr/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2097700" name="Picture 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871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4872" name="Freeform 43"/>
          <p:cNvSpPr/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73" name="Freeform 44"/>
          <p:cNvSpPr/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74" name="Line 45"/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75" name="Line 46"/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/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4876" name="Text Box 47"/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054877" name="Text Box 48"/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054878" name="Text Box 49"/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097701" name="Picture 60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/>
          <a:noFill/>
          <a:ln>
            <a:noFill/>
          </a:ln>
        </p:spPr>
      </p:pic>
      <p:grpSp>
        <p:nvGrpSpPr>
          <p:cNvPr id="1843" name="Group 54"/>
          <p:cNvGrpSpPr/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1054879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80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81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82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83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44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4884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85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86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4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4887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88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89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90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846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4891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92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93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47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4894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895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054896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897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98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899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0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01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2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3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4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5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4906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848" name="Group 87"/>
          <p:cNvGrpSpPr/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2097702" name="Picture 88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07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49" name="Group 81"/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1054908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4909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0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4910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11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12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13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1" name="Group 3"/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1054914" name="Freeform 77"/>
            <p:cNvSpPr/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</p:spPr>
          <p:txBody>
            <a:bodyPr anchor="ctr"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52" name="Group 78"/>
            <p:cNvGrpSpPr/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1054915" name="Rectangle 79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/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16" name="Line 80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17" name="Line 81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18" name="Line 82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/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19" name="Text Box 83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/>
              <a:noFill/>
              <a:ln>
                <a:noFill/>
              </a:ln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altLang="en-US" baseline="0" b="0" cap="none" dirty="0" sz="16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altLang="en-US"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05492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73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dur="500" id="7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24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1856" name="Group 131"/>
          <p:cNvGrpSpPr/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2097703" name="Picture 132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25" name="Freeform 13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57" name="Group 186"/>
          <p:cNvGrpSpPr/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54926" name="Text Box 21"/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0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858" name="Group 153"/>
            <p:cNvGrpSpPr/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054927" name="Freeform 15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28" name="Rectangle 155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/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29" name="Freeform 15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30" name="Freeform 15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31" name="Rectangle 158"/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59" name="Group 15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4932" name="AutoShape 160"/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4933" name="AutoShape 161"/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54934" name="Rectangle 162"/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60" name="Group 16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4935" name="AutoShape 164"/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4936" name="AutoShape 165"/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54937" name="Rectangle 166"/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38" name="Rectangle 167"/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/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61" name="Group 16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4939" name="AutoShape 16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4940" name="AutoShape 170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54941" name="Freeform 17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62" name="Group 17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4942" name="AutoShape 173"/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54943" name="AutoShape 174"/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anchor="ctr"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054944" name="Rectangle 17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/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45" name="Freeform 17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46" name="Freeform 17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47" name="Oval 178"/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/>
              <a:solidFill>
                <a:srgbClr val="3333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48" name="Freeform 17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/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4949" name="AutoShape 180"/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50" name="AutoShape 181"/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51" name="Oval 182"/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52" name="Oval 183"/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/>
              <a:solidFill>
                <a:srgbClr val="FF0000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53" name="Oval 184"/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/>
              <a:solidFill>
                <a:srgbClr val="33CC33"/>
              </a:solidFill>
              <a:ln>
                <a:noFill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054954" name="Rectangle 185"/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/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054955" name="Rectangle 3"/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1054956" name="Rectangle 4"/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/>
          <a:noFill/>
          <a:ln>
            <a:noFill/>
          </a:ln>
        </p:spPr>
        <p:txBody>
          <a:bodyPr/>
          <a:lstStyle>
            <a:lvl1pPr indent="-457200" marL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457200" latinLnBrk="0" lvl="0" marL="457200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1054957" name="Rectangle 5"/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/>
          <a:noFill/>
          <a:ln>
            <a:noFill/>
          </a:ln>
        </p:spPr>
        <p:txBody>
          <a:bodyPr/>
          <a:lstStyle>
            <a:lvl1pPr indent="-457200" marL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457200" latinLnBrk="0" lvl="0" marL="457200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algn="l" defTabSz="914400" eaLnBrk="1" fontAlgn="auto" hangingPunct="1" indent="-457200" latinLnBrk="0" lvl="0" marL="457200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4958" name="Rectangle 6"/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/>
          <a:noFill/>
          <a:ln>
            <a:noFill/>
          </a:ln>
        </p:spPr>
        <p:txBody>
          <a:bodyPr/>
          <a:lstStyle>
            <a:lvl1pPr indent="-457200" marL="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-457200" latinLnBrk="0" lvl="0" marL="457200" marR="0" rtl="0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1863" name="Group 152"/>
          <p:cNvGrpSpPr/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1054959" name="Line 63"/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0" name="Line 64"/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1" name="Line 65"/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2" name="Line 66"/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3" name="Line 67"/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4" name="Line 68"/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5" name="Line 69"/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6" name="Line 70"/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7" name="Line 71"/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4968" name="Line 72"/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/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4" name="Group 113"/>
          <p:cNvGrpSpPr/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2097704" name="Picture 114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69" name="Freeform 11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5" name="Group 116"/>
          <p:cNvGrpSpPr/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2097705" name="Picture 11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0" name="Freeform 11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6" name="Group 119"/>
          <p:cNvGrpSpPr/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2097706" name="Picture 12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1" name="Freeform 12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7" name="Group 122"/>
          <p:cNvGrpSpPr/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2097707" name="Picture 123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2" name="Freeform 12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8" name="Group 125"/>
          <p:cNvGrpSpPr/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2097708" name="Picture 126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3" name="Freeform 12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9" name="Group 128"/>
          <p:cNvGrpSpPr/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2097709" name="Picture 12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4" name="Freeform 13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0" name="Group 134"/>
          <p:cNvGrpSpPr/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2097710" name="Picture 135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5" name="Freeform 13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1" name="Group 137"/>
          <p:cNvGrpSpPr/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2097711" name="Picture 138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6" name="Freeform 13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2" name="Group 140"/>
          <p:cNvGrpSpPr/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2097712" name="Picture 14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7" name="Freeform 14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3" name="Group 143"/>
          <p:cNvGrpSpPr/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2097713" name="Picture 144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8" name="Freeform 14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4" name="Group 146"/>
          <p:cNvGrpSpPr/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2097714" name="Picture 147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79" name="Freeform 14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5" name="Group 149"/>
          <p:cNvGrpSpPr/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2097715" name="Picture 150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4980" name="Freeform 15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76" name="Group 89"/>
          <p:cNvGrpSpPr/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2097716" name="Picture 7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17" name="Picture 54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18" name="Picture 55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19" name="Picture 56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20" name="Picture 57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21" name="Picture 58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22" name="Picture 59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23" name="Picture 60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24" name="Picture 61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/>
            <a:noFill/>
            <a:ln>
              <a:noFill/>
            </a:ln>
          </p:spPr>
        </p:pic>
        <p:pic>
          <p:nvPicPr>
            <p:cNvPr id="2097725" name="Picture 62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2"/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/>
            <a:noFill/>
            <a:ln>
              <a:noFill/>
            </a:ln>
          </p:spPr>
        </p:pic>
      </p:grpSp>
      <p:sp>
        <p:nvSpPr>
          <p:cNvPr id="105498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74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49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7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">
                      <p:stCondLst>
                        <p:cond delay="indefinite"/>
                      </p:stCondLst>
                      <p:childTnLst>
                        <p:par>
                          <p:cTn fill="hold" id="1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1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4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1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8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4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0">
                            <p:stCondLst>
                              <p:cond delay="500"/>
                            </p:stCondLst>
                            <p:childTnLst>
                              <p:par>
                                <p:cTn fill="hold" id="21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956" grpId="0" build="p" autoUpdateAnimBg="0"/>
      <p:bldP spid="1054957" grpId="0" autoUpdateAnimBg="0"/>
      <p:bldP spid="1054958" grpId="0" autoUpdateAnimBg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5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800" lang="en-US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54986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/>
        </p:spPr>
        <p:txBody>
          <a:bodyPr bIns="45720" lIns="91440" rIns="91440" rtlCol="0" tIns="45720" vert="horz">
            <a:normAutofit fontScale="92500" lnSpcReduction="100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74638" latinLnBrk="0" lvl="0" marL="404813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algn="l" defTabSz="914400" eaLnBrk="1" fontAlgn="auto" hangingPunct="1" indent="-274638" latinLnBrk="0" lvl="1" marL="7477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algn="l" defTabSz="914400" eaLnBrk="1" fontAlgn="auto" hangingPunct="1" indent="-274638" latinLnBrk="0" lvl="0" marL="404813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algn="l" defTabSz="914400" eaLnBrk="1" fontAlgn="auto" hangingPunct="1" indent="-274638" latinLnBrk="0" lvl="0" marL="404813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algn="l" defTabSz="914400" eaLnBrk="1" fontAlgn="auto" hangingPunct="1" indent="-274638" latinLnBrk="0" lvl="0" marL="404813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algn="l" defTabSz="914400" eaLnBrk="1" fontAlgn="auto" hangingPunct="1" indent="-274638" latinLnBrk="0" lvl="0" marL="404813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algn="l" defTabSz="914400" eaLnBrk="1" fontAlgn="auto" hangingPunct="1" indent="-228600" latinLnBrk="0" lvl="2" marL="1143000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algn="l" defTabSz="914400" eaLnBrk="1" fontAlgn="auto" hangingPunct="1" indent="-228600" latinLnBrk="0" lvl="2" marL="1143000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54987" name="Rectangle 59"/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/>
          <a:noFill/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10549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75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49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49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49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id="1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0"/>
                                        <p:tgtEl>
                                          <p:spTgt spid="105498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1">
                      <p:stCondLst>
                        <p:cond delay="indefinite"/>
                      </p:stCondLst>
                      <p:childTnLst>
                        <p:par>
                          <p:cTn fill="hold" id="22">
                            <p:stCondLst>
                              <p:cond delay="0"/>
                            </p:stCondLst>
                            <p:childTnLst>
                              <p:par>
                                <p:cTn fill="hold" id="2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5"/>
                                        <p:tgtEl>
                                          <p:spTgt spid="10549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6">
                      <p:stCondLst>
                        <p:cond delay="indefinite"/>
                      </p:stCondLst>
                      <p:childTnLst>
                        <p:par>
                          <p:cTn fill="hold" id="27">
                            <p:stCondLst>
                              <p:cond delay="0"/>
                            </p:stCondLst>
                            <p:childTnLst>
                              <p:par>
                                <p:cTn fill="hold" id="2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0"/>
                                        <p:tgtEl>
                                          <p:spTgt spid="105498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3"/>
                                        <p:tgtEl>
                                          <p:spTgt spid="10549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6"/>
                                        <p:tgtEl>
                                          <p:spTgt spid="105498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7">
                      <p:stCondLst>
                        <p:cond delay="indefinite"/>
                      </p:stCondLst>
                      <p:childTnLst>
                        <p:par>
                          <p:cTn fill="hold" id="38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9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1"/>
                                        <p:tgtEl>
                                          <p:spTgt spid="1054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98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cs typeface="Calibri" panose="020F0502020204030204" pitchFamily="34" charset="0"/>
              </a:rPr>
              <a:t>Chapter 1: roadmap</a:t>
            </a:r>
            <a:endParaRPr dirty="0" lang="en-US"/>
          </a:p>
        </p:txBody>
      </p:sp>
      <p:sp>
        <p:nvSpPr>
          <p:cNvPr id="1054993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76</a:t>
            </a:fld>
            <a:endParaRPr dirty="0" lang="en-US"/>
          </a:p>
        </p:txBody>
      </p:sp>
      <p:sp>
        <p:nvSpPr>
          <p:cNvPr id="1054994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indent="-285750" marL="403225">
              <a:spcBef>
                <a:spcPts val="800"/>
              </a:spcBef>
              <a:buClr>
                <a:srgbClr val="0000A8"/>
              </a:buClr>
            </a:pP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726" name="Picture 6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/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8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Protocol </a:t>
            </a:r>
            <a:r>
              <a:rPr altLang="en-US" dirty="0" lang="en-US">
                <a:ea typeface="ＭＳ Ｐゴシック" panose="020B0600070205080204" pitchFamily="34" charset="-128"/>
              </a:rPr>
              <a:t>“l</a:t>
            </a:r>
            <a:r>
              <a:rPr altLang="ja-JP" dirty="0" sz="4400" lang="en-US">
                <a:ea typeface="ＭＳ Ｐゴシック" panose="020B0600070205080204" pitchFamily="34" charset="-128"/>
              </a:rPr>
              <a:t>ayers</a:t>
            </a:r>
            <a:r>
              <a:rPr altLang="ja-JP" dirty="0" lang="en-US">
                <a:ea typeface="ＭＳ Ｐゴシック" panose="020B0600070205080204" pitchFamily="34" charset="-128"/>
              </a:rPr>
              <a:t>”</a:t>
            </a:r>
            <a:r>
              <a:rPr altLang="ja-JP" dirty="0" sz="4400" lang="en-US">
                <a:ea typeface="ＭＳ Ｐゴシック" panose="020B0600070205080204" pitchFamily="34" charset="-128"/>
              </a:rPr>
              <a:t> and reference </a:t>
            </a:r>
            <a:r>
              <a:rPr altLang="ja-JP" dirty="0" lang="en-US">
                <a:ea typeface="ＭＳ Ｐゴシック" panose="020B0600070205080204" pitchFamily="34" charset="-128"/>
              </a:rPr>
              <a:t>m</a:t>
            </a:r>
            <a:r>
              <a:rPr altLang="ja-JP" dirty="0" sz="4400" lang="en-US">
                <a:ea typeface="ＭＳ Ｐゴシック" panose="020B0600070205080204" pitchFamily="34" charset="-128"/>
              </a:rPr>
              <a:t>odels</a:t>
            </a:r>
            <a:endParaRPr altLang="en-US" dirty="0" sz="4400" lang="en-US">
              <a:ea typeface="ＭＳ Ｐゴシック" panose="020B0600070205080204" pitchFamily="34" charset="-128"/>
            </a:endParaRPr>
          </a:p>
        </p:txBody>
      </p:sp>
      <p:sp>
        <p:nvSpPr>
          <p:cNvPr id="1054999" name="Rectangle 3"/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60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algn="l" defTabSz="914400" eaLnBrk="1" fontAlgn="auto" hangingPunct="1" indent="-222250" latinLnBrk="0" lvl="0" marL="352425" marR="0" rtl="0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60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altLang="ja-JP" baseline="0" b="0" cap="none" dirty="0" sz="360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algn="l" defTabSz="914400" eaLnBrk="1" fontAlgn="auto" hangingPunct="1" indent="-222250" latinLnBrk="0" lvl="0" marL="352425" marR="0" rtl="0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ja-JP" baseline="0" b="0" cap="none" dirty="0" sz="3200" i="1" kern="1200" kumimoji="0" lang="en-US" noProof="0" normalizeH="0" spc="0" strike="noStrike" u="none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000" name="Rectangle 4"/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914400" eaLnBrk="1" fontAlgn="auto" hangingPunct="1" indent="-47625" latinLnBrk="0" lvl="0" marL="1778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altLang="en-US" baseline="0" b="0" cap="none" dirty="0" sz="2400" i="0" kern="1200" kumimoji="0" lang="en-US" noProof="0" normalizeH="0" spc="0" strike="noStrike" u="sng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indent="-223838" marL="522288"/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105500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77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7"/>
                                        <p:tgtEl>
                                          <p:spTgt spid="1055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00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05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Example: organization of air </a:t>
            </a:r>
            <a:r>
              <a:rPr altLang="en-US" dirty="0" lang="en-US">
                <a:ea typeface="ＭＳ Ｐゴシック" panose="020B0600070205080204" pitchFamily="34" charset="-128"/>
              </a:rPr>
              <a:t>t</a:t>
            </a:r>
            <a:r>
              <a:rPr altLang="en-US" dirty="0" sz="4400" lang="en-US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1055006" name="Rectangle 3"/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457200" latinLnBrk="0" lvl="0" marL="45720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</a:pPr>
            <a:r>
              <a:rPr altLang="en-US" baseline="0" b="0" cap="none" dirty="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1055007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008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055009" name="Text Box 7"/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055010" name="Freeform 8"/>
          <p:cNvSpPr/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1055011" name="Freeform 2"/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055012" name="Rectangle 3"/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/>
        </p:spPr>
        <p:txBody>
          <a:bodyPr bIns="45720" lIns="91440" rIns="91440" rtlCol="0" tIns="45720" vert="horz">
            <a:normAutofit fontScale="92500"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3146458" name="Straight Arrow Connector 4"/>
          <p:cNvCxnSpPr>
            <a:cxnSpLocks/>
          </p:cNvCxnSpPr>
          <p:nvPr/>
        </p:nvCxnSpPr>
        <p:spPr>
          <a:xfrm>
            <a:off x="1564598" y="1798817"/>
            <a:ext cx="7600013" cy="0"/>
          </a:xfrm>
          <a:prstGeom prst="straightConnector1"/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013" name="TextBox 7"/>
          <p:cNvSpPr txBox="1"/>
          <p:nvPr/>
        </p:nvSpPr>
        <p:spPr>
          <a:xfrm>
            <a:off x="2473378" y="1558977"/>
            <a:ext cx="5581913" cy="461665"/>
          </a:xfrm>
          <a:prstGeom prst="rect"/>
          <a:solidFill>
            <a:schemeClr val="bg1"/>
          </a:solidFill>
        </p:spPr>
        <p:txBody>
          <a:bodyPr rtlCol="0" wrap="none">
            <a:spAutoFit/>
          </a:bodyPr>
          <a:p>
            <a:r>
              <a:rPr dirty="0" sz="2400" i="1" lang="en-US"/>
              <a:t>end-to-end transfer of person plus baggage</a:t>
            </a:r>
          </a:p>
        </p:txBody>
      </p:sp>
      <p:grpSp>
        <p:nvGrpSpPr>
          <p:cNvPr id="1889" name="Group 20"/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097727" name="Picture 11" descr="yylgaifm[1]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/>
            <a:noFill/>
            <a:ln>
              <a:noFill/>
            </a:ln>
          </p:spPr>
        </p:pic>
        <p:sp>
          <p:nvSpPr>
            <p:cNvPr id="1055014" name="Line 12"/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15" name="Line 13"/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16" name="Line 14"/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50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78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11"/>
                                        <p:tgtEl>
                                          <p:spTgt spid="1055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1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5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8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1000" id="20"/>
                                        <p:tgtEl>
                                          <p:spTgt spid="1055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21" nodeType="with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1000" id="23"/>
                                        <p:tgtEl>
                                          <p:spTgt spid="1055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4">
                            <p:stCondLst>
                              <p:cond delay="1000"/>
                            </p:stCondLst>
                            <p:childTnLst>
                              <p:par>
                                <p:cTn fill="hold" grpId="0" id="25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1000" id="27"/>
                                        <p:tgtEl>
                                          <p:spTgt spid="1055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0" nodeType="click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1000" id="32"/>
                                        <p:tgtEl>
                                          <p:spTgt spid="1055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33" nodeType="with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1000" id="35"/>
                                        <p:tgtEl>
                                          <p:spTgt spid="1055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006" grpId="0"/>
      <p:bldP spid="1055007" grpId="0"/>
      <p:bldP spid="1055008" grpId="0"/>
      <p:bldP spid="1055009" grpId="0"/>
      <p:bldP spid="1055010" grpId="0" animBg="1"/>
      <p:bldP spid="1055011" grpId="0" animBg="1"/>
      <p:bldP spid="1055012" grpId="0" build="allAtOnce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3" name="Group 18"/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1055021" name="Rectangle 40"/>
            <p:cNvSpPr/>
            <p:nvPr/>
          </p:nvSpPr>
          <p:spPr>
            <a:xfrm>
              <a:off x="464981" y="4061418"/>
              <a:ext cx="10421481" cy="399685"/>
            </a:xfrm>
            <a:prstGeom prst="rect"/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22" name="Rectangle 39"/>
            <p:cNvSpPr/>
            <p:nvPr/>
          </p:nvSpPr>
          <p:spPr>
            <a:xfrm>
              <a:off x="475506" y="3495132"/>
              <a:ext cx="10421481" cy="399685"/>
            </a:xfrm>
            <a:prstGeom prst="rect"/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23" name="Rectangle 38"/>
            <p:cNvSpPr/>
            <p:nvPr/>
          </p:nvSpPr>
          <p:spPr>
            <a:xfrm>
              <a:off x="470508" y="2945434"/>
              <a:ext cx="10421481" cy="399685"/>
            </a:xfrm>
            <a:prstGeom prst="rect"/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24" name="Rectangle 37"/>
            <p:cNvSpPr/>
            <p:nvPr/>
          </p:nvSpPr>
          <p:spPr>
            <a:xfrm>
              <a:off x="471525" y="2357714"/>
              <a:ext cx="10421481" cy="399685"/>
            </a:xfrm>
            <a:prstGeom prst="rect"/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25" name="Rectangle 16"/>
            <p:cNvSpPr/>
            <p:nvPr/>
          </p:nvSpPr>
          <p:spPr>
            <a:xfrm>
              <a:off x="464982" y="1753061"/>
              <a:ext cx="10421481" cy="399685"/>
            </a:xfrm>
            <a:prstGeom prst="rect"/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94" name="Group 14"/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1055026" name="Rectangle 27"/>
            <p:cNvSpPr/>
            <p:nvPr/>
          </p:nvSpPr>
          <p:spPr>
            <a:xfrm>
              <a:off x="1591733" y="1788319"/>
              <a:ext cx="2794000" cy="2895601"/>
            </a:xfrm>
            <a:prstGeom prst="rect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146459" name="Straight Connector 28"/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/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60" name="Straight Connector 29"/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/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61" name="Straight Connector 30"/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/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62" name="Straight Connector 31"/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/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5027" name="Rectangle 3"/>
          <p:cNvSpPr/>
          <p:nvPr/>
        </p:nvSpPr>
        <p:spPr>
          <a:xfrm>
            <a:off x="965209" y="1935719"/>
            <a:ext cx="2794000" cy="2895601"/>
          </a:xfrm>
          <a:prstGeom prst="rect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28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Example: organization of air </a:t>
            </a:r>
            <a:r>
              <a:rPr altLang="en-US" dirty="0" lang="en-US">
                <a:ea typeface="ＭＳ Ｐゴシック" panose="020B0600070205080204" pitchFamily="34" charset="-128"/>
              </a:rPr>
              <a:t>t</a:t>
            </a:r>
            <a:r>
              <a:rPr altLang="en-US" dirty="0" sz="4400" lang="en-US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105502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algn="l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altLang="en-US"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03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algn="r" defTabSz="914400" eaLnBrk="1" fontAlgn="auto" hangingPunct="1" indent="0" latinLnBrk="0" lvl="0" marL="0" marR="0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3146463" name="Straight Connector 7"/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/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464" name="Straight Connector 19"/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/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465" name="Straight Connector 25"/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/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466" name="Straight Connector 26"/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/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031" name="Rectangle 15"/>
          <p:cNvSpPr/>
          <p:nvPr/>
        </p:nvSpPr>
        <p:spPr>
          <a:xfrm>
            <a:off x="4260623" y="4272051"/>
            <a:ext cx="2794000" cy="568791"/>
          </a:xfrm>
          <a:prstGeom prst="rect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32" name="Text Box 7"/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1895" name="Group 59"/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1055033" name="TextBox 41"/>
            <p:cNvSpPr txBox="1"/>
            <p:nvPr/>
          </p:nvSpPr>
          <p:spPr>
            <a:xfrm>
              <a:off x="4400060" y="1699760"/>
              <a:ext cx="2507418" cy="523220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1055034" name="TextBox 42"/>
            <p:cNvSpPr txBox="1"/>
            <p:nvPr/>
          </p:nvSpPr>
          <p:spPr>
            <a:xfrm>
              <a:off x="4384331" y="2292643"/>
              <a:ext cx="2542106" cy="523220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1055035" name="TextBox 43"/>
            <p:cNvSpPr txBox="1"/>
            <p:nvPr/>
          </p:nvSpPr>
          <p:spPr>
            <a:xfrm>
              <a:off x="4686266" y="2872078"/>
              <a:ext cx="1921103" cy="523220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1055036" name="TextBox 44"/>
            <p:cNvSpPr txBox="1"/>
            <p:nvPr/>
          </p:nvSpPr>
          <p:spPr>
            <a:xfrm>
              <a:off x="4485939" y="3451513"/>
              <a:ext cx="2354234" cy="523220"/>
            </a:xfrm>
            <a:prstGeom prst="rect"/>
            <a:noFill/>
          </p:spPr>
          <p:txBody>
            <a:bodyPr rtlCol="0" wrap="none">
              <a:spAutoFit/>
            </a:bodyPr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2800" i="1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1896" name="Group 58"/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1055037" name="Rectangle 50"/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/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038" name="TextBox 57"/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/>
              <a:noFill/>
            </p:spPr>
            <p:txBody>
              <a:bodyPr rtlCol="0" wrap="none">
                <a:spAutoFit/>
              </a:bodyPr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baseline="0" b="0" cap="none" dirty="0" sz="2800" i="1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1055039" name="Rectangle 40"/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algn="l" defTabSz="914400" eaLnBrk="1" fontAlgn="auto" hangingPunct="1" indent="-231775" latinLnBrk="0" lvl="1" marL="69532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04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79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7"/>
                                        <p:tgtEl>
                                          <p:spTgt spid="1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12"/>
                                        <p:tgtEl>
                                          <p:spTgt spid="1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4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Why layering?</a:t>
            </a:r>
            <a:endParaRPr dirty="0" sz="4400" lang="en-US"/>
          </a:p>
        </p:txBody>
      </p:sp>
      <p:sp>
        <p:nvSpPr>
          <p:cNvPr id="1055045" name="Rectangle 5"/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36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1055046" name="Rectangle 5"/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355600" latinLnBrk="0" lvl="0" marL="57308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altLang="ja-JP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algn="l" defTabSz="914400" eaLnBrk="1" fontAlgn="auto" hangingPunct="1" indent="-355600" latinLnBrk="0" lvl="1" marL="98266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altLang="en-US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algn="l" defTabSz="914400" eaLnBrk="1" fontAlgn="auto" hangingPunct="1" indent="-355600" latinLnBrk="0" lvl="0" marL="57308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algn="l" defTabSz="914400" eaLnBrk="1" fontAlgn="auto" hangingPunct="1" indent="-355600" latinLnBrk="0" lvl="1" marL="98266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altLang="ja-JP" baseline="0" b="0" cap="none" dirty="0" sz="2800" i="1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algn="l" defTabSz="914400" eaLnBrk="1" fontAlgn="auto" hangingPunct="1" indent="-355600" latinLnBrk="0" lvl="1" marL="98266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105504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80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7"/>
                                        <p:tgtEl>
                                          <p:spTgt spid="10550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10"/>
                                        <p:tgtEl>
                                          <p:spTgt spid="10550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15"/>
                                        <p:tgtEl>
                                          <p:spTgt spid="10550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6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18"/>
                                        <p:tgtEl>
                                          <p:spTgt spid="10550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1000" id="21"/>
                                        <p:tgtEl>
                                          <p:spTgt spid="10550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51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Layered Internet protocol </a:t>
            </a:r>
            <a:r>
              <a:rPr altLang="en-US" dirty="0" lang="en-US">
                <a:ea typeface="ＭＳ Ｐゴシック" panose="020B0600070205080204" pitchFamily="34" charset="-128"/>
              </a:rPr>
              <a:t>s</a:t>
            </a:r>
            <a:r>
              <a:rPr altLang="en-US" dirty="0" sz="4400" lang="en-US">
                <a:ea typeface="ＭＳ Ｐゴシック" panose="020B0600070205080204" pitchFamily="34" charset="-128"/>
              </a:rPr>
              <a:t>tack</a:t>
            </a:r>
            <a:endParaRPr dirty="0" sz="4400" lang="en-US"/>
          </a:p>
        </p:txBody>
      </p:sp>
      <p:sp>
        <p:nvSpPr>
          <p:cNvPr id="1055052" name="Rectangle 5"/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algn="l" defTabSz="914400" eaLnBrk="1" fontAlgn="auto" hangingPunct="1" indent="-225425" latinLnBrk="0" lvl="1" marL="682625" marR="0" rtl="0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algn="l" defTabSz="914400" eaLnBrk="1" fontAlgn="auto" hangingPunct="1" indent="-287338" latinLnBrk="0" lvl="0" marL="287338" marR="0" rtl="0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algn="l" defTabSz="914400" eaLnBrk="1" fontAlgn="auto" hangingPunct="1" indent="-225425" latinLnBrk="0" lvl="1" marL="682625" marR="0" rtl="0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algn="l" defTabSz="914400" eaLnBrk="1" fontAlgn="auto" hangingPunct="1" indent="-287338" latinLnBrk="0" lvl="0" marL="287338" marR="0" rtl="0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algn="l" defTabSz="914400" eaLnBrk="1" fontAlgn="auto" hangingPunct="1" indent="-225425" latinLnBrk="0" lvl="1" marL="682625" marR="0" rtl="0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algn="l" defTabSz="914400" eaLnBrk="1" fontAlgn="auto" hangingPunct="1" indent="-287338" latinLnBrk="0" lvl="0" marL="287338" marR="0" rtl="0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algn="l" defTabSz="914400" eaLnBrk="1" fontAlgn="auto" hangingPunct="1" indent="-225425" latinLnBrk="0" lvl="1" marL="682625" marR="0" rtl="0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algn="l" defTabSz="914400" eaLnBrk="1" fontAlgn="auto" hangingPunct="1" indent="-287338" latinLnBrk="0" lvl="0" marL="287338" marR="0" rtl="0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altLang="en-US" baseline="0" b="0" cap="none" dirty="0" sz="32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1055053" name="Rectangle 6"/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/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algn="bl" blurRad="304800" dir="18900000" dist="38100" rotWithShape="0">
              <a:prstClr val="black">
                <a:alpha val="40000"/>
              </a:prstClr>
            </a:outerShdw>
          </a:effectLst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054" name="Text Box 7"/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55055" name="Line 8"/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56" name="Line 9"/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57" name="Line 10"/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58" name="Line 11"/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20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59" name="Text Box 7"/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055060" name="Text Box 7"/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055061" name="Text Box 7"/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055062" name="Text Box 7"/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1903" name="Group 3"/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1055063" name="Rectangle 2"/>
            <p:cNvSpPr/>
            <p:nvPr/>
          </p:nvSpPr>
          <p:spPr>
            <a:xfrm>
              <a:off x="8980714" y="751114"/>
              <a:ext cx="1877786" cy="734786"/>
            </a:xfrm>
            <a:prstGeom prst="rect"/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55064" name="Text Box 7"/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1904" name="Group 19"/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1055065" name="Rectangle 20"/>
            <p:cNvSpPr/>
            <p:nvPr/>
          </p:nvSpPr>
          <p:spPr>
            <a:xfrm>
              <a:off x="8993850" y="766270"/>
              <a:ext cx="1861418" cy="688224"/>
            </a:xfrm>
            <a:prstGeom prst="rect"/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55066" name="Text Box 7"/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1905" name="Group 22"/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1055067" name="Rectangle 23"/>
            <p:cNvSpPr/>
            <p:nvPr/>
          </p:nvSpPr>
          <p:spPr>
            <a:xfrm>
              <a:off x="8993850" y="766270"/>
              <a:ext cx="1861418" cy="677992"/>
            </a:xfrm>
            <a:prstGeom prst="rect"/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55068" name="Text Box 7"/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1906" name="Group 25"/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1055069" name="Rectangle 26"/>
            <p:cNvSpPr/>
            <p:nvPr/>
          </p:nvSpPr>
          <p:spPr>
            <a:xfrm>
              <a:off x="8993850" y="766270"/>
              <a:ext cx="1861418" cy="677992"/>
            </a:xfrm>
            <a:prstGeom prst="rect"/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55070" name="Text Box 7"/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1907" name="Group 28"/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1055071" name="Rectangle 29"/>
            <p:cNvSpPr/>
            <p:nvPr/>
          </p:nvSpPr>
          <p:spPr>
            <a:xfrm>
              <a:off x="8993850" y="784041"/>
              <a:ext cx="1861418" cy="639758"/>
            </a:xfrm>
            <a:prstGeom prst="rect"/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sp>
          <p:nvSpPr>
            <p:cNvPr id="1055072" name="Text Box 7"/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800" i="0" kern="1200" kumimoji="0" lang="en-US" noProof="0" normalizeH="0" spc="0" strike="noStrike" u="none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105507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81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0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50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3"/>
                                        <p:tgtEl>
                                          <p:spTgt spid="1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4">
                      <p:stCondLst>
                        <p:cond delay="indefinite"/>
                      </p:stCondLst>
                      <p:childTnLst>
                        <p:par>
                          <p:cTn fill="hold" id="15">
                            <p:stCondLst>
                              <p:cond delay="0"/>
                            </p:stCondLst>
                            <p:childTnLst>
                              <p:par>
                                <p:cTn fill="hold" id="16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8"/>
                                        <p:tgtEl>
                                          <p:spTgt spid="10550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1"/>
                                        <p:tgtEl>
                                          <p:spTgt spid="10550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2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23"/>
                                        <p:tgtEl>
                                          <p:spTgt spid="19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25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id="3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0550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5"/>
                                        <p:tgtEl>
                                          <p:spTgt spid="10550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6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37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39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1"/>
                                        <p:tgtEl>
                                          <p:spTgt spid="1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2">
                      <p:stCondLst>
                        <p:cond delay="indefinite"/>
                      </p:stCondLst>
                      <p:childTnLst>
                        <p:par>
                          <p:cTn fill="hold" id="43">
                            <p:stCondLst>
                              <p:cond delay="0"/>
                            </p:stCondLst>
                            <p:childTnLst>
                              <p:par>
                                <p:cTn fill="hold" id="4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6"/>
                                        <p:tgtEl>
                                          <p:spTgt spid="10550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4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9"/>
                                        <p:tgtEl>
                                          <p:spTgt spid="10550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50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51"/>
                                        <p:tgtEl>
                                          <p:spTgt spid="19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52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5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55"/>
                                        <p:tgtEl>
                                          <p:spTgt spid="1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6">
                      <p:stCondLst>
                        <p:cond delay="indefinite"/>
                      </p:stCondLst>
                      <p:childTnLst>
                        <p:par>
                          <p:cTn fill="hold" id="57">
                            <p:stCondLst>
                              <p:cond delay="0"/>
                            </p:stCondLst>
                            <p:childTnLst>
                              <p:par>
                                <p:cTn fill="hold" id="5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0"/>
                                        <p:tgtEl>
                                          <p:spTgt spid="10550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61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62"/>
                                        <p:tgtEl>
                                          <p:spTgt spid="19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63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6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66"/>
                                        <p:tgtEl>
                                          <p:spTgt spid="1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77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078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Services, Layering and Encapsulation</a:t>
            </a:r>
            <a:endParaRPr dirty="0" sz="4400" lang="en-US"/>
          </a:p>
        </p:txBody>
      </p:sp>
      <p:sp>
        <p:nvSpPr>
          <p:cNvPr id="1055079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055080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11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097728" name="Picture 1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081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5082" name="TextBox 143"/>
          <p:cNvSpPr txBox="1"/>
          <p:nvPr/>
        </p:nvSpPr>
        <p:spPr>
          <a:xfrm>
            <a:off x="3462727" y="3394795"/>
            <a:ext cx="5831174" cy="2086725"/>
          </a:xfrm>
          <a:prstGeom prst="rect"/>
          <a:noFill/>
        </p:spPr>
        <p:txBody>
          <a:bodyPr rtlCol="0" wrap="square">
            <a:spAutoFit/>
          </a:bodyPr>
          <a:p>
            <a:pPr indent="-295275" marL="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dirty="0" sz="2400" lang="en-US"/>
              <a:t>transport-layer protocol </a:t>
            </a:r>
            <a:r>
              <a:rPr dirty="0" sz="2400" lang="en-US">
                <a:solidFill>
                  <a:srgbClr val="0000A3"/>
                </a:solidFill>
              </a:rPr>
              <a:t>encapsulates</a:t>
            </a:r>
            <a:r>
              <a:rPr dirty="0" sz="2400" lang="en-US"/>
              <a:t> application-layer message, M, with </a:t>
            </a:r>
            <a:r>
              <a:rPr dirty="0" sz="2400" i="1" lang="en-US"/>
              <a:t>transport</a:t>
            </a:r>
            <a:r>
              <a:rPr dirty="0" sz="2400" lang="en-US"/>
              <a:t> layer-layer header H</a:t>
            </a:r>
            <a:r>
              <a:rPr baseline="-25000" dirty="0" sz="2400" lang="en-US"/>
              <a:t>t </a:t>
            </a:r>
            <a:r>
              <a:rPr dirty="0" sz="2400" lang="en-US"/>
              <a:t>to create a transport-layer </a:t>
            </a:r>
            <a:r>
              <a:rPr dirty="0" sz="2400" lang="en-US">
                <a:solidFill>
                  <a:srgbClr val="C00000"/>
                </a:solidFill>
              </a:rPr>
              <a:t>segment</a:t>
            </a:r>
            <a:endParaRPr baseline="-25000" dirty="0" sz="2400" lang="en-US">
              <a:solidFill>
                <a:srgbClr val="C00000"/>
              </a:solidFill>
            </a:endParaRPr>
          </a:p>
          <a:p>
            <a:pPr indent="-231775" lvl="1" marL="5746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dirty="0" sz="2400" lang="en-US"/>
              <a:t>H</a:t>
            </a:r>
            <a:r>
              <a:rPr baseline="-25000" dirty="0" sz="2400" lang="en-US"/>
              <a:t>t </a:t>
            </a:r>
            <a:r>
              <a:rPr dirty="0" sz="2400" lang="en-US"/>
              <a:t> used by transport layer protocol to implement its service</a:t>
            </a:r>
            <a:endParaRPr baseline="-25000" dirty="0" sz="2400" lang="en-US"/>
          </a:p>
        </p:txBody>
      </p:sp>
      <p:grpSp>
        <p:nvGrpSpPr>
          <p:cNvPr id="19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055083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084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467" name="Straight Connector 116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68" name="Straight Connector 147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69" name="Straight Connector 148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70" name="Straight Connector 149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3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055085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86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087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88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089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14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5090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091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092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1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5093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094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09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09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16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5097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098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09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17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5100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01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102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03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04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05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06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07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08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09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10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11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12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055113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dirty="0" sz="2400" i="1" lang="en-US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altLang="en-US" baseline="0" b="0" cap="none" dirty="0" sz="2400" i="1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918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10551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471" name="Straight Connector 215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72" name="Straight Connector 216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73" name="Straight Connector 217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74" name="Straight Connector 218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9" name="Group 76"/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3146475" name="Straight Arrow Connector 77"/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/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5116" name="TextBox 78"/>
            <p:cNvSpPr txBox="1"/>
            <p:nvPr/>
          </p:nvSpPr>
          <p:spPr>
            <a:xfrm>
              <a:off x="3359490" y="2717590"/>
              <a:ext cx="5620868" cy="565283"/>
            </a:xfrm>
            <a:prstGeom prst="rect"/>
            <a:noFill/>
          </p:spPr>
          <p:txBody>
            <a:bodyPr rtlCol="0" wrap="square">
              <a:spAutoFit/>
            </a:bodyPr>
            <a:p>
              <a:pPr algn="ctr">
                <a:lnSpc>
                  <a:spcPct val="85000"/>
                </a:lnSpc>
              </a:pPr>
              <a:r>
                <a:rPr dirty="0" lang="en-US">
                  <a:solidFill>
                    <a:srgbClr val="C00000"/>
                  </a:solidFill>
                </a:rPr>
                <a:t>Transport-layer </a:t>
              </a:r>
              <a:r>
                <a:rPr dirty="0" lang="en-US"/>
                <a:t>protocol transfers M (e.g., reliably) from one </a:t>
              </a:r>
              <a:r>
                <a:rPr dirty="0" i="1" lang="en-US"/>
                <a:t>process</a:t>
              </a:r>
              <a:r>
                <a:rPr dirty="0" lang="en-US"/>
                <a:t> to another, using services of network layer</a:t>
              </a:r>
            </a:p>
          </p:txBody>
        </p:sp>
        <p:sp>
          <p:nvSpPr>
            <p:cNvPr id="1055117" name="Rectangle 79"/>
            <p:cNvSpPr/>
            <p:nvPr/>
          </p:nvSpPr>
          <p:spPr>
            <a:xfrm>
              <a:off x="5584583" y="2368401"/>
              <a:ext cx="971760" cy="389744"/>
            </a:xfrm>
            <a:prstGeom prst="rect"/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grpSp>
          <p:nvGrpSpPr>
            <p:cNvPr id="1920" name="Group 185"/>
            <p:cNvGrpSpPr/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1921" name="Group 179"/>
              <p:cNvGrpSpPr/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055118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119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altLang="en-US" baseline="-2500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922" name="Group 182"/>
              <p:cNvGrpSpPr/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055120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121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1055122" name="TextBox 88"/>
          <p:cNvSpPr txBox="1"/>
          <p:nvPr/>
        </p:nvSpPr>
        <p:spPr>
          <a:xfrm>
            <a:off x="3375461" y="1789390"/>
            <a:ext cx="5618811" cy="565283"/>
          </a:xfrm>
          <a:prstGeom prst="rect"/>
          <a:noFill/>
        </p:spPr>
        <p:txBody>
          <a:bodyPr rtlCol="0" wrap="square">
            <a:spAutoFit/>
          </a:bodyPr>
          <a:p>
            <a:pPr algn="ctr">
              <a:lnSpc>
                <a:spcPct val="85000"/>
              </a:lnSpc>
            </a:pPr>
            <a:r>
              <a:rPr dirty="0" lang="en-US">
                <a:solidFill>
                  <a:srgbClr val="C00000"/>
                </a:solidFill>
              </a:rPr>
              <a:t>Application </a:t>
            </a:r>
            <a:r>
              <a:rPr dirty="0" lang="en-US"/>
              <a:t>exchanges </a:t>
            </a:r>
            <a:r>
              <a:rPr dirty="0" lang="en-US">
                <a:solidFill>
                  <a:srgbClr val="C00000"/>
                </a:solidFill>
              </a:rPr>
              <a:t>messages</a:t>
            </a:r>
            <a:r>
              <a:rPr dirty="0" lang="en-US"/>
              <a:t> to implement some application service using </a:t>
            </a:r>
            <a:r>
              <a:rPr dirty="0" i="1" lang="en-US"/>
              <a:t>services</a:t>
            </a:r>
            <a:r>
              <a:rPr dirty="0" lang="en-US"/>
              <a:t> of transport layer</a:t>
            </a:r>
          </a:p>
        </p:txBody>
      </p:sp>
      <p:grpSp>
        <p:nvGrpSpPr>
          <p:cNvPr id="1923" name="Group 89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3146476" name="Straight Arrow Connector 90"/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/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5123" name="Rectangle 91"/>
            <p:cNvSpPr/>
            <p:nvPr/>
          </p:nvSpPr>
          <p:spPr>
            <a:xfrm>
              <a:off x="5878639" y="1798823"/>
              <a:ext cx="674558" cy="389744"/>
            </a:xfrm>
            <a:prstGeom prst="rect"/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grpSp>
          <p:nvGrpSpPr>
            <p:cNvPr id="1924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1055124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25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055126" name="TextBox 2"/>
          <p:cNvSpPr txBox="1"/>
          <p:nvPr/>
        </p:nvSpPr>
        <p:spPr>
          <a:xfrm>
            <a:off x="6982691" y="-781396"/>
            <a:ext cx="45719" cy="369332"/>
          </a:xfrm>
          <a:prstGeom prst="rect"/>
          <a:noFill/>
        </p:spPr>
        <p:txBody>
          <a:bodyPr rtlCol="0" wrap="square">
            <a:spAutoFit/>
          </a:bodyPr>
          <a:p>
            <a:endParaRPr dirty="0" lang="en-US"/>
          </a:p>
        </p:txBody>
      </p:sp>
      <p:sp>
        <p:nvSpPr>
          <p:cNvPr id="105512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82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05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1" id="16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17"/>
                                        <p:tgtEl>
                                          <p:spTgt spid="1055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9">
                      <p:stCondLst>
                        <p:cond delay="indefinite"/>
                      </p:stCondLst>
                      <p:childTnLst>
                        <p:par>
                          <p:cTn fill="hold" id="20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1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055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082" grpId="0"/>
      <p:bldP spid="1055122" grpId="0"/>
      <p:bldP spid="1055122" grpId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31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13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Services, Layering and Encapsulation</a:t>
            </a:r>
            <a:endParaRPr dirty="0" sz="4400" lang="en-US"/>
          </a:p>
        </p:txBody>
      </p:sp>
      <p:sp>
        <p:nvSpPr>
          <p:cNvPr id="105513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05513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28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097729" name="Picture 1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135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3146477" name="Straight Arrow Connector 126"/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/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136" name="TextBox 127"/>
          <p:cNvSpPr txBox="1"/>
          <p:nvPr/>
        </p:nvSpPr>
        <p:spPr>
          <a:xfrm>
            <a:off x="3359490" y="2717590"/>
            <a:ext cx="5620868" cy="565283"/>
          </a:xfrm>
          <a:prstGeom prst="rect"/>
          <a:noFill/>
        </p:spPr>
        <p:txBody>
          <a:bodyPr rtlCol="0" wrap="square">
            <a:spAutoFit/>
          </a:bodyPr>
          <a:p>
            <a:pPr algn="ctr">
              <a:lnSpc>
                <a:spcPct val="85000"/>
              </a:lnSpc>
            </a:pPr>
            <a:r>
              <a:rPr dirty="0" lang="en-US">
                <a:solidFill>
                  <a:srgbClr val="C00000"/>
                </a:solidFill>
              </a:rPr>
              <a:t>Transport-layer </a:t>
            </a:r>
            <a:r>
              <a:rPr dirty="0" lang="en-US"/>
              <a:t>protocol transfers M (e.g., reliably) from one </a:t>
            </a:r>
            <a:r>
              <a:rPr dirty="0" i="1" lang="en-US"/>
              <a:t>process</a:t>
            </a:r>
            <a:r>
              <a:rPr dirty="0" lang="en-US"/>
              <a:t> to another, using services of network layer</a:t>
            </a:r>
          </a:p>
        </p:txBody>
      </p:sp>
      <p:sp>
        <p:nvSpPr>
          <p:cNvPr id="1055137" name="Rectangle 142"/>
          <p:cNvSpPr/>
          <p:nvPr/>
        </p:nvSpPr>
        <p:spPr>
          <a:xfrm>
            <a:off x="5584583" y="2368401"/>
            <a:ext cx="971760" cy="389744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grpSp>
        <p:nvGrpSpPr>
          <p:cNvPr id="1929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930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055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931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055140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41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055142" name="TextBox 143"/>
          <p:cNvSpPr txBox="1"/>
          <p:nvPr/>
        </p:nvSpPr>
        <p:spPr>
          <a:xfrm>
            <a:off x="3462727" y="4339175"/>
            <a:ext cx="5831174" cy="2086725"/>
          </a:xfrm>
          <a:prstGeom prst="rect"/>
          <a:noFill/>
        </p:spPr>
        <p:txBody>
          <a:bodyPr rtlCol="0" wrap="square">
            <a:spAutoFit/>
          </a:bodyPr>
          <a:p>
            <a:pPr indent="-295275" marL="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dirty="0" sz="2400" lang="en-US"/>
              <a:t>network-layer protocol </a:t>
            </a:r>
            <a:r>
              <a:rPr dirty="0" sz="2400" lang="en-US">
                <a:solidFill>
                  <a:srgbClr val="0000A3"/>
                </a:solidFill>
              </a:rPr>
              <a:t>encapsulates</a:t>
            </a:r>
            <a:r>
              <a:rPr dirty="0" sz="2400" lang="en-US"/>
              <a:t> transport-layer segment</a:t>
            </a:r>
            <a:r>
              <a:rPr dirty="0" sz="2000" lang="en-US"/>
              <a:t>  [H</a:t>
            </a:r>
            <a:r>
              <a:rPr baseline="-25000" dirty="0" sz="2000" lang="en-US"/>
              <a:t>t</a:t>
            </a:r>
            <a:r>
              <a:rPr dirty="0" sz="2000" lang="en-US"/>
              <a:t> | M] </a:t>
            </a:r>
            <a:r>
              <a:rPr dirty="0" sz="2400" lang="en-US"/>
              <a:t>with network layer-layer header H</a:t>
            </a:r>
            <a:r>
              <a:rPr baseline="-25000" dirty="0" sz="2400" lang="en-US"/>
              <a:t>n </a:t>
            </a:r>
            <a:r>
              <a:rPr dirty="0" sz="2400" lang="en-US"/>
              <a:t> to create a network-layer </a:t>
            </a:r>
            <a:r>
              <a:rPr dirty="0" sz="2400" lang="en-US">
                <a:solidFill>
                  <a:srgbClr val="C00000"/>
                </a:solidFill>
              </a:rPr>
              <a:t>datagram </a:t>
            </a:r>
          </a:p>
          <a:p>
            <a:pPr indent="-231775" lvl="1" marL="5746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dirty="0" sz="2400" lang="en-US"/>
              <a:t>H</a:t>
            </a:r>
            <a:r>
              <a:rPr baseline="-25000" dirty="0" sz="2400" lang="en-US"/>
              <a:t>n </a:t>
            </a:r>
            <a:r>
              <a:rPr dirty="0" sz="2400" lang="en-US"/>
              <a:t> used by network layer protocol to implement its service</a:t>
            </a:r>
            <a:endParaRPr baseline="-25000" dirty="0" sz="2400" lang="en-US"/>
          </a:p>
        </p:txBody>
      </p:sp>
      <p:grpSp>
        <p:nvGrpSpPr>
          <p:cNvPr id="193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055143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44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478" name="Straight Connector 116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79" name="Straight Connector 147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80" name="Straight Connector 148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81" name="Straight Connector 149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33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055145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46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47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48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49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34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5150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51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152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3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5153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54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15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5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36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5157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58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15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37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5160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61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162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63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64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65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66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167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68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69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70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71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72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055173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dirty="0" sz="2400" i="1" lang="en-US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altLang="en-US" baseline="0" b="0" cap="none" dirty="0" sz="2400" i="1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938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3146482" name="Straight Arrow Connector 7"/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/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5174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/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grpSp>
          <p:nvGrpSpPr>
            <p:cNvPr id="1939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1055175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76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1940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1055177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178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483" name="Straight Connector 215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84" name="Straight Connector 216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85" name="Straight Connector 217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86" name="Straight Connector 218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41" name="Group 2"/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3146487" name="Straight Arrow Connector 77"/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/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5179" name="Rectangle 79"/>
            <p:cNvSpPr/>
            <p:nvPr/>
          </p:nvSpPr>
          <p:spPr>
            <a:xfrm>
              <a:off x="5356172" y="3319499"/>
              <a:ext cx="1210365" cy="389744"/>
            </a:xfrm>
            <a:prstGeom prst="rect"/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grpSp>
          <p:nvGrpSpPr>
            <p:cNvPr id="1942" name="Group 5"/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1943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055180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18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055182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055183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3146488" name="Straight Connector 3"/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489" name="Straight Connector 90"/>
              <p:cNvCxnSpPr>
                <a:cxnSpLocks/>
              </p:cNvCxnSpPr>
              <p:nvPr/>
            </p:nvCxnSpPr>
            <p:spPr>
              <a:xfrm>
                <a:off x="5796378" y="3320433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5184" name="TextBox 78"/>
            <p:cNvSpPr txBox="1"/>
            <p:nvPr/>
          </p:nvSpPr>
          <p:spPr>
            <a:xfrm>
              <a:off x="3359490" y="3649479"/>
              <a:ext cx="5734634" cy="565283"/>
            </a:xfrm>
            <a:prstGeom prst="rect"/>
            <a:noFill/>
          </p:spPr>
          <p:txBody>
            <a:bodyPr rtlCol="0" wrap="square">
              <a:spAutoFit/>
            </a:bodyPr>
            <a:p>
              <a:pPr algn="ctr">
                <a:lnSpc>
                  <a:spcPct val="85000"/>
                </a:lnSpc>
              </a:pPr>
              <a:r>
                <a:rPr dirty="0" lang="en-US">
                  <a:solidFill>
                    <a:srgbClr val="C00000"/>
                  </a:solidFill>
                </a:rPr>
                <a:t>Network-layer </a:t>
              </a:r>
              <a:r>
                <a:rPr dirty="0" lang="en-US"/>
                <a:t>protocol transfers transport-layer segment [H</a:t>
              </a:r>
              <a:r>
                <a:rPr baseline="-25000" dirty="0" lang="en-US"/>
                <a:t>t</a:t>
              </a:r>
              <a:r>
                <a:rPr dirty="0" lang="en-US"/>
                <a:t> | M] from one </a:t>
              </a:r>
              <a:r>
                <a:rPr dirty="0" i="1" lang="en-US"/>
                <a:t>host</a:t>
              </a:r>
              <a:r>
                <a:rPr dirty="0" lang="en-US"/>
                <a:t> to another, using link layer services</a:t>
              </a:r>
            </a:p>
          </p:txBody>
        </p:sp>
      </p:grpSp>
      <p:sp>
        <p:nvSpPr>
          <p:cNvPr id="105518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83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6"/>
                                        <p:tgtEl>
                                          <p:spTgt spid="1055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7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0"/>
                                        <p:tgtEl>
                                          <p:spTgt spid="1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1">
                      <p:stCondLst>
                        <p:cond delay="indefinite"/>
                      </p:stCondLst>
                      <p:childTnLst>
                        <p:par>
                          <p:cTn fill="hold" id="12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5"/>
                                        <p:tgtEl>
                                          <p:spTgt spid="1055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36" grpId="0"/>
      <p:bldP spid="1055142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9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190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Services, Layering and Encapsulation</a:t>
            </a:r>
            <a:endParaRPr dirty="0" sz="4400" lang="en-US"/>
          </a:p>
        </p:txBody>
      </p:sp>
      <p:sp>
        <p:nvSpPr>
          <p:cNvPr id="1055191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055192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47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097730" name="Picture 1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193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3146490" name="Straight Arrow Connector 126"/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/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194" name="Rectangle 142"/>
          <p:cNvSpPr/>
          <p:nvPr/>
        </p:nvSpPr>
        <p:spPr>
          <a:xfrm>
            <a:off x="5584583" y="2368401"/>
            <a:ext cx="971760" cy="389744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grpSp>
        <p:nvGrpSpPr>
          <p:cNvPr id="1948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949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055195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96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950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055197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198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055199" name="TextBox 143"/>
          <p:cNvSpPr txBox="1"/>
          <p:nvPr/>
        </p:nvSpPr>
        <p:spPr>
          <a:xfrm>
            <a:off x="3371603" y="5096823"/>
            <a:ext cx="5831174" cy="1089529"/>
          </a:xfrm>
          <a:prstGeom prst="rect"/>
          <a:noFill/>
        </p:spPr>
        <p:txBody>
          <a:bodyPr rtlCol="0" wrap="square">
            <a:spAutoFit/>
          </a:bodyPr>
          <a:p>
            <a:pPr indent="-295275" marL="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dirty="0" sz="2400" lang="en-US"/>
              <a:t>link-layer protocol </a:t>
            </a:r>
            <a:r>
              <a:rPr dirty="0" sz="2400" lang="en-US">
                <a:solidFill>
                  <a:srgbClr val="0000A3"/>
                </a:solidFill>
              </a:rPr>
              <a:t>encapsulates</a:t>
            </a:r>
            <a:r>
              <a:rPr dirty="0" sz="2400" lang="en-US"/>
              <a:t> network datagram </a:t>
            </a:r>
            <a:r>
              <a:rPr dirty="0" sz="2000" lang="en-US"/>
              <a:t>[H</a:t>
            </a:r>
            <a:r>
              <a:rPr baseline="-25000" dirty="0" sz="2000" lang="en-US"/>
              <a:t>n</a:t>
            </a:r>
            <a:r>
              <a:rPr dirty="0" sz="2000" lang="en-US"/>
              <a:t>| [H</a:t>
            </a:r>
            <a:r>
              <a:rPr baseline="-25000" dirty="0" sz="2000" lang="en-US"/>
              <a:t>t</a:t>
            </a:r>
            <a:r>
              <a:rPr dirty="0" sz="2000" lang="en-US"/>
              <a:t> |M], </a:t>
            </a:r>
            <a:r>
              <a:rPr dirty="0" sz="2400" lang="en-US"/>
              <a:t>with link-layer header H</a:t>
            </a:r>
            <a:r>
              <a:rPr baseline="-25000" dirty="0" sz="2400" lang="en-US"/>
              <a:t>l </a:t>
            </a:r>
            <a:r>
              <a:rPr dirty="0" sz="2400" lang="en-US"/>
              <a:t> to create a link-layer </a:t>
            </a:r>
            <a:r>
              <a:rPr dirty="0" sz="2400" lang="en-US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1951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055200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01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491" name="Straight Connector 116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92" name="Straight Connector 147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93" name="Straight Connector 148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94" name="Straight Connector 149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52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055202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03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04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05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06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5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520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0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09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5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5210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11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12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13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55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521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1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16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56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5217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18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19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0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21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22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3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24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5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6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7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8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29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055230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dirty="0" sz="2400" i="1" lang="en-US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altLang="en-US" baseline="0" b="0" cap="none" dirty="0" sz="2400" i="1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95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3146495" name="Straight Arrow Connector 7"/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/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5231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/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/>
              <a:endParaRPr dirty="0" lang="en-US"/>
            </a:p>
          </p:txBody>
        </p:sp>
        <p:grpSp>
          <p:nvGrpSpPr>
            <p:cNvPr id="1958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1055232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33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1959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105523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3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496" name="Straight Connector 215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97" name="Straight Connector 216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98" name="Straight Connector 217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499" name="Straight Connector 218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46500" name="Straight Arrow Connector 77"/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/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236" name="Rectangle 79"/>
          <p:cNvSpPr/>
          <p:nvPr/>
        </p:nvSpPr>
        <p:spPr>
          <a:xfrm>
            <a:off x="5356172" y="3319499"/>
            <a:ext cx="1210365" cy="389744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grpSp>
        <p:nvGrpSpPr>
          <p:cNvPr id="1960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1961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055237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38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55239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240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3146501" name="Straight Connector 3"/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02" name="Straight Connector 90"/>
            <p:cNvCxnSpPr>
              <a:cxnSpLocks/>
            </p:cNvCxnSpPr>
            <p:nvPr/>
          </p:nvCxnSpPr>
          <p:spPr>
            <a:xfrm>
              <a:off x="5796378" y="3320433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5241" name="TextBox 101"/>
          <p:cNvSpPr txBox="1"/>
          <p:nvPr/>
        </p:nvSpPr>
        <p:spPr>
          <a:xfrm>
            <a:off x="3374573" y="4483522"/>
            <a:ext cx="5620868" cy="565283"/>
          </a:xfrm>
          <a:prstGeom prst="rect"/>
          <a:noFill/>
        </p:spPr>
        <p:txBody>
          <a:bodyPr rtlCol="0" wrap="square">
            <a:spAutoFit/>
          </a:bodyPr>
          <a:p>
            <a:pPr algn="ctr">
              <a:lnSpc>
                <a:spcPct val="85000"/>
              </a:lnSpc>
            </a:pPr>
            <a:r>
              <a:rPr dirty="0" lang="en-US">
                <a:solidFill>
                  <a:srgbClr val="C00000"/>
                </a:solidFill>
              </a:rPr>
              <a:t>Link-layer </a:t>
            </a:r>
            <a:r>
              <a:rPr dirty="0" lang="en-US"/>
              <a:t>protocol transfers datagram [H</a:t>
            </a:r>
            <a:r>
              <a:rPr baseline="-25000" dirty="0" lang="en-US"/>
              <a:t>n</a:t>
            </a:r>
            <a:r>
              <a:rPr dirty="0" lang="en-US"/>
              <a:t>| [H</a:t>
            </a:r>
            <a:r>
              <a:rPr baseline="-25000" dirty="0" lang="en-US"/>
              <a:t>t</a:t>
            </a:r>
            <a:r>
              <a:rPr dirty="0" lang="en-US"/>
              <a:t> |M] from </a:t>
            </a:r>
            <a:r>
              <a:rPr dirty="0" i="1" lang="en-US"/>
              <a:t>host </a:t>
            </a:r>
            <a:r>
              <a:rPr dirty="0" lang="en-US"/>
              <a:t>to neighboring host, using network-layer services</a:t>
            </a:r>
          </a:p>
        </p:txBody>
      </p:sp>
      <p:grpSp>
        <p:nvGrpSpPr>
          <p:cNvPr id="1962" name="Group 6"/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3146503" name="Straight Arrow Connector 85"/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/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3" name="Group 4"/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1055242" name="Rectangle 88"/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/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1964" name="Group 182"/>
              <p:cNvGrpSpPr/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55243" name="Rectangle 183"/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244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055245" name="Rectangle 181"/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055246" name="Rectangle 181"/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3146504" name="Straight Connector 94"/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505" name="Straight Connector 98"/>
              <p:cNvCxnSpPr>
                <a:cxnSpLocks/>
              </p:cNvCxnSpPr>
              <p:nvPr/>
            </p:nvCxnSpPr>
            <p:spPr>
              <a:xfrm>
                <a:off x="5720650" y="4310309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5247" name="Rectangle 181"/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3146506" name="Straight Connector 103"/>
              <p:cNvCxnSpPr>
                <a:cxnSpLocks/>
              </p:cNvCxnSpPr>
              <p:nvPr/>
            </p:nvCxnSpPr>
            <p:spPr>
              <a:xfrm>
                <a:off x="5418102" y="4309558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146507" name="Straight Arrow Connector 105"/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/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248" name="Rectangle 106"/>
          <p:cNvSpPr/>
          <p:nvPr/>
        </p:nvSpPr>
        <p:spPr>
          <a:xfrm>
            <a:off x="5738557" y="-1302377"/>
            <a:ext cx="1210365" cy="389744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grpSp>
        <p:nvGrpSpPr>
          <p:cNvPr id="1965" name="Group 107"/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966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055249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50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55251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252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3146508" name="Straight Connector 113"/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09" name="Straight Connector 114"/>
            <p:cNvCxnSpPr>
              <a:cxnSpLocks/>
            </p:cNvCxnSpPr>
            <p:nvPr/>
          </p:nvCxnSpPr>
          <p:spPr>
            <a:xfrm>
              <a:off x="5796378" y="3320433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5253" name="TextBox 118"/>
          <p:cNvSpPr txBox="1"/>
          <p:nvPr/>
        </p:nvSpPr>
        <p:spPr>
          <a:xfrm>
            <a:off x="3359490" y="3649479"/>
            <a:ext cx="5734634" cy="565283"/>
          </a:xfrm>
          <a:prstGeom prst="rect"/>
          <a:noFill/>
        </p:spPr>
        <p:txBody>
          <a:bodyPr rtlCol="0" wrap="square">
            <a:spAutoFit/>
          </a:bodyPr>
          <a:p>
            <a:pPr algn="ctr">
              <a:lnSpc>
                <a:spcPct val="85000"/>
              </a:lnSpc>
            </a:pPr>
            <a:r>
              <a:rPr dirty="0" lang="en-US">
                <a:solidFill>
                  <a:srgbClr val="C00000"/>
                </a:solidFill>
              </a:rPr>
              <a:t>Network-layer </a:t>
            </a:r>
            <a:r>
              <a:rPr dirty="0" lang="en-US"/>
              <a:t>protocol transfers transport-layer segment [H</a:t>
            </a:r>
            <a:r>
              <a:rPr baseline="-25000" dirty="0" lang="en-US"/>
              <a:t>t</a:t>
            </a:r>
            <a:r>
              <a:rPr dirty="0" lang="en-US"/>
              <a:t> | M] from one </a:t>
            </a:r>
            <a:r>
              <a:rPr dirty="0" i="1" lang="en-US"/>
              <a:t>host</a:t>
            </a:r>
            <a:r>
              <a:rPr dirty="0" lang="en-US"/>
              <a:t> to another, using link layer services</a:t>
            </a:r>
          </a:p>
        </p:txBody>
      </p:sp>
      <p:sp>
        <p:nvSpPr>
          <p:cNvPr id="105525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84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6"/>
                                        <p:tgtEl>
                                          <p:spTgt spid="1055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7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">
                            <p:stCondLst>
                              <p:cond delay="500"/>
                            </p:stCondLst>
                            <p:childTnLst>
                              <p:par>
                                <p:cTn fill="hold" id="9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1"/>
                                        <p:tgtEl>
                                          <p:spTgt spid="1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2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4"/>
                                        <p:tgtEl>
                                          <p:spTgt spid="1055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5">
                      <p:stCondLst>
                        <p:cond delay="indefinite"/>
                      </p:stCondLst>
                      <p:childTnLst>
                        <p:par>
                          <p:cTn fill="hold" id="16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7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9"/>
                                        <p:tgtEl>
                                          <p:spTgt spid="1055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99" grpId="0"/>
      <p:bldP spid="1055241" grpId="0"/>
      <p:bldP spid="105525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8" name="Freeform 8"/>
          <p:cNvSpPr/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1055259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260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Services, Layering and Encapsulation</a:t>
            </a:r>
            <a:endParaRPr dirty="0" sz="4400" lang="en-US"/>
          </a:p>
        </p:txBody>
      </p:sp>
      <p:sp>
        <p:nvSpPr>
          <p:cNvPr id="1055261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055262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0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097731" name="Picture 1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263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71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05526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6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510" name="Straight Connector 116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1" name="Straight Connector 147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2" name="Straight Connector 148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3" name="Straight Connector 149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72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055266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67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/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68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69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70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55271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72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7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7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55274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75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/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975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5278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79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80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976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5528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8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5283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/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84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85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86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/>
            <a:solidFill>
              <a:srgbClr val="3333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87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288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89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90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91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/>
            <a:solidFill>
              <a:srgbClr val="FF0000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92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/>
            <a:solidFill>
              <a:srgbClr val="33CC33"/>
            </a:solidFill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93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/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055294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dirty="0" sz="2400" i="1" lang="en-US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altLang="en-US" baseline="0" b="0" cap="none" dirty="0" sz="2400" i="1" kern="1200" kumimoji="0" lang="en-US" noProof="0" normalizeH="0" spc="0" strike="noStrike" u="none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977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1055295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/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algn="bl" blurRad="76200" dir="18900000" dist="38100" rotWithShape="0" sx="101000" sy="101000">
                <a:prstClr val="black">
                  <a:alpha val="40000"/>
                </a:prstClr>
              </a:outerShdw>
            </a:effectLst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296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algn="ctr" defTabSz="914400" eaLnBrk="1" fontAlgn="auto" hangingPunct="1" indent="0" latinLnBrk="0" lvl="0" marL="0" marR="0" rtl="0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3146514" name="Straight Connector 215"/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5" name="Straight Connector 216"/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6" name="Straight Connector 217"/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7" name="Straight Connector 218"/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/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5297" name="Rectangle 142"/>
          <p:cNvSpPr/>
          <p:nvPr/>
        </p:nvSpPr>
        <p:spPr>
          <a:xfrm>
            <a:off x="5584583" y="2368401"/>
            <a:ext cx="971760" cy="389744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grpSp>
        <p:nvGrpSpPr>
          <p:cNvPr id="1978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979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05529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29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980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055300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301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1981" name="Group 175"/>
          <p:cNvGrpSpPr/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1055302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303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1055304" name="Rectangle 79"/>
          <p:cNvSpPr/>
          <p:nvPr/>
        </p:nvSpPr>
        <p:spPr>
          <a:xfrm>
            <a:off x="5356172" y="3319499"/>
            <a:ext cx="1210365" cy="389744"/>
          </a:xfrm>
          <a:prstGeom prst="rect"/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dirty="0" lang="en-US"/>
          </a:p>
        </p:txBody>
      </p:sp>
      <p:grpSp>
        <p:nvGrpSpPr>
          <p:cNvPr id="1982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19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055305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306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5530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30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3146518" name="Straight Connector 3"/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19" name="Straight Connector 90"/>
            <p:cNvCxnSpPr>
              <a:cxnSpLocks/>
            </p:cNvCxnSpPr>
            <p:nvPr/>
          </p:nvCxnSpPr>
          <p:spPr>
            <a:xfrm>
              <a:off x="5796378" y="3320433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84" name="Group 8"/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055309" name="Freeform 118"/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985" name="Group 119"/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055310" name="Rectangle 120"/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/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/>
                <a:endParaRPr dirty="0" lang="en-US"/>
              </a:p>
            </p:txBody>
          </p:sp>
          <p:grpSp>
            <p:nvGrpSpPr>
              <p:cNvPr id="1986" name="Group 182"/>
              <p:cNvGrpSpPr/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055311" name="Rectangle 183"/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312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055313" name="Rectangle 181"/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055314" name="Rectangle 181"/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3146520" name="Straight Connector 124"/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521" name="Straight Connector 125"/>
              <p:cNvCxnSpPr>
                <a:cxnSpLocks/>
              </p:cNvCxnSpPr>
              <p:nvPr/>
            </p:nvCxnSpPr>
            <p:spPr>
              <a:xfrm>
                <a:off x="6826395" y="5419311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5315" name="Rectangle 181"/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3146522" name="Straight Connector 128"/>
              <p:cNvCxnSpPr>
                <a:cxnSpLocks/>
              </p:cNvCxnSpPr>
              <p:nvPr/>
            </p:nvCxnSpPr>
            <p:spPr>
              <a:xfrm>
                <a:off x="6505708" y="5419900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" name="Group 131"/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988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055316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317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055318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055319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3146523" name="Straight Connector 144"/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6524" name="Straight Connector 145"/>
              <p:cNvCxnSpPr>
                <a:cxnSpLocks/>
              </p:cNvCxnSpPr>
              <p:nvPr/>
            </p:nvCxnSpPr>
            <p:spPr>
              <a:xfrm>
                <a:off x="5796378" y="3320433"/>
                <a:ext cx="0" cy="257175"/>
              </a:xfrm>
              <a:prstGeom prst="line"/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9" name="Group 6"/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990" name="Group 179"/>
              <p:cNvGrpSpPr/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055320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321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altLang="en-US" baseline="-25000" b="0" cap="none" dirty="0" sz="18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991" name="Group 182"/>
              <p:cNvGrpSpPr/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055322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/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l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endParaRPr altLang="en-US" baseline="0" b="0" cap="none" dirty="0" sz="2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323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/>
                <a:noFill/>
                <a:ln>
                  <a:noFill/>
                </a:ln>
              </p:spPr>
              <p:txBody>
                <a:bodyPr anchor="ctr" wrap="none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indent="-285750" marL="7429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indent="-228600" marL="11430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indent="-228600" marL="16002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indent="-228600" marL="20574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eaLnBrk="0" fontAlgn="base" hangingPunct="0" indent="-228600" marL="25146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eaLnBrk="0" fontAlgn="base" hangingPunct="0" indent="-228600" marL="29718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eaLnBrk="0" fontAlgn="base" hangingPunct="0" indent="-228600" marL="34290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eaLnBrk="0" fontAlgn="base" hangingPunct="0" indent="-228600" marL="388620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defTabSz="914400" eaLnBrk="1" fontAlgn="auto" hangingPunct="1" indent="0" latinLnBrk="0" lvl="0" marL="0" marR="0" rtl="0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</a:pPr>
                  <a:r>
                    <a:rPr altLang="en-US" baseline="0" b="0" cap="none" dirty="0" sz="1400" i="0" kern="1200" kumimoji="0" lang="en-US" noProof="0" normalizeH="0" spc="0" strike="noStrike" u="none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992" name="Group 175"/>
            <p:cNvGrpSpPr/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055324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325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055326" name="Freeform 8"/>
          <p:cNvSpPr/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993" name="Group 14"/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55327" name="TextBox 9"/>
            <p:cNvSpPr txBox="1"/>
            <p:nvPr/>
          </p:nvSpPr>
          <p:spPr>
            <a:xfrm>
              <a:off x="3186222" y="2137612"/>
              <a:ext cx="997068" cy="369332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lang="en-US"/>
                <a:t>message</a:t>
              </a:r>
            </a:p>
          </p:txBody>
        </p:sp>
        <p:sp>
          <p:nvSpPr>
            <p:cNvPr id="1055328" name="TextBox 165"/>
            <p:cNvSpPr txBox="1"/>
            <p:nvPr/>
          </p:nvSpPr>
          <p:spPr>
            <a:xfrm>
              <a:off x="3192100" y="2928436"/>
              <a:ext cx="995272" cy="369332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lang="en-US"/>
                <a:t>segment</a:t>
              </a:r>
            </a:p>
          </p:txBody>
        </p:sp>
        <p:sp>
          <p:nvSpPr>
            <p:cNvPr id="1055329" name="TextBox 199"/>
            <p:cNvSpPr txBox="1"/>
            <p:nvPr/>
          </p:nvSpPr>
          <p:spPr>
            <a:xfrm>
              <a:off x="3186532" y="3678599"/>
              <a:ext cx="1079078" cy="369332"/>
            </a:xfrm>
            <a:prstGeom prst="rect"/>
            <a:noFill/>
          </p:spPr>
          <p:txBody>
            <a:bodyPr rtlCol="0" wrap="none">
              <a:spAutoFit/>
            </a:bodyPr>
            <a:p>
              <a:r>
                <a:rPr dirty="0" lang="en-US"/>
                <a:t>datagram</a:t>
              </a:r>
            </a:p>
          </p:txBody>
        </p:sp>
      </p:grpSp>
      <p:sp>
        <p:nvSpPr>
          <p:cNvPr id="1055330" name="TextBox 200"/>
          <p:cNvSpPr txBox="1"/>
          <p:nvPr/>
        </p:nvSpPr>
        <p:spPr>
          <a:xfrm>
            <a:off x="3188967" y="4455188"/>
            <a:ext cx="740972" cy="369332"/>
          </a:xfrm>
          <a:prstGeom prst="rect"/>
          <a:noFill/>
        </p:spPr>
        <p:txBody>
          <a:bodyPr rtlCol="0" wrap="none">
            <a:spAutoFit/>
          </a:bodyPr>
          <a:p>
            <a:r>
              <a:rPr dirty="0" lang="en-US"/>
              <a:t>frame</a:t>
            </a:r>
          </a:p>
        </p:txBody>
      </p:sp>
      <p:grpSp>
        <p:nvGrpSpPr>
          <p:cNvPr id="1994" name="Group 2"/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1995" name="Group 182"/>
            <p:cNvGrpSpPr/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1055331" name="Rectangle 183"/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332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55333" name="Rectangle 181"/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334" name="Rectangle 181"/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3146525" name="Straight Connector 221"/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6526" name="Straight Connector 222"/>
            <p:cNvCxnSpPr>
              <a:cxnSpLocks/>
            </p:cNvCxnSpPr>
            <p:nvPr/>
          </p:nvCxnSpPr>
          <p:spPr>
            <a:xfrm>
              <a:off x="5720650" y="4227184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5335" name="Rectangle 181"/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3146527" name="Straight Connector 224"/>
            <p:cNvCxnSpPr>
              <a:cxnSpLocks/>
            </p:cNvCxnSpPr>
            <p:nvPr/>
          </p:nvCxnSpPr>
          <p:spPr>
            <a:xfrm>
              <a:off x="5418102" y="4226433"/>
              <a:ext cx="0" cy="257175"/>
            </a:xfrm>
            <a:prstGeom prst="line"/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533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85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accel="50000" decel="50000" fill="hold" id="5" nodeType="with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dur="2000" fill="hold" id="6"/>
                                        <p:tgtEl>
                                          <p:spTgt spid="19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accel="50000" decel="50000" fill="hold" id="7" nodeType="with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dur="2000" fill="hold" id="8"/>
                                        <p:tgtEl>
                                          <p:spTgt spid="19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accel="50000" decel="50000" fill="hold" id="9" nodeType="with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dur="2000" fill="hold" id="10"/>
                                        <p:tgtEl>
                                          <p:spTgt spid="19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accel="50000" decel="50000" fill="hold" id="11" nodeType="with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dur="2000" fill="hold" id="12"/>
                                        <p:tgtEl>
                                          <p:spTgt spid="19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13">
                            <p:stCondLst>
                              <p:cond delay="2000"/>
                            </p:stCondLst>
                            <p:childTnLst>
                              <p:par>
                                <p:cTn fill="hold" id="14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6"/>
                                        <p:tgtEl>
                                          <p:spTgt spid="1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grpId="0" id="1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9"/>
                                        <p:tgtEl>
                                          <p:spTgt spid="1055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0">
                      <p:stCondLst>
                        <p:cond delay="indefinite"/>
                      </p:stCondLst>
                      <p:childTnLst>
                        <p:par>
                          <p:cTn fill="hold" id="21">
                            <p:stCondLst>
                              <p:cond delay="0"/>
                            </p:stCondLst>
                            <p:childTnLst>
                              <p:par>
                                <p:cTn fill="hold" id="22" nodeType="click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23"/>
                                        <p:tgtEl>
                                          <p:spTgt spid="19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1" id="25" nodeType="withEffect" presetClass="exit" presetID="9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dur="500" id="26"/>
                                        <p:tgtEl>
                                          <p:spTgt spid="1055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27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8">
                            <p:stCondLst>
                              <p:cond delay="500"/>
                            </p:stCondLst>
                            <p:childTnLst>
                              <p:par>
                                <p:cTn fill="hold" grpId="0" id="29" nodeType="afterEffect" presetClass="entr" presetID="2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dur="500" id="31"/>
                                        <p:tgtEl>
                                          <p:spTgt spid="1055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32">
                            <p:stCondLst>
                              <p:cond delay="1000"/>
                            </p:stCondLst>
                            <p:childTnLst>
                              <p:par>
                                <p:cTn fill="hold" grpId="0" id="33" nodeType="after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35"/>
                                        <p:tgtEl>
                                          <p:spTgt spid="1055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36">
                            <p:stCondLst>
                              <p:cond delay="1500"/>
                            </p:stCondLst>
                            <p:childTnLst>
                              <p:par>
                                <p:cTn fill="hold" id="37" nodeType="afterEffect" presetClass="entr" presetID="2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dur="500" id="39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258" grpId="0" animBg="1"/>
      <p:bldP spid="1055326" grpId="0" animBg="1"/>
      <p:bldP spid="1055330" grpId="0"/>
      <p:bldP spid="1055330" grpId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9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40" name="Freeform 99"/>
          <p:cNvSpPr/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9" name="Group 296"/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1055341" name="Freeform 2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5342" name="Oval 298"/>
            <p:cNvSpPr/>
            <p:nvPr/>
          </p:nvSpPr>
          <p:spPr>
            <a:xfrm>
              <a:off x="7494729" y="2774731"/>
              <a:ext cx="1480163" cy="579140"/>
            </a:xfrm>
            <a:prstGeom prst="ellipse"/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00" name="Group 2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55343" name="Freeform 3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344" name="Freeform 3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345" name="Freeform 3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346" name="Freeform 3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5347" name="Rectangle 90"/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/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algn="bl" blurRad="127000" dir="18900000" dist="38100" rotWithShape="0" sx="103000" sy="103000">
              <a:prstClr val="black">
                <a:alpha val="40000"/>
              </a:prstClr>
            </a:outerShdw>
          </a:effectLst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5348" name="Text Box 92"/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055349" name="Rectangle 24"/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/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algn="bl" blurRad="76200" dir="18900000" dist="38100" rotWithShape="0" sx="101000" sy="101000">
              <a:prstClr val="black">
                <a:alpha val="40000"/>
              </a:prstClr>
            </a:outerShdw>
          </a:effectLst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5350" name="Text Box 26"/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055351" name="Line 25"/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52" name="Line 27"/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53" name="Line 28"/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54" name="Line 29"/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55" name="Rectangle 24"/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/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algn="bl" blurRad="76200" dir="18900000" dist="38100" rotWithShape="0" sx="101000" sy="101000">
              <a:prstClr val="black">
                <a:alpha val="40000"/>
              </a:prstClr>
            </a:outerShdw>
          </a:effectLst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5356" name="Text Box 26"/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055357" name="Freeform 3"/>
          <p:cNvSpPr/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01" name="Group 304"/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1055358" name="Rectangle 305"/>
            <p:cNvSpPr/>
            <p:nvPr/>
          </p:nvSpPr>
          <p:spPr>
            <a:xfrm>
              <a:off x="3668110" y="3741409"/>
              <a:ext cx="3780587" cy="872631"/>
            </a:xfrm>
            <a:prstGeom prst="rect"/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359" name="Freeform 306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 rtlCol="0"/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002" name="Group 307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55360" name="Freeform 308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361" name="Freeform 309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362" name="Freeform 310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5363" name="Freeform 311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 rtlCol="0"/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baseline="0" b="0" cap="none" dirty="0" sz="1600" i="0" kern="1200" kumimoji="0" lang="en-US" noProof="0" normalizeH="0" spc="0" strike="noStrike" u="none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55364" name="Title 1"/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Encapsulation: an end-end view</a:t>
            </a:r>
            <a:endParaRPr dirty="0" sz="4400" lang="en-US"/>
          </a:p>
        </p:txBody>
      </p:sp>
      <p:sp>
        <p:nvSpPr>
          <p:cNvPr id="1055365" name="Freeform 2"/>
          <p:cNvSpPr/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66" name="Text Box 8"/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400" i="1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055367" name="Freeform 10"/>
          <p:cNvSpPr/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68" name="Line 25"/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69" name="Line 27"/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70" name="Line 28"/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371" name="Line 29"/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03" name="Group 39"/>
          <p:cNvGrpSpPr/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055372" name="Rectangle 40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373" name="Rectangle 41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374" name="Rectangle 42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375" name="Rectangle 43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376" name="Line 44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377" name="Line 45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5378" name="Text Box 5"/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2004" name="Group 178"/>
          <p:cNvGrpSpPr/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055379" name="Rectangle 47"/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380" name="Rectangle 48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055381" name="Text Box 4"/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055382" name="Text Box 54"/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1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05" name="Group 64"/>
          <p:cNvGrpSpPr/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1055383" name="Rectangle 65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384" name="Rectangle 66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385" name="Rectangle 67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386" name="Rectangle 68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1055387" name="Rectangle 69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388" name="Line 70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389" name="Line 71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390" name="Line 72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06" name="Group 73"/>
          <p:cNvGrpSpPr/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1055391" name="Rectangle 74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392" name="Rectangle 75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393" name="Rectangle 76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394" name="Rectangle 77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395" name="Line 78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396" name="Line 79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07" name="Group 80"/>
          <p:cNvGrpSpPr/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1055397" name="Rectangle 81"/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398" name="Rectangle 82"/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399" name="Rectangle 83"/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400" name="Line 84"/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08" name="Group 85"/>
          <p:cNvGrpSpPr/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1055401" name="Rectangle 8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02" name="Rectangle 8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1055403" name="Line 91"/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404" name="Line 93"/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405" name="Rectangle 96"/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/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algn="bl" blurRad="50800" dir="18900000" dist="38100" rotWithShape="0" sx="102000" sy="102000">
              <a:prstClr val="black">
                <a:alpha val="40000"/>
              </a:prstClr>
            </a:outerShdw>
          </a:effectLst>
        </p:spPr>
        <p:txBody>
          <a:bodyPr anchor="ctr" wrap="none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dirty="0" sz="24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5406" name="Line 97"/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/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5407" name="Freeform 114"/>
          <p:cNvSpPr/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</p:spPr>
        <p:txBody>
          <a:bodyPr anchor="ctr" wrap="none"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09" name="Group 115"/>
          <p:cNvGrpSpPr/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1055408" name="Rectangle 116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09" name="Rectangle 117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410" name="Rectangle 118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411" name="Rectangle 119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1055412" name="Rectangle 120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413" name="Line 121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414" name="Line 122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415" name="Line 123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10" name="Group 124"/>
          <p:cNvGrpSpPr/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1055416" name="Rectangle 125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17" name="Rectangle 126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418" name="Rectangle 127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419" name="Rectangle 128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420" name="Line 129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421" name="Line 130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11" name="Group 140"/>
          <p:cNvGrpSpPr/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1055422" name="Rectangle 141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23" name="Rectangle 142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424" name="Rectangle 143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425" name="Rectangle 144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426" name="Line 145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427" name="Line 146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12" name="Group 156"/>
          <p:cNvGrpSpPr/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1055428" name="Rectangle 157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29" name="Rectangle 158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055430" name="Rectangle 159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055431" name="Rectangle 160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1055432" name="Rectangle 161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055433" name="Line 162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434" name="Line 163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5435" name="Line 164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/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5436" name="Text Box 166"/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altLang="en-US"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5437" name="Text Box 167"/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altLang="en-US"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5438" name="Text Box 174"/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013" name="Group 175"/>
          <p:cNvGrpSpPr/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1055439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40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014" name="Group 185"/>
          <p:cNvGrpSpPr/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015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055441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442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altLang="en-US" baseline="-25000" b="0" cap="none" dirty="0" sz="18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016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055443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/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l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endPara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055444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/>
              <a:noFill/>
              <a:ln>
                <a:noFill/>
              </a:ln>
            </p:spPr>
            <p:txBody>
              <a:bodyPr anchor="ctr" wrap="none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indent="-285750" marL="7429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indent="-228600" marL="11430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indent="-228600" marL="16002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indent="-228600" marL="20574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eaLnBrk="0" fontAlgn="base" hangingPunct="0" indent="-228600" marL="25146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eaLnBrk="0" fontAlgn="base" hangingPunct="0" indent="-228600" marL="29718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eaLnBrk="0" fontAlgn="base" hangingPunct="0" indent="-228600" marL="34290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eaLnBrk="0" fontAlgn="base" hangingPunct="0" indent="-228600" marL="388620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 defTabSz="914400" eaLnBrk="1" fontAlgn="auto" hangingPunct="1" indent="0" latinLnBrk="0" lvl="0" marL="0" marR="0" rtl="0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</a:pPr>
                <a:r>
                  <a:rPr altLang="en-US" baseline="0" b="0" cap="none" dirty="0" sz="1400" i="0" kern="1200" kumimoji="0" lang="en-US" noProof="0" normalizeH="0" spc="0" strike="noStrike" u="none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017" name="Group 187"/>
          <p:cNvGrpSpPr/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1055445" name="Rectangle 188"/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/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055446" name="Rectangle 189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/>
            <a:noFill/>
            <a:ln>
              <a:noFill/>
            </a:ln>
          </p:spPr>
          <p:txBody>
            <a:bodyPr anchor="ctr" wrap="none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indent="-285750" marL="7429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indent="-228600" marL="11430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indent="-228600" marL="16002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indent="-228600" marL="20574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eaLnBrk="0" fontAlgn="base" hangingPunct="0" indent="-228600" marL="25146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eaLnBrk="0" fontAlgn="base" hangingPunct="0" indent="-228600" marL="29718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eaLnBrk="0" fontAlgn="base" hangingPunct="0" indent="-228600" marL="34290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eaLnBrk="0" fontAlgn="base" hangingPunct="0" indent="-228600" marL="388620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defTabSz="914400" eaLnBrk="1" fontAlgn="auto" hangingPunct="1" indent="0" latinLnBrk="0" lvl="0" marL="0" marR="0" rtl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r>
                <a:rPr altLang="en-US" baseline="0" b="0" cap="none" dirty="0" sz="1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altLang="en-US" baseline="-25000" b="0" cap="none" dirty="0" sz="18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1055447" name="Text Box 7"/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/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600" i="0" kern="1200" kumimoji="0" lang="en-US" noProof="0" normalizeH="0" spc="0" strike="noStrike" u="none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018" name="Group 190"/>
          <p:cNvGrpSpPr/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097732" name="Picture 191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448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5449" name="Freeform 10"/>
          <p:cNvSpPr/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baseline="0" b="0" cap="none" dirty="0" sz="1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19" name="Group 187"/>
          <p:cNvGrpSpPr/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097733" name="Picture 188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1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450" name="Freeform 1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55451" name="Text Box 98"/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/>
          <a:noFill/>
          <a:ln>
            <a:noFill/>
          </a:ln>
          <a:effectLst>
            <a:outerShdw algn="bl" blurRad="114300" dir="18900000" dist="38100" rotWithShape="0" sx="123000" sy="123000">
              <a:prstClr val="black">
                <a:alpha val="40000"/>
              </a:prstClr>
            </a:outerShdw>
          </a:effec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indent="-285750" marL="7429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indent="-228600" marL="11430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indent="-228600" marL="16002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indent="-228600" marL="20574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eaLnBrk="0" fontAlgn="base" hangingPunct="0" indent="-228600" marL="25146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eaLnBrk="0" fontAlgn="base" hangingPunct="0" indent="-228600" marL="29718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eaLnBrk="0" fontAlgn="base" hangingPunct="0" indent="-228600" marL="34290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eaLnBrk="0" fontAlgn="base" hangingPunct="0" indent="-228600" marL="388620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algn="ctr" defTabSz="914400" eaLnBrk="1" fontAlgn="auto" hangingPunct="1" indent="0" latinLnBrk="0" lvl="0" marL="0" marR="0" rtl="0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05545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86</a:t>
            </a:fld>
            <a:endParaRPr dirty="0" 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med" p14:dur="700">
        <p:fade/>
      </p:transition>
    </mc:Choice>
    <mc:Fallback>
      <p:transition spd="slow">
        <p:fade/>
      </p:transition>
    </mc:Fallback>
  </mc:AlternateContent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accel="50000" decel="50000" fill="hold" id="5" nodeType="click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dur="2000" fill="hold" id="6"/>
                                        <p:tgtEl>
                                          <p:spTgt spid="20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fill="hold" grpId="0" id="7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dur="2000" id="8"/>
                                        <p:tgtEl>
                                          <p:spTgt spid="1055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9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55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">
                      <p:stCondLst>
                        <p:cond delay="indefinite"/>
                      </p:stCondLst>
                      <p:childTnLst>
                        <p:par>
                          <p:cTn fill="hold" id="11">
                            <p:stCondLst>
                              <p:cond delay="0"/>
                            </p:stCondLst>
                            <p:childTnLst>
                              <p:par>
                                <p:cTn fill="hold" id="12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14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6">
                      <p:stCondLst>
                        <p:cond delay="indefinite"/>
                      </p:stCondLst>
                      <p:childTnLst>
                        <p:par>
                          <p:cTn fill="hold" id="17">
                            <p:stCondLst>
                              <p:cond delay="0"/>
                            </p:stCondLst>
                            <p:childTnLst>
                              <p:par>
                                <p:cTn fill="hold" id="18" nodeType="clickEffect" presetClass="exit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20" nodeType="withEffect" presetClass="exit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1" id="22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dur="500" id="23"/>
                                        <p:tgtEl>
                                          <p:spTgt spid="1055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25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27">
                            <p:stCondLst>
                              <p:cond delay="500"/>
                            </p:stCondLst>
                            <p:childTnLst>
                              <p:par>
                                <p:cTn accel="50000" decel="50000" fill="hold" id="28" nodeType="after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dur="2000" fill="hold" id="29"/>
                                        <p:tgtEl>
                                          <p:spTgt spid="20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id="32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34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6">
                      <p:stCondLst>
                        <p:cond delay="indefinite"/>
                      </p:stCondLst>
                      <p:childTnLst>
                        <p:par>
                          <p:cTn fill="hold" id="37">
                            <p:stCondLst>
                              <p:cond delay="0"/>
                            </p:stCondLst>
                            <p:childTnLst>
                              <p:par>
                                <p:cTn fill="hold" id="38" nodeType="clickEffect" presetClass="exit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40" nodeType="withEffect" presetClass="exit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1" id="42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dur="500" id="43"/>
                                        <p:tgtEl>
                                          <p:spTgt spid="1055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44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45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4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accel="50000" decel="50000" fill="hold" id="47" nodeType="withEffect" presetClass="path" presetID="42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dur="2000" fill="hold" id="48"/>
                                        <p:tgtEl>
                                          <p:spTgt spid="20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49">
                      <p:stCondLst>
                        <p:cond delay="indefinite"/>
                      </p:stCondLst>
                      <p:childTnLst>
                        <p:par>
                          <p:cTn fill="hold" id="50">
                            <p:stCondLst>
                              <p:cond delay="0"/>
                            </p:stCondLst>
                            <p:childTnLst>
                              <p:par>
                                <p:cTn fill="hold" id="51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0" id="53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55">
                      <p:stCondLst>
                        <p:cond delay="indefinite"/>
                      </p:stCondLst>
                      <p:childTnLst>
                        <p:par>
                          <p:cTn fill="hold" id="56">
                            <p:stCondLst>
                              <p:cond delay="0"/>
                            </p:stCondLst>
                            <p:childTnLst>
                              <p:par>
                                <p:cTn fill="hold" id="57" nodeType="clickEffect" presetClass="exit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5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grpId="1" id="59" nodeType="withEffect" presetClass="exit" presetID="10" presetSubtype="0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dur="500" id="60"/>
                                        <p:tgtEl>
                                          <p:spTgt spid="10554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dur="1" fill="hold" id="61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62">
                            <p:stCondLst>
                              <p:cond delay="500"/>
                            </p:stCondLst>
                            <p:childTnLst>
                              <p:par>
                                <p:cTn accel="50000" decel="50000" fill="hold" id="63" nodeType="afterEffect" presetClass="path" presetID="0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dur="3000" fill="hold" id="64"/>
                                        <p:tgtEl>
                                          <p:spTgt spid="20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65">
                      <p:stCondLst>
                        <p:cond delay="indefinite"/>
                      </p:stCondLst>
                      <p:childTnLst>
                        <p:par>
                          <p:cTn fill="hold" id="66">
                            <p:stCondLst>
                              <p:cond delay="0"/>
                            </p:stCondLst>
                            <p:childTnLst>
                              <p:par>
                                <p:cTn fill="hold" id="67" nodeType="clickEffect" presetClass="exit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id="69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1">
                      <p:stCondLst>
                        <p:cond delay="indefinite"/>
                      </p:stCondLst>
                      <p:childTnLst>
                        <p:par>
                          <p:cTn fill="hold" id="72">
                            <p:stCondLst>
                              <p:cond delay="0"/>
                            </p:stCondLst>
                            <p:childTnLst>
                              <p:par>
                                <p:cTn accel="50000" decel="50000" fill="hold" id="73" nodeType="clickEffect" presetClass="path" presetID="64" presetSubtype="0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dur="2000" fill="hold" id="74"/>
                                        <p:tgtEl>
                                          <p:spTgt spid="20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2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75">
                      <p:stCondLst>
                        <p:cond delay="indefinite"/>
                      </p:stCondLst>
                      <p:childTnLst>
                        <p:par>
                          <p:cTn fill="hold" id="76">
                            <p:stCondLst>
                              <p:cond delay="0"/>
                            </p:stCondLst>
                            <p:childTnLst>
                              <p:par>
                                <p:cTn fill="hold" id="77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7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dur="500" id="79"/>
                                        <p:tgtEl>
                                          <p:spTgt spid="20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0">
                      <p:stCondLst>
                        <p:cond delay="indefinite"/>
                      </p:stCondLst>
                      <p:childTnLst>
                        <p:par>
                          <p:cTn fill="hold" id="81">
                            <p:stCondLst>
                              <p:cond delay="0"/>
                            </p:stCondLst>
                            <p:childTnLst>
                              <p:par>
                                <p:cTn fill="hold" id="82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dur="500" id="84"/>
                                        <p:tgtEl>
                                          <p:spTgt spid="200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2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5">
                      <p:stCondLst>
                        <p:cond delay="indefinite"/>
                      </p:stCondLst>
                      <p:childTnLst>
                        <p:par>
                          <p:cTn fill="hold" id="86">
                            <p:stCondLst>
                              <p:cond delay="0"/>
                            </p:stCondLst>
                            <p:childTnLst>
                              <p:par>
                                <p:cTn fill="hold" id="87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8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dur="500" id="89"/>
                                        <p:tgtEl>
                                          <p:spTgt spid="200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0">
                      <p:stCondLst>
                        <p:cond delay="indefinite"/>
                      </p:stCondLst>
                      <p:childTnLst>
                        <p:par>
                          <p:cTn fill="hold" id="91">
                            <p:stCondLst>
                              <p:cond delay="0"/>
                            </p:stCondLst>
                            <p:childTnLst>
                              <p:par>
                                <p:cTn fill="hold" id="92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dur="500" id="94"/>
                                        <p:tgtEl>
                                          <p:spTgt spid="20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95">
                      <p:stCondLst>
                        <p:cond delay="indefinite"/>
                      </p:stCondLst>
                      <p:childTnLst>
                        <p:par>
                          <p:cTn fill="hold" id="96">
                            <p:stCondLst>
                              <p:cond delay="0"/>
                            </p:stCondLst>
                            <p:childTnLst>
                              <p:par>
                                <p:cTn fill="hold" id="97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9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dur="500" id="99"/>
                                        <p:tgtEl>
                                          <p:spTgt spid="200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afterEffect="1" display="0" dur="1" fill="hold" masterRel="nextClick"/>
                                        <p:tgtEl>
                                          <p:spTgt spid="2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00">
                      <p:stCondLst>
                        <p:cond delay="indefinite"/>
                      </p:stCondLst>
                      <p:childTnLst>
                        <p:par>
                          <p:cTn fill="hold" id="101">
                            <p:stCondLst>
                              <p:cond delay="0"/>
                            </p:stCondLst>
                            <p:childTnLst>
                              <p:par>
                                <p:cTn fill="hold" id="102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dur="500" id="104"/>
                                        <p:tgtEl>
                                          <p:spTgt spid="2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378" grpId="0"/>
      <p:bldP spid="1055378" grpId="1"/>
      <p:bldP spid="1055381" grpId="0"/>
      <p:bldP spid="1055381" grpId="1"/>
      <p:bldP spid="1055438" grpId="0"/>
      <p:bldP spid="1055447" grpId="0"/>
      <p:bldP spid="1055447" grpId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6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p>
            <a:r>
              <a:rPr altLang="en-US" dirty="0" lang="en-US">
                <a:cs typeface="Calibri" panose="020F0502020204030204" pitchFamily="34" charset="0"/>
              </a:rPr>
              <a:t>Chapter 1: roadmap</a:t>
            </a:r>
            <a:endParaRPr dirty="0" lang="en-US"/>
          </a:p>
        </p:txBody>
      </p:sp>
      <p:sp>
        <p:nvSpPr>
          <p:cNvPr id="1055457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87</a:t>
            </a:fld>
            <a:endParaRPr dirty="0" lang="en-US"/>
          </a:p>
        </p:txBody>
      </p:sp>
      <p:sp>
        <p:nvSpPr>
          <p:cNvPr id="1055458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altLang="en-US" dirty="0" sz="3200" i="1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altLang="ja-JP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eaLnBrk="1" hangingPunct="1" indent="-285750" marL="403225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altLang="en-US" dirty="0" sz="3200" lang="en-US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eaLnBrk="1" hangingPunct="1" indent="-285750" marL="403225">
              <a:spcBef>
                <a:spcPts val="800"/>
              </a:spcBef>
              <a:buClr>
                <a:srgbClr val="0000A8"/>
              </a:buClr>
            </a:pPr>
            <a:r>
              <a:rPr altLang="en-US" dirty="0" sz="3200" lang="en-US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altLang="en-US" dirty="0" sz="2400" lang="en-US"/>
          </a:p>
        </p:txBody>
      </p:sp>
      <p:pic>
        <p:nvPicPr>
          <p:cNvPr id="2097734" name="Picture 6" descr="Kurose&amp;Ross 8th ed cover picture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/>
        </p:spPr>
      </p:pic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735" name="Picture 6" descr="arpanet2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/>
          <a:noFill/>
          <a:ln>
            <a:noFill/>
          </a:ln>
        </p:spPr>
      </p:pic>
      <p:sp>
        <p:nvSpPr>
          <p:cNvPr id="105546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Internet history</a:t>
            </a:r>
            <a:endParaRPr dirty="0" sz="4400" lang="en-US"/>
          </a:p>
        </p:txBody>
      </p:sp>
      <p:sp>
        <p:nvSpPr>
          <p:cNvPr id="1055463" name="Rectangle 5"/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1055464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algn="l" defTabSz="914400" eaLnBrk="1" fontAlgn="auto" hangingPunct="1" indent="-236538" latinLnBrk="0" lvl="1" marL="52387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algn="l" defTabSz="914400" eaLnBrk="1" fontAlgn="auto" hangingPunct="1" indent="-236538" latinLnBrk="0" lvl="1" marL="52387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algn="l" defTabSz="914400" eaLnBrk="1" fontAlgn="auto" hangingPunct="1" indent="-236538" latinLnBrk="0" lvl="1" marL="52387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algn="l" defTabSz="914400" eaLnBrk="1" fontAlgn="auto" hangingPunct="1" indent="-236538" latinLnBrk="0" lvl="1" marL="523875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465" name="Rectangle 2"/>
          <p:cNvSpPr/>
          <p:nvPr/>
        </p:nvSpPr>
        <p:spPr>
          <a:xfrm>
            <a:off x="799867" y="1211969"/>
            <a:ext cx="7568419" cy="584775"/>
          </a:xfrm>
          <a:prstGeom prst="rect"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altLang="en-US" baseline="0" b="0" cap="none" dirty="0" sz="3200" i="0" kern="1200" kumimoji="0" lang="en-US" noProof="0" normalizeH="0" spc="0" strike="noStrike" u="sng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4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54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54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10554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5"/>
                                        <p:tgtEl>
                                          <p:spTgt spid="2097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6">
                      <p:stCondLst>
                        <p:cond delay="indefinite"/>
                      </p:stCondLst>
                      <p:childTnLst>
                        <p:par>
                          <p:cTn fill="hold" id="27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0"/>
                                        <p:tgtEl>
                                          <p:spTgt spid="1055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64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9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Internet history</a:t>
            </a:r>
            <a:endParaRPr dirty="0" sz="4400" lang="en-US"/>
          </a:p>
        </p:txBody>
      </p:sp>
      <p:sp>
        <p:nvSpPr>
          <p:cNvPr id="1055470" name="Rectangle 5"/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1055471" name="Rectangle 2"/>
          <p:cNvSpPr/>
          <p:nvPr/>
        </p:nvSpPr>
        <p:spPr>
          <a:xfrm>
            <a:off x="790785" y="1202606"/>
            <a:ext cx="10064935" cy="584775"/>
          </a:xfrm>
          <a:prstGeom prst="rect"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2029" name="Group 3"/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1055472" name="Rectangle 4"/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/>
          </p:spPr>
          <p:txBody>
            <a:bodyPr bIns="45720" lIns="91440" rIns="91440" rtlCol="0" tIns="45720" vert="horz">
              <a:normAutofit/>
            </a:bodyPr>
            <a:lstStyle>
              <a:lvl1pPr algn="l" defTabSz="914400" eaLnBrk="1" hangingPunct="1" indent="-222250" latinLnBrk="0" marL="352425" rt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algn="l" defTabSz="914400" eaLnBrk="1" hangingPunct="1" indent="-231775" latinLnBrk="0" marL="695325" rtl="0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algn="l" defTabSz="914400" eaLnBrk="1" hangingPunct="1" indent="-228600" latinLnBrk="0" marL="1143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algn="l" defTabSz="914400" eaLnBrk="1" hangingPunct="1" indent="-228600" latinLnBrk="0" marL="1600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algn="l" defTabSz="914400" eaLnBrk="1" hangingPunct="1" indent="-228600" latinLnBrk="0" marL="20574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algn="l" defTabSz="914400" eaLnBrk="1" hangingPunct="1" indent="-228600" latinLnBrk="0" marL="25146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algn="l" defTabSz="914400" eaLnBrk="1" hangingPunct="1" indent="-228600" latinLnBrk="0" marL="29718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algn="l" defTabSz="914400" eaLnBrk="1" hangingPunct="1" indent="-228600" latinLnBrk="0" marL="34290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algn="l" defTabSz="914400" eaLnBrk="1" hangingPunct="1" indent="-228600" latinLnBrk="0" marL="3886200" rtl="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defTabSz="914400" eaLnBrk="1" fontAlgn="auto" hangingPunct="1" indent="12700" latinLnBrk="0" lvl="0" marL="117475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altLang="ja-JP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algn="l" defTabSz="914400" eaLnBrk="1" fontAlgn="auto" hangingPunct="1" indent="-288925" latinLnBrk="0" lvl="1" marL="473075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algn="l" defTabSz="914400" eaLnBrk="1" fontAlgn="auto" hangingPunct="1" indent="-288925" latinLnBrk="0" lvl="1" marL="473075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algn="l" defTabSz="914400" eaLnBrk="1" fontAlgn="auto" hangingPunct="1" indent="-288925" latinLnBrk="0" lvl="1" marL="473075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algn="l" defTabSz="914400" eaLnBrk="1" fontAlgn="auto" hangingPunct="1" indent="-288925" latinLnBrk="0" lvl="1" marL="473075" marR="0" rtl="0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algn="l" defTabSz="914400" eaLnBrk="1" fontAlgn="auto" hangingPunct="1" indent="0" latinLnBrk="0" lvl="0" marL="117475" marR="0" rtl="0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</a:pPr>
              <a:r>
                <a:rPr altLang="en-US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altLang="ja-JP" baseline="0" b="0" cap="none" dirty="0" sz="2400" i="0" kern="1200" kumimoji="0" lang="en-US" noProof="0" normalizeH="0" spc="0" strike="noStrike" u="none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5473" name="Rectangle 6"/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/>
            <a:noFill/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anchor="ctr" wrap="none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 defTabSz="914400" eaLnBrk="1" fontAlgn="auto" hangingPunct="1" indent="0" latinLnBrk="0" lvl="0" marL="0" marR="0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</a:pPr>
              <a:endPara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554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89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4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54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2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10554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3">
                      <p:stCondLst>
                        <p:cond delay="indefinite"/>
                      </p:stCondLst>
                      <p:childTnLst>
                        <p:par>
                          <p:cTn fill="hold" id="2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10554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0554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70" grpId="0" uiExpand="1" build="p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78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Internet history</a:t>
            </a:r>
            <a:endParaRPr dirty="0" sz="4400" lang="en-US"/>
          </a:p>
        </p:txBody>
      </p:sp>
      <p:sp>
        <p:nvSpPr>
          <p:cNvPr id="1055479" name="Rectangle 5"/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1055480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</a:pPr>
            <a:r>
              <a:rPr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481" name="Rectangle 2"/>
          <p:cNvSpPr/>
          <p:nvPr/>
        </p:nvSpPr>
        <p:spPr>
          <a:xfrm>
            <a:off x="762000" y="1212520"/>
            <a:ext cx="9133462" cy="584775"/>
          </a:xfrm>
          <a:prstGeom prst="rect"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2097736" name="Picture 2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/>
          <a:noFill/>
        </p:spPr>
      </p:pic>
      <p:sp>
        <p:nvSpPr>
          <p:cNvPr id="105548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90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4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54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54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10554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3">
                      <p:stCondLst>
                        <p:cond delay="indefinite"/>
                      </p:stCondLst>
                      <p:childTnLst>
                        <p:par>
                          <p:cTn fill="hold" id="24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2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7"/>
                                        <p:tgtEl>
                                          <p:spTgt spid="10554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8">
                      <p:stCondLst>
                        <p:cond delay="indefinite"/>
                      </p:stCondLst>
                      <p:childTnLst>
                        <p:par>
                          <p:cTn fill="hold" id="29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2"/>
                                        <p:tgtEl>
                                          <p:spTgt spid="1055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3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5"/>
                                        <p:tgtEl>
                                          <p:spTgt spid="2097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79" grpId="0" build="p"/>
      <p:bldP spid="1055480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6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Internet history</a:t>
            </a:r>
            <a:endParaRPr dirty="0" sz="4400" lang="en-US"/>
          </a:p>
        </p:txBody>
      </p:sp>
      <p:sp>
        <p:nvSpPr>
          <p:cNvPr id="1055487" name="Rectangle 5"/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algn="l" defTabSz="914400" eaLnBrk="1" fontAlgn="auto" hangingPunct="1" indent="-287338" latinLnBrk="0" lvl="0" marL="287338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algn="l" defTabSz="914400" eaLnBrk="1" fontAlgn="auto" hangingPunct="1" indent="-225425" latinLnBrk="0" lvl="1" marL="5699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altLang="ja-JP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algn="l" defTabSz="914400" eaLnBrk="1" fontAlgn="auto" hangingPunct="1" indent="-225425" latinLnBrk="0" lvl="1" marL="5699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algn="l" defTabSz="914400" eaLnBrk="1" fontAlgn="auto" hangingPunct="1" indent="-225425" latinLnBrk="0" lvl="1" marL="5699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algn="l" defTabSz="914400" eaLnBrk="1" fontAlgn="auto" hangingPunct="1" indent="-225425" latinLnBrk="0" lvl="1" marL="569913" marR="0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altLang="ja-JP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1055488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algn="l" defTabSz="914400" eaLnBrk="1" fontAlgn="auto" hangingPunct="1" indent="-222250" latinLnBrk="0" lvl="0" marL="352425" marR="0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</a:pPr>
            <a:endParaRPr altLang="en-US" baseline="0" b="0" cap="none" dirty="0" sz="32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489" name="Rectangle 2"/>
          <p:cNvSpPr/>
          <p:nvPr/>
        </p:nvSpPr>
        <p:spPr>
          <a:xfrm>
            <a:off x="740579" y="1215136"/>
            <a:ext cx="10058908" cy="584775"/>
          </a:xfrm>
          <a:prstGeom prst="rect"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105549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91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4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54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54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18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0"/>
                                        <p:tgtEl>
                                          <p:spTgt spid="10554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1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3"/>
                                        <p:tgtEl>
                                          <p:spTgt spid="105548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4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6"/>
                                        <p:tgtEl>
                                          <p:spTgt spid="105548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7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8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9"/>
                                        <p:tgtEl>
                                          <p:spTgt spid="105548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0">
                      <p:stCondLst>
                        <p:cond delay="indefinite"/>
                      </p:stCondLst>
                      <p:childTnLst>
                        <p:par>
                          <p:cTn fill="hold" id="31">
                            <p:stCondLst>
                              <p:cond delay="0"/>
                            </p:stCondLst>
                            <p:childTnLst>
                              <p:par>
                                <p:cTn fill="hold" grpId="0" id="32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4"/>
                                        <p:tgtEl>
                                          <p:spTgt spid="1055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88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4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Internet history</a:t>
            </a:r>
            <a:endParaRPr dirty="0" sz="4400" lang="en-US"/>
          </a:p>
        </p:txBody>
      </p:sp>
      <p:sp>
        <p:nvSpPr>
          <p:cNvPr id="1055495" name="Rectangle 5"/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fontAlgn="auto" hangingPunct="1" indent="-388938" latinLnBrk="0" lvl="1" marL="519113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algn="l" defTabSz="914400" eaLnBrk="1" fontAlgn="auto" hangingPunct="1" indent="-234950" latinLnBrk="0" lvl="2" marL="812800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</a:pPr>
            <a:r>
              <a:rPr altLang="en-US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altLang="en-US" baseline="0" b="0" cap="none" sz="2400" i="0" kern="1200" kumimoji="0" lang="ja-JP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altLang="en-US" baseline="0" b="0" cap="none" sz="2400" i="0" kern="1200" kumimoji="0" lang="ja-JP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altLang="ja-JP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altLang="ja-JP" baseline="0" b="0" cap="none" dirty="0" sz="24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altLang="en-US" baseline="0" b="0" cap="none" dirty="0" sz="1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altLang="en-US" baseline="0" b="0" cap="none" dirty="0" sz="28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~18B devices attached to Internet </a:t>
            </a:r>
            <a:r>
              <a:rPr altLang="en-US" baseline="0" b="0" cap="none" dirty="0" sz="2000" i="0" kern="1200" kumimoji="0" lang="en-US" noProof="0" normalizeH="0" spc="0" strike="noStrike" u="none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algn="l" defTabSz="914400" eaLnBrk="1" fontAlgn="auto" hangingPunct="1" indent="-342900" latinLnBrk="0" lvl="0" marL="473075" marR="0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</a:pPr>
            <a:endParaRPr altLang="en-US" baseline="0" b="0" cap="none" dirty="0" sz="2800" i="0" kern="1200" kumimoji="0" lang="en-US" noProof="0" normalizeH="0" spc="0" strike="noStrike" u="none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55496" name="Rectangle 2"/>
          <p:cNvSpPr/>
          <p:nvPr/>
        </p:nvSpPr>
        <p:spPr>
          <a:xfrm>
            <a:off x="800333" y="1211969"/>
            <a:ext cx="6946069" cy="584775"/>
          </a:xfrm>
          <a:prstGeom prst="rect"/>
        </p:spPr>
        <p:txBody>
          <a:bodyPr wrap="none">
            <a:spAutoFit/>
          </a:bodyPr>
          <a:p>
            <a:pPr algn="l" defTabSz="914400" eaLnBrk="1" fontAlgn="auto" hangingPunct="1" indent="0" latinLnBrk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altLang="en-US" baseline="0" b="0" cap="none" dirty="0" sz="3200" i="1" kern="1200" kumimoji="0" lang="en-US" noProof="0" normalizeH="0" spc="0" strike="noStrike" u="none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105549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92</a:t>
            </a:fld>
            <a:endParaRPr dirty="0" lang="en-US"/>
          </a:p>
        </p:txBody>
      </p: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7"/>
                                        <p:tgtEl>
                                          <p:spTgt spid="10554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8">
                      <p:stCondLst>
                        <p:cond delay="indefinite"/>
                      </p:stCondLst>
                      <p:childTnLst>
                        <p:par>
                          <p:cTn fill="hold" id="9">
                            <p:stCondLst>
                              <p:cond delay="0"/>
                            </p:stCondLst>
                            <p:childTnLst>
                              <p:par>
                                <p:cTn fill="hold" id="1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2"/>
                                        <p:tgtEl>
                                          <p:spTgt spid="10554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3">
                      <p:stCondLst>
                        <p:cond delay="indefinite"/>
                      </p:stCondLst>
                      <p:childTnLst>
                        <p:par>
                          <p:cTn fill="hold" id="14">
                            <p:stCondLst>
                              <p:cond delay="0"/>
                            </p:stCondLst>
                            <p:childTnLst>
                              <p:par>
                                <p:cTn fill="hold" id="15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7"/>
                                        <p:tgtEl>
                                          <p:spTgt spid="10554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8">
                      <p:stCondLst>
                        <p:cond delay="indefinite"/>
                      </p:stCondLst>
                      <p:childTnLst>
                        <p:par>
                          <p:cTn fill="hold" id="19">
                            <p:stCondLst>
                              <p:cond delay="0"/>
                            </p:stCondLst>
                            <p:childTnLst>
                              <p:par>
                                <p:cTn fill="hold" id="20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1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2"/>
                                        <p:tgtEl>
                                          <p:spTgt spid="10554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id="23" nodeType="with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25"/>
                                        <p:tgtEl>
                                          <p:spTgt spid="10554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26">
                      <p:stCondLst>
                        <p:cond delay="indefinite"/>
                      </p:stCondLst>
                      <p:childTnLst>
                        <p:par>
                          <p:cTn fill="hold" id="27">
                            <p:stCondLst>
                              <p:cond delay="0"/>
                            </p:stCondLst>
                            <p:childTnLst>
                              <p:par>
                                <p:cTn fill="hold" id="2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2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0"/>
                                        <p:tgtEl>
                                          <p:spTgt spid="105549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1">
                      <p:stCondLst>
                        <p:cond delay="indefinite"/>
                      </p:stCondLst>
                      <p:childTnLst>
                        <p:par>
                          <p:cTn fill="hold" id="32">
                            <p:stCondLst>
                              <p:cond delay="0"/>
                            </p:stCondLst>
                            <p:childTnLst>
                              <p:par>
                                <p:cTn fill="hold" id="33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4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35"/>
                                        <p:tgtEl>
                                          <p:spTgt spid="105549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36">
                      <p:stCondLst>
                        <p:cond delay="indefinite"/>
                      </p:stCondLst>
                      <p:childTnLst>
                        <p:par>
                          <p:cTn fill="hold" id="37">
                            <p:stCondLst>
                              <p:cond delay="0"/>
                            </p:stCondLst>
                            <p:childTnLst>
                              <p:par>
                                <p:cTn fill="hold" id="38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39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40"/>
                                        <p:tgtEl>
                                          <p:spTgt spid="105549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1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Chapter 1: summary</a:t>
            </a:r>
            <a:endParaRPr dirty="0" sz="4400" lang="en-US"/>
          </a:p>
        </p:txBody>
      </p:sp>
      <p:sp>
        <p:nvSpPr>
          <p:cNvPr id="1055502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93</a:t>
            </a:fld>
            <a:endParaRPr dirty="0" lang="en-US"/>
          </a:p>
        </p:txBody>
      </p:sp>
      <p:sp>
        <p:nvSpPr>
          <p:cNvPr id="1055503" name="Rectangle 5"/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altLang="en-US" dirty="0" sz="320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altLang="ja-JP" dirty="0" sz="320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indent="-3556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Internet overview</a:t>
            </a:r>
          </a:p>
          <a:p>
            <a:pPr indent="-3556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what</a:t>
            </a:r>
            <a:r>
              <a:rPr altLang="en-US" lang="ja-JP">
                <a:ea typeface="ＭＳ Ｐゴシック" panose="020B0600070205080204" pitchFamily="34" charset="-128"/>
              </a:rPr>
              <a:t>’</a:t>
            </a:r>
            <a:r>
              <a:rPr altLang="ja-JP" dirty="0" lang="en-US">
                <a:ea typeface="ＭＳ Ｐゴシック" panose="020B0600070205080204" pitchFamily="34" charset="-128"/>
              </a:rPr>
              <a:t>s a protocol?</a:t>
            </a:r>
          </a:p>
          <a:p>
            <a:pPr indent="-3556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network edge, access network, core</a:t>
            </a:r>
          </a:p>
          <a:p>
            <a:pPr indent="-225425" lvl="1" marL="682625">
              <a:lnSpc>
                <a:spcPct val="80000"/>
              </a:lnSpc>
            </a:pPr>
            <a:r>
              <a:rPr altLang="en-US" dirty="0" sz="2800" lang="en-US">
                <a:ea typeface="Arial" panose="020B0604020202020204" pitchFamily="34" charset="0"/>
              </a:rPr>
              <a:t>packet-switching versus circuit-switching</a:t>
            </a:r>
          </a:p>
          <a:p>
            <a:pPr indent="-225425" lvl="1" marL="682625">
              <a:lnSpc>
                <a:spcPct val="80000"/>
              </a:lnSpc>
            </a:pPr>
            <a:r>
              <a:rPr altLang="en-US" dirty="0" sz="2800" lang="en-US">
                <a:ea typeface="Arial" panose="020B0604020202020204" pitchFamily="34" charset="0"/>
              </a:rPr>
              <a:t>Internet structure</a:t>
            </a:r>
          </a:p>
          <a:p>
            <a:pPr indent="-4064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performance: loss, delay, throughput</a:t>
            </a:r>
          </a:p>
          <a:p>
            <a:pPr indent="-4064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layering, service models</a:t>
            </a:r>
          </a:p>
          <a:p>
            <a:pPr indent="-4064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security</a:t>
            </a:r>
          </a:p>
          <a:p>
            <a:pPr indent="-406400" marL="473075">
              <a:lnSpc>
                <a:spcPct val="80000"/>
              </a:lnSpc>
            </a:pPr>
            <a:r>
              <a:rPr altLang="en-US" dirty="0" lang="en-US">
                <a:ea typeface="ＭＳ Ｐゴシック" panose="020B0600070205080204" pitchFamily="34" charset="-128"/>
              </a:rPr>
              <a:t>history</a:t>
            </a:r>
            <a:endParaRPr dirty="0" lang="en-US"/>
          </a:p>
        </p:txBody>
      </p:sp>
      <p:sp>
        <p:nvSpPr>
          <p:cNvPr id="1055504" name="Rectangle 4"/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altLang="en-US" dirty="0" sz="320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altLang="en-US" dirty="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indent="-355600" marL="473075"/>
            <a:r>
              <a:rPr altLang="en-US" dirty="0" sz="3200" lang="en-US">
                <a:ea typeface="ＭＳ Ｐゴシック" panose="020B0600070205080204" pitchFamily="34" charset="-128"/>
              </a:rPr>
              <a:t>context, overview, vocabulary,  “</a:t>
            </a:r>
            <a:r>
              <a:rPr altLang="ja-JP" dirty="0" sz="3200" lang="en-US">
                <a:ea typeface="ＭＳ Ｐゴシック" panose="020B0600070205080204" pitchFamily="34" charset="-128"/>
              </a:rPr>
              <a:t>feel” of networking</a:t>
            </a:r>
          </a:p>
          <a:p>
            <a:pPr indent="-355600" marL="473075"/>
            <a:r>
              <a:rPr altLang="en-US" dirty="0" sz="3200" lang="en-US">
                <a:ea typeface="ＭＳ Ｐゴシック" panose="020B0600070205080204" pitchFamily="34" charset="-128"/>
              </a:rPr>
              <a:t>more depth, detail, </a:t>
            </a:r>
            <a:r>
              <a:rPr altLang="en-US" dirty="0" sz="3200" i="1" lang="en-US">
                <a:ea typeface="ＭＳ Ｐゴシック" panose="020B0600070205080204" pitchFamily="34" charset="-128"/>
              </a:rPr>
              <a:t>and fun </a:t>
            </a:r>
            <a:r>
              <a:rPr altLang="en-US" dirty="0" sz="3200" lang="en-US">
                <a:ea typeface="ＭＳ Ｐゴシック" panose="020B0600070205080204" pitchFamily="34" charset="-128"/>
              </a:rPr>
              <a:t>to follow</a:t>
            </a:r>
            <a:r>
              <a:rPr altLang="en-US" dirty="0" sz="3200" i="1" lang="en-US">
                <a:ea typeface="ＭＳ Ｐゴシック" panose="020B0600070205080204" pitchFamily="34" charset="-128"/>
              </a:rPr>
              <a:t>!</a:t>
            </a:r>
            <a:endParaRPr altLang="en-US" dirty="0" sz="3200" 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8" name="Title 1"/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p>
            <a:pPr algn="ctr"/>
            <a:r>
              <a:rPr altLang="en-US" dirty="0" sz="4400" lang="en-US">
                <a:ea typeface="ＭＳ Ｐゴシック" panose="020B0600070205080204" pitchFamily="34" charset="-128"/>
              </a:rPr>
              <a:t>Additional Chapter 1 slides</a:t>
            </a:r>
            <a:endParaRPr dirty="0" sz="4400" lang="en-US"/>
          </a:p>
        </p:txBody>
      </p:sp>
      <p:sp>
        <p:nvSpPr>
          <p:cNvPr id="1055509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94</a:t>
            </a:fld>
            <a:endParaRPr dirty="0" lang="en-US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3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ISO/OSI reference </a:t>
            </a:r>
            <a:r>
              <a:rPr altLang="en-US" dirty="0" lang="en-US">
                <a:ea typeface="ＭＳ Ｐゴシック" panose="020B0600070205080204" pitchFamily="34" charset="-128"/>
              </a:rPr>
              <a:t>m</a:t>
            </a:r>
            <a:r>
              <a:rPr altLang="en-US" dirty="0" sz="4400" lang="en-US">
                <a:ea typeface="ＭＳ Ｐゴシック" panose="020B0600070205080204" pitchFamily="34" charset="-128"/>
              </a:rPr>
              <a:t>odel</a:t>
            </a:r>
            <a:endParaRPr dirty="0" sz="4400" lang="en-US"/>
          </a:p>
        </p:txBody>
      </p:sp>
      <p:sp>
        <p:nvSpPr>
          <p:cNvPr id="1055514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95</a:t>
            </a:fld>
            <a:endParaRPr dirty="0" lang="en-US"/>
          </a:p>
        </p:txBody>
      </p:sp>
      <p:sp>
        <p:nvSpPr>
          <p:cNvPr id="1055515" name="Rectangle 5"/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/>
        </p:spPr>
        <p:txBody>
          <a:bodyPr bIns="45720" lIns="91440" rIns="91440" rtlCol="0" tIns="45720" vert="horz">
            <a:normAutofit/>
          </a:bodyPr>
          <a:lstStyle>
            <a:lvl1pPr algn="l" defTabSz="914400" eaLnBrk="1" hangingPunct="1" indent="-222250" latinLnBrk="0" marL="352425" rtl="0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indent="-231775" latinLnBrk="0" marL="695325" rtl="0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indent="-228600" latinLnBrk="0" marL="1143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indent="-228600" latinLnBrk="0" marL="1600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indent="-228600" latinLnBrk="0" marL="20574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indent="-228600" latinLnBrk="0" marL="25146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indent="-228600" latinLnBrk="0" marL="29718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indent="-228600" latinLnBrk="0" marL="34290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indent="-228600" latinLnBrk="0" marL="3886200" rtl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marL="0">
              <a:buNone/>
            </a:pPr>
            <a:r>
              <a:rPr altLang="en-US" dirty="0" sz="3200" lang="en-US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indent="-287338" marL="287338"/>
            <a:r>
              <a:rPr altLang="en-US" dirty="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altLang="en-US" dirty="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altLang="en-US" dirty="0" lang="en-US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indent="-287338" marL="287338"/>
            <a:r>
              <a:rPr altLang="en-US" dirty="0" i="1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altLang="en-US" dirty="0" lang="en-US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altLang="en-US" dirty="0" lang="en-US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indent="-287338" marL="287338"/>
            <a:r>
              <a:rPr altLang="en-US" dirty="0" lang="en-US">
                <a:ea typeface="ＭＳ Ｐゴシック" panose="020B0600070205080204" pitchFamily="34" charset="-128"/>
              </a:rPr>
              <a:t>Internet stack “</a:t>
            </a:r>
            <a:r>
              <a:rPr altLang="ja-JP" dirty="0" lang="en-US">
                <a:ea typeface="ＭＳ Ｐゴシック" panose="020B0600070205080204" pitchFamily="34" charset="-128"/>
              </a:rPr>
              <a:t>missing” these layers!</a:t>
            </a: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these services, </a:t>
            </a:r>
            <a:r>
              <a:rPr altLang="en-US" dirty="0" sz="2800" i="1" lang="en-US">
                <a:ea typeface="Arial" panose="020B0604020202020204" pitchFamily="34" charset="0"/>
              </a:rPr>
              <a:t>if needed,</a:t>
            </a:r>
            <a:r>
              <a:rPr altLang="en-US" dirty="0" sz="2800" lang="en-US">
                <a:ea typeface="Arial" panose="020B0604020202020204" pitchFamily="34" charset="0"/>
              </a:rPr>
              <a:t> must be implemented in application</a:t>
            </a:r>
          </a:p>
          <a:p>
            <a:pPr indent="-225425" lvl="1" marL="682625"/>
            <a:r>
              <a:rPr altLang="en-US" dirty="0" sz="2800" lang="en-US">
                <a:ea typeface="Arial" panose="020B0604020202020204" pitchFamily="34" charset="0"/>
              </a:rPr>
              <a:t>needed?</a:t>
            </a:r>
            <a:endParaRPr altLang="en-US" dirty="0" sz="2800" lang="en-US">
              <a:ea typeface="ＭＳ Ｐゴシック" panose="020B0600070205080204" pitchFamily="34" charset="-128"/>
            </a:endParaRPr>
          </a:p>
        </p:txBody>
      </p:sp>
      <p:sp>
        <p:nvSpPr>
          <p:cNvPr id="1055516" name="Rectangle 2"/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/>
          <a:solidFill>
            <a:srgbClr val="000099"/>
          </a:solidFill>
          <a:ln>
            <a:noFill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altLang="en-US" dirty="0" lang="en-US">
              <a:latin typeface="Times New Roman" panose="02020603050405020304" pitchFamily="18" charset="0"/>
            </a:endParaRPr>
          </a:p>
        </p:txBody>
      </p:sp>
      <p:sp>
        <p:nvSpPr>
          <p:cNvPr id="1055517" name="Rectangle 6"/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/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anchor="ctr" wrap="none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altLang="en-US" dirty="0" lang="en-US">
              <a:latin typeface="Times New Roman" panose="02020603050405020304" pitchFamily="18" charset="0"/>
            </a:endParaRPr>
          </a:p>
        </p:txBody>
      </p:sp>
      <p:sp>
        <p:nvSpPr>
          <p:cNvPr id="1055518" name="Text Box 7"/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/>
          <a:noFill/>
          <a:ln>
            <a:noFill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indent="-285750" marL="7429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indent="-228600" marL="11430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indent="-228600" marL="1600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indent="-228600" marL="20574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eaLnBrk="0" fontAlgn="base" hangingPunct="0" indent="-228600" marL="25146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eaLnBrk="0" fontAlgn="base" hangingPunct="0" indent="-228600" marL="29718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eaLnBrk="0" fontAlgn="base" hangingPunct="0" indent="-228600" marL="34290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eaLnBrk="0" fontAlgn="base" hangingPunct="0" indent="-228600" marL="388620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altLang="en-US" dirty="0" lang="en-US"/>
              <a:t>application</a:t>
            </a:r>
          </a:p>
          <a:p>
            <a:pPr algn="ctr">
              <a:lnSpc>
                <a:spcPct val="70000"/>
              </a:lnSpc>
            </a:pPr>
            <a:endParaRPr altLang="en-US" dirty="0" lang="en-US"/>
          </a:p>
          <a:p>
            <a:pPr algn="ctr">
              <a:lnSpc>
                <a:spcPct val="70000"/>
              </a:lnSpc>
            </a:pPr>
            <a:r>
              <a:rPr altLang="en-US" dirty="0" lang="en-US"/>
              <a:t>presentation</a:t>
            </a:r>
          </a:p>
          <a:p>
            <a:pPr algn="ctr">
              <a:lnSpc>
                <a:spcPct val="70000"/>
              </a:lnSpc>
            </a:pPr>
            <a:endParaRPr altLang="en-US" dirty="0" lang="en-US"/>
          </a:p>
          <a:p>
            <a:pPr algn="ctr">
              <a:lnSpc>
                <a:spcPct val="70000"/>
              </a:lnSpc>
            </a:pPr>
            <a:r>
              <a:rPr altLang="en-US" dirty="0" lang="en-US"/>
              <a:t>session</a:t>
            </a:r>
          </a:p>
          <a:p>
            <a:pPr algn="ctr">
              <a:lnSpc>
                <a:spcPct val="70000"/>
              </a:lnSpc>
            </a:pPr>
            <a:endParaRPr altLang="en-US" dirty="0" lang="en-US"/>
          </a:p>
          <a:p>
            <a:pPr algn="ctr">
              <a:lnSpc>
                <a:spcPct val="70000"/>
              </a:lnSpc>
            </a:pPr>
            <a:r>
              <a:rPr altLang="en-US" dirty="0" lang="en-US"/>
              <a:t>transport</a:t>
            </a:r>
          </a:p>
          <a:p>
            <a:pPr algn="ctr">
              <a:lnSpc>
                <a:spcPct val="70000"/>
              </a:lnSpc>
            </a:pPr>
            <a:endParaRPr altLang="en-US" dirty="0" lang="en-US"/>
          </a:p>
          <a:p>
            <a:pPr algn="ctr">
              <a:lnSpc>
                <a:spcPct val="70000"/>
              </a:lnSpc>
            </a:pPr>
            <a:r>
              <a:rPr altLang="en-US" dirty="0" lang="en-US"/>
              <a:t>network</a:t>
            </a:r>
          </a:p>
          <a:p>
            <a:pPr algn="ctr">
              <a:lnSpc>
                <a:spcPct val="70000"/>
              </a:lnSpc>
            </a:pPr>
            <a:endParaRPr altLang="en-US" dirty="0" lang="en-US"/>
          </a:p>
          <a:p>
            <a:pPr algn="ctr">
              <a:lnSpc>
                <a:spcPct val="70000"/>
              </a:lnSpc>
            </a:pPr>
            <a:r>
              <a:rPr altLang="en-US" dirty="0" lang="en-US"/>
              <a:t>link</a:t>
            </a:r>
          </a:p>
          <a:p>
            <a:pPr algn="ctr">
              <a:lnSpc>
                <a:spcPct val="70000"/>
              </a:lnSpc>
            </a:pPr>
            <a:endParaRPr altLang="en-US" dirty="0" lang="en-US"/>
          </a:p>
          <a:p>
            <a:pPr algn="ctr">
              <a:lnSpc>
                <a:spcPct val="70000"/>
              </a:lnSpc>
            </a:pPr>
            <a:r>
              <a:rPr altLang="en-US" dirty="0" lang="en-US"/>
              <a:t>physical</a:t>
            </a:r>
          </a:p>
        </p:txBody>
      </p:sp>
      <p:sp>
        <p:nvSpPr>
          <p:cNvPr id="1055519" name="Line 8"/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endParaRPr dirty="0" lang="en-US"/>
          </a:p>
        </p:txBody>
      </p:sp>
      <p:sp>
        <p:nvSpPr>
          <p:cNvPr id="1055520" name="Line 9"/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endParaRPr dirty="0" lang="en-US"/>
          </a:p>
        </p:txBody>
      </p:sp>
      <p:sp>
        <p:nvSpPr>
          <p:cNvPr id="1055521" name="Line 10"/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endParaRPr dirty="0" lang="en-US"/>
          </a:p>
        </p:txBody>
      </p:sp>
      <p:sp>
        <p:nvSpPr>
          <p:cNvPr id="1055522" name="Line 11"/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endParaRPr dirty="0" lang="en-US"/>
          </a:p>
        </p:txBody>
      </p:sp>
      <p:sp>
        <p:nvSpPr>
          <p:cNvPr id="1055523" name="Line 12"/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endParaRPr dirty="0" lang="en-US"/>
          </a:p>
        </p:txBody>
      </p:sp>
      <p:sp>
        <p:nvSpPr>
          <p:cNvPr id="1055524" name="Line 13"/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/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anchor="ctr" wrap="none"/>
          <a:p>
            <a:endParaRPr dirty="0" lang="en-US"/>
          </a:p>
        </p:txBody>
      </p:sp>
      <p:sp>
        <p:nvSpPr>
          <p:cNvPr id="1055525" name="TextBox 3"/>
          <p:cNvSpPr txBox="1"/>
          <p:nvPr/>
        </p:nvSpPr>
        <p:spPr>
          <a:xfrm>
            <a:off x="8246534" y="5352939"/>
            <a:ext cx="2466444" cy="646331"/>
          </a:xfrm>
          <a:prstGeom prst="rect"/>
          <a:noFill/>
        </p:spPr>
        <p:txBody>
          <a:bodyPr rtlCol="0" wrap="none">
            <a:spAutoFit/>
          </a:bodyPr>
          <a:p>
            <a:pPr algn="ctr"/>
            <a:r>
              <a:rPr dirty="0" lang="en-US"/>
              <a:t>The seven layer OSI/ISO </a:t>
            </a:r>
          </a:p>
          <a:p>
            <a:pPr algn="ctr"/>
            <a:r>
              <a:rPr dirty="0" lang="en-US"/>
              <a:t>reference model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29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p>
            <a:r>
              <a:rPr altLang="en-US" dirty="0" sz="4400" lang="en-US">
                <a:ea typeface="ＭＳ Ｐゴシック" panose="020B0600070205080204" pitchFamily="34" charset="-128"/>
              </a:rPr>
              <a:t>Wireshark</a:t>
            </a:r>
            <a:endParaRPr dirty="0" sz="4400" lang="en-US"/>
          </a:p>
        </p:txBody>
      </p:sp>
      <p:sp>
        <p:nvSpPr>
          <p:cNvPr id="1055530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p>
            <a:r>
              <a:rPr dirty="0" lang="en-US"/>
              <a:t>Introduction: 1-</a:t>
            </a:r>
            <a:fld id="{C4204591-24BD-A542-B9D5-F8D8A88D2FEE}" type="slidenum">
              <a:rPr lang="en-US" smtClean="0"/>
              <a:t>96</a:t>
            </a:fld>
            <a:endParaRPr dirty="0" lang="en-US"/>
          </a:p>
        </p:txBody>
      </p:sp>
      <p:grpSp>
        <p:nvGrpSpPr>
          <p:cNvPr id="2051" name="Group 8"/>
          <p:cNvGrpSpPr/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55531" name="Freeform 9"/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</a:gradFill>
            <a:ln>
              <a:noFill/>
            </a:ln>
          </p:spPr>
          <p:txBody>
            <a:bodyPr anchor="ctr"/>
            <a:p>
              <a:pPr algn="ctr"/>
              <a:endParaRPr dirty="0"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55532" name="Rectangle 10"/>
            <p:cNvSpPr/>
            <p:nvPr/>
          </p:nvSpPr>
          <p:spPr bwMode="auto">
            <a:xfrm>
              <a:off x="1243947" y="353539"/>
              <a:ext cx="5224120" cy="3430489"/>
            </a:xfrm>
            <a:prstGeom prst="rect"/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p>
              <a:endParaRPr dirty="0"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2097737" name="Picture 12" descr="segment.png"/>
          <p:cNvPicPr>
            <a:picLocks noChangeAspect="1"/>
          </p:cNvPicPr>
          <p:nvPr/>
        </p:nvPicPr>
        <p:blipFill>
          <a:blip xmlns:r="http://schemas.openxmlformats.org/officeDocument/2006/relationships" r:embed="rId1"/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/>
          <a:noFill/>
          <a:ln>
            <a:noFill/>
          </a:ln>
        </p:spPr>
      </p:pic>
      <p:pic>
        <p:nvPicPr>
          <p:cNvPr id="2097738" name="Picture 120" descr="access_point_stylized_small"/>
          <p:cNvPicPr>
            <a:picLocks noChangeAspect="1" noChangeArrowheads="1"/>
          </p:cNvPicPr>
          <p:nvPr/>
        </p:nvPicPr>
        <p:blipFill>
          <a:blip xmlns:r="http://schemas.openxmlformats.org/officeDocument/2006/relationships" r:embed="rId2"/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/>
          <a:noFill/>
          <a:ln>
            <a:noFill/>
          </a:ln>
        </p:spPr>
      </p:pic>
      <p:pic>
        <p:nvPicPr>
          <p:cNvPr id="2097739" name="Picture 10" descr="ethernet.png"/>
          <p:cNvPicPr>
            <a:picLocks noChangeAspect="1"/>
          </p:cNvPicPr>
          <p:nvPr/>
        </p:nvPicPr>
        <p:blipFill>
          <a:blip xmlns:r="http://schemas.openxmlformats.org/officeDocument/2006/relationships" r:embed="rId3"/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/>
          <a:noFill/>
          <a:ln>
            <a:noFill/>
          </a:ln>
        </p:spPr>
      </p:pic>
      <p:pic>
        <p:nvPicPr>
          <p:cNvPr id="2097740" name="Picture 11" descr="ethernet.png"/>
          <p:cNvPicPr>
            <a:picLocks noChangeAspect="1"/>
          </p:cNvPicPr>
          <p:nvPr/>
        </p:nvPicPr>
        <p:blipFill>
          <a:blip xmlns:r="http://schemas.openxmlformats.org/officeDocument/2006/relationships" r:embed="rId3"/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/>
          <a:noFill/>
          <a:ln>
            <a:noFill/>
          </a:ln>
        </p:spPr>
      </p:pic>
      <p:pic>
        <p:nvPicPr>
          <p:cNvPr id="2097741" name="Picture 20" descr="ethernet.png"/>
          <p:cNvPicPr>
            <a:picLocks noChangeAspect="1"/>
          </p:cNvPicPr>
          <p:nvPr/>
        </p:nvPicPr>
        <p:blipFill>
          <a:blip xmlns:r="http://schemas.openxmlformats.org/officeDocument/2006/relationships" r:embed="rId3"/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/>
          <a:noFill/>
          <a:ln>
            <a:noFill/>
          </a:ln>
        </p:spPr>
      </p:pic>
      <p:grpSp>
        <p:nvGrpSpPr>
          <p:cNvPr id="2052" name="Group 17"/>
          <p:cNvGrpSpPr/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3146528" name="Straight Connector 46"/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/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</p:spPr>
        </p:cxnSp>
        <p:grpSp>
          <p:nvGrpSpPr>
            <p:cNvPr id="2053" name="Group 31"/>
            <p:cNvGrpSpPr/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1055533" name="Rectangle 26"/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/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algn="tl" blurRad="50800" dir="2700000" dist="38100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p>
                <a:endParaRPr dirty="0"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5534" name="TextBox 26"/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altLang="en-US" dirty="0" sz="1600" lang="en-US"/>
                  <a:t>Transport</a:t>
                </a:r>
                <a:r>
                  <a:rPr altLang="en-US" dirty="0" sz="1400" lang="en-US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altLang="en-US" dirty="0" sz="1600" lang="en-US"/>
                  <a:t>Network</a:t>
                </a:r>
                <a:r>
                  <a:rPr altLang="en-US" dirty="0" sz="1400" lang="en-US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altLang="en-US" dirty="0" sz="1600" lang="en-US"/>
                  <a:t>Link</a:t>
                </a:r>
                <a:r>
                  <a:rPr altLang="en-US" dirty="0" sz="1400" lang="en-US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altLang="en-US" dirty="0" sz="1600" lang="en-US"/>
                  <a:t>Physical</a:t>
                </a:r>
              </a:p>
            </p:txBody>
          </p:sp>
          <p:cxnSp>
            <p:nvCxnSpPr>
              <p:cNvPr id="3146529" name="Straight Connector 28"/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</p:cxnSp>
          <p:cxnSp>
            <p:nvCxnSpPr>
              <p:cNvPr id="3146530" name="Straight Connector 29"/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</p:cxnSp>
          <p:cxnSp>
            <p:nvCxnSpPr>
              <p:cNvPr id="3146531" name="Straight Connector 30"/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/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</p:cxnSp>
        </p:grpSp>
        <p:grpSp>
          <p:nvGrpSpPr>
            <p:cNvPr id="2054" name="Group 35"/>
            <p:cNvGrpSpPr/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1055535" name="Rectangle 24"/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/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algn="tl" blurRad="50800" dir="2700000" dist="38100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p>
                <a:endParaRPr dirty="0"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055536" name="TextBox 34"/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/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altLang="en-US" dirty="0" sz="1600" lang="en-US"/>
                  <a:t>application</a:t>
                </a:r>
              </a:p>
              <a:p>
                <a:pPr algn="ctr"/>
                <a:r>
                  <a:rPr altLang="en-US" dirty="0" sz="1600" lang="en-US"/>
                  <a:t>(www browser, </a:t>
                </a:r>
              </a:p>
              <a:p>
                <a:pPr algn="ctr"/>
                <a:r>
                  <a:rPr altLang="en-US" dirty="0" sz="1600" lang="en-US"/>
                  <a:t>email client</a:t>
                </a:r>
                <a:r>
                  <a:rPr altLang="en-US" dirty="0" sz="2000" lang="en-US"/>
                  <a:t>)</a:t>
                </a:r>
              </a:p>
            </p:txBody>
          </p:sp>
        </p:grpSp>
        <p:cxnSp>
          <p:nvCxnSpPr>
            <p:cNvPr id="3146532" name="Straight Connector 37"/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</p:cxnSp>
        <p:sp>
          <p:nvSpPr>
            <p:cNvPr id="1055537" name="TextBox 38"/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altLang="en-US" dirty="0" sz="1400" lang="en-US"/>
                <a:t>application</a:t>
              </a:r>
            </a:p>
          </p:txBody>
        </p:sp>
        <p:sp>
          <p:nvSpPr>
            <p:cNvPr id="1055538" name="TextBox 39"/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/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altLang="en-US" dirty="0" sz="1400" lang="en-US"/>
                <a:t>OS</a:t>
              </a:r>
            </a:p>
          </p:txBody>
        </p:sp>
      </p:grpSp>
      <p:grpSp>
        <p:nvGrpSpPr>
          <p:cNvPr id="2055" name="Group 31"/>
          <p:cNvGrpSpPr/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2056" name="Group 44"/>
            <p:cNvGrpSpPr/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2057" name="Group 22"/>
              <p:cNvGrpSpPr/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1055539" name="Rectangle 43"/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/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algn="tl" blurRad="50800" dir="2700000" dist="38100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p>
                  <a:endParaRPr dirty="0"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1055540" name="TextBox 14"/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/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altLang="en-US" dirty="0" sz="2000" lang="en-US"/>
                    <a:t>packet</a:t>
                  </a:r>
                </a:p>
                <a:p>
                  <a:pPr algn="ctr"/>
                  <a:r>
                    <a:rPr altLang="en-US" dirty="0" sz="2000" lang="en-US"/>
                    <a:t>capture</a:t>
                  </a:r>
                </a:p>
                <a:p>
                  <a:pPr algn="ctr"/>
                  <a:r>
                    <a:rPr altLang="en-US" dirty="0" sz="2000" lang="en-US"/>
                    <a:t>(pcap)</a:t>
                  </a:r>
                </a:p>
              </p:txBody>
            </p:sp>
          </p:grpSp>
          <p:grpSp>
            <p:nvGrpSpPr>
              <p:cNvPr id="2058" name="Group 23"/>
              <p:cNvGrpSpPr/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1055541" name="Rectangle 41"/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/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algn="tl" blurRad="50800" dir="2700000" dist="38100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p>
                  <a:endParaRPr dirty="0"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1055542" name="TextBox 16"/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/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indent="-285750" marL="7429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indent="-228600" marL="11430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indent="-228600" marL="16002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indent="-228600" marL="20574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eaLnBrk="0" fontAlgn="base" hangingPunct="0" indent="-228600" marL="25146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eaLnBrk="0" fontAlgn="base" hangingPunct="0" indent="-228600" marL="29718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eaLnBrk="0" fontAlgn="base" hangingPunct="0" indent="-228600" marL="34290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eaLnBrk="0" fontAlgn="base" hangingPunct="0" indent="-228600" marL="388620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altLang="en-US" dirty="0" sz="2000" lang="en-US"/>
                    <a:t>packet</a:t>
                  </a:r>
                </a:p>
                <a:p>
                  <a:pPr algn="ctr"/>
                  <a:r>
                    <a:rPr altLang="en-US" dirty="0" sz="2000" lang="en-US"/>
                    <a:t>analyzer</a:t>
                  </a:r>
                </a:p>
              </p:txBody>
            </p:sp>
          </p:grpSp>
          <p:sp>
            <p:nvSpPr>
              <p:cNvPr id="1055543" name="Rectangle 42"/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/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indent="-285750" marL="7429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indent="-228600" marL="11430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indent="-228600" marL="16002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indent="-228600" marL="20574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eaLnBrk="0" fontAlgn="base" hangingPunct="0" indent="-228600" marL="25146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eaLnBrk="0" fontAlgn="base" hangingPunct="0" indent="-228600" marL="29718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eaLnBrk="0" fontAlgn="base" hangingPunct="0" indent="-228600" marL="34290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eaLnBrk="0" fontAlgn="base" hangingPunct="0" indent="-228600" marL="388620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altLang="en-US" dirty="0" lang="en-US"/>
              </a:p>
            </p:txBody>
          </p:sp>
          <p:pic>
            <p:nvPicPr>
              <p:cNvPr id="2097742" name="Picture 43"/>
              <p:cNvPicPr>
                <a:picLocks noChangeAspect="1"/>
              </p:cNvPicPr>
              <p:nvPr/>
            </p:nvPicPr>
            <p:blipFill>
              <a:blip xmlns:r="http://schemas.openxmlformats.org/officeDocument/2006/relationships" r:embed="rId4"/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/>
              <a:noFill/>
              <a:ln>
                <a:noFill/>
              </a:ln>
            </p:spPr>
          </p:pic>
        </p:grpSp>
        <p:cxnSp>
          <p:nvCxnSpPr>
            <p:cNvPr id="3146533" name="Straight Connector 47"/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/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</p:spPr>
        </p:cxnSp>
        <p:cxnSp>
          <p:nvCxnSpPr>
            <p:cNvPr id="3146534" name="Straight Connector 50"/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/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</p:spPr>
        </p:cxnSp>
        <p:sp>
          <p:nvSpPr>
            <p:cNvPr id="1055544" name="TextBox 56"/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/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indent="-285750" marL="7429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indent="-228600" marL="11430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indent="-228600" marL="16002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indent="-228600" marL="20574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eaLnBrk="0" fontAlgn="base" hangingPunct="0" indent="-228600" marL="25146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eaLnBrk="0" fontAlgn="base" hangingPunct="0" indent="-228600" marL="29718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eaLnBrk="0" fontAlgn="base" hangingPunct="0" indent="-228600" marL="34290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eaLnBrk="0" fontAlgn="base" hangingPunct="0" indent="-228600" marL="388620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altLang="en-US" dirty="0" sz="1200" lang="en-US"/>
                <a:t>copy of all Ethernet frames sent/received</a:t>
              </a:r>
            </a:p>
          </p:txBody>
        </p:sp>
        <p:cxnSp>
          <p:nvCxnSpPr>
            <p:cNvPr id="3146535" name="Straight Connector 64"/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/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</p:spPr>
        </p:cxnSp>
      </p:grpSp>
      <p:grpSp>
        <p:nvGrpSpPr>
          <p:cNvPr id="2059" name="Group 48"/>
          <p:cNvGrpSpPr/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2097743" name="Picture 49" descr="desktop_computer_stylized_medium"/>
            <p:cNvPicPr>
              <a:picLocks noChangeAspect="1" noChangeArrowheads="1"/>
            </p:cNvPicPr>
            <p:nvPr/>
          </p:nvPicPr>
          <p:blipFill>
            <a:blip xmlns:r="http://schemas.openxmlformats.org/officeDocument/2006/relationships" r:embed="rId5"/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/>
            <a:noFill/>
            <a:ln>
              <a:noFill/>
            </a:ln>
          </p:spPr>
        </p:pic>
        <p:sp>
          <p:nvSpPr>
            <p:cNvPr id="1055545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</p:spPr>
          <p:txBody>
            <a:bodyPr wrap="none"/>
            <a:p>
              <a:endParaRPr dirty="0" lang="en-US"/>
            </a:p>
          </p:txBody>
        </p:sp>
      </p:grpSp>
    </p:spTree>
  </p:cSld>
  <p:clrMapOvr>
    <a:masterClrMapping/>
  </p:clrMapOvr>
  <p:timing>
    <p:tnLst>
      <p:par>
        <p:cTn dur="indefinite" id="1" nodeType="tmRoot" restart="never">
          <p:childTnLst>
            <p:seq concurrent="1" nextAc="seek">
              <p:cTn dur="indefinite" id="2" nodeType="mainSeq">
                <p:childTnLst>
                  <p:par>
                    <p:cTn fill="hold" id="3">
                      <p:stCondLst>
                        <p:cond delay="indefinite"/>
                      </p:stCondLst>
                      <p:childTnLst>
                        <p:par>
                          <p:cTn fill="hold" id="4">
                            <p:stCondLst>
                              <p:cond delay="0"/>
                            </p:stCondLst>
                            <p:childTnLst>
                              <p:par>
                                <p:cTn fill="hold" id="5" nodeType="clickEffect" presetClass="entr" presetID="2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6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dur="500" id="7"/>
                                        <p:tgtEl>
                                          <p:spTgt spid="2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 id="8">
                            <p:stCondLst>
                              <p:cond delay="500"/>
                            </p:stCondLst>
                            <p:childTnLst>
                              <p:par>
                                <p:cTn fill="hold" id="9" nodeType="after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1"/>
                                        <p:tgtEl>
                                          <p:spTgt spid="2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 id="12">
                      <p:stCondLst>
                        <p:cond delay="indefinite"/>
                      </p:stCondLst>
                      <p:childTnLst>
                        <p:par>
                          <p:cTn fill="hold" id="13">
                            <p:stCondLst>
                              <p:cond delay="0"/>
                            </p:stCondLst>
                            <p:childTnLst>
                              <p:par>
                                <p:cTn fill="hold" id="14" nodeType="clickEffect" presetClass="entr" presetID="9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 id="15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dur="500" id="16"/>
                                        <p:tgtEl>
                                          <p:spTgt spid="2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2.xml><?xml version="1.0" encoding="utf-8"?>
<a:theme xmlns:a="http://schemas.openxmlformats.org/drawingml/2006/main" name="Office Theme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Properties xmlns="http://schemas.openxmlformats.org/officeDocument/2006/extended-properties">
  <Application>Microsoft Office PowerPoint</Application>
  <ScaleCrop>0</ScaleCrop>
  <LinksUpToDate>0</LinksUpToDate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>
  <dc:title>PowerPoint Presentation</dc:title>
  <dc:creator>James Kurose</dc:creator>
  <cp:lastModifiedBy>Dell</cp:lastModifiedBy>
  <dcterms:created xsi:type="dcterms:W3CDTF">2020-01-17T21:24:59Z</dcterms:created>
  <dcterms:modified xsi:type="dcterms:W3CDTF">2025-01-20T17:15:23Z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71c1f85bd946428ba0521a433191a659</vt:lpwstr>
  </property>
</Properties>
</file>