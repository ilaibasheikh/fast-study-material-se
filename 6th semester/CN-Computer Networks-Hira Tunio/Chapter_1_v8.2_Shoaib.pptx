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88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976" r:id="rId19"/>
    <p:sldId id="975" r:id="rId20"/>
    <p:sldId id="1195" r:id="rId21"/>
    <p:sldId id="977" r:id="rId22"/>
    <p:sldId id="978" r:id="rId23"/>
    <p:sldId id="979" r:id="rId24"/>
    <p:sldId id="980" r:id="rId25"/>
    <p:sldId id="968" r:id="rId26"/>
    <p:sldId id="982" r:id="rId27"/>
    <p:sldId id="985" r:id="rId28"/>
    <p:sldId id="1201" r:id="rId29"/>
    <p:sldId id="1202" r:id="rId30"/>
    <p:sldId id="983" r:id="rId31"/>
    <p:sldId id="1193" r:id="rId32"/>
    <p:sldId id="1194" r:id="rId33"/>
    <p:sldId id="986" r:id="rId34"/>
    <p:sldId id="987" r:id="rId35"/>
    <p:sldId id="988" r:id="rId36"/>
    <p:sldId id="989" r:id="rId37"/>
    <p:sldId id="991" r:id="rId38"/>
    <p:sldId id="992" r:id="rId39"/>
    <p:sldId id="995" r:id="rId40"/>
    <p:sldId id="994" r:id="rId41"/>
    <p:sldId id="996" r:id="rId42"/>
    <p:sldId id="997" r:id="rId43"/>
    <p:sldId id="998" r:id="rId44"/>
    <p:sldId id="999" r:id="rId45"/>
    <p:sldId id="1000" r:id="rId46"/>
    <p:sldId id="1002" r:id="rId47"/>
    <p:sldId id="1003" r:id="rId48"/>
    <p:sldId id="1004" r:id="rId49"/>
    <p:sldId id="1005" r:id="rId50"/>
    <p:sldId id="1006" r:id="rId51"/>
    <p:sldId id="1007" r:id="rId52"/>
    <p:sldId id="1008" r:id="rId53"/>
    <p:sldId id="1009" r:id="rId54"/>
    <p:sldId id="1010" r:id="rId55"/>
    <p:sldId id="1011" r:id="rId56"/>
    <p:sldId id="1012" r:id="rId57"/>
    <p:sldId id="1013" r:id="rId58"/>
    <p:sldId id="1014" r:id="rId59"/>
    <p:sldId id="1015" r:id="rId60"/>
    <p:sldId id="1217" r:id="rId61"/>
    <p:sldId id="1017" r:id="rId62"/>
    <p:sldId id="1021" r:id="rId63"/>
    <p:sldId id="1022" r:id="rId64"/>
    <p:sldId id="1020" r:id="rId65"/>
    <p:sldId id="1206" r:id="rId66"/>
    <p:sldId id="1023" r:id="rId67"/>
    <p:sldId id="1025" r:id="rId68"/>
    <p:sldId id="1026" r:id="rId69"/>
    <p:sldId id="1027" r:id="rId70"/>
    <p:sldId id="1028" r:id="rId71"/>
    <p:sldId id="1029" r:id="rId72"/>
    <p:sldId id="1208" r:id="rId73"/>
    <p:sldId id="1209" r:id="rId74"/>
    <p:sldId id="1216" r:id="rId75"/>
    <p:sldId id="1228" r:id="rId76"/>
    <p:sldId id="1252" r:id="rId77"/>
    <p:sldId id="1030" r:id="rId78"/>
    <p:sldId id="1040" r:id="rId79"/>
    <p:sldId id="1212" r:id="rId80"/>
    <p:sldId id="1031" r:id="rId81"/>
    <p:sldId id="1032" r:id="rId82"/>
    <p:sldId id="1033" r:id="rId83"/>
    <p:sldId id="1034" r:id="rId84"/>
    <p:sldId id="1036" r:id="rId85"/>
    <p:sldId id="1035" r:id="rId86"/>
    <p:sldId id="1037" r:id="rId8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5593"/>
    <p:restoredTop sz="94364" autoAdjust="0"/>
  </p:normalViewPr>
  <p:slideViewPr>
    <p:cSldViewPr snapToGrid="0" snapToObjects="1">
      <p:cViewPr varScale="1">
        <p:scale>
          <a:sx n="68" d="100"/>
          <a:sy n="68" d="100"/>
        </p:scale>
        <p:origin x="384" y="72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presProps" Target="pres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viewProps" Target="viewProps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notesMaster" Target="notesMasters/notesMaster1.xml"/><Relationship Id="rId9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tableStyles" Target="tableStyle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9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1/25/2025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(8.2)Version History</a:t>
            </a:r>
          </a:p>
          <a:p>
            <a:endParaRPr lang="en-US" dirty="0"/>
          </a:p>
          <a:p>
            <a:r>
              <a:rPr lang="en-US" dirty="0"/>
              <a:t>7.2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2020 (8.0)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titles in a lighter font</a:t>
            </a:r>
          </a:p>
          <a:p>
            <a:pPr marL="0" indent="0">
              <a:buFontTx/>
              <a:buNone/>
            </a:pPr>
            <a:r>
              <a:rPr lang="en-US" dirty="0"/>
              <a:t>Sept 2020 (8.1)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Added ~7 new slides, in particular: data center slide; routing versus forwarding; security line of defense; several on encapsulation and layers (this section is a lot better now).  Other relative minor changes throughout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2023 (8.2)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 few minor updates (mostly speeds, technology details)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0728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660290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14016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66398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4980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619275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920421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5800613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0158130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jpeg"/><Relationship Id="rId13" Type="http://schemas.openxmlformats.org/officeDocument/2006/relationships/image" Target="../media/image33.png"/><Relationship Id="rId18" Type="http://schemas.openxmlformats.org/officeDocument/2006/relationships/image" Target="../media/image38.jpeg"/><Relationship Id="rId3" Type="http://schemas.openxmlformats.org/officeDocument/2006/relationships/notesSlide" Target="../notesSlides/notesSlide4.xml"/><Relationship Id="rId21" Type="http://schemas.openxmlformats.org/officeDocument/2006/relationships/image" Target="../media/image41.png"/><Relationship Id="rId7" Type="http://schemas.openxmlformats.org/officeDocument/2006/relationships/image" Target="../media/image29.png"/><Relationship Id="rId12" Type="http://schemas.openxmlformats.org/officeDocument/2006/relationships/image" Target="../media/image32.png"/><Relationship Id="rId17" Type="http://schemas.openxmlformats.org/officeDocument/2006/relationships/image" Target="../media/image37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36.png"/><Relationship Id="rId20" Type="http://schemas.openxmlformats.org/officeDocument/2006/relationships/image" Target="../media/image40.png"/><Relationship Id="rId1" Type="http://schemas.openxmlformats.org/officeDocument/2006/relationships/vmlDrawing" Target="../drawings/vmlDrawing1.vml"/><Relationship Id="rId6" Type="http://schemas.openxmlformats.org/officeDocument/2006/relationships/image" Target="../media/image28.png"/><Relationship Id="rId11" Type="http://schemas.openxmlformats.org/officeDocument/2006/relationships/image" Target="../media/image31.emf"/><Relationship Id="rId5" Type="http://schemas.openxmlformats.org/officeDocument/2006/relationships/image" Target="../media/image27.jpeg"/><Relationship Id="rId15" Type="http://schemas.openxmlformats.org/officeDocument/2006/relationships/image" Target="../media/image35.png"/><Relationship Id="rId10" Type="http://schemas.openxmlformats.org/officeDocument/2006/relationships/image" Target="../media/image25.png"/><Relationship Id="rId19" Type="http://schemas.openxmlformats.org/officeDocument/2006/relationships/image" Target="../media/image39.jpeg"/><Relationship Id="rId4" Type="http://schemas.openxmlformats.org/officeDocument/2006/relationships/image" Target="../media/image26.png"/><Relationship Id="rId9" Type="http://schemas.openxmlformats.org/officeDocument/2006/relationships/oleObject" Target="../embeddings/oleObject1.bin"/><Relationship Id="rId14" Type="http://schemas.openxmlformats.org/officeDocument/2006/relationships/image" Target="../media/image34.png"/><Relationship Id="rId22" Type="http://schemas.openxmlformats.org/officeDocument/2006/relationships/image" Target="../media/image4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5.png"/><Relationship Id="rId5" Type="http://schemas.openxmlformats.org/officeDocument/2006/relationships/image" Target="../media/image49.emf"/><Relationship Id="rId4" Type="http://schemas.openxmlformats.org/officeDocument/2006/relationships/oleObject" Target="../embeddings/oleObject2.bin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.png"/><Relationship Id="rId7" Type="http://schemas.openxmlformats.org/officeDocument/2006/relationships/image" Target="../media/image5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2.png"/><Relationship Id="rId11" Type="http://schemas.openxmlformats.org/officeDocument/2006/relationships/image" Target="../media/image56.png"/><Relationship Id="rId5" Type="http://schemas.openxmlformats.org/officeDocument/2006/relationships/image" Target="../media/image51.png"/><Relationship Id="rId10" Type="http://schemas.openxmlformats.org/officeDocument/2006/relationships/image" Target="../media/image55.png"/><Relationship Id="rId4" Type="http://schemas.openxmlformats.org/officeDocument/2006/relationships/image" Target="../media/image50.png"/><Relationship Id="rId9" Type="http://schemas.openxmlformats.org/officeDocument/2006/relationships/image" Target="../media/image45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9.png"/><Relationship Id="rId12" Type="http://schemas.openxmlformats.org/officeDocument/2006/relationships/image" Target="../media/image62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8.png"/><Relationship Id="rId11" Type="http://schemas.openxmlformats.org/officeDocument/2006/relationships/image" Target="../media/image61.png"/><Relationship Id="rId5" Type="http://schemas.openxmlformats.org/officeDocument/2006/relationships/image" Target="../media/image57.png"/><Relationship Id="rId15" Type="http://schemas.openxmlformats.org/officeDocument/2006/relationships/image" Target="../media/image64.png"/><Relationship Id="rId10" Type="http://schemas.openxmlformats.org/officeDocument/2006/relationships/image" Target="../media/image60.png"/><Relationship Id="rId4" Type="http://schemas.openxmlformats.org/officeDocument/2006/relationships/image" Target="../media/image50.png"/><Relationship Id="rId9" Type="http://schemas.openxmlformats.org/officeDocument/2006/relationships/image" Target="../media/image56.png"/><Relationship Id="rId14" Type="http://schemas.openxmlformats.org/officeDocument/2006/relationships/image" Target="../media/image63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3" Type="http://schemas.openxmlformats.org/officeDocument/2006/relationships/image" Target="../media/image4.png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7.png"/><Relationship Id="rId11" Type="http://schemas.openxmlformats.org/officeDocument/2006/relationships/image" Target="../media/image72.png"/><Relationship Id="rId5" Type="http://schemas.openxmlformats.org/officeDocument/2006/relationships/image" Target="../media/image66.png"/><Relationship Id="rId10" Type="http://schemas.openxmlformats.org/officeDocument/2006/relationships/image" Target="../media/image71.png"/><Relationship Id="rId4" Type="http://schemas.openxmlformats.org/officeDocument/2006/relationships/image" Target="../media/image50.png"/><Relationship Id="rId9" Type="http://schemas.openxmlformats.org/officeDocument/2006/relationships/image" Target="../media/image70.png"/><Relationship Id="rId14" Type="http://schemas.openxmlformats.org/officeDocument/2006/relationships/image" Target="../media/image45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75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7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9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1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4.png"/><Relationship Id="rId4" Type="http://schemas.openxmlformats.org/officeDocument/2006/relationships/image" Target="../media/image83.jp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.emf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.png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2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1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7.jpeg"/><Relationship Id="rId4" Type="http://schemas.openxmlformats.org/officeDocument/2006/relationships/image" Target="../media/image96.emf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emf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emf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99.jpe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45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1996-2023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8FF33017-B1D4-1D43-9BC0-3EC96B262B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>
            <a:extLst>
              <a:ext uri="{FF2B5EF4-FFF2-40B4-BE49-F238E27FC236}">
                <a16:creationId xmlns:a16="http://schemas.microsoft.com/office/drawing/2014/main" id="{B95BDA7C-AC0B-3A4E-88AC-B4ADDAD94A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21833" y="4034454"/>
            <a:ext cx="2745129" cy="2058847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027" r:id="rId9" imgW="1434415" imgH="3873016" progId="">
                      <p:embed/>
                    </p:oleObj>
                  </mc:Choice>
                  <mc:Fallback>
                    <p:oleObj r:id="rId9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389C574C-4F83-547C-CC5A-0BEE9DB1AF99}"/>
              </a:ext>
            </a:extLst>
          </p:cNvPr>
          <p:cNvGrpSpPr/>
          <p:nvPr/>
        </p:nvGrpSpPr>
        <p:grpSpPr>
          <a:xfrm>
            <a:off x="5244182" y="1499729"/>
            <a:ext cx="4175678" cy="5120549"/>
            <a:chOff x="5244182" y="1499729"/>
            <a:chExt cx="4175678" cy="51205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3174E644-1BC5-AD41-8B98-2AEBAB53347E}"/>
                </a:ext>
              </a:extLst>
            </p:cNvPr>
            <p:cNvGrpSpPr/>
            <p:nvPr/>
          </p:nvGrpSpPr>
          <p:grpSpPr>
            <a:xfrm>
              <a:off x="5244182" y="1499729"/>
              <a:ext cx="4175678" cy="4332246"/>
              <a:chOff x="5244182" y="1499729"/>
              <a:chExt cx="4175678" cy="4332246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1948532-9530-1146-897B-DCFADC27A92F}"/>
                  </a:ext>
                </a:extLst>
              </p:cNvPr>
              <p:cNvGrpSpPr/>
              <p:nvPr/>
            </p:nvGrpSpPr>
            <p:grpSpPr>
              <a:xfrm>
                <a:off x="5244182" y="1499729"/>
                <a:ext cx="2735863" cy="1090838"/>
                <a:chOff x="616980" y="5292729"/>
                <a:chExt cx="3127445" cy="1207904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ACDED42E-CC7D-9245-8E47-BC40291CA6D2}"/>
                    </a:ext>
                  </a:extLst>
                </p:cNvPr>
                <p:cNvGrpSpPr/>
                <p:nvPr/>
              </p:nvGrpSpPr>
              <p:grpSpPr>
                <a:xfrm>
                  <a:off x="616980" y="5292729"/>
                  <a:ext cx="3127445" cy="821190"/>
                  <a:chOff x="842590" y="5420084"/>
                  <a:chExt cx="3127445" cy="821190"/>
                </a:xfrm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grpSpPr>
              <p:pic>
                <p:nvPicPr>
                  <p:cNvPr id="29" name="Picture 28">
                    <a:extLst>
                      <a:ext uri="{FF2B5EF4-FFF2-40B4-BE49-F238E27FC236}">
                        <a16:creationId xmlns:a16="http://schemas.microsoft.com/office/drawing/2014/main" id="{CD3E45EE-DA47-FB4C-AC41-27292F878C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2590" y="5420084"/>
                    <a:ext cx="2016478" cy="821190"/>
                  </a:xfrm>
                  <a:prstGeom prst="rect">
                    <a:avLst/>
                  </a:prstGeom>
                </p:spPr>
              </p:pic>
              <p:pic>
                <p:nvPicPr>
                  <p:cNvPr id="30" name="Picture 29">
                    <a:extLst>
                      <a:ext uri="{FF2B5EF4-FFF2-40B4-BE49-F238E27FC236}">
                        <a16:creationId xmlns:a16="http://schemas.microsoft.com/office/drawing/2014/main" id="{30103B98-660D-084B-8321-DBA525F85D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4905"/>
                  <a:stretch/>
                </p:blipFill>
                <p:spPr>
                  <a:xfrm>
                    <a:off x="2859067" y="5420084"/>
                    <a:ext cx="1110968" cy="82119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" name="Text Box 8">
                  <a:extLst>
                    <a:ext uri="{FF2B5EF4-FFF2-40B4-BE49-F238E27FC236}">
                      <a16:creationId xmlns:a16="http://schemas.microsoft.com/office/drawing/2014/main" id="{353FBC48-20B8-084C-B54B-2A578BE3B2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08562" y="6125746"/>
                  <a:ext cx="2301691" cy="3748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Pacemaker &amp; Monitor</a:t>
                  </a:r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AEF889B5-5851-5746-AB08-1839209EA393}"/>
                  </a:ext>
                </a:extLst>
              </p:cNvPr>
              <p:cNvGrpSpPr/>
              <p:nvPr/>
            </p:nvGrpSpPr>
            <p:grpSpPr>
              <a:xfrm>
                <a:off x="7868239" y="4103350"/>
                <a:ext cx="1551621" cy="942784"/>
                <a:chOff x="7868239" y="4103350"/>
                <a:chExt cx="1551621" cy="942784"/>
              </a:xfrm>
            </p:grpSpPr>
            <p:pic>
              <p:nvPicPr>
                <p:cNvPr id="34" name="Picture 33">
                  <a:extLst>
                    <a:ext uri="{FF2B5EF4-FFF2-40B4-BE49-F238E27FC236}">
                      <a16:creationId xmlns:a16="http://schemas.microsoft.com/office/drawing/2014/main" id="{4397B6CC-7ACF-AB44-AEEB-6942A1959F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68239" y="4103350"/>
                  <a:ext cx="1551621" cy="663838"/>
                </a:xfrm>
                <a:prstGeom prst="rect">
                  <a:avLst/>
                </a:prstGeom>
              </p:spPr>
            </p:pic>
            <p:sp>
              <p:nvSpPr>
                <p:cNvPr id="35" name="Text Box 10">
                  <a:extLst>
                    <a:ext uri="{FF2B5EF4-FFF2-40B4-BE49-F238E27FC236}">
                      <a16:creationId xmlns:a16="http://schemas.microsoft.com/office/drawing/2014/main" id="{D5046EF2-BE9A-5947-80CD-08C169F54D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306583" y="4707580"/>
                  <a:ext cx="1079719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AR devices</a:t>
                  </a: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D68E62D-EDDE-DB4E-9E02-B0DBDFB7F0C8}"/>
                  </a:ext>
                </a:extLst>
              </p:cNvPr>
              <p:cNvGrpSpPr/>
              <p:nvPr/>
            </p:nvGrpSpPr>
            <p:grpSpPr>
              <a:xfrm>
                <a:off x="7377679" y="4648280"/>
                <a:ext cx="875312" cy="1183695"/>
                <a:chOff x="7377679" y="4648280"/>
                <a:chExt cx="875312" cy="1183695"/>
              </a:xfrm>
            </p:grpSpPr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D4B1D193-AA5A-2B4F-A43C-A5DB01A465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377679" y="4648280"/>
                  <a:ext cx="875312" cy="864670"/>
                </a:xfrm>
                <a:prstGeom prst="rect">
                  <a:avLst/>
                </a:prstGeom>
              </p:spPr>
            </p:pic>
            <p:sp>
              <p:nvSpPr>
                <p:cNvPr id="33" name="Text Box 10">
                  <a:extLst>
                    <a:ext uri="{FF2B5EF4-FFF2-40B4-BE49-F238E27FC236}">
                      <a16:creationId xmlns:a16="http://schemas.microsoft.com/office/drawing/2014/main" id="{10243502-70F1-454C-B91D-F4CBAD87DA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24415" y="5493421"/>
                  <a:ext cx="62869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Fitbit</a:t>
                  </a:r>
                </a:p>
              </p:txBody>
            </p:sp>
          </p:grp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7D6ABF0F-78CB-57F0-08E4-84DCCB8C9A84}"/>
                </a:ext>
              </a:extLst>
            </p:cNvPr>
            <p:cNvGrpSpPr/>
            <p:nvPr/>
          </p:nvGrpSpPr>
          <p:grpSpPr>
            <a:xfrm>
              <a:off x="7863991" y="4977554"/>
              <a:ext cx="1548356" cy="1642724"/>
              <a:chOff x="7863991" y="4977554"/>
              <a:chExt cx="1548356" cy="1642724"/>
            </a:xfrm>
          </p:grpSpPr>
          <p:pic>
            <p:nvPicPr>
              <p:cNvPr id="36" name="Picture 35" descr="A picture containing person, underpants&#10;&#10;Description automatically generated">
                <a:extLst>
                  <a:ext uri="{FF2B5EF4-FFF2-40B4-BE49-F238E27FC236}">
                    <a16:creationId xmlns:a16="http://schemas.microsoft.com/office/drawing/2014/main" id="{394DB1E6-C608-C475-07AA-E19EA2E4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368402" y="4977554"/>
                <a:ext cx="1043945" cy="1642724"/>
              </a:xfrm>
              <a:prstGeom prst="rect">
                <a:avLst/>
              </a:prstGeom>
            </p:spPr>
          </p:pic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9648DBA-4CDA-5C83-4CCB-96317A6EB4D4}"/>
                  </a:ext>
                </a:extLst>
              </p:cNvPr>
              <p:cNvSpPr txBox="1"/>
              <p:nvPr/>
            </p:nvSpPr>
            <p:spPr>
              <a:xfrm>
                <a:off x="7863991" y="6241851"/>
                <a:ext cx="79508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diapers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4/5G,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D50F62E-24AA-E249-A90A-18C2FD2402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1" name="Clip" r:id="rId4" imgW="9131300" imgH="6438900" progId="MS_ClipArt_Gallery.2">
                  <p:embed/>
                </p:oleObj>
              </mc:Choice>
              <mc:Fallback>
                <p:oleObj name="Clip" r:id="rId4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4G/5G cellular networks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2C0494D-1C09-C34C-B630-93286BA7C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17813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744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61325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10’s Mbps (4G)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&lt; 100 Mbps (Starlink) downlink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(geostationary)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0466D51-7C04-8648-9FCA-079A421318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HW problem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(for those with course in probability only)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 *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449A3FFD-17A5-3548-87D2-0D98917E9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B25BBF9C-F6B7-D74C-8D2F-80041D2036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8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FFC501E-6C14-2746-BB7D-C39018112F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9B4D160-850D-7046-9248-6D0533F708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723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8817EC6-8DF7-E64F-9CA4-BFB8E60908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B089D51D-215F-BA43-9D35-CA7FEB77B669}"/>
              </a:ext>
            </a:extLst>
          </p:cNvPr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FCB9233-79E6-BA4F-9D93-E564447F7C10}"/>
              </a:ext>
            </a:extLst>
          </p:cNvPr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E558E98-4E3D-6E48-9595-2F6059226384}"/>
              </a:ext>
            </a:extLst>
          </p:cNvPr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EC03A291-3ABD-5A48-BE94-CDE7BE41DB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1347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4756CF3-22F7-2F4D-8F3B-F8371F6A80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1257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con&#10;&#10;Description automatically generated with low confidence">
            <a:extLst>
              <a:ext uri="{FF2B5EF4-FFF2-40B4-BE49-F238E27FC236}">
                <a16:creationId xmlns:a16="http://schemas.microsoft.com/office/drawing/2014/main" id="{17A504FA-5493-C357-A605-4DCC182B6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349" y="1695405"/>
            <a:ext cx="351909" cy="488275"/>
          </a:xfrm>
          <a:prstGeom prst="rect">
            <a:avLst/>
          </a:prstGeom>
        </p:spPr>
      </p:pic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198153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B559A3-7D00-A302-7026-C353590A1438}"/>
              </a:ext>
            </a:extLst>
          </p:cNvPr>
          <p:cNvGrpSpPr/>
          <p:nvPr/>
        </p:nvGrpSpPr>
        <p:grpSpPr>
          <a:xfrm>
            <a:off x="4158384" y="1778534"/>
            <a:ext cx="2245439" cy="369332"/>
            <a:chOff x="4158384" y="2165404"/>
            <a:chExt cx="2245439" cy="369332"/>
          </a:xfrm>
        </p:grpSpPr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373" y="2189377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4158384" y="2165404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58A9F5-536F-4297-1363-9B60BDACF2BF}"/>
              </a:ext>
            </a:extLst>
          </p:cNvPr>
          <p:cNvGrpSpPr/>
          <p:nvPr/>
        </p:nvGrpSpPr>
        <p:grpSpPr>
          <a:xfrm>
            <a:off x="4155671" y="2565788"/>
            <a:ext cx="2253425" cy="369332"/>
            <a:chOff x="4155671" y="2952658"/>
            <a:chExt cx="2253425" cy="369332"/>
          </a:xfrm>
        </p:grpSpPr>
        <p:grpSp>
          <p:nvGrpSpPr>
            <p:cNvPr id="133" name="Group 185">
              <a:extLst>
                <a:ext uri="{FF2B5EF4-FFF2-40B4-BE49-F238E27FC236}">
                  <a16:creationId xmlns:a16="http://schemas.microsoft.com/office/drawing/2014/main" id="{EB20B2E4-EE78-334C-B142-D9716F510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1046" y="3003781"/>
              <a:ext cx="908050" cy="301625"/>
              <a:chOff x="1848" y="2046"/>
              <a:chExt cx="572" cy="190"/>
            </a:xfrm>
          </p:grpSpPr>
          <p:grpSp>
            <p:nvGrpSpPr>
              <p:cNvPr id="134" name="Group 179">
                <a:extLst>
                  <a:ext uri="{FF2B5EF4-FFF2-40B4-BE49-F238E27FC236}">
                    <a16:creationId xmlns:a16="http://schemas.microsoft.com/office/drawing/2014/main" id="{1D5E26E8-DD67-F64E-B7A5-CF2A5868C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38" name="Rectangle 180">
                  <a:extLst>
                    <a:ext uri="{FF2B5EF4-FFF2-40B4-BE49-F238E27FC236}">
                      <a16:creationId xmlns:a16="http://schemas.microsoft.com/office/drawing/2014/main" id="{A0FF28E6-68F8-9D49-858D-54A894437A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" name="Rectangle 181">
                  <a:extLst>
                    <a:ext uri="{FF2B5EF4-FFF2-40B4-BE49-F238E27FC236}">
                      <a16:creationId xmlns:a16="http://schemas.microsoft.com/office/drawing/2014/main" id="{57F4F79C-9470-0243-9459-9DE005B14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35" name="Group 182">
                <a:extLst>
                  <a:ext uri="{FF2B5EF4-FFF2-40B4-BE49-F238E27FC236}">
                    <a16:creationId xmlns:a16="http://schemas.microsoft.com/office/drawing/2014/main" id="{C814D838-F088-1449-A73B-3285342C6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36" name="Rectangle 183">
                  <a:extLst>
                    <a:ext uri="{FF2B5EF4-FFF2-40B4-BE49-F238E27FC236}">
                      <a16:creationId xmlns:a16="http://schemas.microsoft.com/office/drawing/2014/main" id="{744B26E9-8C84-AF45-BC0E-C09188489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184">
                  <a:extLst>
                    <a:ext uri="{FF2B5EF4-FFF2-40B4-BE49-F238E27FC236}">
                      <a16:creationId xmlns:a16="http://schemas.microsoft.com/office/drawing/2014/main" id="{71A3F897-85F9-4241-906F-6308455A3C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4155671" y="2952658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4DAD311-C0E8-ECAB-AB26-71D0E13F87C3}"/>
              </a:ext>
            </a:extLst>
          </p:cNvPr>
          <p:cNvGrpSpPr/>
          <p:nvPr/>
        </p:nvGrpSpPr>
        <p:grpSpPr>
          <a:xfrm>
            <a:off x="4134419" y="3291630"/>
            <a:ext cx="2152842" cy="369332"/>
            <a:chOff x="4134419" y="3678500"/>
            <a:chExt cx="2152842" cy="36933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228886" y="3706233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4134419" y="3678500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F84AA8-653C-EA7E-40CB-0F8B1664BA09}"/>
              </a:ext>
            </a:extLst>
          </p:cNvPr>
          <p:cNvGrpSpPr/>
          <p:nvPr/>
        </p:nvGrpSpPr>
        <p:grpSpPr>
          <a:xfrm>
            <a:off x="4152584" y="4104550"/>
            <a:ext cx="2134677" cy="369332"/>
            <a:chOff x="4152584" y="4491420"/>
            <a:chExt cx="2134677" cy="369332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BE94808-747E-4346-8BA9-1245F5340481}"/>
                </a:ext>
              </a:extLst>
            </p:cNvPr>
            <p:cNvSpPr txBox="1"/>
            <p:nvPr/>
          </p:nvSpPr>
          <p:spPr>
            <a:xfrm>
              <a:off x="4152584" y="4491420"/>
              <a:ext cx="7409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frame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0ABA56E-C19B-1E49-8691-B116C4BC92D9}"/>
                </a:ext>
              </a:extLst>
            </p:cNvPr>
            <p:cNvGrpSpPr/>
            <p:nvPr/>
          </p:nvGrpSpPr>
          <p:grpSpPr>
            <a:xfrm>
              <a:off x="4939472" y="4504142"/>
              <a:ext cx="1347789" cy="307296"/>
              <a:chOff x="5144294" y="4194650"/>
              <a:chExt cx="1347789" cy="307296"/>
            </a:xfrm>
          </p:grpSpPr>
          <p:grpSp>
            <p:nvGrpSpPr>
              <p:cNvPr id="210" name="Group 182">
                <a:extLst>
                  <a:ext uri="{FF2B5EF4-FFF2-40B4-BE49-F238E27FC236}">
                    <a16:creationId xmlns:a16="http://schemas.microsoft.com/office/drawing/2014/main" id="{1C0D8E0C-30C7-D644-B53F-545AC3B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00321"/>
                <a:ext cx="1347789" cy="301625"/>
                <a:chOff x="286" y="1531"/>
                <a:chExt cx="849" cy="190"/>
              </a:xfrm>
            </p:grpSpPr>
            <p:sp>
              <p:nvSpPr>
                <p:cNvPr id="226" name="Rectangle 183">
                  <a:extLst>
                    <a:ext uri="{FF2B5EF4-FFF2-40B4-BE49-F238E27FC236}">
                      <a16:creationId xmlns:a16="http://schemas.microsoft.com/office/drawing/2014/main" id="{6DE19E5C-020A-764D-8F6B-6BB09EA73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Rectangle 184">
                  <a:extLst>
                    <a:ext uri="{FF2B5EF4-FFF2-40B4-BE49-F238E27FC236}">
                      <a16:creationId xmlns:a16="http://schemas.microsoft.com/office/drawing/2014/main" id="{3DF40025-F95F-CB4C-938D-A1646D492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C5D484DA-CF52-D04F-9108-C2A5AAA25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11988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221" name="Rectangle 181">
                <a:extLst>
                  <a:ext uri="{FF2B5EF4-FFF2-40B4-BE49-F238E27FC236}">
                    <a16:creationId xmlns:a16="http://schemas.microsoft.com/office/drawing/2014/main" id="{9A7A7B02-76C2-C24E-946A-4CBDBFE0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04E923B-AAA4-BF49-886D-0890ABD39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096CE24-617A-E048-B706-AA2C9CEA0B5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Rectangle 181">
                <a:extLst>
                  <a:ext uri="{FF2B5EF4-FFF2-40B4-BE49-F238E27FC236}">
                    <a16:creationId xmlns:a16="http://schemas.microsoft.com/office/drawing/2014/main" id="{00739E25-7377-104B-A6E7-E26BE236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198403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FB902E57-4D34-7F49-80B6-6C4A1D5EB080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pic>
        <p:nvPicPr>
          <p:cNvPr id="20" name="Picture 19" descr="Logo&#10;&#10;Description automatically generated with medium confidence">
            <a:extLst>
              <a:ext uri="{FF2B5EF4-FFF2-40B4-BE49-F238E27FC236}">
                <a16:creationId xmlns:a16="http://schemas.microsoft.com/office/drawing/2014/main" id="{C71A39D3-23E1-42C5-2774-48B4697E1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3652" y="2422862"/>
            <a:ext cx="401301" cy="553374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D04C425A-439B-4CD6-6869-E9EE3D1F63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81955" y="3154580"/>
            <a:ext cx="451829" cy="62166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C094CD9A-32A2-C6AD-C10C-1539072C15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55899" y="3926006"/>
            <a:ext cx="505593" cy="695498"/>
          </a:xfrm>
          <a:prstGeom prst="rect">
            <a:avLst/>
          </a:prstGeom>
        </p:spPr>
      </p:pic>
      <p:pic>
        <p:nvPicPr>
          <p:cNvPr id="28" name="Picture 27" descr="Icon&#10;&#10;Description automatically generated">
            <a:extLst>
              <a:ext uri="{FF2B5EF4-FFF2-40B4-BE49-F238E27FC236}">
                <a16:creationId xmlns:a16="http://schemas.microsoft.com/office/drawing/2014/main" id="{173D185E-41AC-A488-12F0-6F458E2364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3303" y="3225239"/>
            <a:ext cx="451829" cy="621665"/>
          </a:xfrm>
          <a:prstGeom prst="rect">
            <a:avLst/>
          </a:prstGeom>
        </p:spPr>
      </p:pic>
      <p:pic>
        <p:nvPicPr>
          <p:cNvPr id="29" name="Picture 28" descr="Logo&#10;&#10;Description automatically generated with medium confidence">
            <a:extLst>
              <a:ext uri="{FF2B5EF4-FFF2-40B4-BE49-F238E27FC236}">
                <a16:creationId xmlns:a16="http://schemas.microsoft.com/office/drawing/2014/main" id="{DAE5997A-6335-A674-DD5F-6C3480538E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66221" y="2509417"/>
            <a:ext cx="401301" cy="553374"/>
          </a:xfrm>
          <a:prstGeom prst="rect">
            <a:avLst/>
          </a:prstGeom>
        </p:spPr>
      </p:pic>
      <p:pic>
        <p:nvPicPr>
          <p:cNvPr id="30" name="Picture 29" descr="Icon&#10;&#10;Description automatically generated with low confidence">
            <a:extLst>
              <a:ext uri="{FF2B5EF4-FFF2-40B4-BE49-F238E27FC236}">
                <a16:creationId xmlns:a16="http://schemas.microsoft.com/office/drawing/2014/main" id="{7DDF0824-9437-DBE7-B0F5-931B588298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81613" y="1739407"/>
            <a:ext cx="351909" cy="488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09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023 L -0.00039 0.1134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567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48148E-6 L -0.00026 0.1134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567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857 L 0.00013 0.1201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57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5416 L 0.05183 0.11296 L 0.30365 0.11296 L 0.43998 0.00324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00"/>
                            </p:stCondLst>
                            <p:childTnLst>
                              <p:par>
                                <p:cTn id="8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133548572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251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1AC63344-35EE-C544-A6A2-95622C9038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15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(2023,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statista.com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8300</TotalTime>
  <Words>7579</Words>
  <Application>Microsoft Office PowerPoint</Application>
  <PresentationFormat>Widescreen</PresentationFormat>
  <Paragraphs>2415</Paragraphs>
  <Slides>86</Slides>
  <Notes>84</Notes>
  <HiddenSlides>0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86</vt:i4>
      </vt:variant>
    </vt:vector>
  </HeadingPairs>
  <TitlesOfParts>
    <vt:vector size="96" baseType="lpstr"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Two key network-core functions</vt:lpstr>
      <vt:lpstr>PowerPoint Presentation</vt:lpstr>
      <vt:lpstr>PowerPoint Presentation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Encapsulation</vt:lpstr>
      <vt:lpstr>Services, Layering and Encapsulation</vt:lpstr>
      <vt:lpstr>Encapsulation: an end-end view</vt:lpstr>
      <vt:lpstr>ISO/OSI reference model</vt:lpstr>
      <vt:lpstr>Services, Layering and Encapsulation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lenovo</cp:lastModifiedBy>
  <cp:revision>179</cp:revision>
  <dcterms:created xsi:type="dcterms:W3CDTF">2020-01-18T07:24:59Z</dcterms:created>
  <dcterms:modified xsi:type="dcterms:W3CDTF">2025-01-24T19:35:32Z</dcterms:modified>
</cp:coreProperties>
</file>