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Ali Fatmi" userId="2497a2a4205a29ee" providerId="LiveId" clId="{178C0EEB-9EB5-4FCB-87D3-B69431C1750D}"/>
    <pc:docChg chg="custSel addSld modSld addSection modSection">
      <pc:chgData name="Muhammad Ali Fatmi" userId="2497a2a4205a29ee" providerId="LiveId" clId="{178C0EEB-9EB5-4FCB-87D3-B69431C1750D}" dt="2024-02-02T06:07:50.956" v="208"/>
      <pc:docMkLst>
        <pc:docMk/>
      </pc:docMkLst>
      <pc:sldChg chg="addSp delSp modSp new mod">
        <pc:chgData name="Muhammad Ali Fatmi" userId="2497a2a4205a29ee" providerId="LiveId" clId="{178C0EEB-9EB5-4FCB-87D3-B69431C1750D}" dt="2024-01-31T08:14:08.770" v="2"/>
        <pc:sldMkLst>
          <pc:docMk/>
          <pc:sldMk cId="3671370666" sldId="278"/>
        </pc:sldMkLst>
        <pc:spChg chg="del">
          <ac:chgData name="Muhammad Ali Fatmi" userId="2497a2a4205a29ee" providerId="LiveId" clId="{178C0EEB-9EB5-4FCB-87D3-B69431C1750D}" dt="2024-01-31T08:14:00.723" v="1" actId="478"/>
          <ac:spMkLst>
            <pc:docMk/>
            <pc:sldMk cId="3671370666" sldId="278"/>
            <ac:spMk id="2" creationId="{2E3863F3-A756-434D-2F57-F43430B4E76D}"/>
          </ac:spMkLst>
        </pc:spChg>
        <pc:spChg chg="del">
          <ac:chgData name="Muhammad Ali Fatmi" userId="2497a2a4205a29ee" providerId="LiveId" clId="{178C0EEB-9EB5-4FCB-87D3-B69431C1750D}" dt="2024-01-31T08:14:00.723" v="1" actId="478"/>
          <ac:spMkLst>
            <pc:docMk/>
            <pc:sldMk cId="3671370666" sldId="278"/>
            <ac:spMk id="3" creationId="{F592A398-A8D2-B417-8ED1-5424C16ADB4F}"/>
          </ac:spMkLst>
        </pc:spChg>
        <pc:picChg chg="add mod">
          <ac:chgData name="Muhammad Ali Fatmi" userId="2497a2a4205a29ee" providerId="LiveId" clId="{178C0EEB-9EB5-4FCB-87D3-B69431C1750D}" dt="2024-01-31T08:14:08.770" v="2"/>
          <ac:picMkLst>
            <pc:docMk/>
            <pc:sldMk cId="3671370666" sldId="278"/>
            <ac:picMk id="5" creationId="{6DE7E206-206F-D493-F418-AE4D846A209A}"/>
          </ac:picMkLst>
        </pc:picChg>
      </pc:sldChg>
      <pc:sldChg chg="addSp delSp modSp new mod">
        <pc:chgData name="Muhammad Ali Fatmi" userId="2497a2a4205a29ee" providerId="LiveId" clId="{178C0EEB-9EB5-4FCB-87D3-B69431C1750D}" dt="2024-01-31T08:14:22.464" v="7"/>
        <pc:sldMkLst>
          <pc:docMk/>
          <pc:sldMk cId="3051266314" sldId="279"/>
        </pc:sldMkLst>
        <pc:spChg chg="del">
          <ac:chgData name="Muhammad Ali Fatmi" userId="2497a2a4205a29ee" providerId="LiveId" clId="{178C0EEB-9EB5-4FCB-87D3-B69431C1750D}" dt="2024-01-31T08:14:18.746" v="6" actId="478"/>
          <ac:spMkLst>
            <pc:docMk/>
            <pc:sldMk cId="3051266314" sldId="279"/>
            <ac:spMk id="2" creationId="{0C0DAA4B-AD3D-AD07-56AA-EA2770A983E9}"/>
          </ac:spMkLst>
        </pc:spChg>
        <pc:spChg chg="add del">
          <ac:chgData name="Muhammad Ali Fatmi" userId="2497a2a4205a29ee" providerId="LiveId" clId="{178C0EEB-9EB5-4FCB-87D3-B69431C1750D}" dt="2024-01-31T08:14:18.746" v="6" actId="478"/>
          <ac:spMkLst>
            <pc:docMk/>
            <pc:sldMk cId="3051266314" sldId="279"/>
            <ac:spMk id="3" creationId="{31083914-52DC-1003-2994-73B2ECA05605}"/>
          </ac:spMkLst>
        </pc:spChg>
        <pc:picChg chg="add mod">
          <ac:chgData name="Muhammad Ali Fatmi" userId="2497a2a4205a29ee" providerId="LiveId" clId="{178C0EEB-9EB5-4FCB-87D3-B69431C1750D}" dt="2024-01-31T08:14:17.043" v="5"/>
          <ac:picMkLst>
            <pc:docMk/>
            <pc:sldMk cId="3051266314" sldId="279"/>
            <ac:picMk id="5" creationId="{4EFA39F1-16F0-6F65-708D-6A999512D990}"/>
          </ac:picMkLst>
        </pc:picChg>
        <pc:picChg chg="add mod">
          <ac:chgData name="Muhammad Ali Fatmi" userId="2497a2a4205a29ee" providerId="LiveId" clId="{178C0EEB-9EB5-4FCB-87D3-B69431C1750D}" dt="2024-01-31T08:14:22.464" v="7"/>
          <ac:picMkLst>
            <pc:docMk/>
            <pc:sldMk cId="3051266314" sldId="279"/>
            <ac:picMk id="7" creationId="{6FB68515-9724-7FD6-92ED-14D1D9A5D0C8}"/>
          </ac:picMkLst>
        </pc:picChg>
      </pc:sldChg>
      <pc:sldChg chg="addSp delSp modSp new mod">
        <pc:chgData name="Muhammad Ali Fatmi" userId="2497a2a4205a29ee" providerId="LiveId" clId="{178C0EEB-9EB5-4FCB-87D3-B69431C1750D}" dt="2024-01-31T08:14:32.496" v="10"/>
        <pc:sldMkLst>
          <pc:docMk/>
          <pc:sldMk cId="7475293" sldId="280"/>
        </pc:sldMkLst>
        <pc:spChg chg="del">
          <ac:chgData name="Muhammad Ali Fatmi" userId="2497a2a4205a29ee" providerId="LiveId" clId="{178C0EEB-9EB5-4FCB-87D3-B69431C1750D}" dt="2024-01-31T08:14:29.418" v="9" actId="478"/>
          <ac:spMkLst>
            <pc:docMk/>
            <pc:sldMk cId="7475293" sldId="280"/>
            <ac:spMk id="2" creationId="{B755F670-75DD-BC81-7A05-D40BAB14D4EB}"/>
          </ac:spMkLst>
        </pc:spChg>
        <pc:spChg chg="del">
          <ac:chgData name="Muhammad Ali Fatmi" userId="2497a2a4205a29ee" providerId="LiveId" clId="{178C0EEB-9EB5-4FCB-87D3-B69431C1750D}" dt="2024-01-31T08:14:29.418" v="9" actId="478"/>
          <ac:spMkLst>
            <pc:docMk/>
            <pc:sldMk cId="7475293" sldId="280"/>
            <ac:spMk id="3" creationId="{FAC93430-69CA-DBDC-C730-5CF1922AC769}"/>
          </ac:spMkLst>
        </pc:spChg>
        <pc:picChg chg="add mod">
          <ac:chgData name="Muhammad Ali Fatmi" userId="2497a2a4205a29ee" providerId="LiveId" clId="{178C0EEB-9EB5-4FCB-87D3-B69431C1750D}" dt="2024-01-31T08:14:32.496" v="10"/>
          <ac:picMkLst>
            <pc:docMk/>
            <pc:sldMk cId="7475293" sldId="280"/>
            <ac:picMk id="5" creationId="{687E594A-571F-7CF2-F19D-7170B3F5258D}"/>
          </ac:picMkLst>
        </pc:picChg>
      </pc:sldChg>
      <pc:sldChg chg="addSp delSp modSp new mod">
        <pc:chgData name="Muhammad Ali Fatmi" userId="2497a2a4205a29ee" providerId="LiveId" clId="{178C0EEB-9EB5-4FCB-87D3-B69431C1750D}" dt="2024-01-31T08:14:47.636" v="15"/>
        <pc:sldMkLst>
          <pc:docMk/>
          <pc:sldMk cId="2465036188" sldId="281"/>
        </pc:sldMkLst>
        <pc:spChg chg="del">
          <ac:chgData name="Muhammad Ali Fatmi" userId="2497a2a4205a29ee" providerId="LiveId" clId="{178C0EEB-9EB5-4FCB-87D3-B69431C1750D}" dt="2024-01-31T08:14:44.808" v="14" actId="478"/>
          <ac:spMkLst>
            <pc:docMk/>
            <pc:sldMk cId="2465036188" sldId="281"/>
            <ac:spMk id="2" creationId="{A9F619B8-069E-D9C2-F178-3DC59D271C1D}"/>
          </ac:spMkLst>
        </pc:spChg>
        <pc:spChg chg="add del">
          <ac:chgData name="Muhammad Ali Fatmi" userId="2497a2a4205a29ee" providerId="LiveId" clId="{178C0EEB-9EB5-4FCB-87D3-B69431C1750D}" dt="2024-01-31T08:14:44.808" v="14" actId="478"/>
          <ac:spMkLst>
            <pc:docMk/>
            <pc:sldMk cId="2465036188" sldId="281"/>
            <ac:spMk id="3" creationId="{E50BF623-6DE7-1B65-176C-84D2F195E1F3}"/>
          </ac:spMkLst>
        </pc:spChg>
        <pc:picChg chg="add mod">
          <ac:chgData name="Muhammad Ali Fatmi" userId="2497a2a4205a29ee" providerId="LiveId" clId="{178C0EEB-9EB5-4FCB-87D3-B69431C1750D}" dt="2024-01-31T08:14:42.559" v="13"/>
          <ac:picMkLst>
            <pc:docMk/>
            <pc:sldMk cId="2465036188" sldId="281"/>
            <ac:picMk id="5" creationId="{A869825C-0A10-9AA9-CA97-374C630DBE43}"/>
          </ac:picMkLst>
        </pc:picChg>
        <pc:picChg chg="add mod">
          <ac:chgData name="Muhammad Ali Fatmi" userId="2497a2a4205a29ee" providerId="LiveId" clId="{178C0EEB-9EB5-4FCB-87D3-B69431C1750D}" dt="2024-01-31T08:14:47.636" v="15"/>
          <ac:picMkLst>
            <pc:docMk/>
            <pc:sldMk cId="2465036188" sldId="281"/>
            <ac:picMk id="7" creationId="{9D06A9C7-6751-2E3E-4599-9E6C662876E7}"/>
          </ac:picMkLst>
        </pc:picChg>
      </pc:sldChg>
      <pc:sldChg chg="addSp delSp modSp new mod">
        <pc:chgData name="Muhammad Ali Fatmi" userId="2497a2a4205a29ee" providerId="LiveId" clId="{178C0EEB-9EB5-4FCB-87D3-B69431C1750D}" dt="2024-01-31T08:15:41.994" v="20"/>
        <pc:sldMkLst>
          <pc:docMk/>
          <pc:sldMk cId="3447034230" sldId="282"/>
        </pc:sldMkLst>
        <pc:spChg chg="del">
          <ac:chgData name="Muhammad Ali Fatmi" userId="2497a2a4205a29ee" providerId="LiveId" clId="{178C0EEB-9EB5-4FCB-87D3-B69431C1750D}" dt="2024-01-31T08:14:56.355" v="17" actId="478"/>
          <ac:spMkLst>
            <pc:docMk/>
            <pc:sldMk cId="3447034230" sldId="282"/>
            <ac:spMk id="2" creationId="{9927C79C-E0C9-C128-6F11-5C09BB372907}"/>
          </ac:spMkLst>
        </pc:spChg>
        <pc:spChg chg="del">
          <ac:chgData name="Muhammad Ali Fatmi" userId="2497a2a4205a29ee" providerId="LiveId" clId="{178C0EEB-9EB5-4FCB-87D3-B69431C1750D}" dt="2024-01-31T08:14:56.355" v="17" actId="478"/>
          <ac:spMkLst>
            <pc:docMk/>
            <pc:sldMk cId="3447034230" sldId="282"/>
            <ac:spMk id="3" creationId="{E0F4D688-B97E-1373-F2A1-0D54E0FEA261}"/>
          </ac:spMkLst>
        </pc:spChg>
        <pc:picChg chg="add del mod">
          <ac:chgData name="Muhammad Ali Fatmi" userId="2497a2a4205a29ee" providerId="LiveId" clId="{178C0EEB-9EB5-4FCB-87D3-B69431C1750D}" dt="2024-01-31T08:15:38.588" v="19" actId="478"/>
          <ac:picMkLst>
            <pc:docMk/>
            <pc:sldMk cId="3447034230" sldId="282"/>
            <ac:picMk id="5" creationId="{41875710-0699-58EE-5E5E-A2C20ADE032B}"/>
          </ac:picMkLst>
        </pc:picChg>
        <pc:picChg chg="add mod">
          <ac:chgData name="Muhammad Ali Fatmi" userId="2497a2a4205a29ee" providerId="LiveId" clId="{178C0EEB-9EB5-4FCB-87D3-B69431C1750D}" dt="2024-01-31T08:15:41.994" v="20"/>
          <ac:picMkLst>
            <pc:docMk/>
            <pc:sldMk cId="3447034230" sldId="282"/>
            <ac:picMk id="7" creationId="{37932507-9B25-0F37-3D7D-9EBE3E26A194}"/>
          </ac:picMkLst>
        </pc:picChg>
      </pc:sldChg>
      <pc:sldChg chg="addSp delSp modSp new mod">
        <pc:chgData name="Muhammad Ali Fatmi" userId="2497a2a4205a29ee" providerId="LiveId" clId="{178C0EEB-9EB5-4FCB-87D3-B69431C1750D}" dt="2024-01-31T08:15:52.354" v="23"/>
        <pc:sldMkLst>
          <pc:docMk/>
          <pc:sldMk cId="3909502778" sldId="283"/>
        </pc:sldMkLst>
        <pc:spChg chg="del">
          <ac:chgData name="Muhammad Ali Fatmi" userId="2497a2a4205a29ee" providerId="LiveId" clId="{178C0EEB-9EB5-4FCB-87D3-B69431C1750D}" dt="2024-01-31T08:15:49.026" v="22" actId="478"/>
          <ac:spMkLst>
            <pc:docMk/>
            <pc:sldMk cId="3909502778" sldId="283"/>
            <ac:spMk id="2" creationId="{45E2D181-AA7D-17A6-9CC0-EC8AF48EB98D}"/>
          </ac:spMkLst>
        </pc:spChg>
        <pc:spChg chg="del">
          <ac:chgData name="Muhammad Ali Fatmi" userId="2497a2a4205a29ee" providerId="LiveId" clId="{178C0EEB-9EB5-4FCB-87D3-B69431C1750D}" dt="2024-01-31T08:15:49.026" v="22" actId="478"/>
          <ac:spMkLst>
            <pc:docMk/>
            <pc:sldMk cId="3909502778" sldId="283"/>
            <ac:spMk id="3" creationId="{FB3EED60-994B-10EE-5AA6-62F85E48DC55}"/>
          </ac:spMkLst>
        </pc:spChg>
        <pc:picChg chg="add mod">
          <ac:chgData name="Muhammad Ali Fatmi" userId="2497a2a4205a29ee" providerId="LiveId" clId="{178C0EEB-9EB5-4FCB-87D3-B69431C1750D}" dt="2024-01-31T08:15:52.354" v="23"/>
          <ac:picMkLst>
            <pc:docMk/>
            <pc:sldMk cId="3909502778" sldId="283"/>
            <ac:picMk id="5" creationId="{C2A62C61-4401-B2BB-25D0-7ECC308D6584}"/>
          </ac:picMkLst>
        </pc:picChg>
      </pc:sldChg>
      <pc:sldChg chg="addSp delSp modSp new mod">
        <pc:chgData name="Muhammad Ali Fatmi" userId="2497a2a4205a29ee" providerId="LiveId" clId="{178C0EEB-9EB5-4FCB-87D3-B69431C1750D}" dt="2024-01-31T08:16:01.979" v="26"/>
        <pc:sldMkLst>
          <pc:docMk/>
          <pc:sldMk cId="3583344232" sldId="284"/>
        </pc:sldMkLst>
        <pc:spChg chg="del">
          <ac:chgData name="Muhammad Ali Fatmi" userId="2497a2a4205a29ee" providerId="LiveId" clId="{178C0EEB-9EB5-4FCB-87D3-B69431C1750D}" dt="2024-01-31T08:15:58.479" v="25" actId="478"/>
          <ac:spMkLst>
            <pc:docMk/>
            <pc:sldMk cId="3583344232" sldId="284"/>
            <ac:spMk id="2" creationId="{824AE9C4-9FC5-0B86-3AE6-DA8343910EC4}"/>
          </ac:spMkLst>
        </pc:spChg>
        <pc:spChg chg="del">
          <ac:chgData name="Muhammad Ali Fatmi" userId="2497a2a4205a29ee" providerId="LiveId" clId="{178C0EEB-9EB5-4FCB-87D3-B69431C1750D}" dt="2024-01-31T08:15:58.479" v="25" actId="478"/>
          <ac:spMkLst>
            <pc:docMk/>
            <pc:sldMk cId="3583344232" sldId="284"/>
            <ac:spMk id="3" creationId="{F20A340F-0D6C-9500-7D02-C119BB87860C}"/>
          </ac:spMkLst>
        </pc:spChg>
        <pc:picChg chg="add mod">
          <ac:chgData name="Muhammad Ali Fatmi" userId="2497a2a4205a29ee" providerId="LiveId" clId="{178C0EEB-9EB5-4FCB-87D3-B69431C1750D}" dt="2024-01-31T08:16:01.979" v="26"/>
          <ac:picMkLst>
            <pc:docMk/>
            <pc:sldMk cId="3583344232" sldId="284"/>
            <ac:picMk id="5" creationId="{FDF1AE31-F7F1-8A49-2D06-DDC273133F3B}"/>
          </ac:picMkLst>
        </pc:picChg>
      </pc:sldChg>
      <pc:sldChg chg="addSp delSp modSp new mod">
        <pc:chgData name="Muhammad Ali Fatmi" userId="2497a2a4205a29ee" providerId="LiveId" clId="{178C0EEB-9EB5-4FCB-87D3-B69431C1750D}" dt="2024-01-31T08:16:12.354" v="29"/>
        <pc:sldMkLst>
          <pc:docMk/>
          <pc:sldMk cId="1194619116" sldId="285"/>
        </pc:sldMkLst>
        <pc:spChg chg="del">
          <ac:chgData name="Muhammad Ali Fatmi" userId="2497a2a4205a29ee" providerId="LiveId" clId="{178C0EEB-9EB5-4FCB-87D3-B69431C1750D}" dt="2024-01-31T08:16:08.854" v="28" actId="478"/>
          <ac:spMkLst>
            <pc:docMk/>
            <pc:sldMk cId="1194619116" sldId="285"/>
            <ac:spMk id="2" creationId="{60AAB5E8-52BE-4022-5DF0-C60C092096AE}"/>
          </ac:spMkLst>
        </pc:spChg>
        <pc:spChg chg="del">
          <ac:chgData name="Muhammad Ali Fatmi" userId="2497a2a4205a29ee" providerId="LiveId" clId="{178C0EEB-9EB5-4FCB-87D3-B69431C1750D}" dt="2024-01-31T08:16:08.854" v="28" actId="478"/>
          <ac:spMkLst>
            <pc:docMk/>
            <pc:sldMk cId="1194619116" sldId="285"/>
            <ac:spMk id="3" creationId="{33A0D8FF-B409-B432-1CF2-3F39716A9750}"/>
          </ac:spMkLst>
        </pc:spChg>
        <pc:picChg chg="add mod">
          <ac:chgData name="Muhammad Ali Fatmi" userId="2497a2a4205a29ee" providerId="LiveId" clId="{178C0EEB-9EB5-4FCB-87D3-B69431C1750D}" dt="2024-01-31T08:16:12.354" v="29"/>
          <ac:picMkLst>
            <pc:docMk/>
            <pc:sldMk cId="1194619116" sldId="285"/>
            <ac:picMk id="5" creationId="{CFD0A87C-1E02-60E9-D4D5-9E181442E892}"/>
          </ac:picMkLst>
        </pc:picChg>
      </pc:sldChg>
      <pc:sldChg chg="addSp delSp modSp new mod">
        <pc:chgData name="Muhammad Ali Fatmi" userId="2497a2a4205a29ee" providerId="LiveId" clId="{178C0EEB-9EB5-4FCB-87D3-B69431C1750D}" dt="2024-01-31T08:16:28.338" v="32"/>
        <pc:sldMkLst>
          <pc:docMk/>
          <pc:sldMk cId="642492313" sldId="286"/>
        </pc:sldMkLst>
        <pc:spChg chg="del">
          <ac:chgData name="Muhammad Ali Fatmi" userId="2497a2a4205a29ee" providerId="LiveId" clId="{178C0EEB-9EB5-4FCB-87D3-B69431C1750D}" dt="2024-01-31T08:16:20.073" v="31" actId="478"/>
          <ac:spMkLst>
            <pc:docMk/>
            <pc:sldMk cId="642492313" sldId="286"/>
            <ac:spMk id="2" creationId="{D879D734-5B55-0C6F-AD1B-770282F544EE}"/>
          </ac:spMkLst>
        </pc:spChg>
        <pc:spChg chg="del">
          <ac:chgData name="Muhammad Ali Fatmi" userId="2497a2a4205a29ee" providerId="LiveId" clId="{178C0EEB-9EB5-4FCB-87D3-B69431C1750D}" dt="2024-01-31T08:16:20.073" v="31" actId="478"/>
          <ac:spMkLst>
            <pc:docMk/>
            <pc:sldMk cId="642492313" sldId="286"/>
            <ac:spMk id="3" creationId="{9FB84D6E-381C-4E85-56F3-2A1314AC98B6}"/>
          </ac:spMkLst>
        </pc:spChg>
        <pc:picChg chg="add mod">
          <ac:chgData name="Muhammad Ali Fatmi" userId="2497a2a4205a29ee" providerId="LiveId" clId="{178C0EEB-9EB5-4FCB-87D3-B69431C1750D}" dt="2024-01-31T08:16:28.338" v="32"/>
          <ac:picMkLst>
            <pc:docMk/>
            <pc:sldMk cId="642492313" sldId="286"/>
            <ac:picMk id="5" creationId="{FC479188-1EAA-9999-5E96-D852B66A9D51}"/>
          </ac:picMkLst>
        </pc:picChg>
      </pc:sldChg>
      <pc:sldChg chg="addSp delSp modSp new mod">
        <pc:chgData name="Muhammad Ali Fatmi" userId="2497a2a4205a29ee" providerId="LiveId" clId="{178C0EEB-9EB5-4FCB-87D3-B69431C1750D}" dt="2024-01-31T08:16:37.947" v="35"/>
        <pc:sldMkLst>
          <pc:docMk/>
          <pc:sldMk cId="197415871" sldId="287"/>
        </pc:sldMkLst>
        <pc:spChg chg="del">
          <ac:chgData name="Muhammad Ali Fatmi" userId="2497a2a4205a29ee" providerId="LiveId" clId="{178C0EEB-9EB5-4FCB-87D3-B69431C1750D}" dt="2024-01-31T08:16:34.729" v="34" actId="478"/>
          <ac:spMkLst>
            <pc:docMk/>
            <pc:sldMk cId="197415871" sldId="287"/>
            <ac:spMk id="2" creationId="{ED9ABB16-EB44-53AD-2B22-0901633F8DCB}"/>
          </ac:spMkLst>
        </pc:spChg>
        <pc:spChg chg="del">
          <ac:chgData name="Muhammad Ali Fatmi" userId="2497a2a4205a29ee" providerId="LiveId" clId="{178C0EEB-9EB5-4FCB-87D3-B69431C1750D}" dt="2024-01-31T08:16:34.729" v="34" actId="478"/>
          <ac:spMkLst>
            <pc:docMk/>
            <pc:sldMk cId="197415871" sldId="287"/>
            <ac:spMk id="3" creationId="{65D2DC25-2BA7-5806-6281-1A129A53BBC3}"/>
          </ac:spMkLst>
        </pc:spChg>
        <pc:picChg chg="add mod">
          <ac:chgData name="Muhammad Ali Fatmi" userId="2497a2a4205a29ee" providerId="LiveId" clId="{178C0EEB-9EB5-4FCB-87D3-B69431C1750D}" dt="2024-01-31T08:16:37.947" v="35"/>
          <ac:picMkLst>
            <pc:docMk/>
            <pc:sldMk cId="197415871" sldId="287"/>
            <ac:picMk id="5" creationId="{98621C08-8EF4-9C5A-4DCD-012A3DAA96B2}"/>
          </ac:picMkLst>
        </pc:picChg>
      </pc:sldChg>
      <pc:sldChg chg="addSp delSp modSp new mod">
        <pc:chgData name="Muhammad Ali Fatmi" userId="2497a2a4205a29ee" providerId="LiveId" clId="{178C0EEB-9EB5-4FCB-87D3-B69431C1750D}" dt="2024-01-31T08:16:53.682" v="39"/>
        <pc:sldMkLst>
          <pc:docMk/>
          <pc:sldMk cId="2962180462" sldId="288"/>
        </pc:sldMkLst>
        <pc:spChg chg="del">
          <ac:chgData name="Muhammad Ali Fatmi" userId="2497a2a4205a29ee" providerId="LiveId" clId="{178C0EEB-9EB5-4FCB-87D3-B69431C1750D}" dt="2024-01-31T08:16:49.995" v="38" actId="478"/>
          <ac:spMkLst>
            <pc:docMk/>
            <pc:sldMk cId="2962180462" sldId="288"/>
            <ac:spMk id="2" creationId="{52338A78-D237-EB06-7B87-654CB8649902}"/>
          </ac:spMkLst>
        </pc:spChg>
        <pc:spChg chg="del">
          <ac:chgData name="Muhammad Ali Fatmi" userId="2497a2a4205a29ee" providerId="LiveId" clId="{178C0EEB-9EB5-4FCB-87D3-B69431C1750D}" dt="2024-01-31T08:16:49.995" v="38" actId="478"/>
          <ac:spMkLst>
            <pc:docMk/>
            <pc:sldMk cId="2962180462" sldId="288"/>
            <ac:spMk id="3" creationId="{E72FD32D-7811-DFBF-DD9C-B7759565E822}"/>
          </ac:spMkLst>
        </pc:spChg>
        <pc:picChg chg="add mod">
          <ac:chgData name="Muhammad Ali Fatmi" userId="2497a2a4205a29ee" providerId="LiveId" clId="{178C0EEB-9EB5-4FCB-87D3-B69431C1750D}" dt="2024-01-31T08:16:53.682" v="39"/>
          <ac:picMkLst>
            <pc:docMk/>
            <pc:sldMk cId="2962180462" sldId="288"/>
            <ac:picMk id="5" creationId="{6EED7AF0-0176-CA6C-CA3B-DCD63A5A79A0}"/>
          </ac:picMkLst>
        </pc:picChg>
      </pc:sldChg>
      <pc:sldChg chg="addSp delSp modSp new mod">
        <pc:chgData name="Muhammad Ali Fatmi" userId="2497a2a4205a29ee" providerId="LiveId" clId="{178C0EEB-9EB5-4FCB-87D3-B69431C1750D}" dt="2024-01-31T08:17:05.010" v="42"/>
        <pc:sldMkLst>
          <pc:docMk/>
          <pc:sldMk cId="2163051492" sldId="289"/>
        </pc:sldMkLst>
        <pc:spChg chg="del">
          <ac:chgData name="Muhammad Ali Fatmi" userId="2497a2a4205a29ee" providerId="LiveId" clId="{178C0EEB-9EB5-4FCB-87D3-B69431C1750D}" dt="2024-01-31T08:16:59.448" v="41" actId="478"/>
          <ac:spMkLst>
            <pc:docMk/>
            <pc:sldMk cId="2163051492" sldId="289"/>
            <ac:spMk id="2" creationId="{B4CBD2E1-99E8-E75F-B7A2-4995FE1F47E1}"/>
          </ac:spMkLst>
        </pc:spChg>
        <pc:spChg chg="del">
          <ac:chgData name="Muhammad Ali Fatmi" userId="2497a2a4205a29ee" providerId="LiveId" clId="{178C0EEB-9EB5-4FCB-87D3-B69431C1750D}" dt="2024-01-31T08:16:59.448" v="41" actId="478"/>
          <ac:spMkLst>
            <pc:docMk/>
            <pc:sldMk cId="2163051492" sldId="289"/>
            <ac:spMk id="3" creationId="{C05FA024-7558-356A-EA8D-23B4B7060E04}"/>
          </ac:spMkLst>
        </pc:spChg>
        <pc:picChg chg="add mod">
          <ac:chgData name="Muhammad Ali Fatmi" userId="2497a2a4205a29ee" providerId="LiveId" clId="{178C0EEB-9EB5-4FCB-87D3-B69431C1750D}" dt="2024-01-31T08:17:05.010" v="42"/>
          <ac:picMkLst>
            <pc:docMk/>
            <pc:sldMk cId="2163051492" sldId="289"/>
            <ac:picMk id="5" creationId="{EA916AD8-7666-B498-7EFD-6541F2FFF673}"/>
          </ac:picMkLst>
        </pc:picChg>
      </pc:sldChg>
      <pc:sldChg chg="addSp delSp modSp new mod">
        <pc:chgData name="Muhammad Ali Fatmi" userId="2497a2a4205a29ee" providerId="LiveId" clId="{178C0EEB-9EB5-4FCB-87D3-B69431C1750D}" dt="2024-01-31T08:17:27.651" v="47"/>
        <pc:sldMkLst>
          <pc:docMk/>
          <pc:sldMk cId="4262789713" sldId="290"/>
        </pc:sldMkLst>
        <pc:spChg chg="del">
          <ac:chgData name="Muhammad Ali Fatmi" userId="2497a2a4205a29ee" providerId="LiveId" clId="{178C0EEB-9EB5-4FCB-87D3-B69431C1750D}" dt="2024-01-31T08:17:21.072" v="45" actId="478"/>
          <ac:spMkLst>
            <pc:docMk/>
            <pc:sldMk cId="4262789713" sldId="290"/>
            <ac:spMk id="2" creationId="{1A26DF6A-DB0A-53AF-C60E-8C15778C1960}"/>
          </ac:spMkLst>
        </pc:spChg>
        <pc:spChg chg="del">
          <ac:chgData name="Muhammad Ali Fatmi" userId="2497a2a4205a29ee" providerId="LiveId" clId="{178C0EEB-9EB5-4FCB-87D3-B69431C1750D}" dt="2024-01-31T08:17:12.432" v="44"/>
          <ac:spMkLst>
            <pc:docMk/>
            <pc:sldMk cId="4262789713" sldId="290"/>
            <ac:spMk id="3" creationId="{09C51666-2FD3-42E3-09BF-DE6A48C32498}"/>
          </ac:spMkLst>
        </pc:spChg>
        <pc:spChg chg="add del mod">
          <ac:chgData name="Muhammad Ali Fatmi" userId="2497a2a4205a29ee" providerId="LiveId" clId="{178C0EEB-9EB5-4FCB-87D3-B69431C1750D}" dt="2024-01-31T08:17:24.135" v="46" actId="478"/>
          <ac:spMkLst>
            <pc:docMk/>
            <pc:sldMk cId="4262789713" sldId="290"/>
            <ac:spMk id="7" creationId="{A2DB90AE-5CB5-AFB2-3FCA-29F19C2897EC}"/>
          </ac:spMkLst>
        </pc:spChg>
        <pc:picChg chg="add del mod">
          <ac:chgData name="Muhammad Ali Fatmi" userId="2497a2a4205a29ee" providerId="LiveId" clId="{178C0EEB-9EB5-4FCB-87D3-B69431C1750D}" dt="2024-01-31T08:17:21.072" v="45" actId="478"/>
          <ac:picMkLst>
            <pc:docMk/>
            <pc:sldMk cId="4262789713" sldId="290"/>
            <ac:picMk id="5" creationId="{A9B22AD2-8720-D1AD-EE56-6E4A7A05BCF3}"/>
          </ac:picMkLst>
        </pc:picChg>
        <pc:picChg chg="add mod">
          <ac:chgData name="Muhammad Ali Fatmi" userId="2497a2a4205a29ee" providerId="LiveId" clId="{178C0EEB-9EB5-4FCB-87D3-B69431C1750D}" dt="2024-01-31T08:17:27.651" v="47"/>
          <ac:picMkLst>
            <pc:docMk/>
            <pc:sldMk cId="4262789713" sldId="290"/>
            <ac:picMk id="9" creationId="{C759D84F-AC42-6175-4028-0A941C5E710D}"/>
          </ac:picMkLst>
        </pc:picChg>
      </pc:sldChg>
      <pc:sldChg chg="addSp delSp modSp new mod">
        <pc:chgData name="Muhammad Ali Fatmi" userId="2497a2a4205a29ee" providerId="LiveId" clId="{178C0EEB-9EB5-4FCB-87D3-B69431C1750D}" dt="2024-01-31T08:17:44.807" v="52"/>
        <pc:sldMkLst>
          <pc:docMk/>
          <pc:sldMk cId="3829570164" sldId="291"/>
        </pc:sldMkLst>
        <pc:spChg chg="del">
          <ac:chgData name="Muhammad Ali Fatmi" userId="2497a2a4205a29ee" providerId="LiveId" clId="{178C0EEB-9EB5-4FCB-87D3-B69431C1750D}" dt="2024-01-31T08:17:40.729" v="51" actId="478"/>
          <ac:spMkLst>
            <pc:docMk/>
            <pc:sldMk cId="3829570164" sldId="291"/>
            <ac:spMk id="2" creationId="{79DCA96B-A3BA-ACA1-8730-FF6A63210CEE}"/>
          </ac:spMkLst>
        </pc:spChg>
        <pc:spChg chg="add del">
          <ac:chgData name="Muhammad Ali Fatmi" userId="2497a2a4205a29ee" providerId="LiveId" clId="{178C0EEB-9EB5-4FCB-87D3-B69431C1750D}" dt="2024-01-31T08:17:40.729" v="51" actId="478"/>
          <ac:spMkLst>
            <pc:docMk/>
            <pc:sldMk cId="3829570164" sldId="291"/>
            <ac:spMk id="3" creationId="{D67092BE-FE28-4BD4-6D8E-74586126ABA1}"/>
          </ac:spMkLst>
        </pc:spChg>
        <pc:picChg chg="add mod">
          <ac:chgData name="Muhammad Ali Fatmi" userId="2497a2a4205a29ee" providerId="LiveId" clId="{178C0EEB-9EB5-4FCB-87D3-B69431C1750D}" dt="2024-01-31T08:17:38.823" v="50"/>
          <ac:picMkLst>
            <pc:docMk/>
            <pc:sldMk cId="3829570164" sldId="291"/>
            <ac:picMk id="5" creationId="{50296EFC-6AF1-DF85-029E-1875C459E40E}"/>
          </ac:picMkLst>
        </pc:picChg>
        <pc:picChg chg="add mod">
          <ac:chgData name="Muhammad Ali Fatmi" userId="2497a2a4205a29ee" providerId="LiveId" clId="{178C0EEB-9EB5-4FCB-87D3-B69431C1750D}" dt="2024-01-31T08:17:44.807" v="52"/>
          <ac:picMkLst>
            <pc:docMk/>
            <pc:sldMk cId="3829570164" sldId="291"/>
            <ac:picMk id="7" creationId="{735AA135-39A2-BD3B-2418-E8C3F8E7B669}"/>
          </ac:picMkLst>
        </pc:picChg>
      </pc:sldChg>
      <pc:sldChg chg="addSp delSp modSp new mod">
        <pc:chgData name="Muhammad Ali Fatmi" userId="2497a2a4205a29ee" providerId="LiveId" clId="{178C0EEB-9EB5-4FCB-87D3-B69431C1750D}" dt="2024-01-31T08:17:53.557" v="55"/>
        <pc:sldMkLst>
          <pc:docMk/>
          <pc:sldMk cId="2575964126" sldId="292"/>
        </pc:sldMkLst>
        <pc:spChg chg="del">
          <ac:chgData name="Muhammad Ali Fatmi" userId="2497a2a4205a29ee" providerId="LiveId" clId="{178C0EEB-9EB5-4FCB-87D3-B69431C1750D}" dt="2024-01-31T08:17:49.854" v="54" actId="478"/>
          <ac:spMkLst>
            <pc:docMk/>
            <pc:sldMk cId="2575964126" sldId="292"/>
            <ac:spMk id="2" creationId="{B4EFBC47-DD49-5E5D-9511-39F0E33DB524}"/>
          </ac:spMkLst>
        </pc:spChg>
        <pc:spChg chg="del">
          <ac:chgData name="Muhammad Ali Fatmi" userId="2497a2a4205a29ee" providerId="LiveId" clId="{178C0EEB-9EB5-4FCB-87D3-B69431C1750D}" dt="2024-01-31T08:17:49.854" v="54" actId="478"/>
          <ac:spMkLst>
            <pc:docMk/>
            <pc:sldMk cId="2575964126" sldId="292"/>
            <ac:spMk id="3" creationId="{ECE8C06E-CC3E-A936-261F-BD16E2DDE2DC}"/>
          </ac:spMkLst>
        </pc:spChg>
        <pc:picChg chg="add mod">
          <ac:chgData name="Muhammad Ali Fatmi" userId="2497a2a4205a29ee" providerId="LiveId" clId="{178C0EEB-9EB5-4FCB-87D3-B69431C1750D}" dt="2024-01-31T08:17:53.557" v="55"/>
          <ac:picMkLst>
            <pc:docMk/>
            <pc:sldMk cId="2575964126" sldId="292"/>
            <ac:picMk id="5" creationId="{66506154-284B-45A6-5DA4-76E230BDA2CC}"/>
          </ac:picMkLst>
        </pc:picChg>
      </pc:sldChg>
      <pc:sldChg chg="addSp delSp modSp new mod">
        <pc:chgData name="Muhammad Ali Fatmi" userId="2497a2a4205a29ee" providerId="LiveId" clId="{178C0EEB-9EB5-4FCB-87D3-B69431C1750D}" dt="2024-01-31T08:18:01.744" v="58"/>
        <pc:sldMkLst>
          <pc:docMk/>
          <pc:sldMk cId="2775275039" sldId="293"/>
        </pc:sldMkLst>
        <pc:spChg chg="del">
          <ac:chgData name="Muhammad Ali Fatmi" userId="2497a2a4205a29ee" providerId="LiveId" clId="{178C0EEB-9EB5-4FCB-87D3-B69431C1750D}" dt="2024-01-31T08:17:58.619" v="57" actId="478"/>
          <ac:spMkLst>
            <pc:docMk/>
            <pc:sldMk cId="2775275039" sldId="293"/>
            <ac:spMk id="2" creationId="{039488A4-8E5E-891D-2799-14D4E042F2BC}"/>
          </ac:spMkLst>
        </pc:spChg>
        <pc:spChg chg="del">
          <ac:chgData name="Muhammad Ali Fatmi" userId="2497a2a4205a29ee" providerId="LiveId" clId="{178C0EEB-9EB5-4FCB-87D3-B69431C1750D}" dt="2024-01-31T08:17:58.619" v="57" actId="478"/>
          <ac:spMkLst>
            <pc:docMk/>
            <pc:sldMk cId="2775275039" sldId="293"/>
            <ac:spMk id="3" creationId="{39902B92-F97A-375E-A452-275C3088F216}"/>
          </ac:spMkLst>
        </pc:spChg>
        <pc:picChg chg="add mod">
          <ac:chgData name="Muhammad Ali Fatmi" userId="2497a2a4205a29ee" providerId="LiveId" clId="{178C0EEB-9EB5-4FCB-87D3-B69431C1750D}" dt="2024-01-31T08:18:01.744" v="58"/>
          <ac:picMkLst>
            <pc:docMk/>
            <pc:sldMk cId="2775275039" sldId="293"/>
            <ac:picMk id="5" creationId="{3F0841A3-AE8A-8BB4-FC11-F691B974FBD2}"/>
          </ac:picMkLst>
        </pc:picChg>
      </pc:sldChg>
      <pc:sldChg chg="addSp delSp modSp new mod">
        <pc:chgData name="Muhammad Ali Fatmi" userId="2497a2a4205a29ee" providerId="LiveId" clId="{178C0EEB-9EB5-4FCB-87D3-B69431C1750D}" dt="2024-01-31T08:18:11.869" v="61"/>
        <pc:sldMkLst>
          <pc:docMk/>
          <pc:sldMk cId="1859901602" sldId="294"/>
        </pc:sldMkLst>
        <pc:spChg chg="del">
          <ac:chgData name="Muhammad Ali Fatmi" userId="2497a2a4205a29ee" providerId="LiveId" clId="{178C0EEB-9EB5-4FCB-87D3-B69431C1750D}" dt="2024-01-31T08:18:07.401" v="60" actId="478"/>
          <ac:spMkLst>
            <pc:docMk/>
            <pc:sldMk cId="1859901602" sldId="294"/>
            <ac:spMk id="2" creationId="{8A0FA764-D277-9886-0424-EB4849ECB0A8}"/>
          </ac:spMkLst>
        </pc:spChg>
        <pc:spChg chg="del">
          <ac:chgData name="Muhammad Ali Fatmi" userId="2497a2a4205a29ee" providerId="LiveId" clId="{178C0EEB-9EB5-4FCB-87D3-B69431C1750D}" dt="2024-01-31T08:18:07.401" v="60" actId="478"/>
          <ac:spMkLst>
            <pc:docMk/>
            <pc:sldMk cId="1859901602" sldId="294"/>
            <ac:spMk id="3" creationId="{A0FE4BDC-71EA-01DA-AF0A-A1FD0FD1D0A1}"/>
          </ac:spMkLst>
        </pc:spChg>
        <pc:picChg chg="add mod">
          <ac:chgData name="Muhammad Ali Fatmi" userId="2497a2a4205a29ee" providerId="LiveId" clId="{178C0EEB-9EB5-4FCB-87D3-B69431C1750D}" dt="2024-01-31T08:18:11.869" v="61"/>
          <ac:picMkLst>
            <pc:docMk/>
            <pc:sldMk cId="1859901602" sldId="294"/>
            <ac:picMk id="5" creationId="{F360C91B-675B-0C09-8333-5F1D24AE2F59}"/>
          </ac:picMkLst>
        </pc:picChg>
      </pc:sldChg>
      <pc:sldChg chg="addSp delSp modSp new mod">
        <pc:chgData name="Muhammad Ali Fatmi" userId="2497a2a4205a29ee" providerId="LiveId" clId="{178C0EEB-9EB5-4FCB-87D3-B69431C1750D}" dt="2024-01-31T08:18:20.494" v="64"/>
        <pc:sldMkLst>
          <pc:docMk/>
          <pc:sldMk cId="612683156" sldId="295"/>
        </pc:sldMkLst>
        <pc:spChg chg="del">
          <ac:chgData name="Muhammad Ali Fatmi" userId="2497a2a4205a29ee" providerId="LiveId" clId="{178C0EEB-9EB5-4FCB-87D3-B69431C1750D}" dt="2024-01-31T08:18:17.182" v="63" actId="478"/>
          <ac:spMkLst>
            <pc:docMk/>
            <pc:sldMk cId="612683156" sldId="295"/>
            <ac:spMk id="2" creationId="{7F685282-0B2D-11BC-03E7-85AAB3D47CE9}"/>
          </ac:spMkLst>
        </pc:spChg>
        <pc:spChg chg="del">
          <ac:chgData name="Muhammad Ali Fatmi" userId="2497a2a4205a29ee" providerId="LiveId" clId="{178C0EEB-9EB5-4FCB-87D3-B69431C1750D}" dt="2024-01-31T08:18:17.182" v="63" actId="478"/>
          <ac:spMkLst>
            <pc:docMk/>
            <pc:sldMk cId="612683156" sldId="295"/>
            <ac:spMk id="3" creationId="{4AA94C63-4607-4497-6B42-2DC8401E5D85}"/>
          </ac:spMkLst>
        </pc:spChg>
        <pc:picChg chg="add mod">
          <ac:chgData name="Muhammad Ali Fatmi" userId="2497a2a4205a29ee" providerId="LiveId" clId="{178C0EEB-9EB5-4FCB-87D3-B69431C1750D}" dt="2024-01-31T08:18:20.494" v="64"/>
          <ac:picMkLst>
            <pc:docMk/>
            <pc:sldMk cId="612683156" sldId="295"/>
            <ac:picMk id="5" creationId="{02E807A5-32D9-8FB3-4C30-613027D17EA7}"/>
          </ac:picMkLst>
        </pc:picChg>
      </pc:sldChg>
      <pc:sldChg chg="addSp delSp modSp new mod">
        <pc:chgData name="Muhammad Ali Fatmi" userId="2497a2a4205a29ee" providerId="LiveId" clId="{178C0EEB-9EB5-4FCB-87D3-B69431C1750D}" dt="2024-01-31T08:18:29.260" v="67"/>
        <pc:sldMkLst>
          <pc:docMk/>
          <pc:sldMk cId="1297064387" sldId="296"/>
        </pc:sldMkLst>
        <pc:spChg chg="del">
          <ac:chgData name="Muhammad Ali Fatmi" userId="2497a2a4205a29ee" providerId="LiveId" clId="{178C0EEB-9EB5-4FCB-87D3-B69431C1750D}" dt="2024-01-31T08:18:26.416" v="66" actId="478"/>
          <ac:spMkLst>
            <pc:docMk/>
            <pc:sldMk cId="1297064387" sldId="296"/>
            <ac:spMk id="2" creationId="{1371458A-6D74-7D12-A1AF-427547D369FB}"/>
          </ac:spMkLst>
        </pc:spChg>
        <pc:spChg chg="del">
          <ac:chgData name="Muhammad Ali Fatmi" userId="2497a2a4205a29ee" providerId="LiveId" clId="{178C0EEB-9EB5-4FCB-87D3-B69431C1750D}" dt="2024-01-31T08:18:26.416" v="66" actId="478"/>
          <ac:spMkLst>
            <pc:docMk/>
            <pc:sldMk cId="1297064387" sldId="296"/>
            <ac:spMk id="3" creationId="{CD2CFD39-B035-0CF6-DF44-AF4B37172522}"/>
          </ac:spMkLst>
        </pc:spChg>
        <pc:picChg chg="add mod">
          <ac:chgData name="Muhammad Ali Fatmi" userId="2497a2a4205a29ee" providerId="LiveId" clId="{178C0EEB-9EB5-4FCB-87D3-B69431C1750D}" dt="2024-01-31T08:18:29.260" v="67"/>
          <ac:picMkLst>
            <pc:docMk/>
            <pc:sldMk cId="1297064387" sldId="296"/>
            <ac:picMk id="5" creationId="{EA0AA45C-482A-9BD0-F83F-F0F65D6395E0}"/>
          </ac:picMkLst>
        </pc:picChg>
      </pc:sldChg>
      <pc:sldChg chg="addSp delSp modSp new mod">
        <pc:chgData name="Muhammad Ali Fatmi" userId="2497a2a4205a29ee" providerId="LiveId" clId="{178C0EEB-9EB5-4FCB-87D3-B69431C1750D}" dt="2024-01-31T08:18:37.901" v="70"/>
        <pc:sldMkLst>
          <pc:docMk/>
          <pc:sldMk cId="1606309347" sldId="297"/>
        </pc:sldMkLst>
        <pc:spChg chg="del">
          <ac:chgData name="Muhammad Ali Fatmi" userId="2497a2a4205a29ee" providerId="LiveId" clId="{178C0EEB-9EB5-4FCB-87D3-B69431C1750D}" dt="2024-01-31T08:18:34.198" v="69" actId="478"/>
          <ac:spMkLst>
            <pc:docMk/>
            <pc:sldMk cId="1606309347" sldId="297"/>
            <ac:spMk id="2" creationId="{300EBF87-BCFB-67E2-9090-6D7A04C622AD}"/>
          </ac:spMkLst>
        </pc:spChg>
        <pc:spChg chg="del">
          <ac:chgData name="Muhammad Ali Fatmi" userId="2497a2a4205a29ee" providerId="LiveId" clId="{178C0EEB-9EB5-4FCB-87D3-B69431C1750D}" dt="2024-01-31T08:18:34.198" v="69" actId="478"/>
          <ac:spMkLst>
            <pc:docMk/>
            <pc:sldMk cId="1606309347" sldId="297"/>
            <ac:spMk id="3" creationId="{66782D86-DA3C-D56E-FE26-9BEFF2AF221F}"/>
          </ac:spMkLst>
        </pc:spChg>
        <pc:picChg chg="add mod">
          <ac:chgData name="Muhammad Ali Fatmi" userId="2497a2a4205a29ee" providerId="LiveId" clId="{178C0EEB-9EB5-4FCB-87D3-B69431C1750D}" dt="2024-01-31T08:18:37.901" v="70"/>
          <ac:picMkLst>
            <pc:docMk/>
            <pc:sldMk cId="1606309347" sldId="297"/>
            <ac:picMk id="5" creationId="{5B09DBA9-4AB3-8FAA-375D-68BC2F935FE4}"/>
          </ac:picMkLst>
        </pc:picChg>
      </pc:sldChg>
      <pc:sldChg chg="addSp delSp modSp new mod">
        <pc:chgData name="Muhammad Ali Fatmi" userId="2497a2a4205a29ee" providerId="LiveId" clId="{178C0EEB-9EB5-4FCB-87D3-B69431C1750D}" dt="2024-01-31T08:18:46.651" v="73"/>
        <pc:sldMkLst>
          <pc:docMk/>
          <pc:sldMk cId="927673442" sldId="298"/>
        </pc:sldMkLst>
        <pc:spChg chg="del">
          <ac:chgData name="Muhammad Ali Fatmi" userId="2497a2a4205a29ee" providerId="LiveId" clId="{178C0EEB-9EB5-4FCB-87D3-B69431C1750D}" dt="2024-01-31T08:18:43.166" v="72" actId="478"/>
          <ac:spMkLst>
            <pc:docMk/>
            <pc:sldMk cId="927673442" sldId="298"/>
            <ac:spMk id="2" creationId="{2A88DC8B-F828-428E-EFC4-98D474E12809}"/>
          </ac:spMkLst>
        </pc:spChg>
        <pc:spChg chg="del">
          <ac:chgData name="Muhammad Ali Fatmi" userId="2497a2a4205a29ee" providerId="LiveId" clId="{178C0EEB-9EB5-4FCB-87D3-B69431C1750D}" dt="2024-01-31T08:18:43.166" v="72" actId="478"/>
          <ac:spMkLst>
            <pc:docMk/>
            <pc:sldMk cId="927673442" sldId="298"/>
            <ac:spMk id="3" creationId="{C463CA41-2464-4806-E031-1B8BA329652D}"/>
          </ac:spMkLst>
        </pc:spChg>
        <pc:picChg chg="add mod">
          <ac:chgData name="Muhammad Ali Fatmi" userId="2497a2a4205a29ee" providerId="LiveId" clId="{178C0EEB-9EB5-4FCB-87D3-B69431C1750D}" dt="2024-01-31T08:18:46.651" v="73"/>
          <ac:picMkLst>
            <pc:docMk/>
            <pc:sldMk cId="927673442" sldId="298"/>
            <ac:picMk id="5" creationId="{BB3A377C-5697-D1FA-991E-5BACF4AFBFF4}"/>
          </ac:picMkLst>
        </pc:picChg>
      </pc:sldChg>
      <pc:sldChg chg="addSp delSp modSp new mod">
        <pc:chgData name="Muhammad Ali Fatmi" userId="2497a2a4205a29ee" providerId="LiveId" clId="{178C0EEB-9EB5-4FCB-87D3-B69431C1750D}" dt="2024-01-31T08:18:55.526" v="76"/>
        <pc:sldMkLst>
          <pc:docMk/>
          <pc:sldMk cId="868961740" sldId="299"/>
        </pc:sldMkLst>
        <pc:spChg chg="del">
          <ac:chgData name="Muhammad Ali Fatmi" userId="2497a2a4205a29ee" providerId="LiveId" clId="{178C0EEB-9EB5-4FCB-87D3-B69431C1750D}" dt="2024-01-31T08:18:52.214" v="75" actId="478"/>
          <ac:spMkLst>
            <pc:docMk/>
            <pc:sldMk cId="868961740" sldId="299"/>
            <ac:spMk id="2" creationId="{D2DC68A0-8D3C-BFFB-26B0-E90D39295EDF}"/>
          </ac:spMkLst>
        </pc:spChg>
        <pc:spChg chg="del">
          <ac:chgData name="Muhammad Ali Fatmi" userId="2497a2a4205a29ee" providerId="LiveId" clId="{178C0EEB-9EB5-4FCB-87D3-B69431C1750D}" dt="2024-01-31T08:18:52.214" v="75" actId="478"/>
          <ac:spMkLst>
            <pc:docMk/>
            <pc:sldMk cId="868961740" sldId="299"/>
            <ac:spMk id="3" creationId="{16F25180-66FF-BDE5-A58D-FA58E6BB2BA7}"/>
          </ac:spMkLst>
        </pc:spChg>
        <pc:picChg chg="add mod">
          <ac:chgData name="Muhammad Ali Fatmi" userId="2497a2a4205a29ee" providerId="LiveId" clId="{178C0EEB-9EB5-4FCB-87D3-B69431C1750D}" dt="2024-01-31T08:18:55.526" v="76"/>
          <ac:picMkLst>
            <pc:docMk/>
            <pc:sldMk cId="868961740" sldId="299"/>
            <ac:picMk id="5" creationId="{34965FA4-1A42-DA1C-AA20-C27777C6B5CC}"/>
          </ac:picMkLst>
        </pc:picChg>
      </pc:sldChg>
      <pc:sldChg chg="addSp delSp modSp new mod">
        <pc:chgData name="Muhammad Ali Fatmi" userId="2497a2a4205a29ee" providerId="LiveId" clId="{178C0EEB-9EB5-4FCB-87D3-B69431C1750D}" dt="2024-01-31T08:19:04.432" v="79"/>
        <pc:sldMkLst>
          <pc:docMk/>
          <pc:sldMk cId="3543178956" sldId="300"/>
        </pc:sldMkLst>
        <pc:spChg chg="del">
          <ac:chgData name="Muhammad Ali Fatmi" userId="2497a2a4205a29ee" providerId="LiveId" clId="{178C0EEB-9EB5-4FCB-87D3-B69431C1750D}" dt="2024-01-31T08:19:00.932" v="78" actId="478"/>
          <ac:spMkLst>
            <pc:docMk/>
            <pc:sldMk cId="3543178956" sldId="300"/>
            <ac:spMk id="2" creationId="{2E73981B-1B17-5CD4-E80E-964CCE5096B4}"/>
          </ac:spMkLst>
        </pc:spChg>
        <pc:spChg chg="del">
          <ac:chgData name="Muhammad Ali Fatmi" userId="2497a2a4205a29ee" providerId="LiveId" clId="{178C0EEB-9EB5-4FCB-87D3-B69431C1750D}" dt="2024-01-31T08:19:00.932" v="78" actId="478"/>
          <ac:spMkLst>
            <pc:docMk/>
            <pc:sldMk cId="3543178956" sldId="300"/>
            <ac:spMk id="3" creationId="{AED1379D-9620-848E-1B54-2A66293A435A}"/>
          </ac:spMkLst>
        </pc:spChg>
        <pc:picChg chg="add mod">
          <ac:chgData name="Muhammad Ali Fatmi" userId="2497a2a4205a29ee" providerId="LiveId" clId="{178C0EEB-9EB5-4FCB-87D3-B69431C1750D}" dt="2024-01-31T08:19:04.432" v="79"/>
          <ac:picMkLst>
            <pc:docMk/>
            <pc:sldMk cId="3543178956" sldId="300"/>
            <ac:picMk id="5" creationId="{04E7E797-C293-8A96-9D08-F845BE60C626}"/>
          </ac:picMkLst>
        </pc:picChg>
      </pc:sldChg>
      <pc:sldChg chg="addSp delSp modSp new mod">
        <pc:chgData name="Muhammad Ali Fatmi" userId="2497a2a4205a29ee" providerId="LiveId" clId="{178C0EEB-9EB5-4FCB-87D3-B69431C1750D}" dt="2024-01-31T08:19:17.919" v="82"/>
        <pc:sldMkLst>
          <pc:docMk/>
          <pc:sldMk cId="2259495729" sldId="301"/>
        </pc:sldMkLst>
        <pc:spChg chg="del">
          <ac:chgData name="Muhammad Ali Fatmi" userId="2497a2a4205a29ee" providerId="LiveId" clId="{178C0EEB-9EB5-4FCB-87D3-B69431C1750D}" dt="2024-01-31T08:19:14.451" v="81" actId="478"/>
          <ac:spMkLst>
            <pc:docMk/>
            <pc:sldMk cId="2259495729" sldId="301"/>
            <ac:spMk id="2" creationId="{ADD93795-C4BC-FFDA-F59F-2679EEF2600F}"/>
          </ac:spMkLst>
        </pc:spChg>
        <pc:spChg chg="del">
          <ac:chgData name="Muhammad Ali Fatmi" userId="2497a2a4205a29ee" providerId="LiveId" clId="{178C0EEB-9EB5-4FCB-87D3-B69431C1750D}" dt="2024-01-31T08:19:14.451" v="81" actId="478"/>
          <ac:spMkLst>
            <pc:docMk/>
            <pc:sldMk cId="2259495729" sldId="301"/>
            <ac:spMk id="3" creationId="{6EB39ABC-2DAC-CA67-A13E-8AAF887CFD1A}"/>
          </ac:spMkLst>
        </pc:spChg>
        <pc:picChg chg="add mod">
          <ac:chgData name="Muhammad Ali Fatmi" userId="2497a2a4205a29ee" providerId="LiveId" clId="{178C0EEB-9EB5-4FCB-87D3-B69431C1750D}" dt="2024-01-31T08:19:17.919" v="82"/>
          <ac:picMkLst>
            <pc:docMk/>
            <pc:sldMk cId="2259495729" sldId="301"/>
            <ac:picMk id="5" creationId="{560806B1-956F-7B7F-CB7A-09181F8EDAF0}"/>
          </ac:picMkLst>
        </pc:picChg>
      </pc:sldChg>
      <pc:sldChg chg="addSp delSp modSp new mod">
        <pc:chgData name="Muhammad Ali Fatmi" userId="2497a2a4205a29ee" providerId="LiveId" clId="{178C0EEB-9EB5-4FCB-87D3-B69431C1750D}" dt="2024-01-31T08:19:32.247" v="85"/>
        <pc:sldMkLst>
          <pc:docMk/>
          <pc:sldMk cId="3906890076" sldId="302"/>
        </pc:sldMkLst>
        <pc:spChg chg="del">
          <ac:chgData name="Muhammad Ali Fatmi" userId="2497a2a4205a29ee" providerId="LiveId" clId="{178C0EEB-9EB5-4FCB-87D3-B69431C1750D}" dt="2024-01-31T08:19:24.779" v="84" actId="478"/>
          <ac:spMkLst>
            <pc:docMk/>
            <pc:sldMk cId="3906890076" sldId="302"/>
            <ac:spMk id="2" creationId="{86CA9305-D75E-7DC7-8329-607BB37413D6}"/>
          </ac:spMkLst>
        </pc:spChg>
        <pc:spChg chg="del">
          <ac:chgData name="Muhammad Ali Fatmi" userId="2497a2a4205a29ee" providerId="LiveId" clId="{178C0EEB-9EB5-4FCB-87D3-B69431C1750D}" dt="2024-01-31T08:19:24.779" v="84" actId="478"/>
          <ac:spMkLst>
            <pc:docMk/>
            <pc:sldMk cId="3906890076" sldId="302"/>
            <ac:spMk id="3" creationId="{438712CC-F33E-53CF-BE90-D203E5617E0D}"/>
          </ac:spMkLst>
        </pc:spChg>
        <pc:picChg chg="add mod">
          <ac:chgData name="Muhammad Ali Fatmi" userId="2497a2a4205a29ee" providerId="LiveId" clId="{178C0EEB-9EB5-4FCB-87D3-B69431C1750D}" dt="2024-01-31T08:19:32.247" v="85"/>
          <ac:picMkLst>
            <pc:docMk/>
            <pc:sldMk cId="3906890076" sldId="302"/>
            <ac:picMk id="5" creationId="{125B76F3-0E6D-2E3D-3571-7F7221C54F92}"/>
          </ac:picMkLst>
        </pc:picChg>
      </pc:sldChg>
      <pc:sldChg chg="addSp delSp modSp new mod">
        <pc:chgData name="Muhammad Ali Fatmi" userId="2497a2a4205a29ee" providerId="LiveId" clId="{178C0EEB-9EB5-4FCB-87D3-B69431C1750D}" dt="2024-01-31T08:19:40.414" v="88"/>
        <pc:sldMkLst>
          <pc:docMk/>
          <pc:sldMk cId="976349220" sldId="303"/>
        </pc:sldMkLst>
        <pc:spChg chg="del">
          <ac:chgData name="Muhammad Ali Fatmi" userId="2497a2a4205a29ee" providerId="LiveId" clId="{178C0EEB-9EB5-4FCB-87D3-B69431C1750D}" dt="2024-01-31T08:19:37.336" v="87" actId="478"/>
          <ac:spMkLst>
            <pc:docMk/>
            <pc:sldMk cId="976349220" sldId="303"/>
            <ac:spMk id="2" creationId="{D3FCE12C-C49B-9669-5E7B-918AE7B4B28C}"/>
          </ac:spMkLst>
        </pc:spChg>
        <pc:spChg chg="del">
          <ac:chgData name="Muhammad Ali Fatmi" userId="2497a2a4205a29ee" providerId="LiveId" clId="{178C0EEB-9EB5-4FCB-87D3-B69431C1750D}" dt="2024-01-31T08:19:37.336" v="87" actId="478"/>
          <ac:spMkLst>
            <pc:docMk/>
            <pc:sldMk cId="976349220" sldId="303"/>
            <ac:spMk id="3" creationId="{32139E43-5A44-C2AA-91AC-8D28624FE7F7}"/>
          </ac:spMkLst>
        </pc:spChg>
        <pc:picChg chg="add mod">
          <ac:chgData name="Muhammad Ali Fatmi" userId="2497a2a4205a29ee" providerId="LiveId" clId="{178C0EEB-9EB5-4FCB-87D3-B69431C1750D}" dt="2024-01-31T08:19:40.414" v="88"/>
          <ac:picMkLst>
            <pc:docMk/>
            <pc:sldMk cId="976349220" sldId="303"/>
            <ac:picMk id="5" creationId="{C33CEED0-7C5F-B2D4-3D60-B74CCDCC6840}"/>
          </ac:picMkLst>
        </pc:picChg>
      </pc:sldChg>
      <pc:sldChg chg="addSp delSp modSp new mod">
        <pc:chgData name="Muhammad Ali Fatmi" userId="2497a2a4205a29ee" providerId="LiveId" clId="{178C0EEB-9EB5-4FCB-87D3-B69431C1750D}" dt="2024-01-31T08:19:53.662" v="91"/>
        <pc:sldMkLst>
          <pc:docMk/>
          <pc:sldMk cId="480463187" sldId="304"/>
        </pc:sldMkLst>
        <pc:spChg chg="del">
          <ac:chgData name="Muhammad Ali Fatmi" userId="2497a2a4205a29ee" providerId="LiveId" clId="{178C0EEB-9EB5-4FCB-87D3-B69431C1750D}" dt="2024-01-31T08:19:45.872" v="90" actId="478"/>
          <ac:spMkLst>
            <pc:docMk/>
            <pc:sldMk cId="480463187" sldId="304"/>
            <ac:spMk id="2" creationId="{188A6F0A-A4B6-4289-96C0-4C1ADB30ED00}"/>
          </ac:spMkLst>
        </pc:spChg>
        <pc:spChg chg="del">
          <ac:chgData name="Muhammad Ali Fatmi" userId="2497a2a4205a29ee" providerId="LiveId" clId="{178C0EEB-9EB5-4FCB-87D3-B69431C1750D}" dt="2024-01-31T08:19:45.872" v="90" actId="478"/>
          <ac:spMkLst>
            <pc:docMk/>
            <pc:sldMk cId="480463187" sldId="304"/>
            <ac:spMk id="3" creationId="{4DBE26E9-78C8-308C-7E0E-BF665F0DA6FE}"/>
          </ac:spMkLst>
        </pc:spChg>
        <pc:picChg chg="add mod">
          <ac:chgData name="Muhammad Ali Fatmi" userId="2497a2a4205a29ee" providerId="LiveId" clId="{178C0EEB-9EB5-4FCB-87D3-B69431C1750D}" dt="2024-01-31T08:19:53.662" v="91"/>
          <ac:picMkLst>
            <pc:docMk/>
            <pc:sldMk cId="480463187" sldId="304"/>
            <ac:picMk id="5" creationId="{49110814-8ECD-8954-890B-4C5DF02B6C04}"/>
          </ac:picMkLst>
        </pc:picChg>
      </pc:sldChg>
      <pc:sldChg chg="addSp delSp modSp new mod">
        <pc:chgData name="Muhammad Ali Fatmi" userId="2497a2a4205a29ee" providerId="LiveId" clId="{178C0EEB-9EB5-4FCB-87D3-B69431C1750D}" dt="2024-01-31T08:20:02.451" v="94"/>
        <pc:sldMkLst>
          <pc:docMk/>
          <pc:sldMk cId="3655517504" sldId="305"/>
        </pc:sldMkLst>
        <pc:spChg chg="del">
          <ac:chgData name="Muhammad Ali Fatmi" userId="2497a2a4205a29ee" providerId="LiveId" clId="{178C0EEB-9EB5-4FCB-87D3-B69431C1750D}" dt="2024-01-31T08:19:58.866" v="93" actId="478"/>
          <ac:spMkLst>
            <pc:docMk/>
            <pc:sldMk cId="3655517504" sldId="305"/>
            <ac:spMk id="2" creationId="{D5B639F1-C33F-61F1-F88C-A91084C9EB9E}"/>
          </ac:spMkLst>
        </pc:spChg>
        <pc:spChg chg="del">
          <ac:chgData name="Muhammad Ali Fatmi" userId="2497a2a4205a29ee" providerId="LiveId" clId="{178C0EEB-9EB5-4FCB-87D3-B69431C1750D}" dt="2024-01-31T08:19:58.866" v="93" actId="478"/>
          <ac:spMkLst>
            <pc:docMk/>
            <pc:sldMk cId="3655517504" sldId="305"/>
            <ac:spMk id="3" creationId="{B1FB7B64-B038-E50D-2CD3-7FE860F71ED9}"/>
          </ac:spMkLst>
        </pc:spChg>
        <pc:picChg chg="add mod">
          <ac:chgData name="Muhammad Ali Fatmi" userId="2497a2a4205a29ee" providerId="LiveId" clId="{178C0EEB-9EB5-4FCB-87D3-B69431C1750D}" dt="2024-01-31T08:20:02.451" v="94"/>
          <ac:picMkLst>
            <pc:docMk/>
            <pc:sldMk cId="3655517504" sldId="305"/>
            <ac:picMk id="5" creationId="{CC91166A-9D74-A122-48EF-A6353379FB10}"/>
          </ac:picMkLst>
        </pc:picChg>
      </pc:sldChg>
      <pc:sldChg chg="addSp delSp modSp new mod">
        <pc:chgData name="Muhammad Ali Fatmi" userId="2497a2a4205a29ee" providerId="LiveId" clId="{178C0EEB-9EB5-4FCB-87D3-B69431C1750D}" dt="2024-01-31T08:20:13.045" v="97"/>
        <pc:sldMkLst>
          <pc:docMk/>
          <pc:sldMk cId="2281887025" sldId="306"/>
        </pc:sldMkLst>
        <pc:spChg chg="del">
          <ac:chgData name="Muhammad Ali Fatmi" userId="2497a2a4205a29ee" providerId="LiveId" clId="{178C0EEB-9EB5-4FCB-87D3-B69431C1750D}" dt="2024-01-31T08:20:09.123" v="96" actId="478"/>
          <ac:spMkLst>
            <pc:docMk/>
            <pc:sldMk cId="2281887025" sldId="306"/>
            <ac:spMk id="2" creationId="{0480462A-14B3-9E58-F4CD-5011A8B52714}"/>
          </ac:spMkLst>
        </pc:spChg>
        <pc:spChg chg="del">
          <ac:chgData name="Muhammad Ali Fatmi" userId="2497a2a4205a29ee" providerId="LiveId" clId="{178C0EEB-9EB5-4FCB-87D3-B69431C1750D}" dt="2024-01-31T08:20:09.123" v="96" actId="478"/>
          <ac:spMkLst>
            <pc:docMk/>
            <pc:sldMk cId="2281887025" sldId="306"/>
            <ac:spMk id="3" creationId="{22F6431C-8955-F182-97FE-7119B5EB4B61}"/>
          </ac:spMkLst>
        </pc:spChg>
        <pc:picChg chg="add mod">
          <ac:chgData name="Muhammad Ali Fatmi" userId="2497a2a4205a29ee" providerId="LiveId" clId="{178C0EEB-9EB5-4FCB-87D3-B69431C1750D}" dt="2024-01-31T08:20:13.045" v="97"/>
          <ac:picMkLst>
            <pc:docMk/>
            <pc:sldMk cId="2281887025" sldId="306"/>
            <ac:picMk id="5" creationId="{DBF7022D-3587-CFDF-714A-E678B7EA17D4}"/>
          </ac:picMkLst>
        </pc:picChg>
      </pc:sldChg>
      <pc:sldChg chg="addSp delSp modSp new mod">
        <pc:chgData name="Muhammad Ali Fatmi" userId="2497a2a4205a29ee" providerId="LiveId" clId="{178C0EEB-9EB5-4FCB-87D3-B69431C1750D}" dt="2024-02-02T06:00:13.358" v="100"/>
        <pc:sldMkLst>
          <pc:docMk/>
          <pc:sldMk cId="4020005614" sldId="307"/>
        </pc:sldMkLst>
        <pc:spChg chg="del">
          <ac:chgData name="Muhammad Ali Fatmi" userId="2497a2a4205a29ee" providerId="LiveId" clId="{178C0EEB-9EB5-4FCB-87D3-B69431C1750D}" dt="2024-02-02T05:58:43.931" v="99" actId="478"/>
          <ac:spMkLst>
            <pc:docMk/>
            <pc:sldMk cId="4020005614" sldId="307"/>
            <ac:spMk id="2" creationId="{82F55487-8345-E00E-DCF1-FE6BA62A33BB}"/>
          </ac:spMkLst>
        </pc:spChg>
        <pc:spChg chg="del">
          <ac:chgData name="Muhammad Ali Fatmi" userId="2497a2a4205a29ee" providerId="LiveId" clId="{178C0EEB-9EB5-4FCB-87D3-B69431C1750D}" dt="2024-02-02T05:58:43.931" v="99" actId="478"/>
          <ac:spMkLst>
            <pc:docMk/>
            <pc:sldMk cId="4020005614" sldId="307"/>
            <ac:spMk id="3" creationId="{E1B68293-919E-315D-A455-04AA827B9DC0}"/>
          </ac:spMkLst>
        </pc:spChg>
        <pc:picChg chg="add mod">
          <ac:chgData name="Muhammad Ali Fatmi" userId="2497a2a4205a29ee" providerId="LiveId" clId="{178C0EEB-9EB5-4FCB-87D3-B69431C1750D}" dt="2024-02-02T06:00:13.358" v="100"/>
          <ac:picMkLst>
            <pc:docMk/>
            <pc:sldMk cId="4020005614" sldId="307"/>
            <ac:picMk id="5" creationId="{6DE7C037-B2E6-EB9B-6B6C-0EA90493374F}"/>
          </ac:picMkLst>
        </pc:picChg>
      </pc:sldChg>
      <pc:sldChg chg="addSp delSp modSp new mod">
        <pc:chgData name="Muhammad Ali Fatmi" userId="2497a2a4205a29ee" providerId="LiveId" clId="{178C0EEB-9EB5-4FCB-87D3-B69431C1750D}" dt="2024-02-02T06:00:23.211" v="103"/>
        <pc:sldMkLst>
          <pc:docMk/>
          <pc:sldMk cId="3071264257" sldId="308"/>
        </pc:sldMkLst>
        <pc:spChg chg="del">
          <ac:chgData name="Muhammad Ali Fatmi" userId="2497a2a4205a29ee" providerId="LiveId" clId="{178C0EEB-9EB5-4FCB-87D3-B69431C1750D}" dt="2024-02-02T06:00:19.109" v="102" actId="478"/>
          <ac:spMkLst>
            <pc:docMk/>
            <pc:sldMk cId="3071264257" sldId="308"/>
            <ac:spMk id="2" creationId="{EE80BA07-C24B-E7A2-8DB6-6E4F0FBE0815}"/>
          </ac:spMkLst>
        </pc:spChg>
        <pc:spChg chg="del">
          <ac:chgData name="Muhammad Ali Fatmi" userId="2497a2a4205a29ee" providerId="LiveId" clId="{178C0EEB-9EB5-4FCB-87D3-B69431C1750D}" dt="2024-02-02T06:00:19.109" v="102" actId="478"/>
          <ac:spMkLst>
            <pc:docMk/>
            <pc:sldMk cId="3071264257" sldId="308"/>
            <ac:spMk id="3" creationId="{80D2803E-5B13-DE93-6062-6A5170CD3C1A}"/>
          </ac:spMkLst>
        </pc:spChg>
        <pc:picChg chg="add mod">
          <ac:chgData name="Muhammad Ali Fatmi" userId="2497a2a4205a29ee" providerId="LiveId" clId="{178C0EEB-9EB5-4FCB-87D3-B69431C1750D}" dt="2024-02-02T06:00:23.211" v="103"/>
          <ac:picMkLst>
            <pc:docMk/>
            <pc:sldMk cId="3071264257" sldId="308"/>
            <ac:picMk id="5" creationId="{66CAE1D0-BBC4-AF34-EA70-7836FB5B7B67}"/>
          </ac:picMkLst>
        </pc:picChg>
      </pc:sldChg>
      <pc:sldChg chg="addSp delSp modSp new mod">
        <pc:chgData name="Muhammad Ali Fatmi" userId="2497a2a4205a29ee" providerId="LiveId" clId="{178C0EEB-9EB5-4FCB-87D3-B69431C1750D}" dt="2024-02-02T06:00:38.346" v="106"/>
        <pc:sldMkLst>
          <pc:docMk/>
          <pc:sldMk cId="3706390731" sldId="309"/>
        </pc:sldMkLst>
        <pc:spChg chg="del">
          <ac:chgData name="Muhammad Ali Fatmi" userId="2497a2a4205a29ee" providerId="LiveId" clId="{178C0EEB-9EB5-4FCB-87D3-B69431C1750D}" dt="2024-02-02T06:00:37.990" v="105" actId="478"/>
          <ac:spMkLst>
            <pc:docMk/>
            <pc:sldMk cId="3706390731" sldId="309"/>
            <ac:spMk id="2" creationId="{48D81432-7867-8B8F-ACA6-F9B06E831D95}"/>
          </ac:spMkLst>
        </pc:spChg>
        <pc:spChg chg="del">
          <ac:chgData name="Muhammad Ali Fatmi" userId="2497a2a4205a29ee" providerId="LiveId" clId="{178C0EEB-9EB5-4FCB-87D3-B69431C1750D}" dt="2024-02-02T06:00:37.990" v="105" actId="478"/>
          <ac:spMkLst>
            <pc:docMk/>
            <pc:sldMk cId="3706390731" sldId="309"/>
            <ac:spMk id="3" creationId="{5EB654CA-920D-4A05-8F00-D430B498C174}"/>
          </ac:spMkLst>
        </pc:spChg>
        <pc:picChg chg="add mod">
          <ac:chgData name="Muhammad Ali Fatmi" userId="2497a2a4205a29ee" providerId="LiveId" clId="{178C0EEB-9EB5-4FCB-87D3-B69431C1750D}" dt="2024-02-02T06:00:38.346" v="106"/>
          <ac:picMkLst>
            <pc:docMk/>
            <pc:sldMk cId="3706390731" sldId="309"/>
            <ac:picMk id="5" creationId="{27AB53FE-554D-3E32-4C7B-A2AF066BDB71}"/>
          </ac:picMkLst>
        </pc:picChg>
      </pc:sldChg>
      <pc:sldChg chg="addSp delSp modSp new mod">
        <pc:chgData name="Muhammad Ali Fatmi" userId="2497a2a4205a29ee" providerId="LiveId" clId="{178C0EEB-9EB5-4FCB-87D3-B69431C1750D}" dt="2024-02-02T06:00:50.378" v="109"/>
        <pc:sldMkLst>
          <pc:docMk/>
          <pc:sldMk cId="1439187049" sldId="310"/>
        </pc:sldMkLst>
        <pc:spChg chg="del">
          <ac:chgData name="Muhammad Ali Fatmi" userId="2497a2a4205a29ee" providerId="LiveId" clId="{178C0EEB-9EB5-4FCB-87D3-B69431C1750D}" dt="2024-02-02T06:00:47.365" v="108" actId="478"/>
          <ac:spMkLst>
            <pc:docMk/>
            <pc:sldMk cId="1439187049" sldId="310"/>
            <ac:spMk id="2" creationId="{A7D019BC-FFD1-F8D5-88DD-6C734581492D}"/>
          </ac:spMkLst>
        </pc:spChg>
        <pc:spChg chg="del">
          <ac:chgData name="Muhammad Ali Fatmi" userId="2497a2a4205a29ee" providerId="LiveId" clId="{178C0EEB-9EB5-4FCB-87D3-B69431C1750D}" dt="2024-02-02T06:00:47.365" v="108" actId="478"/>
          <ac:spMkLst>
            <pc:docMk/>
            <pc:sldMk cId="1439187049" sldId="310"/>
            <ac:spMk id="3" creationId="{116E422E-52DF-FAF4-4141-6D9319C3C01F}"/>
          </ac:spMkLst>
        </pc:spChg>
        <pc:picChg chg="add mod">
          <ac:chgData name="Muhammad Ali Fatmi" userId="2497a2a4205a29ee" providerId="LiveId" clId="{178C0EEB-9EB5-4FCB-87D3-B69431C1750D}" dt="2024-02-02T06:00:50.378" v="109"/>
          <ac:picMkLst>
            <pc:docMk/>
            <pc:sldMk cId="1439187049" sldId="310"/>
            <ac:picMk id="5" creationId="{532DF0BD-3326-9AAC-77AA-056592905525}"/>
          </ac:picMkLst>
        </pc:picChg>
      </pc:sldChg>
      <pc:sldChg chg="addSp delSp modSp new mod">
        <pc:chgData name="Muhammad Ali Fatmi" userId="2497a2a4205a29ee" providerId="LiveId" clId="{178C0EEB-9EB5-4FCB-87D3-B69431C1750D}" dt="2024-02-02T06:00:57.196" v="112"/>
        <pc:sldMkLst>
          <pc:docMk/>
          <pc:sldMk cId="1046364493" sldId="311"/>
        </pc:sldMkLst>
        <pc:spChg chg="del">
          <ac:chgData name="Muhammad Ali Fatmi" userId="2497a2a4205a29ee" providerId="LiveId" clId="{178C0EEB-9EB5-4FCB-87D3-B69431C1750D}" dt="2024-02-02T06:00:54.081" v="111" actId="478"/>
          <ac:spMkLst>
            <pc:docMk/>
            <pc:sldMk cId="1046364493" sldId="311"/>
            <ac:spMk id="2" creationId="{F8271F5A-B801-9A1C-AD5E-E6B3E588ABEB}"/>
          </ac:spMkLst>
        </pc:spChg>
        <pc:spChg chg="del">
          <ac:chgData name="Muhammad Ali Fatmi" userId="2497a2a4205a29ee" providerId="LiveId" clId="{178C0EEB-9EB5-4FCB-87D3-B69431C1750D}" dt="2024-02-02T06:00:54.081" v="111" actId="478"/>
          <ac:spMkLst>
            <pc:docMk/>
            <pc:sldMk cId="1046364493" sldId="311"/>
            <ac:spMk id="3" creationId="{E3A6AE9E-B5A5-0DB0-23CB-D604C8285CC7}"/>
          </ac:spMkLst>
        </pc:spChg>
        <pc:picChg chg="add mod">
          <ac:chgData name="Muhammad Ali Fatmi" userId="2497a2a4205a29ee" providerId="LiveId" clId="{178C0EEB-9EB5-4FCB-87D3-B69431C1750D}" dt="2024-02-02T06:00:57.196" v="112"/>
          <ac:picMkLst>
            <pc:docMk/>
            <pc:sldMk cId="1046364493" sldId="311"/>
            <ac:picMk id="5" creationId="{B18E8B9A-EE70-9035-1BE7-0C9EE9CD7500}"/>
          </ac:picMkLst>
        </pc:picChg>
      </pc:sldChg>
      <pc:sldChg chg="addSp delSp modSp new mod">
        <pc:chgData name="Muhammad Ali Fatmi" userId="2497a2a4205a29ee" providerId="LiveId" clId="{178C0EEB-9EB5-4FCB-87D3-B69431C1750D}" dt="2024-02-02T06:01:12.368" v="115"/>
        <pc:sldMkLst>
          <pc:docMk/>
          <pc:sldMk cId="1362118028" sldId="312"/>
        </pc:sldMkLst>
        <pc:spChg chg="del">
          <ac:chgData name="Muhammad Ali Fatmi" userId="2497a2a4205a29ee" providerId="LiveId" clId="{178C0EEB-9EB5-4FCB-87D3-B69431C1750D}" dt="2024-02-02T06:01:02.966" v="114" actId="478"/>
          <ac:spMkLst>
            <pc:docMk/>
            <pc:sldMk cId="1362118028" sldId="312"/>
            <ac:spMk id="2" creationId="{2ECD30BE-FF8E-B433-D0B4-D2965DA4CD49}"/>
          </ac:spMkLst>
        </pc:spChg>
        <pc:spChg chg="del">
          <ac:chgData name="Muhammad Ali Fatmi" userId="2497a2a4205a29ee" providerId="LiveId" clId="{178C0EEB-9EB5-4FCB-87D3-B69431C1750D}" dt="2024-02-02T06:01:02.966" v="114" actId="478"/>
          <ac:spMkLst>
            <pc:docMk/>
            <pc:sldMk cId="1362118028" sldId="312"/>
            <ac:spMk id="3" creationId="{53FFB918-C300-8EFD-4FE4-746580BB42C7}"/>
          </ac:spMkLst>
        </pc:spChg>
        <pc:picChg chg="add mod">
          <ac:chgData name="Muhammad Ali Fatmi" userId="2497a2a4205a29ee" providerId="LiveId" clId="{178C0EEB-9EB5-4FCB-87D3-B69431C1750D}" dt="2024-02-02T06:01:12.368" v="115"/>
          <ac:picMkLst>
            <pc:docMk/>
            <pc:sldMk cId="1362118028" sldId="312"/>
            <ac:picMk id="5" creationId="{D5FABDD7-5671-5577-E75B-31DC8C43B4EF}"/>
          </ac:picMkLst>
        </pc:picChg>
      </pc:sldChg>
      <pc:sldChg chg="addSp delSp modSp new mod modClrScheme chgLayout">
        <pc:chgData name="Muhammad Ali Fatmi" userId="2497a2a4205a29ee" providerId="LiveId" clId="{178C0EEB-9EB5-4FCB-87D3-B69431C1750D}" dt="2024-02-02T06:01:42.277" v="119"/>
        <pc:sldMkLst>
          <pc:docMk/>
          <pc:sldMk cId="1740932517" sldId="313"/>
        </pc:sldMkLst>
        <pc:spChg chg="del">
          <ac:chgData name="Muhammad Ali Fatmi" userId="2497a2a4205a29ee" providerId="LiveId" clId="{178C0EEB-9EB5-4FCB-87D3-B69431C1750D}" dt="2024-02-02T06:01:22.217" v="117" actId="700"/>
          <ac:spMkLst>
            <pc:docMk/>
            <pc:sldMk cId="1740932517" sldId="313"/>
            <ac:spMk id="2" creationId="{3EF79A1A-67AE-C838-C9BA-CA656828F2BB}"/>
          </ac:spMkLst>
        </pc:spChg>
        <pc:spChg chg="del">
          <ac:chgData name="Muhammad Ali Fatmi" userId="2497a2a4205a29ee" providerId="LiveId" clId="{178C0EEB-9EB5-4FCB-87D3-B69431C1750D}" dt="2024-02-02T06:01:22.217" v="117" actId="700"/>
          <ac:spMkLst>
            <pc:docMk/>
            <pc:sldMk cId="1740932517" sldId="313"/>
            <ac:spMk id="3" creationId="{1B6D5974-A35B-F1CC-E081-D1EF73E96091}"/>
          </ac:spMkLst>
        </pc:spChg>
        <pc:picChg chg="add mod">
          <ac:chgData name="Muhammad Ali Fatmi" userId="2497a2a4205a29ee" providerId="LiveId" clId="{178C0EEB-9EB5-4FCB-87D3-B69431C1750D}" dt="2024-02-02T06:01:42.277" v="119"/>
          <ac:picMkLst>
            <pc:docMk/>
            <pc:sldMk cId="1740932517" sldId="313"/>
            <ac:picMk id="5" creationId="{C73C58A0-1E64-C879-BBFB-A880DA21CEAA}"/>
          </ac:picMkLst>
        </pc:picChg>
      </pc:sldChg>
      <pc:sldChg chg="addSp modSp new">
        <pc:chgData name="Muhammad Ali Fatmi" userId="2497a2a4205a29ee" providerId="LiveId" clId="{178C0EEB-9EB5-4FCB-87D3-B69431C1750D}" dt="2024-02-02T06:01:48.382" v="120"/>
        <pc:sldMkLst>
          <pc:docMk/>
          <pc:sldMk cId="610550416" sldId="314"/>
        </pc:sldMkLst>
        <pc:picChg chg="add mod">
          <ac:chgData name="Muhammad Ali Fatmi" userId="2497a2a4205a29ee" providerId="LiveId" clId="{178C0EEB-9EB5-4FCB-87D3-B69431C1750D}" dt="2024-02-02T06:01:48.382" v="120"/>
          <ac:picMkLst>
            <pc:docMk/>
            <pc:sldMk cId="610550416" sldId="314"/>
            <ac:picMk id="3" creationId="{54B9B0EA-3E96-F600-4A7A-B861AE7CD0FA}"/>
          </ac:picMkLst>
        </pc:picChg>
      </pc:sldChg>
      <pc:sldChg chg="addSp modSp new">
        <pc:chgData name="Muhammad Ali Fatmi" userId="2497a2a4205a29ee" providerId="LiveId" clId="{178C0EEB-9EB5-4FCB-87D3-B69431C1750D}" dt="2024-02-02T06:01:53.595" v="122"/>
        <pc:sldMkLst>
          <pc:docMk/>
          <pc:sldMk cId="3897128526" sldId="315"/>
        </pc:sldMkLst>
        <pc:picChg chg="add mod">
          <ac:chgData name="Muhammad Ali Fatmi" userId="2497a2a4205a29ee" providerId="LiveId" clId="{178C0EEB-9EB5-4FCB-87D3-B69431C1750D}" dt="2024-02-02T06:01:53.595" v="122"/>
          <ac:picMkLst>
            <pc:docMk/>
            <pc:sldMk cId="3897128526" sldId="315"/>
            <ac:picMk id="3" creationId="{9EBBF6C1-53F5-0174-FB60-DD488737C015}"/>
          </ac:picMkLst>
        </pc:picChg>
      </pc:sldChg>
      <pc:sldChg chg="addSp modSp new">
        <pc:chgData name="Muhammad Ali Fatmi" userId="2497a2a4205a29ee" providerId="LiveId" clId="{178C0EEB-9EB5-4FCB-87D3-B69431C1750D}" dt="2024-02-02T06:02:01.451" v="124"/>
        <pc:sldMkLst>
          <pc:docMk/>
          <pc:sldMk cId="3176409176" sldId="316"/>
        </pc:sldMkLst>
        <pc:picChg chg="add mod">
          <ac:chgData name="Muhammad Ali Fatmi" userId="2497a2a4205a29ee" providerId="LiveId" clId="{178C0EEB-9EB5-4FCB-87D3-B69431C1750D}" dt="2024-02-02T06:02:01.451" v="124"/>
          <ac:picMkLst>
            <pc:docMk/>
            <pc:sldMk cId="3176409176" sldId="316"/>
            <ac:picMk id="3" creationId="{632C49C3-832E-B955-862D-3DF05A9B4C2F}"/>
          </ac:picMkLst>
        </pc:picChg>
      </pc:sldChg>
      <pc:sldChg chg="addSp modSp new">
        <pc:chgData name="Muhammad Ali Fatmi" userId="2497a2a4205a29ee" providerId="LiveId" clId="{178C0EEB-9EB5-4FCB-87D3-B69431C1750D}" dt="2024-02-02T06:02:21.258" v="126"/>
        <pc:sldMkLst>
          <pc:docMk/>
          <pc:sldMk cId="3768543113" sldId="317"/>
        </pc:sldMkLst>
        <pc:picChg chg="add mod">
          <ac:chgData name="Muhammad Ali Fatmi" userId="2497a2a4205a29ee" providerId="LiveId" clId="{178C0EEB-9EB5-4FCB-87D3-B69431C1750D}" dt="2024-02-02T06:02:21.258" v="126"/>
          <ac:picMkLst>
            <pc:docMk/>
            <pc:sldMk cId="3768543113" sldId="317"/>
            <ac:picMk id="3" creationId="{09CC18F1-93A7-6567-4E97-445D0A9F1523}"/>
          </ac:picMkLst>
        </pc:picChg>
      </pc:sldChg>
      <pc:sldChg chg="addSp modSp new">
        <pc:chgData name="Muhammad Ali Fatmi" userId="2497a2a4205a29ee" providerId="LiveId" clId="{178C0EEB-9EB5-4FCB-87D3-B69431C1750D}" dt="2024-02-02T06:02:27.099" v="128"/>
        <pc:sldMkLst>
          <pc:docMk/>
          <pc:sldMk cId="67864383" sldId="318"/>
        </pc:sldMkLst>
        <pc:picChg chg="add mod">
          <ac:chgData name="Muhammad Ali Fatmi" userId="2497a2a4205a29ee" providerId="LiveId" clId="{178C0EEB-9EB5-4FCB-87D3-B69431C1750D}" dt="2024-02-02T06:02:27.099" v="128"/>
          <ac:picMkLst>
            <pc:docMk/>
            <pc:sldMk cId="67864383" sldId="318"/>
            <ac:picMk id="3" creationId="{711056C3-965C-1FF3-23CF-6F0D134E63CD}"/>
          </ac:picMkLst>
        </pc:picChg>
      </pc:sldChg>
      <pc:sldChg chg="addSp modSp new">
        <pc:chgData name="Muhammad Ali Fatmi" userId="2497a2a4205a29ee" providerId="LiveId" clId="{178C0EEB-9EB5-4FCB-87D3-B69431C1750D}" dt="2024-02-02T06:02:34.611" v="130"/>
        <pc:sldMkLst>
          <pc:docMk/>
          <pc:sldMk cId="3659355099" sldId="319"/>
        </pc:sldMkLst>
        <pc:picChg chg="add mod">
          <ac:chgData name="Muhammad Ali Fatmi" userId="2497a2a4205a29ee" providerId="LiveId" clId="{178C0EEB-9EB5-4FCB-87D3-B69431C1750D}" dt="2024-02-02T06:02:34.611" v="130"/>
          <ac:picMkLst>
            <pc:docMk/>
            <pc:sldMk cId="3659355099" sldId="319"/>
            <ac:picMk id="3" creationId="{9B108B54-57F5-0492-BCF1-9FE2F019B1F6}"/>
          </ac:picMkLst>
        </pc:picChg>
      </pc:sldChg>
      <pc:sldChg chg="addSp modSp new">
        <pc:chgData name="Muhammad Ali Fatmi" userId="2497a2a4205a29ee" providerId="LiveId" clId="{178C0EEB-9EB5-4FCB-87D3-B69431C1750D}" dt="2024-02-02T06:02:40.392" v="132"/>
        <pc:sldMkLst>
          <pc:docMk/>
          <pc:sldMk cId="3463046281" sldId="320"/>
        </pc:sldMkLst>
        <pc:picChg chg="add mod">
          <ac:chgData name="Muhammad Ali Fatmi" userId="2497a2a4205a29ee" providerId="LiveId" clId="{178C0EEB-9EB5-4FCB-87D3-B69431C1750D}" dt="2024-02-02T06:02:40.392" v="132"/>
          <ac:picMkLst>
            <pc:docMk/>
            <pc:sldMk cId="3463046281" sldId="320"/>
            <ac:picMk id="3" creationId="{FF1167C7-D975-1E02-37FC-FBC55BE80D8C}"/>
          </ac:picMkLst>
        </pc:picChg>
      </pc:sldChg>
      <pc:sldChg chg="addSp modSp new">
        <pc:chgData name="Muhammad Ali Fatmi" userId="2497a2a4205a29ee" providerId="LiveId" clId="{178C0EEB-9EB5-4FCB-87D3-B69431C1750D}" dt="2024-02-02T06:02:56.356" v="134"/>
        <pc:sldMkLst>
          <pc:docMk/>
          <pc:sldMk cId="1177409201" sldId="321"/>
        </pc:sldMkLst>
        <pc:picChg chg="add mod">
          <ac:chgData name="Muhammad Ali Fatmi" userId="2497a2a4205a29ee" providerId="LiveId" clId="{178C0EEB-9EB5-4FCB-87D3-B69431C1750D}" dt="2024-02-02T06:02:56.356" v="134"/>
          <ac:picMkLst>
            <pc:docMk/>
            <pc:sldMk cId="1177409201" sldId="321"/>
            <ac:picMk id="3" creationId="{01495995-D499-8E4A-6202-2EE4DB1BEFE8}"/>
          </ac:picMkLst>
        </pc:picChg>
      </pc:sldChg>
      <pc:sldChg chg="addSp modSp new">
        <pc:chgData name="Muhammad Ali Fatmi" userId="2497a2a4205a29ee" providerId="LiveId" clId="{178C0EEB-9EB5-4FCB-87D3-B69431C1750D}" dt="2024-02-02T06:03:08.022" v="136"/>
        <pc:sldMkLst>
          <pc:docMk/>
          <pc:sldMk cId="214535552" sldId="322"/>
        </pc:sldMkLst>
        <pc:picChg chg="add mod">
          <ac:chgData name="Muhammad Ali Fatmi" userId="2497a2a4205a29ee" providerId="LiveId" clId="{178C0EEB-9EB5-4FCB-87D3-B69431C1750D}" dt="2024-02-02T06:03:08.022" v="136"/>
          <ac:picMkLst>
            <pc:docMk/>
            <pc:sldMk cId="214535552" sldId="322"/>
            <ac:picMk id="3" creationId="{FCA9BD69-1B25-6398-5D7D-B8088619FDCD}"/>
          </ac:picMkLst>
        </pc:picChg>
      </pc:sldChg>
      <pc:sldChg chg="addSp modSp new">
        <pc:chgData name="Muhammad Ali Fatmi" userId="2497a2a4205a29ee" providerId="LiveId" clId="{178C0EEB-9EB5-4FCB-87D3-B69431C1750D}" dt="2024-02-02T06:03:15.710" v="138"/>
        <pc:sldMkLst>
          <pc:docMk/>
          <pc:sldMk cId="1604994229" sldId="323"/>
        </pc:sldMkLst>
        <pc:picChg chg="add mod">
          <ac:chgData name="Muhammad Ali Fatmi" userId="2497a2a4205a29ee" providerId="LiveId" clId="{178C0EEB-9EB5-4FCB-87D3-B69431C1750D}" dt="2024-02-02T06:03:15.710" v="138"/>
          <ac:picMkLst>
            <pc:docMk/>
            <pc:sldMk cId="1604994229" sldId="323"/>
            <ac:picMk id="3" creationId="{806699CF-F073-3131-9A13-ADF2544A443E}"/>
          </ac:picMkLst>
        </pc:picChg>
      </pc:sldChg>
      <pc:sldChg chg="addSp modSp new">
        <pc:chgData name="Muhammad Ali Fatmi" userId="2497a2a4205a29ee" providerId="LiveId" clId="{178C0EEB-9EB5-4FCB-87D3-B69431C1750D}" dt="2024-02-02T06:03:21.732" v="140"/>
        <pc:sldMkLst>
          <pc:docMk/>
          <pc:sldMk cId="1554339025" sldId="324"/>
        </pc:sldMkLst>
        <pc:picChg chg="add mod">
          <ac:chgData name="Muhammad Ali Fatmi" userId="2497a2a4205a29ee" providerId="LiveId" clId="{178C0EEB-9EB5-4FCB-87D3-B69431C1750D}" dt="2024-02-02T06:03:21.732" v="140"/>
          <ac:picMkLst>
            <pc:docMk/>
            <pc:sldMk cId="1554339025" sldId="324"/>
            <ac:picMk id="3" creationId="{082F9AD4-A824-E7BC-3449-24BCD57FDD27}"/>
          </ac:picMkLst>
        </pc:picChg>
      </pc:sldChg>
      <pc:sldChg chg="addSp modSp new">
        <pc:chgData name="Muhammad Ali Fatmi" userId="2497a2a4205a29ee" providerId="LiveId" clId="{178C0EEB-9EB5-4FCB-87D3-B69431C1750D}" dt="2024-02-02T06:03:27.075" v="142"/>
        <pc:sldMkLst>
          <pc:docMk/>
          <pc:sldMk cId="2668861635" sldId="325"/>
        </pc:sldMkLst>
        <pc:picChg chg="add mod">
          <ac:chgData name="Muhammad Ali Fatmi" userId="2497a2a4205a29ee" providerId="LiveId" clId="{178C0EEB-9EB5-4FCB-87D3-B69431C1750D}" dt="2024-02-02T06:03:27.075" v="142"/>
          <ac:picMkLst>
            <pc:docMk/>
            <pc:sldMk cId="2668861635" sldId="325"/>
            <ac:picMk id="3" creationId="{D9AA2B35-5468-FD53-A664-9542418B7A64}"/>
          </ac:picMkLst>
        </pc:picChg>
      </pc:sldChg>
      <pc:sldChg chg="addSp modSp new">
        <pc:chgData name="Muhammad Ali Fatmi" userId="2497a2a4205a29ee" providerId="LiveId" clId="{178C0EEB-9EB5-4FCB-87D3-B69431C1750D}" dt="2024-02-02T06:03:32.258" v="144"/>
        <pc:sldMkLst>
          <pc:docMk/>
          <pc:sldMk cId="677634077" sldId="326"/>
        </pc:sldMkLst>
        <pc:picChg chg="add mod">
          <ac:chgData name="Muhammad Ali Fatmi" userId="2497a2a4205a29ee" providerId="LiveId" clId="{178C0EEB-9EB5-4FCB-87D3-B69431C1750D}" dt="2024-02-02T06:03:32.258" v="144"/>
          <ac:picMkLst>
            <pc:docMk/>
            <pc:sldMk cId="677634077" sldId="326"/>
            <ac:picMk id="3" creationId="{333EC57B-9894-CB5D-CCDA-8FB49802B3E6}"/>
          </ac:picMkLst>
        </pc:picChg>
      </pc:sldChg>
      <pc:sldChg chg="addSp modSp new">
        <pc:chgData name="Muhammad Ali Fatmi" userId="2497a2a4205a29ee" providerId="LiveId" clId="{178C0EEB-9EB5-4FCB-87D3-B69431C1750D}" dt="2024-02-02T06:03:37.804" v="146"/>
        <pc:sldMkLst>
          <pc:docMk/>
          <pc:sldMk cId="1473101689" sldId="327"/>
        </pc:sldMkLst>
        <pc:picChg chg="add mod">
          <ac:chgData name="Muhammad Ali Fatmi" userId="2497a2a4205a29ee" providerId="LiveId" clId="{178C0EEB-9EB5-4FCB-87D3-B69431C1750D}" dt="2024-02-02T06:03:37.804" v="146"/>
          <ac:picMkLst>
            <pc:docMk/>
            <pc:sldMk cId="1473101689" sldId="327"/>
            <ac:picMk id="3" creationId="{61AAC258-569E-D392-D50B-8E5E5724DD62}"/>
          </ac:picMkLst>
        </pc:picChg>
      </pc:sldChg>
      <pc:sldChg chg="addSp modSp new">
        <pc:chgData name="Muhammad Ali Fatmi" userId="2497a2a4205a29ee" providerId="LiveId" clId="{178C0EEB-9EB5-4FCB-87D3-B69431C1750D}" dt="2024-02-02T06:03:43.805" v="148"/>
        <pc:sldMkLst>
          <pc:docMk/>
          <pc:sldMk cId="3445177104" sldId="328"/>
        </pc:sldMkLst>
        <pc:picChg chg="add mod">
          <ac:chgData name="Muhammad Ali Fatmi" userId="2497a2a4205a29ee" providerId="LiveId" clId="{178C0EEB-9EB5-4FCB-87D3-B69431C1750D}" dt="2024-02-02T06:03:43.805" v="148"/>
          <ac:picMkLst>
            <pc:docMk/>
            <pc:sldMk cId="3445177104" sldId="328"/>
            <ac:picMk id="3" creationId="{E5771161-D8B7-77BB-0303-3D1536AD0FDB}"/>
          </ac:picMkLst>
        </pc:picChg>
      </pc:sldChg>
      <pc:sldChg chg="addSp modSp new">
        <pc:chgData name="Muhammad Ali Fatmi" userId="2497a2a4205a29ee" providerId="LiveId" clId="{178C0EEB-9EB5-4FCB-87D3-B69431C1750D}" dt="2024-02-02T06:03:49.643" v="150"/>
        <pc:sldMkLst>
          <pc:docMk/>
          <pc:sldMk cId="699102206" sldId="329"/>
        </pc:sldMkLst>
        <pc:picChg chg="add mod">
          <ac:chgData name="Muhammad Ali Fatmi" userId="2497a2a4205a29ee" providerId="LiveId" clId="{178C0EEB-9EB5-4FCB-87D3-B69431C1750D}" dt="2024-02-02T06:03:49.643" v="150"/>
          <ac:picMkLst>
            <pc:docMk/>
            <pc:sldMk cId="699102206" sldId="329"/>
            <ac:picMk id="3" creationId="{BD3E27EC-8ABB-4E1C-8321-AE0D099270DE}"/>
          </ac:picMkLst>
        </pc:picChg>
      </pc:sldChg>
      <pc:sldChg chg="addSp modSp new">
        <pc:chgData name="Muhammad Ali Fatmi" userId="2497a2a4205a29ee" providerId="LiveId" clId="{178C0EEB-9EB5-4FCB-87D3-B69431C1750D}" dt="2024-02-02T06:03:58.516" v="152"/>
        <pc:sldMkLst>
          <pc:docMk/>
          <pc:sldMk cId="1280850552" sldId="330"/>
        </pc:sldMkLst>
        <pc:picChg chg="add mod">
          <ac:chgData name="Muhammad Ali Fatmi" userId="2497a2a4205a29ee" providerId="LiveId" clId="{178C0EEB-9EB5-4FCB-87D3-B69431C1750D}" dt="2024-02-02T06:03:58.516" v="152"/>
          <ac:picMkLst>
            <pc:docMk/>
            <pc:sldMk cId="1280850552" sldId="330"/>
            <ac:picMk id="3" creationId="{5AD616BB-73F1-593B-0A45-0448F8563A55}"/>
          </ac:picMkLst>
        </pc:picChg>
      </pc:sldChg>
      <pc:sldChg chg="addSp modSp new">
        <pc:chgData name="Muhammad Ali Fatmi" userId="2497a2a4205a29ee" providerId="LiveId" clId="{178C0EEB-9EB5-4FCB-87D3-B69431C1750D}" dt="2024-02-02T06:04:06.392" v="154"/>
        <pc:sldMkLst>
          <pc:docMk/>
          <pc:sldMk cId="2346256492" sldId="331"/>
        </pc:sldMkLst>
        <pc:picChg chg="add mod">
          <ac:chgData name="Muhammad Ali Fatmi" userId="2497a2a4205a29ee" providerId="LiveId" clId="{178C0EEB-9EB5-4FCB-87D3-B69431C1750D}" dt="2024-02-02T06:04:06.392" v="154"/>
          <ac:picMkLst>
            <pc:docMk/>
            <pc:sldMk cId="2346256492" sldId="331"/>
            <ac:picMk id="3" creationId="{C06B556C-8033-5A36-1FEC-EF4644201D44}"/>
          </ac:picMkLst>
        </pc:picChg>
      </pc:sldChg>
      <pc:sldChg chg="addSp modSp new">
        <pc:chgData name="Muhammad Ali Fatmi" userId="2497a2a4205a29ee" providerId="LiveId" clId="{178C0EEB-9EB5-4FCB-87D3-B69431C1750D}" dt="2024-02-02T06:04:13.178" v="156"/>
        <pc:sldMkLst>
          <pc:docMk/>
          <pc:sldMk cId="1399749767" sldId="332"/>
        </pc:sldMkLst>
        <pc:picChg chg="add mod">
          <ac:chgData name="Muhammad Ali Fatmi" userId="2497a2a4205a29ee" providerId="LiveId" clId="{178C0EEB-9EB5-4FCB-87D3-B69431C1750D}" dt="2024-02-02T06:04:13.178" v="156"/>
          <ac:picMkLst>
            <pc:docMk/>
            <pc:sldMk cId="1399749767" sldId="332"/>
            <ac:picMk id="3" creationId="{4BA03642-341A-F084-D6FA-81BEE7F4137C}"/>
          </ac:picMkLst>
        </pc:picChg>
      </pc:sldChg>
      <pc:sldChg chg="addSp modSp new">
        <pc:chgData name="Muhammad Ali Fatmi" userId="2497a2a4205a29ee" providerId="LiveId" clId="{178C0EEB-9EB5-4FCB-87D3-B69431C1750D}" dt="2024-02-02T06:04:20.341" v="158"/>
        <pc:sldMkLst>
          <pc:docMk/>
          <pc:sldMk cId="3609213289" sldId="333"/>
        </pc:sldMkLst>
        <pc:picChg chg="add mod">
          <ac:chgData name="Muhammad Ali Fatmi" userId="2497a2a4205a29ee" providerId="LiveId" clId="{178C0EEB-9EB5-4FCB-87D3-B69431C1750D}" dt="2024-02-02T06:04:20.341" v="158"/>
          <ac:picMkLst>
            <pc:docMk/>
            <pc:sldMk cId="3609213289" sldId="333"/>
            <ac:picMk id="3" creationId="{8DF50224-127B-1DA0-A662-A04BF0337F25}"/>
          </ac:picMkLst>
        </pc:picChg>
      </pc:sldChg>
      <pc:sldChg chg="addSp modSp new">
        <pc:chgData name="Muhammad Ali Fatmi" userId="2497a2a4205a29ee" providerId="LiveId" clId="{178C0EEB-9EB5-4FCB-87D3-B69431C1750D}" dt="2024-02-02T06:04:26.716" v="160"/>
        <pc:sldMkLst>
          <pc:docMk/>
          <pc:sldMk cId="119448371" sldId="334"/>
        </pc:sldMkLst>
        <pc:picChg chg="add mod">
          <ac:chgData name="Muhammad Ali Fatmi" userId="2497a2a4205a29ee" providerId="LiveId" clId="{178C0EEB-9EB5-4FCB-87D3-B69431C1750D}" dt="2024-02-02T06:04:26.716" v="160"/>
          <ac:picMkLst>
            <pc:docMk/>
            <pc:sldMk cId="119448371" sldId="334"/>
            <ac:picMk id="3" creationId="{350D8EB0-72CB-EC42-89D9-CE03AE3EED9C}"/>
          </ac:picMkLst>
        </pc:picChg>
      </pc:sldChg>
      <pc:sldChg chg="addSp modSp new">
        <pc:chgData name="Muhammad Ali Fatmi" userId="2497a2a4205a29ee" providerId="LiveId" clId="{178C0EEB-9EB5-4FCB-87D3-B69431C1750D}" dt="2024-02-02T06:04:38.293" v="162"/>
        <pc:sldMkLst>
          <pc:docMk/>
          <pc:sldMk cId="3616862234" sldId="335"/>
        </pc:sldMkLst>
        <pc:picChg chg="add mod">
          <ac:chgData name="Muhammad Ali Fatmi" userId="2497a2a4205a29ee" providerId="LiveId" clId="{178C0EEB-9EB5-4FCB-87D3-B69431C1750D}" dt="2024-02-02T06:04:38.293" v="162"/>
          <ac:picMkLst>
            <pc:docMk/>
            <pc:sldMk cId="3616862234" sldId="335"/>
            <ac:picMk id="3" creationId="{FA1DB492-8540-F6C7-F918-689A7DC491DA}"/>
          </ac:picMkLst>
        </pc:picChg>
      </pc:sldChg>
      <pc:sldChg chg="addSp modSp new">
        <pc:chgData name="Muhammad Ali Fatmi" userId="2497a2a4205a29ee" providerId="LiveId" clId="{178C0EEB-9EB5-4FCB-87D3-B69431C1750D}" dt="2024-02-02T06:04:44.552" v="164"/>
        <pc:sldMkLst>
          <pc:docMk/>
          <pc:sldMk cId="945432520" sldId="336"/>
        </pc:sldMkLst>
        <pc:picChg chg="add mod">
          <ac:chgData name="Muhammad Ali Fatmi" userId="2497a2a4205a29ee" providerId="LiveId" clId="{178C0EEB-9EB5-4FCB-87D3-B69431C1750D}" dt="2024-02-02T06:04:44.552" v="164"/>
          <ac:picMkLst>
            <pc:docMk/>
            <pc:sldMk cId="945432520" sldId="336"/>
            <ac:picMk id="3" creationId="{EC5C0FC1-DD85-4611-86FD-AC36D65EAB9A}"/>
          </ac:picMkLst>
        </pc:picChg>
      </pc:sldChg>
      <pc:sldChg chg="addSp modSp new">
        <pc:chgData name="Muhammad Ali Fatmi" userId="2497a2a4205a29ee" providerId="LiveId" clId="{178C0EEB-9EB5-4FCB-87D3-B69431C1750D}" dt="2024-02-02T06:04:51.229" v="166"/>
        <pc:sldMkLst>
          <pc:docMk/>
          <pc:sldMk cId="2012304782" sldId="337"/>
        </pc:sldMkLst>
        <pc:picChg chg="add mod">
          <ac:chgData name="Muhammad Ali Fatmi" userId="2497a2a4205a29ee" providerId="LiveId" clId="{178C0EEB-9EB5-4FCB-87D3-B69431C1750D}" dt="2024-02-02T06:04:51.229" v="166"/>
          <ac:picMkLst>
            <pc:docMk/>
            <pc:sldMk cId="2012304782" sldId="337"/>
            <ac:picMk id="3" creationId="{2A2C096A-D47A-29F1-BF91-92FC152FD8AB}"/>
          </ac:picMkLst>
        </pc:picChg>
      </pc:sldChg>
      <pc:sldChg chg="addSp modSp new">
        <pc:chgData name="Muhammad Ali Fatmi" userId="2497a2a4205a29ee" providerId="LiveId" clId="{178C0EEB-9EB5-4FCB-87D3-B69431C1750D}" dt="2024-02-02T06:04:57.854" v="168"/>
        <pc:sldMkLst>
          <pc:docMk/>
          <pc:sldMk cId="1889800300" sldId="338"/>
        </pc:sldMkLst>
        <pc:picChg chg="add mod">
          <ac:chgData name="Muhammad Ali Fatmi" userId="2497a2a4205a29ee" providerId="LiveId" clId="{178C0EEB-9EB5-4FCB-87D3-B69431C1750D}" dt="2024-02-02T06:04:57.854" v="168"/>
          <ac:picMkLst>
            <pc:docMk/>
            <pc:sldMk cId="1889800300" sldId="338"/>
            <ac:picMk id="3" creationId="{8892A016-0ABF-273F-77BF-6372F0D62055}"/>
          </ac:picMkLst>
        </pc:picChg>
      </pc:sldChg>
      <pc:sldChg chg="addSp modSp new">
        <pc:chgData name="Muhammad Ali Fatmi" userId="2497a2a4205a29ee" providerId="LiveId" clId="{178C0EEB-9EB5-4FCB-87D3-B69431C1750D}" dt="2024-02-02T06:05:06.935" v="170"/>
        <pc:sldMkLst>
          <pc:docMk/>
          <pc:sldMk cId="3775998186" sldId="339"/>
        </pc:sldMkLst>
        <pc:picChg chg="add mod">
          <ac:chgData name="Muhammad Ali Fatmi" userId="2497a2a4205a29ee" providerId="LiveId" clId="{178C0EEB-9EB5-4FCB-87D3-B69431C1750D}" dt="2024-02-02T06:05:06.935" v="170"/>
          <ac:picMkLst>
            <pc:docMk/>
            <pc:sldMk cId="3775998186" sldId="339"/>
            <ac:picMk id="3" creationId="{112E4607-022F-66C6-3F40-685D39CE93C5}"/>
          </ac:picMkLst>
        </pc:picChg>
      </pc:sldChg>
      <pc:sldChg chg="addSp modSp new">
        <pc:chgData name="Muhammad Ali Fatmi" userId="2497a2a4205a29ee" providerId="LiveId" clId="{178C0EEB-9EB5-4FCB-87D3-B69431C1750D}" dt="2024-02-02T06:05:15.174" v="172"/>
        <pc:sldMkLst>
          <pc:docMk/>
          <pc:sldMk cId="1646744371" sldId="340"/>
        </pc:sldMkLst>
        <pc:picChg chg="add mod">
          <ac:chgData name="Muhammad Ali Fatmi" userId="2497a2a4205a29ee" providerId="LiveId" clId="{178C0EEB-9EB5-4FCB-87D3-B69431C1750D}" dt="2024-02-02T06:05:15.174" v="172"/>
          <ac:picMkLst>
            <pc:docMk/>
            <pc:sldMk cId="1646744371" sldId="340"/>
            <ac:picMk id="3" creationId="{CD1DD426-BB35-AB97-0303-BC98D6308883}"/>
          </ac:picMkLst>
        </pc:picChg>
      </pc:sldChg>
      <pc:sldChg chg="addSp modSp new">
        <pc:chgData name="Muhammad Ali Fatmi" userId="2497a2a4205a29ee" providerId="LiveId" clId="{178C0EEB-9EB5-4FCB-87D3-B69431C1750D}" dt="2024-02-02T06:05:25.280" v="174"/>
        <pc:sldMkLst>
          <pc:docMk/>
          <pc:sldMk cId="2545949735" sldId="341"/>
        </pc:sldMkLst>
        <pc:picChg chg="add mod">
          <ac:chgData name="Muhammad Ali Fatmi" userId="2497a2a4205a29ee" providerId="LiveId" clId="{178C0EEB-9EB5-4FCB-87D3-B69431C1750D}" dt="2024-02-02T06:05:25.280" v="174"/>
          <ac:picMkLst>
            <pc:docMk/>
            <pc:sldMk cId="2545949735" sldId="341"/>
            <ac:picMk id="3" creationId="{8E710D55-6016-E23B-E2DD-36A9AF8BF349}"/>
          </ac:picMkLst>
        </pc:picChg>
      </pc:sldChg>
      <pc:sldChg chg="addSp modSp new">
        <pc:chgData name="Muhammad Ali Fatmi" userId="2497a2a4205a29ee" providerId="LiveId" clId="{178C0EEB-9EB5-4FCB-87D3-B69431C1750D}" dt="2024-02-02T06:05:31.362" v="176"/>
        <pc:sldMkLst>
          <pc:docMk/>
          <pc:sldMk cId="1719314603" sldId="342"/>
        </pc:sldMkLst>
        <pc:picChg chg="add mod">
          <ac:chgData name="Muhammad Ali Fatmi" userId="2497a2a4205a29ee" providerId="LiveId" clId="{178C0EEB-9EB5-4FCB-87D3-B69431C1750D}" dt="2024-02-02T06:05:31.362" v="176"/>
          <ac:picMkLst>
            <pc:docMk/>
            <pc:sldMk cId="1719314603" sldId="342"/>
            <ac:picMk id="3" creationId="{D808A4A8-921C-5052-CEFA-3D9299C592CC}"/>
          </ac:picMkLst>
        </pc:picChg>
      </pc:sldChg>
      <pc:sldChg chg="addSp modSp new">
        <pc:chgData name="Muhammad Ali Fatmi" userId="2497a2a4205a29ee" providerId="LiveId" clId="{178C0EEB-9EB5-4FCB-87D3-B69431C1750D}" dt="2024-02-02T06:05:44.786" v="178"/>
        <pc:sldMkLst>
          <pc:docMk/>
          <pc:sldMk cId="3030005815" sldId="343"/>
        </pc:sldMkLst>
        <pc:picChg chg="add mod">
          <ac:chgData name="Muhammad Ali Fatmi" userId="2497a2a4205a29ee" providerId="LiveId" clId="{178C0EEB-9EB5-4FCB-87D3-B69431C1750D}" dt="2024-02-02T06:05:44.786" v="178"/>
          <ac:picMkLst>
            <pc:docMk/>
            <pc:sldMk cId="3030005815" sldId="343"/>
            <ac:picMk id="3" creationId="{04DA325A-11A0-EAFC-49FE-63AC8404B4DF}"/>
          </ac:picMkLst>
        </pc:picChg>
      </pc:sldChg>
      <pc:sldChg chg="addSp modSp new">
        <pc:chgData name="Muhammad Ali Fatmi" userId="2497a2a4205a29ee" providerId="LiveId" clId="{178C0EEB-9EB5-4FCB-87D3-B69431C1750D}" dt="2024-02-02T06:05:51.045" v="180"/>
        <pc:sldMkLst>
          <pc:docMk/>
          <pc:sldMk cId="21989778" sldId="344"/>
        </pc:sldMkLst>
        <pc:picChg chg="add mod">
          <ac:chgData name="Muhammad Ali Fatmi" userId="2497a2a4205a29ee" providerId="LiveId" clId="{178C0EEB-9EB5-4FCB-87D3-B69431C1750D}" dt="2024-02-02T06:05:51.045" v="180"/>
          <ac:picMkLst>
            <pc:docMk/>
            <pc:sldMk cId="21989778" sldId="344"/>
            <ac:picMk id="3" creationId="{9BF07053-86ED-A74F-F4ED-0B99C728B224}"/>
          </ac:picMkLst>
        </pc:picChg>
      </pc:sldChg>
      <pc:sldChg chg="addSp modSp new">
        <pc:chgData name="Muhammad Ali Fatmi" userId="2497a2a4205a29ee" providerId="LiveId" clId="{178C0EEB-9EB5-4FCB-87D3-B69431C1750D}" dt="2024-02-02T06:05:57.103" v="182"/>
        <pc:sldMkLst>
          <pc:docMk/>
          <pc:sldMk cId="126068229" sldId="345"/>
        </pc:sldMkLst>
        <pc:picChg chg="add mod">
          <ac:chgData name="Muhammad Ali Fatmi" userId="2497a2a4205a29ee" providerId="LiveId" clId="{178C0EEB-9EB5-4FCB-87D3-B69431C1750D}" dt="2024-02-02T06:05:57.103" v="182"/>
          <ac:picMkLst>
            <pc:docMk/>
            <pc:sldMk cId="126068229" sldId="345"/>
            <ac:picMk id="3" creationId="{CC435714-FC77-F81F-62F1-1D572D61636C}"/>
          </ac:picMkLst>
        </pc:picChg>
      </pc:sldChg>
      <pc:sldChg chg="addSp modSp new">
        <pc:chgData name="Muhammad Ali Fatmi" userId="2497a2a4205a29ee" providerId="LiveId" clId="{178C0EEB-9EB5-4FCB-87D3-B69431C1750D}" dt="2024-02-02T06:06:04.447" v="184"/>
        <pc:sldMkLst>
          <pc:docMk/>
          <pc:sldMk cId="2425181740" sldId="346"/>
        </pc:sldMkLst>
        <pc:picChg chg="add mod">
          <ac:chgData name="Muhammad Ali Fatmi" userId="2497a2a4205a29ee" providerId="LiveId" clId="{178C0EEB-9EB5-4FCB-87D3-B69431C1750D}" dt="2024-02-02T06:06:04.447" v="184"/>
          <ac:picMkLst>
            <pc:docMk/>
            <pc:sldMk cId="2425181740" sldId="346"/>
            <ac:picMk id="3" creationId="{B48A77A7-CD04-1A31-410E-9582EB653DB3}"/>
          </ac:picMkLst>
        </pc:picChg>
      </pc:sldChg>
      <pc:sldChg chg="addSp modSp new">
        <pc:chgData name="Muhammad Ali Fatmi" userId="2497a2a4205a29ee" providerId="LiveId" clId="{178C0EEB-9EB5-4FCB-87D3-B69431C1750D}" dt="2024-02-02T06:06:11.795" v="186"/>
        <pc:sldMkLst>
          <pc:docMk/>
          <pc:sldMk cId="3879911691" sldId="347"/>
        </pc:sldMkLst>
        <pc:picChg chg="add mod">
          <ac:chgData name="Muhammad Ali Fatmi" userId="2497a2a4205a29ee" providerId="LiveId" clId="{178C0EEB-9EB5-4FCB-87D3-B69431C1750D}" dt="2024-02-02T06:06:11.795" v="186"/>
          <ac:picMkLst>
            <pc:docMk/>
            <pc:sldMk cId="3879911691" sldId="347"/>
            <ac:picMk id="3" creationId="{960074C6-ED86-A00C-CC61-E8E652ACD649}"/>
          </ac:picMkLst>
        </pc:picChg>
      </pc:sldChg>
      <pc:sldChg chg="addSp modSp new">
        <pc:chgData name="Muhammad Ali Fatmi" userId="2497a2a4205a29ee" providerId="LiveId" clId="{178C0EEB-9EB5-4FCB-87D3-B69431C1750D}" dt="2024-02-02T06:06:17.920" v="188"/>
        <pc:sldMkLst>
          <pc:docMk/>
          <pc:sldMk cId="3354787770" sldId="348"/>
        </pc:sldMkLst>
        <pc:picChg chg="add mod">
          <ac:chgData name="Muhammad Ali Fatmi" userId="2497a2a4205a29ee" providerId="LiveId" clId="{178C0EEB-9EB5-4FCB-87D3-B69431C1750D}" dt="2024-02-02T06:06:17.920" v="188"/>
          <ac:picMkLst>
            <pc:docMk/>
            <pc:sldMk cId="3354787770" sldId="348"/>
            <ac:picMk id="3" creationId="{D7F84F5B-DD2A-49F0-BA10-C01ED315368C}"/>
          </ac:picMkLst>
        </pc:picChg>
      </pc:sldChg>
      <pc:sldChg chg="addSp modSp new">
        <pc:chgData name="Muhammad Ali Fatmi" userId="2497a2a4205a29ee" providerId="LiveId" clId="{178C0EEB-9EB5-4FCB-87D3-B69431C1750D}" dt="2024-02-02T06:06:25.428" v="190"/>
        <pc:sldMkLst>
          <pc:docMk/>
          <pc:sldMk cId="1179061186" sldId="349"/>
        </pc:sldMkLst>
        <pc:picChg chg="add mod">
          <ac:chgData name="Muhammad Ali Fatmi" userId="2497a2a4205a29ee" providerId="LiveId" clId="{178C0EEB-9EB5-4FCB-87D3-B69431C1750D}" dt="2024-02-02T06:06:25.428" v="190"/>
          <ac:picMkLst>
            <pc:docMk/>
            <pc:sldMk cId="1179061186" sldId="349"/>
            <ac:picMk id="3" creationId="{DF55E0EA-9A69-A3E5-A04A-8234A727574E}"/>
          </ac:picMkLst>
        </pc:picChg>
      </pc:sldChg>
      <pc:sldChg chg="addSp modSp new">
        <pc:chgData name="Muhammad Ali Fatmi" userId="2497a2a4205a29ee" providerId="LiveId" clId="{178C0EEB-9EB5-4FCB-87D3-B69431C1750D}" dt="2024-02-02T06:06:35.824" v="192"/>
        <pc:sldMkLst>
          <pc:docMk/>
          <pc:sldMk cId="3185580802" sldId="350"/>
        </pc:sldMkLst>
        <pc:picChg chg="add mod">
          <ac:chgData name="Muhammad Ali Fatmi" userId="2497a2a4205a29ee" providerId="LiveId" clId="{178C0EEB-9EB5-4FCB-87D3-B69431C1750D}" dt="2024-02-02T06:06:35.824" v="192"/>
          <ac:picMkLst>
            <pc:docMk/>
            <pc:sldMk cId="3185580802" sldId="350"/>
            <ac:picMk id="3" creationId="{5FDBF1FA-7FE7-E402-689B-172EC3816962}"/>
          </ac:picMkLst>
        </pc:picChg>
      </pc:sldChg>
      <pc:sldChg chg="addSp modSp new">
        <pc:chgData name="Muhammad Ali Fatmi" userId="2497a2a4205a29ee" providerId="LiveId" clId="{178C0EEB-9EB5-4FCB-87D3-B69431C1750D}" dt="2024-02-02T06:06:50.430" v="194"/>
        <pc:sldMkLst>
          <pc:docMk/>
          <pc:sldMk cId="3819260697" sldId="351"/>
        </pc:sldMkLst>
        <pc:picChg chg="add mod">
          <ac:chgData name="Muhammad Ali Fatmi" userId="2497a2a4205a29ee" providerId="LiveId" clId="{178C0EEB-9EB5-4FCB-87D3-B69431C1750D}" dt="2024-02-02T06:06:50.430" v="194"/>
          <ac:picMkLst>
            <pc:docMk/>
            <pc:sldMk cId="3819260697" sldId="351"/>
            <ac:picMk id="3" creationId="{50CF5738-3EFF-043E-7401-05DEEEB172CD}"/>
          </ac:picMkLst>
        </pc:picChg>
      </pc:sldChg>
      <pc:sldChg chg="addSp modSp new">
        <pc:chgData name="Muhammad Ali Fatmi" userId="2497a2a4205a29ee" providerId="LiveId" clId="{178C0EEB-9EB5-4FCB-87D3-B69431C1750D}" dt="2024-02-02T06:07:00.991" v="196"/>
        <pc:sldMkLst>
          <pc:docMk/>
          <pc:sldMk cId="4091628047" sldId="352"/>
        </pc:sldMkLst>
        <pc:picChg chg="add mod">
          <ac:chgData name="Muhammad Ali Fatmi" userId="2497a2a4205a29ee" providerId="LiveId" clId="{178C0EEB-9EB5-4FCB-87D3-B69431C1750D}" dt="2024-02-02T06:07:00.991" v="196"/>
          <ac:picMkLst>
            <pc:docMk/>
            <pc:sldMk cId="4091628047" sldId="352"/>
            <ac:picMk id="3" creationId="{6B278FCE-9996-36F7-39FB-D1F102BFC745}"/>
          </ac:picMkLst>
        </pc:picChg>
      </pc:sldChg>
      <pc:sldChg chg="addSp modSp new">
        <pc:chgData name="Muhammad Ali Fatmi" userId="2497a2a4205a29ee" providerId="LiveId" clId="{178C0EEB-9EB5-4FCB-87D3-B69431C1750D}" dt="2024-02-02T06:07:07.989" v="198"/>
        <pc:sldMkLst>
          <pc:docMk/>
          <pc:sldMk cId="3537073098" sldId="353"/>
        </pc:sldMkLst>
        <pc:picChg chg="add mod">
          <ac:chgData name="Muhammad Ali Fatmi" userId="2497a2a4205a29ee" providerId="LiveId" clId="{178C0EEB-9EB5-4FCB-87D3-B69431C1750D}" dt="2024-02-02T06:07:07.989" v="198"/>
          <ac:picMkLst>
            <pc:docMk/>
            <pc:sldMk cId="3537073098" sldId="353"/>
            <ac:picMk id="3" creationId="{388DBB58-0EFE-00F4-1324-DE531DF67B55}"/>
          </ac:picMkLst>
        </pc:picChg>
      </pc:sldChg>
      <pc:sldChg chg="addSp modSp new">
        <pc:chgData name="Muhammad Ali Fatmi" userId="2497a2a4205a29ee" providerId="LiveId" clId="{178C0EEB-9EB5-4FCB-87D3-B69431C1750D}" dt="2024-02-02T06:07:14.166" v="200"/>
        <pc:sldMkLst>
          <pc:docMk/>
          <pc:sldMk cId="3930142304" sldId="354"/>
        </pc:sldMkLst>
        <pc:picChg chg="add mod">
          <ac:chgData name="Muhammad Ali Fatmi" userId="2497a2a4205a29ee" providerId="LiveId" clId="{178C0EEB-9EB5-4FCB-87D3-B69431C1750D}" dt="2024-02-02T06:07:14.166" v="200"/>
          <ac:picMkLst>
            <pc:docMk/>
            <pc:sldMk cId="3930142304" sldId="354"/>
            <ac:picMk id="3" creationId="{DC0AABDB-A390-B541-BF12-4F68388AB25D}"/>
          </ac:picMkLst>
        </pc:picChg>
      </pc:sldChg>
      <pc:sldChg chg="addSp modSp new">
        <pc:chgData name="Muhammad Ali Fatmi" userId="2497a2a4205a29ee" providerId="LiveId" clId="{178C0EEB-9EB5-4FCB-87D3-B69431C1750D}" dt="2024-02-02T06:07:20.793" v="202"/>
        <pc:sldMkLst>
          <pc:docMk/>
          <pc:sldMk cId="33585590" sldId="355"/>
        </pc:sldMkLst>
        <pc:picChg chg="add mod">
          <ac:chgData name="Muhammad Ali Fatmi" userId="2497a2a4205a29ee" providerId="LiveId" clId="{178C0EEB-9EB5-4FCB-87D3-B69431C1750D}" dt="2024-02-02T06:07:20.793" v="202"/>
          <ac:picMkLst>
            <pc:docMk/>
            <pc:sldMk cId="33585590" sldId="355"/>
            <ac:picMk id="3" creationId="{4EB7112B-3EDC-2746-7C5C-AA08CFFB4D3F}"/>
          </ac:picMkLst>
        </pc:picChg>
      </pc:sldChg>
      <pc:sldChg chg="addSp modSp new">
        <pc:chgData name="Muhammad Ali Fatmi" userId="2497a2a4205a29ee" providerId="LiveId" clId="{178C0EEB-9EB5-4FCB-87D3-B69431C1750D}" dt="2024-02-02T06:07:29.112" v="204"/>
        <pc:sldMkLst>
          <pc:docMk/>
          <pc:sldMk cId="981786855" sldId="356"/>
        </pc:sldMkLst>
        <pc:picChg chg="add mod">
          <ac:chgData name="Muhammad Ali Fatmi" userId="2497a2a4205a29ee" providerId="LiveId" clId="{178C0EEB-9EB5-4FCB-87D3-B69431C1750D}" dt="2024-02-02T06:07:29.112" v="204"/>
          <ac:picMkLst>
            <pc:docMk/>
            <pc:sldMk cId="981786855" sldId="356"/>
            <ac:picMk id="3" creationId="{1510AC7A-646B-9D80-CF45-4C9F961F6B60}"/>
          </ac:picMkLst>
        </pc:picChg>
      </pc:sldChg>
      <pc:sldChg chg="addSp modSp new">
        <pc:chgData name="Muhammad Ali Fatmi" userId="2497a2a4205a29ee" providerId="LiveId" clId="{178C0EEB-9EB5-4FCB-87D3-B69431C1750D}" dt="2024-02-02T06:07:40.267" v="206"/>
        <pc:sldMkLst>
          <pc:docMk/>
          <pc:sldMk cId="3499216810" sldId="357"/>
        </pc:sldMkLst>
        <pc:picChg chg="add mod">
          <ac:chgData name="Muhammad Ali Fatmi" userId="2497a2a4205a29ee" providerId="LiveId" clId="{178C0EEB-9EB5-4FCB-87D3-B69431C1750D}" dt="2024-02-02T06:07:40.267" v="206"/>
          <ac:picMkLst>
            <pc:docMk/>
            <pc:sldMk cId="3499216810" sldId="357"/>
            <ac:picMk id="3" creationId="{86EACC4D-BC29-C3A6-270E-AFC68E79A62B}"/>
          </ac:picMkLst>
        </pc:picChg>
      </pc:sldChg>
      <pc:sldChg chg="addSp modSp new">
        <pc:chgData name="Muhammad Ali Fatmi" userId="2497a2a4205a29ee" providerId="LiveId" clId="{178C0EEB-9EB5-4FCB-87D3-B69431C1750D}" dt="2024-02-02T06:07:50.956" v="208"/>
        <pc:sldMkLst>
          <pc:docMk/>
          <pc:sldMk cId="406529254" sldId="358"/>
        </pc:sldMkLst>
        <pc:picChg chg="add mod">
          <ac:chgData name="Muhammad Ali Fatmi" userId="2497a2a4205a29ee" providerId="LiveId" clId="{178C0EEB-9EB5-4FCB-87D3-B69431C1750D}" dt="2024-02-02T06:07:50.956" v="208"/>
          <ac:picMkLst>
            <pc:docMk/>
            <pc:sldMk cId="406529254" sldId="358"/>
            <ac:picMk id="3" creationId="{4AC7AE93-7D67-75AD-E956-02B4964AF94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291E-E8EB-40CB-8C7B-8A9D83DE363B}" type="datetimeFigureOut">
              <a:rPr lang="en-GB" smtClean="0"/>
              <a:t>20/02/2024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2E7-9B81-4462-8AFE-DA72EDAD67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552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291E-E8EB-40CB-8C7B-8A9D83DE363B}" type="datetimeFigureOut">
              <a:rPr lang="en-GB" smtClean="0"/>
              <a:t>20/02/2024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2E7-9B81-4462-8AFE-DA72EDAD67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144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291E-E8EB-40CB-8C7B-8A9D83DE363B}" type="datetimeFigureOut">
              <a:rPr lang="en-GB" smtClean="0"/>
              <a:t>20/02/2024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2E7-9B81-4462-8AFE-DA72EDAD67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417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291E-E8EB-40CB-8C7B-8A9D83DE363B}" type="datetimeFigureOut">
              <a:rPr lang="en-GB" smtClean="0"/>
              <a:t>20/02/2024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2E7-9B81-4462-8AFE-DA72EDAD67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012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291E-E8EB-40CB-8C7B-8A9D83DE363B}" type="datetimeFigureOut">
              <a:rPr lang="en-GB" smtClean="0"/>
              <a:t>20/02/2024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2E7-9B81-4462-8AFE-DA72EDAD67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1417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291E-E8EB-40CB-8C7B-8A9D83DE363B}" type="datetimeFigureOut">
              <a:rPr lang="en-GB" smtClean="0"/>
              <a:t>20/02/2024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2E7-9B81-4462-8AFE-DA72EDAD67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847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291E-E8EB-40CB-8C7B-8A9D83DE363B}" type="datetimeFigureOut">
              <a:rPr lang="en-GB" smtClean="0"/>
              <a:t>20/02/2024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2E7-9B81-4462-8AFE-DA72EDAD67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747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291E-E8EB-40CB-8C7B-8A9D83DE363B}" type="datetimeFigureOut">
              <a:rPr lang="en-GB" smtClean="0"/>
              <a:t>20/02/2024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2E7-9B81-4462-8AFE-DA72EDAD67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245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291E-E8EB-40CB-8C7B-8A9D83DE363B}" type="datetimeFigureOut">
              <a:rPr lang="en-GB" smtClean="0"/>
              <a:t>20/02/2024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2E7-9B81-4462-8AFE-DA72EDAD67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132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291E-E8EB-40CB-8C7B-8A9D83DE363B}" type="datetimeFigureOut">
              <a:rPr lang="en-GB" smtClean="0"/>
              <a:t>20/02/2024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2E7-9B81-4462-8AFE-DA72EDAD67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6369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291E-E8EB-40CB-8C7B-8A9D83DE363B}" type="datetimeFigureOut">
              <a:rPr lang="en-GB" smtClean="0"/>
              <a:t>20/02/2024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2E7-9B81-4462-8AFE-DA72EDAD67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7741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C291E-E8EB-40CB-8C7B-8A9D83DE363B}" type="datetimeFigureOut">
              <a:rPr lang="en-GB" smtClean="0"/>
              <a:t>20/02/2024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FD2E7-9B81-4462-8AFE-DA72EDAD67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8202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031"/>
            <a:ext cx="12192000" cy="646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54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031"/>
            <a:ext cx="12192000" cy="646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131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65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180"/>
            <a:ext cx="12192000" cy="649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78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031"/>
            <a:ext cx="12192000" cy="646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019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956"/>
            <a:ext cx="12192000" cy="644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750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031"/>
            <a:ext cx="12192000" cy="646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393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807"/>
            <a:ext cx="12192000" cy="640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950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956"/>
            <a:ext cx="12192000" cy="644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173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031"/>
            <a:ext cx="12192000" cy="646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974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031"/>
            <a:ext cx="12192000" cy="646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554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180"/>
            <a:ext cx="12192000" cy="649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65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031"/>
            <a:ext cx="12192000" cy="646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374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956"/>
            <a:ext cx="12192000" cy="644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743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031"/>
            <a:ext cx="12192000" cy="646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670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031"/>
            <a:ext cx="12192000" cy="646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788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105"/>
            <a:ext cx="12192000" cy="647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625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697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807"/>
            <a:ext cx="12192000" cy="640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30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031"/>
            <a:ext cx="12192000" cy="646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7553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956"/>
            <a:ext cx="12192000" cy="644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851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105"/>
            <a:ext cx="12192000" cy="647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66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031"/>
            <a:ext cx="12192000" cy="646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792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433"/>
            <a:ext cx="12192000" cy="631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7012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657"/>
            <a:ext cx="12192000" cy="637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3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956"/>
            <a:ext cx="12192000" cy="644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3254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881"/>
            <a:ext cx="12192000" cy="642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217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0</Words>
  <Application>Microsoft Office PowerPoint</Application>
  <PresentationFormat>Widescreen</PresentationFormat>
  <Paragraphs>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Ali</dc:creator>
  <cp:lastModifiedBy>Muhammad Ali</cp:lastModifiedBy>
  <cp:revision>48</cp:revision>
  <dcterms:created xsi:type="dcterms:W3CDTF">2024-01-28T18:45:39Z</dcterms:created>
  <dcterms:modified xsi:type="dcterms:W3CDTF">2024-02-20T17:19:27Z</dcterms:modified>
</cp:coreProperties>
</file>