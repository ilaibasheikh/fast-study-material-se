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2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sldSz cx="9144000" cy="5143500" type="screen16x9"/>
  <p:notesSz cx="6858000" cy="9144000"/>
  <p:embeddedFontLst>
    <p:embeddedFont>
      <p:font typeface="Roboto" panose="020B0604020202020204" charset="0"/>
      <p:regular r:id="rId23"/>
      <p:bold r:id="rId24"/>
      <p:italic r:id="rId25"/>
      <p:boldItalic r:id="rId26"/>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A3834207-40BF-4120-B416-0DF4201013E5}">
  <a:tblStyle styleId="{A3834207-40BF-4120-B416-0DF4201013E5}"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44" d="100"/>
          <a:sy n="144" d="100"/>
        </p:scale>
        <p:origin x="654" y="120"/>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4.fntdata"/><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3.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2.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1.fntdata"/><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317500">
              <a:spcBef>
                <a:spcPts val="0"/>
              </a:spcBef>
              <a:spcAft>
                <a:spcPts val="0"/>
              </a:spcAft>
              <a:buSzPts val="1400"/>
              <a:buChar char="●"/>
              <a:defRPr sz="1100"/>
            </a:lvl1pPr>
            <a:lvl2pPr marL="914400" lvl="1" indent="-317500">
              <a:spcBef>
                <a:spcPts val="0"/>
              </a:spcBef>
              <a:spcAft>
                <a:spcPts val="0"/>
              </a:spcAft>
              <a:buSzPts val="1400"/>
              <a:buChar char="○"/>
              <a:defRPr sz="1100"/>
            </a:lvl2pPr>
            <a:lvl3pPr marL="1371600" lvl="2" indent="-317500">
              <a:spcBef>
                <a:spcPts val="0"/>
              </a:spcBef>
              <a:spcAft>
                <a:spcPts val="0"/>
              </a:spcAft>
              <a:buSzPts val="1400"/>
              <a:buChar char="■"/>
              <a:defRPr sz="1100"/>
            </a:lvl3pPr>
            <a:lvl4pPr marL="1828800" lvl="3" indent="-317500">
              <a:spcBef>
                <a:spcPts val="0"/>
              </a:spcBef>
              <a:spcAft>
                <a:spcPts val="0"/>
              </a:spcAft>
              <a:buSzPts val="1400"/>
              <a:buChar char="●"/>
              <a:defRPr sz="1100"/>
            </a:lvl4pPr>
            <a:lvl5pPr marL="2286000" lvl="4" indent="-317500">
              <a:spcBef>
                <a:spcPts val="0"/>
              </a:spcBef>
              <a:spcAft>
                <a:spcPts val="0"/>
              </a:spcAft>
              <a:buSzPts val="1400"/>
              <a:buChar char="○"/>
              <a:defRPr sz="1100"/>
            </a:lvl5pPr>
            <a:lvl6pPr marL="2743200" lvl="5" indent="-317500">
              <a:spcBef>
                <a:spcPts val="0"/>
              </a:spcBef>
              <a:spcAft>
                <a:spcPts val="0"/>
              </a:spcAft>
              <a:buSzPts val="1400"/>
              <a:buChar char="■"/>
              <a:defRPr sz="1100"/>
            </a:lvl6pPr>
            <a:lvl7pPr marL="3200400" lvl="6" indent="-317500">
              <a:spcBef>
                <a:spcPts val="0"/>
              </a:spcBef>
              <a:spcAft>
                <a:spcPts val="0"/>
              </a:spcAft>
              <a:buSzPts val="1400"/>
              <a:buChar char="●"/>
              <a:defRPr sz="1100"/>
            </a:lvl7pPr>
            <a:lvl8pPr marL="3657600" lvl="7" indent="-317500">
              <a:spcBef>
                <a:spcPts val="0"/>
              </a:spcBef>
              <a:spcAft>
                <a:spcPts val="0"/>
              </a:spcAft>
              <a:buSzPts val="1400"/>
              <a:buChar char="○"/>
              <a:defRPr sz="1100"/>
            </a:lvl8pPr>
            <a:lvl9pPr marL="4114800" lvl="8" indent="-317500">
              <a:spcBef>
                <a:spcPts val="0"/>
              </a:spcBef>
              <a:spcAft>
                <a:spcPts val="0"/>
              </a:spcAft>
              <a:buSzPts val="14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
        <p:cNvGrpSpPr/>
        <p:nvPr/>
      </p:nvGrpSpPr>
      <p:grpSpPr>
        <a:xfrm>
          <a:off x="0" y="0"/>
          <a:ext cx="0" cy="0"/>
          <a:chOff x="0" y="0"/>
          <a:chExt cx="0" cy="0"/>
        </a:xfrm>
      </p:grpSpPr>
      <p:sp>
        <p:nvSpPr>
          <p:cNvPr id="64" name="Google Shape;64;g32fdb568145_0_65:notes"/>
          <p:cNvSpPr>
            <a:spLocks noGrp="1" noRot="1" noChangeAspect="1"/>
          </p:cNvSpPr>
          <p:nvPr>
            <p:ph type="sldImg" idx="2"/>
          </p:nvPr>
        </p:nvSpPr>
        <p:spPr>
          <a:xfrm>
            <a:off x="381188"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5" name="Google Shape;65;g32fdb568145_0_6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
        <p:cNvGrpSpPr/>
        <p:nvPr/>
      </p:nvGrpSpPr>
      <p:grpSpPr>
        <a:xfrm>
          <a:off x="0" y="0"/>
          <a:ext cx="0" cy="0"/>
          <a:chOff x="0" y="0"/>
          <a:chExt cx="0" cy="0"/>
        </a:xfrm>
      </p:grpSpPr>
      <p:sp>
        <p:nvSpPr>
          <p:cNvPr id="72" name="Google Shape;72;gc6f73a04f_0_25:notes"/>
          <p:cNvSpPr>
            <a:spLocks noGrp="1" noRot="1" noChangeAspect="1"/>
          </p:cNvSpPr>
          <p:nvPr>
            <p:ph type="sldImg" idx="2"/>
          </p:nvPr>
        </p:nvSpPr>
        <p:spPr>
          <a:xfrm>
            <a:off x="381188"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3" name="Google Shape;73;gc6f73a04f_0_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
        <p:cNvGrpSpPr/>
        <p:nvPr/>
      </p:nvGrpSpPr>
      <p:grpSpPr>
        <a:xfrm>
          <a:off x="0" y="0"/>
          <a:ext cx="0" cy="0"/>
          <a:chOff x="0" y="0"/>
          <a:chExt cx="0" cy="0"/>
        </a:xfrm>
      </p:grpSpPr>
      <p:sp>
        <p:nvSpPr>
          <p:cNvPr id="78" name="Google Shape;78;g33366d9b937_0_64:notes"/>
          <p:cNvSpPr>
            <a:spLocks noGrp="1" noRot="1" noChangeAspect="1"/>
          </p:cNvSpPr>
          <p:nvPr>
            <p:ph type="sldImg" idx="2"/>
          </p:nvPr>
        </p:nvSpPr>
        <p:spPr>
          <a:xfrm>
            <a:off x="381188"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9" name="Google Shape;79;g33366d9b937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
        <p:cNvGrpSpPr/>
        <p:nvPr/>
      </p:nvGrpSpPr>
      <p:grpSpPr>
        <a:xfrm>
          <a:off x="0" y="0"/>
          <a:ext cx="0" cy="0"/>
          <a:chOff x="0" y="0"/>
          <a:chExt cx="0" cy="0"/>
        </a:xfrm>
      </p:grpSpPr>
      <p:sp>
        <p:nvSpPr>
          <p:cNvPr id="83" name="Google Shape;83;gc6f73a04f_0_9:notes"/>
          <p:cNvSpPr>
            <a:spLocks noGrp="1" noRot="1" noChangeAspect="1"/>
          </p:cNvSpPr>
          <p:nvPr>
            <p:ph type="sldImg" idx="2"/>
          </p:nvPr>
        </p:nvSpPr>
        <p:spPr>
          <a:xfrm>
            <a:off x="381188"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4" name="Google Shape;84;gc6f73a04f_0_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
        <p:cNvGrpSpPr/>
        <p:nvPr/>
      </p:nvGrpSpPr>
      <p:grpSpPr>
        <a:xfrm>
          <a:off x="0" y="0"/>
          <a:ext cx="0" cy="0"/>
          <a:chOff x="0" y="0"/>
          <a:chExt cx="0" cy="0"/>
        </a:xfrm>
      </p:grpSpPr>
      <p:sp>
        <p:nvSpPr>
          <p:cNvPr id="89" name="Google Shape;89;g32fdb568145_0_141:notes"/>
          <p:cNvSpPr>
            <a:spLocks noGrp="1" noRot="1" noChangeAspect="1"/>
          </p:cNvSpPr>
          <p:nvPr>
            <p:ph type="sldImg" idx="2"/>
          </p:nvPr>
        </p:nvSpPr>
        <p:spPr>
          <a:xfrm>
            <a:off x="381188"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0" name="Google Shape;90;g32fdb568145_0_14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p:cNvGrpSpPr/>
        <p:nvPr/>
      </p:nvGrpSpPr>
      <p:grpSpPr>
        <a:xfrm>
          <a:off x="0" y="0"/>
          <a:ext cx="0" cy="0"/>
          <a:chOff x="0" y="0"/>
          <a:chExt cx="0" cy="0"/>
        </a:xfrm>
      </p:grpSpPr>
      <p:sp>
        <p:nvSpPr>
          <p:cNvPr id="95" name="Google Shape;95;g32fdb568145_0_159:notes"/>
          <p:cNvSpPr>
            <a:spLocks noGrp="1" noRot="1" noChangeAspect="1"/>
          </p:cNvSpPr>
          <p:nvPr>
            <p:ph type="sldImg" idx="2"/>
          </p:nvPr>
        </p:nvSpPr>
        <p:spPr>
          <a:xfrm>
            <a:off x="381188"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6" name="Google Shape;96;g32fdb568145_0_15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p:cNvGrpSpPr/>
        <p:nvPr/>
      </p:nvGrpSpPr>
      <p:grpSpPr>
        <a:xfrm>
          <a:off x="0" y="0"/>
          <a:ext cx="0" cy="0"/>
          <a:chOff x="0" y="0"/>
          <a:chExt cx="0" cy="0"/>
        </a:xfrm>
      </p:grpSpPr>
      <p:sp>
        <p:nvSpPr>
          <p:cNvPr id="101" name="Google Shape;101;g32fdb568145_0_169:notes"/>
          <p:cNvSpPr>
            <a:spLocks noGrp="1" noRot="1" noChangeAspect="1"/>
          </p:cNvSpPr>
          <p:nvPr>
            <p:ph type="sldImg" idx="2"/>
          </p:nvPr>
        </p:nvSpPr>
        <p:spPr>
          <a:xfrm>
            <a:off x="381188"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2" name="Google Shape;102;g32fdb568145_0_16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p:cNvGrpSpPr/>
        <p:nvPr/>
      </p:nvGrpSpPr>
      <p:grpSpPr>
        <a:xfrm>
          <a:off x="0" y="0"/>
          <a:ext cx="0" cy="0"/>
          <a:chOff x="0" y="0"/>
          <a:chExt cx="0" cy="0"/>
        </a:xfrm>
      </p:grpSpPr>
      <p:sp>
        <p:nvSpPr>
          <p:cNvPr id="107" name="Google Shape;107;g32fdb568145_0_177:notes"/>
          <p:cNvSpPr>
            <a:spLocks noGrp="1" noRot="1" noChangeAspect="1"/>
          </p:cNvSpPr>
          <p:nvPr>
            <p:ph type="sldImg" idx="2"/>
          </p:nvPr>
        </p:nvSpPr>
        <p:spPr>
          <a:xfrm>
            <a:off x="381188"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8" name="Google Shape;108;g32fdb568145_0_17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p:cNvGrpSpPr/>
        <p:nvPr/>
      </p:nvGrpSpPr>
      <p:grpSpPr>
        <a:xfrm>
          <a:off x="0" y="0"/>
          <a:ext cx="0" cy="0"/>
          <a:chOff x="0" y="0"/>
          <a:chExt cx="0" cy="0"/>
        </a:xfrm>
      </p:grpSpPr>
      <p:sp>
        <p:nvSpPr>
          <p:cNvPr id="115" name="Google Shape;115;g32fdb568145_0_190:notes"/>
          <p:cNvSpPr>
            <a:spLocks noGrp="1" noRot="1" noChangeAspect="1"/>
          </p:cNvSpPr>
          <p:nvPr>
            <p:ph type="sldImg" idx="2"/>
          </p:nvPr>
        </p:nvSpPr>
        <p:spPr>
          <a:xfrm>
            <a:off x="381188"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6" name="Google Shape;116;g32fdb568145_0_19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0"/>
        <p:cNvGrpSpPr/>
        <p:nvPr/>
      </p:nvGrpSpPr>
      <p:grpSpPr>
        <a:xfrm>
          <a:off x="0" y="0"/>
          <a:ext cx="0" cy="0"/>
          <a:chOff x="0" y="0"/>
          <a:chExt cx="0" cy="0"/>
        </a:xfrm>
      </p:grpSpPr>
      <p:sp>
        <p:nvSpPr>
          <p:cNvPr id="121" name="Google Shape;121;g32fdb568145_0_200:notes"/>
          <p:cNvSpPr>
            <a:spLocks noGrp="1" noRot="1" noChangeAspect="1"/>
          </p:cNvSpPr>
          <p:nvPr>
            <p:ph type="sldImg" idx="2"/>
          </p:nvPr>
        </p:nvSpPr>
        <p:spPr>
          <a:xfrm>
            <a:off x="381188"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2" name="Google Shape;122;g32fdb568145_0_20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
        <p:cNvGrpSpPr/>
        <p:nvPr/>
      </p:nvGrpSpPr>
      <p:grpSpPr>
        <a:xfrm>
          <a:off x="0" y="0"/>
          <a:ext cx="0" cy="0"/>
          <a:chOff x="0" y="0"/>
          <a:chExt cx="0" cy="0"/>
        </a:xfrm>
      </p:grpSpPr>
      <p:sp>
        <p:nvSpPr>
          <p:cNvPr id="128" name="Google Shape;128;g32fdb568145_0_211:notes"/>
          <p:cNvSpPr>
            <a:spLocks noGrp="1" noRot="1" noChangeAspect="1"/>
          </p:cNvSpPr>
          <p:nvPr>
            <p:ph type="sldImg" idx="2"/>
          </p:nvPr>
        </p:nvSpPr>
        <p:spPr>
          <a:xfrm>
            <a:off x="381188"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9" name="Google Shape;129;g32fdb568145_0_2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3"/>
        <p:cNvGrpSpPr/>
        <p:nvPr/>
      </p:nvGrpSpPr>
      <p:grpSpPr>
        <a:xfrm>
          <a:off x="0" y="0"/>
          <a:ext cx="0" cy="0"/>
          <a:chOff x="0" y="0"/>
          <a:chExt cx="0" cy="0"/>
        </a:xfrm>
      </p:grpSpPr>
      <p:sp>
        <p:nvSpPr>
          <p:cNvPr id="134" name="Google Shape;134;g33366d9b937_0_0:notes"/>
          <p:cNvSpPr>
            <a:spLocks noGrp="1" noRot="1" noChangeAspect="1"/>
          </p:cNvSpPr>
          <p:nvPr>
            <p:ph type="sldImg" idx="2"/>
          </p:nvPr>
        </p:nvSpPr>
        <p:spPr>
          <a:xfrm>
            <a:off x="381188"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5" name="Google Shape;135;g33366d9b937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g33366d9b937_0_8:notes"/>
          <p:cNvSpPr>
            <a:spLocks noGrp="1" noRot="1" noChangeAspect="1"/>
          </p:cNvSpPr>
          <p:nvPr>
            <p:ph type="sldImg" idx="2"/>
          </p:nvPr>
        </p:nvSpPr>
        <p:spPr>
          <a:xfrm>
            <a:off x="381188"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2" name="Google Shape;142;g33366d9b937_0_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5"/>
        <p:cNvGrpSpPr/>
        <p:nvPr/>
      </p:nvGrpSpPr>
      <p:grpSpPr>
        <a:xfrm>
          <a:off x="0" y="0"/>
          <a:ext cx="0" cy="0"/>
          <a:chOff x="0" y="0"/>
          <a:chExt cx="0" cy="0"/>
        </a:xfrm>
      </p:grpSpPr>
      <p:sp>
        <p:nvSpPr>
          <p:cNvPr id="146" name="Google Shape;146;g33366d9b937_0_15:notes"/>
          <p:cNvSpPr>
            <a:spLocks noGrp="1" noRot="1" noChangeAspect="1"/>
          </p:cNvSpPr>
          <p:nvPr>
            <p:ph type="sldImg" idx="2"/>
          </p:nvPr>
        </p:nvSpPr>
        <p:spPr>
          <a:xfrm>
            <a:off x="381188"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7" name="Google Shape;147;g33366d9b937_0_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1"/>
        <p:cNvGrpSpPr/>
        <p:nvPr/>
      </p:nvGrpSpPr>
      <p:grpSpPr>
        <a:xfrm>
          <a:off x="0" y="0"/>
          <a:ext cx="0" cy="0"/>
          <a:chOff x="0" y="0"/>
          <a:chExt cx="0" cy="0"/>
        </a:xfrm>
      </p:grpSpPr>
      <p:sp>
        <p:nvSpPr>
          <p:cNvPr id="152" name="Google Shape;152;g33366d9b937_0_22:notes"/>
          <p:cNvSpPr>
            <a:spLocks noGrp="1" noRot="1" noChangeAspect="1"/>
          </p:cNvSpPr>
          <p:nvPr>
            <p:ph type="sldImg" idx="2"/>
          </p:nvPr>
        </p:nvSpPr>
        <p:spPr>
          <a:xfrm>
            <a:off x="381188"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3" name="Google Shape;153;g33366d9b937_0_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6"/>
        <p:cNvGrpSpPr/>
        <p:nvPr/>
      </p:nvGrpSpPr>
      <p:grpSpPr>
        <a:xfrm>
          <a:off x="0" y="0"/>
          <a:ext cx="0" cy="0"/>
          <a:chOff x="0" y="0"/>
          <a:chExt cx="0" cy="0"/>
        </a:xfrm>
      </p:grpSpPr>
      <p:sp>
        <p:nvSpPr>
          <p:cNvPr id="157" name="Google Shape;157;g33366d9b937_0_28:notes"/>
          <p:cNvSpPr>
            <a:spLocks noGrp="1" noRot="1" noChangeAspect="1"/>
          </p:cNvSpPr>
          <p:nvPr>
            <p:ph type="sldImg" idx="2"/>
          </p:nvPr>
        </p:nvSpPr>
        <p:spPr>
          <a:xfrm>
            <a:off x="381188"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8" name="Google Shape;158;g33366d9b937_0_2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1"/>
        <p:cNvGrpSpPr/>
        <p:nvPr/>
      </p:nvGrpSpPr>
      <p:grpSpPr>
        <a:xfrm>
          <a:off x="0" y="0"/>
          <a:ext cx="0" cy="0"/>
          <a:chOff x="0" y="0"/>
          <a:chExt cx="0" cy="0"/>
        </a:xfrm>
      </p:grpSpPr>
      <p:sp>
        <p:nvSpPr>
          <p:cNvPr id="162" name="Google Shape;162;g33366d9b937_0_34:notes"/>
          <p:cNvSpPr>
            <a:spLocks noGrp="1" noRot="1" noChangeAspect="1"/>
          </p:cNvSpPr>
          <p:nvPr>
            <p:ph type="sldImg" idx="2"/>
          </p:nvPr>
        </p:nvSpPr>
        <p:spPr>
          <a:xfrm>
            <a:off x="381188"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3" name="Google Shape;163;g33366d9b937_0_3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6"/>
        <p:cNvGrpSpPr/>
        <p:nvPr/>
      </p:nvGrpSpPr>
      <p:grpSpPr>
        <a:xfrm>
          <a:off x="0" y="0"/>
          <a:ext cx="0" cy="0"/>
          <a:chOff x="0" y="0"/>
          <a:chExt cx="0" cy="0"/>
        </a:xfrm>
      </p:grpSpPr>
      <p:sp>
        <p:nvSpPr>
          <p:cNvPr id="167" name="Google Shape;167;g33366d9b937_0_40:notes"/>
          <p:cNvSpPr>
            <a:spLocks noGrp="1" noRot="1" noChangeAspect="1"/>
          </p:cNvSpPr>
          <p:nvPr>
            <p:ph type="sldImg" idx="2"/>
          </p:nvPr>
        </p:nvSpPr>
        <p:spPr>
          <a:xfrm>
            <a:off x="381188"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8" name="Google Shape;168;g33366d9b937_0_4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1"/>
        <p:cNvGrpSpPr/>
        <p:nvPr/>
      </p:nvGrpSpPr>
      <p:grpSpPr>
        <a:xfrm>
          <a:off x="0" y="0"/>
          <a:ext cx="0" cy="0"/>
          <a:chOff x="0" y="0"/>
          <a:chExt cx="0" cy="0"/>
        </a:xfrm>
      </p:grpSpPr>
      <p:sp>
        <p:nvSpPr>
          <p:cNvPr id="172" name="Google Shape;172;g33366d9b937_0_46:notes"/>
          <p:cNvSpPr>
            <a:spLocks noGrp="1" noRot="1" noChangeAspect="1"/>
          </p:cNvSpPr>
          <p:nvPr>
            <p:ph type="sldImg" idx="2"/>
          </p:nvPr>
        </p:nvSpPr>
        <p:spPr>
          <a:xfrm>
            <a:off x="381188"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3" name="Google Shape;173;g33366d9b937_0_4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6"/>
        <p:cNvGrpSpPr/>
        <p:nvPr/>
      </p:nvGrpSpPr>
      <p:grpSpPr>
        <a:xfrm>
          <a:off x="0" y="0"/>
          <a:ext cx="0" cy="0"/>
          <a:chOff x="0" y="0"/>
          <a:chExt cx="0" cy="0"/>
        </a:xfrm>
      </p:grpSpPr>
      <p:sp>
        <p:nvSpPr>
          <p:cNvPr id="177" name="Google Shape;177;g33366d9b937_0_51:notes"/>
          <p:cNvSpPr>
            <a:spLocks noGrp="1" noRot="1" noChangeAspect="1"/>
          </p:cNvSpPr>
          <p:nvPr>
            <p:ph type="sldImg" idx="2"/>
          </p:nvPr>
        </p:nvSpPr>
        <p:spPr>
          <a:xfrm>
            <a:off x="381188"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8" name="Google Shape;178;g33366d9b937_0_5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p:nvPr/>
        </p:nvSpPr>
        <p:spPr>
          <a:xfrm flipH="1">
            <a:off x="8246400" y="4245925"/>
            <a:ext cx="897600" cy="897600"/>
          </a:xfrm>
          <a:prstGeom prst="rtTriangle">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11;p2"/>
          <p:cNvSpPr/>
          <p:nvPr/>
        </p:nvSpPr>
        <p:spPr>
          <a:xfrm flipH="1">
            <a:off x="8246400" y="4245875"/>
            <a:ext cx="897600" cy="897600"/>
          </a:xfrm>
          <a:prstGeom prst="round1Rect">
            <a:avLst>
              <a:gd name="adj" fmla="val 16667"/>
            </a:avLst>
          </a:prstGeom>
          <a:solidFill>
            <a:schemeClr val="lt1">
              <a:alpha val="680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12;p2"/>
          <p:cNvSpPr txBox="1">
            <a:spLocks noGrp="1"/>
          </p:cNvSpPr>
          <p:nvPr>
            <p:ph type="ctrTitle"/>
          </p:nvPr>
        </p:nvSpPr>
        <p:spPr>
          <a:xfrm>
            <a:off x="390525" y="1819275"/>
            <a:ext cx="8222100" cy="933600"/>
          </a:xfrm>
          <a:prstGeom prst="rect">
            <a:avLst/>
          </a:prstGeom>
        </p:spPr>
        <p:txBody>
          <a:bodyPr spcFirstLastPara="1" wrap="square" lIns="91425" tIns="91425" rIns="91425" bIns="91425" anchor="b" anchorCtr="0">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13" name="Google Shape;13;p2"/>
          <p:cNvSpPr txBox="1">
            <a:spLocks noGrp="1"/>
          </p:cNvSpPr>
          <p:nvPr>
            <p:ph type="subTitle" idx="1"/>
          </p:nvPr>
        </p:nvSpPr>
        <p:spPr>
          <a:xfrm>
            <a:off x="390525" y="2789130"/>
            <a:ext cx="8222100" cy="4329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Clr>
                <a:schemeClr val="lt1"/>
              </a:buClr>
              <a:buSzPts val="1800"/>
              <a:buNone/>
              <a:defRPr>
                <a:solidFill>
                  <a:schemeClr val="lt1"/>
                </a:solidFill>
              </a:defRPr>
            </a:lvl1pPr>
            <a:lvl2pPr lvl="1">
              <a:lnSpc>
                <a:spcPct val="100000"/>
              </a:lnSpc>
              <a:spcBef>
                <a:spcPts val="0"/>
              </a:spcBef>
              <a:spcAft>
                <a:spcPts val="0"/>
              </a:spcAft>
              <a:buClr>
                <a:schemeClr val="lt1"/>
              </a:buClr>
              <a:buSzPts val="1800"/>
              <a:buNone/>
              <a:defRPr sz="1800">
                <a:solidFill>
                  <a:schemeClr val="lt1"/>
                </a:solidFill>
              </a:defRPr>
            </a:lvl2pPr>
            <a:lvl3pPr lvl="2">
              <a:lnSpc>
                <a:spcPct val="100000"/>
              </a:lnSpc>
              <a:spcBef>
                <a:spcPts val="0"/>
              </a:spcBef>
              <a:spcAft>
                <a:spcPts val="0"/>
              </a:spcAft>
              <a:buClr>
                <a:schemeClr val="lt1"/>
              </a:buClr>
              <a:buSzPts val="1800"/>
              <a:buNone/>
              <a:defRPr sz="1800">
                <a:solidFill>
                  <a:schemeClr val="lt1"/>
                </a:solidFill>
              </a:defRPr>
            </a:lvl3pPr>
            <a:lvl4pPr lvl="3">
              <a:lnSpc>
                <a:spcPct val="100000"/>
              </a:lnSpc>
              <a:spcBef>
                <a:spcPts val="0"/>
              </a:spcBef>
              <a:spcAft>
                <a:spcPts val="0"/>
              </a:spcAft>
              <a:buClr>
                <a:schemeClr val="lt1"/>
              </a:buClr>
              <a:buSzPts val="1800"/>
              <a:buNone/>
              <a:defRPr sz="1800">
                <a:solidFill>
                  <a:schemeClr val="lt1"/>
                </a:solidFill>
              </a:defRPr>
            </a:lvl4pPr>
            <a:lvl5pPr lvl="4">
              <a:lnSpc>
                <a:spcPct val="100000"/>
              </a:lnSpc>
              <a:spcBef>
                <a:spcPts val="0"/>
              </a:spcBef>
              <a:spcAft>
                <a:spcPts val="0"/>
              </a:spcAft>
              <a:buClr>
                <a:schemeClr val="lt1"/>
              </a:buClr>
              <a:buSzPts val="1800"/>
              <a:buNone/>
              <a:defRPr sz="1800">
                <a:solidFill>
                  <a:schemeClr val="lt1"/>
                </a:solidFill>
              </a:defRPr>
            </a:lvl5pPr>
            <a:lvl6pPr lvl="5">
              <a:lnSpc>
                <a:spcPct val="100000"/>
              </a:lnSpc>
              <a:spcBef>
                <a:spcPts val="0"/>
              </a:spcBef>
              <a:spcAft>
                <a:spcPts val="0"/>
              </a:spcAft>
              <a:buClr>
                <a:schemeClr val="lt1"/>
              </a:buClr>
              <a:buSzPts val="1800"/>
              <a:buNone/>
              <a:defRPr sz="1800">
                <a:solidFill>
                  <a:schemeClr val="lt1"/>
                </a:solidFill>
              </a:defRPr>
            </a:lvl6pPr>
            <a:lvl7pPr lvl="6">
              <a:lnSpc>
                <a:spcPct val="100000"/>
              </a:lnSpc>
              <a:spcBef>
                <a:spcPts val="0"/>
              </a:spcBef>
              <a:spcAft>
                <a:spcPts val="0"/>
              </a:spcAft>
              <a:buClr>
                <a:schemeClr val="lt1"/>
              </a:buClr>
              <a:buSzPts val="1800"/>
              <a:buNone/>
              <a:defRPr sz="1800">
                <a:solidFill>
                  <a:schemeClr val="lt1"/>
                </a:solidFill>
              </a:defRPr>
            </a:lvl7pPr>
            <a:lvl8pPr lvl="7">
              <a:lnSpc>
                <a:spcPct val="100000"/>
              </a:lnSpc>
              <a:spcBef>
                <a:spcPts val="0"/>
              </a:spcBef>
              <a:spcAft>
                <a:spcPts val="0"/>
              </a:spcAft>
              <a:buClr>
                <a:schemeClr val="lt1"/>
              </a:buClr>
              <a:buSzPts val="1800"/>
              <a:buNone/>
              <a:defRPr sz="1800">
                <a:solidFill>
                  <a:schemeClr val="lt1"/>
                </a:solidFill>
              </a:defRPr>
            </a:lvl8pPr>
            <a:lvl9pPr lvl="8">
              <a:lnSpc>
                <a:spcPct val="100000"/>
              </a:lnSpc>
              <a:spcBef>
                <a:spcPts val="0"/>
              </a:spcBef>
              <a:spcAft>
                <a:spcPts val="0"/>
              </a:spcAft>
              <a:buClr>
                <a:schemeClr val="lt1"/>
              </a:buClr>
              <a:buSzPts val="1800"/>
              <a:buNone/>
              <a:defRPr sz="1800">
                <a:solidFill>
                  <a:schemeClr val="lt1"/>
                </a:solidFill>
              </a:defRPr>
            </a:lvl9pPr>
          </a:lstStyle>
          <a:p>
            <a:endParaRPr/>
          </a:p>
        </p:txBody>
      </p:sp>
      <p:sp>
        <p:nvSpPr>
          <p:cNvPr id="14" name="Google Shape;14;p2"/>
          <p:cNvSpPr txBox="1">
            <a:spLocks noGrp="1"/>
          </p:cNvSpPr>
          <p:nvPr>
            <p:ph type="sldNum" idx="12"/>
          </p:nvPr>
        </p:nvSpPr>
        <p:spPr>
          <a:xfrm>
            <a:off x="8523541" y="4695623"/>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5"/>
        <p:cNvGrpSpPr/>
        <p:nvPr/>
      </p:nvGrpSpPr>
      <p:grpSpPr>
        <a:xfrm>
          <a:off x="0" y="0"/>
          <a:ext cx="0" cy="0"/>
          <a:chOff x="0" y="0"/>
          <a:chExt cx="0" cy="0"/>
        </a:xfrm>
      </p:grpSpPr>
      <p:sp>
        <p:nvSpPr>
          <p:cNvPr id="16" name="Google Shape;16;p3"/>
          <p:cNvSpPr txBox="1">
            <a:spLocks noGrp="1"/>
          </p:cNvSpPr>
          <p:nvPr>
            <p:ph type="title"/>
          </p:nvPr>
        </p:nvSpPr>
        <p:spPr>
          <a:xfrm>
            <a:off x="460950" y="2065350"/>
            <a:ext cx="8222100" cy="1012800"/>
          </a:xfrm>
          <a:prstGeom prst="rect">
            <a:avLst/>
          </a:prstGeom>
        </p:spPr>
        <p:txBody>
          <a:bodyPr spcFirstLastPara="1" wrap="square" lIns="91425" tIns="91425" rIns="91425" bIns="91425" anchor="ctr" anchorCtr="0">
            <a:noAutofit/>
          </a:bodyPr>
          <a:lstStyle>
            <a:lvl1pPr lvl="0">
              <a:spcBef>
                <a:spcPts val="0"/>
              </a:spcBef>
              <a:spcAft>
                <a:spcPts val="0"/>
              </a:spcAft>
              <a:buSzPts val="4200"/>
              <a:buNone/>
              <a:defRPr sz="4200"/>
            </a:lvl1pPr>
            <a:lvl2pPr lvl="1">
              <a:spcBef>
                <a:spcPts val="0"/>
              </a:spcBef>
              <a:spcAft>
                <a:spcPts val="0"/>
              </a:spcAft>
              <a:buSzPts val="4200"/>
              <a:buNone/>
              <a:defRPr sz="4200"/>
            </a:lvl2pPr>
            <a:lvl3pPr lvl="2">
              <a:spcBef>
                <a:spcPts val="0"/>
              </a:spcBef>
              <a:spcAft>
                <a:spcPts val="0"/>
              </a:spcAft>
              <a:buSzPts val="4200"/>
              <a:buNone/>
              <a:defRPr sz="4200"/>
            </a:lvl3pPr>
            <a:lvl4pPr lvl="3">
              <a:spcBef>
                <a:spcPts val="0"/>
              </a:spcBef>
              <a:spcAft>
                <a:spcPts val="0"/>
              </a:spcAft>
              <a:buSzPts val="4200"/>
              <a:buNone/>
              <a:defRPr sz="4200"/>
            </a:lvl4pPr>
            <a:lvl5pPr lvl="4">
              <a:spcBef>
                <a:spcPts val="0"/>
              </a:spcBef>
              <a:spcAft>
                <a:spcPts val="0"/>
              </a:spcAft>
              <a:buSzPts val="4200"/>
              <a:buNone/>
              <a:defRPr sz="4200"/>
            </a:lvl5pPr>
            <a:lvl6pPr lvl="5">
              <a:spcBef>
                <a:spcPts val="0"/>
              </a:spcBef>
              <a:spcAft>
                <a:spcPts val="0"/>
              </a:spcAft>
              <a:buSzPts val="4200"/>
              <a:buNone/>
              <a:defRPr sz="4200"/>
            </a:lvl6pPr>
            <a:lvl7pPr lvl="6">
              <a:spcBef>
                <a:spcPts val="0"/>
              </a:spcBef>
              <a:spcAft>
                <a:spcPts val="0"/>
              </a:spcAft>
              <a:buSzPts val="4200"/>
              <a:buNone/>
              <a:defRPr sz="4200"/>
            </a:lvl7pPr>
            <a:lvl8pPr lvl="7">
              <a:spcBef>
                <a:spcPts val="0"/>
              </a:spcBef>
              <a:spcAft>
                <a:spcPts val="0"/>
              </a:spcAft>
              <a:buSzPts val="4200"/>
              <a:buNone/>
              <a:defRPr sz="4200"/>
            </a:lvl8pPr>
            <a:lvl9pPr lvl="8">
              <a:spcBef>
                <a:spcPts val="0"/>
              </a:spcBef>
              <a:spcAft>
                <a:spcPts val="0"/>
              </a:spcAft>
              <a:buSzPts val="4200"/>
              <a:buNone/>
              <a:defRPr sz="4200"/>
            </a:lvl9pPr>
          </a:lstStyle>
          <a:p>
            <a:endParaRPr/>
          </a:p>
        </p:txBody>
      </p:sp>
      <p:sp>
        <p:nvSpPr>
          <p:cNvPr id="17" name="Google Shape;17;p3"/>
          <p:cNvSpPr txBox="1">
            <a:spLocks noGrp="1"/>
          </p:cNvSpPr>
          <p:nvPr>
            <p:ph type="sldNum" idx="12"/>
          </p:nvPr>
        </p:nvSpPr>
        <p:spPr>
          <a:xfrm>
            <a:off x="8523541" y="4695623"/>
            <a:ext cx="548700" cy="393600"/>
          </a:xfrm>
          <a:prstGeom prst="rect">
            <a:avLst/>
          </a:prstGeom>
        </p:spPr>
        <p:txBody>
          <a:bodyPr spcFirstLastPara="1" wrap="square" lIns="91425" tIns="91425" rIns="91425" bIns="91425" anchor="ctr" anchorCtr="0">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8"/>
        <p:cNvGrpSpPr/>
        <p:nvPr/>
      </p:nvGrpSpPr>
      <p:grpSpPr>
        <a:xfrm>
          <a:off x="0" y="0"/>
          <a:ext cx="0" cy="0"/>
          <a:chOff x="0" y="0"/>
          <a:chExt cx="0" cy="0"/>
        </a:xfrm>
      </p:grpSpPr>
      <p:sp>
        <p:nvSpPr>
          <p:cNvPr id="19" name="Google Shape;19;p4"/>
          <p:cNvSpPr/>
          <p:nvPr/>
        </p:nvSpPr>
        <p:spPr>
          <a:xfrm rot="10800000" flipH="1">
            <a:off x="0" y="1686000"/>
            <a:ext cx="9144000" cy="3457500"/>
          </a:xfrm>
          <a:prstGeom prst="rect">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20;p4"/>
          <p:cNvSpPr/>
          <p:nvPr/>
        </p:nvSpPr>
        <p:spPr>
          <a:xfrm>
            <a:off x="0" y="1686000"/>
            <a:ext cx="91440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21;p4"/>
          <p:cNvSpPr txBox="1">
            <a:spLocks noGrp="1"/>
          </p:cNvSpPr>
          <p:nvPr>
            <p:ph type="title"/>
          </p:nvPr>
        </p:nvSpPr>
        <p:spPr>
          <a:xfrm>
            <a:off x="471900" y="738725"/>
            <a:ext cx="8222100" cy="767700"/>
          </a:xfrm>
          <a:prstGeom prst="rect">
            <a:avLst/>
          </a:prstGeom>
        </p:spPr>
        <p:txBody>
          <a:bodyPr spcFirstLastPara="1" wrap="square" lIns="91425" tIns="91425" rIns="91425" bIns="91425" anchor="b" anchorCtr="0">
            <a:noAutofit/>
          </a:bodyPr>
          <a:lstStyle>
            <a:lvl1pPr lvl="0">
              <a:spcBef>
                <a:spcPts val="0"/>
              </a:spcBef>
              <a:spcAft>
                <a:spcPts val="0"/>
              </a:spcAft>
              <a:buSzPts val="3200"/>
              <a:buNone/>
              <a:defRPr/>
            </a:lvl1pPr>
            <a:lvl2pPr lvl="1">
              <a:spcBef>
                <a:spcPts val="0"/>
              </a:spcBef>
              <a:spcAft>
                <a:spcPts val="0"/>
              </a:spcAft>
              <a:buSzPts val="3200"/>
              <a:buNone/>
              <a:defRPr/>
            </a:lvl2pPr>
            <a:lvl3pPr lvl="2">
              <a:spcBef>
                <a:spcPts val="0"/>
              </a:spcBef>
              <a:spcAft>
                <a:spcPts val="0"/>
              </a:spcAft>
              <a:buSzPts val="3200"/>
              <a:buNone/>
              <a:defRPr/>
            </a:lvl3pPr>
            <a:lvl4pPr lvl="3">
              <a:spcBef>
                <a:spcPts val="0"/>
              </a:spcBef>
              <a:spcAft>
                <a:spcPts val="0"/>
              </a:spcAft>
              <a:buSzPts val="3200"/>
              <a:buNone/>
              <a:defRPr/>
            </a:lvl4pPr>
            <a:lvl5pPr lvl="4">
              <a:spcBef>
                <a:spcPts val="0"/>
              </a:spcBef>
              <a:spcAft>
                <a:spcPts val="0"/>
              </a:spcAft>
              <a:buSzPts val="3200"/>
              <a:buNone/>
              <a:defRPr/>
            </a:lvl5pPr>
            <a:lvl6pPr lvl="5">
              <a:spcBef>
                <a:spcPts val="0"/>
              </a:spcBef>
              <a:spcAft>
                <a:spcPts val="0"/>
              </a:spcAft>
              <a:buSzPts val="3200"/>
              <a:buNone/>
              <a:defRPr/>
            </a:lvl6pPr>
            <a:lvl7pPr lvl="6">
              <a:spcBef>
                <a:spcPts val="0"/>
              </a:spcBef>
              <a:spcAft>
                <a:spcPts val="0"/>
              </a:spcAft>
              <a:buSzPts val="3200"/>
              <a:buNone/>
              <a:defRPr/>
            </a:lvl7pPr>
            <a:lvl8pPr lvl="7">
              <a:spcBef>
                <a:spcPts val="0"/>
              </a:spcBef>
              <a:spcAft>
                <a:spcPts val="0"/>
              </a:spcAft>
              <a:buSzPts val="3200"/>
              <a:buNone/>
              <a:defRPr/>
            </a:lvl8pPr>
            <a:lvl9pPr lvl="8">
              <a:spcBef>
                <a:spcPts val="0"/>
              </a:spcBef>
              <a:spcAft>
                <a:spcPts val="0"/>
              </a:spcAft>
              <a:buSzPts val="3200"/>
              <a:buNone/>
              <a:defRPr/>
            </a:lvl9pPr>
          </a:lstStyle>
          <a:p>
            <a:endParaRPr/>
          </a:p>
        </p:txBody>
      </p:sp>
      <p:sp>
        <p:nvSpPr>
          <p:cNvPr id="22" name="Google Shape;22;p4"/>
          <p:cNvSpPr txBox="1">
            <a:spLocks noGrp="1"/>
          </p:cNvSpPr>
          <p:nvPr>
            <p:ph type="body" idx="1"/>
          </p:nvPr>
        </p:nvSpPr>
        <p:spPr>
          <a:xfrm>
            <a:off x="471900" y="1919075"/>
            <a:ext cx="8222100" cy="2710200"/>
          </a:xfrm>
          <a:prstGeom prst="rect">
            <a:avLst/>
          </a:prstGeom>
        </p:spPr>
        <p:txBody>
          <a:bodyPr spcFirstLastPara="1" wrap="square" lIns="91425" tIns="91425" rIns="91425" bIns="91425" anchor="t" anchorCtr="0">
            <a:noAutofit/>
          </a:bodyPr>
          <a:lstStyle>
            <a:lvl1pPr marL="457200" lvl="0" indent="-342900">
              <a:spcBef>
                <a:spcPts val="0"/>
              </a:spcBef>
              <a:spcAft>
                <a:spcPts val="0"/>
              </a:spcAft>
              <a:buSzPts val="1800"/>
              <a:buChar char="●"/>
              <a:defRPr/>
            </a:lvl1pPr>
            <a:lvl2pPr marL="914400" lvl="1" indent="-317500">
              <a:spcBef>
                <a:spcPts val="1600"/>
              </a:spcBef>
              <a:spcAft>
                <a:spcPts val="0"/>
              </a:spcAft>
              <a:buSzPts val="1400"/>
              <a:buChar char="○"/>
              <a:defRPr/>
            </a:lvl2pPr>
            <a:lvl3pPr marL="1371600" lvl="2" indent="-317500">
              <a:spcBef>
                <a:spcPts val="1600"/>
              </a:spcBef>
              <a:spcAft>
                <a:spcPts val="0"/>
              </a:spcAft>
              <a:buSzPts val="1400"/>
              <a:buChar char="■"/>
              <a:defRPr/>
            </a:lvl3pPr>
            <a:lvl4pPr marL="1828800" lvl="3" indent="-317500">
              <a:spcBef>
                <a:spcPts val="1600"/>
              </a:spcBef>
              <a:spcAft>
                <a:spcPts val="0"/>
              </a:spcAft>
              <a:buSzPts val="1400"/>
              <a:buChar char="●"/>
              <a:defRPr/>
            </a:lvl4pPr>
            <a:lvl5pPr marL="2286000" lvl="4" indent="-317500">
              <a:spcBef>
                <a:spcPts val="1600"/>
              </a:spcBef>
              <a:spcAft>
                <a:spcPts val="0"/>
              </a:spcAft>
              <a:buSzPts val="1400"/>
              <a:buChar char="○"/>
              <a:defRPr/>
            </a:lvl5pPr>
            <a:lvl6pPr marL="2743200" lvl="5" indent="-317500">
              <a:spcBef>
                <a:spcPts val="1600"/>
              </a:spcBef>
              <a:spcAft>
                <a:spcPts val="0"/>
              </a:spcAft>
              <a:buSzPts val="1400"/>
              <a:buChar char="■"/>
              <a:defRPr/>
            </a:lvl6pPr>
            <a:lvl7pPr marL="3200400" lvl="6" indent="-317500">
              <a:spcBef>
                <a:spcPts val="1600"/>
              </a:spcBef>
              <a:spcAft>
                <a:spcPts val="0"/>
              </a:spcAft>
              <a:buSzPts val="1400"/>
              <a:buChar char="●"/>
              <a:defRPr/>
            </a:lvl7pPr>
            <a:lvl8pPr marL="3657600" lvl="7" indent="-317500">
              <a:spcBef>
                <a:spcPts val="1600"/>
              </a:spcBef>
              <a:spcAft>
                <a:spcPts val="0"/>
              </a:spcAft>
              <a:buSzPts val="1400"/>
              <a:buChar char="○"/>
              <a:defRPr/>
            </a:lvl8pPr>
            <a:lvl9pPr marL="4114800" lvl="8" indent="-317500">
              <a:spcBef>
                <a:spcPts val="1600"/>
              </a:spcBef>
              <a:spcAft>
                <a:spcPts val="1600"/>
              </a:spcAft>
              <a:buSzPts val="1400"/>
              <a:buChar char="■"/>
              <a:defRPr/>
            </a:lvl9pPr>
          </a:lstStyle>
          <a:p>
            <a:endParaRPr/>
          </a:p>
        </p:txBody>
      </p:sp>
      <p:sp>
        <p:nvSpPr>
          <p:cNvPr id="23" name="Google Shape;23;p4"/>
          <p:cNvSpPr txBox="1">
            <a:spLocks noGrp="1"/>
          </p:cNvSpPr>
          <p:nvPr>
            <p:ph type="sldNum" idx="12"/>
          </p:nvPr>
        </p:nvSpPr>
        <p:spPr>
          <a:xfrm>
            <a:off x="8523541" y="4695623"/>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4"/>
        <p:cNvGrpSpPr/>
        <p:nvPr/>
      </p:nvGrpSpPr>
      <p:grpSpPr>
        <a:xfrm>
          <a:off x="0" y="0"/>
          <a:ext cx="0" cy="0"/>
          <a:chOff x="0" y="0"/>
          <a:chExt cx="0" cy="0"/>
        </a:xfrm>
      </p:grpSpPr>
      <p:sp>
        <p:nvSpPr>
          <p:cNvPr id="25" name="Google Shape;25;p5"/>
          <p:cNvSpPr/>
          <p:nvPr/>
        </p:nvSpPr>
        <p:spPr>
          <a:xfrm rot="10800000" flipH="1">
            <a:off x="0" y="1686000"/>
            <a:ext cx="9144000" cy="3457500"/>
          </a:xfrm>
          <a:prstGeom prst="rect">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26;p5"/>
          <p:cNvSpPr/>
          <p:nvPr/>
        </p:nvSpPr>
        <p:spPr>
          <a:xfrm>
            <a:off x="0" y="1686000"/>
            <a:ext cx="91440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27;p5"/>
          <p:cNvSpPr txBox="1">
            <a:spLocks noGrp="1"/>
          </p:cNvSpPr>
          <p:nvPr>
            <p:ph type="title"/>
          </p:nvPr>
        </p:nvSpPr>
        <p:spPr>
          <a:xfrm>
            <a:off x="471900" y="738725"/>
            <a:ext cx="8222100" cy="767700"/>
          </a:xfrm>
          <a:prstGeom prst="rect">
            <a:avLst/>
          </a:prstGeom>
        </p:spPr>
        <p:txBody>
          <a:bodyPr spcFirstLastPara="1" wrap="square" lIns="91425" tIns="91425" rIns="91425" bIns="91425" anchor="b" anchorCtr="0">
            <a:noAutofit/>
          </a:bodyPr>
          <a:lstStyle>
            <a:lvl1pPr lvl="0">
              <a:spcBef>
                <a:spcPts val="0"/>
              </a:spcBef>
              <a:spcAft>
                <a:spcPts val="0"/>
              </a:spcAft>
              <a:buSzPts val="3200"/>
              <a:buNone/>
              <a:defRPr/>
            </a:lvl1pPr>
            <a:lvl2pPr lvl="1">
              <a:spcBef>
                <a:spcPts val="0"/>
              </a:spcBef>
              <a:spcAft>
                <a:spcPts val="0"/>
              </a:spcAft>
              <a:buSzPts val="3200"/>
              <a:buNone/>
              <a:defRPr/>
            </a:lvl2pPr>
            <a:lvl3pPr lvl="2">
              <a:spcBef>
                <a:spcPts val="0"/>
              </a:spcBef>
              <a:spcAft>
                <a:spcPts val="0"/>
              </a:spcAft>
              <a:buSzPts val="3200"/>
              <a:buNone/>
              <a:defRPr/>
            </a:lvl3pPr>
            <a:lvl4pPr lvl="3">
              <a:spcBef>
                <a:spcPts val="0"/>
              </a:spcBef>
              <a:spcAft>
                <a:spcPts val="0"/>
              </a:spcAft>
              <a:buSzPts val="3200"/>
              <a:buNone/>
              <a:defRPr/>
            </a:lvl4pPr>
            <a:lvl5pPr lvl="4">
              <a:spcBef>
                <a:spcPts val="0"/>
              </a:spcBef>
              <a:spcAft>
                <a:spcPts val="0"/>
              </a:spcAft>
              <a:buSzPts val="3200"/>
              <a:buNone/>
              <a:defRPr/>
            </a:lvl5pPr>
            <a:lvl6pPr lvl="5">
              <a:spcBef>
                <a:spcPts val="0"/>
              </a:spcBef>
              <a:spcAft>
                <a:spcPts val="0"/>
              </a:spcAft>
              <a:buSzPts val="3200"/>
              <a:buNone/>
              <a:defRPr/>
            </a:lvl6pPr>
            <a:lvl7pPr lvl="6">
              <a:spcBef>
                <a:spcPts val="0"/>
              </a:spcBef>
              <a:spcAft>
                <a:spcPts val="0"/>
              </a:spcAft>
              <a:buSzPts val="3200"/>
              <a:buNone/>
              <a:defRPr/>
            </a:lvl7pPr>
            <a:lvl8pPr lvl="7">
              <a:spcBef>
                <a:spcPts val="0"/>
              </a:spcBef>
              <a:spcAft>
                <a:spcPts val="0"/>
              </a:spcAft>
              <a:buSzPts val="3200"/>
              <a:buNone/>
              <a:defRPr/>
            </a:lvl8pPr>
            <a:lvl9pPr lvl="8">
              <a:spcBef>
                <a:spcPts val="0"/>
              </a:spcBef>
              <a:spcAft>
                <a:spcPts val="0"/>
              </a:spcAft>
              <a:buSzPts val="3200"/>
              <a:buNone/>
              <a:defRPr/>
            </a:lvl9pPr>
          </a:lstStyle>
          <a:p>
            <a:endParaRPr/>
          </a:p>
        </p:txBody>
      </p:sp>
      <p:sp>
        <p:nvSpPr>
          <p:cNvPr id="28" name="Google Shape;28;p5"/>
          <p:cNvSpPr txBox="1">
            <a:spLocks noGrp="1"/>
          </p:cNvSpPr>
          <p:nvPr>
            <p:ph type="body" idx="1"/>
          </p:nvPr>
        </p:nvSpPr>
        <p:spPr>
          <a:xfrm>
            <a:off x="471900" y="1919075"/>
            <a:ext cx="3999900" cy="27102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sz="14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29" name="Google Shape;29;p5"/>
          <p:cNvSpPr txBox="1">
            <a:spLocks noGrp="1"/>
          </p:cNvSpPr>
          <p:nvPr>
            <p:ph type="body" idx="2"/>
          </p:nvPr>
        </p:nvSpPr>
        <p:spPr>
          <a:xfrm>
            <a:off x="4694250" y="1919075"/>
            <a:ext cx="3999900" cy="27102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sz="14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30" name="Google Shape;30;p5"/>
          <p:cNvSpPr txBox="1">
            <a:spLocks noGrp="1"/>
          </p:cNvSpPr>
          <p:nvPr>
            <p:ph type="sldNum" idx="12"/>
          </p:nvPr>
        </p:nvSpPr>
        <p:spPr>
          <a:xfrm>
            <a:off x="8523541" y="4695623"/>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31"/>
        <p:cNvGrpSpPr/>
        <p:nvPr/>
      </p:nvGrpSpPr>
      <p:grpSpPr>
        <a:xfrm>
          <a:off x="0" y="0"/>
          <a:ext cx="0" cy="0"/>
          <a:chOff x="0" y="0"/>
          <a:chExt cx="0" cy="0"/>
        </a:xfrm>
      </p:grpSpPr>
      <p:sp>
        <p:nvSpPr>
          <p:cNvPr id="32" name="Google Shape;32;p6"/>
          <p:cNvSpPr/>
          <p:nvPr/>
        </p:nvSpPr>
        <p:spPr>
          <a:xfrm rot="10800000" flipH="1">
            <a:off x="0" y="656400"/>
            <a:ext cx="9144000" cy="4487100"/>
          </a:xfrm>
          <a:prstGeom prst="rect">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33;p6"/>
          <p:cNvSpPr/>
          <p:nvPr/>
        </p:nvSpPr>
        <p:spPr>
          <a:xfrm>
            <a:off x="0" y="656350"/>
            <a:ext cx="91440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34;p6"/>
          <p:cNvSpPr txBox="1">
            <a:spLocks noGrp="1"/>
          </p:cNvSpPr>
          <p:nvPr>
            <p:ph type="title"/>
          </p:nvPr>
        </p:nvSpPr>
        <p:spPr>
          <a:xfrm>
            <a:off x="98250" y="16350"/>
            <a:ext cx="8826600" cy="602700"/>
          </a:xfrm>
          <a:prstGeom prst="rect">
            <a:avLst/>
          </a:prstGeom>
        </p:spPr>
        <p:txBody>
          <a:bodyPr spcFirstLastPara="1" wrap="square" lIns="91425" tIns="91425" rIns="91425" bIns="91425" anchor="ctr" anchorCtr="0">
            <a:noAutofit/>
          </a:bodyPr>
          <a:lstStyle>
            <a:lvl1pPr lvl="0">
              <a:spcBef>
                <a:spcPts val="0"/>
              </a:spcBef>
              <a:spcAft>
                <a:spcPts val="0"/>
              </a:spcAft>
              <a:buSzPts val="1800"/>
              <a:buNone/>
              <a:defRPr sz="1800"/>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a:endParaRPr/>
          </a:p>
        </p:txBody>
      </p:sp>
      <p:sp>
        <p:nvSpPr>
          <p:cNvPr id="35" name="Google Shape;35;p6"/>
          <p:cNvSpPr txBox="1">
            <a:spLocks noGrp="1"/>
          </p:cNvSpPr>
          <p:nvPr>
            <p:ph type="sldNum" idx="12"/>
          </p:nvPr>
        </p:nvSpPr>
        <p:spPr>
          <a:xfrm>
            <a:off x="8523541" y="4695623"/>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36"/>
        <p:cNvGrpSpPr/>
        <p:nvPr/>
      </p:nvGrpSpPr>
      <p:grpSpPr>
        <a:xfrm>
          <a:off x="0" y="0"/>
          <a:ext cx="0" cy="0"/>
          <a:chOff x="0" y="0"/>
          <a:chExt cx="0" cy="0"/>
        </a:xfrm>
      </p:grpSpPr>
      <p:sp>
        <p:nvSpPr>
          <p:cNvPr id="37" name="Google Shape;37;p7"/>
          <p:cNvSpPr txBox="1"/>
          <p:nvPr/>
        </p:nvSpPr>
        <p:spPr>
          <a:xfrm rot="10800000" flipH="1">
            <a:off x="3276600" y="25"/>
            <a:ext cx="5867400" cy="5143500"/>
          </a:xfrm>
          <a:prstGeom prst="rect">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Google Shape;38;p7"/>
          <p:cNvSpPr/>
          <p:nvPr/>
        </p:nvSpPr>
        <p:spPr>
          <a:xfrm rot="-5400000">
            <a:off x="759150" y="2517450"/>
            <a:ext cx="51435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39;p7"/>
          <p:cNvSpPr txBox="1">
            <a:spLocks noGrp="1"/>
          </p:cNvSpPr>
          <p:nvPr>
            <p:ph type="title"/>
          </p:nvPr>
        </p:nvSpPr>
        <p:spPr>
          <a:xfrm>
            <a:off x="226078" y="357800"/>
            <a:ext cx="2808000" cy="953400"/>
          </a:xfrm>
          <a:prstGeom prst="rect">
            <a:avLst/>
          </a:prstGeom>
        </p:spPr>
        <p:txBody>
          <a:bodyPr spcFirstLastPara="1" wrap="square" lIns="91425" tIns="91425" rIns="91425" bIns="91425" anchor="b" anchorCtr="0">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40" name="Google Shape;40;p7"/>
          <p:cNvSpPr txBox="1">
            <a:spLocks noGrp="1"/>
          </p:cNvSpPr>
          <p:nvPr>
            <p:ph type="body" idx="1"/>
          </p:nvPr>
        </p:nvSpPr>
        <p:spPr>
          <a:xfrm>
            <a:off x="226075" y="1465800"/>
            <a:ext cx="2808000" cy="3163500"/>
          </a:xfrm>
          <a:prstGeom prst="rect">
            <a:avLst/>
          </a:prstGeom>
        </p:spPr>
        <p:txBody>
          <a:bodyPr spcFirstLastPara="1" wrap="square" lIns="91425" tIns="91425" rIns="91425" bIns="91425" anchor="t" anchorCtr="0">
            <a:noAutofit/>
          </a:bodyPr>
          <a:lstStyle>
            <a:lvl1pPr marL="457200" lvl="0" indent="-304800">
              <a:spcBef>
                <a:spcPts val="0"/>
              </a:spcBef>
              <a:spcAft>
                <a:spcPts val="0"/>
              </a:spcAft>
              <a:buClr>
                <a:schemeClr val="lt1"/>
              </a:buClr>
              <a:buSzPts val="1200"/>
              <a:buChar char="●"/>
              <a:defRPr sz="1200">
                <a:solidFill>
                  <a:schemeClr val="lt1"/>
                </a:solidFill>
              </a:defRPr>
            </a:lvl1pPr>
            <a:lvl2pPr marL="914400" lvl="1" indent="-304800">
              <a:spcBef>
                <a:spcPts val="1600"/>
              </a:spcBef>
              <a:spcAft>
                <a:spcPts val="0"/>
              </a:spcAft>
              <a:buClr>
                <a:schemeClr val="lt1"/>
              </a:buClr>
              <a:buSzPts val="1200"/>
              <a:buChar char="○"/>
              <a:defRPr sz="1200">
                <a:solidFill>
                  <a:schemeClr val="lt1"/>
                </a:solidFill>
              </a:defRPr>
            </a:lvl2pPr>
            <a:lvl3pPr marL="1371600" lvl="2" indent="-304800">
              <a:spcBef>
                <a:spcPts val="1600"/>
              </a:spcBef>
              <a:spcAft>
                <a:spcPts val="0"/>
              </a:spcAft>
              <a:buClr>
                <a:schemeClr val="lt1"/>
              </a:buClr>
              <a:buSzPts val="1200"/>
              <a:buChar char="■"/>
              <a:defRPr sz="1200">
                <a:solidFill>
                  <a:schemeClr val="lt1"/>
                </a:solidFill>
              </a:defRPr>
            </a:lvl3pPr>
            <a:lvl4pPr marL="1828800" lvl="3" indent="-304800">
              <a:spcBef>
                <a:spcPts val="1600"/>
              </a:spcBef>
              <a:spcAft>
                <a:spcPts val="0"/>
              </a:spcAft>
              <a:buClr>
                <a:schemeClr val="lt1"/>
              </a:buClr>
              <a:buSzPts val="1200"/>
              <a:buChar char="●"/>
              <a:defRPr sz="1200">
                <a:solidFill>
                  <a:schemeClr val="lt1"/>
                </a:solidFill>
              </a:defRPr>
            </a:lvl4pPr>
            <a:lvl5pPr marL="2286000" lvl="4" indent="-304800">
              <a:spcBef>
                <a:spcPts val="1600"/>
              </a:spcBef>
              <a:spcAft>
                <a:spcPts val="0"/>
              </a:spcAft>
              <a:buClr>
                <a:schemeClr val="lt1"/>
              </a:buClr>
              <a:buSzPts val="1200"/>
              <a:buChar char="○"/>
              <a:defRPr sz="1200">
                <a:solidFill>
                  <a:schemeClr val="lt1"/>
                </a:solidFill>
              </a:defRPr>
            </a:lvl5pPr>
            <a:lvl6pPr marL="2743200" lvl="5" indent="-304800">
              <a:spcBef>
                <a:spcPts val="1600"/>
              </a:spcBef>
              <a:spcAft>
                <a:spcPts val="0"/>
              </a:spcAft>
              <a:buClr>
                <a:schemeClr val="lt1"/>
              </a:buClr>
              <a:buSzPts val="1200"/>
              <a:buChar char="■"/>
              <a:defRPr sz="1200">
                <a:solidFill>
                  <a:schemeClr val="lt1"/>
                </a:solidFill>
              </a:defRPr>
            </a:lvl6pPr>
            <a:lvl7pPr marL="3200400" lvl="6" indent="-304800">
              <a:spcBef>
                <a:spcPts val="1600"/>
              </a:spcBef>
              <a:spcAft>
                <a:spcPts val="0"/>
              </a:spcAft>
              <a:buClr>
                <a:schemeClr val="lt1"/>
              </a:buClr>
              <a:buSzPts val="1200"/>
              <a:buChar char="●"/>
              <a:defRPr sz="1200">
                <a:solidFill>
                  <a:schemeClr val="lt1"/>
                </a:solidFill>
              </a:defRPr>
            </a:lvl7pPr>
            <a:lvl8pPr marL="3657600" lvl="7" indent="-304800">
              <a:spcBef>
                <a:spcPts val="1600"/>
              </a:spcBef>
              <a:spcAft>
                <a:spcPts val="0"/>
              </a:spcAft>
              <a:buClr>
                <a:schemeClr val="lt1"/>
              </a:buClr>
              <a:buSzPts val="1200"/>
              <a:buChar char="○"/>
              <a:defRPr sz="1200">
                <a:solidFill>
                  <a:schemeClr val="lt1"/>
                </a:solidFill>
              </a:defRPr>
            </a:lvl8pPr>
            <a:lvl9pPr marL="4114800" lvl="8" indent="-304800">
              <a:spcBef>
                <a:spcPts val="1600"/>
              </a:spcBef>
              <a:spcAft>
                <a:spcPts val="1600"/>
              </a:spcAft>
              <a:buClr>
                <a:schemeClr val="lt1"/>
              </a:buClr>
              <a:buSzPts val="1200"/>
              <a:buChar char="■"/>
              <a:defRPr sz="1200">
                <a:solidFill>
                  <a:schemeClr val="lt1"/>
                </a:solidFill>
              </a:defRPr>
            </a:lvl9pPr>
          </a:lstStyle>
          <a:p>
            <a:endParaRPr/>
          </a:p>
        </p:txBody>
      </p:sp>
      <p:sp>
        <p:nvSpPr>
          <p:cNvPr id="41" name="Google Shape;41;p7"/>
          <p:cNvSpPr txBox="1">
            <a:spLocks noGrp="1"/>
          </p:cNvSpPr>
          <p:nvPr>
            <p:ph type="sldNum" idx="12"/>
          </p:nvPr>
        </p:nvSpPr>
        <p:spPr>
          <a:xfrm>
            <a:off x="8523541" y="4695623"/>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42"/>
        <p:cNvGrpSpPr/>
        <p:nvPr/>
      </p:nvGrpSpPr>
      <p:grpSpPr>
        <a:xfrm>
          <a:off x="0" y="0"/>
          <a:ext cx="0" cy="0"/>
          <a:chOff x="0" y="0"/>
          <a:chExt cx="0" cy="0"/>
        </a:xfrm>
      </p:grpSpPr>
      <p:sp>
        <p:nvSpPr>
          <p:cNvPr id="43" name="Google Shape;43;p8"/>
          <p:cNvSpPr txBox="1">
            <a:spLocks noGrp="1"/>
          </p:cNvSpPr>
          <p:nvPr>
            <p:ph type="title"/>
          </p:nvPr>
        </p:nvSpPr>
        <p:spPr>
          <a:xfrm>
            <a:off x="490250" y="488250"/>
            <a:ext cx="6227100" cy="4090800"/>
          </a:xfrm>
          <a:prstGeom prst="rect">
            <a:avLst/>
          </a:prstGeom>
        </p:spPr>
        <p:txBody>
          <a:bodyPr spcFirstLastPara="1" wrap="square" lIns="91425" tIns="91425" rIns="91425" bIns="91425" anchor="ctr" anchorCtr="0">
            <a:noAutofit/>
          </a:bodyPr>
          <a:lstStyle>
            <a:lvl1pPr lvl="0">
              <a:spcBef>
                <a:spcPts val="0"/>
              </a:spcBef>
              <a:spcAft>
                <a:spcPts val="0"/>
              </a:spcAft>
              <a:buSzPts val="6000"/>
              <a:buNone/>
              <a:defRPr sz="6000"/>
            </a:lvl1pPr>
            <a:lvl2pPr lvl="1">
              <a:spcBef>
                <a:spcPts val="0"/>
              </a:spcBef>
              <a:spcAft>
                <a:spcPts val="0"/>
              </a:spcAft>
              <a:buSzPts val="6000"/>
              <a:buNone/>
              <a:defRPr sz="6000"/>
            </a:lvl2pPr>
            <a:lvl3pPr lvl="2">
              <a:spcBef>
                <a:spcPts val="0"/>
              </a:spcBef>
              <a:spcAft>
                <a:spcPts val="0"/>
              </a:spcAft>
              <a:buSzPts val="6000"/>
              <a:buNone/>
              <a:defRPr sz="6000"/>
            </a:lvl3pPr>
            <a:lvl4pPr lvl="3">
              <a:spcBef>
                <a:spcPts val="0"/>
              </a:spcBef>
              <a:spcAft>
                <a:spcPts val="0"/>
              </a:spcAft>
              <a:buSzPts val="6000"/>
              <a:buNone/>
              <a:defRPr sz="6000"/>
            </a:lvl4pPr>
            <a:lvl5pPr lvl="4">
              <a:spcBef>
                <a:spcPts val="0"/>
              </a:spcBef>
              <a:spcAft>
                <a:spcPts val="0"/>
              </a:spcAft>
              <a:buSzPts val="6000"/>
              <a:buNone/>
              <a:defRPr sz="6000"/>
            </a:lvl5pPr>
            <a:lvl6pPr lvl="5">
              <a:spcBef>
                <a:spcPts val="0"/>
              </a:spcBef>
              <a:spcAft>
                <a:spcPts val="0"/>
              </a:spcAft>
              <a:buSzPts val="6000"/>
              <a:buNone/>
              <a:defRPr sz="6000"/>
            </a:lvl6pPr>
            <a:lvl7pPr lvl="6">
              <a:spcBef>
                <a:spcPts val="0"/>
              </a:spcBef>
              <a:spcAft>
                <a:spcPts val="0"/>
              </a:spcAft>
              <a:buSzPts val="6000"/>
              <a:buNone/>
              <a:defRPr sz="6000"/>
            </a:lvl7pPr>
            <a:lvl8pPr lvl="7">
              <a:spcBef>
                <a:spcPts val="0"/>
              </a:spcBef>
              <a:spcAft>
                <a:spcPts val="0"/>
              </a:spcAft>
              <a:buSzPts val="6000"/>
              <a:buNone/>
              <a:defRPr sz="6000"/>
            </a:lvl8pPr>
            <a:lvl9pPr lvl="8">
              <a:spcBef>
                <a:spcPts val="0"/>
              </a:spcBef>
              <a:spcAft>
                <a:spcPts val="0"/>
              </a:spcAft>
              <a:buSzPts val="6000"/>
              <a:buNone/>
              <a:defRPr sz="6000"/>
            </a:lvl9pPr>
          </a:lstStyle>
          <a:p>
            <a:endParaRPr/>
          </a:p>
        </p:txBody>
      </p:sp>
      <p:sp>
        <p:nvSpPr>
          <p:cNvPr id="44" name="Google Shape;44;p8"/>
          <p:cNvSpPr txBox="1">
            <a:spLocks noGrp="1"/>
          </p:cNvSpPr>
          <p:nvPr>
            <p:ph type="sldNum" idx="12"/>
          </p:nvPr>
        </p:nvSpPr>
        <p:spPr>
          <a:xfrm>
            <a:off x="8523541" y="4695623"/>
            <a:ext cx="548700" cy="393600"/>
          </a:xfrm>
          <a:prstGeom prst="rect">
            <a:avLst/>
          </a:prstGeom>
        </p:spPr>
        <p:txBody>
          <a:bodyPr spcFirstLastPara="1" wrap="square" lIns="91425" tIns="91425" rIns="91425" bIns="91425" anchor="ctr" anchorCtr="0">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45"/>
        <p:cNvGrpSpPr/>
        <p:nvPr/>
      </p:nvGrpSpPr>
      <p:grpSpPr>
        <a:xfrm>
          <a:off x="0" y="0"/>
          <a:ext cx="0" cy="0"/>
          <a:chOff x="0" y="0"/>
          <a:chExt cx="0" cy="0"/>
        </a:xfrm>
      </p:grpSpPr>
      <p:sp>
        <p:nvSpPr>
          <p:cNvPr id="46" name="Google Shape;46;p9"/>
          <p:cNvSpPr/>
          <p:nvPr/>
        </p:nvSpPr>
        <p:spPr>
          <a:xfrm flipH="1">
            <a:off x="0" y="0"/>
            <a:ext cx="4572000" cy="5143500"/>
          </a:xfrm>
          <a:prstGeom prst="rect">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 name="Google Shape;47;p9"/>
          <p:cNvSpPr/>
          <p:nvPr/>
        </p:nvSpPr>
        <p:spPr>
          <a:xfrm rot="5400000">
            <a:off x="1946425" y="2517750"/>
            <a:ext cx="51429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 name="Google Shape;48;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Autofit/>
          </a:bodyPr>
          <a:lstStyle>
            <a:lvl1pPr lvl="0" algn="ctr">
              <a:spcBef>
                <a:spcPts val="0"/>
              </a:spcBef>
              <a:spcAft>
                <a:spcPts val="0"/>
              </a:spcAft>
              <a:buClr>
                <a:schemeClr val="dk2"/>
              </a:buClr>
              <a:buSzPts val="4200"/>
              <a:buNone/>
              <a:defRPr sz="4200">
                <a:solidFill>
                  <a:schemeClr val="dk2"/>
                </a:solidFill>
              </a:defRPr>
            </a:lvl1pPr>
            <a:lvl2pPr lvl="1" algn="ctr">
              <a:spcBef>
                <a:spcPts val="0"/>
              </a:spcBef>
              <a:spcAft>
                <a:spcPts val="0"/>
              </a:spcAft>
              <a:buClr>
                <a:schemeClr val="dk2"/>
              </a:buClr>
              <a:buSzPts val="4200"/>
              <a:buNone/>
              <a:defRPr sz="4200">
                <a:solidFill>
                  <a:schemeClr val="dk2"/>
                </a:solidFill>
              </a:defRPr>
            </a:lvl2pPr>
            <a:lvl3pPr lvl="2" algn="ctr">
              <a:spcBef>
                <a:spcPts val="0"/>
              </a:spcBef>
              <a:spcAft>
                <a:spcPts val="0"/>
              </a:spcAft>
              <a:buClr>
                <a:schemeClr val="dk2"/>
              </a:buClr>
              <a:buSzPts val="4200"/>
              <a:buNone/>
              <a:defRPr sz="4200">
                <a:solidFill>
                  <a:schemeClr val="dk2"/>
                </a:solidFill>
              </a:defRPr>
            </a:lvl3pPr>
            <a:lvl4pPr lvl="3" algn="ctr">
              <a:spcBef>
                <a:spcPts val="0"/>
              </a:spcBef>
              <a:spcAft>
                <a:spcPts val="0"/>
              </a:spcAft>
              <a:buClr>
                <a:schemeClr val="dk2"/>
              </a:buClr>
              <a:buSzPts val="4200"/>
              <a:buNone/>
              <a:defRPr sz="4200">
                <a:solidFill>
                  <a:schemeClr val="dk2"/>
                </a:solidFill>
              </a:defRPr>
            </a:lvl4pPr>
            <a:lvl5pPr lvl="4" algn="ctr">
              <a:spcBef>
                <a:spcPts val="0"/>
              </a:spcBef>
              <a:spcAft>
                <a:spcPts val="0"/>
              </a:spcAft>
              <a:buClr>
                <a:schemeClr val="dk2"/>
              </a:buClr>
              <a:buSzPts val="4200"/>
              <a:buNone/>
              <a:defRPr sz="4200">
                <a:solidFill>
                  <a:schemeClr val="dk2"/>
                </a:solidFill>
              </a:defRPr>
            </a:lvl5pPr>
            <a:lvl6pPr lvl="5" algn="ctr">
              <a:spcBef>
                <a:spcPts val="0"/>
              </a:spcBef>
              <a:spcAft>
                <a:spcPts val="0"/>
              </a:spcAft>
              <a:buClr>
                <a:schemeClr val="dk2"/>
              </a:buClr>
              <a:buSzPts val="4200"/>
              <a:buNone/>
              <a:defRPr sz="4200">
                <a:solidFill>
                  <a:schemeClr val="dk2"/>
                </a:solidFill>
              </a:defRPr>
            </a:lvl6pPr>
            <a:lvl7pPr lvl="6" algn="ctr">
              <a:spcBef>
                <a:spcPts val="0"/>
              </a:spcBef>
              <a:spcAft>
                <a:spcPts val="0"/>
              </a:spcAft>
              <a:buClr>
                <a:schemeClr val="dk2"/>
              </a:buClr>
              <a:buSzPts val="4200"/>
              <a:buNone/>
              <a:defRPr sz="4200">
                <a:solidFill>
                  <a:schemeClr val="dk2"/>
                </a:solidFill>
              </a:defRPr>
            </a:lvl7pPr>
            <a:lvl8pPr lvl="7" algn="ctr">
              <a:spcBef>
                <a:spcPts val="0"/>
              </a:spcBef>
              <a:spcAft>
                <a:spcPts val="0"/>
              </a:spcAft>
              <a:buClr>
                <a:schemeClr val="dk2"/>
              </a:buClr>
              <a:buSzPts val="4200"/>
              <a:buNone/>
              <a:defRPr sz="4200">
                <a:solidFill>
                  <a:schemeClr val="dk2"/>
                </a:solidFill>
              </a:defRPr>
            </a:lvl8pPr>
            <a:lvl9pPr lvl="8" algn="ctr">
              <a:spcBef>
                <a:spcPts val="0"/>
              </a:spcBef>
              <a:spcAft>
                <a:spcPts val="0"/>
              </a:spcAft>
              <a:buClr>
                <a:schemeClr val="dk2"/>
              </a:buClr>
              <a:buSzPts val="4200"/>
              <a:buNone/>
              <a:defRPr sz="4200">
                <a:solidFill>
                  <a:schemeClr val="dk2"/>
                </a:solidFill>
              </a:defRPr>
            </a:lvl9pPr>
          </a:lstStyle>
          <a:p>
            <a:endParaRPr/>
          </a:p>
        </p:txBody>
      </p:sp>
      <p:sp>
        <p:nvSpPr>
          <p:cNvPr id="49" name="Google Shape;49;p9"/>
          <p:cNvSpPr txBox="1">
            <a:spLocks noGrp="1"/>
          </p:cNvSpPr>
          <p:nvPr>
            <p:ph type="subTitle" idx="1"/>
          </p:nvPr>
        </p:nvSpPr>
        <p:spPr>
          <a:xfrm>
            <a:off x="265500" y="2779467"/>
            <a:ext cx="4045200" cy="12351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50" name="Google Shape;50;p9"/>
          <p:cNvSpPr txBox="1">
            <a:spLocks noGrp="1"/>
          </p:cNvSpPr>
          <p:nvPr>
            <p:ph type="body" idx="2"/>
          </p:nvPr>
        </p:nvSpPr>
        <p:spPr>
          <a:xfrm>
            <a:off x="4939500" y="724200"/>
            <a:ext cx="3837000" cy="3695100"/>
          </a:xfrm>
          <a:prstGeom prst="rect">
            <a:avLst/>
          </a:prstGeom>
        </p:spPr>
        <p:txBody>
          <a:bodyPr spcFirstLastPara="1" wrap="square" lIns="91425" tIns="91425" rIns="91425" bIns="91425" anchor="ctr" anchorCtr="0">
            <a:noAutofit/>
          </a:bodyPr>
          <a:lstStyle>
            <a:lvl1pPr marL="457200" lvl="0" indent="-342900">
              <a:spcBef>
                <a:spcPts val="0"/>
              </a:spcBef>
              <a:spcAft>
                <a:spcPts val="0"/>
              </a:spcAft>
              <a:buClr>
                <a:schemeClr val="lt1"/>
              </a:buClr>
              <a:buSzPts val="1800"/>
              <a:buChar char="●"/>
              <a:defRPr>
                <a:solidFill>
                  <a:schemeClr val="lt1"/>
                </a:solidFill>
              </a:defRPr>
            </a:lvl1pPr>
            <a:lvl2pPr marL="914400" lvl="1" indent="-317500">
              <a:spcBef>
                <a:spcPts val="1600"/>
              </a:spcBef>
              <a:spcAft>
                <a:spcPts val="0"/>
              </a:spcAft>
              <a:buClr>
                <a:schemeClr val="lt1"/>
              </a:buClr>
              <a:buSzPts val="1400"/>
              <a:buChar char="○"/>
              <a:defRPr>
                <a:solidFill>
                  <a:schemeClr val="lt1"/>
                </a:solidFill>
              </a:defRPr>
            </a:lvl2pPr>
            <a:lvl3pPr marL="1371600" lvl="2" indent="-317500">
              <a:spcBef>
                <a:spcPts val="1600"/>
              </a:spcBef>
              <a:spcAft>
                <a:spcPts val="0"/>
              </a:spcAft>
              <a:buClr>
                <a:schemeClr val="lt1"/>
              </a:buClr>
              <a:buSzPts val="1400"/>
              <a:buChar char="■"/>
              <a:defRPr>
                <a:solidFill>
                  <a:schemeClr val="lt1"/>
                </a:solidFill>
              </a:defRPr>
            </a:lvl3pPr>
            <a:lvl4pPr marL="1828800" lvl="3" indent="-317500">
              <a:spcBef>
                <a:spcPts val="1600"/>
              </a:spcBef>
              <a:spcAft>
                <a:spcPts val="0"/>
              </a:spcAft>
              <a:buClr>
                <a:schemeClr val="lt1"/>
              </a:buClr>
              <a:buSzPts val="1400"/>
              <a:buChar char="●"/>
              <a:defRPr>
                <a:solidFill>
                  <a:schemeClr val="lt1"/>
                </a:solidFill>
              </a:defRPr>
            </a:lvl4pPr>
            <a:lvl5pPr marL="2286000" lvl="4" indent="-317500">
              <a:spcBef>
                <a:spcPts val="1600"/>
              </a:spcBef>
              <a:spcAft>
                <a:spcPts val="0"/>
              </a:spcAft>
              <a:buClr>
                <a:schemeClr val="lt1"/>
              </a:buClr>
              <a:buSzPts val="1400"/>
              <a:buChar char="○"/>
              <a:defRPr>
                <a:solidFill>
                  <a:schemeClr val="lt1"/>
                </a:solidFill>
              </a:defRPr>
            </a:lvl5pPr>
            <a:lvl6pPr marL="2743200" lvl="5" indent="-317500">
              <a:spcBef>
                <a:spcPts val="1600"/>
              </a:spcBef>
              <a:spcAft>
                <a:spcPts val="0"/>
              </a:spcAft>
              <a:buClr>
                <a:schemeClr val="lt1"/>
              </a:buClr>
              <a:buSzPts val="1400"/>
              <a:buChar char="■"/>
              <a:defRPr>
                <a:solidFill>
                  <a:schemeClr val="lt1"/>
                </a:solidFill>
              </a:defRPr>
            </a:lvl6pPr>
            <a:lvl7pPr marL="3200400" lvl="6" indent="-317500">
              <a:spcBef>
                <a:spcPts val="1600"/>
              </a:spcBef>
              <a:spcAft>
                <a:spcPts val="0"/>
              </a:spcAft>
              <a:buClr>
                <a:schemeClr val="lt1"/>
              </a:buClr>
              <a:buSzPts val="1400"/>
              <a:buChar char="●"/>
              <a:defRPr>
                <a:solidFill>
                  <a:schemeClr val="lt1"/>
                </a:solidFill>
              </a:defRPr>
            </a:lvl7pPr>
            <a:lvl8pPr marL="3657600" lvl="7" indent="-317500">
              <a:spcBef>
                <a:spcPts val="1600"/>
              </a:spcBef>
              <a:spcAft>
                <a:spcPts val="0"/>
              </a:spcAft>
              <a:buClr>
                <a:schemeClr val="lt1"/>
              </a:buClr>
              <a:buSzPts val="1400"/>
              <a:buChar char="○"/>
              <a:defRPr>
                <a:solidFill>
                  <a:schemeClr val="lt1"/>
                </a:solidFill>
              </a:defRPr>
            </a:lvl8pPr>
            <a:lvl9pPr marL="4114800" lvl="8" indent="-317500">
              <a:spcBef>
                <a:spcPts val="1600"/>
              </a:spcBef>
              <a:spcAft>
                <a:spcPts val="1600"/>
              </a:spcAft>
              <a:buClr>
                <a:schemeClr val="lt1"/>
              </a:buClr>
              <a:buSzPts val="1400"/>
              <a:buChar char="■"/>
              <a:defRPr>
                <a:solidFill>
                  <a:schemeClr val="lt1"/>
                </a:solidFill>
              </a:defRPr>
            </a:lvl9pPr>
          </a:lstStyle>
          <a:p>
            <a:endParaRPr/>
          </a:p>
        </p:txBody>
      </p:sp>
      <p:sp>
        <p:nvSpPr>
          <p:cNvPr id="51" name="Google Shape;51;p9"/>
          <p:cNvSpPr txBox="1">
            <a:spLocks noGrp="1"/>
          </p:cNvSpPr>
          <p:nvPr>
            <p:ph type="sldNum" idx="12"/>
          </p:nvPr>
        </p:nvSpPr>
        <p:spPr>
          <a:xfrm>
            <a:off x="8523541" y="4695623"/>
            <a:ext cx="548700" cy="393600"/>
          </a:xfrm>
          <a:prstGeom prst="rect">
            <a:avLst/>
          </a:prstGeom>
        </p:spPr>
        <p:txBody>
          <a:bodyPr spcFirstLastPara="1" wrap="square" lIns="91425" tIns="91425" rIns="91425" bIns="91425" anchor="ctr" anchorCtr="0">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52"/>
        <p:cNvGrpSpPr/>
        <p:nvPr/>
      </p:nvGrpSpPr>
      <p:grpSpPr>
        <a:xfrm>
          <a:off x="0" y="0"/>
          <a:ext cx="0" cy="0"/>
          <a:chOff x="0" y="0"/>
          <a:chExt cx="0" cy="0"/>
        </a:xfrm>
      </p:grpSpPr>
      <p:sp>
        <p:nvSpPr>
          <p:cNvPr id="53" name="Google Shape;53;p10"/>
          <p:cNvSpPr txBox="1"/>
          <p:nvPr/>
        </p:nvSpPr>
        <p:spPr>
          <a:xfrm rot="10800000" flipH="1">
            <a:off x="0" y="0"/>
            <a:ext cx="9144000" cy="4695900"/>
          </a:xfrm>
          <a:prstGeom prst="rect">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 name="Google Shape;54;p10"/>
          <p:cNvSpPr/>
          <p:nvPr/>
        </p:nvSpPr>
        <p:spPr>
          <a:xfrm rot="10800000" flipH="1">
            <a:off x="0" y="4622725"/>
            <a:ext cx="9144000" cy="741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 name="Google Shape;55;p10"/>
          <p:cNvSpPr txBox="1">
            <a:spLocks noGrp="1"/>
          </p:cNvSpPr>
          <p:nvPr>
            <p:ph type="body" idx="1"/>
          </p:nvPr>
        </p:nvSpPr>
        <p:spPr>
          <a:xfrm>
            <a:off x="57150" y="4696825"/>
            <a:ext cx="8382000" cy="446700"/>
          </a:xfrm>
          <a:prstGeom prst="rect">
            <a:avLst/>
          </a:prstGeom>
        </p:spPr>
        <p:txBody>
          <a:bodyPr spcFirstLastPara="1" wrap="square" lIns="91425" tIns="91425" rIns="91425" bIns="91425" anchor="ctr" anchorCtr="0">
            <a:noAutofit/>
          </a:bodyPr>
          <a:lstStyle>
            <a:lvl1pPr marL="457200" lvl="0" indent="-228600">
              <a:lnSpc>
                <a:spcPct val="100000"/>
              </a:lnSpc>
              <a:spcBef>
                <a:spcPts val="0"/>
              </a:spcBef>
              <a:spcAft>
                <a:spcPts val="0"/>
              </a:spcAft>
              <a:buClr>
                <a:schemeClr val="lt1"/>
              </a:buClr>
              <a:buSzPts val="1200"/>
              <a:buNone/>
              <a:defRPr sz="1200">
                <a:solidFill>
                  <a:schemeClr val="lt1"/>
                </a:solidFill>
              </a:defRPr>
            </a:lvl1pPr>
          </a:lstStyle>
          <a:p>
            <a:endParaRPr/>
          </a:p>
        </p:txBody>
      </p:sp>
      <p:sp>
        <p:nvSpPr>
          <p:cNvPr id="56" name="Google Shape;56;p10"/>
          <p:cNvSpPr txBox="1">
            <a:spLocks noGrp="1"/>
          </p:cNvSpPr>
          <p:nvPr>
            <p:ph type="sldNum" idx="12"/>
          </p:nvPr>
        </p:nvSpPr>
        <p:spPr>
          <a:xfrm>
            <a:off x="8523541" y="4695623"/>
            <a:ext cx="548700" cy="393600"/>
          </a:xfrm>
          <a:prstGeom prst="rect">
            <a:avLst/>
          </a:prstGeom>
        </p:spPr>
        <p:txBody>
          <a:bodyPr spcFirstLastPara="1" wrap="square" lIns="91425" tIns="91425" rIns="91425" bIns="91425" anchor="ctr" anchorCtr="0">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bg>
      <p:bgPr>
        <a:solidFill>
          <a:schemeClr val="accent4"/>
        </a:solidFill>
        <a:effectLst/>
      </p:bgPr>
    </p:bg>
    <p:spTree>
      <p:nvGrpSpPr>
        <p:cNvPr id="1" name="Shape 57"/>
        <p:cNvGrpSpPr/>
        <p:nvPr/>
      </p:nvGrpSpPr>
      <p:grpSpPr>
        <a:xfrm>
          <a:off x="0" y="0"/>
          <a:ext cx="0" cy="0"/>
          <a:chOff x="0" y="0"/>
          <a:chExt cx="0" cy="0"/>
        </a:xfrm>
      </p:grpSpPr>
      <p:sp>
        <p:nvSpPr>
          <p:cNvPr id="58" name="Google Shape;58;p11"/>
          <p:cNvSpPr txBox="1">
            <a:spLocks noGrp="1"/>
          </p:cNvSpPr>
          <p:nvPr>
            <p:ph type="title" hasCustomPrompt="1"/>
          </p:nvPr>
        </p:nvSpPr>
        <p:spPr>
          <a:xfrm>
            <a:off x="475500" y="1258525"/>
            <a:ext cx="8222100" cy="1963500"/>
          </a:xfrm>
          <a:prstGeom prst="rect">
            <a:avLst/>
          </a:prstGeom>
        </p:spPr>
        <p:txBody>
          <a:bodyPr spcFirstLastPara="1" wrap="square" lIns="91425" tIns="91425" rIns="91425" bIns="91425" anchor="b" anchorCtr="0">
            <a:noAutofit/>
          </a:bodyPr>
          <a:lstStyle>
            <a:lvl1pPr lvl="0" algn="ctr">
              <a:spcBef>
                <a:spcPts val="0"/>
              </a:spcBef>
              <a:spcAft>
                <a:spcPts val="0"/>
              </a:spcAft>
              <a:buClr>
                <a:schemeClr val="dk2"/>
              </a:buClr>
              <a:buSzPts val="12000"/>
              <a:buNone/>
              <a:defRPr sz="12000">
                <a:solidFill>
                  <a:schemeClr val="dk2"/>
                </a:solidFill>
              </a:defRPr>
            </a:lvl1pPr>
            <a:lvl2pPr lvl="1" algn="ctr">
              <a:spcBef>
                <a:spcPts val="0"/>
              </a:spcBef>
              <a:spcAft>
                <a:spcPts val="0"/>
              </a:spcAft>
              <a:buClr>
                <a:schemeClr val="dk2"/>
              </a:buClr>
              <a:buSzPts val="12000"/>
              <a:buNone/>
              <a:defRPr sz="12000">
                <a:solidFill>
                  <a:schemeClr val="dk2"/>
                </a:solidFill>
              </a:defRPr>
            </a:lvl2pPr>
            <a:lvl3pPr lvl="2" algn="ctr">
              <a:spcBef>
                <a:spcPts val="0"/>
              </a:spcBef>
              <a:spcAft>
                <a:spcPts val="0"/>
              </a:spcAft>
              <a:buClr>
                <a:schemeClr val="dk2"/>
              </a:buClr>
              <a:buSzPts val="12000"/>
              <a:buNone/>
              <a:defRPr sz="12000">
                <a:solidFill>
                  <a:schemeClr val="dk2"/>
                </a:solidFill>
              </a:defRPr>
            </a:lvl3pPr>
            <a:lvl4pPr lvl="3" algn="ctr">
              <a:spcBef>
                <a:spcPts val="0"/>
              </a:spcBef>
              <a:spcAft>
                <a:spcPts val="0"/>
              </a:spcAft>
              <a:buClr>
                <a:schemeClr val="dk2"/>
              </a:buClr>
              <a:buSzPts val="12000"/>
              <a:buNone/>
              <a:defRPr sz="12000">
                <a:solidFill>
                  <a:schemeClr val="dk2"/>
                </a:solidFill>
              </a:defRPr>
            </a:lvl4pPr>
            <a:lvl5pPr lvl="4" algn="ctr">
              <a:spcBef>
                <a:spcPts val="0"/>
              </a:spcBef>
              <a:spcAft>
                <a:spcPts val="0"/>
              </a:spcAft>
              <a:buClr>
                <a:schemeClr val="dk2"/>
              </a:buClr>
              <a:buSzPts val="12000"/>
              <a:buNone/>
              <a:defRPr sz="12000">
                <a:solidFill>
                  <a:schemeClr val="dk2"/>
                </a:solidFill>
              </a:defRPr>
            </a:lvl5pPr>
            <a:lvl6pPr lvl="5" algn="ctr">
              <a:spcBef>
                <a:spcPts val="0"/>
              </a:spcBef>
              <a:spcAft>
                <a:spcPts val="0"/>
              </a:spcAft>
              <a:buClr>
                <a:schemeClr val="dk2"/>
              </a:buClr>
              <a:buSzPts val="12000"/>
              <a:buNone/>
              <a:defRPr sz="12000">
                <a:solidFill>
                  <a:schemeClr val="dk2"/>
                </a:solidFill>
              </a:defRPr>
            </a:lvl6pPr>
            <a:lvl7pPr lvl="6" algn="ctr">
              <a:spcBef>
                <a:spcPts val="0"/>
              </a:spcBef>
              <a:spcAft>
                <a:spcPts val="0"/>
              </a:spcAft>
              <a:buClr>
                <a:schemeClr val="dk2"/>
              </a:buClr>
              <a:buSzPts val="12000"/>
              <a:buNone/>
              <a:defRPr sz="12000">
                <a:solidFill>
                  <a:schemeClr val="dk2"/>
                </a:solidFill>
              </a:defRPr>
            </a:lvl7pPr>
            <a:lvl8pPr lvl="7" algn="ctr">
              <a:spcBef>
                <a:spcPts val="0"/>
              </a:spcBef>
              <a:spcAft>
                <a:spcPts val="0"/>
              </a:spcAft>
              <a:buClr>
                <a:schemeClr val="dk2"/>
              </a:buClr>
              <a:buSzPts val="12000"/>
              <a:buNone/>
              <a:defRPr sz="12000">
                <a:solidFill>
                  <a:schemeClr val="dk2"/>
                </a:solidFill>
              </a:defRPr>
            </a:lvl8pPr>
            <a:lvl9pPr lvl="8" algn="ctr">
              <a:spcBef>
                <a:spcPts val="0"/>
              </a:spcBef>
              <a:spcAft>
                <a:spcPts val="0"/>
              </a:spcAft>
              <a:buClr>
                <a:schemeClr val="dk2"/>
              </a:buClr>
              <a:buSzPts val="12000"/>
              <a:buNone/>
              <a:defRPr sz="12000">
                <a:solidFill>
                  <a:schemeClr val="dk2"/>
                </a:solidFill>
              </a:defRPr>
            </a:lvl9pPr>
          </a:lstStyle>
          <a:p>
            <a:r>
              <a:t>xx%</a:t>
            </a:r>
          </a:p>
        </p:txBody>
      </p:sp>
      <p:sp>
        <p:nvSpPr>
          <p:cNvPr id="59" name="Google Shape;59;p11"/>
          <p:cNvSpPr txBox="1">
            <a:spLocks noGrp="1"/>
          </p:cNvSpPr>
          <p:nvPr>
            <p:ph type="body" idx="1"/>
          </p:nvPr>
        </p:nvSpPr>
        <p:spPr>
          <a:xfrm>
            <a:off x="475500" y="3304625"/>
            <a:ext cx="8222100" cy="1300800"/>
          </a:xfrm>
          <a:prstGeom prst="rect">
            <a:avLst/>
          </a:prstGeom>
        </p:spPr>
        <p:txBody>
          <a:bodyPr spcFirstLastPara="1" wrap="square" lIns="91425" tIns="91425" rIns="91425" bIns="91425" anchor="t" anchorCtr="0">
            <a:noAutofit/>
          </a:bodyPr>
          <a:lstStyle>
            <a:lvl1pPr marL="457200" lvl="0" indent="-342900" algn="ctr">
              <a:spcBef>
                <a:spcPts val="0"/>
              </a:spcBef>
              <a:spcAft>
                <a:spcPts val="0"/>
              </a:spcAft>
              <a:buSzPts val="1800"/>
              <a:buChar char="●"/>
              <a:defRPr/>
            </a:lvl1pPr>
            <a:lvl2pPr marL="914400" lvl="1" indent="-317500" algn="ctr">
              <a:spcBef>
                <a:spcPts val="1600"/>
              </a:spcBef>
              <a:spcAft>
                <a:spcPts val="0"/>
              </a:spcAft>
              <a:buSzPts val="1400"/>
              <a:buChar char="○"/>
              <a:defRPr/>
            </a:lvl2pPr>
            <a:lvl3pPr marL="1371600" lvl="2" indent="-317500" algn="ctr">
              <a:spcBef>
                <a:spcPts val="1600"/>
              </a:spcBef>
              <a:spcAft>
                <a:spcPts val="0"/>
              </a:spcAft>
              <a:buSzPts val="1400"/>
              <a:buChar char="■"/>
              <a:defRPr/>
            </a:lvl3pPr>
            <a:lvl4pPr marL="1828800" lvl="3" indent="-317500" algn="ctr">
              <a:spcBef>
                <a:spcPts val="1600"/>
              </a:spcBef>
              <a:spcAft>
                <a:spcPts val="0"/>
              </a:spcAft>
              <a:buSzPts val="1400"/>
              <a:buChar char="●"/>
              <a:defRPr/>
            </a:lvl4pPr>
            <a:lvl5pPr marL="2286000" lvl="4" indent="-317500" algn="ctr">
              <a:spcBef>
                <a:spcPts val="1600"/>
              </a:spcBef>
              <a:spcAft>
                <a:spcPts val="0"/>
              </a:spcAft>
              <a:buSzPts val="1400"/>
              <a:buChar char="○"/>
              <a:defRPr/>
            </a:lvl5pPr>
            <a:lvl6pPr marL="2743200" lvl="5" indent="-317500" algn="ctr">
              <a:spcBef>
                <a:spcPts val="1600"/>
              </a:spcBef>
              <a:spcAft>
                <a:spcPts val="0"/>
              </a:spcAft>
              <a:buSzPts val="1400"/>
              <a:buChar char="■"/>
              <a:defRPr/>
            </a:lvl6pPr>
            <a:lvl7pPr marL="3200400" lvl="6" indent="-317500" algn="ctr">
              <a:spcBef>
                <a:spcPts val="1600"/>
              </a:spcBef>
              <a:spcAft>
                <a:spcPts val="0"/>
              </a:spcAft>
              <a:buSzPts val="1400"/>
              <a:buChar char="●"/>
              <a:defRPr/>
            </a:lvl7pPr>
            <a:lvl8pPr marL="3657600" lvl="7" indent="-317500" algn="ctr">
              <a:spcBef>
                <a:spcPts val="1600"/>
              </a:spcBef>
              <a:spcAft>
                <a:spcPts val="0"/>
              </a:spcAft>
              <a:buSzPts val="1400"/>
              <a:buChar char="○"/>
              <a:defRPr/>
            </a:lvl8pPr>
            <a:lvl9pPr marL="4114800" lvl="8" indent="-317500" algn="ctr">
              <a:spcBef>
                <a:spcPts val="1600"/>
              </a:spcBef>
              <a:spcAft>
                <a:spcPts val="1600"/>
              </a:spcAft>
              <a:buSzPts val="1400"/>
              <a:buChar char="■"/>
              <a:defRPr/>
            </a:lvl9pPr>
          </a:lstStyle>
          <a:p>
            <a:endParaRPr/>
          </a:p>
        </p:txBody>
      </p:sp>
      <p:sp>
        <p:nvSpPr>
          <p:cNvPr id="60" name="Google Shape;60;p11"/>
          <p:cNvSpPr txBox="1">
            <a:spLocks noGrp="1"/>
          </p:cNvSpPr>
          <p:nvPr>
            <p:ph type="sldNum" idx="12"/>
          </p:nvPr>
        </p:nvSpPr>
        <p:spPr>
          <a:xfrm>
            <a:off x="8523541" y="4695623"/>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bg>
      <p:bgPr>
        <a:solidFill>
          <a:schemeClr val="accent4"/>
        </a:solidFill>
        <a:effectLst/>
      </p:bgPr>
    </p:bg>
    <p:spTree>
      <p:nvGrpSpPr>
        <p:cNvPr id="1" name="Shape 61"/>
        <p:cNvGrpSpPr/>
        <p:nvPr/>
      </p:nvGrpSpPr>
      <p:grpSpPr>
        <a:xfrm>
          <a:off x="0" y="0"/>
          <a:ext cx="0" cy="0"/>
          <a:chOff x="0" y="0"/>
          <a:chExt cx="0" cy="0"/>
        </a:xfrm>
      </p:grpSpPr>
      <p:sp>
        <p:nvSpPr>
          <p:cNvPr id="62" name="Google Shape;62;p12"/>
          <p:cNvSpPr txBox="1">
            <a:spLocks noGrp="1"/>
          </p:cNvSpPr>
          <p:nvPr>
            <p:ph type="sldNum" idx="12"/>
          </p:nvPr>
        </p:nvSpPr>
        <p:spPr>
          <a:xfrm>
            <a:off x="8523541" y="4695623"/>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terial">
    <p:bg>
      <p:bgPr>
        <a:solidFill>
          <a:schemeClr val="dk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471900" y="738725"/>
            <a:ext cx="8222100" cy="767700"/>
          </a:xfrm>
          <a:prstGeom prst="rect">
            <a:avLst/>
          </a:prstGeom>
          <a:noFill/>
          <a:ln>
            <a:noFill/>
          </a:ln>
        </p:spPr>
        <p:txBody>
          <a:bodyPr spcFirstLastPara="1" wrap="square" lIns="91425" tIns="91425" rIns="91425" bIns="91425" anchor="b" anchorCtr="0">
            <a:noAutofit/>
          </a:bodyPr>
          <a:lstStyle>
            <a:lvl1pPr lvl="0">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1pPr>
            <a:lvl2pPr lvl="1">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2pPr>
            <a:lvl3pPr lvl="2">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3pPr>
            <a:lvl4pPr lvl="3">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4pPr>
            <a:lvl5pPr lvl="4">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5pPr>
            <a:lvl6pPr lvl="5">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6pPr>
            <a:lvl7pPr lvl="6">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7pPr>
            <a:lvl8pPr lvl="7">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8pPr>
            <a:lvl9pPr lvl="8">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9pPr>
          </a:lstStyle>
          <a:p>
            <a:endParaRPr/>
          </a:p>
        </p:txBody>
      </p:sp>
      <p:sp>
        <p:nvSpPr>
          <p:cNvPr id="7" name="Google Shape;7;p1"/>
          <p:cNvSpPr txBox="1">
            <a:spLocks noGrp="1"/>
          </p:cNvSpPr>
          <p:nvPr>
            <p:ph type="body" idx="1"/>
          </p:nvPr>
        </p:nvSpPr>
        <p:spPr>
          <a:xfrm>
            <a:off x="471900" y="1919075"/>
            <a:ext cx="8222100" cy="2710200"/>
          </a:xfrm>
          <a:prstGeom prst="rect">
            <a:avLst/>
          </a:prstGeom>
          <a:noFill/>
          <a:ln>
            <a:noFill/>
          </a:ln>
        </p:spPr>
        <p:txBody>
          <a:bodyPr spcFirstLastPara="1" wrap="square" lIns="91425" tIns="91425" rIns="91425" bIns="91425" anchor="t" anchorCtr="0">
            <a:noAutofit/>
          </a:bodyPr>
          <a:lstStyle>
            <a:lvl1pPr marL="457200" lvl="0" indent="-342900">
              <a:lnSpc>
                <a:spcPct val="115000"/>
              </a:lnSpc>
              <a:spcBef>
                <a:spcPts val="0"/>
              </a:spcBef>
              <a:spcAft>
                <a:spcPts val="0"/>
              </a:spcAft>
              <a:buClr>
                <a:schemeClr val="lt2"/>
              </a:buClr>
              <a:buSzPts val="1800"/>
              <a:buFont typeface="Roboto"/>
              <a:buChar char="●"/>
              <a:defRPr sz="1800">
                <a:solidFill>
                  <a:schemeClr val="lt2"/>
                </a:solidFill>
                <a:latin typeface="Roboto"/>
                <a:ea typeface="Roboto"/>
                <a:cs typeface="Roboto"/>
                <a:sym typeface="Roboto"/>
              </a:defRPr>
            </a:lvl1pPr>
            <a:lvl2pPr marL="914400" lvl="1" indent="-317500">
              <a:lnSpc>
                <a:spcPct val="115000"/>
              </a:lnSpc>
              <a:spcBef>
                <a:spcPts val="1600"/>
              </a:spcBef>
              <a:spcAft>
                <a:spcPts val="0"/>
              </a:spcAft>
              <a:buClr>
                <a:schemeClr val="lt2"/>
              </a:buClr>
              <a:buSzPts val="1400"/>
              <a:buFont typeface="Roboto"/>
              <a:buChar char="○"/>
              <a:defRPr>
                <a:solidFill>
                  <a:schemeClr val="lt2"/>
                </a:solidFill>
                <a:latin typeface="Roboto"/>
                <a:ea typeface="Roboto"/>
                <a:cs typeface="Roboto"/>
                <a:sym typeface="Roboto"/>
              </a:defRPr>
            </a:lvl2pPr>
            <a:lvl3pPr marL="1371600" lvl="2" indent="-317500">
              <a:lnSpc>
                <a:spcPct val="115000"/>
              </a:lnSpc>
              <a:spcBef>
                <a:spcPts val="1600"/>
              </a:spcBef>
              <a:spcAft>
                <a:spcPts val="0"/>
              </a:spcAft>
              <a:buClr>
                <a:schemeClr val="lt2"/>
              </a:buClr>
              <a:buSzPts val="1400"/>
              <a:buFont typeface="Roboto"/>
              <a:buChar char="■"/>
              <a:defRPr>
                <a:solidFill>
                  <a:schemeClr val="lt2"/>
                </a:solidFill>
                <a:latin typeface="Roboto"/>
                <a:ea typeface="Roboto"/>
                <a:cs typeface="Roboto"/>
                <a:sym typeface="Roboto"/>
              </a:defRPr>
            </a:lvl3pPr>
            <a:lvl4pPr marL="1828800" lvl="3" indent="-317500">
              <a:lnSpc>
                <a:spcPct val="115000"/>
              </a:lnSpc>
              <a:spcBef>
                <a:spcPts val="1600"/>
              </a:spcBef>
              <a:spcAft>
                <a:spcPts val="0"/>
              </a:spcAft>
              <a:buClr>
                <a:schemeClr val="lt2"/>
              </a:buClr>
              <a:buSzPts val="1400"/>
              <a:buFont typeface="Roboto"/>
              <a:buChar char="●"/>
              <a:defRPr>
                <a:solidFill>
                  <a:schemeClr val="lt2"/>
                </a:solidFill>
                <a:latin typeface="Roboto"/>
                <a:ea typeface="Roboto"/>
                <a:cs typeface="Roboto"/>
                <a:sym typeface="Roboto"/>
              </a:defRPr>
            </a:lvl4pPr>
            <a:lvl5pPr marL="2286000" lvl="4" indent="-317500">
              <a:lnSpc>
                <a:spcPct val="115000"/>
              </a:lnSpc>
              <a:spcBef>
                <a:spcPts val="1600"/>
              </a:spcBef>
              <a:spcAft>
                <a:spcPts val="0"/>
              </a:spcAft>
              <a:buClr>
                <a:schemeClr val="lt2"/>
              </a:buClr>
              <a:buSzPts val="1400"/>
              <a:buFont typeface="Roboto"/>
              <a:buChar char="○"/>
              <a:defRPr>
                <a:solidFill>
                  <a:schemeClr val="lt2"/>
                </a:solidFill>
                <a:latin typeface="Roboto"/>
                <a:ea typeface="Roboto"/>
                <a:cs typeface="Roboto"/>
                <a:sym typeface="Roboto"/>
              </a:defRPr>
            </a:lvl5pPr>
            <a:lvl6pPr marL="2743200" lvl="5" indent="-317500">
              <a:lnSpc>
                <a:spcPct val="115000"/>
              </a:lnSpc>
              <a:spcBef>
                <a:spcPts val="1600"/>
              </a:spcBef>
              <a:spcAft>
                <a:spcPts val="0"/>
              </a:spcAft>
              <a:buClr>
                <a:schemeClr val="lt2"/>
              </a:buClr>
              <a:buSzPts val="1400"/>
              <a:buFont typeface="Roboto"/>
              <a:buChar char="■"/>
              <a:defRPr>
                <a:solidFill>
                  <a:schemeClr val="lt2"/>
                </a:solidFill>
                <a:latin typeface="Roboto"/>
                <a:ea typeface="Roboto"/>
                <a:cs typeface="Roboto"/>
                <a:sym typeface="Roboto"/>
              </a:defRPr>
            </a:lvl6pPr>
            <a:lvl7pPr marL="3200400" lvl="6" indent="-317500">
              <a:lnSpc>
                <a:spcPct val="115000"/>
              </a:lnSpc>
              <a:spcBef>
                <a:spcPts val="1600"/>
              </a:spcBef>
              <a:spcAft>
                <a:spcPts val="0"/>
              </a:spcAft>
              <a:buClr>
                <a:schemeClr val="lt2"/>
              </a:buClr>
              <a:buSzPts val="1400"/>
              <a:buFont typeface="Roboto"/>
              <a:buChar char="●"/>
              <a:defRPr>
                <a:solidFill>
                  <a:schemeClr val="lt2"/>
                </a:solidFill>
                <a:latin typeface="Roboto"/>
                <a:ea typeface="Roboto"/>
                <a:cs typeface="Roboto"/>
                <a:sym typeface="Roboto"/>
              </a:defRPr>
            </a:lvl7pPr>
            <a:lvl8pPr marL="3657600" lvl="7" indent="-317500">
              <a:lnSpc>
                <a:spcPct val="115000"/>
              </a:lnSpc>
              <a:spcBef>
                <a:spcPts val="1600"/>
              </a:spcBef>
              <a:spcAft>
                <a:spcPts val="0"/>
              </a:spcAft>
              <a:buClr>
                <a:schemeClr val="lt2"/>
              </a:buClr>
              <a:buSzPts val="1400"/>
              <a:buFont typeface="Roboto"/>
              <a:buChar char="○"/>
              <a:defRPr>
                <a:solidFill>
                  <a:schemeClr val="lt2"/>
                </a:solidFill>
                <a:latin typeface="Roboto"/>
                <a:ea typeface="Roboto"/>
                <a:cs typeface="Roboto"/>
                <a:sym typeface="Roboto"/>
              </a:defRPr>
            </a:lvl8pPr>
            <a:lvl9pPr marL="4114800" lvl="8" indent="-317500">
              <a:lnSpc>
                <a:spcPct val="115000"/>
              </a:lnSpc>
              <a:spcBef>
                <a:spcPts val="1600"/>
              </a:spcBef>
              <a:spcAft>
                <a:spcPts val="1600"/>
              </a:spcAft>
              <a:buClr>
                <a:schemeClr val="lt2"/>
              </a:buClr>
              <a:buSzPts val="1400"/>
              <a:buFont typeface="Roboto"/>
              <a:buChar char="■"/>
              <a:defRPr>
                <a:solidFill>
                  <a:schemeClr val="lt2"/>
                </a:solidFill>
                <a:latin typeface="Roboto"/>
                <a:ea typeface="Roboto"/>
                <a:cs typeface="Roboto"/>
                <a:sym typeface="Roboto"/>
              </a:defRPr>
            </a:lvl9pPr>
          </a:lstStyle>
          <a:p>
            <a:endParaRPr/>
          </a:p>
        </p:txBody>
      </p:sp>
      <p:sp>
        <p:nvSpPr>
          <p:cNvPr id="8" name="Google Shape;8;p1"/>
          <p:cNvSpPr txBox="1">
            <a:spLocks noGrp="1"/>
          </p:cNvSpPr>
          <p:nvPr>
            <p:ph type="sldNum" idx="12"/>
          </p:nvPr>
        </p:nvSpPr>
        <p:spPr>
          <a:xfrm>
            <a:off x="8523541" y="4695623"/>
            <a:ext cx="548700" cy="393600"/>
          </a:xfrm>
          <a:prstGeom prst="rect">
            <a:avLst/>
          </a:prstGeom>
          <a:noFill/>
          <a:ln>
            <a:noFill/>
          </a:ln>
        </p:spPr>
        <p:txBody>
          <a:bodyPr spcFirstLastPara="1" wrap="square" lIns="91425" tIns="91425" rIns="91425" bIns="91425" anchor="ctr" anchorCtr="0">
            <a:noAutofit/>
          </a:bodyPr>
          <a:lstStyle>
            <a:lvl1pPr lvl="0" algn="r">
              <a:buNone/>
              <a:defRPr sz="1000">
                <a:solidFill>
                  <a:schemeClr val="lt2"/>
                </a:solidFill>
                <a:latin typeface="Roboto"/>
                <a:ea typeface="Roboto"/>
                <a:cs typeface="Roboto"/>
                <a:sym typeface="Roboto"/>
              </a:defRPr>
            </a:lvl1pPr>
            <a:lvl2pPr lvl="1" algn="r">
              <a:buNone/>
              <a:defRPr sz="1000">
                <a:solidFill>
                  <a:schemeClr val="lt2"/>
                </a:solidFill>
                <a:latin typeface="Roboto"/>
                <a:ea typeface="Roboto"/>
                <a:cs typeface="Roboto"/>
                <a:sym typeface="Roboto"/>
              </a:defRPr>
            </a:lvl2pPr>
            <a:lvl3pPr lvl="2" algn="r">
              <a:buNone/>
              <a:defRPr sz="1000">
                <a:solidFill>
                  <a:schemeClr val="lt2"/>
                </a:solidFill>
                <a:latin typeface="Roboto"/>
                <a:ea typeface="Roboto"/>
                <a:cs typeface="Roboto"/>
                <a:sym typeface="Roboto"/>
              </a:defRPr>
            </a:lvl3pPr>
            <a:lvl4pPr lvl="3" algn="r">
              <a:buNone/>
              <a:defRPr sz="1000">
                <a:solidFill>
                  <a:schemeClr val="lt2"/>
                </a:solidFill>
                <a:latin typeface="Roboto"/>
                <a:ea typeface="Roboto"/>
                <a:cs typeface="Roboto"/>
                <a:sym typeface="Roboto"/>
              </a:defRPr>
            </a:lvl4pPr>
            <a:lvl5pPr lvl="4" algn="r">
              <a:buNone/>
              <a:defRPr sz="1000">
                <a:solidFill>
                  <a:schemeClr val="lt2"/>
                </a:solidFill>
                <a:latin typeface="Roboto"/>
                <a:ea typeface="Roboto"/>
                <a:cs typeface="Roboto"/>
                <a:sym typeface="Roboto"/>
              </a:defRPr>
            </a:lvl5pPr>
            <a:lvl6pPr lvl="5" algn="r">
              <a:buNone/>
              <a:defRPr sz="1000">
                <a:solidFill>
                  <a:schemeClr val="lt2"/>
                </a:solidFill>
                <a:latin typeface="Roboto"/>
                <a:ea typeface="Roboto"/>
                <a:cs typeface="Roboto"/>
                <a:sym typeface="Roboto"/>
              </a:defRPr>
            </a:lvl6pPr>
            <a:lvl7pPr lvl="6" algn="r">
              <a:buNone/>
              <a:defRPr sz="1000">
                <a:solidFill>
                  <a:schemeClr val="lt2"/>
                </a:solidFill>
                <a:latin typeface="Roboto"/>
                <a:ea typeface="Roboto"/>
                <a:cs typeface="Roboto"/>
                <a:sym typeface="Roboto"/>
              </a:defRPr>
            </a:lvl7pPr>
            <a:lvl8pPr lvl="7" algn="r">
              <a:buNone/>
              <a:defRPr sz="1000">
                <a:solidFill>
                  <a:schemeClr val="lt2"/>
                </a:solidFill>
                <a:latin typeface="Roboto"/>
                <a:ea typeface="Roboto"/>
                <a:cs typeface="Roboto"/>
                <a:sym typeface="Roboto"/>
              </a:defRPr>
            </a:lvl8pPr>
            <a:lvl9pPr lvl="8" algn="r">
              <a:buNone/>
              <a:defRPr sz="1000">
                <a:solidFill>
                  <a:schemeClr val="lt2"/>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0.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0.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0.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0.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0.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0.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0.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0.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0.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66"/>
        <p:cNvGrpSpPr/>
        <p:nvPr/>
      </p:nvGrpSpPr>
      <p:grpSpPr>
        <a:xfrm>
          <a:off x="0" y="0"/>
          <a:ext cx="0" cy="0"/>
          <a:chOff x="0" y="0"/>
          <a:chExt cx="0" cy="0"/>
        </a:xfrm>
      </p:grpSpPr>
      <p:sp>
        <p:nvSpPr>
          <p:cNvPr id="67" name="Google Shape;67;p13"/>
          <p:cNvSpPr txBox="1">
            <a:spLocks noGrp="1"/>
          </p:cNvSpPr>
          <p:nvPr>
            <p:ph type="ctrTitle"/>
          </p:nvPr>
        </p:nvSpPr>
        <p:spPr>
          <a:xfrm>
            <a:off x="390525" y="1819275"/>
            <a:ext cx="8222100" cy="9336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4800"/>
              <a:buNone/>
            </a:pPr>
            <a:r>
              <a:rPr lang="en"/>
              <a:t>Artificial Intelligence (AI-2002)</a:t>
            </a:r>
            <a:endParaRPr/>
          </a:p>
        </p:txBody>
      </p:sp>
      <p:sp>
        <p:nvSpPr>
          <p:cNvPr id="68" name="Google Shape;68;p13"/>
          <p:cNvSpPr txBox="1">
            <a:spLocks noGrp="1"/>
          </p:cNvSpPr>
          <p:nvPr>
            <p:ph type="subTitle" idx="1"/>
          </p:nvPr>
        </p:nvSpPr>
        <p:spPr>
          <a:xfrm>
            <a:off x="390525" y="2789130"/>
            <a:ext cx="8222100" cy="4329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800"/>
              <a:buNone/>
            </a:pPr>
            <a:r>
              <a:rPr lang="en" sz="2300"/>
              <a:t>Lecture 11: Constraint Propagation: Inference in CSPs</a:t>
            </a:r>
            <a:endParaRPr sz="2300"/>
          </a:p>
          <a:p>
            <a:pPr marL="0" lvl="0" indent="0" algn="l" rtl="0">
              <a:lnSpc>
                <a:spcPct val="100000"/>
              </a:lnSpc>
              <a:spcBef>
                <a:spcPts val="0"/>
              </a:spcBef>
              <a:spcAft>
                <a:spcPts val="0"/>
              </a:spcAft>
              <a:buSzPts val="1800"/>
              <a:buNone/>
            </a:pPr>
            <a:endParaRPr sz="2300"/>
          </a:p>
        </p:txBody>
      </p:sp>
      <p:sp>
        <p:nvSpPr>
          <p:cNvPr id="69" name="Google Shape;69;p13"/>
          <p:cNvSpPr txBox="1">
            <a:spLocks noGrp="1"/>
          </p:cNvSpPr>
          <p:nvPr>
            <p:ph type="subTitle" idx="1"/>
          </p:nvPr>
        </p:nvSpPr>
        <p:spPr>
          <a:xfrm>
            <a:off x="390525" y="3398730"/>
            <a:ext cx="8222100" cy="4329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800"/>
              <a:buNone/>
            </a:pPr>
            <a:r>
              <a:rPr lang="en"/>
              <a:t>Mr. Saif ur Rehman (Lecturer – AI &amp; DS)</a:t>
            </a:r>
            <a:endParaRPr/>
          </a:p>
          <a:p>
            <a:pPr marL="0" lvl="0" indent="0" algn="l" rtl="0">
              <a:lnSpc>
                <a:spcPct val="100000"/>
              </a:lnSpc>
              <a:spcBef>
                <a:spcPts val="0"/>
              </a:spcBef>
              <a:spcAft>
                <a:spcPts val="0"/>
              </a:spcAft>
              <a:buSzPts val="1800"/>
              <a:buNone/>
            </a:pPr>
            <a:endParaRPr/>
          </a:p>
          <a:p>
            <a:pPr marL="0" lvl="0" indent="0" algn="l" rtl="0">
              <a:lnSpc>
                <a:spcPct val="100000"/>
              </a:lnSpc>
              <a:spcBef>
                <a:spcPts val="0"/>
              </a:spcBef>
              <a:spcAft>
                <a:spcPts val="0"/>
              </a:spcAft>
              <a:buSzPts val="1800"/>
              <a:buNone/>
            </a:pPr>
            <a:endParaRPr/>
          </a:p>
        </p:txBody>
      </p:sp>
      <p:sp>
        <p:nvSpPr>
          <p:cNvPr id="70" name="Google Shape;70;p13"/>
          <p:cNvSpPr txBox="1">
            <a:spLocks noGrp="1"/>
          </p:cNvSpPr>
          <p:nvPr>
            <p:ph type="subTitle" idx="1"/>
          </p:nvPr>
        </p:nvSpPr>
        <p:spPr>
          <a:xfrm>
            <a:off x="390525" y="3855930"/>
            <a:ext cx="8222100" cy="4329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800"/>
              <a:buNone/>
            </a:pPr>
            <a:r>
              <a:rPr lang="en"/>
              <a:t>saifurrehman@nu.edu.pk</a:t>
            </a:r>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74"/>
        <p:cNvGrpSpPr/>
        <p:nvPr/>
      </p:nvGrpSpPr>
      <p:grpSpPr>
        <a:xfrm>
          <a:off x="0" y="0"/>
          <a:ext cx="0" cy="0"/>
          <a:chOff x="0" y="0"/>
          <a:chExt cx="0" cy="0"/>
        </a:xfrm>
      </p:grpSpPr>
      <p:sp>
        <p:nvSpPr>
          <p:cNvPr id="75" name="Google Shape;75;p14"/>
          <p:cNvSpPr txBox="1">
            <a:spLocks noGrp="1"/>
          </p:cNvSpPr>
          <p:nvPr>
            <p:ph type="body" idx="1"/>
          </p:nvPr>
        </p:nvSpPr>
        <p:spPr>
          <a:xfrm>
            <a:off x="460950" y="1381650"/>
            <a:ext cx="8222100" cy="1300800"/>
          </a:xfrm>
          <a:prstGeom prst="rect">
            <a:avLst/>
          </a:prstGeom>
        </p:spPr>
        <p:txBody>
          <a:bodyPr spcFirstLastPara="1" wrap="square" lIns="91425" tIns="91425" rIns="91425" bIns="91425" anchor="t" anchorCtr="0">
            <a:noAutofit/>
          </a:bodyPr>
          <a:lstStyle/>
          <a:p>
            <a:pPr marL="457200" lvl="0" indent="-368300" algn="l" rtl="0">
              <a:spcBef>
                <a:spcPts val="0"/>
              </a:spcBef>
              <a:spcAft>
                <a:spcPts val="0"/>
              </a:spcAft>
              <a:buSzPts val="2200"/>
              <a:buChar char="●"/>
            </a:pPr>
            <a:r>
              <a:rPr lang="en" sz="2200"/>
              <a:t>What is a Constraint Satisfaction Problem (CSP)?</a:t>
            </a:r>
            <a:endParaRPr sz="2200"/>
          </a:p>
          <a:p>
            <a:pPr marL="457200" lvl="0" indent="-368300" algn="l" rtl="0">
              <a:spcBef>
                <a:spcPts val="0"/>
              </a:spcBef>
              <a:spcAft>
                <a:spcPts val="0"/>
              </a:spcAft>
              <a:buSzPts val="2200"/>
              <a:buChar char="●"/>
            </a:pPr>
            <a:r>
              <a:rPr lang="en" sz="2200"/>
              <a:t>How is a Constraint Satisfaction Problem defined?</a:t>
            </a:r>
            <a:endParaRPr sz="2200"/>
          </a:p>
          <a:p>
            <a:pPr marL="457200" lvl="0" indent="-368300" algn="l" rtl="0">
              <a:spcBef>
                <a:spcPts val="0"/>
              </a:spcBef>
              <a:spcAft>
                <a:spcPts val="0"/>
              </a:spcAft>
              <a:buSzPts val="2200"/>
              <a:buChar char="●"/>
            </a:pPr>
            <a:r>
              <a:rPr lang="en" sz="2200"/>
              <a:t>What is the solution to a Constraint Satisfaction Problem?</a:t>
            </a:r>
            <a:endParaRPr sz="2200"/>
          </a:p>
        </p:txBody>
      </p:sp>
      <p:pic>
        <p:nvPicPr>
          <p:cNvPr id="76" name="Google Shape;76;p14"/>
          <p:cNvPicPr preferRelativeResize="0"/>
          <p:nvPr/>
        </p:nvPicPr>
        <p:blipFill>
          <a:blip r:embed="rId3">
            <a:alphaModFix/>
          </a:blip>
          <a:stretch>
            <a:fillRect/>
          </a:stretch>
        </p:blipFill>
        <p:spPr>
          <a:xfrm>
            <a:off x="5968150" y="2682450"/>
            <a:ext cx="2057175" cy="2057175"/>
          </a:xfrm>
          <a:prstGeom prst="rect">
            <a:avLst/>
          </a:prstGeom>
          <a:noFill/>
          <a:ln>
            <a:noFill/>
          </a:ln>
        </p:spPr>
      </p:pic>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80"/>
        <p:cNvGrpSpPr/>
        <p:nvPr/>
      </p:nvGrpSpPr>
      <p:grpSpPr>
        <a:xfrm>
          <a:off x="0" y="0"/>
          <a:ext cx="0" cy="0"/>
          <a:chOff x="0" y="0"/>
          <a:chExt cx="0" cy="0"/>
        </a:xfrm>
      </p:grpSpPr>
      <p:sp>
        <p:nvSpPr>
          <p:cNvPr id="81" name="Google Shape;81;p15"/>
          <p:cNvSpPr txBox="1">
            <a:spLocks noGrp="1"/>
          </p:cNvSpPr>
          <p:nvPr>
            <p:ph type="body" idx="1"/>
          </p:nvPr>
        </p:nvSpPr>
        <p:spPr>
          <a:xfrm>
            <a:off x="460950" y="1381650"/>
            <a:ext cx="8222100" cy="3553500"/>
          </a:xfrm>
          <a:prstGeom prst="rect">
            <a:avLst/>
          </a:prstGeom>
        </p:spPr>
        <p:txBody>
          <a:bodyPr spcFirstLastPara="1" wrap="square" lIns="91425" tIns="91425" rIns="91425" bIns="91425" anchor="t" anchorCtr="0">
            <a:noAutofit/>
          </a:bodyPr>
          <a:lstStyle/>
          <a:p>
            <a:pPr marL="457200" lvl="0" indent="-368300" algn="l" rtl="0">
              <a:spcBef>
                <a:spcPts val="0"/>
              </a:spcBef>
              <a:spcAft>
                <a:spcPts val="0"/>
              </a:spcAft>
              <a:buSzPts val="2200"/>
              <a:buChar char="●"/>
            </a:pPr>
            <a:r>
              <a:rPr lang="en" sz="2200" b="1"/>
              <a:t>Unary Constraint:</a:t>
            </a:r>
            <a:r>
              <a:rPr lang="en" sz="2200"/>
              <a:t> A constraint that involves a single variable.</a:t>
            </a:r>
            <a:endParaRPr sz="2200"/>
          </a:p>
          <a:p>
            <a:pPr marL="457200" lvl="0" indent="-368300" algn="l" rtl="0">
              <a:spcBef>
                <a:spcPts val="0"/>
              </a:spcBef>
              <a:spcAft>
                <a:spcPts val="0"/>
              </a:spcAft>
              <a:buSzPts val="2200"/>
              <a:buChar char="●"/>
            </a:pPr>
            <a:r>
              <a:rPr lang="en" sz="2200"/>
              <a:t>X </a:t>
            </a:r>
            <a:r>
              <a:rPr lang="en" sz="2400">
                <a:solidFill>
                  <a:srgbClr val="1F1F1F"/>
                </a:solidFill>
                <a:highlight>
                  <a:srgbClr val="FFFFFF"/>
                </a:highlight>
                <a:latin typeface="Arial"/>
                <a:ea typeface="Arial"/>
                <a:cs typeface="Arial"/>
                <a:sym typeface="Arial"/>
              </a:rPr>
              <a:t>≠ </a:t>
            </a:r>
            <a:r>
              <a:rPr lang="en" sz="2200"/>
              <a:t>5 (where X is restricted from taking the value 5).</a:t>
            </a:r>
            <a:endParaRPr sz="2200"/>
          </a:p>
          <a:p>
            <a:pPr marL="457200" lvl="0" indent="-368300" algn="l" rtl="0">
              <a:spcBef>
                <a:spcPts val="0"/>
              </a:spcBef>
              <a:spcAft>
                <a:spcPts val="0"/>
              </a:spcAft>
              <a:buSzPts val="2200"/>
              <a:buChar char="●"/>
            </a:pPr>
            <a:r>
              <a:rPr lang="en" sz="2200" b="1"/>
              <a:t>Binary Constraint:</a:t>
            </a:r>
            <a:r>
              <a:rPr lang="en" sz="2200"/>
              <a:t> A constraint that involves two variables and defines a relationship between them.</a:t>
            </a:r>
            <a:endParaRPr sz="2200"/>
          </a:p>
          <a:p>
            <a:pPr marL="457200" lvl="0" indent="-368300" algn="l" rtl="0">
              <a:spcBef>
                <a:spcPts val="0"/>
              </a:spcBef>
              <a:spcAft>
                <a:spcPts val="0"/>
              </a:spcAft>
              <a:buSzPts val="2200"/>
              <a:buChar char="●"/>
            </a:pPr>
            <a:r>
              <a:rPr lang="en" sz="2200"/>
              <a:t>Example: X&gt;Y (where the value of X must be greater than Y).</a:t>
            </a:r>
            <a:endParaRPr sz="2200"/>
          </a:p>
          <a:p>
            <a:pPr marL="457200" lvl="0" indent="-368300" algn="l" rtl="0">
              <a:spcBef>
                <a:spcPts val="0"/>
              </a:spcBef>
              <a:spcAft>
                <a:spcPts val="0"/>
              </a:spcAft>
              <a:buSzPts val="2200"/>
              <a:buChar char="●"/>
            </a:pPr>
            <a:r>
              <a:rPr lang="en" sz="2200" b="1"/>
              <a:t>Tertiary Constraint:</a:t>
            </a:r>
            <a:r>
              <a:rPr lang="en" sz="2200"/>
              <a:t> A constraint that involves three variables and defines a relationship among them.</a:t>
            </a:r>
            <a:endParaRPr sz="2200"/>
          </a:p>
          <a:p>
            <a:pPr marL="457200" lvl="0" indent="-368300" algn="l" rtl="0">
              <a:spcBef>
                <a:spcPts val="0"/>
              </a:spcBef>
              <a:spcAft>
                <a:spcPts val="0"/>
              </a:spcAft>
              <a:buSzPts val="2200"/>
              <a:buChar char="●"/>
            </a:pPr>
            <a:r>
              <a:rPr lang="en" sz="2200"/>
              <a:t>Example: X+Y=Z (where the sum of X and Y must be equal to Z).</a:t>
            </a:r>
            <a:endParaRPr sz="2200"/>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85"/>
        <p:cNvGrpSpPr/>
        <p:nvPr/>
      </p:nvGrpSpPr>
      <p:grpSpPr>
        <a:xfrm>
          <a:off x="0" y="0"/>
          <a:ext cx="0" cy="0"/>
          <a:chOff x="0" y="0"/>
          <a:chExt cx="0" cy="0"/>
        </a:xfrm>
      </p:grpSpPr>
      <p:sp>
        <p:nvSpPr>
          <p:cNvPr id="86" name="Google Shape;86;p16"/>
          <p:cNvSpPr txBox="1">
            <a:spLocks noGrp="1"/>
          </p:cNvSpPr>
          <p:nvPr>
            <p:ph type="title"/>
          </p:nvPr>
        </p:nvSpPr>
        <p:spPr>
          <a:xfrm>
            <a:off x="471900" y="738725"/>
            <a:ext cx="8222100" cy="7677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Constraint Propagation: Inference in CSPs</a:t>
            </a:r>
            <a:endParaRPr/>
          </a:p>
        </p:txBody>
      </p:sp>
      <p:sp>
        <p:nvSpPr>
          <p:cNvPr id="87" name="Google Shape;87;p16"/>
          <p:cNvSpPr txBox="1">
            <a:spLocks noGrp="1"/>
          </p:cNvSpPr>
          <p:nvPr>
            <p:ph type="body" idx="1"/>
          </p:nvPr>
        </p:nvSpPr>
        <p:spPr>
          <a:xfrm>
            <a:off x="471900" y="1919075"/>
            <a:ext cx="8222100" cy="2710200"/>
          </a:xfrm>
          <a:prstGeom prst="rect">
            <a:avLst/>
          </a:prstGeom>
        </p:spPr>
        <p:txBody>
          <a:bodyPr spcFirstLastPara="1" wrap="square" lIns="91425" tIns="91425" rIns="91425" bIns="91425" anchor="t" anchorCtr="0">
            <a:noAutofit/>
          </a:bodyPr>
          <a:lstStyle/>
          <a:p>
            <a:pPr marL="457200" lvl="0" indent="-349250" algn="l" rtl="0">
              <a:spcBef>
                <a:spcPts val="0"/>
              </a:spcBef>
              <a:spcAft>
                <a:spcPts val="0"/>
              </a:spcAft>
              <a:buSzPts val="1900"/>
              <a:buChar char="●"/>
            </a:pPr>
            <a:r>
              <a:rPr lang="en" sz="1900"/>
              <a:t>An atomic state-space search algorithm makes progress in only one way: by expanding a node to visit the successors. </a:t>
            </a:r>
            <a:endParaRPr sz="1900"/>
          </a:p>
          <a:p>
            <a:pPr marL="457200" lvl="0" indent="-349250" algn="l" rtl="0">
              <a:spcBef>
                <a:spcPts val="0"/>
              </a:spcBef>
              <a:spcAft>
                <a:spcPts val="0"/>
              </a:spcAft>
              <a:buSzPts val="1900"/>
              <a:buChar char="●"/>
            </a:pPr>
            <a:r>
              <a:rPr lang="en" sz="1900"/>
              <a:t>A CSP algorithm has choices.</a:t>
            </a:r>
            <a:endParaRPr sz="1900"/>
          </a:p>
          <a:p>
            <a:pPr marL="457200" lvl="0" indent="-349250" algn="l" rtl="0">
              <a:spcBef>
                <a:spcPts val="0"/>
              </a:spcBef>
              <a:spcAft>
                <a:spcPts val="0"/>
              </a:spcAft>
              <a:buSzPts val="1900"/>
              <a:buChar char="●"/>
            </a:pPr>
            <a:r>
              <a:rPr lang="en" sz="1900"/>
              <a:t>It can generate successors by choosing a new variable assignment.</a:t>
            </a:r>
            <a:endParaRPr sz="1900"/>
          </a:p>
          <a:p>
            <a:pPr marL="457200" lvl="0" indent="-349250" algn="l" rtl="0">
              <a:spcBef>
                <a:spcPts val="0"/>
              </a:spcBef>
              <a:spcAft>
                <a:spcPts val="0"/>
              </a:spcAft>
              <a:buSzPts val="1900"/>
              <a:buChar char="●"/>
            </a:pPr>
            <a:r>
              <a:rPr lang="en" sz="1900"/>
              <a:t>Or it can do a specific type of inference called </a:t>
            </a:r>
            <a:r>
              <a:rPr lang="en" sz="1900" b="1"/>
              <a:t>constraint propagation</a:t>
            </a:r>
            <a:endParaRPr sz="1900" b="1"/>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91"/>
        <p:cNvGrpSpPr/>
        <p:nvPr/>
      </p:nvGrpSpPr>
      <p:grpSpPr>
        <a:xfrm>
          <a:off x="0" y="0"/>
          <a:ext cx="0" cy="0"/>
          <a:chOff x="0" y="0"/>
          <a:chExt cx="0" cy="0"/>
        </a:xfrm>
      </p:grpSpPr>
      <p:sp>
        <p:nvSpPr>
          <p:cNvPr id="92" name="Google Shape;92;p17"/>
          <p:cNvSpPr txBox="1">
            <a:spLocks noGrp="1"/>
          </p:cNvSpPr>
          <p:nvPr>
            <p:ph type="title"/>
          </p:nvPr>
        </p:nvSpPr>
        <p:spPr>
          <a:xfrm>
            <a:off x="471900" y="738725"/>
            <a:ext cx="8222100" cy="7677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Constraint Propagation: Inference in CSPs</a:t>
            </a:r>
            <a:endParaRPr/>
          </a:p>
        </p:txBody>
      </p:sp>
      <p:sp>
        <p:nvSpPr>
          <p:cNvPr id="93" name="Google Shape;93;p17"/>
          <p:cNvSpPr txBox="1">
            <a:spLocks noGrp="1"/>
          </p:cNvSpPr>
          <p:nvPr>
            <p:ph type="body" idx="1"/>
          </p:nvPr>
        </p:nvSpPr>
        <p:spPr>
          <a:xfrm>
            <a:off x="471900" y="1919075"/>
            <a:ext cx="8222100" cy="2710200"/>
          </a:xfrm>
          <a:prstGeom prst="rect">
            <a:avLst/>
          </a:prstGeom>
        </p:spPr>
        <p:txBody>
          <a:bodyPr spcFirstLastPara="1" wrap="square" lIns="91425" tIns="91425" rIns="91425" bIns="91425" anchor="t" anchorCtr="0">
            <a:noAutofit/>
          </a:bodyPr>
          <a:lstStyle/>
          <a:p>
            <a:pPr marL="457200" lvl="0" indent="-349250" algn="l" rtl="0">
              <a:spcBef>
                <a:spcPts val="0"/>
              </a:spcBef>
              <a:spcAft>
                <a:spcPts val="0"/>
              </a:spcAft>
              <a:buSzPts val="1900"/>
              <a:buChar char="●"/>
            </a:pPr>
            <a:r>
              <a:rPr lang="en" sz="1900" b="1"/>
              <a:t>Constraint Propagation:</a:t>
            </a:r>
            <a:r>
              <a:rPr lang="en" sz="1900"/>
              <a:t> Reduces the number of legal values for a variable by using constraints, which can further restrict values for other variables.</a:t>
            </a:r>
            <a:endParaRPr sz="1900"/>
          </a:p>
          <a:p>
            <a:pPr marL="457200" lvl="0" indent="-349250" algn="l" rtl="0">
              <a:spcBef>
                <a:spcPts val="0"/>
              </a:spcBef>
              <a:spcAft>
                <a:spcPts val="0"/>
              </a:spcAft>
              <a:buSzPts val="1900"/>
              <a:buChar char="●"/>
            </a:pPr>
            <a:r>
              <a:rPr lang="en" sz="1900" b="1"/>
              <a:t>Effect on Search:</a:t>
            </a:r>
            <a:r>
              <a:rPr lang="en" sz="1900"/>
              <a:t> Fewer choices remain for variable assignments, making the search process more efficient.</a:t>
            </a:r>
            <a:endParaRPr sz="1900"/>
          </a:p>
          <a:p>
            <a:pPr marL="457200" lvl="0" indent="-349250" algn="l" rtl="0">
              <a:spcBef>
                <a:spcPts val="0"/>
              </a:spcBef>
              <a:spcAft>
                <a:spcPts val="0"/>
              </a:spcAft>
              <a:buSzPts val="1900"/>
              <a:buChar char="●"/>
            </a:pPr>
            <a:r>
              <a:rPr lang="en" sz="1900" b="1"/>
              <a:t>Integration with Search:</a:t>
            </a:r>
            <a:r>
              <a:rPr lang="en" sz="1900"/>
              <a:t> Can be used alongside search or as a preprocessing step before search begins.</a:t>
            </a:r>
            <a:endParaRPr sz="1900"/>
          </a:p>
          <a:p>
            <a:pPr marL="457200" lvl="0" indent="-349250" algn="l" rtl="0">
              <a:spcBef>
                <a:spcPts val="0"/>
              </a:spcBef>
              <a:spcAft>
                <a:spcPts val="0"/>
              </a:spcAft>
              <a:buSzPts val="1900"/>
              <a:buChar char="●"/>
            </a:pPr>
            <a:r>
              <a:rPr lang="en" sz="1900" b="1"/>
              <a:t>Complete Problem Solving:</a:t>
            </a:r>
            <a:r>
              <a:rPr lang="en" sz="1900"/>
              <a:t> In some cases, constraint propagation alone can solve the entire problem without requiring a search.</a:t>
            </a:r>
            <a:endParaRPr sz="1900"/>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97"/>
        <p:cNvGrpSpPr/>
        <p:nvPr/>
      </p:nvGrpSpPr>
      <p:grpSpPr>
        <a:xfrm>
          <a:off x="0" y="0"/>
          <a:ext cx="0" cy="0"/>
          <a:chOff x="0" y="0"/>
          <a:chExt cx="0" cy="0"/>
        </a:xfrm>
      </p:grpSpPr>
      <p:sp>
        <p:nvSpPr>
          <p:cNvPr id="98" name="Google Shape;98;p18"/>
          <p:cNvSpPr txBox="1">
            <a:spLocks noGrp="1"/>
          </p:cNvSpPr>
          <p:nvPr>
            <p:ph type="title"/>
          </p:nvPr>
        </p:nvSpPr>
        <p:spPr>
          <a:xfrm>
            <a:off x="471900" y="738725"/>
            <a:ext cx="8222100" cy="7677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Constraint Propagation: Inference in CSPs</a:t>
            </a:r>
            <a:endParaRPr/>
          </a:p>
        </p:txBody>
      </p:sp>
      <p:sp>
        <p:nvSpPr>
          <p:cNvPr id="99" name="Google Shape;99;p18"/>
          <p:cNvSpPr txBox="1">
            <a:spLocks noGrp="1"/>
          </p:cNvSpPr>
          <p:nvPr>
            <p:ph type="body" idx="1"/>
          </p:nvPr>
        </p:nvSpPr>
        <p:spPr>
          <a:xfrm>
            <a:off x="471900" y="1919075"/>
            <a:ext cx="8222100" cy="2710200"/>
          </a:xfrm>
          <a:prstGeom prst="rect">
            <a:avLst/>
          </a:prstGeom>
        </p:spPr>
        <p:txBody>
          <a:bodyPr spcFirstLastPara="1" wrap="square" lIns="91425" tIns="91425" rIns="91425" bIns="91425" anchor="t" anchorCtr="0">
            <a:noAutofit/>
          </a:bodyPr>
          <a:lstStyle/>
          <a:p>
            <a:pPr marL="457200" lvl="0" indent="-349250" algn="l" rtl="0">
              <a:spcBef>
                <a:spcPts val="0"/>
              </a:spcBef>
              <a:spcAft>
                <a:spcPts val="0"/>
              </a:spcAft>
              <a:buSzPts val="1900"/>
              <a:buChar char="●"/>
            </a:pPr>
            <a:r>
              <a:rPr lang="en" sz="1900" b="1"/>
              <a:t>Local Consistency:</a:t>
            </a:r>
            <a:r>
              <a:rPr lang="en" sz="1900"/>
              <a:t> The core idea behind constraint propagation, ensuring that constraints hold in smaller parts of the problem space.</a:t>
            </a:r>
            <a:endParaRPr sz="1900"/>
          </a:p>
          <a:p>
            <a:pPr marL="457200" lvl="0" indent="-349250" algn="l" rtl="0">
              <a:spcBef>
                <a:spcPts val="0"/>
              </a:spcBef>
              <a:spcAft>
                <a:spcPts val="0"/>
              </a:spcAft>
              <a:buSzPts val="1900"/>
              <a:buChar char="●"/>
            </a:pPr>
            <a:r>
              <a:rPr lang="en" sz="1900"/>
              <a:t>There are different types of local consistency, which we now cover in turn.</a:t>
            </a:r>
            <a:endParaRPr sz="1900"/>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03"/>
        <p:cNvGrpSpPr/>
        <p:nvPr/>
      </p:nvGrpSpPr>
      <p:grpSpPr>
        <a:xfrm>
          <a:off x="0" y="0"/>
          <a:ext cx="0" cy="0"/>
          <a:chOff x="0" y="0"/>
          <a:chExt cx="0" cy="0"/>
        </a:xfrm>
      </p:grpSpPr>
      <p:sp>
        <p:nvSpPr>
          <p:cNvPr id="104" name="Google Shape;104;p19"/>
          <p:cNvSpPr txBox="1">
            <a:spLocks noGrp="1"/>
          </p:cNvSpPr>
          <p:nvPr>
            <p:ph type="title"/>
          </p:nvPr>
        </p:nvSpPr>
        <p:spPr>
          <a:xfrm>
            <a:off x="471900" y="738725"/>
            <a:ext cx="8222100" cy="7677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Node consistency</a:t>
            </a:r>
            <a:endParaRPr/>
          </a:p>
        </p:txBody>
      </p:sp>
      <p:sp>
        <p:nvSpPr>
          <p:cNvPr id="105" name="Google Shape;105;p19"/>
          <p:cNvSpPr txBox="1">
            <a:spLocks noGrp="1"/>
          </p:cNvSpPr>
          <p:nvPr>
            <p:ph type="body" idx="1"/>
          </p:nvPr>
        </p:nvSpPr>
        <p:spPr>
          <a:xfrm>
            <a:off x="471900" y="1919075"/>
            <a:ext cx="8222100" cy="2710200"/>
          </a:xfrm>
          <a:prstGeom prst="rect">
            <a:avLst/>
          </a:prstGeom>
        </p:spPr>
        <p:txBody>
          <a:bodyPr spcFirstLastPara="1" wrap="square" lIns="91425" tIns="91425" rIns="91425" bIns="91425" anchor="t" anchorCtr="0">
            <a:noAutofit/>
          </a:bodyPr>
          <a:lstStyle/>
          <a:p>
            <a:pPr marL="457200" lvl="0" indent="-349250" algn="l" rtl="0">
              <a:spcBef>
                <a:spcPts val="0"/>
              </a:spcBef>
              <a:spcAft>
                <a:spcPts val="0"/>
              </a:spcAft>
              <a:buSzPts val="1900"/>
              <a:buChar char="●"/>
            </a:pPr>
            <a:r>
              <a:rPr lang="en" sz="1900"/>
              <a:t>A single variable (corresponding to a node in the CSP graph) is node-consistent if all the values in the variable’s domain satisfy the variable’s unary constraints.</a:t>
            </a:r>
            <a:endParaRPr sz="1900"/>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09"/>
        <p:cNvGrpSpPr/>
        <p:nvPr/>
      </p:nvGrpSpPr>
      <p:grpSpPr>
        <a:xfrm>
          <a:off x="0" y="0"/>
          <a:ext cx="0" cy="0"/>
          <a:chOff x="0" y="0"/>
          <a:chExt cx="0" cy="0"/>
        </a:xfrm>
      </p:grpSpPr>
      <p:sp>
        <p:nvSpPr>
          <p:cNvPr id="110" name="Google Shape;110;p20"/>
          <p:cNvSpPr txBox="1">
            <a:spLocks noGrp="1"/>
          </p:cNvSpPr>
          <p:nvPr>
            <p:ph type="title"/>
          </p:nvPr>
        </p:nvSpPr>
        <p:spPr>
          <a:xfrm>
            <a:off x="355600" y="0"/>
            <a:ext cx="8222100" cy="7677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Node consistency</a:t>
            </a:r>
            <a:endParaRPr/>
          </a:p>
        </p:txBody>
      </p:sp>
      <p:pic>
        <p:nvPicPr>
          <p:cNvPr id="111" name="Google Shape;111;p20"/>
          <p:cNvPicPr preferRelativeResize="0"/>
          <p:nvPr/>
        </p:nvPicPr>
        <p:blipFill>
          <a:blip r:embed="rId3">
            <a:alphaModFix/>
          </a:blip>
          <a:stretch>
            <a:fillRect/>
          </a:stretch>
        </p:blipFill>
        <p:spPr>
          <a:xfrm>
            <a:off x="355600" y="861525"/>
            <a:ext cx="6340850" cy="3066075"/>
          </a:xfrm>
          <a:prstGeom prst="rect">
            <a:avLst/>
          </a:prstGeom>
          <a:noFill/>
          <a:ln>
            <a:noFill/>
          </a:ln>
        </p:spPr>
      </p:pic>
      <p:sp>
        <p:nvSpPr>
          <p:cNvPr id="112" name="Google Shape;112;p20"/>
          <p:cNvSpPr txBox="1"/>
          <p:nvPr/>
        </p:nvSpPr>
        <p:spPr>
          <a:xfrm>
            <a:off x="355600" y="4021425"/>
            <a:ext cx="6340800" cy="1015800"/>
          </a:xfrm>
          <a:prstGeom prst="rect">
            <a:avLst/>
          </a:prstGeom>
          <a:noFill/>
          <a:ln>
            <a:noFill/>
          </a:ln>
        </p:spPr>
        <p:txBody>
          <a:bodyPr spcFirstLastPara="1" wrap="square" lIns="91425" tIns="91425" rIns="91425" bIns="91425" anchor="t" anchorCtr="0">
            <a:spAutoFit/>
          </a:bodyPr>
          <a:lstStyle/>
          <a:p>
            <a:pPr marL="457200" lvl="0" indent="-342900" algn="l" rtl="0">
              <a:spcBef>
                <a:spcPts val="0"/>
              </a:spcBef>
              <a:spcAft>
                <a:spcPts val="0"/>
              </a:spcAft>
              <a:buSzPts val="1800"/>
              <a:buChar char="●"/>
            </a:pPr>
            <a:r>
              <a:rPr lang="en" sz="1800"/>
              <a:t>South Australians dislike green.</a:t>
            </a:r>
            <a:endParaRPr sz="1800"/>
          </a:p>
          <a:p>
            <a:pPr marL="457200" lvl="0" indent="-342900" algn="l" rtl="0">
              <a:spcBef>
                <a:spcPts val="0"/>
              </a:spcBef>
              <a:spcAft>
                <a:spcPts val="0"/>
              </a:spcAft>
              <a:buSzPts val="1800"/>
              <a:buChar char="●"/>
            </a:pPr>
            <a:r>
              <a:rPr lang="en" sz="1800"/>
              <a:t>the variable SA starts with domain {red,green,blue}</a:t>
            </a:r>
            <a:endParaRPr sz="1800"/>
          </a:p>
          <a:p>
            <a:pPr marL="457200" lvl="0" indent="-342900" algn="l" rtl="0">
              <a:spcBef>
                <a:spcPts val="0"/>
              </a:spcBef>
              <a:spcAft>
                <a:spcPts val="0"/>
              </a:spcAft>
              <a:buSzPts val="1800"/>
              <a:buChar char="●"/>
            </a:pPr>
            <a:r>
              <a:rPr lang="en" sz="1800"/>
              <a:t>How to make the SA node consistent?</a:t>
            </a:r>
            <a:endParaRPr sz="1800"/>
          </a:p>
        </p:txBody>
      </p:sp>
      <p:sp>
        <p:nvSpPr>
          <p:cNvPr id="113" name="Google Shape;113;p20"/>
          <p:cNvSpPr txBox="1"/>
          <p:nvPr/>
        </p:nvSpPr>
        <p:spPr>
          <a:xfrm>
            <a:off x="6800675" y="1886675"/>
            <a:ext cx="2084400" cy="1569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800"/>
              <a:t>A graph is node-consistent if every variable in the graph is node-consistent.</a:t>
            </a:r>
            <a:endParaRP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17"/>
        <p:cNvGrpSpPr/>
        <p:nvPr/>
      </p:nvGrpSpPr>
      <p:grpSpPr>
        <a:xfrm>
          <a:off x="0" y="0"/>
          <a:ext cx="0" cy="0"/>
          <a:chOff x="0" y="0"/>
          <a:chExt cx="0" cy="0"/>
        </a:xfrm>
      </p:grpSpPr>
      <p:sp>
        <p:nvSpPr>
          <p:cNvPr id="118" name="Google Shape;118;p21"/>
          <p:cNvSpPr txBox="1">
            <a:spLocks noGrp="1"/>
          </p:cNvSpPr>
          <p:nvPr>
            <p:ph type="title"/>
          </p:nvPr>
        </p:nvSpPr>
        <p:spPr>
          <a:xfrm>
            <a:off x="471900" y="738725"/>
            <a:ext cx="8222100" cy="7677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Arc consistency</a:t>
            </a:r>
            <a:endParaRPr/>
          </a:p>
        </p:txBody>
      </p:sp>
      <p:sp>
        <p:nvSpPr>
          <p:cNvPr id="119" name="Google Shape;119;p21"/>
          <p:cNvSpPr txBox="1">
            <a:spLocks noGrp="1"/>
          </p:cNvSpPr>
          <p:nvPr>
            <p:ph type="body" idx="1"/>
          </p:nvPr>
        </p:nvSpPr>
        <p:spPr>
          <a:xfrm>
            <a:off x="471900" y="1919075"/>
            <a:ext cx="8222100" cy="2710200"/>
          </a:xfrm>
          <a:prstGeom prst="rect">
            <a:avLst/>
          </a:prstGeom>
        </p:spPr>
        <p:txBody>
          <a:bodyPr spcFirstLastPara="1" wrap="square" lIns="91425" tIns="91425" rIns="91425" bIns="91425" anchor="t" anchorCtr="0">
            <a:noAutofit/>
          </a:bodyPr>
          <a:lstStyle/>
          <a:p>
            <a:pPr marL="457200" lvl="0" indent="-349250" algn="l" rtl="0">
              <a:spcBef>
                <a:spcPts val="0"/>
              </a:spcBef>
              <a:spcAft>
                <a:spcPts val="0"/>
              </a:spcAft>
              <a:buSzPts val="1900"/>
              <a:buChar char="●"/>
            </a:pPr>
            <a:r>
              <a:rPr lang="en" sz="1900"/>
              <a:t>A variable in a CSP is arc-consistent if every value in its domain satisfies the variable’s binary constraints.</a:t>
            </a:r>
            <a:endParaRPr sz="1900"/>
          </a:p>
          <a:p>
            <a:pPr marL="457200" lvl="0" indent="-349250" algn="l" rtl="0">
              <a:spcBef>
                <a:spcPts val="0"/>
              </a:spcBef>
              <a:spcAft>
                <a:spcPts val="0"/>
              </a:spcAft>
              <a:buSzPts val="1900"/>
              <a:buChar char="●"/>
            </a:pPr>
            <a:r>
              <a:rPr lang="en" sz="1900"/>
              <a:t>More formally, Xi is arc-consistent with respect to another variable Xj if for every value in the current domain Di there is some value in the domain Dj that satisfies the binary constraint on the arc (Xi ,Xj).</a:t>
            </a:r>
            <a:endParaRPr sz="1900"/>
          </a:p>
          <a:p>
            <a:pPr marL="457200" lvl="0" indent="-349250" algn="l" rtl="0">
              <a:spcBef>
                <a:spcPts val="0"/>
              </a:spcBef>
              <a:spcAft>
                <a:spcPts val="0"/>
              </a:spcAft>
              <a:buSzPts val="1900"/>
              <a:buChar char="●"/>
            </a:pPr>
            <a:r>
              <a:rPr lang="en" sz="1900"/>
              <a:t>A graph is arc-consistent if every variable is arc consistent with every other variable.</a:t>
            </a:r>
            <a:endParaRPr sz="1900"/>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23"/>
        <p:cNvGrpSpPr/>
        <p:nvPr/>
      </p:nvGrpSpPr>
      <p:grpSpPr>
        <a:xfrm>
          <a:off x="0" y="0"/>
          <a:ext cx="0" cy="0"/>
          <a:chOff x="0" y="0"/>
          <a:chExt cx="0" cy="0"/>
        </a:xfrm>
      </p:grpSpPr>
      <p:sp>
        <p:nvSpPr>
          <p:cNvPr id="124" name="Google Shape;124;p22"/>
          <p:cNvSpPr txBox="1">
            <a:spLocks noGrp="1"/>
          </p:cNvSpPr>
          <p:nvPr>
            <p:ph type="title"/>
          </p:nvPr>
        </p:nvSpPr>
        <p:spPr>
          <a:xfrm>
            <a:off x="471900" y="738725"/>
            <a:ext cx="8222100" cy="7677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Arc consistency</a:t>
            </a:r>
            <a:endParaRPr/>
          </a:p>
        </p:txBody>
      </p:sp>
      <p:sp>
        <p:nvSpPr>
          <p:cNvPr id="125" name="Google Shape;125;p22"/>
          <p:cNvSpPr txBox="1">
            <a:spLocks noGrp="1"/>
          </p:cNvSpPr>
          <p:nvPr>
            <p:ph type="body" idx="1"/>
          </p:nvPr>
        </p:nvSpPr>
        <p:spPr>
          <a:xfrm>
            <a:off x="471900" y="1919075"/>
            <a:ext cx="8222100" cy="2710200"/>
          </a:xfrm>
          <a:prstGeom prst="rect">
            <a:avLst/>
          </a:prstGeom>
        </p:spPr>
        <p:txBody>
          <a:bodyPr spcFirstLastPara="1" wrap="square" lIns="91425" tIns="91425" rIns="91425" bIns="91425" anchor="t" anchorCtr="0">
            <a:noAutofit/>
          </a:bodyPr>
          <a:lstStyle/>
          <a:p>
            <a:pPr marL="457200" lvl="0" indent="-349250" algn="l" rtl="0">
              <a:spcBef>
                <a:spcPts val="0"/>
              </a:spcBef>
              <a:spcAft>
                <a:spcPts val="0"/>
              </a:spcAft>
              <a:buSzPts val="1900"/>
              <a:buChar char="●"/>
            </a:pPr>
            <a:r>
              <a:rPr lang="en" sz="1900"/>
              <a:t>Consider the constraint Y = X^2.</a:t>
            </a:r>
            <a:endParaRPr sz="1900"/>
          </a:p>
          <a:p>
            <a:pPr marL="457200" lvl="0" indent="-349250" algn="l" rtl="0">
              <a:spcBef>
                <a:spcPts val="0"/>
              </a:spcBef>
              <a:spcAft>
                <a:spcPts val="0"/>
              </a:spcAft>
              <a:buSzPts val="1900"/>
              <a:buChar char="●"/>
            </a:pPr>
            <a:r>
              <a:rPr lang="en" sz="1900"/>
              <a:t>Domain of both X and Y is the set of decimal digits.</a:t>
            </a:r>
            <a:endParaRPr sz="1900"/>
          </a:p>
          <a:p>
            <a:pPr marL="457200" lvl="0" indent="-349250" algn="l" rtl="0">
              <a:spcBef>
                <a:spcPts val="0"/>
              </a:spcBef>
              <a:spcAft>
                <a:spcPts val="0"/>
              </a:spcAft>
              <a:buSzPts val="1900"/>
              <a:buChar char="●"/>
            </a:pPr>
            <a:r>
              <a:rPr lang="en" sz="1900"/>
              <a:t>We can write this constraint explicitly as </a:t>
            </a:r>
            <a:endParaRPr sz="1900"/>
          </a:p>
          <a:p>
            <a:pPr marL="0" lvl="0" indent="0" algn="l" rtl="0">
              <a:spcBef>
                <a:spcPts val="1600"/>
              </a:spcBef>
              <a:spcAft>
                <a:spcPts val="0"/>
              </a:spcAft>
              <a:buNone/>
            </a:pPr>
            <a:endParaRPr sz="1900"/>
          </a:p>
          <a:p>
            <a:pPr marL="457200" lvl="0" indent="-349250" algn="l" rtl="0">
              <a:spcBef>
                <a:spcPts val="1600"/>
              </a:spcBef>
              <a:spcAft>
                <a:spcPts val="0"/>
              </a:spcAft>
              <a:buSzPts val="1900"/>
              <a:buChar char="●"/>
            </a:pPr>
            <a:r>
              <a:rPr lang="en" sz="1900"/>
              <a:t>How to make X arc-consistent with respect to Y?</a:t>
            </a:r>
            <a:endParaRPr sz="1900"/>
          </a:p>
          <a:p>
            <a:pPr marL="457200" lvl="0" indent="-349250" algn="l" rtl="0">
              <a:spcBef>
                <a:spcPts val="0"/>
              </a:spcBef>
              <a:spcAft>
                <a:spcPts val="0"/>
              </a:spcAft>
              <a:buSzPts val="1900"/>
              <a:buChar char="●"/>
            </a:pPr>
            <a:r>
              <a:rPr lang="en" sz="1900"/>
              <a:t>How to make Y arc-consistent with respect to X?</a:t>
            </a:r>
            <a:endParaRPr sz="1900"/>
          </a:p>
        </p:txBody>
      </p:sp>
      <p:pic>
        <p:nvPicPr>
          <p:cNvPr id="126" name="Google Shape;126;p22"/>
          <p:cNvPicPr preferRelativeResize="0"/>
          <p:nvPr/>
        </p:nvPicPr>
        <p:blipFill>
          <a:blip r:embed="rId3">
            <a:alphaModFix/>
          </a:blip>
          <a:stretch>
            <a:fillRect/>
          </a:stretch>
        </p:blipFill>
        <p:spPr>
          <a:xfrm>
            <a:off x="1621975" y="3088438"/>
            <a:ext cx="3867150" cy="371475"/>
          </a:xfrm>
          <a:prstGeom prst="rect">
            <a:avLst/>
          </a:prstGeom>
          <a:noFill/>
          <a:ln>
            <a:noFill/>
          </a:ln>
        </p:spPr>
      </p:pic>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30"/>
        <p:cNvGrpSpPr/>
        <p:nvPr/>
      </p:nvGrpSpPr>
      <p:grpSpPr>
        <a:xfrm>
          <a:off x="0" y="0"/>
          <a:ext cx="0" cy="0"/>
          <a:chOff x="0" y="0"/>
          <a:chExt cx="0" cy="0"/>
        </a:xfrm>
      </p:grpSpPr>
      <p:sp>
        <p:nvSpPr>
          <p:cNvPr id="131" name="Google Shape;131;p23"/>
          <p:cNvSpPr txBox="1">
            <a:spLocks noGrp="1"/>
          </p:cNvSpPr>
          <p:nvPr>
            <p:ph type="title"/>
          </p:nvPr>
        </p:nvSpPr>
        <p:spPr>
          <a:xfrm>
            <a:off x="471900" y="738725"/>
            <a:ext cx="8222100" cy="7677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Arc consistency</a:t>
            </a:r>
            <a:endParaRPr/>
          </a:p>
        </p:txBody>
      </p:sp>
      <p:sp>
        <p:nvSpPr>
          <p:cNvPr id="132" name="Google Shape;132;p23"/>
          <p:cNvSpPr txBox="1">
            <a:spLocks noGrp="1"/>
          </p:cNvSpPr>
          <p:nvPr>
            <p:ph type="body" idx="1"/>
          </p:nvPr>
        </p:nvSpPr>
        <p:spPr>
          <a:xfrm>
            <a:off x="471900" y="1919075"/>
            <a:ext cx="8222100" cy="2710200"/>
          </a:xfrm>
          <a:prstGeom prst="rect">
            <a:avLst/>
          </a:prstGeom>
        </p:spPr>
        <p:txBody>
          <a:bodyPr spcFirstLastPara="1" wrap="square" lIns="91425" tIns="91425" rIns="91425" bIns="91425" anchor="t" anchorCtr="0">
            <a:noAutofit/>
          </a:bodyPr>
          <a:lstStyle/>
          <a:p>
            <a:pPr marL="457200" lvl="0" indent="-349250" algn="l" rtl="0">
              <a:spcBef>
                <a:spcPts val="0"/>
              </a:spcBef>
              <a:spcAft>
                <a:spcPts val="0"/>
              </a:spcAft>
              <a:buSzPts val="1900"/>
              <a:buAutoNum type="arabicPeriod"/>
            </a:pPr>
            <a:r>
              <a:rPr lang="en" sz="1900"/>
              <a:t>How to make X arc-consistent with respect to Y?</a:t>
            </a:r>
            <a:endParaRPr sz="1900"/>
          </a:p>
          <a:p>
            <a:pPr marL="914400" lvl="0" indent="-349250" algn="l" rtl="0">
              <a:spcBef>
                <a:spcPts val="0"/>
              </a:spcBef>
              <a:spcAft>
                <a:spcPts val="0"/>
              </a:spcAft>
              <a:buSzPts val="1900"/>
              <a:buChar char="●"/>
            </a:pPr>
            <a:r>
              <a:rPr lang="en" sz="1900"/>
              <a:t>We reduce X’s domain to {0,1,2,3}.</a:t>
            </a:r>
            <a:endParaRPr sz="1900"/>
          </a:p>
          <a:p>
            <a:pPr marL="457200" lvl="0" indent="-349250" algn="l" rtl="0">
              <a:spcBef>
                <a:spcPts val="0"/>
              </a:spcBef>
              <a:spcAft>
                <a:spcPts val="0"/>
              </a:spcAft>
              <a:buSzPts val="1900"/>
              <a:buAutoNum type="arabicPeriod"/>
            </a:pPr>
            <a:r>
              <a:rPr lang="en" sz="1900"/>
              <a:t>How to make Y arc-consistent with respect to X?</a:t>
            </a:r>
            <a:endParaRPr sz="1900"/>
          </a:p>
          <a:p>
            <a:pPr marL="914400" lvl="0" indent="-349250" algn="l" rtl="0">
              <a:spcBef>
                <a:spcPts val="0"/>
              </a:spcBef>
              <a:spcAft>
                <a:spcPts val="0"/>
              </a:spcAft>
              <a:buSzPts val="1900"/>
              <a:buChar char="●"/>
            </a:pPr>
            <a:r>
              <a:rPr lang="en" sz="1900"/>
              <a:t>Y’s domain becomes {0,1,4,9}.</a:t>
            </a:r>
            <a:endParaRPr sz="1900"/>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36"/>
        <p:cNvGrpSpPr/>
        <p:nvPr/>
      </p:nvGrpSpPr>
      <p:grpSpPr>
        <a:xfrm>
          <a:off x="0" y="0"/>
          <a:ext cx="0" cy="0"/>
          <a:chOff x="0" y="0"/>
          <a:chExt cx="0" cy="0"/>
        </a:xfrm>
      </p:grpSpPr>
      <p:sp>
        <p:nvSpPr>
          <p:cNvPr id="137" name="Google Shape;137;p24"/>
          <p:cNvSpPr txBox="1">
            <a:spLocks noGrp="1"/>
          </p:cNvSpPr>
          <p:nvPr>
            <p:ph type="title"/>
          </p:nvPr>
        </p:nvSpPr>
        <p:spPr>
          <a:xfrm>
            <a:off x="471900" y="738725"/>
            <a:ext cx="8222100" cy="7677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Arc consistency</a:t>
            </a:r>
            <a:endParaRPr/>
          </a:p>
        </p:txBody>
      </p:sp>
      <p:sp>
        <p:nvSpPr>
          <p:cNvPr id="138" name="Google Shape;138;p24"/>
          <p:cNvSpPr txBox="1">
            <a:spLocks noGrp="1"/>
          </p:cNvSpPr>
          <p:nvPr>
            <p:ph type="body" idx="1"/>
          </p:nvPr>
        </p:nvSpPr>
        <p:spPr>
          <a:xfrm>
            <a:off x="471900" y="1919075"/>
            <a:ext cx="8222100" cy="2710200"/>
          </a:xfrm>
          <a:prstGeom prst="rect">
            <a:avLst/>
          </a:prstGeom>
        </p:spPr>
        <p:txBody>
          <a:bodyPr spcFirstLastPara="1" wrap="square" lIns="91425" tIns="91425" rIns="91425" bIns="91425" anchor="t" anchorCtr="0">
            <a:noAutofit/>
          </a:bodyPr>
          <a:lstStyle/>
          <a:p>
            <a:pPr marL="914400" lvl="0" indent="-349250" algn="l" rtl="0">
              <a:spcBef>
                <a:spcPts val="0"/>
              </a:spcBef>
              <a:spcAft>
                <a:spcPts val="0"/>
              </a:spcAft>
              <a:buSzPts val="1900"/>
              <a:buChar char="●"/>
            </a:pPr>
            <a:r>
              <a:rPr lang="en" sz="1900"/>
              <a:t>Arc consistency can do nothing for the Australia map-coloring problem. </a:t>
            </a:r>
            <a:endParaRPr sz="1900"/>
          </a:p>
          <a:p>
            <a:pPr marL="914400" lvl="0" indent="-349250" algn="l" rtl="0">
              <a:spcBef>
                <a:spcPts val="0"/>
              </a:spcBef>
              <a:spcAft>
                <a:spcPts val="0"/>
              </a:spcAft>
              <a:buSzPts val="1900"/>
              <a:buChar char="●"/>
            </a:pPr>
            <a:r>
              <a:rPr lang="en" sz="1900"/>
              <a:t>Why?</a:t>
            </a:r>
            <a:endParaRPr sz="1900"/>
          </a:p>
          <a:p>
            <a:pPr marL="914400" lvl="0" indent="-349250" algn="l" rtl="0">
              <a:spcBef>
                <a:spcPts val="0"/>
              </a:spcBef>
              <a:spcAft>
                <a:spcPts val="0"/>
              </a:spcAft>
              <a:buSzPts val="1900"/>
              <a:buChar char="●"/>
            </a:pPr>
            <a:r>
              <a:rPr lang="en" sz="1900"/>
              <a:t>Consider the following inequality constraint on (SA,WA):</a:t>
            </a:r>
            <a:endParaRPr sz="1900"/>
          </a:p>
          <a:p>
            <a:pPr marL="1371600" lvl="0" indent="0" algn="l" rtl="0">
              <a:spcBef>
                <a:spcPts val="1600"/>
              </a:spcBef>
              <a:spcAft>
                <a:spcPts val="1600"/>
              </a:spcAft>
              <a:buNone/>
            </a:pPr>
            <a:endParaRPr sz="1900"/>
          </a:p>
        </p:txBody>
      </p:sp>
      <p:graphicFrame>
        <p:nvGraphicFramePr>
          <p:cNvPr id="139" name="Google Shape;139;p24"/>
          <p:cNvGraphicFramePr/>
          <p:nvPr/>
        </p:nvGraphicFramePr>
        <p:xfrm>
          <a:off x="2762250" y="3451300"/>
          <a:ext cx="3619500" cy="1661040"/>
        </p:xfrm>
        <a:graphic>
          <a:graphicData uri="http://schemas.openxmlformats.org/drawingml/2006/table">
            <a:tbl>
              <a:tblPr>
                <a:noFill/>
                <a:tableStyleId>{A3834207-40BF-4120-B416-0DF4201013E5}</a:tableStyleId>
              </a:tblPr>
              <a:tblGrid>
                <a:gridCol w="1809750">
                  <a:extLst>
                    <a:ext uri="{9D8B030D-6E8A-4147-A177-3AD203B41FA5}">
                      <a16:colId xmlns:a16="http://schemas.microsoft.com/office/drawing/2014/main" val="20000"/>
                    </a:ext>
                  </a:extLst>
                </a:gridCol>
                <a:gridCol w="1809750">
                  <a:extLst>
                    <a:ext uri="{9D8B030D-6E8A-4147-A177-3AD203B41FA5}">
                      <a16:colId xmlns:a16="http://schemas.microsoft.com/office/drawing/2014/main" val="20001"/>
                    </a:ext>
                  </a:extLst>
                </a:gridCol>
              </a:tblGrid>
              <a:tr h="381000">
                <a:tc>
                  <a:txBody>
                    <a:bodyPr/>
                    <a:lstStyle/>
                    <a:p>
                      <a:pPr marL="0" lvl="0" indent="0" algn="ctr" rtl="0">
                        <a:spcBef>
                          <a:spcPts val="0"/>
                        </a:spcBef>
                        <a:spcAft>
                          <a:spcPts val="0"/>
                        </a:spcAft>
                        <a:buNone/>
                      </a:pPr>
                      <a:r>
                        <a:rPr lang="en" sz="1600" b="1"/>
                        <a:t>SA</a:t>
                      </a:r>
                      <a:endParaRPr sz="1600" b="1"/>
                    </a:p>
                  </a:txBody>
                  <a:tcPr marL="91425" marR="91425" marT="91425" marB="91425"/>
                </a:tc>
                <a:tc>
                  <a:txBody>
                    <a:bodyPr/>
                    <a:lstStyle/>
                    <a:p>
                      <a:pPr marL="0" lvl="0" indent="0" algn="ctr" rtl="0">
                        <a:spcBef>
                          <a:spcPts val="0"/>
                        </a:spcBef>
                        <a:spcAft>
                          <a:spcPts val="0"/>
                        </a:spcAft>
                        <a:buNone/>
                      </a:pPr>
                      <a:r>
                        <a:rPr lang="en" sz="1600" b="1"/>
                        <a:t>WA</a:t>
                      </a:r>
                      <a:endParaRPr sz="1600" b="1"/>
                    </a:p>
                  </a:txBody>
                  <a:tcPr marL="91425" marR="91425" marT="91425" marB="91425"/>
                </a:tc>
                <a:extLst>
                  <a:ext uri="{0D108BD9-81ED-4DB2-BD59-A6C34878D82A}">
                    <a16:rowId xmlns:a16="http://schemas.microsoft.com/office/drawing/2014/main" val="10000"/>
                  </a:ext>
                </a:extLst>
              </a:tr>
              <a:tr h="381000">
                <a:tc>
                  <a:txBody>
                    <a:bodyPr/>
                    <a:lstStyle/>
                    <a:p>
                      <a:pPr marL="0" lvl="0" indent="0" algn="ctr" rtl="0">
                        <a:spcBef>
                          <a:spcPts val="0"/>
                        </a:spcBef>
                        <a:spcAft>
                          <a:spcPts val="0"/>
                        </a:spcAft>
                        <a:buNone/>
                      </a:pPr>
                      <a:r>
                        <a:rPr lang="en" sz="1500" b="1">
                          <a:solidFill>
                            <a:schemeClr val="accent3"/>
                          </a:solidFill>
                        </a:rPr>
                        <a:t>Red</a:t>
                      </a:r>
                      <a:endParaRPr sz="1500" b="1">
                        <a:solidFill>
                          <a:schemeClr val="accent3"/>
                        </a:solidFill>
                      </a:endParaRPr>
                    </a:p>
                  </a:txBody>
                  <a:tcPr marL="91425" marR="91425" marT="91425" marB="91425"/>
                </a:tc>
                <a:tc>
                  <a:txBody>
                    <a:bodyPr/>
                    <a:lstStyle/>
                    <a:p>
                      <a:pPr marL="0" lvl="0" indent="0" algn="ctr" rtl="0">
                        <a:spcBef>
                          <a:spcPts val="0"/>
                        </a:spcBef>
                        <a:spcAft>
                          <a:spcPts val="0"/>
                        </a:spcAft>
                        <a:buNone/>
                      </a:pPr>
                      <a:r>
                        <a:rPr lang="en" sz="1500" b="1">
                          <a:solidFill>
                            <a:schemeClr val="accent3"/>
                          </a:solidFill>
                        </a:rPr>
                        <a:t>Red</a:t>
                      </a:r>
                      <a:endParaRPr sz="1500" b="1">
                        <a:solidFill>
                          <a:schemeClr val="accent3"/>
                        </a:solidFill>
                      </a:endParaRPr>
                    </a:p>
                  </a:txBody>
                  <a:tcPr marL="91425" marR="91425" marT="91425" marB="91425"/>
                </a:tc>
                <a:extLst>
                  <a:ext uri="{0D108BD9-81ED-4DB2-BD59-A6C34878D82A}">
                    <a16:rowId xmlns:a16="http://schemas.microsoft.com/office/drawing/2014/main" val="10001"/>
                  </a:ext>
                </a:extLst>
              </a:tr>
              <a:tr h="381000">
                <a:tc>
                  <a:txBody>
                    <a:bodyPr/>
                    <a:lstStyle/>
                    <a:p>
                      <a:pPr marL="0" lvl="0" indent="0" algn="ctr" rtl="0">
                        <a:spcBef>
                          <a:spcPts val="0"/>
                        </a:spcBef>
                        <a:spcAft>
                          <a:spcPts val="0"/>
                        </a:spcAft>
                        <a:buNone/>
                      </a:pPr>
                      <a:r>
                        <a:rPr lang="en" sz="1500" b="1">
                          <a:solidFill>
                            <a:srgbClr val="0000FF"/>
                          </a:solidFill>
                        </a:rPr>
                        <a:t>Blue</a:t>
                      </a:r>
                      <a:endParaRPr sz="1500" b="1">
                        <a:solidFill>
                          <a:srgbClr val="0000FF"/>
                        </a:solidFill>
                      </a:endParaRPr>
                    </a:p>
                  </a:txBody>
                  <a:tcPr marL="91425" marR="91425" marT="91425" marB="91425"/>
                </a:tc>
                <a:tc>
                  <a:txBody>
                    <a:bodyPr/>
                    <a:lstStyle/>
                    <a:p>
                      <a:pPr marL="0" lvl="0" indent="0" algn="ctr" rtl="0">
                        <a:spcBef>
                          <a:spcPts val="0"/>
                        </a:spcBef>
                        <a:spcAft>
                          <a:spcPts val="0"/>
                        </a:spcAft>
                        <a:buNone/>
                      </a:pPr>
                      <a:r>
                        <a:rPr lang="en" sz="1500" b="1">
                          <a:solidFill>
                            <a:srgbClr val="0000FF"/>
                          </a:solidFill>
                        </a:rPr>
                        <a:t>Blue</a:t>
                      </a:r>
                      <a:endParaRPr sz="1500" b="1">
                        <a:solidFill>
                          <a:srgbClr val="0000FF"/>
                        </a:solidFill>
                      </a:endParaRPr>
                    </a:p>
                  </a:txBody>
                  <a:tcPr marL="91425" marR="91425" marT="91425" marB="91425"/>
                </a:tc>
                <a:extLst>
                  <a:ext uri="{0D108BD9-81ED-4DB2-BD59-A6C34878D82A}">
                    <a16:rowId xmlns:a16="http://schemas.microsoft.com/office/drawing/2014/main" val="10002"/>
                  </a:ext>
                </a:extLst>
              </a:tr>
              <a:tr h="381000">
                <a:tc>
                  <a:txBody>
                    <a:bodyPr/>
                    <a:lstStyle/>
                    <a:p>
                      <a:pPr marL="0" lvl="0" indent="0" algn="ctr" rtl="0">
                        <a:spcBef>
                          <a:spcPts val="0"/>
                        </a:spcBef>
                        <a:spcAft>
                          <a:spcPts val="0"/>
                        </a:spcAft>
                        <a:buNone/>
                      </a:pPr>
                      <a:r>
                        <a:rPr lang="en" sz="1500" b="1">
                          <a:solidFill>
                            <a:srgbClr val="008140"/>
                          </a:solidFill>
                        </a:rPr>
                        <a:t>Green</a:t>
                      </a:r>
                      <a:endParaRPr sz="1500" b="1">
                        <a:solidFill>
                          <a:srgbClr val="008140"/>
                        </a:solidFill>
                      </a:endParaRPr>
                    </a:p>
                  </a:txBody>
                  <a:tcPr marL="91425" marR="91425" marT="91425" marB="91425"/>
                </a:tc>
                <a:tc>
                  <a:txBody>
                    <a:bodyPr/>
                    <a:lstStyle/>
                    <a:p>
                      <a:pPr marL="0" lvl="0" indent="0" algn="ctr" rtl="0">
                        <a:spcBef>
                          <a:spcPts val="0"/>
                        </a:spcBef>
                        <a:spcAft>
                          <a:spcPts val="0"/>
                        </a:spcAft>
                        <a:buNone/>
                      </a:pPr>
                      <a:r>
                        <a:rPr lang="en" sz="1500" b="1">
                          <a:solidFill>
                            <a:srgbClr val="008140"/>
                          </a:solidFill>
                        </a:rPr>
                        <a:t>Green</a:t>
                      </a:r>
                      <a:endParaRPr sz="1500" b="1">
                        <a:solidFill>
                          <a:srgbClr val="008140"/>
                        </a:solidFill>
                      </a:endParaRPr>
                    </a:p>
                  </a:txBody>
                  <a:tcPr marL="91425" marR="91425" marT="91425" marB="91425"/>
                </a:tc>
                <a:extLst>
                  <a:ext uri="{0D108BD9-81ED-4DB2-BD59-A6C34878D82A}">
                    <a16:rowId xmlns:a16="http://schemas.microsoft.com/office/drawing/2014/main" val="10003"/>
                  </a:ext>
                </a:extLst>
              </a:tr>
            </a:tbl>
          </a:graphicData>
        </a:graphic>
      </p:graphicFrame>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25"/>
          <p:cNvSpPr txBox="1">
            <a:spLocks noGrp="1"/>
          </p:cNvSpPr>
          <p:nvPr>
            <p:ph type="body" idx="1"/>
          </p:nvPr>
        </p:nvSpPr>
        <p:spPr>
          <a:xfrm>
            <a:off x="460950" y="1381650"/>
            <a:ext cx="8222100" cy="1300800"/>
          </a:xfrm>
          <a:prstGeom prst="rect">
            <a:avLst/>
          </a:prstGeom>
        </p:spPr>
        <p:txBody>
          <a:bodyPr spcFirstLastPara="1" wrap="square" lIns="91425" tIns="91425" rIns="91425" bIns="91425" anchor="t" anchorCtr="0">
            <a:noAutofit/>
          </a:bodyPr>
          <a:lstStyle/>
          <a:p>
            <a:pPr marL="0" lvl="0" indent="0" algn="l" rtl="0">
              <a:spcBef>
                <a:spcPts val="0"/>
              </a:spcBef>
              <a:spcAft>
                <a:spcPts val="1600"/>
              </a:spcAft>
              <a:buNone/>
            </a:pPr>
            <a:r>
              <a:rPr lang="en" sz="2800" b="1"/>
              <a:t>What does it mean for an arc to be consistent?</a:t>
            </a:r>
            <a:endParaRPr sz="2800" b="1"/>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48"/>
        <p:cNvGrpSpPr/>
        <p:nvPr/>
      </p:nvGrpSpPr>
      <p:grpSpPr>
        <a:xfrm>
          <a:off x="0" y="0"/>
          <a:ext cx="0" cy="0"/>
          <a:chOff x="0" y="0"/>
          <a:chExt cx="0" cy="0"/>
        </a:xfrm>
      </p:grpSpPr>
      <p:sp>
        <p:nvSpPr>
          <p:cNvPr id="149" name="Google Shape;149;p26"/>
          <p:cNvSpPr txBox="1">
            <a:spLocks noGrp="1"/>
          </p:cNvSpPr>
          <p:nvPr>
            <p:ph type="body" idx="1"/>
          </p:nvPr>
        </p:nvSpPr>
        <p:spPr>
          <a:xfrm>
            <a:off x="460950" y="1381650"/>
            <a:ext cx="8222100" cy="1300800"/>
          </a:xfrm>
          <a:prstGeom prst="rect">
            <a:avLst/>
          </a:prstGeom>
        </p:spPr>
        <p:txBody>
          <a:bodyPr spcFirstLastPara="1" wrap="square" lIns="91425" tIns="91425" rIns="91425" bIns="91425" anchor="t" anchorCtr="0">
            <a:noAutofit/>
          </a:bodyPr>
          <a:lstStyle/>
          <a:p>
            <a:pPr marL="0" lvl="0" indent="0" algn="l" rtl="0">
              <a:spcBef>
                <a:spcPts val="0"/>
              </a:spcBef>
              <a:spcAft>
                <a:spcPts val="1600"/>
              </a:spcAft>
              <a:buNone/>
            </a:pPr>
            <a:r>
              <a:rPr lang="en" sz="2800" b="1"/>
              <a:t>What does it mean for an arc to be consistent?</a:t>
            </a:r>
            <a:endParaRPr sz="2800" b="1"/>
          </a:p>
        </p:txBody>
      </p:sp>
      <p:sp>
        <p:nvSpPr>
          <p:cNvPr id="150" name="Google Shape;150;p26"/>
          <p:cNvSpPr txBox="1"/>
          <p:nvPr/>
        </p:nvSpPr>
        <p:spPr>
          <a:xfrm>
            <a:off x="551550" y="2188700"/>
            <a:ext cx="8040900" cy="738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800" b="1"/>
              <a:t>An arc &lt;X, r(X, Y)&gt; is arc consistent if for each value x in dom(X) there is some value y in dom(y) such that r(x, y) is satisfied.</a:t>
            </a:r>
            <a:endParaRPr sz="1800"/>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54"/>
        <p:cNvGrpSpPr/>
        <p:nvPr/>
      </p:nvGrpSpPr>
      <p:grpSpPr>
        <a:xfrm>
          <a:off x="0" y="0"/>
          <a:ext cx="0" cy="0"/>
          <a:chOff x="0" y="0"/>
          <a:chExt cx="0" cy="0"/>
        </a:xfrm>
      </p:grpSpPr>
      <p:sp>
        <p:nvSpPr>
          <p:cNvPr id="155" name="Google Shape;155;p27"/>
          <p:cNvSpPr txBox="1">
            <a:spLocks noGrp="1"/>
          </p:cNvSpPr>
          <p:nvPr>
            <p:ph type="body" idx="1"/>
          </p:nvPr>
        </p:nvSpPr>
        <p:spPr>
          <a:xfrm>
            <a:off x="460950" y="1381650"/>
            <a:ext cx="8222100" cy="1300800"/>
          </a:xfrm>
          <a:prstGeom prst="rect">
            <a:avLst/>
          </a:prstGeom>
        </p:spPr>
        <p:txBody>
          <a:bodyPr spcFirstLastPara="1" wrap="square" lIns="91425" tIns="91425" rIns="91425" bIns="91425" anchor="t" anchorCtr="0">
            <a:noAutofit/>
          </a:bodyPr>
          <a:lstStyle/>
          <a:p>
            <a:pPr marL="0" lvl="0" indent="0" algn="l" rtl="0">
              <a:spcBef>
                <a:spcPts val="0"/>
              </a:spcBef>
              <a:spcAft>
                <a:spcPts val="1600"/>
              </a:spcAft>
              <a:buNone/>
            </a:pPr>
            <a:r>
              <a:rPr lang="en" sz="2800" b="1"/>
              <a:t>How can we enforce consistency of an arc &lt;X,r(X,Y)&gt;?</a:t>
            </a:r>
            <a:endParaRPr sz="2800" b="1"/>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59"/>
        <p:cNvGrpSpPr/>
        <p:nvPr/>
      </p:nvGrpSpPr>
      <p:grpSpPr>
        <a:xfrm>
          <a:off x="0" y="0"/>
          <a:ext cx="0" cy="0"/>
          <a:chOff x="0" y="0"/>
          <a:chExt cx="0" cy="0"/>
        </a:xfrm>
      </p:grpSpPr>
      <p:sp>
        <p:nvSpPr>
          <p:cNvPr id="160" name="Google Shape;160;p28"/>
          <p:cNvSpPr txBox="1">
            <a:spLocks noGrp="1"/>
          </p:cNvSpPr>
          <p:nvPr>
            <p:ph type="body" idx="1"/>
          </p:nvPr>
        </p:nvSpPr>
        <p:spPr>
          <a:xfrm>
            <a:off x="460950" y="1381650"/>
            <a:ext cx="8222100" cy="1300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2800" b="1"/>
              <a:t>How can we enforce consistency of an arc &lt;X,r(X,Y)&gt;?</a:t>
            </a:r>
            <a:endParaRPr sz="2800" b="1"/>
          </a:p>
          <a:p>
            <a:pPr marL="0" lvl="0" indent="0" algn="l" rtl="0">
              <a:spcBef>
                <a:spcPts val="1600"/>
              </a:spcBef>
              <a:spcAft>
                <a:spcPts val="1600"/>
              </a:spcAft>
              <a:buNone/>
            </a:pPr>
            <a:r>
              <a:rPr lang="en" sz="2000" b="1"/>
              <a:t>Remove all the values x in dom(x) for which there is no corresponding value y in dom(y) that satisfies the constraint.</a:t>
            </a:r>
            <a:endParaRPr sz="2000" b="1"/>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64"/>
        <p:cNvGrpSpPr/>
        <p:nvPr/>
      </p:nvGrpSpPr>
      <p:grpSpPr>
        <a:xfrm>
          <a:off x="0" y="0"/>
          <a:ext cx="0" cy="0"/>
          <a:chOff x="0" y="0"/>
          <a:chExt cx="0" cy="0"/>
        </a:xfrm>
      </p:grpSpPr>
      <p:sp>
        <p:nvSpPr>
          <p:cNvPr id="165" name="Google Shape;165;p29"/>
          <p:cNvSpPr txBox="1">
            <a:spLocks noGrp="1"/>
          </p:cNvSpPr>
          <p:nvPr>
            <p:ph type="body" idx="1"/>
          </p:nvPr>
        </p:nvSpPr>
        <p:spPr>
          <a:xfrm>
            <a:off x="460950" y="1381650"/>
            <a:ext cx="8222100" cy="1300800"/>
          </a:xfrm>
          <a:prstGeom prst="rect">
            <a:avLst/>
          </a:prstGeom>
        </p:spPr>
        <p:txBody>
          <a:bodyPr spcFirstLastPara="1" wrap="square" lIns="91425" tIns="91425" rIns="91425" bIns="91425" anchor="t" anchorCtr="0">
            <a:noAutofit/>
          </a:bodyPr>
          <a:lstStyle/>
          <a:p>
            <a:pPr marL="0" lvl="0" indent="0" algn="l" rtl="0">
              <a:spcBef>
                <a:spcPts val="0"/>
              </a:spcBef>
              <a:spcAft>
                <a:spcPts val="1600"/>
              </a:spcAft>
              <a:buNone/>
            </a:pPr>
            <a:r>
              <a:rPr lang="en" sz="2800" b="1"/>
              <a:t>What does it mean for a network to be arc consistent?</a:t>
            </a:r>
            <a:endParaRPr sz="2000" b="1"/>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69"/>
        <p:cNvGrpSpPr/>
        <p:nvPr/>
      </p:nvGrpSpPr>
      <p:grpSpPr>
        <a:xfrm>
          <a:off x="0" y="0"/>
          <a:ext cx="0" cy="0"/>
          <a:chOff x="0" y="0"/>
          <a:chExt cx="0" cy="0"/>
        </a:xfrm>
      </p:grpSpPr>
      <p:sp>
        <p:nvSpPr>
          <p:cNvPr id="170" name="Google Shape;170;p30"/>
          <p:cNvSpPr txBox="1">
            <a:spLocks noGrp="1"/>
          </p:cNvSpPr>
          <p:nvPr>
            <p:ph type="body" idx="1"/>
          </p:nvPr>
        </p:nvSpPr>
        <p:spPr>
          <a:xfrm>
            <a:off x="460950" y="1381650"/>
            <a:ext cx="8222100" cy="1300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2800" b="1"/>
              <a:t>What does it mean for a network to be arc consistent?</a:t>
            </a:r>
            <a:endParaRPr sz="2800" b="1"/>
          </a:p>
          <a:p>
            <a:pPr marL="0" lvl="0" indent="0" algn="l" rtl="0">
              <a:spcBef>
                <a:spcPts val="1600"/>
              </a:spcBef>
              <a:spcAft>
                <a:spcPts val="1600"/>
              </a:spcAft>
              <a:buNone/>
            </a:pPr>
            <a:r>
              <a:rPr lang="en" sz="2000" b="1"/>
              <a:t>All of its arcs are consistent.</a:t>
            </a:r>
            <a:endParaRPr sz="2000" b="1"/>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74"/>
        <p:cNvGrpSpPr/>
        <p:nvPr/>
      </p:nvGrpSpPr>
      <p:grpSpPr>
        <a:xfrm>
          <a:off x="0" y="0"/>
          <a:ext cx="0" cy="0"/>
          <a:chOff x="0" y="0"/>
          <a:chExt cx="0" cy="0"/>
        </a:xfrm>
      </p:grpSpPr>
      <p:sp>
        <p:nvSpPr>
          <p:cNvPr id="175" name="Google Shape;175;p31"/>
          <p:cNvSpPr txBox="1">
            <a:spLocks noGrp="1"/>
          </p:cNvSpPr>
          <p:nvPr>
            <p:ph type="body" idx="1"/>
          </p:nvPr>
        </p:nvSpPr>
        <p:spPr>
          <a:xfrm>
            <a:off x="460950" y="1381650"/>
            <a:ext cx="8222100" cy="1300800"/>
          </a:xfrm>
          <a:prstGeom prst="rect">
            <a:avLst/>
          </a:prstGeom>
        </p:spPr>
        <p:txBody>
          <a:bodyPr spcFirstLastPara="1" wrap="square" lIns="91425" tIns="91425" rIns="91425" bIns="91425" anchor="t" anchorCtr="0">
            <a:noAutofit/>
          </a:bodyPr>
          <a:lstStyle/>
          <a:p>
            <a:pPr marL="0" lvl="0" indent="0" algn="l" rtl="0">
              <a:spcBef>
                <a:spcPts val="0"/>
              </a:spcBef>
              <a:spcAft>
                <a:spcPts val="1600"/>
              </a:spcAft>
              <a:buNone/>
            </a:pPr>
            <a:r>
              <a:rPr lang="en" sz="2800" b="1"/>
              <a:t>What are the possible outcomes of the arc consistency algorithm?</a:t>
            </a:r>
            <a:endParaRPr sz="2000" b="1"/>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79"/>
        <p:cNvGrpSpPr/>
        <p:nvPr/>
      </p:nvGrpSpPr>
      <p:grpSpPr>
        <a:xfrm>
          <a:off x="0" y="0"/>
          <a:ext cx="0" cy="0"/>
          <a:chOff x="0" y="0"/>
          <a:chExt cx="0" cy="0"/>
        </a:xfrm>
      </p:grpSpPr>
      <p:sp>
        <p:nvSpPr>
          <p:cNvPr id="180" name="Google Shape;180;p32"/>
          <p:cNvSpPr txBox="1">
            <a:spLocks noGrp="1"/>
          </p:cNvSpPr>
          <p:nvPr>
            <p:ph type="body" idx="1"/>
          </p:nvPr>
        </p:nvSpPr>
        <p:spPr>
          <a:xfrm>
            <a:off x="460950" y="1381650"/>
            <a:ext cx="8222100" cy="1300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2800" b="1"/>
              <a:t>What are the possible outcomes of the arc consistency algorithm?</a:t>
            </a:r>
            <a:endParaRPr sz="2800" b="1"/>
          </a:p>
          <a:p>
            <a:pPr marL="0" lvl="0" indent="0" algn="l" rtl="0">
              <a:spcBef>
                <a:spcPts val="1600"/>
              </a:spcBef>
              <a:spcAft>
                <a:spcPts val="1600"/>
              </a:spcAft>
              <a:buNone/>
            </a:pPr>
            <a:r>
              <a:rPr lang="en" sz="2000" b="1"/>
              <a:t>At least one domain could be empty, in which case there is no solution. Each domain could have a single value, in which case there is a unique solution. Or some domains could have multiple values.</a:t>
            </a:r>
            <a:endParaRPr sz="2000" b="1"/>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Material">
  <a:themeElements>
    <a:clrScheme name="Material">
      <a:dk1>
        <a:srgbClr val="4285F4"/>
      </a:dk1>
      <a:lt1>
        <a:srgbClr val="FFFFFF"/>
      </a:lt1>
      <a:dk2>
        <a:srgbClr val="424242"/>
      </a:dk2>
      <a:lt2>
        <a:srgbClr val="737373"/>
      </a:lt2>
      <a:accent1>
        <a:srgbClr val="0277BD"/>
      </a:accent1>
      <a:accent2>
        <a:srgbClr val="0F9D58"/>
      </a:accent2>
      <a:accent3>
        <a:srgbClr val="DB4437"/>
      </a:accent3>
      <a:accent4>
        <a:srgbClr val="FAFAFA"/>
      </a:accent4>
      <a:accent5>
        <a:srgbClr val="4FC3F7"/>
      </a:accent5>
      <a:accent6>
        <a:srgbClr val="F4B400"/>
      </a:accent6>
      <a:hlink>
        <a:srgbClr val="4FC3F7"/>
      </a:hlink>
      <a:folHlink>
        <a:srgbClr val="4FC3F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792</Words>
  <Application>Microsoft Office PowerPoint</Application>
  <PresentationFormat>On-screen Show (16:9)</PresentationFormat>
  <Paragraphs>73</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Roboto</vt:lpstr>
      <vt:lpstr>Arial</vt:lpstr>
      <vt:lpstr>Material</vt:lpstr>
      <vt:lpstr>Artificial Intelligence (AI-2002)</vt:lpstr>
      <vt:lpstr>PowerPoint Presentation</vt:lpstr>
      <vt:lpstr>PowerPoint Presentation</vt:lpstr>
      <vt:lpstr>Constraint Propagation: Inference in CSPs</vt:lpstr>
      <vt:lpstr>Constraint Propagation: Inference in CSPs</vt:lpstr>
      <vt:lpstr>Constraint Propagation: Inference in CSPs</vt:lpstr>
      <vt:lpstr>Node consistency</vt:lpstr>
      <vt:lpstr>Node consistency</vt:lpstr>
      <vt:lpstr>Arc consistency</vt:lpstr>
      <vt:lpstr>Arc consistency</vt:lpstr>
      <vt:lpstr>Arc consistency</vt:lpstr>
      <vt:lpstr>Arc consistency</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Artificial Intelligence (AI-2002)</dc:title>
  <cp:lastModifiedBy>Fast University</cp:lastModifiedBy>
  <cp:revision>1</cp:revision>
  <dcterms:modified xsi:type="dcterms:W3CDTF">2025-02-13T04:40:39Z</dcterms:modified>
</cp:coreProperties>
</file>