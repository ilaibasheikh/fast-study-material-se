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4" r:id="rId4"/>
    <p:sldMasterId id="2147483665"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y="3244850" cx="5765800"/>
  <p:notesSz cx="5765800" cy="324485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961150" y="243350"/>
            <a:ext cx="3844050" cy="1216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576575" y="1541300"/>
            <a:ext cx="4612625" cy="1460175"/>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ph idx="1" type="body"/>
          </p:nvPr>
        </p:nvSpPr>
        <p:spPr>
          <a:xfrm>
            <a:off x="576575" y="1541300"/>
            <a:ext cx="4612625" cy="14601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2:notes"/>
          <p:cNvSpPr/>
          <p:nvPr>
            <p:ph idx="2" type="sldImg"/>
          </p:nvPr>
        </p:nvSpPr>
        <p:spPr>
          <a:xfrm>
            <a:off x="961150" y="243350"/>
            <a:ext cx="3844050" cy="1216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3:notes"/>
          <p:cNvSpPr txBox="1"/>
          <p:nvPr>
            <p:ph idx="1" type="body"/>
          </p:nvPr>
        </p:nvSpPr>
        <p:spPr>
          <a:xfrm>
            <a:off x="576575" y="1541300"/>
            <a:ext cx="4612625" cy="14601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3:notes"/>
          <p:cNvSpPr/>
          <p:nvPr>
            <p:ph idx="2" type="sldImg"/>
          </p:nvPr>
        </p:nvSpPr>
        <p:spPr>
          <a:xfrm>
            <a:off x="961150" y="243350"/>
            <a:ext cx="3844050" cy="1216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4:notes"/>
          <p:cNvSpPr txBox="1"/>
          <p:nvPr>
            <p:ph idx="1" type="body"/>
          </p:nvPr>
        </p:nvSpPr>
        <p:spPr>
          <a:xfrm>
            <a:off x="576575" y="1541300"/>
            <a:ext cx="4612625" cy="14601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4:notes"/>
          <p:cNvSpPr/>
          <p:nvPr>
            <p:ph idx="2" type="sldImg"/>
          </p:nvPr>
        </p:nvSpPr>
        <p:spPr>
          <a:xfrm>
            <a:off x="961150" y="243350"/>
            <a:ext cx="3844050" cy="1216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5:notes"/>
          <p:cNvSpPr txBox="1"/>
          <p:nvPr>
            <p:ph idx="1" type="body"/>
          </p:nvPr>
        </p:nvSpPr>
        <p:spPr>
          <a:xfrm>
            <a:off x="576575" y="1541300"/>
            <a:ext cx="4612625" cy="14601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5:notes"/>
          <p:cNvSpPr/>
          <p:nvPr>
            <p:ph idx="2" type="sldImg"/>
          </p:nvPr>
        </p:nvSpPr>
        <p:spPr>
          <a:xfrm>
            <a:off x="961150" y="243350"/>
            <a:ext cx="3844050" cy="1216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6:notes"/>
          <p:cNvSpPr txBox="1"/>
          <p:nvPr>
            <p:ph idx="1" type="body"/>
          </p:nvPr>
        </p:nvSpPr>
        <p:spPr>
          <a:xfrm>
            <a:off x="576575" y="1541300"/>
            <a:ext cx="4612625" cy="14601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6:notes"/>
          <p:cNvSpPr/>
          <p:nvPr>
            <p:ph idx="2" type="sldImg"/>
          </p:nvPr>
        </p:nvSpPr>
        <p:spPr>
          <a:xfrm>
            <a:off x="961150" y="243350"/>
            <a:ext cx="3844050" cy="1216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7:notes"/>
          <p:cNvSpPr txBox="1"/>
          <p:nvPr>
            <p:ph idx="1" type="body"/>
          </p:nvPr>
        </p:nvSpPr>
        <p:spPr>
          <a:xfrm>
            <a:off x="576575" y="1541300"/>
            <a:ext cx="4612625" cy="14601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7:notes"/>
          <p:cNvSpPr/>
          <p:nvPr>
            <p:ph idx="2" type="sldImg"/>
          </p:nvPr>
        </p:nvSpPr>
        <p:spPr>
          <a:xfrm>
            <a:off x="961150" y="243350"/>
            <a:ext cx="3844050" cy="1216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8:notes"/>
          <p:cNvSpPr txBox="1"/>
          <p:nvPr>
            <p:ph idx="1" type="body"/>
          </p:nvPr>
        </p:nvSpPr>
        <p:spPr>
          <a:xfrm>
            <a:off x="576575" y="1541300"/>
            <a:ext cx="4612625" cy="14601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8:notes"/>
          <p:cNvSpPr/>
          <p:nvPr>
            <p:ph idx="2" type="sldImg"/>
          </p:nvPr>
        </p:nvSpPr>
        <p:spPr>
          <a:xfrm>
            <a:off x="961150" y="243350"/>
            <a:ext cx="3844050" cy="1216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9:notes"/>
          <p:cNvSpPr txBox="1"/>
          <p:nvPr>
            <p:ph idx="1" type="body"/>
          </p:nvPr>
        </p:nvSpPr>
        <p:spPr>
          <a:xfrm>
            <a:off x="576575" y="1541300"/>
            <a:ext cx="4612625" cy="14601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9:notes"/>
          <p:cNvSpPr/>
          <p:nvPr>
            <p:ph idx="2" type="sldImg"/>
          </p:nvPr>
        </p:nvSpPr>
        <p:spPr>
          <a:xfrm>
            <a:off x="961150" y="243350"/>
            <a:ext cx="3844050" cy="1216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4b8828fedb_0_0:notes"/>
          <p:cNvSpPr txBox="1"/>
          <p:nvPr>
            <p:ph idx="1" type="body"/>
          </p:nvPr>
        </p:nvSpPr>
        <p:spPr>
          <a:xfrm>
            <a:off x="576575" y="1541300"/>
            <a:ext cx="4612500" cy="146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g34b8828fedb_0_0:notes"/>
          <p:cNvSpPr/>
          <p:nvPr>
            <p:ph idx="2" type="sldImg"/>
          </p:nvPr>
        </p:nvSpPr>
        <p:spPr>
          <a:xfrm>
            <a:off x="961150" y="243350"/>
            <a:ext cx="3844200" cy="1216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4d9f6c4c3c_0_286:notes"/>
          <p:cNvSpPr/>
          <p:nvPr>
            <p:ph idx="2" type="sldImg"/>
          </p:nvPr>
        </p:nvSpPr>
        <p:spPr>
          <a:xfrm>
            <a:off x="321576" y="243364"/>
            <a:ext cx="5122500" cy="121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 name="Google Shape;155;g34d9f6c4c3c_0_286:notes"/>
          <p:cNvSpPr txBox="1"/>
          <p:nvPr>
            <p:ph idx="1" type="body"/>
          </p:nvPr>
        </p:nvSpPr>
        <p:spPr>
          <a:xfrm>
            <a:off x="576580" y="1541304"/>
            <a:ext cx="4612500" cy="1460100"/>
          </a:xfrm>
          <a:prstGeom prst="rect">
            <a:avLst/>
          </a:prstGeom>
          <a:noFill/>
          <a:ln>
            <a:noFill/>
          </a:ln>
        </p:spPr>
        <p:txBody>
          <a:bodyPr anchorCtr="0" anchor="t" bIns="31025" lIns="62050" spcFirstLastPara="1" rIns="62050" wrap="square" tIns="31025">
            <a:noAutofit/>
          </a:bodyPr>
          <a:lstStyle/>
          <a:p>
            <a:pPr indent="0" lvl="0" marL="0" rtl="0" algn="l">
              <a:spcBef>
                <a:spcPts val="0"/>
              </a:spcBef>
              <a:spcAft>
                <a:spcPts val="0"/>
              </a:spcAft>
              <a:buNone/>
            </a:pPr>
            <a:r>
              <a:rPr b="0" i="0" lang="en-US" sz="800">
                <a:solidFill>
                  <a:schemeClr val="dk1"/>
                </a:solidFill>
                <a:latin typeface="Calibri"/>
                <a:ea typeface="Calibri"/>
                <a:cs typeface="Calibri"/>
                <a:sym typeface="Calibri"/>
              </a:rPr>
              <a:t>Bias is the difference between the av</a:t>
            </a:r>
            <a:endParaRPr b="0" i="0" sz="800">
              <a:solidFill>
                <a:schemeClr val="dk1"/>
              </a:solidFill>
              <a:latin typeface="Calibri"/>
              <a:ea typeface="Calibri"/>
              <a:cs typeface="Calibri"/>
              <a:sym typeface="Calibri"/>
            </a:endParaRPr>
          </a:p>
          <a:p>
            <a:pPr indent="0" lvl="0" marL="0" rtl="0" algn="l">
              <a:spcBef>
                <a:spcPts val="0"/>
              </a:spcBef>
              <a:spcAft>
                <a:spcPts val="0"/>
              </a:spcAft>
              <a:buNone/>
            </a:pPr>
            <a:r>
              <a:rPr b="0" i="0" lang="en-US" sz="800">
                <a:solidFill>
                  <a:schemeClr val="dk1"/>
                </a:solidFill>
                <a:latin typeface="Calibri"/>
                <a:ea typeface="Calibri"/>
                <a:cs typeface="Calibri"/>
                <a:sym typeface="Calibri"/>
              </a:rPr>
              <a:t>Variance is the amount that the estimate of the target function will change if different training data was used.erage prediction of model and the correct value which we are trying to predict. </a:t>
            </a:r>
            <a:endParaRPr/>
          </a:p>
        </p:txBody>
      </p:sp>
      <p:sp>
        <p:nvSpPr>
          <p:cNvPr id="156" name="Google Shape;156;g34d9f6c4c3c_0_286:notes"/>
          <p:cNvSpPr txBox="1"/>
          <p:nvPr>
            <p:ph idx="12" type="sldNum"/>
          </p:nvPr>
        </p:nvSpPr>
        <p:spPr>
          <a:xfrm>
            <a:off x="3265952" y="3082044"/>
            <a:ext cx="2498400" cy="162300"/>
          </a:xfrm>
          <a:prstGeom prst="rect">
            <a:avLst/>
          </a:prstGeom>
          <a:noFill/>
          <a:ln>
            <a:noFill/>
          </a:ln>
        </p:spPr>
        <p:txBody>
          <a:bodyPr anchorCtr="0" anchor="b" bIns="31025" lIns="62050" spcFirstLastPara="1" rIns="62050" wrap="square" tIns="31025">
            <a:noAutofit/>
          </a:bodyPr>
          <a:lstStyle/>
          <a:p>
            <a:pPr indent="0" lvl="0" marL="0" rtl="0" algn="r">
              <a:spcBef>
                <a:spcPts val="0"/>
              </a:spcBef>
              <a:spcAft>
                <a:spcPts val="0"/>
              </a:spcAft>
              <a:buNone/>
            </a:pPr>
            <a:fld id="{00000000-1234-1234-1234-123412341234}" type="slidenum">
              <a:rPr lang="en-US" sz="1000"/>
              <a:t>‹#›</a:t>
            </a:fld>
            <a:endParaRPr sz="1000"/>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4b8828fedb_0_9:notes"/>
          <p:cNvSpPr txBox="1"/>
          <p:nvPr>
            <p:ph idx="1" type="body"/>
          </p:nvPr>
        </p:nvSpPr>
        <p:spPr>
          <a:xfrm>
            <a:off x="576575" y="1541300"/>
            <a:ext cx="4612500" cy="146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g34b8828fedb_0_9:notes"/>
          <p:cNvSpPr/>
          <p:nvPr>
            <p:ph idx="2" type="sldImg"/>
          </p:nvPr>
        </p:nvSpPr>
        <p:spPr>
          <a:xfrm>
            <a:off x="961150" y="243350"/>
            <a:ext cx="3844200" cy="1216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1:notes"/>
          <p:cNvSpPr txBox="1"/>
          <p:nvPr>
            <p:ph idx="1" type="body"/>
          </p:nvPr>
        </p:nvSpPr>
        <p:spPr>
          <a:xfrm>
            <a:off x="576575" y="1541300"/>
            <a:ext cx="4612625" cy="14601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1:notes"/>
          <p:cNvSpPr/>
          <p:nvPr>
            <p:ph idx="2" type="sldImg"/>
          </p:nvPr>
        </p:nvSpPr>
        <p:spPr>
          <a:xfrm>
            <a:off x="961150" y="243350"/>
            <a:ext cx="3844050" cy="1216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4d9f6c4c3c_0_580:notes"/>
          <p:cNvSpPr txBox="1"/>
          <p:nvPr>
            <p:ph idx="12" type="sldNum"/>
          </p:nvPr>
        </p:nvSpPr>
        <p:spPr>
          <a:xfrm>
            <a:off x="3265952" y="3082044"/>
            <a:ext cx="2498400" cy="162300"/>
          </a:xfrm>
          <a:prstGeom prst="rect">
            <a:avLst/>
          </a:prstGeom>
          <a:noFill/>
          <a:ln>
            <a:noFill/>
          </a:ln>
        </p:spPr>
        <p:txBody>
          <a:bodyPr anchorCtr="0" anchor="b" bIns="31025" lIns="62050" spcFirstLastPara="1" rIns="62050" wrap="square" tIns="31025">
            <a:noAutofit/>
          </a:bodyPr>
          <a:lstStyle/>
          <a:p>
            <a:pPr indent="0" lvl="0" marL="0" marR="0" rtl="0" algn="r">
              <a:spcBef>
                <a:spcPts val="0"/>
              </a:spcBef>
              <a:spcAft>
                <a:spcPts val="0"/>
              </a:spcAft>
              <a:buNone/>
            </a:pPr>
            <a:fld id="{00000000-1234-1234-1234-123412341234}" type="slidenum">
              <a:rPr lang="en-US" sz="900">
                <a:solidFill>
                  <a:schemeClr val="dk1"/>
                </a:solidFill>
                <a:latin typeface="Arial"/>
                <a:ea typeface="Arial"/>
                <a:cs typeface="Arial"/>
                <a:sym typeface="Arial"/>
              </a:rPr>
              <a:t>‹#›</a:t>
            </a:fld>
            <a:endParaRPr sz="900">
              <a:solidFill>
                <a:schemeClr val="dk1"/>
              </a:solidFill>
              <a:latin typeface="Arial"/>
              <a:ea typeface="Arial"/>
              <a:cs typeface="Arial"/>
              <a:sym typeface="Arial"/>
            </a:endParaRPr>
          </a:p>
        </p:txBody>
      </p:sp>
      <p:sp>
        <p:nvSpPr>
          <p:cNvPr id="181" name="Google Shape;181;g34d9f6c4c3c_0_580:notes"/>
          <p:cNvSpPr/>
          <p:nvPr>
            <p:ph idx="2" type="sldImg"/>
          </p:nvPr>
        </p:nvSpPr>
        <p:spPr>
          <a:xfrm>
            <a:off x="332227" y="246181"/>
            <a:ext cx="5101500" cy="1211700"/>
          </a:xfrm>
          <a:custGeom>
            <a:rect b="b" l="l" r="r" t="t"/>
            <a:pathLst>
              <a:path extrusionOk="0" h="120000" w="120000">
                <a:moveTo>
                  <a:pt x="0" y="0"/>
                </a:moveTo>
                <a:lnTo>
                  <a:pt x="120000" y="0"/>
                </a:lnTo>
                <a:lnTo>
                  <a:pt x="120000" y="120000"/>
                </a:lnTo>
                <a:lnTo>
                  <a:pt x="0" y="120000"/>
                </a:lnTo>
                <a:close/>
              </a:path>
            </a:pathLst>
          </a:custGeom>
          <a:noFill/>
          <a:ln cap="flat" cmpd="sng" w="12700">
            <a:solidFill>
              <a:schemeClr val="dk1"/>
            </a:solidFill>
            <a:prstDash val="solid"/>
            <a:round/>
            <a:headEnd len="sm" w="sm" type="none"/>
            <a:tailEnd len="sm" w="sm" type="none"/>
          </a:ln>
        </p:spPr>
      </p:sp>
      <p:sp>
        <p:nvSpPr>
          <p:cNvPr id="182" name="Google Shape;182;g34d9f6c4c3c_0_580:notes"/>
          <p:cNvSpPr txBox="1"/>
          <p:nvPr>
            <p:ph idx="1" type="body"/>
          </p:nvPr>
        </p:nvSpPr>
        <p:spPr>
          <a:xfrm>
            <a:off x="768773" y="1540741"/>
            <a:ext cx="4228200" cy="1460100"/>
          </a:xfrm>
          <a:prstGeom prst="rect">
            <a:avLst/>
          </a:prstGeom>
          <a:noFill/>
          <a:ln>
            <a:noFill/>
          </a:ln>
        </p:spPr>
        <p:txBody>
          <a:bodyPr anchorCtr="0" anchor="t" bIns="31250" lIns="62500" spcFirstLastPara="1" rIns="62500" wrap="square" tIns="31250">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4d9f6c4c3c_0_625:notes"/>
          <p:cNvSpPr txBox="1"/>
          <p:nvPr>
            <p:ph idx="12" type="sldNum"/>
          </p:nvPr>
        </p:nvSpPr>
        <p:spPr>
          <a:xfrm>
            <a:off x="3265952" y="3082044"/>
            <a:ext cx="2498400" cy="162300"/>
          </a:xfrm>
          <a:prstGeom prst="rect">
            <a:avLst/>
          </a:prstGeom>
          <a:noFill/>
          <a:ln>
            <a:noFill/>
          </a:ln>
        </p:spPr>
        <p:txBody>
          <a:bodyPr anchorCtr="0" anchor="b" bIns="31025" lIns="62050" spcFirstLastPara="1" rIns="62050" wrap="square" tIns="31025">
            <a:noAutofit/>
          </a:bodyPr>
          <a:lstStyle/>
          <a:p>
            <a:pPr indent="0" lvl="0" marL="0" marR="0" rtl="0" algn="r">
              <a:spcBef>
                <a:spcPts val="0"/>
              </a:spcBef>
              <a:spcAft>
                <a:spcPts val="0"/>
              </a:spcAft>
              <a:buNone/>
            </a:pPr>
            <a:fld id="{00000000-1234-1234-1234-123412341234}" type="slidenum">
              <a:rPr lang="en-US" sz="900">
                <a:solidFill>
                  <a:schemeClr val="dk1"/>
                </a:solidFill>
                <a:latin typeface="Arial"/>
                <a:ea typeface="Arial"/>
                <a:cs typeface="Arial"/>
                <a:sym typeface="Arial"/>
              </a:rPr>
              <a:t>‹#›</a:t>
            </a:fld>
            <a:endParaRPr sz="900">
              <a:solidFill>
                <a:schemeClr val="dk1"/>
              </a:solidFill>
              <a:latin typeface="Arial"/>
              <a:ea typeface="Arial"/>
              <a:cs typeface="Arial"/>
              <a:sym typeface="Arial"/>
            </a:endParaRPr>
          </a:p>
        </p:txBody>
      </p:sp>
      <p:sp>
        <p:nvSpPr>
          <p:cNvPr id="227" name="Google Shape;227;g34d9f6c4c3c_0_625:notes"/>
          <p:cNvSpPr/>
          <p:nvPr>
            <p:ph idx="2" type="sldImg"/>
          </p:nvPr>
        </p:nvSpPr>
        <p:spPr>
          <a:xfrm>
            <a:off x="332227" y="246181"/>
            <a:ext cx="5101500" cy="1211700"/>
          </a:xfrm>
          <a:custGeom>
            <a:rect b="b" l="l" r="r" t="t"/>
            <a:pathLst>
              <a:path extrusionOk="0" h="120000" w="120000">
                <a:moveTo>
                  <a:pt x="0" y="0"/>
                </a:moveTo>
                <a:lnTo>
                  <a:pt x="120000" y="0"/>
                </a:lnTo>
                <a:lnTo>
                  <a:pt x="120000" y="120000"/>
                </a:lnTo>
                <a:lnTo>
                  <a:pt x="0" y="120000"/>
                </a:lnTo>
                <a:close/>
              </a:path>
            </a:pathLst>
          </a:custGeom>
          <a:noFill/>
          <a:ln cap="flat" cmpd="sng" w="12700">
            <a:solidFill>
              <a:schemeClr val="dk1"/>
            </a:solidFill>
            <a:prstDash val="solid"/>
            <a:round/>
            <a:headEnd len="sm" w="sm" type="none"/>
            <a:tailEnd len="sm" w="sm" type="none"/>
          </a:ln>
        </p:spPr>
      </p:sp>
      <p:sp>
        <p:nvSpPr>
          <p:cNvPr id="228" name="Google Shape;228;g34d9f6c4c3c_0_625:notes"/>
          <p:cNvSpPr txBox="1"/>
          <p:nvPr>
            <p:ph idx="1" type="body"/>
          </p:nvPr>
        </p:nvSpPr>
        <p:spPr>
          <a:xfrm>
            <a:off x="768773" y="1540741"/>
            <a:ext cx="4228200" cy="1460100"/>
          </a:xfrm>
          <a:prstGeom prst="rect">
            <a:avLst/>
          </a:prstGeom>
          <a:noFill/>
          <a:ln>
            <a:noFill/>
          </a:ln>
        </p:spPr>
        <p:txBody>
          <a:bodyPr anchorCtr="0" anchor="t" bIns="31250" lIns="62500" spcFirstLastPara="1" rIns="62500" wrap="square" tIns="31250">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4d9f6c4c3c_0_677:notes"/>
          <p:cNvSpPr txBox="1"/>
          <p:nvPr>
            <p:ph idx="12" type="sldNum"/>
          </p:nvPr>
        </p:nvSpPr>
        <p:spPr>
          <a:xfrm>
            <a:off x="3265952" y="3082044"/>
            <a:ext cx="2498400" cy="162300"/>
          </a:xfrm>
          <a:prstGeom prst="rect">
            <a:avLst/>
          </a:prstGeom>
          <a:noFill/>
          <a:ln>
            <a:noFill/>
          </a:ln>
        </p:spPr>
        <p:txBody>
          <a:bodyPr anchorCtr="0" anchor="b" bIns="31025" lIns="62050" spcFirstLastPara="1" rIns="62050" wrap="square" tIns="31025">
            <a:noAutofit/>
          </a:bodyPr>
          <a:lstStyle/>
          <a:p>
            <a:pPr indent="0" lvl="0" marL="0" marR="0" rtl="0" algn="r">
              <a:spcBef>
                <a:spcPts val="0"/>
              </a:spcBef>
              <a:spcAft>
                <a:spcPts val="0"/>
              </a:spcAft>
              <a:buNone/>
            </a:pPr>
            <a:fld id="{00000000-1234-1234-1234-123412341234}" type="slidenum">
              <a:rPr lang="en-US" sz="900">
                <a:solidFill>
                  <a:schemeClr val="dk1"/>
                </a:solidFill>
                <a:latin typeface="Arial"/>
                <a:ea typeface="Arial"/>
                <a:cs typeface="Arial"/>
                <a:sym typeface="Arial"/>
              </a:rPr>
              <a:t>‹#›</a:t>
            </a:fld>
            <a:endParaRPr sz="900">
              <a:solidFill>
                <a:schemeClr val="dk1"/>
              </a:solidFill>
              <a:latin typeface="Arial"/>
              <a:ea typeface="Arial"/>
              <a:cs typeface="Arial"/>
              <a:sym typeface="Arial"/>
            </a:endParaRPr>
          </a:p>
        </p:txBody>
      </p:sp>
      <p:sp>
        <p:nvSpPr>
          <p:cNvPr id="280" name="Google Shape;280;g34d9f6c4c3c_0_677:notes"/>
          <p:cNvSpPr/>
          <p:nvPr>
            <p:ph idx="2" type="sldImg"/>
          </p:nvPr>
        </p:nvSpPr>
        <p:spPr>
          <a:xfrm>
            <a:off x="332227" y="246181"/>
            <a:ext cx="5101500" cy="1211700"/>
          </a:xfrm>
          <a:custGeom>
            <a:rect b="b" l="l" r="r" t="t"/>
            <a:pathLst>
              <a:path extrusionOk="0" h="120000" w="120000">
                <a:moveTo>
                  <a:pt x="0" y="0"/>
                </a:moveTo>
                <a:lnTo>
                  <a:pt x="120000" y="0"/>
                </a:lnTo>
                <a:lnTo>
                  <a:pt x="120000" y="120000"/>
                </a:lnTo>
                <a:lnTo>
                  <a:pt x="0" y="120000"/>
                </a:lnTo>
                <a:close/>
              </a:path>
            </a:pathLst>
          </a:custGeom>
          <a:noFill/>
          <a:ln cap="flat" cmpd="sng" w="12700">
            <a:solidFill>
              <a:schemeClr val="dk1"/>
            </a:solidFill>
            <a:prstDash val="solid"/>
            <a:round/>
            <a:headEnd len="sm" w="sm" type="none"/>
            <a:tailEnd len="sm" w="sm" type="none"/>
          </a:ln>
        </p:spPr>
      </p:sp>
      <p:sp>
        <p:nvSpPr>
          <p:cNvPr id="281" name="Google Shape;281;g34d9f6c4c3c_0_677:notes"/>
          <p:cNvSpPr txBox="1"/>
          <p:nvPr>
            <p:ph idx="1" type="body"/>
          </p:nvPr>
        </p:nvSpPr>
        <p:spPr>
          <a:xfrm>
            <a:off x="768773" y="1540741"/>
            <a:ext cx="4228200" cy="1460100"/>
          </a:xfrm>
          <a:prstGeom prst="rect">
            <a:avLst/>
          </a:prstGeom>
          <a:noFill/>
          <a:ln>
            <a:noFill/>
          </a:ln>
        </p:spPr>
        <p:txBody>
          <a:bodyPr anchorCtr="0" anchor="t" bIns="31250" lIns="62500" spcFirstLastPara="1" rIns="62500" wrap="square" tIns="31250">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34d9f6c4c3c_0_746:notes"/>
          <p:cNvSpPr txBox="1"/>
          <p:nvPr>
            <p:ph idx="12" type="sldNum"/>
          </p:nvPr>
        </p:nvSpPr>
        <p:spPr>
          <a:xfrm>
            <a:off x="3265952" y="3082044"/>
            <a:ext cx="2498400" cy="162300"/>
          </a:xfrm>
          <a:prstGeom prst="rect">
            <a:avLst/>
          </a:prstGeom>
          <a:noFill/>
          <a:ln>
            <a:noFill/>
          </a:ln>
        </p:spPr>
        <p:txBody>
          <a:bodyPr anchorCtr="0" anchor="b" bIns="31025" lIns="62050" spcFirstLastPara="1" rIns="62050" wrap="square" tIns="31025">
            <a:noAutofit/>
          </a:bodyPr>
          <a:lstStyle/>
          <a:p>
            <a:pPr indent="0" lvl="0" marL="0" marR="0" rtl="0" algn="r">
              <a:spcBef>
                <a:spcPts val="0"/>
              </a:spcBef>
              <a:spcAft>
                <a:spcPts val="0"/>
              </a:spcAft>
              <a:buNone/>
            </a:pPr>
            <a:fld id="{00000000-1234-1234-1234-123412341234}" type="slidenum">
              <a:rPr lang="en-US" sz="900">
                <a:solidFill>
                  <a:schemeClr val="dk1"/>
                </a:solidFill>
                <a:latin typeface="Arial"/>
                <a:ea typeface="Arial"/>
                <a:cs typeface="Arial"/>
                <a:sym typeface="Arial"/>
              </a:rPr>
              <a:t>‹#›</a:t>
            </a:fld>
            <a:endParaRPr sz="900">
              <a:solidFill>
                <a:schemeClr val="dk1"/>
              </a:solidFill>
              <a:latin typeface="Arial"/>
              <a:ea typeface="Arial"/>
              <a:cs typeface="Arial"/>
              <a:sym typeface="Arial"/>
            </a:endParaRPr>
          </a:p>
        </p:txBody>
      </p:sp>
      <p:sp>
        <p:nvSpPr>
          <p:cNvPr id="350" name="Google Shape;350;g34d9f6c4c3c_0_746:notes"/>
          <p:cNvSpPr/>
          <p:nvPr>
            <p:ph idx="2" type="sldImg"/>
          </p:nvPr>
        </p:nvSpPr>
        <p:spPr>
          <a:xfrm>
            <a:off x="321576" y="243364"/>
            <a:ext cx="5122500" cy="12168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1" name="Google Shape;351;g34d9f6c4c3c_0_746:notes"/>
          <p:cNvSpPr txBox="1"/>
          <p:nvPr>
            <p:ph idx="1" type="body"/>
          </p:nvPr>
        </p:nvSpPr>
        <p:spPr>
          <a:xfrm>
            <a:off x="576580" y="1541304"/>
            <a:ext cx="4612500" cy="1460100"/>
          </a:xfrm>
          <a:prstGeom prst="rect">
            <a:avLst/>
          </a:prstGeom>
          <a:noFill/>
          <a:ln>
            <a:noFill/>
          </a:ln>
        </p:spPr>
        <p:txBody>
          <a:bodyPr anchorCtr="0" anchor="t" bIns="31025" lIns="62050" spcFirstLastPara="1" rIns="62050" wrap="square" tIns="31025">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34d9f6c4c3c_0_804:notes"/>
          <p:cNvSpPr txBox="1"/>
          <p:nvPr>
            <p:ph idx="1" type="body"/>
          </p:nvPr>
        </p:nvSpPr>
        <p:spPr>
          <a:xfrm>
            <a:off x="576575" y="1541300"/>
            <a:ext cx="4612500" cy="146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g34d9f6c4c3c_0_804:notes"/>
          <p:cNvSpPr/>
          <p:nvPr>
            <p:ph idx="2" type="sldImg"/>
          </p:nvPr>
        </p:nvSpPr>
        <p:spPr>
          <a:xfrm>
            <a:off x="961150" y="243350"/>
            <a:ext cx="3844200" cy="1216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4d9f6c4c3c_0_930:notes"/>
          <p:cNvSpPr txBox="1"/>
          <p:nvPr>
            <p:ph idx="1" type="body"/>
          </p:nvPr>
        </p:nvSpPr>
        <p:spPr>
          <a:xfrm>
            <a:off x="576575" y="1541300"/>
            <a:ext cx="4612500" cy="146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g34d9f6c4c3c_0_930:notes"/>
          <p:cNvSpPr/>
          <p:nvPr>
            <p:ph idx="2" type="sldImg"/>
          </p:nvPr>
        </p:nvSpPr>
        <p:spPr>
          <a:xfrm>
            <a:off x="961150" y="243350"/>
            <a:ext cx="3844200" cy="1216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34d9f6c4c3c_0_937:notes"/>
          <p:cNvSpPr txBox="1"/>
          <p:nvPr>
            <p:ph idx="1" type="body"/>
          </p:nvPr>
        </p:nvSpPr>
        <p:spPr>
          <a:xfrm>
            <a:off x="576575" y="1541300"/>
            <a:ext cx="4612500" cy="146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g34d9f6c4c3c_0_937:notes"/>
          <p:cNvSpPr/>
          <p:nvPr>
            <p:ph idx="2" type="sldImg"/>
          </p:nvPr>
        </p:nvSpPr>
        <p:spPr>
          <a:xfrm>
            <a:off x="961150" y="243350"/>
            <a:ext cx="3844200" cy="1216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34d9f6c4c3c_0_943:notes"/>
          <p:cNvSpPr txBox="1"/>
          <p:nvPr>
            <p:ph idx="1" type="body"/>
          </p:nvPr>
        </p:nvSpPr>
        <p:spPr>
          <a:xfrm>
            <a:off x="576575" y="1541300"/>
            <a:ext cx="4612500" cy="146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g34d9f6c4c3c_0_943:notes"/>
          <p:cNvSpPr/>
          <p:nvPr>
            <p:ph idx="2" type="sldImg"/>
          </p:nvPr>
        </p:nvSpPr>
        <p:spPr>
          <a:xfrm>
            <a:off x="961150" y="243350"/>
            <a:ext cx="3844200" cy="1216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34d9f6c4c3c_0_950:notes"/>
          <p:cNvSpPr txBox="1"/>
          <p:nvPr>
            <p:ph idx="1" type="body"/>
          </p:nvPr>
        </p:nvSpPr>
        <p:spPr>
          <a:xfrm>
            <a:off x="576575" y="1541300"/>
            <a:ext cx="4612500" cy="146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g34d9f6c4c3c_0_950:notes"/>
          <p:cNvSpPr/>
          <p:nvPr>
            <p:ph idx="2" type="sldImg"/>
          </p:nvPr>
        </p:nvSpPr>
        <p:spPr>
          <a:xfrm>
            <a:off x="961150" y="243350"/>
            <a:ext cx="3844200" cy="1216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34d9f6c4c3c_0_956:notes"/>
          <p:cNvSpPr txBox="1"/>
          <p:nvPr>
            <p:ph idx="1" type="body"/>
          </p:nvPr>
        </p:nvSpPr>
        <p:spPr>
          <a:xfrm>
            <a:off x="576575" y="1541300"/>
            <a:ext cx="4612500" cy="146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g34d9f6c4c3c_0_956:notes"/>
          <p:cNvSpPr/>
          <p:nvPr>
            <p:ph idx="2" type="sldImg"/>
          </p:nvPr>
        </p:nvSpPr>
        <p:spPr>
          <a:xfrm>
            <a:off x="961150" y="243350"/>
            <a:ext cx="3844200" cy="1216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34d9f6c4c3c_0_962:notes"/>
          <p:cNvSpPr txBox="1"/>
          <p:nvPr>
            <p:ph idx="1" type="body"/>
          </p:nvPr>
        </p:nvSpPr>
        <p:spPr>
          <a:xfrm>
            <a:off x="576575" y="1541300"/>
            <a:ext cx="4612500" cy="146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g34d9f6c4c3c_0_962:notes"/>
          <p:cNvSpPr/>
          <p:nvPr>
            <p:ph idx="2" type="sldImg"/>
          </p:nvPr>
        </p:nvSpPr>
        <p:spPr>
          <a:xfrm>
            <a:off x="961150" y="243350"/>
            <a:ext cx="3844200" cy="1216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34d9f6c4c3c_0_968:notes"/>
          <p:cNvSpPr txBox="1"/>
          <p:nvPr>
            <p:ph idx="1" type="body"/>
          </p:nvPr>
        </p:nvSpPr>
        <p:spPr>
          <a:xfrm>
            <a:off x="576575" y="1541300"/>
            <a:ext cx="4612500" cy="146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g34d9f6c4c3c_0_968:notes"/>
          <p:cNvSpPr/>
          <p:nvPr>
            <p:ph idx="2" type="sldImg"/>
          </p:nvPr>
        </p:nvSpPr>
        <p:spPr>
          <a:xfrm>
            <a:off x="961150" y="243350"/>
            <a:ext cx="3844200" cy="1216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34d9f6c4c3c_0_974:notes"/>
          <p:cNvSpPr txBox="1"/>
          <p:nvPr>
            <p:ph idx="1" type="body"/>
          </p:nvPr>
        </p:nvSpPr>
        <p:spPr>
          <a:xfrm>
            <a:off x="576575" y="1541300"/>
            <a:ext cx="4612500" cy="146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g34d9f6c4c3c_0_974:notes"/>
          <p:cNvSpPr/>
          <p:nvPr>
            <p:ph idx="2" type="sldImg"/>
          </p:nvPr>
        </p:nvSpPr>
        <p:spPr>
          <a:xfrm>
            <a:off x="961150" y="243350"/>
            <a:ext cx="3844200" cy="1216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34d9f6c4c3c_0_980:notes"/>
          <p:cNvSpPr txBox="1"/>
          <p:nvPr>
            <p:ph idx="1" type="body"/>
          </p:nvPr>
        </p:nvSpPr>
        <p:spPr>
          <a:xfrm>
            <a:off x="576575" y="1541300"/>
            <a:ext cx="4612500" cy="146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g34d9f6c4c3c_0_980:notes"/>
          <p:cNvSpPr/>
          <p:nvPr>
            <p:ph idx="2" type="sldImg"/>
          </p:nvPr>
        </p:nvSpPr>
        <p:spPr>
          <a:xfrm>
            <a:off x="961150" y="243350"/>
            <a:ext cx="3844200" cy="1216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34d9f6c4c3c_0_1003:notes"/>
          <p:cNvSpPr txBox="1"/>
          <p:nvPr>
            <p:ph idx="1" type="body"/>
          </p:nvPr>
        </p:nvSpPr>
        <p:spPr>
          <a:xfrm>
            <a:off x="576575" y="1541300"/>
            <a:ext cx="4612500" cy="146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g34d9f6c4c3c_0_1003:notes"/>
          <p:cNvSpPr/>
          <p:nvPr>
            <p:ph idx="2" type="sldImg"/>
          </p:nvPr>
        </p:nvSpPr>
        <p:spPr>
          <a:xfrm>
            <a:off x="961150" y="243350"/>
            <a:ext cx="3844200" cy="1216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34d9f6c4c3c_0_997:notes"/>
          <p:cNvSpPr txBox="1"/>
          <p:nvPr>
            <p:ph idx="1" type="body"/>
          </p:nvPr>
        </p:nvSpPr>
        <p:spPr>
          <a:xfrm>
            <a:off x="576575" y="1541300"/>
            <a:ext cx="4612500" cy="146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g34d9f6c4c3c_0_997:notes"/>
          <p:cNvSpPr/>
          <p:nvPr>
            <p:ph idx="2" type="sldImg"/>
          </p:nvPr>
        </p:nvSpPr>
        <p:spPr>
          <a:xfrm>
            <a:off x="961150" y="243350"/>
            <a:ext cx="3844200" cy="1216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obj">
  <p:cSld name="OBJECT">
    <p:spTree>
      <p:nvGrpSpPr>
        <p:cNvPr id="11" name="Shape 11"/>
        <p:cNvGrpSpPr/>
        <p:nvPr/>
      </p:nvGrpSpPr>
      <p:grpSpPr>
        <a:xfrm>
          <a:off x="0" y="0"/>
          <a:ext cx="0" cy="0"/>
          <a:chOff x="0" y="0"/>
          <a:chExt cx="0" cy="0"/>
        </a:xfrm>
      </p:grpSpPr>
      <p:sp>
        <p:nvSpPr>
          <p:cNvPr id="12" name="Google Shape;12;p2"/>
          <p:cNvSpPr txBox="1"/>
          <p:nvPr>
            <p:ph idx="11" type="ftr"/>
          </p:nvPr>
        </p:nvSpPr>
        <p:spPr>
          <a:xfrm>
            <a:off x="1960372" y="3017710"/>
            <a:ext cx="1845056" cy="162242"/>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idx="10" type="dt"/>
          </p:nvPr>
        </p:nvSpPr>
        <p:spPr>
          <a:xfrm>
            <a:off x="288290" y="3017710"/>
            <a:ext cx="1326134" cy="162242"/>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2"/>
          <p:cNvSpPr txBox="1"/>
          <p:nvPr>
            <p:ph idx="12" type="sldNum"/>
          </p:nvPr>
        </p:nvSpPr>
        <p:spPr>
          <a:xfrm>
            <a:off x="5345557" y="3033678"/>
            <a:ext cx="130175" cy="111125"/>
          </a:xfrm>
          <a:prstGeom prst="rect">
            <a:avLst/>
          </a:prstGeom>
          <a:noFill/>
          <a:ln>
            <a:noFill/>
          </a:ln>
        </p:spPr>
        <p:txBody>
          <a:bodyPr anchorCtr="0" anchor="t" bIns="0" lIns="0" spcFirstLastPara="1" rIns="0" wrap="square" tIns="0">
            <a:spAutoFit/>
          </a:bodyPr>
          <a:lstStyle>
            <a:lvl1pPr indent="0" lvl="0" marL="38100">
              <a:lnSpc>
                <a:spcPct val="100000"/>
              </a:lnSpc>
              <a:spcBef>
                <a:spcPts val="0"/>
              </a:spcBef>
              <a:buNone/>
              <a:defRPr b="0" i="0" sz="600">
                <a:solidFill>
                  <a:schemeClr val="dk1"/>
                </a:solidFill>
                <a:latin typeface="Arial"/>
                <a:ea typeface="Arial"/>
                <a:cs typeface="Arial"/>
                <a:sym typeface="Arial"/>
              </a:defRPr>
            </a:lvl1pPr>
            <a:lvl2pPr indent="0" lvl="1" marL="38100">
              <a:lnSpc>
                <a:spcPct val="100000"/>
              </a:lnSpc>
              <a:spcBef>
                <a:spcPts val="0"/>
              </a:spcBef>
              <a:buNone/>
              <a:defRPr b="0" i="0" sz="600">
                <a:solidFill>
                  <a:schemeClr val="dk1"/>
                </a:solidFill>
                <a:latin typeface="Arial"/>
                <a:ea typeface="Arial"/>
                <a:cs typeface="Arial"/>
                <a:sym typeface="Arial"/>
              </a:defRPr>
            </a:lvl2pPr>
            <a:lvl3pPr indent="0" lvl="2" marL="38100">
              <a:lnSpc>
                <a:spcPct val="100000"/>
              </a:lnSpc>
              <a:spcBef>
                <a:spcPts val="0"/>
              </a:spcBef>
              <a:buNone/>
              <a:defRPr b="0" i="0" sz="600">
                <a:solidFill>
                  <a:schemeClr val="dk1"/>
                </a:solidFill>
                <a:latin typeface="Arial"/>
                <a:ea typeface="Arial"/>
                <a:cs typeface="Arial"/>
                <a:sym typeface="Arial"/>
              </a:defRPr>
            </a:lvl3pPr>
            <a:lvl4pPr indent="0" lvl="3" marL="38100">
              <a:lnSpc>
                <a:spcPct val="100000"/>
              </a:lnSpc>
              <a:spcBef>
                <a:spcPts val="0"/>
              </a:spcBef>
              <a:buNone/>
              <a:defRPr b="0" i="0" sz="600">
                <a:solidFill>
                  <a:schemeClr val="dk1"/>
                </a:solidFill>
                <a:latin typeface="Arial"/>
                <a:ea typeface="Arial"/>
                <a:cs typeface="Arial"/>
                <a:sym typeface="Arial"/>
              </a:defRPr>
            </a:lvl4pPr>
            <a:lvl5pPr indent="0" lvl="4" marL="38100">
              <a:lnSpc>
                <a:spcPct val="100000"/>
              </a:lnSpc>
              <a:spcBef>
                <a:spcPts val="0"/>
              </a:spcBef>
              <a:buNone/>
              <a:defRPr b="0" i="0" sz="600">
                <a:solidFill>
                  <a:schemeClr val="dk1"/>
                </a:solidFill>
                <a:latin typeface="Arial"/>
                <a:ea typeface="Arial"/>
                <a:cs typeface="Arial"/>
                <a:sym typeface="Arial"/>
              </a:defRPr>
            </a:lvl5pPr>
            <a:lvl6pPr indent="0" lvl="5" marL="38100">
              <a:lnSpc>
                <a:spcPct val="100000"/>
              </a:lnSpc>
              <a:spcBef>
                <a:spcPts val="0"/>
              </a:spcBef>
              <a:buNone/>
              <a:defRPr b="0" i="0" sz="600">
                <a:solidFill>
                  <a:schemeClr val="dk1"/>
                </a:solidFill>
                <a:latin typeface="Arial"/>
                <a:ea typeface="Arial"/>
                <a:cs typeface="Arial"/>
                <a:sym typeface="Arial"/>
              </a:defRPr>
            </a:lvl6pPr>
            <a:lvl7pPr indent="0" lvl="6" marL="38100">
              <a:lnSpc>
                <a:spcPct val="100000"/>
              </a:lnSpc>
              <a:spcBef>
                <a:spcPts val="0"/>
              </a:spcBef>
              <a:buNone/>
              <a:defRPr b="0" i="0" sz="600">
                <a:solidFill>
                  <a:schemeClr val="dk1"/>
                </a:solidFill>
                <a:latin typeface="Arial"/>
                <a:ea typeface="Arial"/>
                <a:cs typeface="Arial"/>
                <a:sym typeface="Arial"/>
              </a:defRPr>
            </a:lvl7pPr>
            <a:lvl8pPr indent="0" lvl="7" marL="38100">
              <a:lnSpc>
                <a:spcPct val="100000"/>
              </a:lnSpc>
              <a:spcBef>
                <a:spcPts val="0"/>
              </a:spcBef>
              <a:buNone/>
              <a:defRPr b="0" i="0" sz="600">
                <a:solidFill>
                  <a:schemeClr val="dk1"/>
                </a:solidFill>
                <a:latin typeface="Arial"/>
                <a:ea typeface="Arial"/>
                <a:cs typeface="Arial"/>
                <a:sym typeface="Arial"/>
              </a:defRPr>
            </a:lvl8pPr>
            <a:lvl9pPr indent="0" lvl="8" marL="38100">
              <a:lnSpc>
                <a:spcPct val="100000"/>
              </a:lnSpc>
              <a:spcBef>
                <a:spcPts val="0"/>
              </a:spcBef>
              <a:buNone/>
              <a:defRPr b="0" i="0" sz="600">
                <a:solidFill>
                  <a:schemeClr val="dk1"/>
                </a:solidFill>
                <a:latin typeface="Arial"/>
                <a:ea typeface="Arial"/>
                <a:cs typeface="Arial"/>
                <a:sym typeface="Arial"/>
              </a:defRPr>
            </a:lvl9pPr>
          </a:lstStyle>
          <a:p>
            <a:pPr indent="0" lvl="0" marL="3810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5" name="Shape 15"/>
        <p:cNvGrpSpPr/>
        <p:nvPr/>
      </p:nvGrpSpPr>
      <p:grpSpPr>
        <a:xfrm>
          <a:off x="0" y="0"/>
          <a:ext cx="0" cy="0"/>
          <a:chOff x="0" y="0"/>
          <a:chExt cx="0" cy="0"/>
        </a:xfrm>
      </p:grpSpPr>
      <p:sp>
        <p:nvSpPr>
          <p:cNvPr id="16" name="Google Shape;16;p3"/>
          <p:cNvSpPr txBox="1"/>
          <p:nvPr>
            <p:ph type="ctrTitle"/>
          </p:nvPr>
        </p:nvSpPr>
        <p:spPr>
          <a:xfrm>
            <a:off x="130860" y="67818"/>
            <a:ext cx="562610" cy="1778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1000">
                <a:solidFill>
                  <a:srgbClr val="000099"/>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864870" y="1817116"/>
            <a:ext cx="4036060" cy="811212"/>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900">
                <a:solidFill>
                  <a:schemeClr val="dk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3"/>
          <p:cNvSpPr txBox="1"/>
          <p:nvPr>
            <p:ph idx="11" type="ftr"/>
          </p:nvPr>
        </p:nvSpPr>
        <p:spPr>
          <a:xfrm>
            <a:off x="1960372" y="3017710"/>
            <a:ext cx="1845056" cy="162242"/>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
          <p:cNvSpPr txBox="1"/>
          <p:nvPr>
            <p:ph idx="10" type="dt"/>
          </p:nvPr>
        </p:nvSpPr>
        <p:spPr>
          <a:xfrm>
            <a:off x="288290" y="3017710"/>
            <a:ext cx="1326134" cy="162242"/>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3"/>
          <p:cNvSpPr txBox="1"/>
          <p:nvPr>
            <p:ph idx="12" type="sldNum"/>
          </p:nvPr>
        </p:nvSpPr>
        <p:spPr>
          <a:xfrm>
            <a:off x="5345557" y="3033678"/>
            <a:ext cx="130175" cy="111125"/>
          </a:xfrm>
          <a:prstGeom prst="rect">
            <a:avLst/>
          </a:prstGeom>
          <a:noFill/>
          <a:ln>
            <a:noFill/>
          </a:ln>
        </p:spPr>
        <p:txBody>
          <a:bodyPr anchorCtr="0" anchor="t" bIns="0" lIns="0" spcFirstLastPara="1" rIns="0" wrap="square" tIns="0">
            <a:spAutoFit/>
          </a:bodyPr>
          <a:lstStyle>
            <a:lvl1pPr indent="0" lvl="0" marL="38100">
              <a:lnSpc>
                <a:spcPct val="100000"/>
              </a:lnSpc>
              <a:spcBef>
                <a:spcPts val="0"/>
              </a:spcBef>
              <a:buNone/>
              <a:defRPr b="0" i="0" sz="600">
                <a:solidFill>
                  <a:schemeClr val="dk1"/>
                </a:solidFill>
                <a:latin typeface="Arial"/>
                <a:ea typeface="Arial"/>
                <a:cs typeface="Arial"/>
                <a:sym typeface="Arial"/>
              </a:defRPr>
            </a:lvl1pPr>
            <a:lvl2pPr indent="0" lvl="1" marL="38100">
              <a:lnSpc>
                <a:spcPct val="100000"/>
              </a:lnSpc>
              <a:spcBef>
                <a:spcPts val="0"/>
              </a:spcBef>
              <a:buNone/>
              <a:defRPr b="0" i="0" sz="600">
                <a:solidFill>
                  <a:schemeClr val="dk1"/>
                </a:solidFill>
                <a:latin typeface="Arial"/>
                <a:ea typeface="Arial"/>
                <a:cs typeface="Arial"/>
                <a:sym typeface="Arial"/>
              </a:defRPr>
            </a:lvl2pPr>
            <a:lvl3pPr indent="0" lvl="2" marL="38100">
              <a:lnSpc>
                <a:spcPct val="100000"/>
              </a:lnSpc>
              <a:spcBef>
                <a:spcPts val="0"/>
              </a:spcBef>
              <a:buNone/>
              <a:defRPr b="0" i="0" sz="600">
                <a:solidFill>
                  <a:schemeClr val="dk1"/>
                </a:solidFill>
                <a:latin typeface="Arial"/>
                <a:ea typeface="Arial"/>
                <a:cs typeface="Arial"/>
                <a:sym typeface="Arial"/>
              </a:defRPr>
            </a:lvl3pPr>
            <a:lvl4pPr indent="0" lvl="3" marL="38100">
              <a:lnSpc>
                <a:spcPct val="100000"/>
              </a:lnSpc>
              <a:spcBef>
                <a:spcPts val="0"/>
              </a:spcBef>
              <a:buNone/>
              <a:defRPr b="0" i="0" sz="600">
                <a:solidFill>
                  <a:schemeClr val="dk1"/>
                </a:solidFill>
                <a:latin typeface="Arial"/>
                <a:ea typeface="Arial"/>
                <a:cs typeface="Arial"/>
                <a:sym typeface="Arial"/>
              </a:defRPr>
            </a:lvl4pPr>
            <a:lvl5pPr indent="0" lvl="4" marL="38100">
              <a:lnSpc>
                <a:spcPct val="100000"/>
              </a:lnSpc>
              <a:spcBef>
                <a:spcPts val="0"/>
              </a:spcBef>
              <a:buNone/>
              <a:defRPr b="0" i="0" sz="600">
                <a:solidFill>
                  <a:schemeClr val="dk1"/>
                </a:solidFill>
                <a:latin typeface="Arial"/>
                <a:ea typeface="Arial"/>
                <a:cs typeface="Arial"/>
                <a:sym typeface="Arial"/>
              </a:defRPr>
            </a:lvl5pPr>
            <a:lvl6pPr indent="0" lvl="5" marL="38100">
              <a:lnSpc>
                <a:spcPct val="100000"/>
              </a:lnSpc>
              <a:spcBef>
                <a:spcPts val="0"/>
              </a:spcBef>
              <a:buNone/>
              <a:defRPr b="0" i="0" sz="600">
                <a:solidFill>
                  <a:schemeClr val="dk1"/>
                </a:solidFill>
                <a:latin typeface="Arial"/>
                <a:ea typeface="Arial"/>
                <a:cs typeface="Arial"/>
                <a:sym typeface="Arial"/>
              </a:defRPr>
            </a:lvl6pPr>
            <a:lvl7pPr indent="0" lvl="6" marL="38100">
              <a:lnSpc>
                <a:spcPct val="100000"/>
              </a:lnSpc>
              <a:spcBef>
                <a:spcPts val="0"/>
              </a:spcBef>
              <a:buNone/>
              <a:defRPr b="0" i="0" sz="600">
                <a:solidFill>
                  <a:schemeClr val="dk1"/>
                </a:solidFill>
                <a:latin typeface="Arial"/>
                <a:ea typeface="Arial"/>
                <a:cs typeface="Arial"/>
                <a:sym typeface="Arial"/>
              </a:defRPr>
            </a:lvl7pPr>
            <a:lvl8pPr indent="0" lvl="7" marL="38100">
              <a:lnSpc>
                <a:spcPct val="100000"/>
              </a:lnSpc>
              <a:spcBef>
                <a:spcPts val="0"/>
              </a:spcBef>
              <a:buNone/>
              <a:defRPr b="0" i="0" sz="600">
                <a:solidFill>
                  <a:schemeClr val="dk1"/>
                </a:solidFill>
                <a:latin typeface="Arial"/>
                <a:ea typeface="Arial"/>
                <a:cs typeface="Arial"/>
                <a:sym typeface="Arial"/>
              </a:defRPr>
            </a:lvl8pPr>
            <a:lvl9pPr indent="0" lvl="8" marL="38100">
              <a:lnSpc>
                <a:spcPct val="100000"/>
              </a:lnSpc>
              <a:spcBef>
                <a:spcPts val="0"/>
              </a:spcBef>
              <a:buNone/>
              <a:defRPr b="0" i="0" sz="600">
                <a:solidFill>
                  <a:schemeClr val="dk1"/>
                </a:solidFill>
                <a:latin typeface="Arial"/>
                <a:ea typeface="Arial"/>
                <a:cs typeface="Arial"/>
                <a:sym typeface="Arial"/>
              </a:defRPr>
            </a:lvl9pPr>
          </a:lstStyle>
          <a:p>
            <a:pPr indent="0" lvl="0" marL="3810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1" name="Shape 21"/>
        <p:cNvGrpSpPr/>
        <p:nvPr/>
      </p:nvGrpSpPr>
      <p:grpSpPr>
        <a:xfrm>
          <a:off x="0" y="0"/>
          <a:ext cx="0" cy="0"/>
          <a:chOff x="0" y="0"/>
          <a:chExt cx="0" cy="0"/>
        </a:xfrm>
      </p:grpSpPr>
      <p:sp>
        <p:nvSpPr>
          <p:cNvPr id="22" name="Google Shape;22;p4"/>
          <p:cNvSpPr txBox="1"/>
          <p:nvPr>
            <p:ph type="title"/>
          </p:nvPr>
        </p:nvSpPr>
        <p:spPr>
          <a:xfrm>
            <a:off x="130860" y="67818"/>
            <a:ext cx="3704590" cy="1778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1000">
                <a:solidFill>
                  <a:srgbClr val="000099"/>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281431" y="863345"/>
            <a:ext cx="5202936" cy="1663064"/>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sz="900">
                <a:solidFill>
                  <a:schemeClr val="dk1"/>
                </a:solidFill>
                <a:latin typeface="Arial"/>
                <a:ea typeface="Arial"/>
                <a:cs typeface="Arial"/>
                <a:sym typeface="Arial"/>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4" name="Google Shape;24;p4"/>
          <p:cNvSpPr txBox="1"/>
          <p:nvPr>
            <p:ph idx="11" type="ftr"/>
          </p:nvPr>
        </p:nvSpPr>
        <p:spPr>
          <a:xfrm>
            <a:off x="1960372" y="3017710"/>
            <a:ext cx="1845056" cy="162242"/>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
          <p:cNvSpPr txBox="1"/>
          <p:nvPr>
            <p:ph idx="10" type="dt"/>
          </p:nvPr>
        </p:nvSpPr>
        <p:spPr>
          <a:xfrm>
            <a:off x="288290" y="3017710"/>
            <a:ext cx="1326134" cy="162242"/>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4"/>
          <p:cNvSpPr txBox="1"/>
          <p:nvPr>
            <p:ph idx="12" type="sldNum"/>
          </p:nvPr>
        </p:nvSpPr>
        <p:spPr>
          <a:xfrm>
            <a:off x="5345557" y="3033678"/>
            <a:ext cx="130175" cy="111125"/>
          </a:xfrm>
          <a:prstGeom prst="rect">
            <a:avLst/>
          </a:prstGeom>
          <a:noFill/>
          <a:ln>
            <a:noFill/>
          </a:ln>
        </p:spPr>
        <p:txBody>
          <a:bodyPr anchorCtr="0" anchor="t" bIns="0" lIns="0" spcFirstLastPara="1" rIns="0" wrap="square" tIns="0">
            <a:spAutoFit/>
          </a:bodyPr>
          <a:lstStyle>
            <a:lvl1pPr indent="0" lvl="0" marL="38100">
              <a:lnSpc>
                <a:spcPct val="100000"/>
              </a:lnSpc>
              <a:spcBef>
                <a:spcPts val="0"/>
              </a:spcBef>
              <a:buNone/>
              <a:defRPr b="0" i="0" sz="600">
                <a:solidFill>
                  <a:schemeClr val="dk1"/>
                </a:solidFill>
                <a:latin typeface="Arial"/>
                <a:ea typeface="Arial"/>
                <a:cs typeface="Arial"/>
                <a:sym typeface="Arial"/>
              </a:defRPr>
            </a:lvl1pPr>
            <a:lvl2pPr indent="0" lvl="1" marL="38100">
              <a:lnSpc>
                <a:spcPct val="100000"/>
              </a:lnSpc>
              <a:spcBef>
                <a:spcPts val="0"/>
              </a:spcBef>
              <a:buNone/>
              <a:defRPr b="0" i="0" sz="600">
                <a:solidFill>
                  <a:schemeClr val="dk1"/>
                </a:solidFill>
                <a:latin typeface="Arial"/>
                <a:ea typeface="Arial"/>
                <a:cs typeface="Arial"/>
                <a:sym typeface="Arial"/>
              </a:defRPr>
            </a:lvl2pPr>
            <a:lvl3pPr indent="0" lvl="2" marL="38100">
              <a:lnSpc>
                <a:spcPct val="100000"/>
              </a:lnSpc>
              <a:spcBef>
                <a:spcPts val="0"/>
              </a:spcBef>
              <a:buNone/>
              <a:defRPr b="0" i="0" sz="600">
                <a:solidFill>
                  <a:schemeClr val="dk1"/>
                </a:solidFill>
                <a:latin typeface="Arial"/>
                <a:ea typeface="Arial"/>
                <a:cs typeface="Arial"/>
                <a:sym typeface="Arial"/>
              </a:defRPr>
            </a:lvl3pPr>
            <a:lvl4pPr indent="0" lvl="3" marL="38100">
              <a:lnSpc>
                <a:spcPct val="100000"/>
              </a:lnSpc>
              <a:spcBef>
                <a:spcPts val="0"/>
              </a:spcBef>
              <a:buNone/>
              <a:defRPr b="0" i="0" sz="600">
                <a:solidFill>
                  <a:schemeClr val="dk1"/>
                </a:solidFill>
                <a:latin typeface="Arial"/>
                <a:ea typeface="Arial"/>
                <a:cs typeface="Arial"/>
                <a:sym typeface="Arial"/>
              </a:defRPr>
            </a:lvl4pPr>
            <a:lvl5pPr indent="0" lvl="4" marL="38100">
              <a:lnSpc>
                <a:spcPct val="100000"/>
              </a:lnSpc>
              <a:spcBef>
                <a:spcPts val="0"/>
              </a:spcBef>
              <a:buNone/>
              <a:defRPr b="0" i="0" sz="600">
                <a:solidFill>
                  <a:schemeClr val="dk1"/>
                </a:solidFill>
                <a:latin typeface="Arial"/>
                <a:ea typeface="Arial"/>
                <a:cs typeface="Arial"/>
                <a:sym typeface="Arial"/>
              </a:defRPr>
            </a:lvl5pPr>
            <a:lvl6pPr indent="0" lvl="5" marL="38100">
              <a:lnSpc>
                <a:spcPct val="100000"/>
              </a:lnSpc>
              <a:spcBef>
                <a:spcPts val="0"/>
              </a:spcBef>
              <a:buNone/>
              <a:defRPr b="0" i="0" sz="600">
                <a:solidFill>
                  <a:schemeClr val="dk1"/>
                </a:solidFill>
                <a:latin typeface="Arial"/>
                <a:ea typeface="Arial"/>
                <a:cs typeface="Arial"/>
                <a:sym typeface="Arial"/>
              </a:defRPr>
            </a:lvl6pPr>
            <a:lvl7pPr indent="0" lvl="6" marL="38100">
              <a:lnSpc>
                <a:spcPct val="100000"/>
              </a:lnSpc>
              <a:spcBef>
                <a:spcPts val="0"/>
              </a:spcBef>
              <a:buNone/>
              <a:defRPr b="0" i="0" sz="600">
                <a:solidFill>
                  <a:schemeClr val="dk1"/>
                </a:solidFill>
                <a:latin typeface="Arial"/>
                <a:ea typeface="Arial"/>
                <a:cs typeface="Arial"/>
                <a:sym typeface="Arial"/>
              </a:defRPr>
            </a:lvl7pPr>
            <a:lvl8pPr indent="0" lvl="7" marL="38100">
              <a:lnSpc>
                <a:spcPct val="100000"/>
              </a:lnSpc>
              <a:spcBef>
                <a:spcPts val="0"/>
              </a:spcBef>
              <a:buNone/>
              <a:defRPr b="0" i="0" sz="600">
                <a:solidFill>
                  <a:schemeClr val="dk1"/>
                </a:solidFill>
                <a:latin typeface="Arial"/>
                <a:ea typeface="Arial"/>
                <a:cs typeface="Arial"/>
                <a:sym typeface="Arial"/>
              </a:defRPr>
            </a:lvl8pPr>
            <a:lvl9pPr indent="0" lvl="8" marL="38100">
              <a:lnSpc>
                <a:spcPct val="100000"/>
              </a:lnSpc>
              <a:spcBef>
                <a:spcPts val="0"/>
              </a:spcBef>
              <a:buNone/>
              <a:defRPr b="0" i="0" sz="600">
                <a:solidFill>
                  <a:schemeClr val="dk1"/>
                </a:solidFill>
                <a:latin typeface="Arial"/>
                <a:ea typeface="Arial"/>
                <a:cs typeface="Arial"/>
                <a:sym typeface="Arial"/>
              </a:defRPr>
            </a:lvl9pPr>
          </a:lstStyle>
          <a:p>
            <a:pPr indent="0" lvl="0" marL="3810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7" name="Shape 27"/>
        <p:cNvGrpSpPr/>
        <p:nvPr/>
      </p:nvGrpSpPr>
      <p:grpSpPr>
        <a:xfrm>
          <a:off x="0" y="0"/>
          <a:ext cx="0" cy="0"/>
          <a:chOff x="0" y="0"/>
          <a:chExt cx="0" cy="0"/>
        </a:xfrm>
      </p:grpSpPr>
      <p:sp>
        <p:nvSpPr>
          <p:cNvPr id="28" name="Google Shape;28;p5"/>
          <p:cNvSpPr txBox="1"/>
          <p:nvPr>
            <p:ph type="title"/>
          </p:nvPr>
        </p:nvSpPr>
        <p:spPr>
          <a:xfrm>
            <a:off x="130860" y="67818"/>
            <a:ext cx="3704590" cy="1778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1000">
                <a:solidFill>
                  <a:srgbClr val="000099"/>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288290" y="746315"/>
            <a:ext cx="2508123" cy="2141601"/>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0" name="Google Shape;30;p5"/>
          <p:cNvSpPr txBox="1"/>
          <p:nvPr>
            <p:ph idx="2" type="body"/>
          </p:nvPr>
        </p:nvSpPr>
        <p:spPr>
          <a:xfrm>
            <a:off x="2969387" y="746315"/>
            <a:ext cx="2508123" cy="2141601"/>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1" name="Google Shape;31;p5"/>
          <p:cNvSpPr txBox="1"/>
          <p:nvPr>
            <p:ph idx="11" type="ftr"/>
          </p:nvPr>
        </p:nvSpPr>
        <p:spPr>
          <a:xfrm>
            <a:off x="1960372" y="3017710"/>
            <a:ext cx="1845056" cy="162242"/>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5"/>
          <p:cNvSpPr txBox="1"/>
          <p:nvPr>
            <p:ph idx="10" type="dt"/>
          </p:nvPr>
        </p:nvSpPr>
        <p:spPr>
          <a:xfrm>
            <a:off x="288290" y="3017710"/>
            <a:ext cx="1326134" cy="162242"/>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
          <p:cNvSpPr txBox="1"/>
          <p:nvPr>
            <p:ph idx="12" type="sldNum"/>
          </p:nvPr>
        </p:nvSpPr>
        <p:spPr>
          <a:xfrm>
            <a:off x="5345557" y="3033678"/>
            <a:ext cx="130175" cy="111125"/>
          </a:xfrm>
          <a:prstGeom prst="rect">
            <a:avLst/>
          </a:prstGeom>
          <a:noFill/>
          <a:ln>
            <a:noFill/>
          </a:ln>
        </p:spPr>
        <p:txBody>
          <a:bodyPr anchorCtr="0" anchor="t" bIns="0" lIns="0" spcFirstLastPara="1" rIns="0" wrap="square" tIns="0">
            <a:spAutoFit/>
          </a:bodyPr>
          <a:lstStyle>
            <a:lvl1pPr indent="0" lvl="0" marL="38100">
              <a:lnSpc>
                <a:spcPct val="100000"/>
              </a:lnSpc>
              <a:spcBef>
                <a:spcPts val="0"/>
              </a:spcBef>
              <a:buNone/>
              <a:defRPr b="0" i="0" sz="600">
                <a:solidFill>
                  <a:schemeClr val="dk1"/>
                </a:solidFill>
                <a:latin typeface="Arial"/>
                <a:ea typeface="Arial"/>
                <a:cs typeface="Arial"/>
                <a:sym typeface="Arial"/>
              </a:defRPr>
            </a:lvl1pPr>
            <a:lvl2pPr indent="0" lvl="1" marL="38100">
              <a:lnSpc>
                <a:spcPct val="100000"/>
              </a:lnSpc>
              <a:spcBef>
                <a:spcPts val="0"/>
              </a:spcBef>
              <a:buNone/>
              <a:defRPr b="0" i="0" sz="600">
                <a:solidFill>
                  <a:schemeClr val="dk1"/>
                </a:solidFill>
                <a:latin typeface="Arial"/>
                <a:ea typeface="Arial"/>
                <a:cs typeface="Arial"/>
                <a:sym typeface="Arial"/>
              </a:defRPr>
            </a:lvl2pPr>
            <a:lvl3pPr indent="0" lvl="2" marL="38100">
              <a:lnSpc>
                <a:spcPct val="100000"/>
              </a:lnSpc>
              <a:spcBef>
                <a:spcPts val="0"/>
              </a:spcBef>
              <a:buNone/>
              <a:defRPr b="0" i="0" sz="600">
                <a:solidFill>
                  <a:schemeClr val="dk1"/>
                </a:solidFill>
                <a:latin typeface="Arial"/>
                <a:ea typeface="Arial"/>
                <a:cs typeface="Arial"/>
                <a:sym typeface="Arial"/>
              </a:defRPr>
            </a:lvl3pPr>
            <a:lvl4pPr indent="0" lvl="3" marL="38100">
              <a:lnSpc>
                <a:spcPct val="100000"/>
              </a:lnSpc>
              <a:spcBef>
                <a:spcPts val="0"/>
              </a:spcBef>
              <a:buNone/>
              <a:defRPr b="0" i="0" sz="600">
                <a:solidFill>
                  <a:schemeClr val="dk1"/>
                </a:solidFill>
                <a:latin typeface="Arial"/>
                <a:ea typeface="Arial"/>
                <a:cs typeface="Arial"/>
                <a:sym typeface="Arial"/>
              </a:defRPr>
            </a:lvl4pPr>
            <a:lvl5pPr indent="0" lvl="4" marL="38100">
              <a:lnSpc>
                <a:spcPct val="100000"/>
              </a:lnSpc>
              <a:spcBef>
                <a:spcPts val="0"/>
              </a:spcBef>
              <a:buNone/>
              <a:defRPr b="0" i="0" sz="600">
                <a:solidFill>
                  <a:schemeClr val="dk1"/>
                </a:solidFill>
                <a:latin typeface="Arial"/>
                <a:ea typeface="Arial"/>
                <a:cs typeface="Arial"/>
                <a:sym typeface="Arial"/>
              </a:defRPr>
            </a:lvl5pPr>
            <a:lvl6pPr indent="0" lvl="5" marL="38100">
              <a:lnSpc>
                <a:spcPct val="100000"/>
              </a:lnSpc>
              <a:spcBef>
                <a:spcPts val="0"/>
              </a:spcBef>
              <a:buNone/>
              <a:defRPr b="0" i="0" sz="600">
                <a:solidFill>
                  <a:schemeClr val="dk1"/>
                </a:solidFill>
                <a:latin typeface="Arial"/>
                <a:ea typeface="Arial"/>
                <a:cs typeface="Arial"/>
                <a:sym typeface="Arial"/>
              </a:defRPr>
            </a:lvl6pPr>
            <a:lvl7pPr indent="0" lvl="6" marL="38100">
              <a:lnSpc>
                <a:spcPct val="100000"/>
              </a:lnSpc>
              <a:spcBef>
                <a:spcPts val="0"/>
              </a:spcBef>
              <a:buNone/>
              <a:defRPr b="0" i="0" sz="600">
                <a:solidFill>
                  <a:schemeClr val="dk1"/>
                </a:solidFill>
                <a:latin typeface="Arial"/>
                <a:ea typeface="Arial"/>
                <a:cs typeface="Arial"/>
                <a:sym typeface="Arial"/>
              </a:defRPr>
            </a:lvl7pPr>
            <a:lvl8pPr indent="0" lvl="7" marL="38100">
              <a:lnSpc>
                <a:spcPct val="100000"/>
              </a:lnSpc>
              <a:spcBef>
                <a:spcPts val="0"/>
              </a:spcBef>
              <a:buNone/>
              <a:defRPr b="0" i="0" sz="600">
                <a:solidFill>
                  <a:schemeClr val="dk1"/>
                </a:solidFill>
                <a:latin typeface="Arial"/>
                <a:ea typeface="Arial"/>
                <a:cs typeface="Arial"/>
                <a:sym typeface="Arial"/>
              </a:defRPr>
            </a:lvl8pPr>
            <a:lvl9pPr indent="0" lvl="8" marL="38100">
              <a:lnSpc>
                <a:spcPct val="100000"/>
              </a:lnSpc>
              <a:spcBef>
                <a:spcPts val="0"/>
              </a:spcBef>
              <a:buNone/>
              <a:defRPr b="0" i="0" sz="600">
                <a:solidFill>
                  <a:schemeClr val="dk1"/>
                </a:solidFill>
                <a:latin typeface="Arial"/>
                <a:ea typeface="Arial"/>
                <a:cs typeface="Arial"/>
                <a:sym typeface="Arial"/>
              </a:defRPr>
            </a:lvl9pPr>
          </a:lstStyle>
          <a:p>
            <a:pPr indent="0" lvl="0" marL="3810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4" name="Shape 34"/>
        <p:cNvGrpSpPr/>
        <p:nvPr/>
      </p:nvGrpSpPr>
      <p:grpSpPr>
        <a:xfrm>
          <a:off x="0" y="0"/>
          <a:ext cx="0" cy="0"/>
          <a:chOff x="0" y="0"/>
          <a:chExt cx="0" cy="0"/>
        </a:xfrm>
      </p:grpSpPr>
      <p:sp>
        <p:nvSpPr>
          <p:cNvPr id="35" name="Google Shape;35;p6"/>
          <p:cNvSpPr txBox="1"/>
          <p:nvPr>
            <p:ph type="title"/>
          </p:nvPr>
        </p:nvSpPr>
        <p:spPr>
          <a:xfrm>
            <a:off x="130860" y="67818"/>
            <a:ext cx="3704590" cy="1778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1000">
                <a:solidFill>
                  <a:srgbClr val="000099"/>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6"/>
          <p:cNvSpPr txBox="1"/>
          <p:nvPr>
            <p:ph idx="11" type="ftr"/>
          </p:nvPr>
        </p:nvSpPr>
        <p:spPr>
          <a:xfrm>
            <a:off x="1960372" y="3017710"/>
            <a:ext cx="1845056" cy="162242"/>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6"/>
          <p:cNvSpPr txBox="1"/>
          <p:nvPr>
            <p:ph idx="10" type="dt"/>
          </p:nvPr>
        </p:nvSpPr>
        <p:spPr>
          <a:xfrm>
            <a:off x="288290" y="3017710"/>
            <a:ext cx="1326134" cy="162242"/>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
          <p:cNvSpPr txBox="1"/>
          <p:nvPr>
            <p:ph idx="12" type="sldNum"/>
          </p:nvPr>
        </p:nvSpPr>
        <p:spPr>
          <a:xfrm>
            <a:off x="5345557" y="3033678"/>
            <a:ext cx="130175" cy="111125"/>
          </a:xfrm>
          <a:prstGeom prst="rect">
            <a:avLst/>
          </a:prstGeom>
          <a:noFill/>
          <a:ln>
            <a:noFill/>
          </a:ln>
        </p:spPr>
        <p:txBody>
          <a:bodyPr anchorCtr="0" anchor="t" bIns="0" lIns="0" spcFirstLastPara="1" rIns="0" wrap="square" tIns="0">
            <a:spAutoFit/>
          </a:bodyPr>
          <a:lstStyle>
            <a:lvl1pPr indent="0" lvl="0" marL="38100">
              <a:lnSpc>
                <a:spcPct val="100000"/>
              </a:lnSpc>
              <a:spcBef>
                <a:spcPts val="0"/>
              </a:spcBef>
              <a:buNone/>
              <a:defRPr b="0" i="0" sz="600">
                <a:solidFill>
                  <a:schemeClr val="dk1"/>
                </a:solidFill>
                <a:latin typeface="Arial"/>
                <a:ea typeface="Arial"/>
                <a:cs typeface="Arial"/>
                <a:sym typeface="Arial"/>
              </a:defRPr>
            </a:lvl1pPr>
            <a:lvl2pPr indent="0" lvl="1" marL="38100">
              <a:lnSpc>
                <a:spcPct val="100000"/>
              </a:lnSpc>
              <a:spcBef>
                <a:spcPts val="0"/>
              </a:spcBef>
              <a:buNone/>
              <a:defRPr b="0" i="0" sz="600">
                <a:solidFill>
                  <a:schemeClr val="dk1"/>
                </a:solidFill>
                <a:latin typeface="Arial"/>
                <a:ea typeface="Arial"/>
                <a:cs typeface="Arial"/>
                <a:sym typeface="Arial"/>
              </a:defRPr>
            </a:lvl2pPr>
            <a:lvl3pPr indent="0" lvl="2" marL="38100">
              <a:lnSpc>
                <a:spcPct val="100000"/>
              </a:lnSpc>
              <a:spcBef>
                <a:spcPts val="0"/>
              </a:spcBef>
              <a:buNone/>
              <a:defRPr b="0" i="0" sz="600">
                <a:solidFill>
                  <a:schemeClr val="dk1"/>
                </a:solidFill>
                <a:latin typeface="Arial"/>
                <a:ea typeface="Arial"/>
                <a:cs typeface="Arial"/>
                <a:sym typeface="Arial"/>
              </a:defRPr>
            </a:lvl3pPr>
            <a:lvl4pPr indent="0" lvl="3" marL="38100">
              <a:lnSpc>
                <a:spcPct val="100000"/>
              </a:lnSpc>
              <a:spcBef>
                <a:spcPts val="0"/>
              </a:spcBef>
              <a:buNone/>
              <a:defRPr b="0" i="0" sz="600">
                <a:solidFill>
                  <a:schemeClr val="dk1"/>
                </a:solidFill>
                <a:latin typeface="Arial"/>
                <a:ea typeface="Arial"/>
                <a:cs typeface="Arial"/>
                <a:sym typeface="Arial"/>
              </a:defRPr>
            </a:lvl4pPr>
            <a:lvl5pPr indent="0" lvl="4" marL="38100">
              <a:lnSpc>
                <a:spcPct val="100000"/>
              </a:lnSpc>
              <a:spcBef>
                <a:spcPts val="0"/>
              </a:spcBef>
              <a:buNone/>
              <a:defRPr b="0" i="0" sz="600">
                <a:solidFill>
                  <a:schemeClr val="dk1"/>
                </a:solidFill>
                <a:latin typeface="Arial"/>
                <a:ea typeface="Arial"/>
                <a:cs typeface="Arial"/>
                <a:sym typeface="Arial"/>
              </a:defRPr>
            </a:lvl5pPr>
            <a:lvl6pPr indent="0" lvl="5" marL="38100">
              <a:lnSpc>
                <a:spcPct val="100000"/>
              </a:lnSpc>
              <a:spcBef>
                <a:spcPts val="0"/>
              </a:spcBef>
              <a:buNone/>
              <a:defRPr b="0" i="0" sz="600">
                <a:solidFill>
                  <a:schemeClr val="dk1"/>
                </a:solidFill>
                <a:latin typeface="Arial"/>
                <a:ea typeface="Arial"/>
                <a:cs typeface="Arial"/>
                <a:sym typeface="Arial"/>
              </a:defRPr>
            </a:lvl6pPr>
            <a:lvl7pPr indent="0" lvl="6" marL="38100">
              <a:lnSpc>
                <a:spcPct val="100000"/>
              </a:lnSpc>
              <a:spcBef>
                <a:spcPts val="0"/>
              </a:spcBef>
              <a:buNone/>
              <a:defRPr b="0" i="0" sz="600">
                <a:solidFill>
                  <a:schemeClr val="dk1"/>
                </a:solidFill>
                <a:latin typeface="Arial"/>
                <a:ea typeface="Arial"/>
                <a:cs typeface="Arial"/>
                <a:sym typeface="Arial"/>
              </a:defRPr>
            </a:lvl7pPr>
            <a:lvl8pPr indent="0" lvl="7" marL="38100">
              <a:lnSpc>
                <a:spcPct val="100000"/>
              </a:lnSpc>
              <a:spcBef>
                <a:spcPts val="0"/>
              </a:spcBef>
              <a:buNone/>
              <a:defRPr b="0" i="0" sz="600">
                <a:solidFill>
                  <a:schemeClr val="dk1"/>
                </a:solidFill>
                <a:latin typeface="Arial"/>
                <a:ea typeface="Arial"/>
                <a:cs typeface="Arial"/>
                <a:sym typeface="Arial"/>
              </a:defRPr>
            </a:lvl8pPr>
            <a:lvl9pPr indent="0" lvl="8" marL="38100">
              <a:lnSpc>
                <a:spcPct val="100000"/>
              </a:lnSpc>
              <a:spcBef>
                <a:spcPts val="0"/>
              </a:spcBef>
              <a:buNone/>
              <a:defRPr b="0" i="0" sz="600">
                <a:solidFill>
                  <a:schemeClr val="dk1"/>
                </a:solidFill>
                <a:latin typeface="Arial"/>
                <a:ea typeface="Arial"/>
                <a:cs typeface="Arial"/>
                <a:sym typeface="Arial"/>
              </a:defRPr>
            </a:lvl9pPr>
          </a:lstStyle>
          <a:p>
            <a:pPr indent="0" lvl="0" marL="3810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44" name="Shape 44"/>
        <p:cNvGrpSpPr/>
        <p:nvPr/>
      </p:nvGrpSpPr>
      <p:grpSpPr>
        <a:xfrm>
          <a:off x="0" y="0"/>
          <a:ext cx="0" cy="0"/>
          <a:chOff x="0" y="0"/>
          <a:chExt cx="0" cy="0"/>
        </a:xfrm>
      </p:grpSpPr>
      <p:sp>
        <p:nvSpPr>
          <p:cNvPr id="45" name="Google Shape;45;p8"/>
          <p:cNvSpPr txBox="1"/>
          <p:nvPr>
            <p:ph type="ctrTitle"/>
          </p:nvPr>
        </p:nvSpPr>
        <p:spPr>
          <a:xfrm>
            <a:off x="720725" y="531044"/>
            <a:ext cx="4324200" cy="1129800"/>
          </a:xfrm>
          <a:prstGeom prst="rect">
            <a:avLst/>
          </a:prstGeom>
          <a:noFill/>
          <a:ln>
            <a:noFill/>
          </a:ln>
        </p:spPr>
        <p:txBody>
          <a:bodyPr anchorCtr="0" anchor="b" bIns="26425" lIns="52850" spcFirstLastPara="1" rIns="52850" wrap="square" tIns="26425">
            <a:normAutofit/>
          </a:bodyPr>
          <a:lstStyle>
            <a:lvl1pPr lvl="0" algn="ctr">
              <a:lnSpc>
                <a:spcPct val="90000"/>
              </a:lnSpc>
              <a:spcBef>
                <a:spcPts val="0"/>
              </a:spcBef>
              <a:spcAft>
                <a:spcPts val="0"/>
              </a:spcAft>
              <a:buClr>
                <a:schemeClr val="dk1"/>
              </a:buClr>
              <a:buSzPts val="2600"/>
              <a:buFont typeface="Times New Roman"/>
              <a:buNone/>
              <a:defRPr sz="2600"/>
            </a:lvl1pPr>
            <a:lvl2pPr lvl="1">
              <a:spcBef>
                <a:spcPts val="0"/>
              </a:spcBef>
              <a:spcAft>
                <a:spcPts val="0"/>
              </a:spcAft>
              <a:buSzPts val="800"/>
              <a:buNone/>
              <a:defRPr/>
            </a:lvl2pPr>
            <a:lvl3pPr lvl="2">
              <a:spcBef>
                <a:spcPts val="0"/>
              </a:spcBef>
              <a:spcAft>
                <a:spcPts val="0"/>
              </a:spcAft>
              <a:buSzPts val="800"/>
              <a:buNone/>
              <a:defRPr/>
            </a:lvl3pPr>
            <a:lvl4pPr lvl="3">
              <a:spcBef>
                <a:spcPts val="0"/>
              </a:spcBef>
              <a:spcAft>
                <a:spcPts val="0"/>
              </a:spcAft>
              <a:buSzPts val="800"/>
              <a:buNone/>
              <a:defRPr/>
            </a:lvl4pPr>
            <a:lvl5pPr lvl="4">
              <a:spcBef>
                <a:spcPts val="0"/>
              </a:spcBef>
              <a:spcAft>
                <a:spcPts val="0"/>
              </a:spcAft>
              <a:buSzPts val="800"/>
              <a:buNone/>
              <a:defRPr/>
            </a:lvl5pPr>
            <a:lvl6pPr lvl="5">
              <a:spcBef>
                <a:spcPts val="0"/>
              </a:spcBef>
              <a:spcAft>
                <a:spcPts val="0"/>
              </a:spcAft>
              <a:buSzPts val="800"/>
              <a:buNone/>
              <a:defRPr/>
            </a:lvl6pPr>
            <a:lvl7pPr lvl="6">
              <a:spcBef>
                <a:spcPts val="0"/>
              </a:spcBef>
              <a:spcAft>
                <a:spcPts val="0"/>
              </a:spcAft>
              <a:buSzPts val="800"/>
              <a:buNone/>
              <a:defRPr/>
            </a:lvl7pPr>
            <a:lvl8pPr lvl="7">
              <a:spcBef>
                <a:spcPts val="0"/>
              </a:spcBef>
              <a:spcAft>
                <a:spcPts val="0"/>
              </a:spcAft>
              <a:buSzPts val="800"/>
              <a:buNone/>
              <a:defRPr/>
            </a:lvl8pPr>
            <a:lvl9pPr lvl="8">
              <a:spcBef>
                <a:spcPts val="0"/>
              </a:spcBef>
              <a:spcAft>
                <a:spcPts val="0"/>
              </a:spcAft>
              <a:buSzPts val="800"/>
              <a:buNone/>
              <a:defRPr/>
            </a:lvl9pPr>
          </a:lstStyle>
          <a:p/>
        </p:txBody>
      </p:sp>
      <p:sp>
        <p:nvSpPr>
          <p:cNvPr id="46" name="Google Shape;46;p8"/>
          <p:cNvSpPr txBox="1"/>
          <p:nvPr>
            <p:ph idx="1" type="subTitle"/>
          </p:nvPr>
        </p:nvSpPr>
        <p:spPr>
          <a:xfrm>
            <a:off x="720725" y="1704298"/>
            <a:ext cx="4324200" cy="783300"/>
          </a:xfrm>
          <a:prstGeom prst="rect">
            <a:avLst/>
          </a:prstGeom>
          <a:noFill/>
          <a:ln>
            <a:noFill/>
          </a:ln>
        </p:spPr>
        <p:txBody>
          <a:bodyPr anchorCtr="0" anchor="t" bIns="26425" lIns="52850" spcFirstLastPara="1" rIns="52850" wrap="square" tIns="26425">
            <a:normAutofit/>
          </a:bodyPr>
          <a:lstStyle>
            <a:lvl1pPr lvl="0" algn="ctr">
              <a:lnSpc>
                <a:spcPct val="90000"/>
              </a:lnSpc>
              <a:spcBef>
                <a:spcPts val="400"/>
              </a:spcBef>
              <a:spcAft>
                <a:spcPts val="0"/>
              </a:spcAft>
              <a:buClr>
                <a:schemeClr val="dk1"/>
              </a:buClr>
              <a:buSzPts val="1000"/>
              <a:buNone/>
              <a:defRPr sz="1000"/>
            </a:lvl1pPr>
            <a:lvl2pPr lvl="1" algn="ctr">
              <a:lnSpc>
                <a:spcPct val="90000"/>
              </a:lnSpc>
              <a:spcBef>
                <a:spcPts val="200"/>
              </a:spcBef>
              <a:spcAft>
                <a:spcPts val="0"/>
              </a:spcAft>
              <a:buClr>
                <a:schemeClr val="dk1"/>
              </a:buClr>
              <a:buSzPts val="900"/>
              <a:buNone/>
              <a:defRPr sz="900"/>
            </a:lvl2pPr>
            <a:lvl3pPr lvl="2" algn="ctr">
              <a:lnSpc>
                <a:spcPct val="90000"/>
              </a:lnSpc>
              <a:spcBef>
                <a:spcPts val="200"/>
              </a:spcBef>
              <a:spcAft>
                <a:spcPts val="0"/>
              </a:spcAft>
              <a:buClr>
                <a:schemeClr val="dk1"/>
              </a:buClr>
              <a:buSzPts val="800"/>
              <a:buNone/>
              <a:defRPr sz="800"/>
            </a:lvl3pPr>
            <a:lvl4pPr lvl="3" algn="ctr">
              <a:lnSpc>
                <a:spcPct val="90000"/>
              </a:lnSpc>
              <a:spcBef>
                <a:spcPts val="200"/>
              </a:spcBef>
              <a:spcAft>
                <a:spcPts val="0"/>
              </a:spcAft>
              <a:buClr>
                <a:schemeClr val="dk1"/>
              </a:buClr>
              <a:buSzPts val="700"/>
              <a:buNone/>
              <a:defRPr sz="700"/>
            </a:lvl4pPr>
            <a:lvl5pPr lvl="4" algn="ctr">
              <a:lnSpc>
                <a:spcPct val="90000"/>
              </a:lnSpc>
              <a:spcBef>
                <a:spcPts val="200"/>
              </a:spcBef>
              <a:spcAft>
                <a:spcPts val="0"/>
              </a:spcAft>
              <a:buClr>
                <a:schemeClr val="dk1"/>
              </a:buClr>
              <a:buSzPts val="700"/>
              <a:buNone/>
              <a:defRPr sz="700"/>
            </a:lvl5pPr>
            <a:lvl6pPr lvl="5" algn="ctr">
              <a:lnSpc>
                <a:spcPct val="90000"/>
              </a:lnSpc>
              <a:spcBef>
                <a:spcPts val="200"/>
              </a:spcBef>
              <a:spcAft>
                <a:spcPts val="0"/>
              </a:spcAft>
              <a:buClr>
                <a:schemeClr val="dk1"/>
              </a:buClr>
              <a:buSzPts val="700"/>
              <a:buNone/>
              <a:defRPr sz="700"/>
            </a:lvl6pPr>
            <a:lvl7pPr lvl="6" algn="ctr">
              <a:lnSpc>
                <a:spcPct val="90000"/>
              </a:lnSpc>
              <a:spcBef>
                <a:spcPts val="200"/>
              </a:spcBef>
              <a:spcAft>
                <a:spcPts val="0"/>
              </a:spcAft>
              <a:buClr>
                <a:schemeClr val="dk1"/>
              </a:buClr>
              <a:buSzPts val="700"/>
              <a:buNone/>
              <a:defRPr sz="700"/>
            </a:lvl7pPr>
            <a:lvl8pPr lvl="7" algn="ctr">
              <a:lnSpc>
                <a:spcPct val="90000"/>
              </a:lnSpc>
              <a:spcBef>
                <a:spcPts val="200"/>
              </a:spcBef>
              <a:spcAft>
                <a:spcPts val="0"/>
              </a:spcAft>
              <a:buClr>
                <a:schemeClr val="dk1"/>
              </a:buClr>
              <a:buSzPts val="700"/>
              <a:buNone/>
              <a:defRPr sz="700"/>
            </a:lvl8pPr>
            <a:lvl9pPr lvl="8" algn="ctr">
              <a:lnSpc>
                <a:spcPct val="90000"/>
              </a:lnSpc>
              <a:spcBef>
                <a:spcPts val="200"/>
              </a:spcBef>
              <a:spcAft>
                <a:spcPts val="0"/>
              </a:spcAft>
              <a:buClr>
                <a:schemeClr val="dk1"/>
              </a:buClr>
              <a:buSzPts val="700"/>
              <a:buNone/>
              <a:defRPr sz="700"/>
            </a:lvl9pPr>
          </a:lstStyle>
          <a:p/>
        </p:txBody>
      </p:sp>
      <p:sp>
        <p:nvSpPr>
          <p:cNvPr id="47" name="Google Shape;47;p8"/>
          <p:cNvSpPr txBox="1"/>
          <p:nvPr>
            <p:ph idx="12" type="sldNum"/>
          </p:nvPr>
        </p:nvSpPr>
        <p:spPr>
          <a:xfrm>
            <a:off x="4072096" y="3007496"/>
            <a:ext cx="1297200" cy="172800"/>
          </a:xfrm>
          <a:prstGeom prst="rect">
            <a:avLst/>
          </a:prstGeom>
          <a:noFill/>
          <a:ln>
            <a:noFill/>
          </a:ln>
        </p:spPr>
        <p:txBody>
          <a:bodyPr anchorCtr="0" anchor="ctr" bIns="26425" lIns="52850" spcFirstLastPara="1" rIns="52850" wrap="square" tIns="26425">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9"/>
          <p:cNvSpPr txBox="1"/>
          <p:nvPr>
            <p:ph idx="12" type="sldNum"/>
          </p:nvPr>
        </p:nvSpPr>
        <p:spPr>
          <a:xfrm>
            <a:off x="4072096" y="3007496"/>
            <a:ext cx="1297200" cy="172800"/>
          </a:xfrm>
          <a:prstGeom prst="rect">
            <a:avLst/>
          </a:prstGeom>
          <a:noFill/>
          <a:ln>
            <a:noFill/>
          </a:ln>
        </p:spPr>
        <p:txBody>
          <a:bodyPr anchorCtr="0" anchor="ctr" bIns="26425" lIns="52850" spcFirstLastPara="1" rIns="52850" wrap="square" tIns="26425">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0" name="Shape 50"/>
        <p:cNvGrpSpPr/>
        <p:nvPr/>
      </p:nvGrpSpPr>
      <p:grpSpPr>
        <a:xfrm>
          <a:off x="0" y="0"/>
          <a:ext cx="0" cy="0"/>
          <a:chOff x="0" y="0"/>
          <a:chExt cx="0" cy="0"/>
        </a:xfrm>
      </p:grpSpPr>
      <p:sp>
        <p:nvSpPr>
          <p:cNvPr id="51" name="Google Shape;51;p10"/>
          <p:cNvSpPr txBox="1"/>
          <p:nvPr>
            <p:ph type="title"/>
          </p:nvPr>
        </p:nvSpPr>
        <p:spPr>
          <a:xfrm>
            <a:off x="396399" y="172759"/>
            <a:ext cx="4973100" cy="627300"/>
          </a:xfrm>
          <a:prstGeom prst="rect">
            <a:avLst/>
          </a:prstGeom>
          <a:noFill/>
          <a:ln>
            <a:noFill/>
          </a:ln>
        </p:spPr>
        <p:txBody>
          <a:bodyPr anchorCtr="0" anchor="ctr" bIns="26425" lIns="52850" spcFirstLastPara="1" rIns="52850" wrap="square" tIns="26425">
            <a:normAutofit/>
          </a:bodyPr>
          <a:lstStyle>
            <a:lvl1pPr lvl="0" algn="l">
              <a:lnSpc>
                <a:spcPct val="90000"/>
              </a:lnSpc>
              <a:spcBef>
                <a:spcPts val="0"/>
              </a:spcBef>
              <a:spcAft>
                <a:spcPts val="0"/>
              </a:spcAft>
              <a:buClr>
                <a:schemeClr val="dk1"/>
              </a:buClr>
              <a:buSzPts val="1900"/>
              <a:buFont typeface="Times New Roman"/>
              <a:buNone/>
              <a:defRPr>
                <a:latin typeface="Times New Roman"/>
                <a:ea typeface="Times New Roman"/>
                <a:cs typeface="Times New Roman"/>
                <a:sym typeface="Times New Roman"/>
              </a:defRPr>
            </a:lvl1pPr>
            <a:lvl2pPr lvl="1">
              <a:spcBef>
                <a:spcPts val="0"/>
              </a:spcBef>
              <a:spcAft>
                <a:spcPts val="0"/>
              </a:spcAft>
              <a:buSzPts val="800"/>
              <a:buNone/>
              <a:defRPr/>
            </a:lvl2pPr>
            <a:lvl3pPr lvl="2">
              <a:spcBef>
                <a:spcPts val="0"/>
              </a:spcBef>
              <a:spcAft>
                <a:spcPts val="0"/>
              </a:spcAft>
              <a:buSzPts val="800"/>
              <a:buNone/>
              <a:defRPr/>
            </a:lvl3pPr>
            <a:lvl4pPr lvl="3">
              <a:spcBef>
                <a:spcPts val="0"/>
              </a:spcBef>
              <a:spcAft>
                <a:spcPts val="0"/>
              </a:spcAft>
              <a:buSzPts val="800"/>
              <a:buNone/>
              <a:defRPr/>
            </a:lvl4pPr>
            <a:lvl5pPr lvl="4">
              <a:spcBef>
                <a:spcPts val="0"/>
              </a:spcBef>
              <a:spcAft>
                <a:spcPts val="0"/>
              </a:spcAft>
              <a:buSzPts val="800"/>
              <a:buNone/>
              <a:defRPr/>
            </a:lvl5pPr>
            <a:lvl6pPr lvl="5">
              <a:spcBef>
                <a:spcPts val="0"/>
              </a:spcBef>
              <a:spcAft>
                <a:spcPts val="0"/>
              </a:spcAft>
              <a:buSzPts val="800"/>
              <a:buNone/>
              <a:defRPr/>
            </a:lvl6pPr>
            <a:lvl7pPr lvl="6">
              <a:spcBef>
                <a:spcPts val="0"/>
              </a:spcBef>
              <a:spcAft>
                <a:spcPts val="0"/>
              </a:spcAft>
              <a:buSzPts val="800"/>
              <a:buNone/>
              <a:defRPr/>
            </a:lvl7pPr>
            <a:lvl8pPr lvl="7">
              <a:spcBef>
                <a:spcPts val="0"/>
              </a:spcBef>
              <a:spcAft>
                <a:spcPts val="0"/>
              </a:spcAft>
              <a:buSzPts val="800"/>
              <a:buNone/>
              <a:defRPr/>
            </a:lvl8pPr>
            <a:lvl9pPr lvl="8">
              <a:spcBef>
                <a:spcPts val="0"/>
              </a:spcBef>
              <a:spcAft>
                <a:spcPts val="0"/>
              </a:spcAft>
              <a:buSzPts val="800"/>
              <a:buNone/>
              <a:defRPr/>
            </a:lvl9pPr>
          </a:lstStyle>
          <a:p/>
        </p:txBody>
      </p:sp>
      <p:sp>
        <p:nvSpPr>
          <p:cNvPr id="52" name="Google Shape;52;p10"/>
          <p:cNvSpPr txBox="1"/>
          <p:nvPr>
            <p:ph idx="1" type="body"/>
          </p:nvPr>
        </p:nvSpPr>
        <p:spPr>
          <a:xfrm>
            <a:off x="396399" y="863791"/>
            <a:ext cx="4973100" cy="2058900"/>
          </a:xfrm>
          <a:prstGeom prst="rect">
            <a:avLst/>
          </a:prstGeom>
          <a:noFill/>
          <a:ln>
            <a:noFill/>
          </a:ln>
        </p:spPr>
        <p:txBody>
          <a:bodyPr anchorCtr="0" anchor="t" bIns="26425" lIns="52850" spcFirstLastPara="1" rIns="52850" wrap="square" tIns="26425">
            <a:normAutofit/>
          </a:bodyPr>
          <a:lstStyle>
            <a:lvl1pPr indent="-317500" lvl="0" marL="457200" algn="l">
              <a:lnSpc>
                <a:spcPct val="90000"/>
              </a:lnSpc>
              <a:spcBef>
                <a:spcPts val="400"/>
              </a:spcBef>
              <a:spcAft>
                <a:spcPts val="0"/>
              </a:spcAft>
              <a:buClr>
                <a:schemeClr val="dk1"/>
              </a:buClr>
              <a:buSzPts val="1400"/>
              <a:buChar char="•"/>
              <a:defRPr sz="1400">
                <a:latin typeface="Times New Roman"/>
                <a:ea typeface="Times New Roman"/>
                <a:cs typeface="Times New Roman"/>
                <a:sym typeface="Times New Roman"/>
              </a:defRPr>
            </a:lvl1pPr>
            <a:lvl2pPr indent="-292100" lvl="1" marL="914400" algn="l">
              <a:lnSpc>
                <a:spcPct val="90000"/>
              </a:lnSpc>
              <a:spcBef>
                <a:spcPts val="200"/>
              </a:spcBef>
              <a:spcAft>
                <a:spcPts val="0"/>
              </a:spcAft>
              <a:buClr>
                <a:schemeClr val="dk1"/>
              </a:buClr>
              <a:buSzPts val="1000"/>
              <a:buChar char="•"/>
              <a:defRPr>
                <a:latin typeface="Times New Roman"/>
                <a:ea typeface="Times New Roman"/>
                <a:cs typeface="Times New Roman"/>
                <a:sym typeface="Times New Roman"/>
              </a:defRPr>
            </a:lvl2pPr>
            <a:lvl3pPr indent="-285750" lvl="2" marL="1371600" algn="l">
              <a:lnSpc>
                <a:spcPct val="90000"/>
              </a:lnSpc>
              <a:spcBef>
                <a:spcPts val="200"/>
              </a:spcBef>
              <a:spcAft>
                <a:spcPts val="0"/>
              </a:spcAft>
              <a:buClr>
                <a:schemeClr val="dk1"/>
              </a:buClr>
              <a:buSzPts val="900"/>
              <a:buChar char="•"/>
              <a:defRPr>
                <a:latin typeface="Times New Roman"/>
                <a:ea typeface="Times New Roman"/>
                <a:cs typeface="Times New Roman"/>
                <a:sym typeface="Times New Roman"/>
              </a:defRPr>
            </a:lvl3pPr>
            <a:lvl4pPr indent="-279400" lvl="3" marL="1828800" algn="l">
              <a:lnSpc>
                <a:spcPct val="90000"/>
              </a:lnSpc>
              <a:spcBef>
                <a:spcPts val="200"/>
              </a:spcBef>
              <a:spcAft>
                <a:spcPts val="0"/>
              </a:spcAft>
              <a:buClr>
                <a:schemeClr val="dk1"/>
              </a:buClr>
              <a:buSzPts val="800"/>
              <a:buChar char="•"/>
              <a:defRPr>
                <a:latin typeface="Times New Roman"/>
                <a:ea typeface="Times New Roman"/>
                <a:cs typeface="Times New Roman"/>
                <a:sym typeface="Times New Roman"/>
              </a:defRPr>
            </a:lvl4pPr>
            <a:lvl5pPr indent="-279400" lvl="4" marL="2286000" algn="l">
              <a:lnSpc>
                <a:spcPct val="90000"/>
              </a:lnSpc>
              <a:spcBef>
                <a:spcPts val="200"/>
              </a:spcBef>
              <a:spcAft>
                <a:spcPts val="0"/>
              </a:spcAft>
              <a:buClr>
                <a:schemeClr val="dk1"/>
              </a:buClr>
              <a:buSzPts val="800"/>
              <a:buChar char="•"/>
              <a:defRPr>
                <a:latin typeface="Times New Roman"/>
                <a:ea typeface="Times New Roman"/>
                <a:cs typeface="Times New Roman"/>
                <a:sym typeface="Times New Roman"/>
              </a:defRPr>
            </a:lvl5pPr>
            <a:lvl6pPr indent="-292100" lvl="5" marL="2743200" algn="l">
              <a:lnSpc>
                <a:spcPct val="90000"/>
              </a:lnSpc>
              <a:spcBef>
                <a:spcPts val="200"/>
              </a:spcBef>
              <a:spcAft>
                <a:spcPts val="0"/>
              </a:spcAft>
              <a:buClr>
                <a:schemeClr val="dk1"/>
              </a:buClr>
              <a:buSzPts val="1000"/>
              <a:buChar char="•"/>
              <a:defRPr/>
            </a:lvl6pPr>
            <a:lvl7pPr indent="-292100" lvl="6" marL="3200400" algn="l">
              <a:lnSpc>
                <a:spcPct val="90000"/>
              </a:lnSpc>
              <a:spcBef>
                <a:spcPts val="200"/>
              </a:spcBef>
              <a:spcAft>
                <a:spcPts val="0"/>
              </a:spcAft>
              <a:buClr>
                <a:schemeClr val="dk1"/>
              </a:buClr>
              <a:buSzPts val="1000"/>
              <a:buChar char="•"/>
              <a:defRPr/>
            </a:lvl7pPr>
            <a:lvl8pPr indent="-292100" lvl="7" marL="3657600" algn="l">
              <a:lnSpc>
                <a:spcPct val="90000"/>
              </a:lnSpc>
              <a:spcBef>
                <a:spcPts val="200"/>
              </a:spcBef>
              <a:spcAft>
                <a:spcPts val="0"/>
              </a:spcAft>
              <a:buClr>
                <a:schemeClr val="dk1"/>
              </a:buClr>
              <a:buSzPts val="1000"/>
              <a:buChar char="•"/>
              <a:defRPr/>
            </a:lvl8pPr>
            <a:lvl9pPr indent="-292100" lvl="8" marL="4114800" algn="l">
              <a:lnSpc>
                <a:spcPct val="90000"/>
              </a:lnSpc>
              <a:spcBef>
                <a:spcPts val="200"/>
              </a:spcBef>
              <a:spcAft>
                <a:spcPts val="0"/>
              </a:spcAft>
              <a:buClr>
                <a:schemeClr val="dk1"/>
              </a:buClr>
              <a:buSzPts val="1000"/>
              <a:buChar char="•"/>
              <a:defRPr/>
            </a:lvl9pPr>
          </a:lstStyle>
          <a:p/>
        </p:txBody>
      </p:sp>
      <p:sp>
        <p:nvSpPr>
          <p:cNvPr id="53" name="Google Shape;53;p10"/>
          <p:cNvSpPr txBox="1"/>
          <p:nvPr>
            <p:ph idx="12" type="sldNum"/>
          </p:nvPr>
        </p:nvSpPr>
        <p:spPr>
          <a:xfrm>
            <a:off x="4072096" y="3007496"/>
            <a:ext cx="1297200" cy="172800"/>
          </a:xfrm>
          <a:prstGeom prst="rect">
            <a:avLst/>
          </a:prstGeom>
          <a:noFill/>
          <a:ln>
            <a:noFill/>
          </a:ln>
        </p:spPr>
        <p:txBody>
          <a:bodyPr anchorCtr="0" anchor="ctr" bIns="26425" lIns="52850" spcFirstLastPara="1" rIns="52850" wrap="square" tIns="26425">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4" name="Shape 54"/>
        <p:cNvGrpSpPr/>
        <p:nvPr/>
      </p:nvGrpSpPr>
      <p:grpSpPr>
        <a:xfrm>
          <a:off x="0" y="0"/>
          <a:ext cx="0" cy="0"/>
          <a:chOff x="0" y="0"/>
          <a:chExt cx="0" cy="0"/>
        </a:xfrm>
      </p:grpSpPr>
      <p:sp>
        <p:nvSpPr>
          <p:cNvPr id="55" name="Google Shape;55;p11"/>
          <p:cNvSpPr txBox="1"/>
          <p:nvPr>
            <p:ph type="title"/>
          </p:nvPr>
        </p:nvSpPr>
        <p:spPr>
          <a:xfrm>
            <a:off x="396399" y="172759"/>
            <a:ext cx="4973100" cy="627300"/>
          </a:xfrm>
          <a:prstGeom prst="rect">
            <a:avLst/>
          </a:prstGeom>
          <a:noFill/>
          <a:ln>
            <a:noFill/>
          </a:ln>
        </p:spPr>
        <p:txBody>
          <a:bodyPr anchorCtr="0" anchor="ctr" bIns="26425" lIns="52850" spcFirstLastPara="1" rIns="52850" wrap="square" tIns="26425">
            <a:normAutofit/>
          </a:bodyPr>
          <a:lstStyle>
            <a:lvl1pPr lvl="0" algn="l">
              <a:lnSpc>
                <a:spcPct val="90000"/>
              </a:lnSpc>
              <a:spcBef>
                <a:spcPts val="0"/>
              </a:spcBef>
              <a:spcAft>
                <a:spcPts val="0"/>
              </a:spcAft>
              <a:buClr>
                <a:schemeClr val="dk1"/>
              </a:buClr>
              <a:buSzPts val="1900"/>
              <a:buFont typeface="Times New Roman"/>
              <a:buNone/>
              <a:defRPr>
                <a:latin typeface="Times New Roman"/>
                <a:ea typeface="Times New Roman"/>
                <a:cs typeface="Times New Roman"/>
                <a:sym typeface="Times New Roman"/>
              </a:defRPr>
            </a:lvl1pPr>
            <a:lvl2pPr lvl="1">
              <a:spcBef>
                <a:spcPts val="0"/>
              </a:spcBef>
              <a:spcAft>
                <a:spcPts val="0"/>
              </a:spcAft>
              <a:buSzPts val="800"/>
              <a:buNone/>
              <a:defRPr/>
            </a:lvl2pPr>
            <a:lvl3pPr lvl="2">
              <a:spcBef>
                <a:spcPts val="0"/>
              </a:spcBef>
              <a:spcAft>
                <a:spcPts val="0"/>
              </a:spcAft>
              <a:buSzPts val="800"/>
              <a:buNone/>
              <a:defRPr/>
            </a:lvl3pPr>
            <a:lvl4pPr lvl="3">
              <a:spcBef>
                <a:spcPts val="0"/>
              </a:spcBef>
              <a:spcAft>
                <a:spcPts val="0"/>
              </a:spcAft>
              <a:buSzPts val="800"/>
              <a:buNone/>
              <a:defRPr/>
            </a:lvl4pPr>
            <a:lvl5pPr lvl="4">
              <a:spcBef>
                <a:spcPts val="0"/>
              </a:spcBef>
              <a:spcAft>
                <a:spcPts val="0"/>
              </a:spcAft>
              <a:buSzPts val="800"/>
              <a:buNone/>
              <a:defRPr/>
            </a:lvl5pPr>
            <a:lvl6pPr lvl="5">
              <a:spcBef>
                <a:spcPts val="0"/>
              </a:spcBef>
              <a:spcAft>
                <a:spcPts val="0"/>
              </a:spcAft>
              <a:buSzPts val="800"/>
              <a:buNone/>
              <a:defRPr/>
            </a:lvl6pPr>
            <a:lvl7pPr lvl="6">
              <a:spcBef>
                <a:spcPts val="0"/>
              </a:spcBef>
              <a:spcAft>
                <a:spcPts val="0"/>
              </a:spcAft>
              <a:buSzPts val="800"/>
              <a:buNone/>
              <a:defRPr/>
            </a:lvl7pPr>
            <a:lvl8pPr lvl="7">
              <a:spcBef>
                <a:spcPts val="0"/>
              </a:spcBef>
              <a:spcAft>
                <a:spcPts val="0"/>
              </a:spcAft>
              <a:buSzPts val="800"/>
              <a:buNone/>
              <a:defRPr/>
            </a:lvl8pPr>
            <a:lvl9pPr lvl="8">
              <a:spcBef>
                <a:spcPts val="0"/>
              </a:spcBef>
              <a:spcAft>
                <a:spcPts val="0"/>
              </a:spcAft>
              <a:buSzPts val="800"/>
              <a:buNone/>
              <a:defRPr/>
            </a:lvl9pPr>
          </a:lstStyle>
          <a:p/>
        </p:txBody>
      </p:sp>
      <p:sp>
        <p:nvSpPr>
          <p:cNvPr id="56" name="Google Shape;56;p11"/>
          <p:cNvSpPr txBox="1"/>
          <p:nvPr>
            <p:ph idx="12" type="sldNum"/>
          </p:nvPr>
        </p:nvSpPr>
        <p:spPr>
          <a:xfrm>
            <a:off x="4072096" y="3007496"/>
            <a:ext cx="1297200" cy="172800"/>
          </a:xfrm>
          <a:prstGeom prst="rect">
            <a:avLst/>
          </a:prstGeom>
          <a:noFill/>
          <a:ln>
            <a:noFill/>
          </a:ln>
        </p:spPr>
        <p:txBody>
          <a:bodyPr anchorCtr="0" anchor="ctr" bIns="26425" lIns="52850" spcFirstLastPara="1" rIns="52850" wrap="square" tIns="26425">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7" name="Shape 57"/>
        <p:cNvGrpSpPr/>
        <p:nvPr/>
      </p:nvGrpSpPr>
      <p:grpSpPr>
        <a:xfrm>
          <a:off x="0" y="0"/>
          <a:ext cx="0" cy="0"/>
          <a:chOff x="0" y="0"/>
          <a:chExt cx="0" cy="0"/>
        </a:xfrm>
      </p:grpSpPr>
      <p:sp>
        <p:nvSpPr>
          <p:cNvPr id="58" name="Google Shape;58;p12"/>
          <p:cNvSpPr txBox="1"/>
          <p:nvPr>
            <p:ph type="title"/>
          </p:nvPr>
        </p:nvSpPr>
        <p:spPr>
          <a:xfrm>
            <a:off x="393396" y="808960"/>
            <a:ext cx="4973100" cy="1349700"/>
          </a:xfrm>
          <a:prstGeom prst="rect">
            <a:avLst/>
          </a:prstGeom>
          <a:noFill/>
          <a:ln>
            <a:noFill/>
          </a:ln>
        </p:spPr>
        <p:txBody>
          <a:bodyPr anchorCtr="0" anchor="b" bIns="26425" lIns="52850" spcFirstLastPara="1" rIns="52850" wrap="square" tIns="26425">
            <a:normAutofit/>
          </a:bodyPr>
          <a:lstStyle>
            <a:lvl1pPr lvl="0" algn="l">
              <a:lnSpc>
                <a:spcPct val="90000"/>
              </a:lnSpc>
              <a:spcBef>
                <a:spcPts val="0"/>
              </a:spcBef>
              <a:spcAft>
                <a:spcPts val="0"/>
              </a:spcAft>
              <a:buClr>
                <a:schemeClr val="dk1"/>
              </a:buClr>
              <a:buSzPts val="2600"/>
              <a:buFont typeface="Times New Roman"/>
              <a:buNone/>
              <a:defRPr sz="2600"/>
            </a:lvl1pPr>
            <a:lvl2pPr lvl="1">
              <a:spcBef>
                <a:spcPts val="0"/>
              </a:spcBef>
              <a:spcAft>
                <a:spcPts val="0"/>
              </a:spcAft>
              <a:buSzPts val="800"/>
              <a:buNone/>
              <a:defRPr/>
            </a:lvl2pPr>
            <a:lvl3pPr lvl="2">
              <a:spcBef>
                <a:spcPts val="0"/>
              </a:spcBef>
              <a:spcAft>
                <a:spcPts val="0"/>
              </a:spcAft>
              <a:buSzPts val="800"/>
              <a:buNone/>
              <a:defRPr/>
            </a:lvl3pPr>
            <a:lvl4pPr lvl="3">
              <a:spcBef>
                <a:spcPts val="0"/>
              </a:spcBef>
              <a:spcAft>
                <a:spcPts val="0"/>
              </a:spcAft>
              <a:buSzPts val="800"/>
              <a:buNone/>
              <a:defRPr/>
            </a:lvl4pPr>
            <a:lvl5pPr lvl="4">
              <a:spcBef>
                <a:spcPts val="0"/>
              </a:spcBef>
              <a:spcAft>
                <a:spcPts val="0"/>
              </a:spcAft>
              <a:buSzPts val="800"/>
              <a:buNone/>
              <a:defRPr/>
            </a:lvl5pPr>
            <a:lvl6pPr lvl="5">
              <a:spcBef>
                <a:spcPts val="0"/>
              </a:spcBef>
              <a:spcAft>
                <a:spcPts val="0"/>
              </a:spcAft>
              <a:buSzPts val="800"/>
              <a:buNone/>
              <a:defRPr/>
            </a:lvl6pPr>
            <a:lvl7pPr lvl="6">
              <a:spcBef>
                <a:spcPts val="0"/>
              </a:spcBef>
              <a:spcAft>
                <a:spcPts val="0"/>
              </a:spcAft>
              <a:buSzPts val="800"/>
              <a:buNone/>
              <a:defRPr/>
            </a:lvl7pPr>
            <a:lvl8pPr lvl="7">
              <a:spcBef>
                <a:spcPts val="0"/>
              </a:spcBef>
              <a:spcAft>
                <a:spcPts val="0"/>
              </a:spcAft>
              <a:buSzPts val="800"/>
              <a:buNone/>
              <a:defRPr/>
            </a:lvl8pPr>
            <a:lvl9pPr lvl="8">
              <a:spcBef>
                <a:spcPts val="0"/>
              </a:spcBef>
              <a:spcAft>
                <a:spcPts val="0"/>
              </a:spcAft>
              <a:buSzPts val="800"/>
              <a:buNone/>
              <a:defRPr/>
            </a:lvl9pPr>
          </a:lstStyle>
          <a:p/>
        </p:txBody>
      </p:sp>
      <p:sp>
        <p:nvSpPr>
          <p:cNvPr id="59" name="Google Shape;59;p12"/>
          <p:cNvSpPr txBox="1"/>
          <p:nvPr>
            <p:ph idx="1" type="body"/>
          </p:nvPr>
        </p:nvSpPr>
        <p:spPr>
          <a:xfrm>
            <a:off x="393396" y="2171496"/>
            <a:ext cx="4973100" cy="709800"/>
          </a:xfrm>
          <a:prstGeom prst="rect">
            <a:avLst/>
          </a:prstGeom>
          <a:noFill/>
          <a:ln>
            <a:noFill/>
          </a:ln>
        </p:spPr>
        <p:txBody>
          <a:bodyPr anchorCtr="0" anchor="t" bIns="26425" lIns="52850" spcFirstLastPara="1" rIns="52850" wrap="square" tIns="26425">
            <a:normAutofit/>
          </a:bodyPr>
          <a:lstStyle>
            <a:lvl1pPr indent="-228600" lvl="0" marL="457200" algn="l">
              <a:lnSpc>
                <a:spcPct val="90000"/>
              </a:lnSpc>
              <a:spcBef>
                <a:spcPts val="400"/>
              </a:spcBef>
              <a:spcAft>
                <a:spcPts val="0"/>
              </a:spcAft>
              <a:buClr>
                <a:srgbClr val="888888"/>
              </a:buClr>
              <a:buSzPts val="1000"/>
              <a:buNone/>
              <a:defRPr sz="1000">
                <a:solidFill>
                  <a:srgbClr val="888888"/>
                </a:solidFill>
              </a:defRPr>
            </a:lvl1pPr>
            <a:lvl2pPr indent="-228600" lvl="1" marL="914400" algn="l">
              <a:lnSpc>
                <a:spcPct val="90000"/>
              </a:lnSpc>
              <a:spcBef>
                <a:spcPts val="200"/>
              </a:spcBef>
              <a:spcAft>
                <a:spcPts val="0"/>
              </a:spcAft>
              <a:buClr>
                <a:srgbClr val="888888"/>
              </a:buClr>
              <a:buSzPts val="900"/>
              <a:buNone/>
              <a:defRPr sz="900">
                <a:solidFill>
                  <a:srgbClr val="888888"/>
                </a:solidFill>
              </a:defRPr>
            </a:lvl2pPr>
            <a:lvl3pPr indent="-228600" lvl="2" marL="1371600" algn="l">
              <a:lnSpc>
                <a:spcPct val="90000"/>
              </a:lnSpc>
              <a:spcBef>
                <a:spcPts val="200"/>
              </a:spcBef>
              <a:spcAft>
                <a:spcPts val="0"/>
              </a:spcAft>
              <a:buClr>
                <a:srgbClr val="888888"/>
              </a:buClr>
              <a:buSzPts val="800"/>
              <a:buNone/>
              <a:defRPr sz="800">
                <a:solidFill>
                  <a:srgbClr val="888888"/>
                </a:solidFill>
              </a:defRPr>
            </a:lvl3pPr>
            <a:lvl4pPr indent="-228600" lvl="3" marL="1828800" algn="l">
              <a:lnSpc>
                <a:spcPct val="90000"/>
              </a:lnSpc>
              <a:spcBef>
                <a:spcPts val="200"/>
              </a:spcBef>
              <a:spcAft>
                <a:spcPts val="0"/>
              </a:spcAft>
              <a:buClr>
                <a:srgbClr val="888888"/>
              </a:buClr>
              <a:buSzPts val="700"/>
              <a:buNone/>
              <a:defRPr sz="700">
                <a:solidFill>
                  <a:srgbClr val="888888"/>
                </a:solidFill>
              </a:defRPr>
            </a:lvl4pPr>
            <a:lvl5pPr indent="-228600" lvl="4" marL="2286000" algn="l">
              <a:lnSpc>
                <a:spcPct val="90000"/>
              </a:lnSpc>
              <a:spcBef>
                <a:spcPts val="200"/>
              </a:spcBef>
              <a:spcAft>
                <a:spcPts val="0"/>
              </a:spcAft>
              <a:buClr>
                <a:srgbClr val="888888"/>
              </a:buClr>
              <a:buSzPts val="700"/>
              <a:buNone/>
              <a:defRPr sz="700">
                <a:solidFill>
                  <a:srgbClr val="888888"/>
                </a:solidFill>
              </a:defRPr>
            </a:lvl5pPr>
            <a:lvl6pPr indent="-228600" lvl="5" marL="2743200" algn="l">
              <a:lnSpc>
                <a:spcPct val="90000"/>
              </a:lnSpc>
              <a:spcBef>
                <a:spcPts val="200"/>
              </a:spcBef>
              <a:spcAft>
                <a:spcPts val="0"/>
              </a:spcAft>
              <a:buClr>
                <a:srgbClr val="888888"/>
              </a:buClr>
              <a:buSzPts val="700"/>
              <a:buNone/>
              <a:defRPr sz="700">
                <a:solidFill>
                  <a:srgbClr val="888888"/>
                </a:solidFill>
              </a:defRPr>
            </a:lvl6pPr>
            <a:lvl7pPr indent="-228600" lvl="6" marL="3200400" algn="l">
              <a:lnSpc>
                <a:spcPct val="90000"/>
              </a:lnSpc>
              <a:spcBef>
                <a:spcPts val="200"/>
              </a:spcBef>
              <a:spcAft>
                <a:spcPts val="0"/>
              </a:spcAft>
              <a:buClr>
                <a:srgbClr val="888888"/>
              </a:buClr>
              <a:buSzPts val="700"/>
              <a:buNone/>
              <a:defRPr sz="700">
                <a:solidFill>
                  <a:srgbClr val="888888"/>
                </a:solidFill>
              </a:defRPr>
            </a:lvl7pPr>
            <a:lvl8pPr indent="-228600" lvl="7" marL="3657600" algn="l">
              <a:lnSpc>
                <a:spcPct val="90000"/>
              </a:lnSpc>
              <a:spcBef>
                <a:spcPts val="200"/>
              </a:spcBef>
              <a:spcAft>
                <a:spcPts val="0"/>
              </a:spcAft>
              <a:buClr>
                <a:srgbClr val="888888"/>
              </a:buClr>
              <a:buSzPts val="700"/>
              <a:buNone/>
              <a:defRPr sz="700">
                <a:solidFill>
                  <a:srgbClr val="888888"/>
                </a:solidFill>
              </a:defRPr>
            </a:lvl8pPr>
            <a:lvl9pPr indent="-228600" lvl="8" marL="4114800" algn="l">
              <a:lnSpc>
                <a:spcPct val="90000"/>
              </a:lnSpc>
              <a:spcBef>
                <a:spcPts val="200"/>
              </a:spcBef>
              <a:spcAft>
                <a:spcPts val="0"/>
              </a:spcAft>
              <a:buClr>
                <a:srgbClr val="888888"/>
              </a:buClr>
              <a:buSzPts val="700"/>
              <a:buNone/>
              <a:defRPr sz="700">
                <a:solidFill>
                  <a:srgbClr val="888888"/>
                </a:solidFill>
              </a:defRPr>
            </a:lvl9pPr>
          </a:lstStyle>
          <a:p/>
        </p:txBody>
      </p:sp>
      <p:sp>
        <p:nvSpPr>
          <p:cNvPr id="60" name="Google Shape;60;p12"/>
          <p:cNvSpPr txBox="1"/>
          <p:nvPr>
            <p:ph idx="12" type="sldNum"/>
          </p:nvPr>
        </p:nvSpPr>
        <p:spPr>
          <a:xfrm>
            <a:off x="4072096" y="3007496"/>
            <a:ext cx="1297200" cy="172800"/>
          </a:xfrm>
          <a:prstGeom prst="rect">
            <a:avLst/>
          </a:prstGeom>
          <a:noFill/>
          <a:ln>
            <a:noFill/>
          </a:ln>
        </p:spPr>
        <p:txBody>
          <a:bodyPr anchorCtr="0" anchor="ctr" bIns="26425" lIns="52850" spcFirstLastPara="1" rIns="52850" wrap="square" tIns="26425">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61" name="Shape 61"/>
        <p:cNvGrpSpPr/>
        <p:nvPr/>
      </p:nvGrpSpPr>
      <p:grpSpPr>
        <a:xfrm>
          <a:off x="0" y="0"/>
          <a:ext cx="0" cy="0"/>
          <a:chOff x="0" y="0"/>
          <a:chExt cx="0" cy="0"/>
        </a:xfrm>
      </p:grpSpPr>
      <p:sp>
        <p:nvSpPr>
          <p:cNvPr id="62" name="Google Shape;62;p13"/>
          <p:cNvSpPr txBox="1"/>
          <p:nvPr>
            <p:ph type="title"/>
          </p:nvPr>
        </p:nvSpPr>
        <p:spPr>
          <a:xfrm>
            <a:off x="396399" y="172759"/>
            <a:ext cx="4973100" cy="627300"/>
          </a:xfrm>
          <a:prstGeom prst="rect">
            <a:avLst/>
          </a:prstGeom>
          <a:noFill/>
          <a:ln>
            <a:noFill/>
          </a:ln>
        </p:spPr>
        <p:txBody>
          <a:bodyPr anchorCtr="0" anchor="ctr" bIns="26425" lIns="52850" spcFirstLastPara="1" rIns="52850" wrap="square" tIns="26425">
            <a:normAutofit/>
          </a:bodyPr>
          <a:lstStyle>
            <a:lvl1pPr lvl="0" algn="l">
              <a:lnSpc>
                <a:spcPct val="90000"/>
              </a:lnSpc>
              <a:spcBef>
                <a:spcPts val="0"/>
              </a:spcBef>
              <a:spcAft>
                <a:spcPts val="0"/>
              </a:spcAft>
              <a:buClr>
                <a:schemeClr val="dk1"/>
              </a:buClr>
              <a:buSzPts val="1000"/>
              <a:buNone/>
              <a:defRPr/>
            </a:lvl1pPr>
            <a:lvl2pPr lvl="1">
              <a:spcBef>
                <a:spcPts val="0"/>
              </a:spcBef>
              <a:spcAft>
                <a:spcPts val="0"/>
              </a:spcAft>
              <a:buSzPts val="800"/>
              <a:buNone/>
              <a:defRPr/>
            </a:lvl2pPr>
            <a:lvl3pPr lvl="2">
              <a:spcBef>
                <a:spcPts val="0"/>
              </a:spcBef>
              <a:spcAft>
                <a:spcPts val="0"/>
              </a:spcAft>
              <a:buSzPts val="800"/>
              <a:buNone/>
              <a:defRPr/>
            </a:lvl3pPr>
            <a:lvl4pPr lvl="3">
              <a:spcBef>
                <a:spcPts val="0"/>
              </a:spcBef>
              <a:spcAft>
                <a:spcPts val="0"/>
              </a:spcAft>
              <a:buSzPts val="800"/>
              <a:buNone/>
              <a:defRPr/>
            </a:lvl4pPr>
            <a:lvl5pPr lvl="4">
              <a:spcBef>
                <a:spcPts val="0"/>
              </a:spcBef>
              <a:spcAft>
                <a:spcPts val="0"/>
              </a:spcAft>
              <a:buSzPts val="800"/>
              <a:buNone/>
              <a:defRPr/>
            </a:lvl5pPr>
            <a:lvl6pPr lvl="5">
              <a:spcBef>
                <a:spcPts val="0"/>
              </a:spcBef>
              <a:spcAft>
                <a:spcPts val="0"/>
              </a:spcAft>
              <a:buSzPts val="800"/>
              <a:buNone/>
              <a:defRPr/>
            </a:lvl6pPr>
            <a:lvl7pPr lvl="6">
              <a:spcBef>
                <a:spcPts val="0"/>
              </a:spcBef>
              <a:spcAft>
                <a:spcPts val="0"/>
              </a:spcAft>
              <a:buSzPts val="800"/>
              <a:buNone/>
              <a:defRPr/>
            </a:lvl7pPr>
            <a:lvl8pPr lvl="7">
              <a:spcBef>
                <a:spcPts val="0"/>
              </a:spcBef>
              <a:spcAft>
                <a:spcPts val="0"/>
              </a:spcAft>
              <a:buSzPts val="800"/>
              <a:buNone/>
              <a:defRPr/>
            </a:lvl8pPr>
            <a:lvl9pPr lvl="8">
              <a:spcBef>
                <a:spcPts val="0"/>
              </a:spcBef>
              <a:spcAft>
                <a:spcPts val="0"/>
              </a:spcAft>
              <a:buSzPts val="800"/>
              <a:buNone/>
              <a:defRPr/>
            </a:lvl9pPr>
          </a:lstStyle>
          <a:p/>
        </p:txBody>
      </p:sp>
      <p:sp>
        <p:nvSpPr>
          <p:cNvPr id="63" name="Google Shape;63;p13"/>
          <p:cNvSpPr txBox="1"/>
          <p:nvPr>
            <p:ph idx="1" type="body"/>
          </p:nvPr>
        </p:nvSpPr>
        <p:spPr>
          <a:xfrm>
            <a:off x="396399" y="863791"/>
            <a:ext cx="2450400" cy="2058900"/>
          </a:xfrm>
          <a:prstGeom prst="rect">
            <a:avLst/>
          </a:prstGeom>
          <a:noFill/>
          <a:ln>
            <a:noFill/>
          </a:ln>
        </p:spPr>
        <p:txBody>
          <a:bodyPr anchorCtr="0" anchor="t" bIns="26425" lIns="52850" spcFirstLastPara="1" rIns="52850" wrap="square" tIns="26425">
            <a:normAutofit/>
          </a:bodyPr>
          <a:lstStyle>
            <a:lvl1pPr indent="-292100" lvl="0" marL="457200" algn="l">
              <a:lnSpc>
                <a:spcPct val="90000"/>
              </a:lnSpc>
              <a:spcBef>
                <a:spcPts val="400"/>
              </a:spcBef>
              <a:spcAft>
                <a:spcPts val="0"/>
              </a:spcAft>
              <a:buClr>
                <a:schemeClr val="dk1"/>
              </a:buClr>
              <a:buSzPts val="1000"/>
              <a:buChar char="•"/>
              <a:defRPr/>
            </a:lvl1pPr>
            <a:lvl2pPr indent="-292100" lvl="1" marL="914400" algn="l">
              <a:lnSpc>
                <a:spcPct val="90000"/>
              </a:lnSpc>
              <a:spcBef>
                <a:spcPts val="200"/>
              </a:spcBef>
              <a:spcAft>
                <a:spcPts val="0"/>
              </a:spcAft>
              <a:buClr>
                <a:schemeClr val="dk1"/>
              </a:buClr>
              <a:buSzPts val="1000"/>
              <a:buChar char="•"/>
              <a:defRPr/>
            </a:lvl2pPr>
            <a:lvl3pPr indent="-292100" lvl="2" marL="1371600" algn="l">
              <a:lnSpc>
                <a:spcPct val="90000"/>
              </a:lnSpc>
              <a:spcBef>
                <a:spcPts val="200"/>
              </a:spcBef>
              <a:spcAft>
                <a:spcPts val="0"/>
              </a:spcAft>
              <a:buClr>
                <a:schemeClr val="dk1"/>
              </a:buClr>
              <a:buSzPts val="1000"/>
              <a:buChar char="•"/>
              <a:defRPr/>
            </a:lvl3pPr>
            <a:lvl4pPr indent="-292100" lvl="3" marL="1828800" algn="l">
              <a:lnSpc>
                <a:spcPct val="90000"/>
              </a:lnSpc>
              <a:spcBef>
                <a:spcPts val="200"/>
              </a:spcBef>
              <a:spcAft>
                <a:spcPts val="0"/>
              </a:spcAft>
              <a:buClr>
                <a:schemeClr val="dk1"/>
              </a:buClr>
              <a:buSzPts val="1000"/>
              <a:buChar char="•"/>
              <a:defRPr/>
            </a:lvl4pPr>
            <a:lvl5pPr indent="-292100" lvl="4" marL="2286000" algn="l">
              <a:lnSpc>
                <a:spcPct val="90000"/>
              </a:lnSpc>
              <a:spcBef>
                <a:spcPts val="200"/>
              </a:spcBef>
              <a:spcAft>
                <a:spcPts val="0"/>
              </a:spcAft>
              <a:buClr>
                <a:schemeClr val="dk1"/>
              </a:buClr>
              <a:buSzPts val="1000"/>
              <a:buChar char="•"/>
              <a:defRPr/>
            </a:lvl5pPr>
            <a:lvl6pPr indent="-292100" lvl="5" marL="2743200" algn="l">
              <a:lnSpc>
                <a:spcPct val="90000"/>
              </a:lnSpc>
              <a:spcBef>
                <a:spcPts val="200"/>
              </a:spcBef>
              <a:spcAft>
                <a:spcPts val="0"/>
              </a:spcAft>
              <a:buClr>
                <a:schemeClr val="dk1"/>
              </a:buClr>
              <a:buSzPts val="1000"/>
              <a:buChar char="•"/>
              <a:defRPr/>
            </a:lvl6pPr>
            <a:lvl7pPr indent="-292100" lvl="6" marL="3200400" algn="l">
              <a:lnSpc>
                <a:spcPct val="90000"/>
              </a:lnSpc>
              <a:spcBef>
                <a:spcPts val="200"/>
              </a:spcBef>
              <a:spcAft>
                <a:spcPts val="0"/>
              </a:spcAft>
              <a:buClr>
                <a:schemeClr val="dk1"/>
              </a:buClr>
              <a:buSzPts val="1000"/>
              <a:buChar char="•"/>
              <a:defRPr/>
            </a:lvl7pPr>
            <a:lvl8pPr indent="-292100" lvl="7" marL="3657600" algn="l">
              <a:lnSpc>
                <a:spcPct val="90000"/>
              </a:lnSpc>
              <a:spcBef>
                <a:spcPts val="200"/>
              </a:spcBef>
              <a:spcAft>
                <a:spcPts val="0"/>
              </a:spcAft>
              <a:buClr>
                <a:schemeClr val="dk1"/>
              </a:buClr>
              <a:buSzPts val="1000"/>
              <a:buChar char="•"/>
              <a:defRPr/>
            </a:lvl8pPr>
            <a:lvl9pPr indent="-292100" lvl="8" marL="4114800" algn="l">
              <a:lnSpc>
                <a:spcPct val="90000"/>
              </a:lnSpc>
              <a:spcBef>
                <a:spcPts val="200"/>
              </a:spcBef>
              <a:spcAft>
                <a:spcPts val="0"/>
              </a:spcAft>
              <a:buClr>
                <a:schemeClr val="dk1"/>
              </a:buClr>
              <a:buSzPts val="1000"/>
              <a:buChar char="•"/>
              <a:defRPr/>
            </a:lvl9pPr>
          </a:lstStyle>
          <a:p/>
        </p:txBody>
      </p:sp>
      <p:sp>
        <p:nvSpPr>
          <p:cNvPr id="64" name="Google Shape;64;p13"/>
          <p:cNvSpPr txBox="1"/>
          <p:nvPr>
            <p:ph idx="2" type="body"/>
          </p:nvPr>
        </p:nvSpPr>
        <p:spPr>
          <a:xfrm>
            <a:off x="2918936" y="863791"/>
            <a:ext cx="2450400" cy="2058900"/>
          </a:xfrm>
          <a:prstGeom prst="rect">
            <a:avLst/>
          </a:prstGeom>
          <a:noFill/>
          <a:ln>
            <a:noFill/>
          </a:ln>
        </p:spPr>
        <p:txBody>
          <a:bodyPr anchorCtr="0" anchor="t" bIns="26425" lIns="52850" spcFirstLastPara="1" rIns="52850" wrap="square" tIns="26425">
            <a:normAutofit/>
          </a:bodyPr>
          <a:lstStyle>
            <a:lvl1pPr indent="-292100" lvl="0" marL="457200" algn="l">
              <a:lnSpc>
                <a:spcPct val="90000"/>
              </a:lnSpc>
              <a:spcBef>
                <a:spcPts val="400"/>
              </a:spcBef>
              <a:spcAft>
                <a:spcPts val="0"/>
              </a:spcAft>
              <a:buClr>
                <a:schemeClr val="dk1"/>
              </a:buClr>
              <a:buSzPts val="1000"/>
              <a:buChar char="•"/>
              <a:defRPr/>
            </a:lvl1pPr>
            <a:lvl2pPr indent="-292100" lvl="1" marL="914400" algn="l">
              <a:lnSpc>
                <a:spcPct val="90000"/>
              </a:lnSpc>
              <a:spcBef>
                <a:spcPts val="200"/>
              </a:spcBef>
              <a:spcAft>
                <a:spcPts val="0"/>
              </a:spcAft>
              <a:buClr>
                <a:schemeClr val="dk1"/>
              </a:buClr>
              <a:buSzPts val="1000"/>
              <a:buChar char="•"/>
              <a:defRPr/>
            </a:lvl2pPr>
            <a:lvl3pPr indent="-292100" lvl="2" marL="1371600" algn="l">
              <a:lnSpc>
                <a:spcPct val="90000"/>
              </a:lnSpc>
              <a:spcBef>
                <a:spcPts val="200"/>
              </a:spcBef>
              <a:spcAft>
                <a:spcPts val="0"/>
              </a:spcAft>
              <a:buClr>
                <a:schemeClr val="dk1"/>
              </a:buClr>
              <a:buSzPts val="1000"/>
              <a:buChar char="•"/>
              <a:defRPr/>
            </a:lvl3pPr>
            <a:lvl4pPr indent="-292100" lvl="3" marL="1828800" algn="l">
              <a:lnSpc>
                <a:spcPct val="90000"/>
              </a:lnSpc>
              <a:spcBef>
                <a:spcPts val="200"/>
              </a:spcBef>
              <a:spcAft>
                <a:spcPts val="0"/>
              </a:spcAft>
              <a:buClr>
                <a:schemeClr val="dk1"/>
              </a:buClr>
              <a:buSzPts val="1000"/>
              <a:buChar char="•"/>
              <a:defRPr/>
            </a:lvl4pPr>
            <a:lvl5pPr indent="-292100" lvl="4" marL="2286000" algn="l">
              <a:lnSpc>
                <a:spcPct val="90000"/>
              </a:lnSpc>
              <a:spcBef>
                <a:spcPts val="200"/>
              </a:spcBef>
              <a:spcAft>
                <a:spcPts val="0"/>
              </a:spcAft>
              <a:buClr>
                <a:schemeClr val="dk1"/>
              </a:buClr>
              <a:buSzPts val="1000"/>
              <a:buChar char="•"/>
              <a:defRPr/>
            </a:lvl5pPr>
            <a:lvl6pPr indent="-292100" lvl="5" marL="2743200" algn="l">
              <a:lnSpc>
                <a:spcPct val="90000"/>
              </a:lnSpc>
              <a:spcBef>
                <a:spcPts val="200"/>
              </a:spcBef>
              <a:spcAft>
                <a:spcPts val="0"/>
              </a:spcAft>
              <a:buClr>
                <a:schemeClr val="dk1"/>
              </a:buClr>
              <a:buSzPts val="1000"/>
              <a:buChar char="•"/>
              <a:defRPr/>
            </a:lvl6pPr>
            <a:lvl7pPr indent="-292100" lvl="6" marL="3200400" algn="l">
              <a:lnSpc>
                <a:spcPct val="90000"/>
              </a:lnSpc>
              <a:spcBef>
                <a:spcPts val="200"/>
              </a:spcBef>
              <a:spcAft>
                <a:spcPts val="0"/>
              </a:spcAft>
              <a:buClr>
                <a:schemeClr val="dk1"/>
              </a:buClr>
              <a:buSzPts val="1000"/>
              <a:buChar char="•"/>
              <a:defRPr/>
            </a:lvl7pPr>
            <a:lvl8pPr indent="-292100" lvl="7" marL="3657600" algn="l">
              <a:lnSpc>
                <a:spcPct val="90000"/>
              </a:lnSpc>
              <a:spcBef>
                <a:spcPts val="200"/>
              </a:spcBef>
              <a:spcAft>
                <a:spcPts val="0"/>
              </a:spcAft>
              <a:buClr>
                <a:schemeClr val="dk1"/>
              </a:buClr>
              <a:buSzPts val="1000"/>
              <a:buChar char="•"/>
              <a:defRPr/>
            </a:lvl8pPr>
            <a:lvl9pPr indent="-292100" lvl="8" marL="4114800" algn="l">
              <a:lnSpc>
                <a:spcPct val="90000"/>
              </a:lnSpc>
              <a:spcBef>
                <a:spcPts val="200"/>
              </a:spcBef>
              <a:spcAft>
                <a:spcPts val="0"/>
              </a:spcAft>
              <a:buClr>
                <a:schemeClr val="dk1"/>
              </a:buClr>
              <a:buSzPts val="1000"/>
              <a:buChar char="•"/>
              <a:defRPr/>
            </a:lvl9pPr>
          </a:lstStyle>
          <a:p/>
        </p:txBody>
      </p:sp>
      <p:sp>
        <p:nvSpPr>
          <p:cNvPr id="65" name="Google Shape;65;p13"/>
          <p:cNvSpPr txBox="1"/>
          <p:nvPr>
            <p:ph idx="12" type="sldNum"/>
          </p:nvPr>
        </p:nvSpPr>
        <p:spPr>
          <a:xfrm>
            <a:off x="4072096" y="3007496"/>
            <a:ext cx="1297200" cy="172800"/>
          </a:xfrm>
          <a:prstGeom prst="rect">
            <a:avLst/>
          </a:prstGeom>
          <a:noFill/>
          <a:ln>
            <a:noFill/>
          </a:ln>
        </p:spPr>
        <p:txBody>
          <a:bodyPr anchorCtr="0" anchor="ctr" bIns="26425" lIns="52850" spcFirstLastPara="1" rIns="52850" wrap="square" tIns="26425">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6" name="Shape 66"/>
        <p:cNvGrpSpPr/>
        <p:nvPr/>
      </p:nvGrpSpPr>
      <p:grpSpPr>
        <a:xfrm>
          <a:off x="0" y="0"/>
          <a:ext cx="0" cy="0"/>
          <a:chOff x="0" y="0"/>
          <a:chExt cx="0" cy="0"/>
        </a:xfrm>
      </p:grpSpPr>
      <p:sp>
        <p:nvSpPr>
          <p:cNvPr id="67" name="Google Shape;67;p14"/>
          <p:cNvSpPr txBox="1"/>
          <p:nvPr>
            <p:ph type="title"/>
          </p:nvPr>
        </p:nvSpPr>
        <p:spPr>
          <a:xfrm>
            <a:off x="397150" y="172759"/>
            <a:ext cx="4973100" cy="627300"/>
          </a:xfrm>
          <a:prstGeom prst="rect">
            <a:avLst/>
          </a:prstGeom>
          <a:noFill/>
          <a:ln>
            <a:noFill/>
          </a:ln>
        </p:spPr>
        <p:txBody>
          <a:bodyPr anchorCtr="0" anchor="ctr" bIns="26425" lIns="52850" spcFirstLastPara="1" rIns="52850" wrap="square" tIns="26425">
            <a:normAutofit/>
          </a:bodyPr>
          <a:lstStyle>
            <a:lvl1pPr lvl="0" algn="l">
              <a:lnSpc>
                <a:spcPct val="90000"/>
              </a:lnSpc>
              <a:spcBef>
                <a:spcPts val="0"/>
              </a:spcBef>
              <a:spcAft>
                <a:spcPts val="0"/>
              </a:spcAft>
              <a:buClr>
                <a:schemeClr val="dk1"/>
              </a:buClr>
              <a:buSzPts val="1000"/>
              <a:buNone/>
              <a:defRPr/>
            </a:lvl1pPr>
            <a:lvl2pPr lvl="1">
              <a:spcBef>
                <a:spcPts val="0"/>
              </a:spcBef>
              <a:spcAft>
                <a:spcPts val="0"/>
              </a:spcAft>
              <a:buSzPts val="800"/>
              <a:buNone/>
              <a:defRPr/>
            </a:lvl2pPr>
            <a:lvl3pPr lvl="2">
              <a:spcBef>
                <a:spcPts val="0"/>
              </a:spcBef>
              <a:spcAft>
                <a:spcPts val="0"/>
              </a:spcAft>
              <a:buSzPts val="800"/>
              <a:buNone/>
              <a:defRPr/>
            </a:lvl3pPr>
            <a:lvl4pPr lvl="3">
              <a:spcBef>
                <a:spcPts val="0"/>
              </a:spcBef>
              <a:spcAft>
                <a:spcPts val="0"/>
              </a:spcAft>
              <a:buSzPts val="800"/>
              <a:buNone/>
              <a:defRPr/>
            </a:lvl4pPr>
            <a:lvl5pPr lvl="4">
              <a:spcBef>
                <a:spcPts val="0"/>
              </a:spcBef>
              <a:spcAft>
                <a:spcPts val="0"/>
              </a:spcAft>
              <a:buSzPts val="800"/>
              <a:buNone/>
              <a:defRPr/>
            </a:lvl5pPr>
            <a:lvl6pPr lvl="5">
              <a:spcBef>
                <a:spcPts val="0"/>
              </a:spcBef>
              <a:spcAft>
                <a:spcPts val="0"/>
              </a:spcAft>
              <a:buSzPts val="800"/>
              <a:buNone/>
              <a:defRPr/>
            </a:lvl6pPr>
            <a:lvl7pPr lvl="6">
              <a:spcBef>
                <a:spcPts val="0"/>
              </a:spcBef>
              <a:spcAft>
                <a:spcPts val="0"/>
              </a:spcAft>
              <a:buSzPts val="800"/>
              <a:buNone/>
              <a:defRPr/>
            </a:lvl7pPr>
            <a:lvl8pPr lvl="7">
              <a:spcBef>
                <a:spcPts val="0"/>
              </a:spcBef>
              <a:spcAft>
                <a:spcPts val="0"/>
              </a:spcAft>
              <a:buSzPts val="800"/>
              <a:buNone/>
              <a:defRPr/>
            </a:lvl8pPr>
            <a:lvl9pPr lvl="8">
              <a:spcBef>
                <a:spcPts val="0"/>
              </a:spcBef>
              <a:spcAft>
                <a:spcPts val="0"/>
              </a:spcAft>
              <a:buSzPts val="800"/>
              <a:buNone/>
              <a:defRPr/>
            </a:lvl9pPr>
          </a:lstStyle>
          <a:p/>
        </p:txBody>
      </p:sp>
      <p:sp>
        <p:nvSpPr>
          <p:cNvPr id="68" name="Google Shape;68;p14"/>
          <p:cNvSpPr txBox="1"/>
          <p:nvPr>
            <p:ph idx="1" type="body"/>
          </p:nvPr>
        </p:nvSpPr>
        <p:spPr>
          <a:xfrm>
            <a:off x="397150" y="795439"/>
            <a:ext cx="2439000" cy="389700"/>
          </a:xfrm>
          <a:prstGeom prst="rect">
            <a:avLst/>
          </a:prstGeom>
          <a:noFill/>
          <a:ln>
            <a:noFill/>
          </a:ln>
        </p:spPr>
        <p:txBody>
          <a:bodyPr anchorCtr="0" anchor="b" bIns="26425" lIns="52850" spcFirstLastPara="1" rIns="52850" wrap="square" tIns="26425">
            <a:normAutofit/>
          </a:bodyPr>
          <a:lstStyle>
            <a:lvl1pPr indent="-228600" lvl="0" marL="457200" algn="l">
              <a:lnSpc>
                <a:spcPct val="90000"/>
              </a:lnSpc>
              <a:spcBef>
                <a:spcPts val="400"/>
              </a:spcBef>
              <a:spcAft>
                <a:spcPts val="0"/>
              </a:spcAft>
              <a:buClr>
                <a:schemeClr val="dk1"/>
              </a:buClr>
              <a:buSzPts val="1000"/>
              <a:buNone/>
              <a:defRPr b="1" sz="1000"/>
            </a:lvl1pPr>
            <a:lvl2pPr indent="-228600" lvl="1" marL="914400" algn="l">
              <a:lnSpc>
                <a:spcPct val="90000"/>
              </a:lnSpc>
              <a:spcBef>
                <a:spcPts val="200"/>
              </a:spcBef>
              <a:spcAft>
                <a:spcPts val="0"/>
              </a:spcAft>
              <a:buClr>
                <a:schemeClr val="dk1"/>
              </a:buClr>
              <a:buSzPts val="900"/>
              <a:buNone/>
              <a:defRPr b="1" sz="900"/>
            </a:lvl2pPr>
            <a:lvl3pPr indent="-228600" lvl="2" marL="1371600" algn="l">
              <a:lnSpc>
                <a:spcPct val="90000"/>
              </a:lnSpc>
              <a:spcBef>
                <a:spcPts val="200"/>
              </a:spcBef>
              <a:spcAft>
                <a:spcPts val="0"/>
              </a:spcAft>
              <a:buClr>
                <a:schemeClr val="dk1"/>
              </a:buClr>
              <a:buSzPts val="800"/>
              <a:buNone/>
              <a:defRPr b="1" sz="800"/>
            </a:lvl3pPr>
            <a:lvl4pPr indent="-228600" lvl="3" marL="1828800" algn="l">
              <a:lnSpc>
                <a:spcPct val="90000"/>
              </a:lnSpc>
              <a:spcBef>
                <a:spcPts val="200"/>
              </a:spcBef>
              <a:spcAft>
                <a:spcPts val="0"/>
              </a:spcAft>
              <a:buClr>
                <a:schemeClr val="dk1"/>
              </a:buClr>
              <a:buSzPts val="700"/>
              <a:buNone/>
              <a:defRPr b="1" sz="700"/>
            </a:lvl4pPr>
            <a:lvl5pPr indent="-228600" lvl="4" marL="2286000" algn="l">
              <a:lnSpc>
                <a:spcPct val="90000"/>
              </a:lnSpc>
              <a:spcBef>
                <a:spcPts val="200"/>
              </a:spcBef>
              <a:spcAft>
                <a:spcPts val="0"/>
              </a:spcAft>
              <a:buClr>
                <a:schemeClr val="dk1"/>
              </a:buClr>
              <a:buSzPts val="700"/>
              <a:buNone/>
              <a:defRPr b="1" sz="700"/>
            </a:lvl5pPr>
            <a:lvl6pPr indent="-228600" lvl="5" marL="2743200" algn="l">
              <a:lnSpc>
                <a:spcPct val="90000"/>
              </a:lnSpc>
              <a:spcBef>
                <a:spcPts val="200"/>
              </a:spcBef>
              <a:spcAft>
                <a:spcPts val="0"/>
              </a:spcAft>
              <a:buClr>
                <a:schemeClr val="dk1"/>
              </a:buClr>
              <a:buSzPts val="700"/>
              <a:buNone/>
              <a:defRPr b="1" sz="700"/>
            </a:lvl6pPr>
            <a:lvl7pPr indent="-228600" lvl="6" marL="3200400" algn="l">
              <a:lnSpc>
                <a:spcPct val="90000"/>
              </a:lnSpc>
              <a:spcBef>
                <a:spcPts val="200"/>
              </a:spcBef>
              <a:spcAft>
                <a:spcPts val="0"/>
              </a:spcAft>
              <a:buClr>
                <a:schemeClr val="dk1"/>
              </a:buClr>
              <a:buSzPts val="700"/>
              <a:buNone/>
              <a:defRPr b="1" sz="700"/>
            </a:lvl7pPr>
            <a:lvl8pPr indent="-228600" lvl="7" marL="3657600" algn="l">
              <a:lnSpc>
                <a:spcPct val="90000"/>
              </a:lnSpc>
              <a:spcBef>
                <a:spcPts val="200"/>
              </a:spcBef>
              <a:spcAft>
                <a:spcPts val="0"/>
              </a:spcAft>
              <a:buClr>
                <a:schemeClr val="dk1"/>
              </a:buClr>
              <a:buSzPts val="700"/>
              <a:buNone/>
              <a:defRPr b="1" sz="700"/>
            </a:lvl8pPr>
            <a:lvl9pPr indent="-228600" lvl="8" marL="4114800" algn="l">
              <a:lnSpc>
                <a:spcPct val="90000"/>
              </a:lnSpc>
              <a:spcBef>
                <a:spcPts val="200"/>
              </a:spcBef>
              <a:spcAft>
                <a:spcPts val="0"/>
              </a:spcAft>
              <a:buClr>
                <a:schemeClr val="dk1"/>
              </a:buClr>
              <a:buSzPts val="700"/>
              <a:buNone/>
              <a:defRPr b="1" sz="700"/>
            </a:lvl9pPr>
          </a:lstStyle>
          <a:p/>
        </p:txBody>
      </p:sp>
      <p:sp>
        <p:nvSpPr>
          <p:cNvPr id="69" name="Google Shape;69;p14"/>
          <p:cNvSpPr txBox="1"/>
          <p:nvPr>
            <p:ph idx="2" type="body"/>
          </p:nvPr>
        </p:nvSpPr>
        <p:spPr>
          <a:xfrm>
            <a:off x="397150" y="1185272"/>
            <a:ext cx="2439000" cy="1743300"/>
          </a:xfrm>
          <a:prstGeom prst="rect">
            <a:avLst/>
          </a:prstGeom>
          <a:noFill/>
          <a:ln>
            <a:noFill/>
          </a:ln>
        </p:spPr>
        <p:txBody>
          <a:bodyPr anchorCtr="0" anchor="t" bIns="26425" lIns="52850" spcFirstLastPara="1" rIns="52850" wrap="square" tIns="26425">
            <a:normAutofit/>
          </a:bodyPr>
          <a:lstStyle>
            <a:lvl1pPr indent="-292100" lvl="0" marL="457200" algn="l">
              <a:lnSpc>
                <a:spcPct val="90000"/>
              </a:lnSpc>
              <a:spcBef>
                <a:spcPts val="400"/>
              </a:spcBef>
              <a:spcAft>
                <a:spcPts val="0"/>
              </a:spcAft>
              <a:buClr>
                <a:schemeClr val="dk1"/>
              </a:buClr>
              <a:buSzPts val="1000"/>
              <a:buChar char="•"/>
              <a:defRPr/>
            </a:lvl1pPr>
            <a:lvl2pPr indent="-292100" lvl="1" marL="914400" algn="l">
              <a:lnSpc>
                <a:spcPct val="90000"/>
              </a:lnSpc>
              <a:spcBef>
                <a:spcPts val="200"/>
              </a:spcBef>
              <a:spcAft>
                <a:spcPts val="0"/>
              </a:spcAft>
              <a:buClr>
                <a:schemeClr val="dk1"/>
              </a:buClr>
              <a:buSzPts val="1000"/>
              <a:buChar char="•"/>
              <a:defRPr/>
            </a:lvl2pPr>
            <a:lvl3pPr indent="-292100" lvl="2" marL="1371600" algn="l">
              <a:lnSpc>
                <a:spcPct val="90000"/>
              </a:lnSpc>
              <a:spcBef>
                <a:spcPts val="200"/>
              </a:spcBef>
              <a:spcAft>
                <a:spcPts val="0"/>
              </a:spcAft>
              <a:buClr>
                <a:schemeClr val="dk1"/>
              </a:buClr>
              <a:buSzPts val="1000"/>
              <a:buChar char="•"/>
              <a:defRPr/>
            </a:lvl3pPr>
            <a:lvl4pPr indent="-292100" lvl="3" marL="1828800" algn="l">
              <a:lnSpc>
                <a:spcPct val="90000"/>
              </a:lnSpc>
              <a:spcBef>
                <a:spcPts val="200"/>
              </a:spcBef>
              <a:spcAft>
                <a:spcPts val="0"/>
              </a:spcAft>
              <a:buClr>
                <a:schemeClr val="dk1"/>
              </a:buClr>
              <a:buSzPts val="1000"/>
              <a:buChar char="•"/>
              <a:defRPr/>
            </a:lvl4pPr>
            <a:lvl5pPr indent="-292100" lvl="4" marL="2286000" algn="l">
              <a:lnSpc>
                <a:spcPct val="90000"/>
              </a:lnSpc>
              <a:spcBef>
                <a:spcPts val="200"/>
              </a:spcBef>
              <a:spcAft>
                <a:spcPts val="0"/>
              </a:spcAft>
              <a:buClr>
                <a:schemeClr val="dk1"/>
              </a:buClr>
              <a:buSzPts val="1000"/>
              <a:buChar char="•"/>
              <a:defRPr/>
            </a:lvl5pPr>
            <a:lvl6pPr indent="-292100" lvl="5" marL="2743200" algn="l">
              <a:lnSpc>
                <a:spcPct val="90000"/>
              </a:lnSpc>
              <a:spcBef>
                <a:spcPts val="200"/>
              </a:spcBef>
              <a:spcAft>
                <a:spcPts val="0"/>
              </a:spcAft>
              <a:buClr>
                <a:schemeClr val="dk1"/>
              </a:buClr>
              <a:buSzPts val="1000"/>
              <a:buChar char="•"/>
              <a:defRPr/>
            </a:lvl6pPr>
            <a:lvl7pPr indent="-292100" lvl="6" marL="3200400" algn="l">
              <a:lnSpc>
                <a:spcPct val="90000"/>
              </a:lnSpc>
              <a:spcBef>
                <a:spcPts val="200"/>
              </a:spcBef>
              <a:spcAft>
                <a:spcPts val="0"/>
              </a:spcAft>
              <a:buClr>
                <a:schemeClr val="dk1"/>
              </a:buClr>
              <a:buSzPts val="1000"/>
              <a:buChar char="•"/>
              <a:defRPr/>
            </a:lvl7pPr>
            <a:lvl8pPr indent="-292100" lvl="7" marL="3657600" algn="l">
              <a:lnSpc>
                <a:spcPct val="90000"/>
              </a:lnSpc>
              <a:spcBef>
                <a:spcPts val="200"/>
              </a:spcBef>
              <a:spcAft>
                <a:spcPts val="0"/>
              </a:spcAft>
              <a:buClr>
                <a:schemeClr val="dk1"/>
              </a:buClr>
              <a:buSzPts val="1000"/>
              <a:buChar char="•"/>
              <a:defRPr/>
            </a:lvl8pPr>
            <a:lvl9pPr indent="-292100" lvl="8" marL="4114800" algn="l">
              <a:lnSpc>
                <a:spcPct val="90000"/>
              </a:lnSpc>
              <a:spcBef>
                <a:spcPts val="200"/>
              </a:spcBef>
              <a:spcAft>
                <a:spcPts val="0"/>
              </a:spcAft>
              <a:buClr>
                <a:schemeClr val="dk1"/>
              </a:buClr>
              <a:buSzPts val="1000"/>
              <a:buChar char="•"/>
              <a:defRPr/>
            </a:lvl9pPr>
          </a:lstStyle>
          <a:p/>
        </p:txBody>
      </p:sp>
      <p:sp>
        <p:nvSpPr>
          <p:cNvPr id="70" name="Google Shape;70;p14"/>
          <p:cNvSpPr txBox="1"/>
          <p:nvPr>
            <p:ph idx="3" type="body"/>
          </p:nvPr>
        </p:nvSpPr>
        <p:spPr>
          <a:xfrm>
            <a:off x="2918936" y="795439"/>
            <a:ext cx="2451300" cy="389700"/>
          </a:xfrm>
          <a:prstGeom prst="rect">
            <a:avLst/>
          </a:prstGeom>
          <a:noFill/>
          <a:ln>
            <a:noFill/>
          </a:ln>
        </p:spPr>
        <p:txBody>
          <a:bodyPr anchorCtr="0" anchor="b" bIns="26425" lIns="52850" spcFirstLastPara="1" rIns="52850" wrap="square" tIns="26425">
            <a:normAutofit/>
          </a:bodyPr>
          <a:lstStyle>
            <a:lvl1pPr indent="-228600" lvl="0" marL="457200" algn="l">
              <a:lnSpc>
                <a:spcPct val="90000"/>
              </a:lnSpc>
              <a:spcBef>
                <a:spcPts val="400"/>
              </a:spcBef>
              <a:spcAft>
                <a:spcPts val="0"/>
              </a:spcAft>
              <a:buClr>
                <a:schemeClr val="dk1"/>
              </a:buClr>
              <a:buSzPts val="1000"/>
              <a:buNone/>
              <a:defRPr b="1" sz="1000"/>
            </a:lvl1pPr>
            <a:lvl2pPr indent="-228600" lvl="1" marL="914400" algn="l">
              <a:lnSpc>
                <a:spcPct val="90000"/>
              </a:lnSpc>
              <a:spcBef>
                <a:spcPts val="200"/>
              </a:spcBef>
              <a:spcAft>
                <a:spcPts val="0"/>
              </a:spcAft>
              <a:buClr>
                <a:schemeClr val="dk1"/>
              </a:buClr>
              <a:buSzPts val="900"/>
              <a:buNone/>
              <a:defRPr b="1" sz="900"/>
            </a:lvl2pPr>
            <a:lvl3pPr indent="-228600" lvl="2" marL="1371600" algn="l">
              <a:lnSpc>
                <a:spcPct val="90000"/>
              </a:lnSpc>
              <a:spcBef>
                <a:spcPts val="200"/>
              </a:spcBef>
              <a:spcAft>
                <a:spcPts val="0"/>
              </a:spcAft>
              <a:buClr>
                <a:schemeClr val="dk1"/>
              </a:buClr>
              <a:buSzPts val="800"/>
              <a:buNone/>
              <a:defRPr b="1" sz="800"/>
            </a:lvl3pPr>
            <a:lvl4pPr indent="-228600" lvl="3" marL="1828800" algn="l">
              <a:lnSpc>
                <a:spcPct val="90000"/>
              </a:lnSpc>
              <a:spcBef>
                <a:spcPts val="200"/>
              </a:spcBef>
              <a:spcAft>
                <a:spcPts val="0"/>
              </a:spcAft>
              <a:buClr>
                <a:schemeClr val="dk1"/>
              </a:buClr>
              <a:buSzPts val="700"/>
              <a:buNone/>
              <a:defRPr b="1" sz="700"/>
            </a:lvl4pPr>
            <a:lvl5pPr indent="-228600" lvl="4" marL="2286000" algn="l">
              <a:lnSpc>
                <a:spcPct val="90000"/>
              </a:lnSpc>
              <a:spcBef>
                <a:spcPts val="200"/>
              </a:spcBef>
              <a:spcAft>
                <a:spcPts val="0"/>
              </a:spcAft>
              <a:buClr>
                <a:schemeClr val="dk1"/>
              </a:buClr>
              <a:buSzPts val="700"/>
              <a:buNone/>
              <a:defRPr b="1" sz="700"/>
            </a:lvl5pPr>
            <a:lvl6pPr indent="-228600" lvl="5" marL="2743200" algn="l">
              <a:lnSpc>
                <a:spcPct val="90000"/>
              </a:lnSpc>
              <a:spcBef>
                <a:spcPts val="200"/>
              </a:spcBef>
              <a:spcAft>
                <a:spcPts val="0"/>
              </a:spcAft>
              <a:buClr>
                <a:schemeClr val="dk1"/>
              </a:buClr>
              <a:buSzPts val="700"/>
              <a:buNone/>
              <a:defRPr b="1" sz="700"/>
            </a:lvl6pPr>
            <a:lvl7pPr indent="-228600" lvl="6" marL="3200400" algn="l">
              <a:lnSpc>
                <a:spcPct val="90000"/>
              </a:lnSpc>
              <a:spcBef>
                <a:spcPts val="200"/>
              </a:spcBef>
              <a:spcAft>
                <a:spcPts val="0"/>
              </a:spcAft>
              <a:buClr>
                <a:schemeClr val="dk1"/>
              </a:buClr>
              <a:buSzPts val="700"/>
              <a:buNone/>
              <a:defRPr b="1" sz="700"/>
            </a:lvl7pPr>
            <a:lvl8pPr indent="-228600" lvl="7" marL="3657600" algn="l">
              <a:lnSpc>
                <a:spcPct val="90000"/>
              </a:lnSpc>
              <a:spcBef>
                <a:spcPts val="200"/>
              </a:spcBef>
              <a:spcAft>
                <a:spcPts val="0"/>
              </a:spcAft>
              <a:buClr>
                <a:schemeClr val="dk1"/>
              </a:buClr>
              <a:buSzPts val="700"/>
              <a:buNone/>
              <a:defRPr b="1" sz="700"/>
            </a:lvl8pPr>
            <a:lvl9pPr indent="-228600" lvl="8" marL="4114800" algn="l">
              <a:lnSpc>
                <a:spcPct val="90000"/>
              </a:lnSpc>
              <a:spcBef>
                <a:spcPts val="200"/>
              </a:spcBef>
              <a:spcAft>
                <a:spcPts val="0"/>
              </a:spcAft>
              <a:buClr>
                <a:schemeClr val="dk1"/>
              </a:buClr>
              <a:buSzPts val="700"/>
              <a:buNone/>
              <a:defRPr b="1" sz="700"/>
            </a:lvl9pPr>
          </a:lstStyle>
          <a:p/>
        </p:txBody>
      </p:sp>
      <p:sp>
        <p:nvSpPr>
          <p:cNvPr id="71" name="Google Shape;71;p14"/>
          <p:cNvSpPr txBox="1"/>
          <p:nvPr>
            <p:ph idx="4" type="body"/>
          </p:nvPr>
        </p:nvSpPr>
        <p:spPr>
          <a:xfrm>
            <a:off x="2918936" y="1185272"/>
            <a:ext cx="2451300" cy="1743300"/>
          </a:xfrm>
          <a:prstGeom prst="rect">
            <a:avLst/>
          </a:prstGeom>
          <a:noFill/>
          <a:ln>
            <a:noFill/>
          </a:ln>
        </p:spPr>
        <p:txBody>
          <a:bodyPr anchorCtr="0" anchor="t" bIns="26425" lIns="52850" spcFirstLastPara="1" rIns="52850" wrap="square" tIns="26425">
            <a:normAutofit/>
          </a:bodyPr>
          <a:lstStyle>
            <a:lvl1pPr indent="-292100" lvl="0" marL="457200" algn="l">
              <a:lnSpc>
                <a:spcPct val="90000"/>
              </a:lnSpc>
              <a:spcBef>
                <a:spcPts val="400"/>
              </a:spcBef>
              <a:spcAft>
                <a:spcPts val="0"/>
              </a:spcAft>
              <a:buClr>
                <a:schemeClr val="dk1"/>
              </a:buClr>
              <a:buSzPts val="1000"/>
              <a:buChar char="•"/>
              <a:defRPr/>
            </a:lvl1pPr>
            <a:lvl2pPr indent="-292100" lvl="1" marL="914400" algn="l">
              <a:lnSpc>
                <a:spcPct val="90000"/>
              </a:lnSpc>
              <a:spcBef>
                <a:spcPts val="200"/>
              </a:spcBef>
              <a:spcAft>
                <a:spcPts val="0"/>
              </a:spcAft>
              <a:buClr>
                <a:schemeClr val="dk1"/>
              </a:buClr>
              <a:buSzPts val="1000"/>
              <a:buChar char="•"/>
              <a:defRPr/>
            </a:lvl2pPr>
            <a:lvl3pPr indent="-292100" lvl="2" marL="1371600" algn="l">
              <a:lnSpc>
                <a:spcPct val="90000"/>
              </a:lnSpc>
              <a:spcBef>
                <a:spcPts val="200"/>
              </a:spcBef>
              <a:spcAft>
                <a:spcPts val="0"/>
              </a:spcAft>
              <a:buClr>
                <a:schemeClr val="dk1"/>
              </a:buClr>
              <a:buSzPts val="1000"/>
              <a:buChar char="•"/>
              <a:defRPr/>
            </a:lvl3pPr>
            <a:lvl4pPr indent="-292100" lvl="3" marL="1828800" algn="l">
              <a:lnSpc>
                <a:spcPct val="90000"/>
              </a:lnSpc>
              <a:spcBef>
                <a:spcPts val="200"/>
              </a:spcBef>
              <a:spcAft>
                <a:spcPts val="0"/>
              </a:spcAft>
              <a:buClr>
                <a:schemeClr val="dk1"/>
              </a:buClr>
              <a:buSzPts val="1000"/>
              <a:buChar char="•"/>
              <a:defRPr/>
            </a:lvl4pPr>
            <a:lvl5pPr indent="-292100" lvl="4" marL="2286000" algn="l">
              <a:lnSpc>
                <a:spcPct val="90000"/>
              </a:lnSpc>
              <a:spcBef>
                <a:spcPts val="200"/>
              </a:spcBef>
              <a:spcAft>
                <a:spcPts val="0"/>
              </a:spcAft>
              <a:buClr>
                <a:schemeClr val="dk1"/>
              </a:buClr>
              <a:buSzPts val="1000"/>
              <a:buChar char="•"/>
              <a:defRPr/>
            </a:lvl5pPr>
            <a:lvl6pPr indent="-292100" lvl="5" marL="2743200" algn="l">
              <a:lnSpc>
                <a:spcPct val="90000"/>
              </a:lnSpc>
              <a:spcBef>
                <a:spcPts val="200"/>
              </a:spcBef>
              <a:spcAft>
                <a:spcPts val="0"/>
              </a:spcAft>
              <a:buClr>
                <a:schemeClr val="dk1"/>
              </a:buClr>
              <a:buSzPts val="1000"/>
              <a:buChar char="•"/>
              <a:defRPr/>
            </a:lvl6pPr>
            <a:lvl7pPr indent="-292100" lvl="6" marL="3200400" algn="l">
              <a:lnSpc>
                <a:spcPct val="90000"/>
              </a:lnSpc>
              <a:spcBef>
                <a:spcPts val="200"/>
              </a:spcBef>
              <a:spcAft>
                <a:spcPts val="0"/>
              </a:spcAft>
              <a:buClr>
                <a:schemeClr val="dk1"/>
              </a:buClr>
              <a:buSzPts val="1000"/>
              <a:buChar char="•"/>
              <a:defRPr/>
            </a:lvl7pPr>
            <a:lvl8pPr indent="-292100" lvl="7" marL="3657600" algn="l">
              <a:lnSpc>
                <a:spcPct val="90000"/>
              </a:lnSpc>
              <a:spcBef>
                <a:spcPts val="200"/>
              </a:spcBef>
              <a:spcAft>
                <a:spcPts val="0"/>
              </a:spcAft>
              <a:buClr>
                <a:schemeClr val="dk1"/>
              </a:buClr>
              <a:buSzPts val="1000"/>
              <a:buChar char="•"/>
              <a:defRPr/>
            </a:lvl8pPr>
            <a:lvl9pPr indent="-292100" lvl="8" marL="4114800" algn="l">
              <a:lnSpc>
                <a:spcPct val="90000"/>
              </a:lnSpc>
              <a:spcBef>
                <a:spcPts val="200"/>
              </a:spcBef>
              <a:spcAft>
                <a:spcPts val="0"/>
              </a:spcAft>
              <a:buClr>
                <a:schemeClr val="dk1"/>
              </a:buClr>
              <a:buSzPts val="1000"/>
              <a:buChar char="•"/>
              <a:defRPr/>
            </a:lvl9pPr>
          </a:lstStyle>
          <a:p/>
        </p:txBody>
      </p:sp>
      <p:sp>
        <p:nvSpPr>
          <p:cNvPr id="72" name="Google Shape;72;p14"/>
          <p:cNvSpPr txBox="1"/>
          <p:nvPr>
            <p:ph idx="12" type="sldNum"/>
          </p:nvPr>
        </p:nvSpPr>
        <p:spPr>
          <a:xfrm>
            <a:off x="4072096" y="3007496"/>
            <a:ext cx="1297200" cy="172800"/>
          </a:xfrm>
          <a:prstGeom prst="rect">
            <a:avLst/>
          </a:prstGeom>
          <a:noFill/>
          <a:ln>
            <a:noFill/>
          </a:ln>
        </p:spPr>
        <p:txBody>
          <a:bodyPr anchorCtr="0" anchor="ctr" bIns="26425" lIns="52850" spcFirstLastPara="1" rIns="52850" wrap="square" tIns="26425">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3" name="Shape 73"/>
        <p:cNvGrpSpPr/>
        <p:nvPr/>
      </p:nvGrpSpPr>
      <p:grpSpPr>
        <a:xfrm>
          <a:off x="0" y="0"/>
          <a:ext cx="0" cy="0"/>
          <a:chOff x="0" y="0"/>
          <a:chExt cx="0" cy="0"/>
        </a:xfrm>
      </p:grpSpPr>
      <p:sp>
        <p:nvSpPr>
          <p:cNvPr id="74" name="Google Shape;74;p15"/>
          <p:cNvSpPr txBox="1"/>
          <p:nvPr>
            <p:ph type="title"/>
          </p:nvPr>
        </p:nvSpPr>
        <p:spPr>
          <a:xfrm>
            <a:off x="397150" y="216323"/>
            <a:ext cx="1859700" cy="757200"/>
          </a:xfrm>
          <a:prstGeom prst="rect">
            <a:avLst/>
          </a:prstGeom>
          <a:noFill/>
          <a:ln>
            <a:noFill/>
          </a:ln>
        </p:spPr>
        <p:txBody>
          <a:bodyPr anchorCtr="0" anchor="b" bIns="26425" lIns="52850" spcFirstLastPara="1" rIns="52850" wrap="square" tIns="26425">
            <a:normAutofit/>
          </a:bodyPr>
          <a:lstStyle>
            <a:lvl1pPr lvl="0" algn="l">
              <a:lnSpc>
                <a:spcPct val="90000"/>
              </a:lnSpc>
              <a:spcBef>
                <a:spcPts val="0"/>
              </a:spcBef>
              <a:spcAft>
                <a:spcPts val="0"/>
              </a:spcAft>
              <a:buClr>
                <a:schemeClr val="dk1"/>
              </a:buClr>
              <a:buSzPts val="1400"/>
              <a:buFont typeface="Times New Roman"/>
              <a:buNone/>
              <a:defRPr sz="1400"/>
            </a:lvl1pPr>
            <a:lvl2pPr lvl="1">
              <a:spcBef>
                <a:spcPts val="0"/>
              </a:spcBef>
              <a:spcAft>
                <a:spcPts val="0"/>
              </a:spcAft>
              <a:buSzPts val="800"/>
              <a:buNone/>
              <a:defRPr/>
            </a:lvl2pPr>
            <a:lvl3pPr lvl="2">
              <a:spcBef>
                <a:spcPts val="0"/>
              </a:spcBef>
              <a:spcAft>
                <a:spcPts val="0"/>
              </a:spcAft>
              <a:buSzPts val="800"/>
              <a:buNone/>
              <a:defRPr/>
            </a:lvl3pPr>
            <a:lvl4pPr lvl="3">
              <a:spcBef>
                <a:spcPts val="0"/>
              </a:spcBef>
              <a:spcAft>
                <a:spcPts val="0"/>
              </a:spcAft>
              <a:buSzPts val="800"/>
              <a:buNone/>
              <a:defRPr/>
            </a:lvl4pPr>
            <a:lvl5pPr lvl="4">
              <a:spcBef>
                <a:spcPts val="0"/>
              </a:spcBef>
              <a:spcAft>
                <a:spcPts val="0"/>
              </a:spcAft>
              <a:buSzPts val="800"/>
              <a:buNone/>
              <a:defRPr/>
            </a:lvl5pPr>
            <a:lvl6pPr lvl="5">
              <a:spcBef>
                <a:spcPts val="0"/>
              </a:spcBef>
              <a:spcAft>
                <a:spcPts val="0"/>
              </a:spcAft>
              <a:buSzPts val="800"/>
              <a:buNone/>
              <a:defRPr/>
            </a:lvl6pPr>
            <a:lvl7pPr lvl="6">
              <a:spcBef>
                <a:spcPts val="0"/>
              </a:spcBef>
              <a:spcAft>
                <a:spcPts val="0"/>
              </a:spcAft>
              <a:buSzPts val="800"/>
              <a:buNone/>
              <a:defRPr/>
            </a:lvl7pPr>
            <a:lvl8pPr lvl="7">
              <a:spcBef>
                <a:spcPts val="0"/>
              </a:spcBef>
              <a:spcAft>
                <a:spcPts val="0"/>
              </a:spcAft>
              <a:buSzPts val="800"/>
              <a:buNone/>
              <a:defRPr/>
            </a:lvl8pPr>
            <a:lvl9pPr lvl="8">
              <a:spcBef>
                <a:spcPts val="0"/>
              </a:spcBef>
              <a:spcAft>
                <a:spcPts val="0"/>
              </a:spcAft>
              <a:buSzPts val="800"/>
              <a:buNone/>
              <a:defRPr/>
            </a:lvl9pPr>
          </a:lstStyle>
          <a:p/>
        </p:txBody>
      </p:sp>
      <p:sp>
        <p:nvSpPr>
          <p:cNvPr id="75" name="Google Shape;75;p15"/>
          <p:cNvSpPr txBox="1"/>
          <p:nvPr>
            <p:ph idx="1" type="body"/>
          </p:nvPr>
        </p:nvSpPr>
        <p:spPr>
          <a:xfrm>
            <a:off x="2451216" y="467199"/>
            <a:ext cx="2919000" cy="2305800"/>
          </a:xfrm>
          <a:prstGeom prst="rect">
            <a:avLst/>
          </a:prstGeom>
          <a:noFill/>
          <a:ln>
            <a:noFill/>
          </a:ln>
        </p:spPr>
        <p:txBody>
          <a:bodyPr anchorCtr="0" anchor="t" bIns="26425" lIns="52850" spcFirstLastPara="1" rIns="52850" wrap="square" tIns="26425">
            <a:normAutofit/>
          </a:bodyPr>
          <a:lstStyle>
            <a:lvl1pPr indent="-317500" lvl="0" marL="457200" algn="l">
              <a:lnSpc>
                <a:spcPct val="90000"/>
              </a:lnSpc>
              <a:spcBef>
                <a:spcPts val="400"/>
              </a:spcBef>
              <a:spcAft>
                <a:spcPts val="0"/>
              </a:spcAft>
              <a:buClr>
                <a:schemeClr val="dk1"/>
              </a:buClr>
              <a:buSzPts val="1400"/>
              <a:buChar char="•"/>
              <a:defRPr sz="1400"/>
            </a:lvl1pPr>
            <a:lvl2pPr indent="-304800" lvl="1" marL="914400" algn="l">
              <a:lnSpc>
                <a:spcPct val="90000"/>
              </a:lnSpc>
              <a:spcBef>
                <a:spcPts val="200"/>
              </a:spcBef>
              <a:spcAft>
                <a:spcPts val="0"/>
              </a:spcAft>
              <a:buClr>
                <a:schemeClr val="dk1"/>
              </a:buClr>
              <a:buSzPts val="1200"/>
              <a:buChar char="•"/>
              <a:defRPr sz="1200"/>
            </a:lvl2pPr>
            <a:lvl3pPr indent="-292100" lvl="2" marL="1371600" algn="l">
              <a:lnSpc>
                <a:spcPct val="90000"/>
              </a:lnSpc>
              <a:spcBef>
                <a:spcPts val="200"/>
              </a:spcBef>
              <a:spcAft>
                <a:spcPts val="0"/>
              </a:spcAft>
              <a:buClr>
                <a:schemeClr val="dk1"/>
              </a:buClr>
              <a:buSzPts val="1000"/>
              <a:buChar char="•"/>
              <a:defRPr sz="1000"/>
            </a:lvl3pPr>
            <a:lvl4pPr indent="-285750" lvl="3" marL="1828800" algn="l">
              <a:lnSpc>
                <a:spcPct val="90000"/>
              </a:lnSpc>
              <a:spcBef>
                <a:spcPts val="200"/>
              </a:spcBef>
              <a:spcAft>
                <a:spcPts val="0"/>
              </a:spcAft>
              <a:buClr>
                <a:schemeClr val="dk1"/>
              </a:buClr>
              <a:buSzPts val="900"/>
              <a:buChar char="•"/>
              <a:defRPr sz="900"/>
            </a:lvl4pPr>
            <a:lvl5pPr indent="-285750" lvl="4" marL="2286000" algn="l">
              <a:lnSpc>
                <a:spcPct val="90000"/>
              </a:lnSpc>
              <a:spcBef>
                <a:spcPts val="200"/>
              </a:spcBef>
              <a:spcAft>
                <a:spcPts val="0"/>
              </a:spcAft>
              <a:buClr>
                <a:schemeClr val="dk1"/>
              </a:buClr>
              <a:buSzPts val="900"/>
              <a:buChar char="•"/>
              <a:defRPr sz="900"/>
            </a:lvl5pPr>
            <a:lvl6pPr indent="-285750" lvl="5" marL="2743200" algn="l">
              <a:lnSpc>
                <a:spcPct val="90000"/>
              </a:lnSpc>
              <a:spcBef>
                <a:spcPts val="200"/>
              </a:spcBef>
              <a:spcAft>
                <a:spcPts val="0"/>
              </a:spcAft>
              <a:buClr>
                <a:schemeClr val="dk1"/>
              </a:buClr>
              <a:buSzPts val="900"/>
              <a:buChar char="•"/>
              <a:defRPr sz="900"/>
            </a:lvl6pPr>
            <a:lvl7pPr indent="-285750" lvl="6" marL="3200400" algn="l">
              <a:lnSpc>
                <a:spcPct val="90000"/>
              </a:lnSpc>
              <a:spcBef>
                <a:spcPts val="200"/>
              </a:spcBef>
              <a:spcAft>
                <a:spcPts val="0"/>
              </a:spcAft>
              <a:buClr>
                <a:schemeClr val="dk1"/>
              </a:buClr>
              <a:buSzPts val="900"/>
              <a:buChar char="•"/>
              <a:defRPr sz="900"/>
            </a:lvl7pPr>
            <a:lvl8pPr indent="-285750" lvl="7" marL="3657600" algn="l">
              <a:lnSpc>
                <a:spcPct val="90000"/>
              </a:lnSpc>
              <a:spcBef>
                <a:spcPts val="200"/>
              </a:spcBef>
              <a:spcAft>
                <a:spcPts val="0"/>
              </a:spcAft>
              <a:buClr>
                <a:schemeClr val="dk1"/>
              </a:buClr>
              <a:buSzPts val="900"/>
              <a:buChar char="•"/>
              <a:defRPr sz="900"/>
            </a:lvl8pPr>
            <a:lvl9pPr indent="-285750" lvl="8" marL="4114800" algn="l">
              <a:lnSpc>
                <a:spcPct val="90000"/>
              </a:lnSpc>
              <a:spcBef>
                <a:spcPts val="200"/>
              </a:spcBef>
              <a:spcAft>
                <a:spcPts val="0"/>
              </a:spcAft>
              <a:buClr>
                <a:schemeClr val="dk1"/>
              </a:buClr>
              <a:buSzPts val="900"/>
              <a:buChar char="•"/>
              <a:defRPr sz="900"/>
            </a:lvl9pPr>
          </a:lstStyle>
          <a:p/>
        </p:txBody>
      </p:sp>
      <p:sp>
        <p:nvSpPr>
          <p:cNvPr id="76" name="Google Shape;76;p15"/>
          <p:cNvSpPr txBox="1"/>
          <p:nvPr>
            <p:ph idx="2" type="body"/>
          </p:nvPr>
        </p:nvSpPr>
        <p:spPr>
          <a:xfrm>
            <a:off x="397150" y="973455"/>
            <a:ext cx="1859700" cy="1803300"/>
          </a:xfrm>
          <a:prstGeom prst="rect">
            <a:avLst/>
          </a:prstGeom>
          <a:noFill/>
          <a:ln>
            <a:noFill/>
          </a:ln>
        </p:spPr>
        <p:txBody>
          <a:bodyPr anchorCtr="0" anchor="t" bIns="26425" lIns="52850" spcFirstLastPara="1" rIns="52850" wrap="square" tIns="26425">
            <a:normAutofit/>
          </a:bodyPr>
          <a:lstStyle>
            <a:lvl1pPr indent="-228600" lvl="0" marL="457200" algn="l">
              <a:lnSpc>
                <a:spcPct val="90000"/>
              </a:lnSpc>
              <a:spcBef>
                <a:spcPts val="400"/>
              </a:spcBef>
              <a:spcAft>
                <a:spcPts val="0"/>
              </a:spcAft>
              <a:buClr>
                <a:schemeClr val="dk1"/>
              </a:buClr>
              <a:buSzPts val="700"/>
              <a:buNone/>
              <a:defRPr sz="700"/>
            </a:lvl1pPr>
            <a:lvl2pPr indent="-228600" lvl="1" marL="914400" algn="l">
              <a:lnSpc>
                <a:spcPct val="90000"/>
              </a:lnSpc>
              <a:spcBef>
                <a:spcPts val="200"/>
              </a:spcBef>
              <a:spcAft>
                <a:spcPts val="0"/>
              </a:spcAft>
              <a:buClr>
                <a:schemeClr val="dk1"/>
              </a:buClr>
              <a:buSzPts val="600"/>
              <a:buNone/>
              <a:defRPr sz="600"/>
            </a:lvl2pPr>
            <a:lvl3pPr indent="-228600" lvl="2" marL="1371600" algn="l">
              <a:lnSpc>
                <a:spcPct val="90000"/>
              </a:lnSpc>
              <a:spcBef>
                <a:spcPts val="200"/>
              </a:spcBef>
              <a:spcAft>
                <a:spcPts val="0"/>
              </a:spcAft>
              <a:buClr>
                <a:schemeClr val="dk1"/>
              </a:buClr>
              <a:buSzPts val="500"/>
              <a:buNone/>
              <a:defRPr sz="500"/>
            </a:lvl3pPr>
            <a:lvl4pPr indent="-228600" lvl="3" marL="1828800" algn="l">
              <a:lnSpc>
                <a:spcPct val="90000"/>
              </a:lnSpc>
              <a:spcBef>
                <a:spcPts val="200"/>
              </a:spcBef>
              <a:spcAft>
                <a:spcPts val="0"/>
              </a:spcAft>
              <a:buClr>
                <a:schemeClr val="dk1"/>
              </a:buClr>
              <a:buSzPts val="400"/>
              <a:buNone/>
              <a:defRPr sz="400"/>
            </a:lvl4pPr>
            <a:lvl5pPr indent="-228600" lvl="4" marL="2286000" algn="l">
              <a:lnSpc>
                <a:spcPct val="90000"/>
              </a:lnSpc>
              <a:spcBef>
                <a:spcPts val="200"/>
              </a:spcBef>
              <a:spcAft>
                <a:spcPts val="0"/>
              </a:spcAft>
              <a:buClr>
                <a:schemeClr val="dk1"/>
              </a:buClr>
              <a:buSzPts val="400"/>
              <a:buNone/>
              <a:defRPr sz="400"/>
            </a:lvl5pPr>
            <a:lvl6pPr indent="-228600" lvl="5" marL="2743200" algn="l">
              <a:lnSpc>
                <a:spcPct val="90000"/>
              </a:lnSpc>
              <a:spcBef>
                <a:spcPts val="200"/>
              </a:spcBef>
              <a:spcAft>
                <a:spcPts val="0"/>
              </a:spcAft>
              <a:buClr>
                <a:schemeClr val="dk1"/>
              </a:buClr>
              <a:buSzPts val="400"/>
              <a:buNone/>
              <a:defRPr sz="400"/>
            </a:lvl6pPr>
            <a:lvl7pPr indent="-228600" lvl="6" marL="3200400" algn="l">
              <a:lnSpc>
                <a:spcPct val="90000"/>
              </a:lnSpc>
              <a:spcBef>
                <a:spcPts val="200"/>
              </a:spcBef>
              <a:spcAft>
                <a:spcPts val="0"/>
              </a:spcAft>
              <a:buClr>
                <a:schemeClr val="dk1"/>
              </a:buClr>
              <a:buSzPts val="400"/>
              <a:buNone/>
              <a:defRPr sz="400"/>
            </a:lvl7pPr>
            <a:lvl8pPr indent="-228600" lvl="7" marL="3657600" algn="l">
              <a:lnSpc>
                <a:spcPct val="90000"/>
              </a:lnSpc>
              <a:spcBef>
                <a:spcPts val="200"/>
              </a:spcBef>
              <a:spcAft>
                <a:spcPts val="0"/>
              </a:spcAft>
              <a:buClr>
                <a:schemeClr val="dk1"/>
              </a:buClr>
              <a:buSzPts val="400"/>
              <a:buNone/>
              <a:defRPr sz="400"/>
            </a:lvl8pPr>
            <a:lvl9pPr indent="-228600" lvl="8" marL="4114800" algn="l">
              <a:lnSpc>
                <a:spcPct val="90000"/>
              </a:lnSpc>
              <a:spcBef>
                <a:spcPts val="200"/>
              </a:spcBef>
              <a:spcAft>
                <a:spcPts val="0"/>
              </a:spcAft>
              <a:buClr>
                <a:schemeClr val="dk1"/>
              </a:buClr>
              <a:buSzPts val="400"/>
              <a:buNone/>
              <a:defRPr sz="400"/>
            </a:lvl9pPr>
          </a:lstStyle>
          <a:p/>
        </p:txBody>
      </p:sp>
      <p:sp>
        <p:nvSpPr>
          <p:cNvPr id="77" name="Google Shape;77;p15"/>
          <p:cNvSpPr txBox="1"/>
          <p:nvPr>
            <p:ph idx="12" type="sldNum"/>
          </p:nvPr>
        </p:nvSpPr>
        <p:spPr>
          <a:xfrm>
            <a:off x="4072096" y="3007496"/>
            <a:ext cx="1297200" cy="172800"/>
          </a:xfrm>
          <a:prstGeom prst="rect">
            <a:avLst/>
          </a:prstGeom>
          <a:noFill/>
          <a:ln>
            <a:noFill/>
          </a:ln>
        </p:spPr>
        <p:txBody>
          <a:bodyPr anchorCtr="0" anchor="ctr" bIns="26425" lIns="52850" spcFirstLastPara="1" rIns="52850" wrap="square" tIns="26425">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8" name="Shape 78"/>
        <p:cNvGrpSpPr/>
        <p:nvPr/>
      </p:nvGrpSpPr>
      <p:grpSpPr>
        <a:xfrm>
          <a:off x="0" y="0"/>
          <a:ext cx="0" cy="0"/>
          <a:chOff x="0" y="0"/>
          <a:chExt cx="0" cy="0"/>
        </a:xfrm>
      </p:grpSpPr>
      <p:sp>
        <p:nvSpPr>
          <p:cNvPr id="79" name="Google Shape;79;p16"/>
          <p:cNvSpPr txBox="1"/>
          <p:nvPr>
            <p:ph type="title"/>
          </p:nvPr>
        </p:nvSpPr>
        <p:spPr>
          <a:xfrm>
            <a:off x="397150" y="216323"/>
            <a:ext cx="1859700" cy="757200"/>
          </a:xfrm>
          <a:prstGeom prst="rect">
            <a:avLst/>
          </a:prstGeom>
          <a:noFill/>
          <a:ln>
            <a:noFill/>
          </a:ln>
        </p:spPr>
        <p:txBody>
          <a:bodyPr anchorCtr="0" anchor="b" bIns="26425" lIns="52850" spcFirstLastPara="1" rIns="52850" wrap="square" tIns="26425">
            <a:normAutofit/>
          </a:bodyPr>
          <a:lstStyle>
            <a:lvl1pPr lvl="0" algn="l">
              <a:lnSpc>
                <a:spcPct val="90000"/>
              </a:lnSpc>
              <a:spcBef>
                <a:spcPts val="0"/>
              </a:spcBef>
              <a:spcAft>
                <a:spcPts val="0"/>
              </a:spcAft>
              <a:buClr>
                <a:schemeClr val="dk1"/>
              </a:buClr>
              <a:buSzPts val="1400"/>
              <a:buFont typeface="Times New Roman"/>
              <a:buNone/>
              <a:defRPr sz="1400"/>
            </a:lvl1pPr>
            <a:lvl2pPr lvl="1">
              <a:spcBef>
                <a:spcPts val="0"/>
              </a:spcBef>
              <a:spcAft>
                <a:spcPts val="0"/>
              </a:spcAft>
              <a:buSzPts val="800"/>
              <a:buNone/>
              <a:defRPr/>
            </a:lvl2pPr>
            <a:lvl3pPr lvl="2">
              <a:spcBef>
                <a:spcPts val="0"/>
              </a:spcBef>
              <a:spcAft>
                <a:spcPts val="0"/>
              </a:spcAft>
              <a:buSzPts val="800"/>
              <a:buNone/>
              <a:defRPr/>
            </a:lvl3pPr>
            <a:lvl4pPr lvl="3">
              <a:spcBef>
                <a:spcPts val="0"/>
              </a:spcBef>
              <a:spcAft>
                <a:spcPts val="0"/>
              </a:spcAft>
              <a:buSzPts val="800"/>
              <a:buNone/>
              <a:defRPr/>
            </a:lvl4pPr>
            <a:lvl5pPr lvl="4">
              <a:spcBef>
                <a:spcPts val="0"/>
              </a:spcBef>
              <a:spcAft>
                <a:spcPts val="0"/>
              </a:spcAft>
              <a:buSzPts val="800"/>
              <a:buNone/>
              <a:defRPr/>
            </a:lvl5pPr>
            <a:lvl6pPr lvl="5">
              <a:spcBef>
                <a:spcPts val="0"/>
              </a:spcBef>
              <a:spcAft>
                <a:spcPts val="0"/>
              </a:spcAft>
              <a:buSzPts val="800"/>
              <a:buNone/>
              <a:defRPr/>
            </a:lvl6pPr>
            <a:lvl7pPr lvl="6">
              <a:spcBef>
                <a:spcPts val="0"/>
              </a:spcBef>
              <a:spcAft>
                <a:spcPts val="0"/>
              </a:spcAft>
              <a:buSzPts val="800"/>
              <a:buNone/>
              <a:defRPr/>
            </a:lvl7pPr>
            <a:lvl8pPr lvl="7">
              <a:spcBef>
                <a:spcPts val="0"/>
              </a:spcBef>
              <a:spcAft>
                <a:spcPts val="0"/>
              </a:spcAft>
              <a:buSzPts val="800"/>
              <a:buNone/>
              <a:defRPr/>
            </a:lvl8pPr>
            <a:lvl9pPr lvl="8">
              <a:spcBef>
                <a:spcPts val="0"/>
              </a:spcBef>
              <a:spcAft>
                <a:spcPts val="0"/>
              </a:spcAft>
              <a:buSzPts val="800"/>
              <a:buNone/>
              <a:defRPr/>
            </a:lvl9pPr>
          </a:lstStyle>
          <a:p/>
        </p:txBody>
      </p:sp>
      <p:sp>
        <p:nvSpPr>
          <p:cNvPr id="80" name="Google Shape;80;p16"/>
          <p:cNvSpPr/>
          <p:nvPr>
            <p:ph idx="2" type="pic"/>
          </p:nvPr>
        </p:nvSpPr>
        <p:spPr>
          <a:xfrm>
            <a:off x="2451216" y="467199"/>
            <a:ext cx="2919000" cy="2305800"/>
          </a:xfrm>
          <a:prstGeom prst="rect">
            <a:avLst/>
          </a:prstGeom>
          <a:noFill/>
          <a:ln>
            <a:noFill/>
          </a:ln>
        </p:spPr>
      </p:sp>
      <p:sp>
        <p:nvSpPr>
          <p:cNvPr id="81" name="Google Shape;81;p16"/>
          <p:cNvSpPr txBox="1"/>
          <p:nvPr>
            <p:ph idx="1" type="body"/>
          </p:nvPr>
        </p:nvSpPr>
        <p:spPr>
          <a:xfrm>
            <a:off x="397150" y="973455"/>
            <a:ext cx="1859700" cy="1803300"/>
          </a:xfrm>
          <a:prstGeom prst="rect">
            <a:avLst/>
          </a:prstGeom>
          <a:noFill/>
          <a:ln>
            <a:noFill/>
          </a:ln>
        </p:spPr>
        <p:txBody>
          <a:bodyPr anchorCtr="0" anchor="t" bIns="26425" lIns="52850" spcFirstLastPara="1" rIns="52850" wrap="square" tIns="26425">
            <a:normAutofit/>
          </a:bodyPr>
          <a:lstStyle>
            <a:lvl1pPr indent="-228600" lvl="0" marL="457200" algn="l">
              <a:lnSpc>
                <a:spcPct val="90000"/>
              </a:lnSpc>
              <a:spcBef>
                <a:spcPts val="400"/>
              </a:spcBef>
              <a:spcAft>
                <a:spcPts val="0"/>
              </a:spcAft>
              <a:buClr>
                <a:schemeClr val="dk1"/>
              </a:buClr>
              <a:buSzPts val="700"/>
              <a:buNone/>
              <a:defRPr sz="700"/>
            </a:lvl1pPr>
            <a:lvl2pPr indent="-228600" lvl="1" marL="914400" algn="l">
              <a:lnSpc>
                <a:spcPct val="90000"/>
              </a:lnSpc>
              <a:spcBef>
                <a:spcPts val="200"/>
              </a:spcBef>
              <a:spcAft>
                <a:spcPts val="0"/>
              </a:spcAft>
              <a:buClr>
                <a:schemeClr val="dk1"/>
              </a:buClr>
              <a:buSzPts val="600"/>
              <a:buNone/>
              <a:defRPr sz="600"/>
            </a:lvl2pPr>
            <a:lvl3pPr indent="-228600" lvl="2" marL="1371600" algn="l">
              <a:lnSpc>
                <a:spcPct val="90000"/>
              </a:lnSpc>
              <a:spcBef>
                <a:spcPts val="200"/>
              </a:spcBef>
              <a:spcAft>
                <a:spcPts val="0"/>
              </a:spcAft>
              <a:buClr>
                <a:schemeClr val="dk1"/>
              </a:buClr>
              <a:buSzPts val="500"/>
              <a:buNone/>
              <a:defRPr sz="500"/>
            </a:lvl3pPr>
            <a:lvl4pPr indent="-228600" lvl="3" marL="1828800" algn="l">
              <a:lnSpc>
                <a:spcPct val="90000"/>
              </a:lnSpc>
              <a:spcBef>
                <a:spcPts val="200"/>
              </a:spcBef>
              <a:spcAft>
                <a:spcPts val="0"/>
              </a:spcAft>
              <a:buClr>
                <a:schemeClr val="dk1"/>
              </a:buClr>
              <a:buSzPts val="400"/>
              <a:buNone/>
              <a:defRPr sz="400"/>
            </a:lvl4pPr>
            <a:lvl5pPr indent="-228600" lvl="4" marL="2286000" algn="l">
              <a:lnSpc>
                <a:spcPct val="90000"/>
              </a:lnSpc>
              <a:spcBef>
                <a:spcPts val="200"/>
              </a:spcBef>
              <a:spcAft>
                <a:spcPts val="0"/>
              </a:spcAft>
              <a:buClr>
                <a:schemeClr val="dk1"/>
              </a:buClr>
              <a:buSzPts val="400"/>
              <a:buNone/>
              <a:defRPr sz="400"/>
            </a:lvl5pPr>
            <a:lvl6pPr indent="-228600" lvl="5" marL="2743200" algn="l">
              <a:lnSpc>
                <a:spcPct val="90000"/>
              </a:lnSpc>
              <a:spcBef>
                <a:spcPts val="200"/>
              </a:spcBef>
              <a:spcAft>
                <a:spcPts val="0"/>
              </a:spcAft>
              <a:buClr>
                <a:schemeClr val="dk1"/>
              </a:buClr>
              <a:buSzPts val="400"/>
              <a:buNone/>
              <a:defRPr sz="400"/>
            </a:lvl6pPr>
            <a:lvl7pPr indent="-228600" lvl="6" marL="3200400" algn="l">
              <a:lnSpc>
                <a:spcPct val="90000"/>
              </a:lnSpc>
              <a:spcBef>
                <a:spcPts val="200"/>
              </a:spcBef>
              <a:spcAft>
                <a:spcPts val="0"/>
              </a:spcAft>
              <a:buClr>
                <a:schemeClr val="dk1"/>
              </a:buClr>
              <a:buSzPts val="400"/>
              <a:buNone/>
              <a:defRPr sz="400"/>
            </a:lvl7pPr>
            <a:lvl8pPr indent="-228600" lvl="7" marL="3657600" algn="l">
              <a:lnSpc>
                <a:spcPct val="90000"/>
              </a:lnSpc>
              <a:spcBef>
                <a:spcPts val="200"/>
              </a:spcBef>
              <a:spcAft>
                <a:spcPts val="0"/>
              </a:spcAft>
              <a:buClr>
                <a:schemeClr val="dk1"/>
              </a:buClr>
              <a:buSzPts val="400"/>
              <a:buNone/>
              <a:defRPr sz="400"/>
            </a:lvl8pPr>
            <a:lvl9pPr indent="-228600" lvl="8" marL="4114800" algn="l">
              <a:lnSpc>
                <a:spcPct val="90000"/>
              </a:lnSpc>
              <a:spcBef>
                <a:spcPts val="200"/>
              </a:spcBef>
              <a:spcAft>
                <a:spcPts val="0"/>
              </a:spcAft>
              <a:buClr>
                <a:schemeClr val="dk1"/>
              </a:buClr>
              <a:buSzPts val="400"/>
              <a:buNone/>
              <a:defRPr sz="400"/>
            </a:lvl9pPr>
          </a:lstStyle>
          <a:p/>
        </p:txBody>
      </p:sp>
      <p:sp>
        <p:nvSpPr>
          <p:cNvPr id="82" name="Google Shape;82;p16"/>
          <p:cNvSpPr txBox="1"/>
          <p:nvPr>
            <p:ph idx="12" type="sldNum"/>
          </p:nvPr>
        </p:nvSpPr>
        <p:spPr>
          <a:xfrm>
            <a:off x="4072096" y="3007496"/>
            <a:ext cx="1297200" cy="172800"/>
          </a:xfrm>
          <a:prstGeom prst="rect">
            <a:avLst/>
          </a:prstGeom>
          <a:noFill/>
          <a:ln>
            <a:noFill/>
          </a:ln>
        </p:spPr>
        <p:txBody>
          <a:bodyPr anchorCtr="0" anchor="ctr" bIns="26425" lIns="52850" spcFirstLastPara="1" rIns="52850" wrap="square" tIns="26425">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3" name="Shape 83"/>
        <p:cNvGrpSpPr/>
        <p:nvPr/>
      </p:nvGrpSpPr>
      <p:grpSpPr>
        <a:xfrm>
          <a:off x="0" y="0"/>
          <a:ext cx="0" cy="0"/>
          <a:chOff x="0" y="0"/>
          <a:chExt cx="0" cy="0"/>
        </a:xfrm>
      </p:grpSpPr>
      <p:sp>
        <p:nvSpPr>
          <p:cNvPr id="84" name="Google Shape;84;p17"/>
          <p:cNvSpPr txBox="1"/>
          <p:nvPr>
            <p:ph type="title"/>
          </p:nvPr>
        </p:nvSpPr>
        <p:spPr>
          <a:xfrm>
            <a:off x="396399" y="172759"/>
            <a:ext cx="4973100" cy="627300"/>
          </a:xfrm>
          <a:prstGeom prst="rect">
            <a:avLst/>
          </a:prstGeom>
          <a:noFill/>
          <a:ln>
            <a:noFill/>
          </a:ln>
        </p:spPr>
        <p:txBody>
          <a:bodyPr anchorCtr="0" anchor="ctr" bIns="26425" lIns="52850" spcFirstLastPara="1" rIns="52850" wrap="square" tIns="26425">
            <a:normAutofit/>
          </a:bodyPr>
          <a:lstStyle>
            <a:lvl1pPr lvl="0" algn="l">
              <a:lnSpc>
                <a:spcPct val="90000"/>
              </a:lnSpc>
              <a:spcBef>
                <a:spcPts val="0"/>
              </a:spcBef>
              <a:spcAft>
                <a:spcPts val="0"/>
              </a:spcAft>
              <a:buClr>
                <a:schemeClr val="dk1"/>
              </a:buClr>
              <a:buSzPts val="1000"/>
              <a:buNone/>
              <a:defRPr/>
            </a:lvl1pPr>
            <a:lvl2pPr lvl="1">
              <a:spcBef>
                <a:spcPts val="0"/>
              </a:spcBef>
              <a:spcAft>
                <a:spcPts val="0"/>
              </a:spcAft>
              <a:buSzPts val="800"/>
              <a:buNone/>
              <a:defRPr/>
            </a:lvl2pPr>
            <a:lvl3pPr lvl="2">
              <a:spcBef>
                <a:spcPts val="0"/>
              </a:spcBef>
              <a:spcAft>
                <a:spcPts val="0"/>
              </a:spcAft>
              <a:buSzPts val="800"/>
              <a:buNone/>
              <a:defRPr/>
            </a:lvl3pPr>
            <a:lvl4pPr lvl="3">
              <a:spcBef>
                <a:spcPts val="0"/>
              </a:spcBef>
              <a:spcAft>
                <a:spcPts val="0"/>
              </a:spcAft>
              <a:buSzPts val="800"/>
              <a:buNone/>
              <a:defRPr/>
            </a:lvl4pPr>
            <a:lvl5pPr lvl="4">
              <a:spcBef>
                <a:spcPts val="0"/>
              </a:spcBef>
              <a:spcAft>
                <a:spcPts val="0"/>
              </a:spcAft>
              <a:buSzPts val="800"/>
              <a:buNone/>
              <a:defRPr/>
            </a:lvl5pPr>
            <a:lvl6pPr lvl="5">
              <a:spcBef>
                <a:spcPts val="0"/>
              </a:spcBef>
              <a:spcAft>
                <a:spcPts val="0"/>
              </a:spcAft>
              <a:buSzPts val="800"/>
              <a:buNone/>
              <a:defRPr/>
            </a:lvl6pPr>
            <a:lvl7pPr lvl="6">
              <a:spcBef>
                <a:spcPts val="0"/>
              </a:spcBef>
              <a:spcAft>
                <a:spcPts val="0"/>
              </a:spcAft>
              <a:buSzPts val="800"/>
              <a:buNone/>
              <a:defRPr/>
            </a:lvl7pPr>
            <a:lvl8pPr lvl="7">
              <a:spcBef>
                <a:spcPts val="0"/>
              </a:spcBef>
              <a:spcAft>
                <a:spcPts val="0"/>
              </a:spcAft>
              <a:buSzPts val="800"/>
              <a:buNone/>
              <a:defRPr/>
            </a:lvl8pPr>
            <a:lvl9pPr lvl="8">
              <a:spcBef>
                <a:spcPts val="0"/>
              </a:spcBef>
              <a:spcAft>
                <a:spcPts val="0"/>
              </a:spcAft>
              <a:buSzPts val="800"/>
              <a:buNone/>
              <a:defRPr/>
            </a:lvl9pPr>
          </a:lstStyle>
          <a:p/>
        </p:txBody>
      </p:sp>
      <p:sp>
        <p:nvSpPr>
          <p:cNvPr id="85" name="Google Shape;85;p17"/>
          <p:cNvSpPr txBox="1"/>
          <p:nvPr>
            <p:ph idx="1" type="body"/>
          </p:nvPr>
        </p:nvSpPr>
        <p:spPr>
          <a:xfrm rot="5400000">
            <a:off x="1853401" y="-593309"/>
            <a:ext cx="2058900" cy="4973100"/>
          </a:xfrm>
          <a:prstGeom prst="rect">
            <a:avLst/>
          </a:prstGeom>
          <a:noFill/>
          <a:ln>
            <a:noFill/>
          </a:ln>
        </p:spPr>
        <p:txBody>
          <a:bodyPr anchorCtr="0" anchor="t" bIns="26425" lIns="52850" spcFirstLastPara="1" rIns="52850" wrap="square" tIns="26425">
            <a:normAutofit/>
          </a:bodyPr>
          <a:lstStyle>
            <a:lvl1pPr indent="-292100" lvl="0" marL="457200" algn="l">
              <a:lnSpc>
                <a:spcPct val="90000"/>
              </a:lnSpc>
              <a:spcBef>
                <a:spcPts val="400"/>
              </a:spcBef>
              <a:spcAft>
                <a:spcPts val="0"/>
              </a:spcAft>
              <a:buClr>
                <a:schemeClr val="dk1"/>
              </a:buClr>
              <a:buSzPts val="1000"/>
              <a:buChar char="•"/>
              <a:defRPr/>
            </a:lvl1pPr>
            <a:lvl2pPr indent="-292100" lvl="1" marL="914400" algn="l">
              <a:lnSpc>
                <a:spcPct val="90000"/>
              </a:lnSpc>
              <a:spcBef>
                <a:spcPts val="200"/>
              </a:spcBef>
              <a:spcAft>
                <a:spcPts val="0"/>
              </a:spcAft>
              <a:buClr>
                <a:schemeClr val="dk1"/>
              </a:buClr>
              <a:buSzPts val="1000"/>
              <a:buChar char="•"/>
              <a:defRPr/>
            </a:lvl2pPr>
            <a:lvl3pPr indent="-292100" lvl="2" marL="1371600" algn="l">
              <a:lnSpc>
                <a:spcPct val="90000"/>
              </a:lnSpc>
              <a:spcBef>
                <a:spcPts val="200"/>
              </a:spcBef>
              <a:spcAft>
                <a:spcPts val="0"/>
              </a:spcAft>
              <a:buClr>
                <a:schemeClr val="dk1"/>
              </a:buClr>
              <a:buSzPts val="1000"/>
              <a:buChar char="•"/>
              <a:defRPr/>
            </a:lvl3pPr>
            <a:lvl4pPr indent="-292100" lvl="3" marL="1828800" algn="l">
              <a:lnSpc>
                <a:spcPct val="90000"/>
              </a:lnSpc>
              <a:spcBef>
                <a:spcPts val="200"/>
              </a:spcBef>
              <a:spcAft>
                <a:spcPts val="0"/>
              </a:spcAft>
              <a:buClr>
                <a:schemeClr val="dk1"/>
              </a:buClr>
              <a:buSzPts val="1000"/>
              <a:buChar char="•"/>
              <a:defRPr/>
            </a:lvl4pPr>
            <a:lvl5pPr indent="-292100" lvl="4" marL="2286000" algn="l">
              <a:lnSpc>
                <a:spcPct val="90000"/>
              </a:lnSpc>
              <a:spcBef>
                <a:spcPts val="200"/>
              </a:spcBef>
              <a:spcAft>
                <a:spcPts val="0"/>
              </a:spcAft>
              <a:buClr>
                <a:schemeClr val="dk1"/>
              </a:buClr>
              <a:buSzPts val="1000"/>
              <a:buChar char="•"/>
              <a:defRPr/>
            </a:lvl5pPr>
            <a:lvl6pPr indent="-292100" lvl="5" marL="2743200" algn="l">
              <a:lnSpc>
                <a:spcPct val="90000"/>
              </a:lnSpc>
              <a:spcBef>
                <a:spcPts val="200"/>
              </a:spcBef>
              <a:spcAft>
                <a:spcPts val="0"/>
              </a:spcAft>
              <a:buClr>
                <a:schemeClr val="dk1"/>
              </a:buClr>
              <a:buSzPts val="1000"/>
              <a:buChar char="•"/>
              <a:defRPr/>
            </a:lvl6pPr>
            <a:lvl7pPr indent="-292100" lvl="6" marL="3200400" algn="l">
              <a:lnSpc>
                <a:spcPct val="90000"/>
              </a:lnSpc>
              <a:spcBef>
                <a:spcPts val="200"/>
              </a:spcBef>
              <a:spcAft>
                <a:spcPts val="0"/>
              </a:spcAft>
              <a:buClr>
                <a:schemeClr val="dk1"/>
              </a:buClr>
              <a:buSzPts val="1000"/>
              <a:buChar char="•"/>
              <a:defRPr/>
            </a:lvl7pPr>
            <a:lvl8pPr indent="-292100" lvl="7" marL="3657600" algn="l">
              <a:lnSpc>
                <a:spcPct val="90000"/>
              </a:lnSpc>
              <a:spcBef>
                <a:spcPts val="200"/>
              </a:spcBef>
              <a:spcAft>
                <a:spcPts val="0"/>
              </a:spcAft>
              <a:buClr>
                <a:schemeClr val="dk1"/>
              </a:buClr>
              <a:buSzPts val="1000"/>
              <a:buChar char="•"/>
              <a:defRPr/>
            </a:lvl8pPr>
            <a:lvl9pPr indent="-292100" lvl="8" marL="4114800" algn="l">
              <a:lnSpc>
                <a:spcPct val="90000"/>
              </a:lnSpc>
              <a:spcBef>
                <a:spcPts val="200"/>
              </a:spcBef>
              <a:spcAft>
                <a:spcPts val="0"/>
              </a:spcAft>
              <a:buClr>
                <a:schemeClr val="dk1"/>
              </a:buClr>
              <a:buSzPts val="1000"/>
              <a:buChar char="•"/>
              <a:defRPr/>
            </a:lvl9pPr>
          </a:lstStyle>
          <a:p/>
        </p:txBody>
      </p:sp>
      <p:sp>
        <p:nvSpPr>
          <p:cNvPr id="86" name="Google Shape;86;p17"/>
          <p:cNvSpPr txBox="1"/>
          <p:nvPr>
            <p:ph idx="12" type="sldNum"/>
          </p:nvPr>
        </p:nvSpPr>
        <p:spPr>
          <a:xfrm>
            <a:off x="4072096" y="3007496"/>
            <a:ext cx="1297200" cy="172800"/>
          </a:xfrm>
          <a:prstGeom prst="rect">
            <a:avLst/>
          </a:prstGeom>
          <a:noFill/>
          <a:ln>
            <a:noFill/>
          </a:ln>
        </p:spPr>
        <p:txBody>
          <a:bodyPr anchorCtr="0" anchor="ctr" bIns="26425" lIns="52850" spcFirstLastPara="1" rIns="52850" wrap="square" tIns="26425">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7" name="Shape 87"/>
        <p:cNvGrpSpPr/>
        <p:nvPr/>
      </p:nvGrpSpPr>
      <p:grpSpPr>
        <a:xfrm>
          <a:off x="0" y="0"/>
          <a:ext cx="0" cy="0"/>
          <a:chOff x="0" y="0"/>
          <a:chExt cx="0" cy="0"/>
        </a:xfrm>
      </p:grpSpPr>
      <p:sp>
        <p:nvSpPr>
          <p:cNvPr id="88" name="Google Shape;88;p18"/>
          <p:cNvSpPr txBox="1"/>
          <p:nvPr>
            <p:ph type="title"/>
          </p:nvPr>
        </p:nvSpPr>
        <p:spPr>
          <a:xfrm rot="5400000">
            <a:off x="3372901" y="926058"/>
            <a:ext cx="2749800" cy="1243200"/>
          </a:xfrm>
          <a:prstGeom prst="rect">
            <a:avLst/>
          </a:prstGeom>
          <a:noFill/>
          <a:ln>
            <a:noFill/>
          </a:ln>
        </p:spPr>
        <p:txBody>
          <a:bodyPr anchorCtr="0" anchor="ctr" bIns="26425" lIns="52850" spcFirstLastPara="1" rIns="52850" wrap="square" tIns="26425">
            <a:normAutofit/>
          </a:bodyPr>
          <a:lstStyle>
            <a:lvl1pPr lvl="0" algn="l">
              <a:lnSpc>
                <a:spcPct val="90000"/>
              </a:lnSpc>
              <a:spcBef>
                <a:spcPts val="0"/>
              </a:spcBef>
              <a:spcAft>
                <a:spcPts val="0"/>
              </a:spcAft>
              <a:buClr>
                <a:schemeClr val="dk1"/>
              </a:buClr>
              <a:buSzPts val="1000"/>
              <a:buNone/>
              <a:defRPr/>
            </a:lvl1pPr>
            <a:lvl2pPr lvl="1">
              <a:spcBef>
                <a:spcPts val="0"/>
              </a:spcBef>
              <a:spcAft>
                <a:spcPts val="0"/>
              </a:spcAft>
              <a:buSzPts val="800"/>
              <a:buNone/>
              <a:defRPr/>
            </a:lvl2pPr>
            <a:lvl3pPr lvl="2">
              <a:spcBef>
                <a:spcPts val="0"/>
              </a:spcBef>
              <a:spcAft>
                <a:spcPts val="0"/>
              </a:spcAft>
              <a:buSzPts val="800"/>
              <a:buNone/>
              <a:defRPr/>
            </a:lvl3pPr>
            <a:lvl4pPr lvl="3">
              <a:spcBef>
                <a:spcPts val="0"/>
              </a:spcBef>
              <a:spcAft>
                <a:spcPts val="0"/>
              </a:spcAft>
              <a:buSzPts val="800"/>
              <a:buNone/>
              <a:defRPr/>
            </a:lvl4pPr>
            <a:lvl5pPr lvl="4">
              <a:spcBef>
                <a:spcPts val="0"/>
              </a:spcBef>
              <a:spcAft>
                <a:spcPts val="0"/>
              </a:spcAft>
              <a:buSzPts val="800"/>
              <a:buNone/>
              <a:defRPr/>
            </a:lvl5pPr>
            <a:lvl6pPr lvl="5">
              <a:spcBef>
                <a:spcPts val="0"/>
              </a:spcBef>
              <a:spcAft>
                <a:spcPts val="0"/>
              </a:spcAft>
              <a:buSzPts val="800"/>
              <a:buNone/>
              <a:defRPr/>
            </a:lvl6pPr>
            <a:lvl7pPr lvl="6">
              <a:spcBef>
                <a:spcPts val="0"/>
              </a:spcBef>
              <a:spcAft>
                <a:spcPts val="0"/>
              </a:spcAft>
              <a:buSzPts val="800"/>
              <a:buNone/>
              <a:defRPr/>
            </a:lvl7pPr>
            <a:lvl8pPr lvl="7">
              <a:spcBef>
                <a:spcPts val="0"/>
              </a:spcBef>
              <a:spcAft>
                <a:spcPts val="0"/>
              </a:spcAft>
              <a:buSzPts val="800"/>
              <a:buNone/>
              <a:defRPr/>
            </a:lvl8pPr>
            <a:lvl9pPr lvl="8">
              <a:spcBef>
                <a:spcPts val="0"/>
              </a:spcBef>
              <a:spcAft>
                <a:spcPts val="0"/>
              </a:spcAft>
              <a:buSzPts val="800"/>
              <a:buNone/>
              <a:defRPr/>
            </a:lvl9pPr>
          </a:lstStyle>
          <a:p/>
        </p:txBody>
      </p:sp>
      <p:sp>
        <p:nvSpPr>
          <p:cNvPr id="89" name="Google Shape;89;p18"/>
          <p:cNvSpPr txBox="1"/>
          <p:nvPr>
            <p:ph idx="1" type="body"/>
          </p:nvPr>
        </p:nvSpPr>
        <p:spPr>
          <a:xfrm rot="5400000">
            <a:off x="850378" y="-281142"/>
            <a:ext cx="2749800" cy="3657600"/>
          </a:xfrm>
          <a:prstGeom prst="rect">
            <a:avLst/>
          </a:prstGeom>
          <a:noFill/>
          <a:ln>
            <a:noFill/>
          </a:ln>
        </p:spPr>
        <p:txBody>
          <a:bodyPr anchorCtr="0" anchor="t" bIns="26425" lIns="52850" spcFirstLastPara="1" rIns="52850" wrap="square" tIns="26425">
            <a:normAutofit/>
          </a:bodyPr>
          <a:lstStyle>
            <a:lvl1pPr indent="-292100" lvl="0" marL="457200" algn="l">
              <a:lnSpc>
                <a:spcPct val="90000"/>
              </a:lnSpc>
              <a:spcBef>
                <a:spcPts val="400"/>
              </a:spcBef>
              <a:spcAft>
                <a:spcPts val="0"/>
              </a:spcAft>
              <a:buClr>
                <a:schemeClr val="dk1"/>
              </a:buClr>
              <a:buSzPts val="1000"/>
              <a:buChar char="•"/>
              <a:defRPr/>
            </a:lvl1pPr>
            <a:lvl2pPr indent="-292100" lvl="1" marL="914400" algn="l">
              <a:lnSpc>
                <a:spcPct val="90000"/>
              </a:lnSpc>
              <a:spcBef>
                <a:spcPts val="200"/>
              </a:spcBef>
              <a:spcAft>
                <a:spcPts val="0"/>
              </a:spcAft>
              <a:buClr>
                <a:schemeClr val="dk1"/>
              </a:buClr>
              <a:buSzPts val="1000"/>
              <a:buChar char="•"/>
              <a:defRPr/>
            </a:lvl2pPr>
            <a:lvl3pPr indent="-292100" lvl="2" marL="1371600" algn="l">
              <a:lnSpc>
                <a:spcPct val="90000"/>
              </a:lnSpc>
              <a:spcBef>
                <a:spcPts val="200"/>
              </a:spcBef>
              <a:spcAft>
                <a:spcPts val="0"/>
              </a:spcAft>
              <a:buClr>
                <a:schemeClr val="dk1"/>
              </a:buClr>
              <a:buSzPts val="1000"/>
              <a:buChar char="•"/>
              <a:defRPr/>
            </a:lvl3pPr>
            <a:lvl4pPr indent="-292100" lvl="3" marL="1828800" algn="l">
              <a:lnSpc>
                <a:spcPct val="90000"/>
              </a:lnSpc>
              <a:spcBef>
                <a:spcPts val="200"/>
              </a:spcBef>
              <a:spcAft>
                <a:spcPts val="0"/>
              </a:spcAft>
              <a:buClr>
                <a:schemeClr val="dk1"/>
              </a:buClr>
              <a:buSzPts val="1000"/>
              <a:buChar char="•"/>
              <a:defRPr/>
            </a:lvl4pPr>
            <a:lvl5pPr indent="-292100" lvl="4" marL="2286000" algn="l">
              <a:lnSpc>
                <a:spcPct val="90000"/>
              </a:lnSpc>
              <a:spcBef>
                <a:spcPts val="200"/>
              </a:spcBef>
              <a:spcAft>
                <a:spcPts val="0"/>
              </a:spcAft>
              <a:buClr>
                <a:schemeClr val="dk1"/>
              </a:buClr>
              <a:buSzPts val="1000"/>
              <a:buChar char="•"/>
              <a:defRPr/>
            </a:lvl5pPr>
            <a:lvl6pPr indent="-292100" lvl="5" marL="2743200" algn="l">
              <a:lnSpc>
                <a:spcPct val="90000"/>
              </a:lnSpc>
              <a:spcBef>
                <a:spcPts val="200"/>
              </a:spcBef>
              <a:spcAft>
                <a:spcPts val="0"/>
              </a:spcAft>
              <a:buClr>
                <a:schemeClr val="dk1"/>
              </a:buClr>
              <a:buSzPts val="1000"/>
              <a:buChar char="•"/>
              <a:defRPr/>
            </a:lvl6pPr>
            <a:lvl7pPr indent="-292100" lvl="6" marL="3200400" algn="l">
              <a:lnSpc>
                <a:spcPct val="90000"/>
              </a:lnSpc>
              <a:spcBef>
                <a:spcPts val="200"/>
              </a:spcBef>
              <a:spcAft>
                <a:spcPts val="0"/>
              </a:spcAft>
              <a:buClr>
                <a:schemeClr val="dk1"/>
              </a:buClr>
              <a:buSzPts val="1000"/>
              <a:buChar char="•"/>
              <a:defRPr/>
            </a:lvl7pPr>
            <a:lvl8pPr indent="-292100" lvl="7" marL="3657600" algn="l">
              <a:lnSpc>
                <a:spcPct val="90000"/>
              </a:lnSpc>
              <a:spcBef>
                <a:spcPts val="200"/>
              </a:spcBef>
              <a:spcAft>
                <a:spcPts val="0"/>
              </a:spcAft>
              <a:buClr>
                <a:schemeClr val="dk1"/>
              </a:buClr>
              <a:buSzPts val="1000"/>
              <a:buChar char="•"/>
              <a:defRPr/>
            </a:lvl8pPr>
            <a:lvl9pPr indent="-292100" lvl="8" marL="4114800" algn="l">
              <a:lnSpc>
                <a:spcPct val="90000"/>
              </a:lnSpc>
              <a:spcBef>
                <a:spcPts val="200"/>
              </a:spcBef>
              <a:spcAft>
                <a:spcPts val="0"/>
              </a:spcAft>
              <a:buClr>
                <a:schemeClr val="dk1"/>
              </a:buClr>
              <a:buSzPts val="1000"/>
              <a:buChar char="•"/>
              <a:defRPr/>
            </a:lvl9pPr>
          </a:lstStyle>
          <a:p/>
        </p:txBody>
      </p:sp>
      <p:sp>
        <p:nvSpPr>
          <p:cNvPr id="90" name="Google Shape;90;p18"/>
          <p:cNvSpPr txBox="1"/>
          <p:nvPr>
            <p:ph idx="12" type="sldNum"/>
          </p:nvPr>
        </p:nvSpPr>
        <p:spPr>
          <a:xfrm>
            <a:off x="4072096" y="3007496"/>
            <a:ext cx="1297200" cy="172800"/>
          </a:xfrm>
          <a:prstGeom prst="rect">
            <a:avLst/>
          </a:prstGeom>
          <a:noFill/>
          <a:ln>
            <a:noFill/>
          </a:ln>
        </p:spPr>
        <p:txBody>
          <a:bodyPr anchorCtr="0" anchor="ctr" bIns="26425" lIns="52850" spcFirstLastPara="1" rIns="52850" wrap="square" tIns="26425">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r>
              <a:rPr lang="en-US"/>
              <a:t>Presentation title - </a:t>
            </a: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Layout" Target="../slideLayouts/slideLayout7.xml"/><Relationship Id="rId3" Type="http://schemas.openxmlformats.org/officeDocument/2006/relationships/slideLayout" Target="../slideLayouts/slideLayout8.xml"/><Relationship Id="rId4" Type="http://schemas.openxmlformats.org/officeDocument/2006/relationships/slideLayout" Target="../slideLayouts/slideLayout9.xml"/><Relationship Id="rId11" Type="http://schemas.openxmlformats.org/officeDocument/2006/relationships/slideLayout" Target="../slideLayouts/slideLayout16.xml"/><Relationship Id="rId10" Type="http://schemas.openxmlformats.org/officeDocument/2006/relationships/slideLayout" Target="../slideLayouts/slideLayout15.xml"/><Relationship Id="rId12" Type="http://schemas.openxmlformats.org/officeDocument/2006/relationships/theme" Target="../theme/theme3.xml"/><Relationship Id="rId9" Type="http://schemas.openxmlformats.org/officeDocument/2006/relationships/slideLayout" Target="../slideLayouts/slideLayout14.xml"/><Relationship Id="rId5" Type="http://schemas.openxmlformats.org/officeDocument/2006/relationships/slideLayout" Target="../slideLayouts/slideLayout10.xml"/><Relationship Id="rId6" Type="http://schemas.openxmlformats.org/officeDocument/2006/relationships/slideLayout" Target="../slideLayouts/slideLayout11.xml"/><Relationship Id="rId7" Type="http://schemas.openxmlformats.org/officeDocument/2006/relationships/slideLayout" Target="../slideLayouts/slideLayout12.xml"/><Relationship Id="rId8"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130860" y="67818"/>
            <a:ext cx="3704590" cy="177800"/>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1" i="0" sz="1000" u="none" cap="none" strike="noStrike">
                <a:solidFill>
                  <a:srgbClr val="000099"/>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281431" y="863345"/>
            <a:ext cx="5202936" cy="1663064"/>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9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8" name="Google Shape;8;p1"/>
          <p:cNvSpPr txBox="1"/>
          <p:nvPr>
            <p:ph idx="11" type="ftr"/>
          </p:nvPr>
        </p:nvSpPr>
        <p:spPr>
          <a:xfrm>
            <a:off x="1960372" y="3017710"/>
            <a:ext cx="1845056" cy="162242"/>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 name="Google Shape;9;p1"/>
          <p:cNvSpPr txBox="1"/>
          <p:nvPr>
            <p:ph idx="10" type="dt"/>
          </p:nvPr>
        </p:nvSpPr>
        <p:spPr>
          <a:xfrm>
            <a:off x="288290" y="3017710"/>
            <a:ext cx="1326134" cy="162242"/>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 name="Google Shape;10;p1"/>
          <p:cNvSpPr txBox="1"/>
          <p:nvPr>
            <p:ph idx="12" type="sldNum"/>
          </p:nvPr>
        </p:nvSpPr>
        <p:spPr>
          <a:xfrm>
            <a:off x="5345557" y="3033678"/>
            <a:ext cx="130175" cy="111125"/>
          </a:xfrm>
          <a:prstGeom prst="rect">
            <a:avLst/>
          </a:prstGeom>
          <a:noFill/>
          <a:ln>
            <a:noFill/>
          </a:ln>
        </p:spPr>
        <p:txBody>
          <a:bodyPr anchorCtr="0" anchor="t" bIns="0" lIns="0" spcFirstLastPara="1" rIns="0" wrap="square" tIns="0">
            <a:spAutoFit/>
          </a:bodyPr>
          <a:lstStyle>
            <a:lvl1pPr indent="0" lvl="0" marL="38100">
              <a:lnSpc>
                <a:spcPct val="100000"/>
              </a:lnSpc>
              <a:spcBef>
                <a:spcPts val="0"/>
              </a:spcBef>
              <a:buNone/>
              <a:defRPr b="0" i="0" sz="600">
                <a:solidFill>
                  <a:schemeClr val="dk1"/>
                </a:solidFill>
                <a:latin typeface="Arial"/>
                <a:ea typeface="Arial"/>
                <a:cs typeface="Arial"/>
                <a:sym typeface="Arial"/>
              </a:defRPr>
            </a:lvl1pPr>
            <a:lvl2pPr indent="0" lvl="1" marL="38100">
              <a:lnSpc>
                <a:spcPct val="100000"/>
              </a:lnSpc>
              <a:spcBef>
                <a:spcPts val="0"/>
              </a:spcBef>
              <a:buNone/>
              <a:defRPr b="0" i="0" sz="600">
                <a:solidFill>
                  <a:schemeClr val="dk1"/>
                </a:solidFill>
                <a:latin typeface="Arial"/>
                <a:ea typeface="Arial"/>
                <a:cs typeface="Arial"/>
                <a:sym typeface="Arial"/>
              </a:defRPr>
            </a:lvl2pPr>
            <a:lvl3pPr indent="0" lvl="2" marL="38100">
              <a:lnSpc>
                <a:spcPct val="100000"/>
              </a:lnSpc>
              <a:spcBef>
                <a:spcPts val="0"/>
              </a:spcBef>
              <a:buNone/>
              <a:defRPr b="0" i="0" sz="600">
                <a:solidFill>
                  <a:schemeClr val="dk1"/>
                </a:solidFill>
                <a:latin typeface="Arial"/>
                <a:ea typeface="Arial"/>
                <a:cs typeface="Arial"/>
                <a:sym typeface="Arial"/>
              </a:defRPr>
            </a:lvl3pPr>
            <a:lvl4pPr indent="0" lvl="3" marL="38100">
              <a:lnSpc>
                <a:spcPct val="100000"/>
              </a:lnSpc>
              <a:spcBef>
                <a:spcPts val="0"/>
              </a:spcBef>
              <a:buNone/>
              <a:defRPr b="0" i="0" sz="600">
                <a:solidFill>
                  <a:schemeClr val="dk1"/>
                </a:solidFill>
                <a:latin typeface="Arial"/>
                <a:ea typeface="Arial"/>
                <a:cs typeface="Arial"/>
                <a:sym typeface="Arial"/>
              </a:defRPr>
            </a:lvl4pPr>
            <a:lvl5pPr indent="0" lvl="4" marL="38100">
              <a:lnSpc>
                <a:spcPct val="100000"/>
              </a:lnSpc>
              <a:spcBef>
                <a:spcPts val="0"/>
              </a:spcBef>
              <a:buNone/>
              <a:defRPr b="0" i="0" sz="600">
                <a:solidFill>
                  <a:schemeClr val="dk1"/>
                </a:solidFill>
                <a:latin typeface="Arial"/>
                <a:ea typeface="Arial"/>
                <a:cs typeface="Arial"/>
                <a:sym typeface="Arial"/>
              </a:defRPr>
            </a:lvl5pPr>
            <a:lvl6pPr indent="0" lvl="5" marL="38100">
              <a:lnSpc>
                <a:spcPct val="100000"/>
              </a:lnSpc>
              <a:spcBef>
                <a:spcPts val="0"/>
              </a:spcBef>
              <a:buNone/>
              <a:defRPr b="0" i="0" sz="600">
                <a:solidFill>
                  <a:schemeClr val="dk1"/>
                </a:solidFill>
                <a:latin typeface="Arial"/>
                <a:ea typeface="Arial"/>
                <a:cs typeface="Arial"/>
                <a:sym typeface="Arial"/>
              </a:defRPr>
            </a:lvl6pPr>
            <a:lvl7pPr indent="0" lvl="6" marL="38100">
              <a:lnSpc>
                <a:spcPct val="100000"/>
              </a:lnSpc>
              <a:spcBef>
                <a:spcPts val="0"/>
              </a:spcBef>
              <a:buNone/>
              <a:defRPr b="0" i="0" sz="600">
                <a:solidFill>
                  <a:schemeClr val="dk1"/>
                </a:solidFill>
                <a:latin typeface="Arial"/>
                <a:ea typeface="Arial"/>
                <a:cs typeface="Arial"/>
                <a:sym typeface="Arial"/>
              </a:defRPr>
            </a:lvl7pPr>
            <a:lvl8pPr indent="0" lvl="7" marL="38100">
              <a:lnSpc>
                <a:spcPct val="100000"/>
              </a:lnSpc>
              <a:spcBef>
                <a:spcPts val="0"/>
              </a:spcBef>
              <a:buNone/>
              <a:defRPr b="0" i="0" sz="600">
                <a:solidFill>
                  <a:schemeClr val="dk1"/>
                </a:solidFill>
                <a:latin typeface="Arial"/>
                <a:ea typeface="Arial"/>
                <a:cs typeface="Arial"/>
                <a:sym typeface="Arial"/>
              </a:defRPr>
            </a:lvl8pPr>
            <a:lvl9pPr indent="0" lvl="8" marL="38100">
              <a:lnSpc>
                <a:spcPct val="100000"/>
              </a:lnSpc>
              <a:spcBef>
                <a:spcPts val="0"/>
              </a:spcBef>
              <a:buNone/>
              <a:defRPr b="0" i="0" sz="600">
                <a:solidFill>
                  <a:schemeClr val="dk1"/>
                </a:solidFill>
                <a:latin typeface="Arial"/>
                <a:ea typeface="Arial"/>
                <a:cs typeface="Arial"/>
                <a:sym typeface="Arial"/>
              </a:defRPr>
            </a:lvl9pPr>
          </a:lstStyle>
          <a:p>
            <a:pPr indent="0" lvl="0" marL="38100" rtl="0" algn="l">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9" name="Shape 39"/>
        <p:cNvGrpSpPr/>
        <p:nvPr/>
      </p:nvGrpSpPr>
      <p:grpSpPr>
        <a:xfrm>
          <a:off x="0" y="0"/>
          <a:ext cx="0" cy="0"/>
          <a:chOff x="0" y="0"/>
          <a:chExt cx="0" cy="0"/>
        </a:xfrm>
      </p:grpSpPr>
      <p:sp>
        <p:nvSpPr>
          <p:cNvPr id="40" name="Google Shape;40;p7"/>
          <p:cNvSpPr txBox="1"/>
          <p:nvPr>
            <p:ph type="title"/>
          </p:nvPr>
        </p:nvSpPr>
        <p:spPr>
          <a:xfrm>
            <a:off x="396399" y="172759"/>
            <a:ext cx="4973100" cy="627300"/>
          </a:xfrm>
          <a:prstGeom prst="rect">
            <a:avLst/>
          </a:prstGeom>
          <a:noFill/>
          <a:ln>
            <a:noFill/>
          </a:ln>
        </p:spPr>
        <p:txBody>
          <a:bodyPr anchorCtr="0" anchor="ctr" bIns="26425" lIns="52850" spcFirstLastPara="1" rIns="52850" wrap="square" tIns="26425">
            <a:normAutofit/>
          </a:bodyPr>
          <a:lstStyle>
            <a:lvl1pPr lvl="0" marR="0" algn="l">
              <a:lnSpc>
                <a:spcPct val="90000"/>
              </a:lnSpc>
              <a:spcBef>
                <a:spcPts val="0"/>
              </a:spcBef>
              <a:spcAft>
                <a:spcPts val="0"/>
              </a:spcAft>
              <a:buClr>
                <a:schemeClr val="dk1"/>
              </a:buClr>
              <a:buSzPts val="1900"/>
              <a:buFont typeface="Times New Roman"/>
              <a:buNone/>
              <a:defRPr b="0" i="0" sz="1900" u="none" cap="none" strike="noStrike">
                <a:solidFill>
                  <a:schemeClr val="dk1"/>
                </a:solidFill>
                <a:latin typeface="Times New Roman"/>
                <a:ea typeface="Times New Roman"/>
                <a:cs typeface="Times New Roman"/>
                <a:sym typeface="Times New Roman"/>
              </a:defRPr>
            </a:lvl1pPr>
            <a:lvl2pPr lvl="1">
              <a:spcBef>
                <a:spcPts val="0"/>
              </a:spcBef>
              <a:spcAft>
                <a:spcPts val="0"/>
              </a:spcAft>
              <a:buSzPts val="800"/>
              <a:buNone/>
              <a:defRPr sz="1000"/>
            </a:lvl2pPr>
            <a:lvl3pPr lvl="2">
              <a:spcBef>
                <a:spcPts val="0"/>
              </a:spcBef>
              <a:spcAft>
                <a:spcPts val="0"/>
              </a:spcAft>
              <a:buSzPts val="800"/>
              <a:buNone/>
              <a:defRPr sz="1000"/>
            </a:lvl3pPr>
            <a:lvl4pPr lvl="3">
              <a:spcBef>
                <a:spcPts val="0"/>
              </a:spcBef>
              <a:spcAft>
                <a:spcPts val="0"/>
              </a:spcAft>
              <a:buSzPts val="800"/>
              <a:buNone/>
              <a:defRPr sz="1000"/>
            </a:lvl4pPr>
            <a:lvl5pPr lvl="4">
              <a:spcBef>
                <a:spcPts val="0"/>
              </a:spcBef>
              <a:spcAft>
                <a:spcPts val="0"/>
              </a:spcAft>
              <a:buSzPts val="800"/>
              <a:buNone/>
              <a:defRPr sz="1000"/>
            </a:lvl5pPr>
            <a:lvl6pPr lvl="5">
              <a:spcBef>
                <a:spcPts val="0"/>
              </a:spcBef>
              <a:spcAft>
                <a:spcPts val="0"/>
              </a:spcAft>
              <a:buSzPts val="800"/>
              <a:buNone/>
              <a:defRPr sz="1000"/>
            </a:lvl6pPr>
            <a:lvl7pPr lvl="6">
              <a:spcBef>
                <a:spcPts val="0"/>
              </a:spcBef>
              <a:spcAft>
                <a:spcPts val="0"/>
              </a:spcAft>
              <a:buSzPts val="800"/>
              <a:buNone/>
              <a:defRPr sz="1000"/>
            </a:lvl7pPr>
            <a:lvl8pPr lvl="7">
              <a:spcBef>
                <a:spcPts val="0"/>
              </a:spcBef>
              <a:spcAft>
                <a:spcPts val="0"/>
              </a:spcAft>
              <a:buSzPts val="800"/>
              <a:buNone/>
              <a:defRPr sz="1000"/>
            </a:lvl8pPr>
            <a:lvl9pPr lvl="8">
              <a:spcBef>
                <a:spcPts val="0"/>
              </a:spcBef>
              <a:spcAft>
                <a:spcPts val="0"/>
              </a:spcAft>
              <a:buSzPts val="800"/>
              <a:buNone/>
              <a:defRPr sz="1000"/>
            </a:lvl9pPr>
          </a:lstStyle>
          <a:p/>
        </p:txBody>
      </p:sp>
      <p:sp>
        <p:nvSpPr>
          <p:cNvPr id="41" name="Google Shape;41;p7"/>
          <p:cNvSpPr txBox="1"/>
          <p:nvPr>
            <p:ph idx="1" type="body"/>
          </p:nvPr>
        </p:nvSpPr>
        <p:spPr>
          <a:xfrm>
            <a:off x="396399" y="863791"/>
            <a:ext cx="4973100" cy="2058900"/>
          </a:xfrm>
          <a:prstGeom prst="rect">
            <a:avLst/>
          </a:prstGeom>
          <a:noFill/>
          <a:ln>
            <a:noFill/>
          </a:ln>
        </p:spPr>
        <p:txBody>
          <a:bodyPr anchorCtr="0" anchor="t" bIns="26425" lIns="52850" spcFirstLastPara="1" rIns="52850" wrap="square" tIns="26425">
            <a:normAutofit/>
          </a:bodyPr>
          <a:lstStyle>
            <a:lvl1pPr indent="-304800" lvl="0" marL="457200" marR="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1pPr>
            <a:lvl2pPr indent="-292100" lvl="1" marL="914400" marR="0" algn="l">
              <a:lnSpc>
                <a:spcPct val="90000"/>
              </a:lnSpc>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2pPr>
            <a:lvl3pPr indent="-285750" lvl="2" marL="1371600" marR="0" algn="l">
              <a:lnSpc>
                <a:spcPct val="90000"/>
              </a:lnSpc>
              <a:spcBef>
                <a:spcPts val="200"/>
              </a:spcBef>
              <a:spcAft>
                <a:spcPts val="0"/>
              </a:spcAft>
              <a:buClr>
                <a:schemeClr val="dk1"/>
              </a:buClr>
              <a:buSzPts val="900"/>
              <a:buFont typeface="Arial"/>
              <a:buChar char="•"/>
              <a:defRPr b="0" i="0" sz="900" u="none" cap="none" strike="noStrike">
                <a:solidFill>
                  <a:schemeClr val="dk1"/>
                </a:solidFill>
                <a:latin typeface="Calibri"/>
                <a:ea typeface="Calibri"/>
                <a:cs typeface="Calibri"/>
                <a:sym typeface="Calibri"/>
              </a:defRPr>
            </a:lvl3pPr>
            <a:lvl4pPr indent="-279400" lvl="3" marL="1828800" marR="0" algn="l">
              <a:lnSpc>
                <a:spcPct val="90000"/>
              </a:lnSpc>
              <a:spcBef>
                <a:spcPts val="200"/>
              </a:spcBef>
              <a:spcAft>
                <a:spcPts val="0"/>
              </a:spcAft>
              <a:buClr>
                <a:schemeClr val="dk1"/>
              </a:buClr>
              <a:buSzPts val="800"/>
              <a:buFont typeface="Arial"/>
              <a:buChar char="•"/>
              <a:defRPr b="0" i="0" sz="800" u="none" cap="none" strike="noStrike">
                <a:solidFill>
                  <a:schemeClr val="dk1"/>
                </a:solidFill>
                <a:latin typeface="Calibri"/>
                <a:ea typeface="Calibri"/>
                <a:cs typeface="Calibri"/>
                <a:sym typeface="Calibri"/>
              </a:defRPr>
            </a:lvl4pPr>
            <a:lvl5pPr indent="-279400" lvl="4" marL="2286000" marR="0" algn="l">
              <a:lnSpc>
                <a:spcPct val="90000"/>
              </a:lnSpc>
              <a:spcBef>
                <a:spcPts val="200"/>
              </a:spcBef>
              <a:spcAft>
                <a:spcPts val="0"/>
              </a:spcAft>
              <a:buClr>
                <a:schemeClr val="dk1"/>
              </a:buClr>
              <a:buSzPts val="800"/>
              <a:buFont typeface="Arial"/>
              <a:buChar char="•"/>
              <a:defRPr b="0" i="0" sz="800" u="none" cap="none" strike="noStrike">
                <a:solidFill>
                  <a:schemeClr val="dk1"/>
                </a:solidFill>
                <a:latin typeface="Calibri"/>
                <a:ea typeface="Calibri"/>
                <a:cs typeface="Calibri"/>
                <a:sym typeface="Calibri"/>
              </a:defRPr>
            </a:lvl5pPr>
            <a:lvl6pPr indent="-279400" lvl="5" marL="2743200" marR="0" algn="l">
              <a:lnSpc>
                <a:spcPct val="90000"/>
              </a:lnSpc>
              <a:spcBef>
                <a:spcPts val="200"/>
              </a:spcBef>
              <a:spcAft>
                <a:spcPts val="0"/>
              </a:spcAft>
              <a:buClr>
                <a:schemeClr val="dk1"/>
              </a:buClr>
              <a:buSzPts val="800"/>
              <a:buFont typeface="Arial"/>
              <a:buChar char="•"/>
              <a:defRPr b="0" i="0" sz="800" u="none" cap="none" strike="noStrike">
                <a:solidFill>
                  <a:schemeClr val="dk1"/>
                </a:solidFill>
                <a:latin typeface="Calibri"/>
                <a:ea typeface="Calibri"/>
                <a:cs typeface="Calibri"/>
                <a:sym typeface="Calibri"/>
              </a:defRPr>
            </a:lvl6pPr>
            <a:lvl7pPr indent="-279400" lvl="6" marL="3200400" marR="0" algn="l">
              <a:lnSpc>
                <a:spcPct val="90000"/>
              </a:lnSpc>
              <a:spcBef>
                <a:spcPts val="200"/>
              </a:spcBef>
              <a:spcAft>
                <a:spcPts val="0"/>
              </a:spcAft>
              <a:buClr>
                <a:schemeClr val="dk1"/>
              </a:buClr>
              <a:buSzPts val="800"/>
              <a:buFont typeface="Arial"/>
              <a:buChar char="•"/>
              <a:defRPr b="0" i="0" sz="800" u="none" cap="none" strike="noStrike">
                <a:solidFill>
                  <a:schemeClr val="dk1"/>
                </a:solidFill>
                <a:latin typeface="Calibri"/>
                <a:ea typeface="Calibri"/>
                <a:cs typeface="Calibri"/>
                <a:sym typeface="Calibri"/>
              </a:defRPr>
            </a:lvl7pPr>
            <a:lvl8pPr indent="-279400" lvl="7" marL="3657600" marR="0" algn="l">
              <a:lnSpc>
                <a:spcPct val="90000"/>
              </a:lnSpc>
              <a:spcBef>
                <a:spcPts val="200"/>
              </a:spcBef>
              <a:spcAft>
                <a:spcPts val="0"/>
              </a:spcAft>
              <a:buClr>
                <a:schemeClr val="dk1"/>
              </a:buClr>
              <a:buSzPts val="800"/>
              <a:buFont typeface="Arial"/>
              <a:buChar char="•"/>
              <a:defRPr b="0" i="0" sz="800" u="none" cap="none" strike="noStrike">
                <a:solidFill>
                  <a:schemeClr val="dk1"/>
                </a:solidFill>
                <a:latin typeface="Calibri"/>
                <a:ea typeface="Calibri"/>
                <a:cs typeface="Calibri"/>
                <a:sym typeface="Calibri"/>
              </a:defRPr>
            </a:lvl8pPr>
            <a:lvl9pPr indent="-279400" lvl="8" marL="4114800" marR="0" algn="l">
              <a:lnSpc>
                <a:spcPct val="90000"/>
              </a:lnSpc>
              <a:spcBef>
                <a:spcPts val="200"/>
              </a:spcBef>
              <a:spcAft>
                <a:spcPts val="0"/>
              </a:spcAft>
              <a:buClr>
                <a:schemeClr val="dk1"/>
              </a:buClr>
              <a:buSzPts val="800"/>
              <a:buFont typeface="Arial"/>
              <a:buChar char="•"/>
              <a:defRPr b="0" i="0" sz="800" u="none" cap="none" strike="noStrike">
                <a:solidFill>
                  <a:schemeClr val="dk1"/>
                </a:solidFill>
                <a:latin typeface="Calibri"/>
                <a:ea typeface="Calibri"/>
                <a:cs typeface="Calibri"/>
                <a:sym typeface="Calibri"/>
              </a:defRPr>
            </a:lvl9pPr>
          </a:lstStyle>
          <a:p/>
        </p:txBody>
      </p:sp>
      <p:sp>
        <p:nvSpPr>
          <p:cNvPr id="42" name="Google Shape;42;p7"/>
          <p:cNvSpPr txBox="1"/>
          <p:nvPr>
            <p:ph idx="12" type="sldNum"/>
          </p:nvPr>
        </p:nvSpPr>
        <p:spPr>
          <a:xfrm>
            <a:off x="4072096" y="3007496"/>
            <a:ext cx="1297200" cy="172800"/>
          </a:xfrm>
          <a:prstGeom prst="rect">
            <a:avLst/>
          </a:prstGeom>
          <a:noFill/>
          <a:ln>
            <a:noFill/>
          </a:ln>
        </p:spPr>
        <p:txBody>
          <a:bodyPr anchorCtr="0" anchor="ctr" bIns="26425" lIns="52850" spcFirstLastPara="1" rIns="52850" wrap="square" tIns="26425">
            <a:noAutofit/>
          </a:bodyPr>
          <a:lstStyle>
            <a:lvl1pPr indent="0" lvl="0" marL="0" marR="0" algn="r">
              <a:spcBef>
                <a:spcPts val="0"/>
              </a:spcBef>
              <a:spcAft>
                <a:spcPts val="0"/>
              </a:spcAft>
              <a:buNone/>
              <a:defRPr b="0" i="0" sz="500" u="none" cap="none" strike="noStrike">
                <a:solidFill>
                  <a:srgbClr val="888888"/>
                </a:solidFill>
                <a:latin typeface="Arial"/>
                <a:ea typeface="Arial"/>
                <a:cs typeface="Arial"/>
                <a:sym typeface="Arial"/>
              </a:defRPr>
            </a:lvl1pPr>
            <a:lvl2pPr indent="0" lvl="1" marL="0" marR="0" algn="r">
              <a:spcBef>
                <a:spcPts val="0"/>
              </a:spcBef>
              <a:spcAft>
                <a:spcPts val="0"/>
              </a:spcAft>
              <a:buNone/>
              <a:defRPr b="0" i="0" sz="500" u="none" cap="none" strike="noStrike">
                <a:solidFill>
                  <a:srgbClr val="888888"/>
                </a:solidFill>
                <a:latin typeface="Arial"/>
                <a:ea typeface="Arial"/>
                <a:cs typeface="Arial"/>
                <a:sym typeface="Arial"/>
              </a:defRPr>
            </a:lvl2pPr>
            <a:lvl3pPr indent="0" lvl="2" marL="0" marR="0" algn="r">
              <a:spcBef>
                <a:spcPts val="0"/>
              </a:spcBef>
              <a:spcAft>
                <a:spcPts val="0"/>
              </a:spcAft>
              <a:buNone/>
              <a:defRPr b="0" i="0" sz="500" u="none" cap="none" strike="noStrike">
                <a:solidFill>
                  <a:srgbClr val="888888"/>
                </a:solidFill>
                <a:latin typeface="Arial"/>
                <a:ea typeface="Arial"/>
                <a:cs typeface="Arial"/>
                <a:sym typeface="Arial"/>
              </a:defRPr>
            </a:lvl3pPr>
            <a:lvl4pPr indent="0" lvl="3" marL="0" marR="0" algn="r">
              <a:spcBef>
                <a:spcPts val="0"/>
              </a:spcBef>
              <a:spcAft>
                <a:spcPts val="0"/>
              </a:spcAft>
              <a:buNone/>
              <a:defRPr b="0" i="0" sz="500" u="none" cap="none" strike="noStrike">
                <a:solidFill>
                  <a:srgbClr val="888888"/>
                </a:solidFill>
                <a:latin typeface="Arial"/>
                <a:ea typeface="Arial"/>
                <a:cs typeface="Arial"/>
                <a:sym typeface="Arial"/>
              </a:defRPr>
            </a:lvl4pPr>
            <a:lvl5pPr indent="0" lvl="4" marL="0" marR="0" algn="r">
              <a:spcBef>
                <a:spcPts val="0"/>
              </a:spcBef>
              <a:spcAft>
                <a:spcPts val="0"/>
              </a:spcAft>
              <a:buNone/>
              <a:defRPr b="0" i="0" sz="500" u="none" cap="none" strike="noStrike">
                <a:solidFill>
                  <a:srgbClr val="888888"/>
                </a:solidFill>
                <a:latin typeface="Arial"/>
                <a:ea typeface="Arial"/>
                <a:cs typeface="Arial"/>
                <a:sym typeface="Arial"/>
              </a:defRPr>
            </a:lvl5pPr>
            <a:lvl6pPr indent="0" lvl="5" marL="0" marR="0" algn="r">
              <a:spcBef>
                <a:spcPts val="0"/>
              </a:spcBef>
              <a:spcAft>
                <a:spcPts val="0"/>
              </a:spcAft>
              <a:buNone/>
              <a:defRPr b="0" i="0" sz="500" u="none" cap="none" strike="noStrike">
                <a:solidFill>
                  <a:srgbClr val="888888"/>
                </a:solidFill>
                <a:latin typeface="Arial"/>
                <a:ea typeface="Arial"/>
                <a:cs typeface="Arial"/>
                <a:sym typeface="Arial"/>
              </a:defRPr>
            </a:lvl6pPr>
            <a:lvl7pPr indent="0" lvl="6" marL="0" marR="0" algn="r">
              <a:spcBef>
                <a:spcPts val="0"/>
              </a:spcBef>
              <a:spcAft>
                <a:spcPts val="0"/>
              </a:spcAft>
              <a:buNone/>
              <a:defRPr b="0" i="0" sz="500" u="none" cap="none" strike="noStrike">
                <a:solidFill>
                  <a:srgbClr val="888888"/>
                </a:solidFill>
                <a:latin typeface="Arial"/>
                <a:ea typeface="Arial"/>
                <a:cs typeface="Arial"/>
                <a:sym typeface="Arial"/>
              </a:defRPr>
            </a:lvl7pPr>
            <a:lvl8pPr indent="0" lvl="7" marL="0" marR="0" algn="r">
              <a:spcBef>
                <a:spcPts val="0"/>
              </a:spcBef>
              <a:spcAft>
                <a:spcPts val="0"/>
              </a:spcAft>
              <a:buNone/>
              <a:defRPr b="0" i="0" sz="500" u="none" cap="none" strike="noStrike">
                <a:solidFill>
                  <a:srgbClr val="888888"/>
                </a:solidFill>
                <a:latin typeface="Arial"/>
                <a:ea typeface="Arial"/>
                <a:cs typeface="Arial"/>
                <a:sym typeface="Arial"/>
              </a:defRPr>
            </a:lvl8pPr>
            <a:lvl9pPr indent="0" lvl="8" marL="0" marR="0" algn="r">
              <a:spcBef>
                <a:spcPts val="0"/>
              </a:spcBef>
              <a:spcAft>
                <a:spcPts val="0"/>
              </a:spcAft>
              <a:buNone/>
              <a:defRPr b="0" i="0" sz="5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cxnSp>
        <p:nvCxnSpPr>
          <p:cNvPr id="43" name="Google Shape;43;p7"/>
          <p:cNvCxnSpPr/>
          <p:nvPr/>
        </p:nvCxnSpPr>
        <p:spPr>
          <a:xfrm flipH="1" rot="10800000">
            <a:off x="288290" y="670904"/>
            <a:ext cx="5181300" cy="600"/>
          </a:xfrm>
          <a:prstGeom prst="straightConnector1">
            <a:avLst/>
          </a:prstGeom>
          <a:noFill/>
          <a:ln cap="flat" cmpd="sng" w="12700">
            <a:solidFill>
              <a:srgbClr val="3F3F3F"/>
            </a:solidFill>
            <a:prstDash val="solid"/>
            <a:miter lim="800000"/>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53" r:id="rId1"/>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 id="2147483662" r:id="rId10"/>
    <p:sldLayoutId id="2147483663"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 Id="rId3" Type="http://schemas.openxmlformats.org/officeDocument/2006/relationships/image" Target="../media/image1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4" name="Shape 94"/>
        <p:cNvGrpSpPr/>
        <p:nvPr/>
      </p:nvGrpSpPr>
      <p:grpSpPr>
        <a:xfrm>
          <a:off x="0" y="0"/>
          <a:ext cx="0" cy="0"/>
          <a:chOff x="0" y="0"/>
          <a:chExt cx="0" cy="0"/>
        </a:xfrm>
      </p:grpSpPr>
      <p:sp>
        <p:nvSpPr>
          <p:cNvPr id="95" name="Google Shape;95;p19"/>
          <p:cNvSpPr txBox="1"/>
          <p:nvPr>
            <p:ph idx="12" type="sldNum"/>
          </p:nvPr>
        </p:nvSpPr>
        <p:spPr>
          <a:xfrm>
            <a:off x="5345557" y="3033678"/>
            <a:ext cx="130175" cy="111125"/>
          </a:xfrm>
          <a:prstGeom prst="rect">
            <a:avLst/>
          </a:prstGeom>
          <a:noFill/>
          <a:ln>
            <a:noFill/>
          </a:ln>
        </p:spPr>
        <p:txBody>
          <a:bodyPr anchorCtr="0" anchor="t" bIns="0" lIns="0" spcFirstLastPara="1" rIns="0" wrap="square" tIns="5075">
            <a:spAutoFit/>
          </a:bodyPr>
          <a:lstStyle/>
          <a:p>
            <a:pPr indent="0" lvl="0" marL="38100" rtl="0" algn="l">
              <a:lnSpc>
                <a:spcPct val="100000"/>
              </a:lnSpc>
              <a:spcBef>
                <a:spcPts val="0"/>
              </a:spcBef>
              <a:spcAft>
                <a:spcPts val="0"/>
              </a:spcAft>
              <a:buNone/>
            </a:pPr>
            <a:fld id="{00000000-1234-1234-1234-123412341234}" type="slidenum">
              <a:rPr lang="en-US"/>
              <a:t>‹#›</a:t>
            </a:fld>
            <a:endParaRPr/>
          </a:p>
        </p:txBody>
      </p:sp>
      <p:sp>
        <p:nvSpPr>
          <p:cNvPr id="96" name="Google Shape;96;p19"/>
          <p:cNvSpPr txBox="1"/>
          <p:nvPr/>
        </p:nvSpPr>
        <p:spPr>
          <a:xfrm>
            <a:off x="1667000" y="1485650"/>
            <a:ext cx="2942100" cy="2745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700">
                <a:solidFill>
                  <a:srgbClr val="000099"/>
                </a:solidFill>
                <a:latin typeface="Arial"/>
                <a:ea typeface="Arial"/>
                <a:cs typeface="Arial"/>
                <a:sym typeface="Arial"/>
              </a:rPr>
              <a:t>Machine learning overview</a:t>
            </a:r>
            <a:endParaRPr sz="1700">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0" name="Shape 100"/>
        <p:cNvGrpSpPr/>
        <p:nvPr/>
      </p:nvGrpSpPr>
      <p:grpSpPr>
        <a:xfrm>
          <a:off x="0" y="0"/>
          <a:ext cx="0" cy="0"/>
          <a:chOff x="0" y="0"/>
          <a:chExt cx="0" cy="0"/>
        </a:xfrm>
      </p:grpSpPr>
      <p:sp>
        <p:nvSpPr>
          <p:cNvPr id="101" name="Google Shape;101;p20"/>
          <p:cNvSpPr txBox="1"/>
          <p:nvPr>
            <p:ph idx="12" type="sldNum"/>
          </p:nvPr>
        </p:nvSpPr>
        <p:spPr>
          <a:xfrm>
            <a:off x="5345557" y="3033678"/>
            <a:ext cx="130175" cy="111125"/>
          </a:xfrm>
          <a:prstGeom prst="rect">
            <a:avLst/>
          </a:prstGeom>
          <a:noFill/>
          <a:ln>
            <a:noFill/>
          </a:ln>
        </p:spPr>
        <p:txBody>
          <a:bodyPr anchorCtr="0" anchor="t" bIns="0" lIns="0" spcFirstLastPara="1" rIns="0" wrap="square" tIns="5075">
            <a:spAutoFit/>
          </a:bodyPr>
          <a:lstStyle/>
          <a:p>
            <a:pPr indent="0" lvl="0" marL="38100" rtl="0" algn="l">
              <a:lnSpc>
                <a:spcPct val="100000"/>
              </a:lnSpc>
              <a:spcBef>
                <a:spcPts val="0"/>
              </a:spcBef>
              <a:spcAft>
                <a:spcPts val="0"/>
              </a:spcAft>
              <a:buNone/>
            </a:pPr>
            <a:fld id="{00000000-1234-1234-1234-123412341234}" type="slidenum">
              <a:rPr lang="en-US"/>
              <a:t>‹#›</a:t>
            </a:fld>
            <a:endParaRPr/>
          </a:p>
        </p:txBody>
      </p:sp>
      <p:sp>
        <p:nvSpPr>
          <p:cNvPr id="102" name="Google Shape;102;p20"/>
          <p:cNvSpPr txBox="1"/>
          <p:nvPr>
            <p:ph type="ctrTitle"/>
          </p:nvPr>
        </p:nvSpPr>
        <p:spPr>
          <a:xfrm>
            <a:off x="130846" y="67825"/>
            <a:ext cx="789600" cy="1662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Overview</a:t>
            </a:r>
            <a:endParaRPr/>
          </a:p>
        </p:txBody>
      </p:sp>
      <p:sp>
        <p:nvSpPr>
          <p:cNvPr id="103" name="Google Shape;103;p20"/>
          <p:cNvSpPr txBox="1"/>
          <p:nvPr/>
        </p:nvSpPr>
        <p:spPr>
          <a:xfrm>
            <a:off x="281431" y="1363472"/>
            <a:ext cx="4749300" cy="10134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000">
                <a:latin typeface="Arial"/>
                <a:ea typeface="Arial"/>
                <a:cs typeface="Arial"/>
                <a:sym typeface="Arial"/>
              </a:rPr>
              <a:t>we describe here the general ideas and methods used in machine learning, at a high level</a:t>
            </a:r>
            <a:endParaRPr sz="1000">
              <a:latin typeface="Arial"/>
              <a:ea typeface="Arial"/>
              <a:cs typeface="Arial"/>
              <a:sym typeface="Arial"/>
            </a:endParaRPr>
          </a:p>
          <a:p>
            <a:pPr indent="0" lvl="0" marL="12700" rtl="0" algn="l">
              <a:lnSpc>
                <a:spcPct val="100000"/>
              </a:lnSpc>
              <a:spcBef>
                <a:spcPts val="900"/>
              </a:spcBef>
              <a:spcAft>
                <a:spcPts val="0"/>
              </a:spcAft>
              <a:buNone/>
            </a:pPr>
            <a:r>
              <a:rPr lang="en-US" sz="1000">
                <a:latin typeface="Arial"/>
                <a:ea typeface="Arial"/>
                <a:cs typeface="Arial"/>
                <a:sym typeface="Arial"/>
              </a:rPr>
              <a:t>we will go over all of these topics later, in much more detail</a:t>
            </a:r>
            <a:endParaRPr sz="1000">
              <a:latin typeface="Arial"/>
              <a:ea typeface="Arial"/>
              <a:cs typeface="Arial"/>
              <a:sym typeface="Arial"/>
            </a:endParaRPr>
          </a:p>
          <a:p>
            <a:pPr indent="0" lvl="0" marL="12700" rtl="0" algn="l">
              <a:lnSpc>
                <a:spcPct val="100000"/>
              </a:lnSpc>
              <a:spcBef>
                <a:spcPts val="900"/>
              </a:spcBef>
              <a:spcAft>
                <a:spcPts val="0"/>
              </a:spcAft>
              <a:buNone/>
            </a:pPr>
            <a:r>
              <a:rPr lang="en-US" sz="1000">
                <a:latin typeface="Arial"/>
                <a:ea typeface="Arial"/>
                <a:cs typeface="Arial"/>
                <a:sym typeface="Arial"/>
              </a:rPr>
              <a:t>don’t worry if some of this seems abstract at this point, or there are terms you don’t know yet</a:t>
            </a:r>
            <a:endParaRPr sz="1000">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7" name="Shape 107"/>
        <p:cNvGrpSpPr/>
        <p:nvPr/>
      </p:nvGrpSpPr>
      <p:grpSpPr>
        <a:xfrm>
          <a:off x="0" y="0"/>
          <a:ext cx="0" cy="0"/>
          <a:chOff x="0" y="0"/>
          <a:chExt cx="0" cy="0"/>
        </a:xfrm>
      </p:grpSpPr>
      <p:sp>
        <p:nvSpPr>
          <p:cNvPr id="108" name="Google Shape;108;p21"/>
          <p:cNvSpPr txBox="1"/>
          <p:nvPr>
            <p:ph idx="12" type="sldNum"/>
          </p:nvPr>
        </p:nvSpPr>
        <p:spPr>
          <a:xfrm>
            <a:off x="5345557" y="3033678"/>
            <a:ext cx="130175" cy="111125"/>
          </a:xfrm>
          <a:prstGeom prst="rect">
            <a:avLst/>
          </a:prstGeom>
          <a:noFill/>
          <a:ln>
            <a:noFill/>
          </a:ln>
        </p:spPr>
        <p:txBody>
          <a:bodyPr anchorCtr="0" anchor="t" bIns="0" lIns="0" spcFirstLastPara="1" rIns="0" wrap="square" tIns="5075">
            <a:spAutoFit/>
          </a:bodyPr>
          <a:lstStyle/>
          <a:p>
            <a:pPr indent="0" lvl="0" marL="38100" rtl="0" algn="l">
              <a:lnSpc>
                <a:spcPct val="100000"/>
              </a:lnSpc>
              <a:spcBef>
                <a:spcPts val="0"/>
              </a:spcBef>
              <a:spcAft>
                <a:spcPts val="0"/>
              </a:spcAft>
              <a:buNone/>
            </a:pPr>
            <a:fld id="{00000000-1234-1234-1234-123412341234}" type="slidenum">
              <a:rPr lang="en-US"/>
              <a:t>‹#›</a:t>
            </a:fld>
            <a:endParaRPr/>
          </a:p>
        </p:txBody>
      </p:sp>
      <p:sp>
        <p:nvSpPr>
          <p:cNvPr id="109" name="Google Shape;109;p21"/>
          <p:cNvSpPr txBox="1"/>
          <p:nvPr>
            <p:ph type="title"/>
          </p:nvPr>
        </p:nvSpPr>
        <p:spPr>
          <a:xfrm>
            <a:off x="130860" y="67818"/>
            <a:ext cx="3704590" cy="1778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Artificial intelligence approaches</a:t>
            </a:r>
            <a:endParaRPr/>
          </a:p>
        </p:txBody>
      </p:sp>
      <p:sp>
        <p:nvSpPr>
          <p:cNvPr id="110" name="Google Shape;110;p21"/>
          <p:cNvSpPr txBox="1"/>
          <p:nvPr>
            <p:ph idx="1" type="body"/>
          </p:nvPr>
        </p:nvSpPr>
        <p:spPr>
          <a:xfrm>
            <a:off x="281431" y="863345"/>
            <a:ext cx="5202900" cy="1701000"/>
          </a:xfrm>
          <a:prstGeom prst="rect">
            <a:avLst/>
          </a:prstGeom>
          <a:noFill/>
          <a:ln>
            <a:noFill/>
          </a:ln>
        </p:spPr>
        <p:txBody>
          <a:bodyPr anchorCtr="0" anchor="t" bIns="0" lIns="0" spcFirstLastPara="1" rIns="0" wrap="square" tIns="268975">
            <a:spAutoFit/>
          </a:bodyPr>
          <a:lstStyle/>
          <a:p>
            <a:pPr indent="0" lvl="0" marL="12700" rtl="0" algn="l">
              <a:lnSpc>
                <a:spcPct val="100000"/>
              </a:lnSpc>
              <a:spcBef>
                <a:spcPts val="0"/>
              </a:spcBef>
              <a:spcAft>
                <a:spcPts val="0"/>
              </a:spcAft>
              <a:buNone/>
            </a:pPr>
            <a:r>
              <a:rPr lang="en-US" sz="1100"/>
              <a:t>we would like computers to perform complicated tasks, </a:t>
            </a:r>
            <a:r>
              <a:rPr i="1" lang="en-US" sz="1100">
                <a:latin typeface="Arial"/>
                <a:ea typeface="Arial"/>
                <a:cs typeface="Arial"/>
                <a:sym typeface="Arial"/>
              </a:rPr>
              <a:t>e.g.</a:t>
            </a:r>
            <a:r>
              <a:rPr lang="en-US" sz="1100"/>
              <a:t>, medical diagnosis</a:t>
            </a:r>
            <a:endParaRPr sz="850">
              <a:latin typeface="Arial"/>
              <a:ea typeface="Arial"/>
              <a:cs typeface="Arial"/>
              <a:sym typeface="Arial"/>
            </a:endParaRPr>
          </a:p>
          <a:p>
            <a:pPr indent="0" lvl="0" marL="12700" rtl="0" algn="l">
              <a:lnSpc>
                <a:spcPct val="100000"/>
              </a:lnSpc>
              <a:spcBef>
                <a:spcPts val="685"/>
              </a:spcBef>
              <a:spcAft>
                <a:spcPts val="0"/>
              </a:spcAft>
              <a:buNone/>
            </a:pPr>
            <a:r>
              <a:rPr lang="en-US" sz="1100"/>
              <a:t>distinguish two approaches</a:t>
            </a:r>
            <a:endParaRPr sz="850">
              <a:latin typeface="Comic Sans MS"/>
              <a:ea typeface="Comic Sans MS"/>
              <a:cs typeface="Comic Sans MS"/>
              <a:sym typeface="Comic Sans MS"/>
            </a:endParaRPr>
          </a:p>
          <a:p>
            <a:pPr indent="-142240" lvl="0" marL="411480" marR="5080" rtl="0" algn="l">
              <a:lnSpc>
                <a:spcPct val="103699"/>
              </a:lnSpc>
              <a:spcBef>
                <a:spcPts val="555"/>
              </a:spcBef>
              <a:spcAft>
                <a:spcPts val="0"/>
              </a:spcAft>
              <a:buNone/>
            </a:pPr>
            <a:r>
              <a:rPr i="1" lang="en-US" sz="1000">
                <a:solidFill>
                  <a:srgbClr val="990000"/>
                </a:solidFill>
                <a:latin typeface="Trebuchet MS"/>
                <a:ea typeface="Trebuchet MS"/>
                <a:cs typeface="Trebuchet MS"/>
                <a:sym typeface="Trebuchet MS"/>
              </a:rPr>
              <a:t>knowledge-based</a:t>
            </a:r>
            <a:r>
              <a:rPr lang="en-US" sz="1000"/>
              <a:t>: a computer program whose logic encodes a large number of properties of the world, usually developed by a team of experts over many years</a:t>
            </a:r>
            <a:endParaRPr sz="1000">
              <a:latin typeface="Trebuchet MS"/>
              <a:ea typeface="Trebuchet MS"/>
              <a:cs typeface="Trebuchet MS"/>
              <a:sym typeface="Trebuchet MS"/>
            </a:endParaRPr>
          </a:p>
          <a:p>
            <a:pPr indent="0" lvl="0" marL="269875" rtl="0" algn="l">
              <a:lnSpc>
                <a:spcPct val="100000"/>
              </a:lnSpc>
              <a:spcBef>
                <a:spcPts val="470"/>
              </a:spcBef>
              <a:spcAft>
                <a:spcPts val="0"/>
              </a:spcAft>
              <a:buNone/>
            </a:pPr>
            <a:r>
              <a:rPr i="1" lang="en-US" sz="1000">
                <a:solidFill>
                  <a:srgbClr val="990000"/>
                </a:solidFill>
                <a:latin typeface="Trebuchet MS"/>
                <a:ea typeface="Trebuchet MS"/>
                <a:cs typeface="Trebuchet MS"/>
                <a:sym typeface="Trebuchet MS"/>
              </a:rPr>
              <a:t>machine learning</a:t>
            </a:r>
            <a:r>
              <a:rPr lang="en-US" sz="1000"/>
              <a:t>: extract information directly from historical data and extrapolate to make predictions</a:t>
            </a:r>
            <a:endParaRPr sz="1000">
              <a:latin typeface="Trebuchet MS"/>
              <a:ea typeface="Trebuchet MS"/>
              <a:cs typeface="Trebuchet MS"/>
              <a:sym typeface="Trebuchet MS"/>
            </a:endParaRPr>
          </a:p>
          <a:p>
            <a:pPr indent="0" lvl="0" marL="12700" rtl="0" algn="l">
              <a:lnSpc>
                <a:spcPct val="100000"/>
              </a:lnSpc>
              <a:spcBef>
                <a:spcPts val="885"/>
              </a:spcBef>
              <a:spcAft>
                <a:spcPts val="0"/>
              </a:spcAft>
              <a:buNone/>
            </a:pPr>
            <a:r>
              <a:t/>
            </a:r>
            <a:endParaRPr sz="850">
              <a:latin typeface="Comic Sans MS"/>
              <a:ea typeface="Comic Sans MS"/>
              <a:cs typeface="Comic Sans MS"/>
              <a:sym typeface="Comic Sans M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4" name="Shape 114"/>
        <p:cNvGrpSpPr/>
        <p:nvPr/>
      </p:nvGrpSpPr>
      <p:grpSpPr>
        <a:xfrm>
          <a:off x="0" y="0"/>
          <a:ext cx="0" cy="0"/>
          <a:chOff x="0" y="0"/>
          <a:chExt cx="0" cy="0"/>
        </a:xfrm>
      </p:grpSpPr>
      <p:sp>
        <p:nvSpPr>
          <p:cNvPr id="115" name="Google Shape;115;p22"/>
          <p:cNvSpPr txBox="1"/>
          <p:nvPr>
            <p:ph idx="12" type="sldNum"/>
          </p:nvPr>
        </p:nvSpPr>
        <p:spPr>
          <a:xfrm>
            <a:off x="5345557" y="3033678"/>
            <a:ext cx="130175" cy="111125"/>
          </a:xfrm>
          <a:prstGeom prst="rect">
            <a:avLst/>
          </a:prstGeom>
          <a:noFill/>
          <a:ln>
            <a:noFill/>
          </a:ln>
        </p:spPr>
        <p:txBody>
          <a:bodyPr anchorCtr="0" anchor="t" bIns="0" lIns="0" spcFirstLastPara="1" rIns="0" wrap="square" tIns="5075">
            <a:spAutoFit/>
          </a:bodyPr>
          <a:lstStyle/>
          <a:p>
            <a:pPr indent="0" lvl="0" marL="38100" rtl="0" algn="l">
              <a:lnSpc>
                <a:spcPct val="100000"/>
              </a:lnSpc>
              <a:spcBef>
                <a:spcPts val="0"/>
              </a:spcBef>
              <a:spcAft>
                <a:spcPts val="0"/>
              </a:spcAft>
              <a:buNone/>
            </a:pPr>
            <a:fld id="{00000000-1234-1234-1234-123412341234}" type="slidenum">
              <a:rPr lang="en-US"/>
              <a:t>‹#›</a:t>
            </a:fld>
            <a:endParaRPr/>
          </a:p>
        </p:txBody>
      </p:sp>
      <p:sp>
        <p:nvSpPr>
          <p:cNvPr id="116" name="Google Shape;116;p22"/>
          <p:cNvSpPr txBox="1"/>
          <p:nvPr>
            <p:ph type="title"/>
          </p:nvPr>
        </p:nvSpPr>
        <p:spPr>
          <a:xfrm>
            <a:off x="130860" y="67818"/>
            <a:ext cx="3704590" cy="1778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Machine learning tasks</a:t>
            </a:r>
            <a:endParaRPr/>
          </a:p>
        </p:txBody>
      </p:sp>
      <p:sp>
        <p:nvSpPr>
          <p:cNvPr id="117" name="Google Shape;117;p22"/>
          <p:cNvSpPr txBox="1"/>
          <p:nvPr/>
        </p:nvSpPr>
        <p:spPr>
          <a:xfrm>
            <a:off x="130845" y="657225"/>
            <a:ext cx="4872900" cy="16116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100">
                <a:latin typeface="Arial"/>
                <a:ea typeface="Arial"/>
                <a:cs typeface="Arial"/>
                <a:sym typeface="Arial"/>
              </a:rPr>
              <a:t>generic tasks:</a:t>
            </a:r>
            <a:endParaRPr sz="1100">
              <a:latin typeface="Arial"/>
              <a:ea typeface="Arial"/>
              <a:cs typeface="Arial"/>
              <a:sym typeface="Arial"/>
            </a:endParaRPr>
          </a:p>
          <a:p>
            <a:pPr indent="0" lvl="0" marL="163195" rtl="0" algn="l">
              <a:lnSpc>
                <a:spcPct val="100000"/>
              </a:lnSpc>
              <a:spcBef>
                <a:spcPts val="994"/>
              </a:spcBef>
              <a:spcAft>
                <a:spcPts val="0"/>
              </a:spcAft>
              <a:buNone/>
            </a:pPr>
            <a:r>
              <a:rPr lang="en-US" sz="1100">
                <a:latin typeface="Arial"/>
                <a:ea typeface="Arial"/>
                <a:cs typeface="Arial"/>
                <a:sym typeface="Arial"/>
              </a:rPr>
              <a:t>build a </a:t>
            </a:r>
            <a:r>
              <a:rPr i="1" lang="en-US" sz="1100">
                <a:solidFill>
                  <a:srgbClr val="990000"/>
                </a:solidFill>
                <a:latin typeface="Arial"/>
                <a:ea typeface="Arial"/>
                <a:cs typeface="Arial"/>
                <a:sym typeface="Arial"/>
              </a:rPr>
              <a:t>model </a:t>
            </a:r>
            <a:r>
              <a:rPr lang="en-US" sz="1100">
                <a:latin typeface="Arial"/>
                <a:ea typeface="Arial"/>
                <a:cs typeface="Arial"/>
                <a:sym typeface="Arial"/>
              </a:rPr>
              <a:t>from some </a:t>
            </a:r>
            <a:r>
              <a:rPr i="1" lang="en-US" sz="1100">
                <a:solidFill>
                  <a:srgbClr val="990000"/>
                </a:solidFill>
                <a:latin typeface="Arial"/>
                <a:ea typeface="Arial"/>
                <a:cs typeface="Arial"/>
                <a:sym typeface="Arial"/>
              </a:rPr>
              <a:t>data</a:t>
            </a:r>
            <a:endParaRPr sz="1100">
              <a:latin typeface="Arial"/>
              <a:ea typeface="Arial"/>
              <a:cs typeface="Arial"/>
              <a:sym typeface="Arial"/>
            </a:endParaRPr>
          </a:p>
          <a:p>
            <a:pPr indent="0" lvl="0" marL="421005" rtl="0" algn="l">
              <a:lnSpc>
                <a:spcPct val="100000"/>
              </a:lnSpc>
              <a:spcBef>
                <a:spcPts val="605"/>
              </a:spcBef>
              <a:spcAft>
                <a:spcPts val="0"/>
              </a:spcAft>
              <a:buNone/>
            </a:pPr>
            <a:r>
              <a:rPr lang="en-US" sz="1000">
                <a:latin typeface="Arial"/>
                <a:ea typeface="Arial"/>
                <a:cs typeface="Arial"/>
                <a:sym typeface="Arial"/>
              </a:rPr>
              <a:t>choose how to map raw data to feature vectors</a:t>
            </a:r>
            <a:endParaRPr sz="1000">
              <a:latin typeface="Arial"/>
              <a:ea typeface="Arial"/>
              <a:cs typeface="Arial"/>
              <a:sym typeface="Arial"/>
            </a:endParaRPr>
          </a:p>
          <a:p>
            <a:pPr indent="0" lvl="0" marL="421005" rtl="0" algn="l">
              <a:lnSpc>
                <a:spcPct val="100000"/>
              </a:lnSpc>
              <a:spcBef>
                <a:spcPts val="409"/>
              </a:spcBef>
              <a:spcAft>
                <a:spcPts val="0"/>
              </a:spcAft>
              <a:buNone/>
            </a:pPr>
            <a:r>
              <a:rPr lang="en-US" sz="1000">
                <a:latin typeface="Arial"/>
                <a:ea typeface="Arial"/>
                <a:cs typeface="Arial"/>
                <a:sym typeface="Arial"/>
              </a:rPr>
              <a:t>choose a model form</a:t>
            </a:r>
            <a:endParaRPr sz="1000">
              <a:latin typeface="Arial"/>
              <a:ea typeface="Arial"/>
              <a:cs typeface="Arial"/>
              <a:sym typeface="Arial"/>
            </a:endParaRPr>
          </a:p>
          <a:p>
            <a:pPr indent="0" lvl="0" marL="421005" rtl="0" algn="l">
              <a:lnSpc>
                <a:spcPct val="100000"/>
              </a:lnSpc>
              <a:spcBef>
                <a:spcPts val="395"/>
              </a:spcBef>
              <a:spcAft>
                <a:spcPts val="0"/>
              </a:spcAft>
              <a:buNone/>
            </a:pPr>
            <a:r>
              <a:rPr lang="en-US" sz="1000">
                <a:latin typeface="Arial"/>
                <a:ea typeface="Arial"/>
                <a:cs typeface="Arial"/>
                <a:sym typeface="Arial"/>
              </a:rPr>
              <a:t>choose parameter values in the model</a:t>
            </a:r>
            <a:endParaRPr sz="1000">
              <a:latin typeface="Arial"/>
              <a:ea typeface="Arial"/>
              <a:cs typeface="Arial"/>
              <a:sym typeface="Arial"/>
            </a:endParaRPr>
          </a:p>
          <a:p>
            <a:pPr indent="0" lvl="0" marL="163195" rtl="0" algn="l">
              <a:lnSpc>
                <a:spcPct val="100000"/>
              </a:lnSpc>
              <a:spcBef>
                <a:spcPts val="690"/>
              </a:spcBef>
              <a:spcAft>
                <a:spcPts val="0"/>
              </a:spcAft>
              <a:buNone/>
            </a:pPr>
            <a:r>
              <a:rPr i="1" lang="en-US" sz="1100">
                <a:solidFill>
                  <a:srgbClr val="990000"/>
                </a:solidFill>
                <a:latin typeface="Arial"/>
                <a:ea typeface="Arial"/>
                <a:cs typeface="Arial"/>
                <a:sym typeface="Arial"/>
              </a:rPr>
              <a:t>test </a:t>
            </a:r>
            <a:r>
              <a:rPr lang="en-US" sz="1100">
                <a:latin typeface="Arial"/>
                <a:ea typeface="Arial"/>
                <a:cs typeface="Arial"/>
                <a:sym typeface="Arial"/>
              </a:rPr>
              <a:t>or </a:t>
            </a:r>
            <a:r>
              <a:rPr i="1" lang="en-US" sz="1100">
                <a:solidFill>
                  <a:srgbClr val="990000"/>
                </a:solidFill>
                <a:latin typeface="Arial"/>
                <a:ea typeface="Arial"/>
                <a:cs typeface="Arial"/>
                <a:sym typeface="Arial"/>
              </a:rPr>
              <a:t>validate </a:t>
            </a:r>
            <a:r>
              <a:rPr lang="en-US" sz="1100">
                <a:latin typeface="Arial"/>
                <a:ea typeface="Arial"/>
                <a:cs typeface="Arial"/>
                <a:sym typeface="Arial"/>
              </a:rPr>
              <a:t>the model</a:t>
            </a:r>
            <a:endParaRPr sz="1100">
              <a:latin typeface="Arial"/>
              <a:ea typeface="Arial"/>
              <a:cs typeface="Arial"/>
              <a:sym typeface="Arial"/>
            </a:endParaRPr>
          </a:p>
          <a:p>
            <a:pPr indent="0" lvl="0" marL="421005" rtl="0" algn="l">
              <a:lnSpc>
                <a:spcPct val="100000"/>
              </a:lnSpc>
              <a:spcBef>
                <a:spcPts val="610"/>
              </a:spcBef>
              <a:spcAft>
                <a:spcPts val="0"/>
              </a:spcAft>
              <a:buNone/>
            </a:pPr>
            <a:r>
              <a:rPr lang="en-US" sz="1000">
                <a:latin typeface="Arial"/>
                <a:ea typeface="Arial"/>
                <a:cs typeface="Arial"/>
                <a:sym typeface="Arial"/>
              </a:rPr>
              <a:t>evaluate the model on unseen data to assess its performance</a:t>
            </a:r>
            <a:endParaRPr sz="1000">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21" name="Shape 121"/>
        <p:cNvGrpSpPr/>
        <p:nvPr/>
      </p:nvGrpSpPr>
      <p:grpSpPr>
        <a:xfrm>
          <a:off x="0" y="0"/>
          <a:ext cx="0" cy="0"/>
          <a:chOff x="0" y="0"/>
          <a:chExt cx="0" cy="0"/>
        </a:xfrm>
      </p:grpSpPr>
      <p:sp>
        <p:nvSpPr>
          <p:cNvPr id="122" name="Google Shape;122;p23"/>
          <p:cNvSpPr txBox="1"/>
          <p:nvPr>
            <p:ph idx="12" type="sldNum"/>
          </p:nvPr>
        </p:nvSpPr>
        <p:spPr>
          <a:xfrm>
            <a:off x="5345557" y="3033678"/>
            <a:ext cx="130175" cy="111125"/>
          </a:xfrm>
          <a:prstGeom prst="rect">
            <a:avLst/>
          </a:prstGeom>
          <a:noFill/>
          <a:ln>
            <a:noFill/>
          </a:ln>
        </p:spPr>
        <p:txBody>
          <a:bodyPr anchorCtr="0" anchor="t" bIns="0" lIns="0" spcFirstLastPara="1" rIns="0" wrap="square" tIns="5075">
            <a:spAutoFit/>
          </a:bodyPr>
          <a:lstStyle/>
          <a:p>
            <a:pPr indent="0" lvl="0" marL="38100" rtl="0" algn="l">
              <a:lnSpc>
                <a:spcPct val="100000"/>
              </a:lnSpc>
              <a:spcBef>
                <a:spcPts val="0"/>
              </a:spcBef>
              <a:spcAft>
                <a:spcPts val="0"/>
              </a:spcAft>
              <a:buNone/>
            </a:pPr>
            <a:fld id="{00000000-1234-1234-1234-123412341234}" type="slidenum">
              <a:rPr lang="en-US"/>
              <a:t>‹#›</a:t>
            </a:fld>
            <a:endParaRPr/>
          </a:p>
        </p:txBody>
      </p:sp>
      <p:sp>
        <p:nvSpPr>
          <p:cNvPr id="123" name="Google Shape;123;p23"/>
          <p:cNvSpPr txBox="1"/>
          <p:nvPr>
            <p:ph type="title"/>
          </p:nvPr>
        </p:nvSpPr>
        <p:spPr>
          <a:xfrm>
            <a:off x="130849" y="67825"/>
            <a:ext cx="4241700" cy="1662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Machine learning model taxonomy: supervised vs. unsupervised</a:t>
            </a:r>
            <a:endParaRPr/>
          </a:p>
        </p:txBody>
      </p:sp>
      <p:sp>
        <p:nvSpPr>
          <p:cNvPr id="124" name="Google Shape;124;p23"/>
          <p:cNvSpPr txBox="1"/>
          <p:nvPr/>
        </p:nvSpPr>
        <p:spPr>
          <a:xfrm>
            <a:off x="281424" y="844425"/>
            <a:ext cx="4584300" cy="19644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850">
                <a:solidFill>
                  <a:srgbClr val="000099"/>
                </a:solidFill>
                <a:latin typeface="Comic Sans MS"/>
                <a:ea typeface="Comic Sans MS"/>
                <a:cs typeface="Comic Sans MS"/>
                <a:sym typeface="Comic Sans MS"/>
              </a:rPr>
              <a:t>  </a:t>
            </a:r>
            <a:r>
              <a:rPr lang="en-US" sz="1100">
                <a:latin typeface="Arial"/>
                <a:ea typeface="Arial"/>
                <a:cs typeface="Arial"/>
                <a:sym typeface="Arial"/>
              </a:rPr>
              <a:t>supervised learning models </a:t>
            </a:r>
            <a:r>
              <a:rPr i="1" lang="en-US" sz="1100">
                <a:solidFill>
                  <a:srgbClr val="990000"/>
                </a:solidFill>
                <a:latin typeface="Arial"/>
                <a:ea typeface="Arial"/>
                <a:cs typeface="Arial"/>
                <a:sym typeface="Arial"/>
              </a:rPr>
              <a:t>predict something, given some other things</a:t>
            </a:r>
            <a:endParaRPr sz="1100">
              <a:latin typeface="Arial"/>
              <a:ea typeface="Arial"/>
              <a:cs typeface="Arial"/>
              <a:sym typeface="Arial"/>
            </a:endParaRPr>
          </a:p>
          <a:p>
            <a:pPr indent="0" lvl="0" marL="269875" rtl="0" algn="l">
              <a:lnSpc>
                <a:spcPct val="100000"/>
              </a:lnSpc>
              <a:spcBef>
                <a:spcPts val="605"/>
              </a:spcBef>
              <a:spcAft>
                <a:spcPts val="0"/>
              </a:spcAft>
              <a:buNone/>
            </a:pPr>
            <a:r>
              <a:rPr lang="en-US" sz="850">
                <a:solidFill>
                  <a:srgbClr val="000099"/>
                </a:solidFill>
                <a:latin typeface="Comic Sans MS"/>
                <a:ea typeface="Comic Sans MS"/>
                <a:cs typeface="Comic Sans MS"/>
                <a:sym typeface="Comic Sans MS"/>
              </a:rPr>
              <a:t> </a:t>
            </a:r>
            <a:r>
              <a:rPr lang="en-US" sz="1000">
                <a:latin typeface="Arial"/>
                <a:ea typeface="Arial"/>
                <a:cs typeface="Arial"/>
                <a:sym typeface="Arial"/>
              </a:rPr>
              <a:t>called a </a:t>
            </a:r>
            <a:r>
              <a:rPr i="1" lang="en-US" sz="1000">
                <a:solidFill>
                  <a:srgbClr val="990000"/>
                </a:solidFill>
                <a:latin typeface="Trebuchet MS"/>
                <a:ea typeface="Trebuchet MS"/>
                <a:cs typeface="Trebuchet MS"/>
                <a:sym typeface="Trebuchet MS"/>
              </a:rPr>
              <a:t>prediction model</a:t>
            </a:r>
            <a:endParaRPr sz="1000">
              <a:latin typeface="Trebuchet MS"/>
              <a:ea typeface="Trebuchet MS"/>
              <a:cs typeface="Trebuchet MS"/>
              <a:sym typeface="Trebuchet MS"/>
            </a:endParaRPr>
          </a:p>
          <a:p>
            <a:pPr indent="0" lvl="0" marL="269875" rtl="0" algn="l">
              <a:lnSpc>
                <a:spcPct val="100000"/>
              </a:lnSpc>
              <a:spcBef>
                <a:spcPts val="395"/>
              </a:spcBef>
              <a:spcAft>
                <a:spcPts val="0"/>
              </a:spcAft>
              <a:buNone/>
            </a:pPr>
            <a:r>
              <a:rPr lang="en-US" sz="850">
                <a:solidFill>
                  <a:srgbClr val="000099"/>
                </a:solidFill>
                <a:latin typeface="Comic Sans MS"/>
                <a:ea typeface="Comic Sans MS"/>
                <a:cs typeface="Comic Sans MS"/>
                <a:sym typeface="Comic Sans MS"/>
              </a:rPr>
              <a:t> </a:t>
            </a:r>
            <a:r>
              <a:rPr lang="en-US" sz="1000">
                <a:latin typeface="Arial"/>
                <a:ea typeface="Arial"/>
                <a:cs typeface="Arial"/>
                <a:sym typeface="Arial"/>
              </a:rPr>
              <a:t>called </a:t>
            </a:r>
            <a:r>
              <a:rPr i="1" lang="en-US" sz="1000">
                <a:solidFill>
                  <a:srgbClr val="990000"/>
                </a:solidFill>
                <a:latin typeface="Trebuchet MS"/>
                <a:ea typeface="Trebuchet MS"/>
                <a:cs typeface="Trebuchet MS"/>
                <a:sym typeface="Trebuchet MS"/>
              </a:rPr>
              <a:t>regression </a:t>
            </a:r>
            <a:r>
              <a:rPr lang="en-US" sz="1000">
                <a:latin typeface="Arial"/>
                <a:ea typeface="Arial"/>
                <a:cs typeface="Arial"/>
                <a:sym typeface="Arial"/>
              </a:rPr>
              <a:t>when we predict a real scalar or vector value</a:t>
            </a:r>
            <a:endParaRPr sz="1000">
              <a:latin typeface="Arial"/>
              <a:ea typeface="Arial"/>
              <a:cs typeface="Arial"/>
              <a:sym typeface="Arial"/>
            </a:endParaRPr>
          </a:p>
          <a:p>
            <a:pPr indent="0" lvl="0" marL="269875" rtl="0" algn="l">
              <a:lnSpc>
                <a:spcPct val="100000"/>
              </a:lnSpc>
              <a:spcBef>
                <a:spcPts val="265"/>
              </a:spcBef>
              <a:spcAft>
                <a:spcPts val="0"/>
              </a:spcAft>
              <a:buNone/>
            </a:pPr>
            <a:r>
              <a:rPr lang="en-US" sz="850">
                <a:solidFill>
                  <a:srgbClr val="000099"/>
                </a:solidFill>
                <a:latin typeface="Comic Sans MS"/>
                <a:ea typeface="Comic Sans MS"/>
                <a:cs typeface="Comic Sans MS"/>
                <a:sym typeface="Comic Sans MS"/>
              </a:rPr>
              <a:t> </a:t>
            </a:r>
            <a:r>
              <a:rPr lang="en-US" sz="1000">
                <a:latin typeface="Arial"/>
                <a:ea typeface="Arial"/>
                <a:cs typeface="Arial"/>
                <a:sym typeface="Arial"/>
              </a:rPr>
              <a:t>called </a:t>
            </a:r>
            <a:r>
              <a:rPr i="1" lang="en-US" sz="1000">
                <a:solidFill>
                  <a:srgbClr val="990000"/>
                </a:solidFill>
                <a:latin typeface="Trebuchet MS"/>
                <a:ea typeface="Trebuchet MS"/>
                <a:cs typeface="Trebuchet MS"/>
                <a:sym typeface="Trebuchet MS"/>
              </a:rPr>
              <a:t>classification </a:t>
            </a:r>
            <a:r>
              <a:rPr lang="en-US" sz="1000">
                <a:latin typeface="Arial"/>
                <a:ea typeface="Arial"/>
                <a:cs typeface="Arial"/>
                <a:sym typeface="Arial"/>
              </a:rPr>
              <a:t>when we predict a value from a finite set such as</a:t>
            </a:r>
            <a:endParaRPr sz="1000"/>
          </a:p>
          <a:p>
            <a:pPr indent="0" lvl="0" marL="269875" rtl="0" algn="l">
              <a:lnSpc>
                <a:spcPct val="100000"/>
              </a:lnSpc>
              <a:spcBef>
                <a:spcPts val="265"/>
              </a:spcBef>
              <a:spcAft>
                <a:spcPts val="0"/>
              </a:spcAft>
              <a:buNone/>
            </a:pPr>
            <a:r>
              <a:rPr lang="en-US" sz="1000">
                <a:latin typeface="Comic Sans MS"/>
                <a:ea typeface="Comic Sans MS"/>
                <a:cs typeface="Comic Sans MS"/>
                <a:sym typeface="Comic Sans MS"/>
              </a:rPr>
              <a:t> </a:t>
            </a:r>
            <a:r>
              <a:rPr lang="en-US" sz="1000" cap="small">
                <a:latin typeface="Cambria"/>
                <a:ea typeface="Cambria"/>
                <a:cs typeface="Cambria"/>
                <a:sym typeface="Cambria"/>
              </a:rPr>
              <a:t>True</a:t>
            </a:r>
            <a:r>
              <a:rPr lang="en-US" sz="450">
                <a:latin typeface="Comic Sans MS"/>
                <a:ea typeface="Comic Sans MS"/>
                <a:cs typeface="Comic Sans MS"/>
                <a:sym typeface="Comic Sans MS"/>
              </a:rPr>
              <a:t>; </a:t>
            </a:r>
            <a:r>
              <a:rPr lang="en-US" sz="1000" cap="small">
                <a:latin typeface="Cambria"/>
                <a:ea typeface="Cambria"/>
                <a:cs typeface="Cambria"/>
                <a:sym typeface="Cambria"/>
              </a:rPr>
              <a:t>False</a:t>
            </a:r>
            <a:endParaRPr sz="1000">
              <a:latin typeface="Comic Sans MS"/>
              <a:ea typeface="Comic Sans MS"/>
              <a:cs typeface="Comic Sans MS"/>
              <a:sym typeface="Comic Sans MS"/>
            </a:endParaRPr>
          </a:p>
          <a:p>
            <a:pPr indent="0" lvl="0" marL="269875" rtl="0" algn="l">
              <a:lnSpc>
                <a:spcPct val="100000"/>
              </a:lnSpc>
              <a:spcBef>
                <a:spcPts val="430"/>
              </a:spcBef>
              <a:spcAft>
                <a:spcPts val="0"/>
              </a:spcAft>
              <a:buNone/>
            </a:pPr>
            <a:r>
              <a:rPr lang="en-US" sz="850">
                <a:solidFill>
                  <a:srgbClr val="000099"/>
                </a:solidFill>
                <a:latin typeface="Comic Sans MS"/>
                <a:ea typeface="Comic Sans MS"/>
                <a:cs typeface="Comic Sans MS"/>
                <a:sym typeface="Comic Sans MS"/>
              </a:rPr>
              <a:t> </a:t>
            </a:r>
            <a:r>
              <a:rPr lang="en-US" sz="1000">
                <a:latin typeface="Arial"/>
                <a:ea typeface="Arial"/>
                <a:cs typeface="Arial"/>
                <a:sym typeface="Arial"/>
              </a:rPr>
              <a:t>called </a:t>
            </a:r>
            <a:r>
              <a:rPr i="1" lang="en-US" sz="1000">
                <a:solidFill>
                  <a:srgbClr val="990000"/>
                </a:solidFill>
                <a:latin typeface="Trebuchet MS"/>
                <a:ea typeface="Trebuchet MS"/>
                <a:cs typeface="Trebuchet MS"/>
                <a:sym typeface="Trebuchet MS"/>
              </a:rPr>
              <a:t>forecasting </a:t>
            </a:r>
            <a:r>
              <a:rPr lang="en-US" sz="1000">
                <a:latin typeface="Arial"/>
                <a:ea typeface="Arial"/>
                <a:cs typeface="Arial"/>
                <a:sym typeface="Arial"/>
              </a:rPr>
              <a:t>when you predict a future value, given current and past values</a:t>
            </a:r>
            <a:endParaRPr sz="1000">
              <a:latin typeface="Arial"/>
              <a:ea typeface="Arial"/>
              <a:cs typeface="Arial"/>
              <a:sym typeface="Arial"/>
            </a:endParaRPr>
          </a:p>
          <a:p>
            <a:pPr indent="0" lvl="0" marL="0" rtl="0" algn="l">
              <a:lnSpc>
                <a:spcPct val="100000"/>
              </a:lnSpc>
              <a:spcBef>
                <a:spcPts val="409"/>
              </a:spcBef>
              <a:spcAft>
                <a:spcPts val="0"/>
              </a:spcAft>
              <a:buNone/>
            </a:pPr>
            <a:r>
              <a:t/>
            </a:r>
            <a:endParaRPr sz="1000">
              <a:latin typeface="Arial"/>
              <a:ea typeface="Arial"/>
              <a:cs typeface="Arial"/>
              <a:sym typeface="Arial"/>
            </a:endParaRPr>
          </a:p>
          <a:p>
            <a:pPr indent="0" lvl="0" marL="12700" rtl="0" algn="l">
              <a:lnSpc>
                <a:spcPct val="100000"/>
              </a:lnSpc>
              <a:spcBef>
                <a:spcPts val="0"/>
              </a:spcBef>
              <a:spcAft>
                <a:spcPts val="0"/>
              </a:spcAft>
              <a:buNone/>
            </a:pPr>
            <a:r>
              <a:rPr lang="en-US" sz="850">
                <a:solidFill>
                  <a:srgbClr val="000099"/>
                </a:solidFill>
                <a:latin typeface="Comic Sans MS"/>
                <a:ea typeface="Comic Sans MS"/>
                <a:cs typeface="Comic Sans MS"/>
                <a:sym typeface="Comic Sans MS"/>
              </a:rPr>
              <a:t>  </a:t>
            </a:r>
            <a:r>
              <a:rPr lang="en-US" sz="1100">
                <a:latin typeface="Arial"/>
                <a:ea typeface="Arial"/>
                <a:cs typeface="Arial"/>
                <a:sym typeface="Arial"/>
              </a:rPr>
              <a:t>unsupervised learning models just create a model of the data</a:t>
            </a:r>
            <a:endParaRPr sz="1100">
              <a:latin typeface="Arial"/>
              <a:ea typeface="Arial"/>
              <a:cs typeface="Arial"/>
              <a:sym typeface="Arial"/>
            </a:endParaRPr>
          </a:p>
          <a:p>
            <a:pPr indent="0" lvl="0" marL="269875" rtl="0" algn="l">
              <a:lnSpc>
                <a:spcPct val="100000"/>
              </a:lnSpc>
              <a:spcBef>
                <a:spcPts val="605"/>
              </a:spcBef>
              <a:spcAft>
                <a:spcPts val="0"/>
              </a:spcAft>
              <a:buNone/>
            </a:pPr>
            <a:r>
              <a:rPr lang="en-US" sz="1000">
                <a:latin typeface="Arial"/>
                <a:ea typeface="Arial"/>
                <a:cs typeface="Arial"/>
                <a:sym typeface="Arial"/>
              </a:rPr>
              <a:t>called a </a:t>
            </a:r>
            <a:r>
              <a:rPr i="1" lang="en-US" sz="1000">
                <a:solidFill>
                  <a:srgbClr val="990000"/>
                </a:solidFill>
                <a:latin typeface="Trebuchet MS"/>
                <a:ea typeface="Trebuchet MS"/>
                <a:cs typeface="Trebuchet MS"/>
                <a:sym typeface="Trebuchet MS"/>
              </a:rPr>
              <a:t>data model</a:t>
            </a:r>
            <a:endParaRPr sz="1100">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28" name="Shape 128"/>
        <p:cNvGrpSpPr/>
        <p:nvPr/>
      </p:nvGrpSpPr>
      <p:grpSpPr>
        <a:xfrm>
          <a:off x="0" y="0"/>
          <a:ext cx="0" cy="0"/>
          <a:chOff x="0" y="0"/>
          <a:chExt cx="0" cy="0"/>
        </a:xfrm>
      </p:grpSpPr>
      <p:sp>
        <p:nvSpPr>
          <p:cNvPr id="129" name="Google Shape;129;p24"/>
          <p:cNvSpPr txBox="1"/>
          <p:nvPr>
            <p:ph idx="12" type="sldNum"/>
          </p:nvPr>
        </p:nvSpPr>
        <p:spPr>
          <a:xfrm>
            <a:off x="5345557" y="3033678"/>
            <a:ext cx="130175" cy="111125"/>
          </a:xfrm>
          <a:prstGeom prst="rect">
            <a:avLst/>
          </a:prstGeom>
          <a:noFill/>
          <a:ln>
            <a:noFill/>
          </a:ln>
        </p:spPr>
        <p:txBody>
          <a:bodyPr anchorCtr="0" anchor="t" bIns="0" lIns="0" spcFirstLastPara="1" rIns="0" wrap="square" tIns="5075">
            <a:spAutoFit/>
          </a:bodyPr>
          <a:lstStyle/>
          <a:p>
            <a:pPr indent="0" lvl="0" marL="38100" rtl="0" algn="l">
              <a:lnSpc>
                <a:spcPct val="100000"/>
              </a:lnSpc>
              <a:spcBef>
                <a:spcPts val="0"/>
              </a:spcBef>
              <a:spcAft>
                <a:spcPts val="0"/>
              </a:spcAft>
              <a:buNone/>
            </a:pPr>
            <a:fld id="{00000000-1234-1234-1234-123412341234}" type="slidenum">
              <a:rPr lang="en-US"/>
              <a:t>‹#›</a:t>
            </a:fld>
            <a:endParaRPr/>
          </a:p>
        </p:txBody>
      </p:sp>
      <p:sp>
        <p:nvSpPr>
          <p:cNvPr id="130" name="Google Shape;130;p24"/>
          <p:cNvSpPr txBox="1"/>
          <p:nvPr>
            <p:ph type="title"/>
          </p:nvPr>
        </p:nvSpPr>
        <p:spPr>
          <a:xfrm>
            <a:off x="130860" y="67818"/>
            <a:ext cx="3704590" cy="1778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Machine learning model taxonomy: point vs. probability</a:t>
            </a:r>
            <a:endParaRPr/>
          </a:p>
        </p:txBody>
      </p:sp>
      <p:sp>
        <p:nvSpPr>
          <p:cNvPr id="131" name="Google Shape;131;p24"/>
          <p:cNvSpPr txBox="1"/>
          <p:nvPr/>
        </p:nvSpPr>
        <p:spPr>
          <a:xfrm>
            <a:off x="281423" y="1040650"/>
            <a:ext cx="4959000" cy="9909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150">
                <a:solidFill>
                  <a:srgbClr val="000099"/>
                </a:solidFill>
                <a:latin typeface="Comic Sans MS"/>
                <a:ea typeface="Comic Sans MS"/>
                <a:cs typeface="Comic Sans MS"/>
                <a:sym typeface="Comic Sans MS"/>
              </a:rPr>
              <a:t>  </a:t>
            </a:r>
            <a:r>
              <a:rPr lang="en-US">
                <a:latin typeface="Arial"/>
                <a:ea typeface="Arial"/>
                <a:cs typeface="Arial"/>
                <a:sym typeface="Arial"/>
              </a:rPr>
              <a:t>a </a:t>
            </a:r>
            <a:r>
              <a:rPr i="1" lang="en-US">
                <a:solidFill>
                  <a:srgbClr val="990000"/>
                </a:solidFill>
                <a:latin typeface="Arial"/>
                <a:ea typeface="Arial"/>
                <a:cs typeface="Arial"/>
                <a:sym typeface="Arial"/>
              </a:rPr>
              <a:t>point estimate </a:t>
            </a:r>
            <a:r>
              <a:rPr lang="en-US">
                <a:latin typeface="Arial"/>
                <a:ea typeface="Arial"/>
                <a:cs typeface="Arial"/>
                <a:sym typeface="Arial"/>
              </a:rPr>
              <a:t>predicts a single value</a:t>
            </a:r>
            <a:endParaRPr>
              <a:latin typeface="Arial"/>
              <a:ea typeface="Arial"/>
              <a:cs typeface="Arial"/>
              <a:sym typeface="Arial"/>
            </a:endParaRPr>
          </a:p>
          <a:p>
            <a:pPr indent="0" lvl="0" marL="12700" rtl="0" algn="l">
              <a:lnSpc>
                <a:spcPct val="100000"/>
              </a:lnSpc>
              <a:spcBef>
                <a:spcPts val="900"/>
              </a:spcBef>
              <a:spcAft>
                <a:spcPts val="0"/>
              </a:spcAft>
              <a:buNone/>
            </a:pPr>
            <a:r>
              <a:rPr lang="en-US" sz="1150">
                <a:solidFill>
                  <a:srgbClr val="000099"/>
                </a:solidFill>
                <a:latin typeface="Comic Sans MS"/>
                <a:ea typeface="Comic Sans MS"/>
                <a:cs typeface="Comic Sans MS"/>
                <a:sym typeface="Comic Sans MS"/>
              </a:rPr>
              <a:t>  </a:t>
            </a:r>
            <a:r>
              <a:rPr lang="en-US">
                <a:latin typeface="Arial"/>
                <a:ea typeface="Arial"/>
                <a:cs typeface="Arial"/>
                <a:sym typeface="Arial"/>
              </a:rPr>
              <a:t>a </a:t>
            </a:r>
            <a:r>
              <a:rPr i="1" lang="en-US">
                <a:solidFill>
                  <a:srgbClr val="990000"/>
                </a:solidFill>
                <a:latin typeface="Arial"/>
                <a:ea typeface="Arial"/>
                <a:cs typeface="Arial"/>
                <a:sym typeface="Arial"/>
              </a:rPr>
              <a:t>probability estimate </a:t>
            </a:r>
            <a:r>
              <a:rPr lang="en-US">
                <a:latin typeface="Arial"/>
                <a:ea typeface="Arial"/>
                <a:cs typeface="Arial"/>
                <a:sym typeface="Arial"/>
              </a:rPr>
              <a:t>predicts a distribution of values</a:t>
            </a:r>
            <a:endParaRPr>
              <a:latin typeface="Arial"/>
              <a:ea typeface="Arial"/>
              <a:cs typeface="Arial"/>
              <a:sym typeface="Arial"/>
            </a:endParaRPr>
          </a:p>
          <a:p>
            <a:pPr indent="0" lvl="0" marL="0" rtl="0" algn="l">
              <a:lnSpc>
                <a:spcPct val="100000"/>
              </a:lnSpc>
              <a:spcBef>
                <a:spcPts val="5"/>
              </a:spcBef>
              <a:spcAft>
                <a:spcPts val="0"/>
              </a:spcAft>
              <a:buNone/>
            </a:pPr>
            <a:r>
              <a:t/>
            </a:r>
            <a:endParaRPr>
              <a:latin typeface="Arial"/>
              <a:ea typeface="Arial"/>
              <a:cs typeface="Arial"/>
              <a:sym typeface="Arial"/>
            </a:endParaRPr>
          </a:p>
          <a:p>
            <a:pPr indent="0" lvl="0" marL="0" rtl="0" algn="l">
              <a:lnSpc>
                <a:spcPct val="100000"/>
              </a:lnSpc>
              <a:spcBef>
                <a:spcPts val="0"/>
              </a:spcBef>
              <a:spcAft>
                <a:spcPts val="0"/>
              </a:spcAft>
              <a:buNone/>
            </a:pPr>
            <a:r>
              <a:t/>
            </a:r>
            <a:endParaRPr>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35" name="Shape 135"/>
        <p:cNvGrpSpPr/>
        <p:nvPr/>
      </p:nvGrpSpPr>
      <p:grpSpPr>
        <a:xfrm>
          <a:off x="0" y="0"/>
          <a:ext cx="0" cy="0"/>
          <a:chOff x="0" y="0"/>
          <a:chExt cx="0" cy="0"/>
        </a:xfrm>
      </p:grpSpPr>
      <p:sp>
        <p:nvSpPr>
          <p:cNvPr id="136" name="Google Shape;136;p25"/>
          <p:cNvSpPr txBox="1"/>
          <p:nvPr>
            <p:ph idx="12" type="sldNum"/>
          </p:nvPr>
        </p:nvSpPr>
        <p:spPr>
          <a:xfrm>
            <a:off x="5345557" y="3033678"/>
            <a:ext cx="130175" cy="111125"/>
          </a:xfrm>
          <a:prstGeom prst="rect">
            <a:avLst/>
          </a:prstGeom>
          <a:noFill/>
          <a:ln>
            <a:noFill/>
          </a:ln>
        </p:spPr>
        <p:txBody>
          <a:bodyPr anchorCtr="0" anchor="t" bIns="0" lIns="0" spcFirstLastPara="1" rIns="0" wrap="square" tIns="5075">
            <a:spAutoFit/>
          </a:bodyPr>
          <a:lstStyle/>
          <a:p>
            <a:pPr indent="0" lvl="0" marL="38100" rtl="0" algn="l">
              <a:lnSpc>
                <a:spcPct val="100000"/>
              </a:lnSpc>
              <a:spcBef>
                <a:spcPts val="0"/>
              </a:spcBef>
              <a:spcAft>
                <a:spcPts val="0"/>
              </a:spcAft>
              <a:buNone/>
            </a:pPr>
            <a:fld id="{00000000-1234-1234-1234-123412341234}" type="slidenum">
              <a:rPr lang="en-US"/>
              <a:t>‹#›</a:t>
            </a:fld>
            <a:endParaRPr/>
          </a:p>
        </p:txBody>
      </p:sp>
      <p:sp>
        <p:nvSpPr>
          <p:cNvPr id="137" name="Google Shape;137;p25"/>
          <p:cNvSpPr txBox="1"/>
          <p:nvPr>
            <p:ph type="title"/>
          </p:nvPr>
        </p:nvSpPr>
        <p:spPr>
          <a:xfrm>
            <a:off x="130843" y="67825"/>
            <a:ext cx="947400" cy="1662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Examples</a:t>
            </a:r>
            <a:endParaRPr/>
          </a:p>
        </p:txBody>
      </p:sp>
      <p:sp>
        <p:nvSpPr>
          <p:cNvPr id="138" name="Google Shape;138;p25"/>
          <p:cNvSpPr txBox="1"/>
          <p:nvPr/>
        </p:nvSpPr>
        <p:spPr>
          <a:xfrm>
            <a:off x="130860" y="565785"/>
            <a:ext cx="4772700" cy="20169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100">
                <a:latin typeface="Arial"/>
                <a:ea typeface="Arial"/>
                <a:cs typeface="Arial"/>
                <a:sym typeface="Arial"/>
              </a:rPr>
              <a:t>what kind of models would each of these tasks use?</a:t>
            </a:r>
            <a:endParaRPr sz="1100">
              <a:latin typeface="Arial"/>
              <a:ea typeface="Arial"/>
              <a:cs typeface="Arial"/>
              <a:sym typeface="Arial"/>
            </a:endParaRPr>
          </a:p>
          <a:p>
            <a:pPr indent="0" lvl="0" marL="0" rtl="0" algn="l">
              <a:lnSpc>
                <a:spcPct val="100000"/>
              </a:lnSpc>
              <a:spcBef>
                <a:spcPts val="140"/>
              </a:spcBef>
              <a:spcAft>
                <a:spcPts val="0"/>
              </a:spcAft>
              <a:buNone/>
            </a:pPr>
            <a:r>
              <a:t/>
            </a:r>
            <a:endParaRPr sz="1100">
              <a:latin typeface="Arial"/>
              <a:ea typeface="Arial"/>
              <a:cs typeface="Arial"/>
              <a:sym typeface="Arial"/>
            </a:endParaRPr>
          </a:p>
          <a:p>
            <a:pPr indent="0" lvl="0" marL="163195" rtl="0" algn="l">
              <a:lnSpc>
                <a:spcPct val="100000"/>
              </a:lnSpc>
              <a:spcBef>
                <a:spcPts val="5"/>
              </a:spcBef>
              <a:spcAft>
                <a:spcPts val="0"/>
              </a:spcAft>
              <a:buNone/>
            </a:pPr>
            <a:r>
              <a:rPr lang="en-US" sz="850">
                <a:solidFill>
                  <a:srgbClr val="000099"/>
                </a:solidFill>
                <a:latin typeface="Comic Sans MS"/>
                <a:ea typeface="Comic Sans MS"/>
                <a:cs typeface="Comic Sans MS"/>
                <a:sym typeface="Comic Sans MS"/>
              </a:rPr>
              <a:t>  </a:t>
            </a:r>
            <a:r>
              <a:rPr lang="en-US" sz="1100">
                <a:latin typeface="Arial"/>
                <a:ea typeface="Arial"/>
                <a:cs typeface="Arial"/>
                <a:sym typeface="Arial"/>
              </a:rPr>
              <a:t>predict tomorrow’s rainfall, given the date and the last 10 days of rainfall data</a:t>
            </a:r>
            <a:endParaRPr sz="1100">
              <a:latin typeface="Arial"/>
              <a:ea typeface="Arial"/>
              <a:cs typeface="Arial"/>
              <a:sym typeface="Arial"/>
            </a:endParaRPr>
          </a:p>
          <a:p>
            <a:pPr indent="0" lvl="0" marL="163195" rtl="0" algn="l">
              <a:lnSpc>
                <a:spcPct val="100000"/>
              </a:lnSpc>
              <a:spcBef>
                <a:spcPts val="900"/>
              </a:spcBef>
              <a:spcAft>
                <a:spcPts val="0"/>
              </a:spcAft>
              <a:buNone/>
            </a:pPr>
            <a:r>
              <a:rPr lang="en-US" sz="850">
                <a:solidFill>
                  <a:srgbClr val="000099"/>
                </a:solidFill>
                <a:latin typeface="Comic Sans MS"/>
                <a:ea typeface="Comic Sans MS"/>
                <a:cs typeface="Comic Sans MS"/>
                <a:sym typeface="Comic Sans MS"/>
              </a:rPr>
              <a:t>  </a:t>
            </a:r>
            <a:r>
              <a:rPr lang="en-US" sz="1100">
                <a:latin typeface="Arial"/>
                <a:ea typeface="Arial"/>
                <a:cs typeface="Arial"/>
                <a:sym typeface="Arial"/>
              </a:rPr>
              <a:t>determine from a photo of a face if the user is who she claims to be</a:t>
            </a:r>
            <a:endParaRPr sz="1100">
              <a:latin typeface="Arial"/>
              <a:ea typeface="Arial"/>
              <a:cs typeface="Arial"/>
              <a:sym typeface="Arial"/>
            </a:endParaRPr>
          </a:p>
          <a:p>
            <a:pPr indent="0" lvl="0" marL="163195" rtl="0" algn="l">
              <a:lnSpc>
                <a:spcPct val="100000"/>
              </a:lnSpc>
              <a:spcBef>
                <a:spcPts val="900"/>
              </a:spcBef>
              <a:spcAft>
                <a:spcPts val="0"/>
              </a:spcAft>
              <a:buNone/>
            </a:pPr>
            <a:r>
              <a:rPr lang="en-US" sz="850">
                <a:solidFill>
                  <a:srgbClr val="000099"/>
                </a:solidFill>
                <a:latin typeface="Comic Sans MS"/>
                <a:ea typeface="Comic Sans MS"/>
                <a:cs typeface="Comic Sans MS"/>
                <a:sym typeface="Comic Sans MS"/>
              </a:rPr>
              <a:t>  </a:t>
            </a:r>
            <a:r>
              <a:rPr lang="en-US" sz="1100">
                <a:latin typeface="Arial"/>
                <a:ea typeface="Arial"/>
                <a:cs typeface="Arial"/>
                <a:sym typeface="Arial"/>
              </a:rPr>
              <a:t>estimate the probability of 10 possible diagnoses, given some patient data, test results</a:t>
            </a:r>
            <a:endParaRPr sz="1100">
              <a:latin typeface="Arial"/>
              <a:ea typeface="Arial"/>
              <a:cs typeface="Arial"/>
              <a:sym typeface="Arial"/>
            </a:endParaRPr>
          </a:p>
          <a:p>
            <a:pPr indent="0" lvl="0" marL="163195" rtl="0" algn="l">
              <a:lnSpc>
                <a:spcPct val="100000"/>
              </a:lnSpc>
              <a:spcBef>
                <a:spcPts val="900"/>
              </a:spcBef>
              <a:spcAft>
                <a:spcPts val="0"/>
              </a:spcAft>
              <a:buNone/>
            </a:pPr>
            <a:r>
              <a:rPr lang="en-US" sz="850">
                <a:solidFill>
                  <a:srgbClr val="000099"/>
                </a:solidFill>
                <a:latin typeface="Comic Sans MS"/>
                <a:ea typeface="Comic Sans MS"/>
                <a:cs typeface="Comic Sans MS"/>
                <a:sym typeface="Comic Sans MS"/>
              </a:rPr>
              <a:t> </a:t>
            </a:r>
            <a:r>
              <a:rPr lang="en-US" sz="1100">
                <a:latin typeface="Arial"/>
                <a:ea typeface="Arial"/>
                <a:cs typeface="Arial"/>
                <a:sym typeface="Arial"/>
              </a:rPr>
              <a:t>cluster customers into 22 different groups with similar buying habits</a:t>
            </a:r>
            <a:endParaRPr sz="1100">
              <a:latin typeface="Arial"/>
              <a:ea typeface="Arial"/>
              <a:cs typeface="Arial"/>
              <a:sym typeface="Arial"/>
            </a:endParaRPr>
          </a:p>
          <a:p>
            <a:pPr indent="0" lvl="0" marL="163195" rtl="0" algn="l">
              <a:lnSpc>
                <a:spcPct val="100000"/>
              </a:lnSpc>
              <a:spcBef>
                <a:spcPts val="900"/>
              </a:spcBef>
              <a:spcAft>
                <a:spcPts val="0"/>
              </a:spcAft>
              <a:buNone/>
            </a:pPr>
            <a:r>
              <a:rPr lang="en-US" sz="850">
                <a:solidFill>
                  <a:srgbClr val="000099"/>
                </a:solidFill>
                <a:latin typeface="Comic Sans MS"/>
                <a:ea typeface="Comic Sans MS"/>
                <a:cs typeface="Comic Sans MS"/>
                <a:sym typeface="Comic Sans MS"/>
              </a:rPr>
              <a:t>  </a:t>
            </a:r>
            <a:r>
              <a:rPr lang="en-US" sz="1100">
                <a:latin typeface="Arial"/>
                <a:ea typeface="Arial"/>
                <a:cs typeface="Arial"/>
                <a:sym typeface="Arial"/>
              </a:rPr>
              <a:t>build an </a:t>
            </a:r>
            <a:r>
              <a:rPr i="1" lang="en-US" sz="1100">
                <a:solidFill>
                  <a:srgbClr val="990000"/>
                </a:solidFill>
                <a:latin typeface="Arial"/>
                <a:ea typeface="Arial"/>
                <a:cs typeface="Arial"/>
                <a:sym typeface="Arial"/>
              </a:rPr>
              <a:t>anomaly detector</a:t>
            </a:r>
            <a:r>
              <a:rPr lang="en-US" sz="1100">
                <a:latin typeface="Arial"/>
                <a:ea typeface="Arial"/>
                <a:cs typeface="Arial"/>
                <a:sym typeface="Arial"/>
              </a:rPr>
              <a:t>, that rates how suspicious some new data is</a:t>
            </a:r>
            <a:endParaRPr sz="1100">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42" name="Shape 142"/>
        <p:cNvGrpSpPr/>
        <p:nvPr/>
      </p:nvGrpSpPr>
      <p:grpSpPr>
        <a:xfrm>
          <a:off x="0" y="0"/>
          <a:ext cx="0" cy="0"/>
          <a:chOff x="0" y="0"/>
          <a:chExt cx="0" cy="0"/>
        </a:xfrm>
      </p:grpSpPr>
      <p:sp>
        <p:nvSpPr>
          <p:cNvPr id="143" name="Google Shape;143;p26"/>
          <p:cNvSpPr txBox="1"/>
          <p:nvPr>
            <p:ph idx="12" type="sldNum"/>
          </p:nvPr>
        </p:nvSpPr>
        <p:spPr>
          <a:xfrm>
            <a:off x="5345557" y="3033678"/>
            <a:ext cx="130175" cy="111125"/>
          </a:xfrm>
          <a:prstGeom prst="rect">
            <a:avLst/>
          </a:prstGeom>
          <a:noFill/>
          <a:ln>
            <a:noFill/>
          </a:ln>
        </p:spPr>
        <p:txBody>
          <a:bodyPr anchorCtr="0" anchor="t" bIns="0" lIns="0" spcFirstLastPara="1" rIns="0" wrap="square" tIns="5075">
            <a:spAutoFit/>
          </a:bodyPr>
          <a:lstStyle/>
          <a:p>
            <a:pPr indent="0" lvl="0" marL="38100" rtl="0" algn="l">
              <a:lnSpc>
                <a:spcPct val="100000"/>
              </a:lnSpc>
              <a:spcBef>
                <a:spcPts val="0"/>
              </a:spcBef>
              <a:spcAft>
                <a:spcPts val="0"/>
              </a:spcAft>
              <a:buNone/>
            </a:pPr>
            <a:fld id="{00000000-1234-1234-1234-123412341234}" type="slidenum">
              <a:rPr lang="en-US"/>
              <a:t>‹#›</a:t>
            </a:fld>
            <a:endParaRPr/>
          </a:p>
        </p:txBody>
      </p:sp>
      <p:sp>
        <p:nvSpPr>
          <p:cNvPr id="144" name="Google Shape;144;p26"/>
          <p:cNvSpPr txBox="1"/>
          <p:nvPr>
            <p:ph type="title"/>
          </p:nvPr>
        </p:nvSpPr>
        <p:spPr>
          <a:xfrm>
            <a:off x="130860" y="67818"/>
            <a:ext cx="1221105" cy="1778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Performance metrics</a:t>
            </a:r>
            <a:endParaRPr/>
          </a:p>
        </p:txBody>
      </p:sp>
      <p:sp>
        <p:nvSpPr>
          <p:cNvPr id="145" name="Google Shape;145;p26"/>
          <p:cNvSpPr txBox="1"/>
          <p:nvPr/>
        </p:nvSpPr>
        <p:spPr>
          <a:xfrm>
            <a:off x="281431" y="1018413"/>
            <a:ext cx="5109900" cy="15783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750">
                <a:solidFill>
                  <a:srgbClr val="000099"/>
                </a:solidFill>
                <a:latin typeface="Comic Sans MS"/>
                <a:ea typeface="Comic Sans MS"/>
                <a:cs typeface="Comic Sans MS"/>
                <a:sym typeface="Comic Sans MS"/>
              </a:rPr>
              <a:t> </a:t>
            </a:r>
            <a:r>
              <a:rPr lang="en-US" sz="750">
                <a:solidFill>
                  <a:srgbClr val="000099"/>
                </a:solidFill>
                <a:latin typeface="Comic Sans MS"/>
                <a:ea typeface="Comic Sans MS"/>
                <a:cs typeface="Comic Sans MS"/>
                <a:sym typeface="Comic Sans MS"/>
              </a:rPr>
              <a:t> </a:t>
            </a:r>
            <a:r>
              <a:rPr lang="en-US" sz="1000">
                <a:latin typeface="Arial"/>
                <a:ea typeface="Arial"/>
                <a:cs typeface="Arial"/>
                <a:sym typeface="Arial"/>
              </a:rPr>
              <a:t>we judge performance of a model on some data using a </a:t>
            </a:r>
            <a:r>
              <a:rPr i="1" lang="en-US" sz="1000">
                <a:solidFill>
                  <a:srgbClr val="990000"/>
                </a:solidFill>
                <a:latin typeface="Arial"/>
                <a:ea typeface="Arial"/>
                <a:cs typeface="Arial"/>
                <a:sym typeface="Arial"/>
              </a:rPr>
              <a:t>metric </a:t>
            </a:r>
            <a:r>
              <a:rPr lang="en-US" sz="1000">
                <a:latin typeface="Arial"/>
                <a:ea typeface="Arial"/>
                <a:cs typeface="Arial"/>
                <a:sym typeface="Arial"/>
              </a:rPr>
              <a:t>such as</a:t>
            </a:r>
            <a:endParaRPr sz="1000">
              <a:latin typeface="Arial"/>
              <a:ea typeface="Arial"/>
              <a:cs typeface="Arial"/>
              <a:sym typeface="Arial"/>
            </a:endParaRPr>
          </a:p>
          <a:p>
            <a:pPr indent="0" lvl="0" marL="269875" rtl="0" algn="l">
              <a:lnSpc>
                <a:spcPct val="100000"/>
              </a:lnSpc>
              <a:spcBef>
                <a:spcPts val="600"/>
              </a:spcBef>
              <a:spcAft>
                <a:spcPts val="0"/>
              </a:spcAft>
              <a:buNone/>
            </a:pPr>
            <a:r>
              <a:rPr lang="en-US" sz="750">
                <a:solidFill>
                  <a:srgbClr val="000099"/>
                </a:solidFill>
                <a:latin typeface="Comic Sans MS"/>
                <a:ea typeface="Comic Sans MS"/>
                <a:cs typeface="Comic Sans MS"/>
                <a:sym typeface="Comic Sans MS"/>
              </a:rPr>
              <a:t>  </a:t>
            </a:r>
            <a:r>
              <a:rPr lang="en-US" sz="900">
                <a:latin typeface="Arial"/>
                <a:ea typeface="Arial"/>
                <a:cs typeface="Arial"/>
                <a:sym typeface="Arial"/>
              </a:rPr>
              <a:t>mean-square or RMS prediction error (for regression)</a:t>
            </a:r>
            <a:endParaRPr sz="900">
              <a:latin typeface="Arial"/>
              <a:ea typeface="Arial"/>
              <a:cs typeface="Arial"/>
              <a:sym typeface="Arial"/>
            </a:endParaRPr>
          </a:p>
          <a:p>
            <a:pPr indent="0" lvl="0" marL="269875" rtl="0" algn="l">
              <a:lnSpc>
                <a:spcPct val="100000"/>
              </a:lnSpc>
              <a:spcBef>
                <a:spcPts val="400"/>
              </a:spcBef>
              <a:spcAft>
                <a:spcPts val="0"/>
              </a:spcAft>
              <a:buNone/>
            </a:pPr>
            <a:r>
              <a:rPr lang="en-US" sz="750">
                <a:solidFill>
                  <a:srgbClr val="000099"/>
                </a:solidFill>
                <a:latin typeface="Comic Sans MS"/>
                <a:ea typeface="Comic Sans MS"/>
                <a:cs typeface="Comic Sans MS"/>
                <a:sym typeface="Comic Sans MS"/>
              </a:rPr>
              <a:t>  </a:t>
            </a:r>
            <a:r>
              <a:rPr lang="en-US" sz="900">
                <a:latin typeface="Arial"/>
                <a:ea typeface="Arial"/>
                <a:cs typeface="Arial"/>
                <a:sym typeface="Arial"/>
              </a:rPr>
              <a:t>error rate (for classification)</a:t>
            </a:r>
            <a:endParaRPr sz="900">
              <a:latin typeface="Arial"/>
              <a:ea typeface="Arial"/>
              <a:cs typeface="Arial"/>
              <a:sym typeface="Arial"/>
            </a:endParaRPr>
          </a:p>
          <a:p>
            <a:pPr indent="0" lvl="0" marL="269875" rtl="0" algn="l">
              <a:lnSpc>
                <a:spcPct val="100000"/>
              </a:lnSpc>
              <a:spcBef>
                <a:spcPts val="409"/>
              </a:spcBef>
              <a:spcAft>
                <a:spcPts val="0"/>
              </a:spcAft>
              <a:buNone/>
            </a:pPr>
            <a:r>
              <a:rPr lang="en-US" sz="750">
                <a:solidFill>
                  <a:srgbClr val="000099"/>
                </a:solidFill>
                <a:latin typeface="Comic Sans MS"/>
                <a:ea typeface="Comic Sans MS"/>
                <a:cs typeface="Comic Sans MS"/>
                <a:sym typeface="Comic Sans MS"/>
              </a:rPr>
              <a:t>  </a:t>
            </a:r>
            <a:r>
              <a:rPr lang="en-US" sz="900">
                <a:latin typeface="Arial"/>
                <a:ea typeface="Arial"/>
                <a:cs typeface="Arial"/>
                <a:sym typeface="Arial"/>
              </a:rPr>
              <a:t>log likelihood (for probabilistic models)</a:t>
            </a:r>
            <a:endParaRPr sz="900">
              <a:latin typeface="Arial"/>
              <a:ea typeface="Arial"/>
              <a:cs typeface="Arial"/>
              <a:sym typeface="Arial"/>
            </a:endParaRPr>
          </a:p>
          <a:p>
            <a:pPr indent="0" lvl="0" marL="12700" rtl="0" algn="l">
              <a:lnSpc>
                <a:spcPct val="100000"/>
              </a:lnSpc>
              <a:spcBef>
                <a:spcPts val="690"/>
              </a:spcBef>
              <a:spcAft>
                <a:spcPts val="0"/>
              </a:spcAft>
              <a:buNone/>
            </a:pPr>
            <a:r>
              <a:rPr lang="en-US" sz="750">
                <a:solidFill>
                  <a:srgbClr val="000099"/>
                </a:solidFill>
                <a:latin typeface="Comic Sans MS"/>
                <a:ea typeface="Comic Sans MS"/>
                <a:cs typeface="Comic Sans MS"/>
                <a:sym typeface="Comic Sans MS"/>
              </a:rPr>
              <a:t>  </a:t>
            </a:r>
            <a:r>
              <a:rPr lang="en-US" sz="1000">
                <a:latin typeface="Arial"/>
                <a:ea typeface="Arial"/>
                <a:cs typeface="Arial"/>
                <a:sym typeface="Arial"/>
              </a:rPr>
              <a:t>examples:</a:t>
            </a:r>
            <a:endParaRPr sz="1000">
              <a:latin typeface="Arial"/>
              <a:ea typeface="Arial"/>
              <a:cs typeface="Arial"/>
              <a:sym typeface="Arial"/>
            </a:endParaRPr>
          </a:p>
          <a:p>
            <a:pPr indent="0" lvl="0" marL="269875" rtl="0" algn="l">
              <a:lnSpc>
                <a:spcPct val="100000"/>
              </a:lnSpc>
              <a:spcBef>
                <a:spcPts val="125"/>
              </a:spcBef>
              <a:spcAft>
                <a:spcPts val="0"/>
              </a:spcAft>
              <a:buNone/>
            </a:pPr>
            <a:r>
              <a:rPr lang="en-US" sz="750">
                <a:solidFill>
                  <a:srgbClr val="000099"/>
                </a:solidFill>
                <a:latin typeface="Comic Sans MS"/>
                <a:ea typeface="Comic Sans MS"/>
                <a:cs typeface="Comic Sans MS"/>
                <a:sym typeface="Comic Sans MS"/>
              </a:rPr>
              <a:t> </a:t>
            </a:r>
            <a:r>
              <a:rPr lang="en-US" sz="900">
                <a:latin typeface="Arial"/>
                <a:ea typeface="Arial"/>
                <a:cs typeface="Arial"/>
                <a:sym typeface="Arial"/>
              </a:rPr>
              <a:t>our predictor predicts tomorrow’s maximum temperature with an RMS error of 1</a:t>
            </a:r>
            <a:r>
              <a:rPr lang="en-US" sz="350">
                <a:latin typeface="Comic Sans MS"/>
                <a:ea typeface="Comic Sans MS"/>
                <a:cs typeface="Comic Sans MS"/>
                <a:sym typeface="Comic Sans MS"/>
              </a:rPr>
              <a:t>:</a:t>
            </a:r>
            <a:r>
              <a:rPr lang="en-US" sz="900">
                <a:latin typeface="Arial"/>
                <a:ea typeface="Arial"/>
                <a:cs typeface="Arial"/>
                <a:sym typeface="Arial"/>
              </a:rPr>
              <a:t>3 C</a:t>
            </a:r>
            <a:endParaRPr sz="900">
              <a:latin typeface="Arial"/>
              <a:ea typeface="Arial"/>
              <a:cs typeface="Arial"/>
              <a:sym typeface="Arial"/>
            </a:endParaRPr>
          </a:p>
          <a:p>
            <a:pPr indent="0" lvl="0" marL="0" rtl="0" algn="l">
              <a:lnSpc>
                <a:spcPct val="100000"/>
              </a:lnSpc>
              <a:spcBef>
                <a:spcPts val="20"/>
              </a:spcBef>
              <a:spcAft>
                <a:spcPts val="0"/>
              </a:spcAft>
              <a:buNone/>
            </a:pPr>
            <a:r>
              <a:t/>
            </a:r>
            <a:endParaRPr sz="900">
              <a:latin typeface="Arial"/>
              <a:ea typeface="Arial"/>
              <a:cs typeface="Arial"/>
              <a:sym typeface="Arial"/>
            </a:endParaRPr>
          </a:p>
          <a:p>
            <a:pPr indent="0" lvl="0" marL="269875" rtl="0" algn="l">
              <a:lnSpc>
                <a:spcPct val="100000"/>
              </a:lnSpc>
              <a:spcBef>
                <a:spcPts val="0"/>
              </a:spcBef>
              <a:spcAft>
                <a:spcPts val="0"/>
              </a:spcAft>
              <a:buNone/>
            </a:pPr>
            <a:r>
              <a:rPr lang="en-US" sz="750">
                <a:solidFill>
                  <a:srgbClr val="000099"/>
                </a:solidFill>
                <a:latin typeface="Comic Sans MS"/>
                <a:ea typeface="Comic Sans MS"/>
                <a:cs typeface="Comic Sans MS"/>
                <a:sym typeface="Comic Sans MS"/>
              </a:rPr>
              <a:t> </a:t>
            </a:r>
            <a:r>
              <a:rPr lang="en-US" sz="900">
                <a:latin typeface="Arial"/>
                <a:ea typeface="Arial"/>
                <a:cs typeface="Arial"/>
                <a:sym typeface="Arial"/>
              </a:rPr>
              <a:t>our classifier predicts the topic of a newspaper article (from a set of 50 choices) with an error rate of 5%</a:t>
            </a:r>
            <a:endParaRPr sz="900">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49" name="Shape 149"/>
        <p:cNvGrpSpPr/>
        <p:nvPr/>
      </p:nvGrpSpPr>
      <p:grpSpPr>
        <a:xfrm>
          <a:off x="0" y="0"/>
          <a:ext cx="0" cy="0"/>
          <a:chOff x="0" y="0"/>
          <a:chExt cx="0" cy="0"/>
        </a:xfrm>
      </p:grpSpPr>
      <p:sp>
        <p:nvSpPr>
          <p:cNvPr id="150" name="Google Shape;150;p27"/>
          <p:cNvSpPr txBox="1"/>
          <p:nvPr>
            <p:ph idx="12" type="sldNum"/>
          </p:nvPr>
        </p:nvSpPr>
        <p:spPr>
          <a:xfrm>
            <a:off x="5345557" y="3033678"/>
            <a:ext cx="130200" cy="97500"/>
          </a:xfrm>
          <a:prstGeom prst="rect">
            <a:avLst/>
          </a:prstGeom>
          <a:noFill/>
          <a:ln>
            <a:noFill/>
          </a:ln>
        </p:spPr>
        <p:txBody>
          <a:bodyPr anchorCtr="0" anchor="t" bIns="0" lIns="0" spcFirstLastPara="1" rIns="0" wrap="square" tIns="5075">
            <a:spAutoFit/>
          </a:bodyPr>
          <a:lstStyle/>
          <a:p>
            <a:pPr indent="0" lvl="0" marL="38100" rtl="0" algn="l">
              <a:lnSpc>
                <a:spcPct val="100000"/>
              </a:lnSpc>
              <a:spcBef>
                <a:spcPts val="0"/>
              </a:spcBef>
              <a:spcAft>
                <a:spcPts val="0"/>
              </a:spcAft>
              <a:buNone/>
            </a:pPr>
            <a:fld id="{00000000-1234-1234-1234-123412341234}" type="slidenum">
              <a:rPr lang="en-US"/>
              <a:t>‹#›</a:t>
            </a:fld>
            <a:endParaRPr/>
          </a:p>
        </p:txBody>
      </p:sp>
      <p:sp>
        <p:nvSpPr>
          <p:cNvPr id="151" name="Google Shape;151;p27"/>
          <p:cNvSpPr txBox="1"/>
          <p:nvPr>
            <p:ph type="title"/>
          </p:nvPr>
        </p:nvSpPr>
        <p:spPr>
          <a:xfrm>
            <a:off x="130860" y="67818"/>
            <a:ext cx="3704700" cy="1662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highlight>
                  <a:schemeClr val="lt1"/>
                </a:highlight>
              </a:rPr>
              <a:t>Overfitting and Underfitting</a:t>
            </a:r>
            <a:r>
              <a:rPr lang="en-US">
                <a:highlight>
                  <a:srgbClr val="FFFFFF"/>
                </a:highlight>
              </a:rPr>
              <a:t> </a:t>
            </a:r>
            <a:endParaRPr/>
          </a:p>
        </p:txBody>
      </p:sp>
      <p:pic>
        <p:nvPicPr>
          <p:cNvPr id="152" name="Google Shape;152;p27"/>
          <p:cNvPicPr preferRelativeResize="0"/>
          <p:nvPr/>
        </p:nvPicPr>
        <p:blipFill>
          <a:blip r:embed="rId3">
            <a:alphaModFix/>
          </a:blip>
          <a:stretch>
            <a:fillRect/>
          </a:stretch>
        </p:blipFill>
        <p:spPr>
          <a:xfrm>
            <a:off x="152400" y="538818"/>
            <a:ext cx="5460999" cy="223901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pic>
        <p:nvPicPr>
          <p:cNvPr id="158" name="Google Shape;158;p28"/>
          <p:cNvPicPr preferRelativeResize="0"/>
          <p:nvPr/>
        </p:nvPicPr>
        <p:blipFill rotWithShape="1">
          <a:blip r:embed="rId3">
            <a:alphaModFix/>
          </a:blip>
          <a:srcRect b="0" l="0" r="0" t="0"/>
          <a:stretch/>
        </p:blipFill>
        <p:spPr>
          <a:xfrm>
            <a:off x="3315123" y="92113"/>
            <a:ext cx="1838909" cy="715623"/>
          </a:xfrm>
          <a:prstGeom prst="rect">
            <a:avLst/>
          </a:prstGeom>
          <a:noFill/>
          <a:ln>
            <a:noFill/>
          </a:ln>
        </p:spPr>
      </p:pic>
      <p:pic>
        <p:nvPicPr>
          <p:cNvPr descr="Image result for overfitting vs underfitting&quot;" id="159" name="Google Shape;159;p28"/>
          <p:cNvPicPr preferRelativeResize="0"/>
          <p:nvPr/>
        </p:nvPicPr>
        <p:blipFill rotWithShape="1">
          <a:blip r:embed="rId4">
            <a:alphaModFix/>
          </a:blip>
          <a:srcRect b="0" l="0" r="0" t="0"/>
          <a:stretch/>
        </p:blipFill>
        <p:spPr>
          <a:xfrm>
            <a:off x="74235" y="1187046"/>
            <a:ext cx="4246991" cy="1213426"/>
          </a:xfrm>
          <a:prstGeom prst="rect">
            <a:avLst/>
          </a:prstGeom>
          <a:noFill/>
          <a:ln>
            <a:noFill/>
          </a:ln>
        </p:spPr>
      </p:pic>
      <p:sp>
        <p:nvSpPr>
          <p:cNvPr id="160" name="Google Shape;160;p28"/>
          <p:cNvSpPr txBox="1"/>
          <p:nvPr>
            <p:ph type="title"/>
          </p:nvPr>
        </p:nvSpPr>
        <p:spPr>
          <a:xfrm>
            <a:off x="396399" y="172759"/>
            <a:ext cx="4973100" cy="627300"/>
          </a:xfrm>
          <a:prstGeom prst="rect">
            <a:avLst/>
          </a:prstGeom>
          <a:noFill/>
          <a:ln>
            <a:noFill/>
          </a:ln>
        </p:spPr>
        <p:txBody>
          <a:bodyPr anchorCtr="0" anchor="ctr" bIns="26425" lIns="52850" spcFirstLastPara="1" rIns="52850" wrap="square" tIns="26425">
            <a:normAutofit/>
          </a:bodyPr>
          <a:lstStyle/>
          <a:p>
            <a:pPr indent="0" lvl="0" marL="0" rtl="0" algn="l">
              <a:lnSpc>
                <a:spcPct val="90000"/>
              </a:lnSpc>
              <a:spcBef>
                <a:spcPts val="0"/>
              </a:spcBef>
              <a:spcAft>
                <a:spcPts val="0"/>
              </a:spcAft>
              <a:buClr>
                <a:schemeClr val="dk1"/>
              </a:buClr>
              <a:buSzPts val="1900"/>
              <a:buFont typeface="Times New Roman"/>
              <a:buNone/>
            </a:pPr>
            <a:r>
              <a:rPr lang="en-US"/>
              <a:t>Overfitting vs underfitting</a:t>
            </a:r>
            <a:endParaRPr/>
          </a:p>
        </p:txBody>
      </p:sp>
      <p:sp>
        <p:nvSpPr>
          <p:cNvPr id="161" name="Google Shape;161;p28"/>
          <p:cNvSpPr txBox="1"/>
          <p:nvPr/>
        </p:nvSpPr>
        <p:spPr>
          <a:xfrm>
            <a:off x="1024539" y="2390961"/>
            <a:ext cx="860400" cy="207300"/>
          </a:xfrm>
          <a:prstGeom prst="rect">
            <a:avLst/>
          </a:prstGeom>
          <a:noFill/>
          <a:ln>
            <a:noFill/>
          </a:ln>
        </p:spPr>
        <p:txBody>
          <a:bodyPr anchorCtr="0" anchor="t" bIns="26425" lIns="52850" spcFirstLastPara="1" rIns="52850" wrap="square" tIns="26425">
            <a:spAutoFit/>
          </a:bodyPr>
          <a:lstStyle/>
          <a:p>
            <a:pPr indent="0" lvl="0" marL="0" marR="0" rtl="0" algn="l">
              <a:spcBef>
                <a:spcPts val="0"/>
              </a:spcBef>
              <a:spcAft>
                <a:spcPts val="0"/>
              </a:spcAft>
              <a:buNone/>
            </a:pPr>
            <a:r>
              <a:rPr lang="en-US" sz="1000">
                <a:solidFill>
                  <a:schemeClr val="dk1"/>
                </a:solidFill>
                <a:latin typeface="Arial"/>
                <a:ea typeface="Arial"/>
                <a:cs typeface="Arial"/>
                <a:sym typeface="Arial"/>
              </a:rPr>
              <a:t>Underfitting</a:t>
            </a:r>
            <a:endParaRPr sz="800"/>
          </a:p>
        </p:txBody>
      </p:sp>
      <p:sp>
        <p:nvSpPr>
          <p:cNvPr id="162" name="Google Shape;162;p28"/>
          <p:cNvSpPr txBox="1"/>
          <p:nvPr/>
        </p:nvSpPr>
        <p:spPr>
          <a:xfrm>
            <a:off x="3039157" y="2390961"/>
            <a:ext cx="779700" cy="207300"/>
          </a:xfrm>
          <a:prstGeom prst="rect">
            <a:avLst/>
          </a:prstGeom>
          <a:noFill/>
          <a:ln>
            <a:noFill/>
          </a:ln>
        </p:spPr>
        <p:txBody>
          <a:bodyPr anchorCtr="0" anchor="t" bIns="26425" lIns="52850" spcFirstLastPara="1" rIns="52850" wrap="square" tIns="26425">
            <a:spAutoFit/>
          </a:bodyPr>
          <a:lstStyle/>
          <a:p>
            <a:pPr indent="0" lvl="0" marL="0" marR="0" rtl="0" algn="l">
              <a:spcBef>
                <a:spcPts val="0"/>
              </a:spcBef>
              <a:spcAft>
                <a:spcPts val="0"/>
              </a:spcAft>
              <a:buNone/>
            </a:pPr>
            <a:r>
              <a:rPr lang="en-US" sz="1000">
                <a:solidFill>
                  <a:schemeClr val="dk1"/>
                </a:solidFill>
                <a:latin typeface="Arial"/>
                <a:ea typeface="Arial"/>
                <a:cs typeface="Arial"/>
                <a:sym typeface="Arial"/>
              </a:rPr>
              <a:t>Overfitting</a:t>
            </a:r>
            <a:endParaRPr sz="800"/>
          </a:p>
        </p:txBody>
      </p:sp>
      <p:sp>
        <p:nvSpPr>
          <p:cNvPr id="163" name="Google Shape;163;p28"/>
          <p:cNvSpPr txBox="1"/>
          <p:nvPr/>
        </p:nvSpPr>
        <p:spPr>
          <a:xfrm>
            <a:off x="863961" y="2670502"/>
            <a:ext cx="1153800" cy="176400"/>
          </a:xfrm>
          <a:prstGeom prst="rect">
            <a:avLst/>
          </a:prstGeom>
          <a:noFill/>
          <a:ln>
            <a:noFill/>
          </a:ln>
        </p:spPr>
        <p:txBody>
          <a:bodyPr anchorCtr="0" anchor="t" bIns="26425" lIns="52850" spcFirstLastPara="1" rIns="52850" wrap="square" tIns="26425">
            <a:spAutoFit/>
          </a:bodyPr>
          <a:lstStyle/>
          <a:p>
            <a:pPr indent="0" lvl="0" marL="0" marR="0" rtl="0" algn="l">
              <a:spcBef>
                <a:spcPts val="0"/>
              </a:spcBef>
              <a:spcAft>
                <a:spcPts val="0"/>
              </a:spcAft>
              <a:buNone/>
            </a:pPr>
            <a:r>
              <a:t/>
            </a:r>
            <a:endParaRPr sz="800"/>
          </a:p>
        </p:txBody>
      </p:sp>
      <p:sp>
        <p:nvSpPr>
          <p:cNvPr id="164" name="Google Shape;164;p28"/>
          <p:cNvSpPr txBox="1"/>
          <p:nvPr/>
        </p:nvSpPr>
        <p:spPr>
          <a:xfrm>
            <a:off x="396399" y="668869"/>
            <a:ext cx="4973100" cy="629100"/>
          </a:xfrm>
          <a:prstGeom prst="rect">
            <a:avLst/>
          </a:prstGeom>
          <a:noFill/>
          <a:ln>
            <a:noFill/>
          </a:ln>
        </p:spPr>
        <p:txBody>
          <a:bodyPr anchorCtr="0" anchor="t" bIns="26425" lIns="52850" spcFirstLastPara="1" rIns="52850" wrap="square" tIns="26425">
            <a:normAutofit lnSpcReduction="10000"/>
          </a:bodyPr>
          <a:lstStyle/>
          <a:p>
            <a:pPr indent="-101600" lvl="0" marL="101600" marR="0" rtl="0" algn="l">
              <a:lnSpc>
                <a:spcPct val="90000"/>
              </a:lnSpc>
              <a:spcBef>
                <a:spcPts val="0"/>
              </a:spcBef>
              <a:spcAft>
                <a:spcPts val="0"/>
              </a:spcAft>
              <a:buClr>
                <a:schemeClr val="dk1"/>
              </a:buClr>
              <a:buSzPts val="1400"/>
              <a:buFont typeface="Arial"/>
              <a:buChar char="•"/>
            </a:pPr>
            <a:r>
              <a:rPr lang="en-US" sz="1400">
                <a:solidFill>
                  <a:schemeClr val="dk1"/>
                </a:solidFill>
                <a:latin typeface="Times New Roman"/>
                <a:ea typeface="Times New Roman"/>
                <a:cs typeface="Times New Roman"/>
                <a:sym typeface="Times New Roman"/>
              </a:rPr>
              <a:t>Overfitting – fitting the training data too precisely - usually leads to poor results on new data</a:t>
            </a:r>
            <a:endParaRPr sz="800"/>
          </a:p>
          <a:p>
            <a:pPr indent="-101600" lvl="0" marL="101600" marR="0" rtl="0" algn="l">
              <a:lnSpc>
                <a:spcPct val="90000"/>
              </a:lnSpc>
              <a:spcBef>
                <a:spcPts val="400"/>
              </a:spcBef>
              <a:spcAft>
                <a:spcPts val="0"/>
              </a:spcAft>
              <a:buClr>
                <a:schemeClr val="dk1"/>
              </a:buClr>
              <a:buSzPts val="1400"/>
              <a:buFont typeface="Arial"/>
              <a:buChar char="•"/>
            </a:pPr>
            <a:r>
              <a:rPr lang="en-US" sz="1400">
                <a:solidFill>
                  <a:schemeClr val="dk1"/>
                </a:solidFill>
                <a:latin typeface="Times New Roman"/>
                <a:ea typeface="Times New Roman"/>
                <a:cs typeface="Times New Roman"/>
                <a:sym typeface="Times New Roman"/>
              </a:rPr>
              <a:t>Underfitting – model does not fit training data well </a:t>
            </a:r>
            <a:endParaRPr sz="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68" name="Shape 168"/>
        <p:cNvGrpSpPr/>
        <p:nvPr/>
      </p:nvGrpSpPr>
      <p:grpSpPr>
        <a:xfrm>
          <a:off x="0" y="0"/>
          <a:ext cx="0" cy="0"/>
          <a:chOff x="0" y="0"/>
          <a:chExt cx="0" cy="0"/>
        </a:xfrm>
      </p:grpSpPr>
      <p:sp>
        <p:nvSpPr>
          <p:cNvPr id="169" name="Google Shape;169;p29"/>
          <p:cNvSpPr txBox="1"/>
          <p:nvPr>
            <p:ph idx="12" type="sldNum"/>
          </p:nvPr>
        </p:nvSpPr>
        <p:spPr>
          <a:xfrm>
            <a:off x="5345557" y="3033678"/>
            <a:ext cx="130200" cy="97500"/>
          </a:xfrm>
          <a:prstGeom prst="rect">
            <a:avLst/>
          </a:prstGeom>
          <a:noFill/>
          <a:ln>
            <a:noFill/>
          </a:ln>
        </p:spPr>
        <p:txBody>
          <a:bodyPr anchorCtr="0" anchor="t" bIns="0" lIns="0" spcFirstLastPara="1" rIns="0" wrap="square" tIns="5075">
            <a:spAutoFit/>
          </a:bodyPr>
          <a:lstStyle/>
          <a:p>
            <a:pPr indent="0" lvl="0" marL="38100" rtl="0" algn="l">
              <a:lnSpc>
                <a:spcPct val="100000"/>
              </a:lnSpc>
              <a:spcBef>
                <a:spcPts val="0"/>
              </a:spcBef>
              <a:spcAft>
                <a:spcPts val="0"/>
              </a:spcAft>
              <a:buNone/>
            </a:pPr>
            <a:fld id="{00000000-1234-1234-1234-123412341234}" type="slidenum">
              <a:rPr lang="en-US"/>
              <a:t>‹#›</a:t>
            </a:fld>
            <a:endParaRPr/>
          </a:p>
        </p:txBody>
      </p:sp>
      <p:sp>
        <p:nvSpPr>
          <p:cNvPr id="170" name="Google Shape;170;p29"/>
          <p:cNvSpPr txBox="1"/>
          <p:nvPr>
            <p:ph type="title"/>
          </p:nvPr>
        </p:nvSpPr>
        <p:spPr>
          <a:xfrm>
            <a:off x="130860" y="67818"/>
            <a:ext cx="3704700" cy="1662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highlight>
                  <a:schemeClr val="lt1"/>
                </a:highlight>
              </a:rPr>
              <a:t>Overfitting and Underfitting</a:t>
            </a:r>
            <a:r>
              <a:rPr lang="en-US">
                <a:highlight>
                  <a:srgbClr val="FFFFFF"/>
                </a:highlight>
              </a:rPr>
              <a:t> </a:t>
            </a:r>
            <a:endParaRPr/>
          </a:p>
        </p:txBody>
      </p:sp>
      <p:pic>
        <p:nvPicPr>
          <p:cNvPr id="171" name="Google Shape;171;p29"/>
          <p:cNvPicPr preferRelativeResize="0"/>
          <p:nvPr/>
        </p:nvPicPr>
        <p:blipFill>
          <a:blip r:embed="rId3">
            <a:alphaModFix/>
          </a:blip>
          <a:stretch>
            <a:fillRect/>
          </a:stretch>
        </p:blipFill>
        <p:spPr>
          <a:xfrm>
            <a:off x="381000" y="386418"/>
            <a:ext cx="4692739" cy="270603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75" name="Shape 175"/>
        <p:cNvGrpSpPr/>
        <p:nvPr/>
      </p:nvGrpSpPr>
      <p:grpSpPr>
        <a:xfrm>
          <a:off x="0" y="0"/>
          <a:ext cx="0" cy="0"/>
          <a:chOff x="0" y="0"/>
          <a:chExt cx="0" cy="0"/>
        </a:xfrm>
      </p:grpSpPr>
      <p:sp>
        <p:nvSpPr>
          <p:cNvPr id="176" name="Google Shape;176;p30"/>
          <p:cNvSpPr txBox="1"/>
          <p:nvPr>
            <p:ph idx="12" type="sldNum"/>
          </p:nvPr>
        </p:nvSpPr>
        <p:spPr>
          <a:xfrm>
            <a:off x="5345557" y="3033678"/>
            <a:ext cx="130175" cy="111125"/>
          </a:xfrm>
          <a:prstGeom prst="rect">
            <a:avLst/>
          </a:prstGeom>
          <a:noFill/>
          <a:ln>
            <a:noFill/>
          </a:ln>
        </p:spPr>
        <p:txBody>
          <a:bodyPr anchorCtr="0" anchor="t" bIns="0" lIns="0" spcFirstLastPara="1" rIns="0" wrap="square" tIns="5075">
            <a:spAutoFit/>
          </a:bodyPr>
          <a:lstStyle/>
          <a:p>
            <a:pPr indent="0" lvl="0" marL="38100" rtl="0" algn="l">
              <a:lnSpc>
                <a:spcPct val="100000"/>
              </a:lnSpc>
              <a:spcBef>
                <a:spcPts val="0"/>
              </a:spcBef>
              <a:spcAft>
                <a:spcPts val="0"/>
              </a:spcAft>
              <a:buNone/>
            </a:pPr>
            <a:fld id="{00000000-1234-1234-1234-123412341234}" type="slidenum">
              <a:rPr lang="en-US"/>
              <a:t>‹#›</a:t>
            </a:fld>
            <a:endParaRPr/>
          </a:p>
        </p:txBody>
      </p:sp>
      <p:sp>
        <p:nvSpPr>
          <p:cNvPr id="177" name="Google Shape;177;p30"/>
          <p:cNvSpPr txBox="1"/>
          <p:nvPr>
            <p:ph type="title"/>
          </p:nvPr>
        </p:nvSpPr>
        <p:spPr>
          <a:xfrm>
            <a:off x="130860" y="67818"/>
            <a:ext cx="3704590" cy="1778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Learning a model</a:t>
            </a:r>
            <a:endParaRPr/>
          </a:p>
        </p:txBody>
      </p:sp>
      <p:sp>
        <p:nvSpPr>
          <p:cNvPr id="178" name="Google Shape;178;p30"/>
          <p:cNvSpPr txBox="1"/>
          <p:nvPr/>
        </p:nvSpPr>
        <p:spPr>
          <a:xfrm>
            <a:off x="130860" y="955039"/>
            <a:ext cx="5087700" cy="20901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100">
                <a:latin typeface="Arial"/>
                <a:ea typeface="Arial"/>
                <a:cs typeface="Arial"/>
                <a:sym typeface="Arial"/>
              </a:rPr>
              <a:t>a common method of choosing a model:</a:t>
            </a:r>
            <a:endParaRPr sz="1100">
              <a:latin typeface="Arial"/>
              <a:ea typeface="Arial"/>
              <a:cs typeface="Arial"/>
              <a:sym typeface="Arial"/>
            </a:endParaRPr>
          </a:p>
          <a:p>
            <a:pPr indent="0" lvl="0" marL="0" rtl="0" algn="l">
              <a:lnSpc>
                <a:spcPct val="100000"/>
              </a:lnSpc>
              <a:spcBef>
                <a:spcPts val="140"/>
              </a:spcBef>
              <a:spcAft>
                <a:spcPts val="0"/>
              </a:spcAft>
              <a:buNone/>
            </a:pPr>
            <a:r>
              <a:t/>
            </a:r>
            <a:endParaRPr sz="1100">
              <a:latin typeface="Arial"/>
              <a:ea typeface="Arial"/>
              <a:cs typeface="Arial"/>
              <a:sym typeface="Arial"/>
            </a:endParaRPr>
          </a:p>
          <a:p>
            <a:pPr indent="0" lvl="0" marL="163195" rtl="0" algn="l">
              <a:lnSpc>
                <a:spcPct val="100000"/>
              </a:lnSpc>
              <a:spcBef>
                <a:spcPts val="0"/>
              </a:spcBef>
              <a:spcAft>
                <a:spcPts val="0"/>
              </a:spcAft>
              <a:buNone/>
            </a:pPr>
            <a:r>
              <a:rPr lang="en-US" sz="850">
                <a:solidFill>
                  <a:srgbClr val="000099"/>
                </a:solidFill>
                <a:latin typeface="Comic Sans MS"/>
                <a:ea typeface="Comic Sans MS"/>
                <a:cs typeface="Comic Sans MS"/>
                <a:sym typeface="Comic Sans MS"/>
              </a:rPr>
              <a:t>  </a:t>
            </a:r>
            <a:r>
              <a:rPr lang="en-US" sz="1100">
                <a:latin typeface="Arial"/>
                <a:ea typeface="Arial"/>
                <a:cs typeface="Arial"/>
                <a:sym typeface="Arial"/>
              </a:rPr>
              <a:t>choose the </a:t>
            </a:r>
            <a:r>
              <a:rPr i="1" lang="en-US" sz="1100">
                <a:solidFill>
                  <a:srgbClr val="990000"/>
                </a:solidFill>
                <a:latin typeface="Arial"/>
                <a:ea typeface="Arial"/>
                <a:cs typeface="Arial"/>
                <a:sym typeface="Arial"/>
              </a:rPr>
              <a:t>model structure </a:t>
            </a:r>
            <a:r>
              <a:rPr lang="en-US" sz="1100">
                <a:latin typeface="Arial"/>
                <a:ea typeface="Arial"/>
                <a:cs typeface="Arial"/>
                <a:sym typeface="Arial"/>
              </a:rPr>
              <a:t>or </a:t>
            </a:r>
            <a:r>
              <a:rPr i="1" lang="en-US" sz="1100">
                <a:solidFill>
                  <a:srgbClr val="990000"/>
                </a:solidFill>
                <a:latin typeface="Arial"/>
                <a:ea typeface="Arial"/>
                <a:cs typeface="Arial"/>
                <a:sym typeface="Arial"/>
              </a:rPr>
              <a:t>form </a:t>
            </a:r>
            <a:r>
              <a:rPr lang="en-US" sz="1100">
                <a:latin typeface="Arial"/>
                <a:ea typeface="Arial"/>
                <a:cs typeface="Arial"/>
                <a:sym typeface="Arial"/>
              </a:rPr>
              <a:t>or </a:t>
            </a:r>
            <a:r>
              <a:rPr i="1" lang="en-US" sz="1100">
                <a:solidFill>
                  <a:srgbClr val="990000"/>
                </a:solidFill>
                <a:latin typeface="Arial"/>
                <a:ea typeface="Arial"/>
                <a:cs typeface="Arial"/>
                <a:sym typeface="Arial"/>
              </a:rPr>
              <a:t>type</a:t>
            </a:r>
            <a:endParaRPr sz="1100">
              <a:latin typeface="Arial"/>
              <a:ea typeface="Arial"/>
              <a:cs typeface="Arial"/>
              <a:sym typeface="Arial"/>
            </a:endParaRPr>
          </a:p>
          <a:p>
            <a:pPr indent="0" lvl="0" marL="163195" rtl="0" algn="l">
              <a:lnSpc>
                <a:spcPct val="100000"/>
              </a:lnSpc>
              <a:spcBef>
                <a:spcPts val="900"/>
              </a:spcBef>
              <a:spcAft>
                <a:spcPts val="0"/>
              </a:spcAft>
              <a:buNone/>
            </a:pPr>
            <a:r>
              <a:rPr lang="en-US" sz="850">
                <a:solidFill>
                  <a:srgbClr val="000099"/>
                </a:solidFill>
                <a:latin typeface="Comic Sans MS"/>
                <a:ea typeface="Comic Sans MS"/>
                <a:cs typeface="Comic Sans MS"/>
                <a:sym typeface="Comic Sans MS"/>
              </a:rPr>
              <a:t>  </a:t>
            </a:r>
            <a:r>
              <a:rPr lang="en-US" sz="1100">
                <a:latin typeface="Arial"/>
                <a:ea typeface="Arial"/>
                <a:cs typeface="Arial"/>
                <a:sym typeface="Arial"/>
              </a:rPr>
              <a:t>the model contains a number of </a:t>
            </a:r>
            <a:r>
              <a:rPr i="1" lang="en-US" sz="1100">
                <a:solidFill>
                  <a:srgbClr val="990000"/>
                </a:solidFill>
                <a:latin typeface="Arial"/>
                <a:ea typeface="Arial"/>
                <a:cs typeface="Arial"/>
                <a:sym typeface="Arial"/>
              </a:rPr>
              <a:t>model parameters</a:t>
            </a:r>
            <a:endParaRPr sz="1100">
              <a:latin typeface="Arial"/>
              <a:ea typeface="Arial"/>
              <a:cs typeface="Arial"/>
              <a:sym typeface="Arial"/>
            </a:endParaRPr>
          </a:p>
          <a:p>
            <a:pPr indent="0" lvl="0" marL="163195" rtl="0" algn="l">
              <a:lnSpc>
                <a:spcPct val="100000"/>
              </a:lnSpc>
              <a:spcBef>
                <a:spcPts val="900"/>
              </a:spcBef>
              <a:spcAft>
                <a:spcPts val="0"/>
              </a:spcAft>
              <a:buNone/>
            </a:pPr>
            <a:r>
              <a:rPr lang="en-US" sz="850">
                <a:solidFill>
                  <a:srgbClr val="000099"/>
                </a:solidFill>
                <a:latin typeface="Comic Sans MS"/>
                <a:ea typeface="Comic Sans MS"/>
                <a:cs typeface="Comic Sans MS"/>
                <a:sym typeface="Comic Sans MS"/>
              </a:rPr>
              <a:t> </a:t>
            </a:r>
            <a:r>
              <a:rPr lang="en-US" sz="850">
                <a:solidFill>
                  <a:srgbClr val="000099"/>
                </a:solidFill>
                <a:latin typeface="Comic Sans MS"/>
                <a:ea typeface="Comic Sans MS"/>
                <a:cs typeface="Comic Sans MS"/>
                <a:sym typeface="Comic Sans MS"/>
              </a:rPr>
              <a:t> </a:t>
            </a:r>
            <a:r>
              <a:rPr lang="en-US" sz="1100">
                <a:latin typeface="Arial"/>
                <a:ea typeface="Arial"/>
                <a:cs typeface="Arial"/>
                <a:sym typeface="Arial"/>
              </a:rPr>
              <a:t>choose a </a:t>
            </a:r>
            <a:r>
              <a:rPr i="1" lang="en-US" sz="1100">
                <a:solidFill>
                  <a:srgbClr val="990000"/>
                </a:solidFill>
                <a:latin typeface="Arial"/>
                <a:ea typeface="Arial"/>
                <a:cs typeface="Arial"/>
                <a:sym typeface="Arial"/>
              </a:rPr>
              <a:t>loss function </a:t>
            </a:r>
            <a:r>
              <a:rPr lang="en-US" sz="1100">
                <a:latin typeface="Arial"/>
                <a:ea typeface="Arial"/>
                <a:cs typeface="Arial"/>
                <a:sym typeface="Arial"/>
              </a:rPr>
              <a:t>that rates how badly the model performs on a single data point or   example</a:t>
            </a:r>
            <a:endParaRPr sz="1100">
              <a:latin typeface="Arial"/>
              <a:ea typeface="Arial"/>
              <a:cs typeface="Arial"/>
              <a:sym typeface="Arial"/>
            </a:endParaRPr>
          </a:p>
          <a:p>
            <a:pPr indent="0" lvl="0" marL="163195" rtl="0" algn="l">
              <a:lnSpc>
                <a:spcPct val="100000"/>
              </a:lnSpc>
              <a:spcBef>
                <a:spcPts val="905"/>
              </a:spcBef>
              <a:spcAft>
                <a:spcPts val="0"/>
              </a:spcAft>
              <a:buNone/>
            </a:pPr>
            <a:r>
              <a:rPr lang="en-US" sz="850">
                <a:solidFill>
                  <a:srgbClr val="000099"/>
                </a:solidFill>
                <a:latin typeface="Comic Sans MS"/>
                <a:ea typeface="Comic Sans MS"/>
                <a:cs typeface="Comic Sans MS"/>
                <a:sym typeface="Comic Sans MS"/>
              </a:rPr>
              <a:t>  </a:t>
            </a:r>
            <a:r>
              <a:rPr lang="en-US" sz="1100">
                <a:latin typeface="Arial"/>
                <a:ea typeface="Arial"/>
                <a:cs typeface="Arial"/>
                <a:sym typeface="Arial"/>
              </a:rPr>
              <a:t>choose the parameter value by minimizing an average loss over the training data</a:t>
            </a:r>
            <a:endParaRPr sz="1100">
              <a:latin typeface="Arial"/>
              <a:ea typeface="Arial"/>
              <a:cs typeface="Arial"/>
              <a:sym typeface="Arial"/>
            </a:endParaRPr>
          </a:p>
          <a:p>
            <a:pPr indent="0" lvl="0" marL="0" rtl="0" algn="l">
              <a:lnSpc>
                <a:spcPct val="100000"/>
              </a:lnSpc>
              <a:spcBef>
                <a:spcPts val="150"/>
              </a:spcBef>
              <a:spcAft>
                <a:spcPts val="0"/>
              </a:spcAft>
              <a:buNone/>
            </a:pPr>
            <a:r>
              <a:t/>
            </a:r>
            <a:endParaRPr sz="1100">
              <a:latin typeface="Arial"/>
              <a:ea typeface="Arial"/>
              <a:cs typeface="Arial"/>
              <a:sym typeface="Arial"/>
            </a:endParaRPr>
          </a:p>
          <a:p>
            <a:pPr indent="0" lvl="0" marL="0" rtl="0" algn="l">
              <a:lnSpc>
                <a:spcPct val="100000"/>
              </a:lnSpc>
              <a:spcBef>
                <a:spcPts val="0"/>
              </a:spcBef>
              <a:spcAft>
                <a:spcPts val="0"/>
              </a:spcAft>
              <a:buNone/>
            </a:pPr>
            <a:r>
              <a:t/>
            </a:r>
            <a:endParaRPr sz="1100">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1"/>
          <p:cNvSpPr txBox="1"/>
          <p:nvPr>
            <p:ph type="title"/>
          </p:nvPr>
        </p:nvSpPr>
        <p:spPr>
          <a:xfrm>
            <a:off x="291458" y="230971"/>
            <a:ext cx="5341200" cy="528600"/>
          </a:xfrm>
          <a:prstGeom prst="rect">
            <a:avLst/>
          </a:prstGeom>
          <a:noFill/>
          <a:ln>
            <a:noFill/>
          </a:ln>
        </p:spPr>
        <p:txBody>
          <a:bodyPr anchorCtr="0" anchor="ctr" bIns="19950" lIns="39925" spcFirstLastPara="1" rIns="39925" wrap="square" tIns="19950">
            <a:normAutofit/>
          </a:bodyPr>
          <a:lstStyle/>
          <a:p>
            <a:pPr indent="0" lvl="0" marL="0" rtl="0" algn="l">
              <a:lnSpc>
                <a:spcPct val="90000"/>
              </a:lnSpc>
              <a:spcBef>
                <a:spcPts val="0"/>
              </a:spcBef>
              <a:spcAft>
                <a:spcPts val="0"/>
              </a:spcAft>
              <a:buClr>
                <a:schemeClr val="dk1"/>
              </a:buClr>
              <a:buSzPts val="1600"/>
              <a:buFont typeface="Times New Roman"/>
              <a:buNone/>
            </a:pPr>
            <a:r>
              <a:rPr lang="en-US" sz="1600"/>
              <a:t>Model Evaluation Step 1: </a:t>
            </a:r>
            <a:br>
              <a:rPr lang="en-US" sz="1600"/>
            </a:br>
            <a:r>
              <a:rPr lang="en-US" sz="1600"/>
              <a:t>Split data into train and test sets</a:t>
            </a:r>
            <a:endParaRPr/>
          </a:p>
        </p:txBody>
      </p:sp>
      <p:sp>
        <p:nvSpPr>
          <p:cNvPr id="185" name="Google Shape;185;p31"/>
          <p:cNvSpPr/>
          <p:nvPr/>
        </p:nvSpPr>
        <p:spPr>
          <a:xfrm>
            <a:off x="1621631" y="919375"/>
            <a:ext cx="815700" cy="131400"/>
          </a:xfrm>
          <a:prstGeom prst="rect">
            <a:avLst/>
          </a:prstGeom>
          <a:noFill/>
          <a:ln>
            <a:noFill/>
          </a:ln>
        </p:spPr>
        <p:txBody>
          <a:bodyPr anchorCtr="0" anchor="t" bIns="19950" lIns="39925" spcFirstLastPara="1" rIns="39925" wrap="square" tIns="19950">
            <a:noAutofit/>
          </a:bodyPr>
          <a:lstStyle/>
          <a:p>
            <a:pPr indent="0" lvl="0" marL="0" marR="0" rtl="0" algn="l">
              <a:spcBef>
                <a:spcPts val="0"/>
              </a:spcBef>
              <a:spcAft>
                <a:spcPts val="0"/>
              </a:spcAft>
              <a:buClr>
                <a:srgbClr val="000000"/>
              </a:buClr>
              <a:buSzPts val="800"/>
              <a:buFont typeface="Noto Sans Symbols"/>
              <a:buNone/>
            </a:pPr>
            <a:r>
              <a:rPr lang="en-US" sz="800">
                <a:solidFill>
                  <a:srgbClr val="000000"/>
                </a:solidFill>
                <a:latin typeface="Arial"/>
                <a:ea typeface="Arial"/>
                <a:cs typeface="Arial"/>
                <a:sym typeface="Arial"/>
              </a:rPr>
              <a:t>Results Known</a:t>
            </a:r>
            <a:endParaRPr sz="800"/>
          </a:p>
        </p:txBody>
      </p:sp>
      <p:sp>
        <p:nvSpPr>
          <p:cNvPr id="186" name="Google Shape;186;p31"/>
          <p:cNvSpPr/>
          <p:nvPr/>
        </p:nvSpPr>
        <p:spPr>
          <a:xfrm>
            <a:off x="1726737" y="1141331"/>
            <a:ext cx="540600" cy="446100"/>
          </a:xfrm>
          <a:prstGeom prst="rect">
            <a:avLst/>
          </a:prstGeom>
          <a:noFill/>
          <a:ln cap="flat" cmpd="sng" w="12700">
            <a:solidFill>
              <a:srgbClr val="000000"/>
            </a:solidFill>
            <a:prstDash val="solid"/>
            <a:miter lim="800000"/>
            <a:headEnd len="sm" w="sm" type="none"/>
            <a:tailEnd len="sm" w="sm" type="none"/>
          </a:ln>
        </p:spPr>
        <p:txBody>
          <a:bodyPr anchorCtr="0" anchor="ctr" bIns="26425" lIns="52850" spcFirstLastPara="1" rIns="52850" wrap="square" tIns="26425">
            <a:noAutofit/>
          </a:bodyPr>
          <a:lstStyle/>
          <a:p>
            <a:pPr indent="0" lvl="0" marL="0" marR="0" rtl="0" algn="l">
              <a:spcBef>
                <a:spcPts val="0"/>
              </a:spcBef>
              <a:spcAft>
                <a:spcPts val="0"/>
              </a:spcAft>
              <a:buClr>
                <a:schemeClr val="dk1"/>
              </a:buClr>
              <a:buSzPts val="800"/>
              <a:buFont typeface="Noto Sans Symbols"/>
              <a:buNone/>
            </a:pPr>
            <a:r>
              <a:t/>
            </a:r>
            <a:endParaRPr sz="800">
              <a:solidFill>
                <a:schemeClr val="dk1"/>
              </a:solidFill>
              <a:latin typeface="Arial"/>
              <a:ea typeface="Arial"/>
              <a:cs typeface="Arial"/>
              <a:sym typeface="Arial"/>
            </a:endParaRPr>
          </a:p>
        </p:txBody>
      </p:sp>
      <p:cxnSp>
        <p:nvCxnSpPr>
          <p:cNvPr id="187" name="Google Shape;187;p31"/>
          <p:cNvCxnSpPr/>
          <p:nvPr/>
        </p:nvCxnSpPr>
        <p:spPr>
          <a:xfrm>
            <a:off x="1723734" y="1308080"/>
            <a:ext cx="540600" cy="0"/>
          </a:xfrm>
          <a:prstGeom prst="straightConnector1">
            <a:avLst/>
          </a:prstGeom>
          <a:noFill/>
          <a:ln cap="flat" cmpd="sng" w="12700">
            <a:solidFill>
              <a:srgbClr val="000000"/>
            </a:solidFill>
            <a:prstDash val="solid"/>
            <a:round/>
            <a:headEnd len="sm" w="sm" type="none"/>
            <a:tailEnd len="sm" w="sm" type="none"/>
          </a:ln>
        </p:spPr>
      </p:cxnSp>
      <p:cxnSp>
        <p:nvCxnSpPr>
          <p:cNvPr id="188" name="Google Shape;188;p31"/>
          <p:cNvCxnSpPr/>
          <p:nvPr/>
        </p:nvCxnSpPr>
        <p:spPr>
          <a:xfrm>
            <a:off x="1723734" y="1195412"/>
            <a:ext cx="540600" cy="0"/>
          </a:xfrm>
          <a:prstGeom prst="straightConnector1">
            <a:avLst/>
          </a:prstGeom>
          <a:noFill/>
          <a:ln cap="flat" cmpd="sng" w="12700">
            <a:solidFill>
              <a:srgbClr val="000000"/>
            </a:solidFill>
            <a:prstDash val="solid"/>
            <a:round/>
            <a:headEnd len="sm" w="sm" type="none"/>
            <a:tailEnd len="sm" w="sm" type="none"/>
          </a:ln>
        </p:spPr>
      </p:cxnSp>
      <p:cxnSp>
        <p:nvCxnSpPr>
          <p:cNvPr id="189" name="Google Shape;189;p31"/>
          <p:cNvCxnSpPr/>
          <p:nvPr/>
        </p:nvCxnSpPr>
        <p:spPr>
          <a:xfrm>
            <a:off x="1723734" y="1253999"/>
            <a:ext cx="540600" cy="0"/>
          </a:xfrm>
          <a:prstGeom prst="straightConnector1">
            <a:avLst/>
          </a:prstGeom>
          <a:noFill/>
          <a:ln cap="flat" cmpd="sng" w="12700">
            <a:solidFill>
              <a:srgbClr val="000000"/>
            </a:solidFill>
            <a:prstDash val="solid"/>
            <a:round/>
            <a:headEnd len="sm" w="sm" type="none"/>
            <a:tailEnd len="sm" w="sm" type="none"/>
          </a:ln>
        </p:spPr>
      </p:cxnSp>
      <p:cxnSp>
        <p:nvCxnSpPr>
          <p:cNvPr id="190" name="Google Shape;190;p31"/>
          <p:cNvCxnSpPr/>
          <p:nvPr/>
        </p:nvCxnSpPr>
        <p:spPr>
          <a:xfrm>
            <a:off x="1723734" y="1366668"/>
            <a:ext cx="540600" cy="0"/>
          </a:xfrm>
          <a:prstGeom prst="straightConnector1">
            <a:avLst/>
          </a:prstGeom>
          <a:noFill/>
          <a:ln cap="flat" cmpd="sng" w="12700">
            <a:solidFill>
              <a:srgbClr val="000000"/>
            </a:solidFill>
            <a:prstDash val="solid"/>
            <a:round/>
            <a:headEnd len="sm" w="sm" type="none"/>
            <a:tailEnd len="sm" w="sm" type="none"/>
          </a:ln>
        </p:spPr>
      </p:cxnSp>
      <p:cxnSp>
        <p:nvCxnSpPr>
          <p:cNvPr id="191" name="Google Shape;191;p31"/>
          <p:cNvCxnSpPr/>
          <p:nvPr/>
        </p:nvCxnSpPr>
        <p:spPr>
          <a:xfrm>
            <a:off x="1723734" y="1533417"/>
            <a:ext cx="540600" cy="0"/>
          </a:xfrm>
          <a:prstGeom prst="straightConnector1">
            <a:avLst/>
          </a:prstGeom>
          <a:noFill/>
          <a:ln cap="flat" cmpd="sng" w="12700">
            <a:solidFill>
              <a:srgbClr val="000000"/>
            </a:solidFill>
            <a:prstDash val="solid"/>
            <a:round/>
            <a:headEnd len="sm" w="sm" type="none"/>
            <a:tailEnd len="sm" w="sm" type="none"/>
          </a:ln>
        </p:spPr>
      </p:cxnSp>
      <p:cxnSp>
        <p:nvCxnSpPr>
          <p:cNvPr id="192" name="Google Shape;192;p31"/>
          <p:cNvCxnSpPr/>
          <p:nvPr/>
        </p:nvCxnSpPr>
        <p:spPr>
          <a:xfrm>
            <a:off x="1723734" y="1479336"/>
            <a:ext cx="540600" cy="0"/>
          </a:xfrm>
          <a:prstGeom prst="straightConnector1">
            <a:avLst/>
          </a:prstGeom>
          <a:noFill/>
          <a:ln cap="flat" cmpd="sng" w="12700">
            <a:solidFill>
              <a:srgbClr val="000000"/>
            </a:solidFill>
            <a:prstDash val="solid"/>
            <a:round/>
            <a:headEnd len="sm" w="sm" type="none"/>
            <a:tailEnd len="sm" w="sm" type="none"/>
          </a:ln>
        </p:spPr>
      </p:cxnSp>
      <p:cxnSp>
        <p:nvCxnSpPr>
          <p:cNvPr id="193" name="Google Shape;193;p31"/>
          <p:cNvCxnSpPr/>
          <p:nvPr/>
        </p:nvCxnSpPr>
        <p:spPr>
          <a:xfrm>
            <a:off x="1723734" y="1420748"/>
            <a:ext cx="540600" cy="0"/>
          </a:xfrm>
          <a:prstGeom prst="straightConnector1">
            <a:avLst/>
          </a:prstGeom>
          <a:noFill/>
          <a:ln cap="flat" cmpd="sng" w="12700">
            <a:solidFill>
              <a:srgbClr val="000000"/>
            </a:solidFill>
            <a:prstDash val="solid"/>
            <a:round/>
            <a:headEnd len="sm" w="sm" type="none"/>
            <a:tailEnd len="sm" w="sm" type="none"/>
          </a:ln>
        </p:spPr>
      </p:cxnSp>
      <p:cxnSp>
        <p:nvCxnSpPr>
          <p:cNvPr id="194" name="Google Shape;194;p31"/>
          <p:cNvCxnSpPr/>
          <p:nvPr/>
        </p:nvCxnSpPr>
        <p:spPr>
          <a:xfrm rot="10800000">
            <a:off x="2183196" y="1139151"/>
            <a:ext cx="0" cy="450600"/>
          </a:xfrm>
          <a:prstGeom prst="straightConnector1">
            <a:avLst/>
          </a:prstGeom>
          <a:noFill/>
          <a:ln cap="flat" cmpd="sng" w="12700">
            <a:solidFill>
              <a:srgbClr val="000000"/>
            </a:solidFill>
            <a:prstDash val="solid"/>
            <a:round/>
            <a:headEnd len="sm" w="sm" type="none"/>
            <a:tailEnd len="sm" w="sm" type="none"/>
          </a:ln>
        </p:spPr>
      </p:cxnSp>
      <p:sp>
        <p:nvSpPr>
          <p:cNvPr id="195" name="Google Shape;195;p31"/>
          <p:cNvSpPr/>
          <p:nvPr/>
        </p:nvSpPr>
        <p:spPr>
          <a:xfrm>
            <a:off x="2162175" y="1117671"/>
            <a:ext cx="135300" cy="109500"/>
          </a:xfrm>
          <a:prstGeom prst="rect">
            <a:avLst/>
          </a:prstGeom>
          <a:noFill/>
          <a:ln>
            <a:noFill/>
          </a:ln>
        </p:spPr>
        <p:txBody>
          <a:bodyPr anchorCtr="0" anchor="t" bIns="19950" lIns="39925" spcFirstLastPara="1" rIns="39925" wrap="square" tIns="19950">
            <a:noAutofit/>
          </a:bodyPr>
          <a:lstStyle/>
          <a:p>
            <a:pPr indent="0" lvl="0" marL="0" marR="0" rtl="0" algn="l">
              <a:spcBef>
                <a:spcPts val="0"/>
              </a:spcBef>
              <a:spcAft>
                <a:spcPts val="0"/>
              </a:spcAft>
              <a:buClr>
                <a:srgbClr val="000000"/>
              </a:buClr>
              <a:buSzPts val="600"/>
              <a:buFont typeface="Noto Sans Symbols"/>
              <a:buNone/>
            </a:pPr>
            <a:r>
              <a:rPr b="1" lang="en-US" sz="600">
                <a:solidFill>
                  <a:srgbClr val="000000"/>
                </a:solidFill>
                <a:latin typeface="Arial"/>
                <a:ea typeface="Arial"/>
                <a:cs typeface="Arial"/>
                <a:sym typeface="Arial"/>
              </a:rPr>
              <a:t>0</a:t>
            </a:r>
            <a:endParaRPr sz="800"/>
          </a:p>
        </p:txBody>
      </p:sp>
      <p:sp>
        <p:nvSpPr>
          <p:cNvPr id="196" name="Google Shape;196;p31"/>
          <p:cNvSpPr/>
          <p:nvPr/>
        </p:nvSpPr>
        <p:spPr>
          <a:xfrm>
            <a:off x="2162175" y="1171752"/>
            <a:ext cx="135300" cy="109500"/>
          </a:xfrm>
          <a:prstGeom prst="rect">
            <a:avLst/>
          </a:prstGeom>
          <a:noFill/>
          <a:ln>
            <a:noFill/>
          </a:ln>
        </p:spPr>
        <p:txBody>
          <a:bodyPr anchorCtr="0" anchor="t" bIns="19950" lIns="39925" spcFirstLastPara="1" rIns="39925" wrap="square" tIns="19950">
            <a:noAutofit/>
          </a:bodyPr>
          <a:lstStyle/>
          <a:p>
            <a:pPr indent="0" lvl="0" marL="0" marR="0" rtl="0" algn="l">
              <a:spcBef>
                <a:spcPts val="0"/>
              </a:spcBef>
              <a:spcAft>
                <a:spcPts val="0"/>
              </a:spcAft>
              <a:buClr>
                <a:srgbClr val="000000"/>
              </a:buClr>
              <a:buSzPts val="600"/>
              <a:buFont typeface="Noto Sans Symbols"/>
              <a:buNone/>
            </a:pPr>
            <a:r>
              <a:rPr b="1" lang="en-US" sz="600">
                <a:solidFill>
                  <a:srgbClr val="000000"/>
                </a:solidFill>
                <a:latin typeface="Arial"/>
                <a:ea typeface="Arial"/>
                <a:cs typeface="Arial"/>
                <a:sym typeface="Arial"/>
              </a:rPr>
              <a:t>3</a:t>
            </a:r>
            <a:endParaRPr sz="800"/>
          </a:p>
        </p:txBody>
      </p:sp>
      <p:sp>
        <p:nvSpPr>
          <p:cNvPr id="197" name="Google Shape;197;p31"/>
          <p:cNvSpPr/>
          <p:nvPr/>
        </p:nvSpPr>
        <p:spPr>
          <a:xfrm>
            <a:off x="2162175" y="1230339"/>
            <a:ext cx="135300" cy="109500"/>
          </a:xfrm>
          <a:prstGeom prst="rect">
            <a:avLst/>
          </a:prstGeom>
          <a:noFill/>
          <a:ln>
            <a:noFill/>
          </a:ln>
        </p:spPr>
        <p:txBody>
          <a:bodyPr anchorCtr="0" anchor="t" bIns="19950" lIns="39925" spcFirstLastPara="1" rIns="39925" wrap="square" tIns="19950">
            <a:noAutofit/>
          </a:bodyPr>
          <a:lstStyle/>
          <a:p>
            <a:pPr indent="0" lvl="0" marL="0" marR="0" rtl="0" algn="l">
              <a:spcBef>
                <a:spcPts val="0"/>
              </a:spcBef>
              <a:spcAft>
                <a:spcPts val="0"/>
              </a:spcAft>
              <a:buClr>
                <a:srgbClr val="000000"/>
              </a:buClr>
              <a:buSzPts val="600"/>
              <a:buFont typeface="Noto Sans Symbols"/>
              <a:buNone/>
            </a:pPr>
            <a:r>
              <a:rPr b="1" lang="en-US" sz="600">
                <a:solidFill>
                  <a:srgbClr val="000000"/>
                </a:solidFill>
                <a:latin typeface="Arial"/>
                <a:ea typeface="Arial"/>
                <a:cs typeface="Arial"/>
                <a:sym typeface="Arial"/>
              </a:rPr>
              <a:t>2</a:t>
            </a:r>
            <a:endParaRPr sz="800"/>
          </a:p>
        </p:txBody>
      </p:sp>
      <p:sp>
        <p:nvSpPr>
          <p:cNvPr id="198" name="Google Shape;198;p31"/>
          <p:cNvSpPr/>
          <p:nvPr/>
        </p:nvSpPr>
        <p:spPr>
          <a:xfrm>
            <a:off x="2162175" y="1284420"/>
            <a:ext cx="135300" cy="109500"/>
          </a:xfrm>
          <a:prstGeom prst="rect">
            <a:avLst/>
          </a:prstGeom>
          <a:noFill/>
          <a:ln>
            <a:noFill/>
          </a:ln>
        </p:spPr>
        <p:txBody>
          <a:bodyPr anchorCtr="0" anchor="t" bIns="19950" lIns="39925" spcFirstLastPara="1" rIns="39925" wrap="square" tIns="19950">
            <a:noAutofit/>
          </a:bodyPr>
          <a:lstStyle/>
          <a:p>
            <a:pPr indent="0" lvl="0" marL="0" marR="0" rtl="0" algn="l">
              <a:spcBef>
                <a:spcPts val="0"/>
              </a:spcBef>
              <a:spcAft>
                <a:spcPts val="0"/>
              </a:spcAft>
              <a:buClr>
                <a:srgbClr val="000000"/>
              </a:buClr>
              <a:buSzPts val="600"/>
              <a:buFont typeface="Noto Sans Symbols"/>
              <a:buNone/>
            </a:pPr>
            <a:r>
              <a:rPr b="1" lang="en-US" sz="600">
                <a:solidFill>
                  <a:srgbClr val="000000"/>
                </a:solidFill>
                <a:latin typeface="Arial"/>
                <a:ea typeface="Arial"/>
                <a:cs typeface="Arial"/>
                <a:sym typeface="Arial"/>
              </a:rPr>
              <a:t>5</a:t>
            </a:r>
            <a:endParaRPr sz="800"/>
          </a:p>
        </p:txBody>
      </p:sp>
      <p:sp>
        <p:nvSpPr>
          <p:cNvPr id="199" name="Google Shape;199;p31"/>
          <p:cNvSpPr/>
          <p:nvPr/>
        </p:nvSpPr>
        <p:spPr>
          <a:xfrm>
            <a:off x="2162175" y="1338501"/>
            <a:ext cx="135300" cy="109500"/>
          </a:xfrm>
          <a:prstGeom prst="rect">
            <a:avLst/>
          </a:prstGeom>
          <a:noFill/>
          <a:ln>
            <a:noFill/>
          </a:ln>
        </p:spPr>
        <p:txBody>
          <a:bodyPr anchorCtr="0" anchor="t" bIns="19950" lIns="39925" spcFirstLastPara="1" rIns="39925" wrap="square" tIns="19950">
            <a:noAutofit/>
          </a:bodyPr>
          <a:lstStyle/>
          <a:p>
            <a:pPr indent="0" lvl="0" marL="0" marR="0" rtl="0" algn="l">
              <a:spcBef>
                <a:spcPts val="0"/>
              </a:spcBef>
              <a:spcAft>
                <a:spcPts val="0"/>
              </a:spcAft>
              <a:buClr>
                <a:srgbClr val="000000"/>
              </a:buClr>
              <a:buSzPts val="600"/>
              <a:buFont typeface="Noto Sans Symbols"/>
              <a:buNone/>
            </a:pPr>
            <a:r>
              <a:rPr b="1" lang="en-US" sz="600">
                <a:solidFill>
                  <a:srgbClr val="000000"/>
                </a:solidFill>
                <a:latin typeface="Arial"/>
                <a:ea typeface="Arial"/>
                <a:cs typeface="Arial"/>
                <a:sym typeface="Arial"/>
              </a:rPr>
              <a:t>1</a:t>
            </a:r>
            <a:endParaRPr sz="800"/>
          </a:p>
        </p:txBody>
      </p:sp>
      <p:sp>
        <p:nvSpPr>
          <p:cNvPr id="200" name="Google Shape;200;p31"/>
          <p:cNvSpPr/>
          <p:nvPr/>
        </p:nvSpPr>
        <p:spPr>
          <a:xfrm>
            <a:off x="1716227" y="803889"/>
            <a:ext cx="613500" cy="131400"/>
          </a:xfrm>
          <a:prstGeom prst="rect">
            <a:avLst/>
          </a:prstGeom>
          <a:noFill/>
          <a:ln>
            <a:noFill/>
          </a:ln>
        </p:spPr>
        <p:txBody>
          <a:bodyPr anchorCtr="0" anchor="t" bIns="19950" lIns="39925" spcFirstLastPara="1" rIns="39925" wrap="square" tIns="19950">
            <a:noAutofit/>
          </a:bodyPr>
          <a:lstStyle/>
          <a:p>
            <a:pPr indent="0" lvl="0" marL="0" marR="0" rtl="0" algn="l">
              <a:spcBef>
                <a:spcPts val="0"/>
              </a:spcBef>
              <a:spcAft>
                <a:spcPts val="0"/>
              </a:spcAft>
              <a:buClr>
                <a:srgbClr val="000000"/>
              </a:buClr>
              <a:buSzPts val="800"/>
              <a:buFont typeface="Noto Sans Symbols"/>
              <a:buNone/>
            </a:pPr>
            <a:r>
              <a:rPr lang="en-US" sz="800">
                <a:solidFill>
                  <a:srgbClr val="000000"/>
                </a:solidFill>
                <a:latin typeface="Arial"/>
                <a:ea typeface="Arial"/>
                <a:cs typeface="Arial"/>
                <a:sym typeface="Arial"/>
              </a:rPr>
              <a:t>THE PAST</a:t>
            </a:r>
            <a:endParaRPr sz="800"/>
          </a:p>
        </p:txBody>
      </p:sp>
      <p:grpSp>
        <p:nvGrpSpPr>
          <p:cNvPr id="201" name="Google Shape;201;p31"/>
          <p:cNvGrpSpPr/>
          <p:nvPr/>
        </p:nvGrpSpPr>
        <p:grpSpPr>
          <a:xfrm>
            <a:off x="964720" y="1118234"/>
            <a:ext cx="548802" cy="488981"/>
            <a:chOff x="325" y="1265"/>
            <a:chExt cx="731" cy="868"/>
          </a:xfrm>
        </p:grpSpPr>
        <p:sp>
          <p:nvSpPr>
            <p:cNvPr id="202" name="Google Shape;202;p31"/>
            <p:cNvSpPr/>
            <p:nvPr/>
          </p:nvSpPr>
          <p:spPr>
            <a:xfrm>
              <a:off x="325" y="1833"/>
              <a:ext cx="600" cy="300"/>
            </a:xfrm>
            <a:prstGeom prst="ellipse">
              <a:avLst/>
            </a:prstGeom>
            <a:noFill/>
            <a:ln cap="flat" cmpd="sng" w="12700">
              <a:solidFill>
                <a:srgbClr val="000000"/>
              </a:solidFill>
              <a:prstDash val="solid"/>
              <a:round/>
              <a:headEnd len="sm" w="sm" type="none"/>
              <a:tailEnd len="sm" w="sm" type="none"/>
            </a:ln>
          </p:spPr>
          <p:txBody>
            <a:bodyPr anchorCtr="0" anchor="ctr" bIns="26425" lIns="52850" spcFirstLastPara="1" rIns="52850" wrap="square" tIns="26425">
              <a:noAutofit/>
            </a:bodyPr>
            <a:lstStyle/>
            <a:p>
              <a:pPr indent="0" lvl="0" marL="0" marR="0" rtl="0" algn="l">
                <a:spcBef>
                  <a:spcPts val="0"/>
                </a:spcBef>
                <a:spcAft>
                  <a:spcPts val="0"/>
                </a:spcAft>
                <a:buClr>
                  <a:schemeClr val="dk1"/>
                </a:buClr>
                <a:buSzPts val="800"/>
                <a:buFont typeface="Noto Sans Symbols"/>
                <a:buNone/>
              </a:pPr>
              <a:r>
                <a:t/>
              </a:r>
              <a:endParaRPr sz="800">
                <a:solidFill>
                  <a:schemeClr val="dk1"/>
                </a:solidFill>
                <a:latin typeface="Arial"/>
                <a:ea typeface="Arial"/>
                <a:cs typeface="Arial"/>
                <a:sym typeface="Arial"/>
              </a:endParaRPr>
            </a:p>
          </p:txBody>
        </p:sp>
        <p:sp>
          <p:nvSpPr>
            <p:cNvPr descr="Dotted diamond" id="203" name="Google Shape;203;p31"/>
            <p:cNvSpPr/>
            <p:nvPr/>
          </p:nvSpPr>
          <p:spPr>
            <a:xfrm>
              <a:off x="325" y="1265"/>
              <a:ext cx="600" cy="300"/>
            </a:xfrm>
            <a:prstGeom prst="ellipse">
              <a:avLst/>
            </a:prstGeom>
            <a:solidFill>
              <a:schemeClr val="lt1"/>
            </a:solidFill>
            <a:ln cap="flat" cmpd="sng" w="12700">
              <a:solidFill>
                <a:srgbClr val="000000"/>
              </a:solidFill>
              <a:prstDash val="solid"/>
              <a:round/>
              <a:headEnd len="sm" w="sm" type="none"/>
              <a:tailEnd len="sm" w="sm" type="none"/>
            </a:ln>
          </p:spPr>
          <p:txBody>
            <a:bodyPr anchorCtr="0" anchor="ctr" bIns="26425" lIns="52850" spcFirstLastPara="1" rIns="52850" wrap="square" tIns="26425">
              <a:noAutofit/>
            </a:bodyPr>
            <a:lstStyle/>
            <a:p>
              <a:pPr indent="0" lvl="0" marL="0" marR="0" rtl="0" algn="l">
                <a:spcBef>
                  <a:spcPts val="0"/>
                </a:spcBef>
                <a:spcAft>
                  <a:spcPts val="0"/>
                </a:spcAft>
                <a:buClr>
                  <a:schemeClr val="dk1"/>
                </a:buClr>
                <a:buSzPts val="800"/>
                <a:buFont typeface="Noto Sans Symbols"/>
                <a:buNone/>
              </a:pPr>
              <a:r>
                <a:t/>
              </a:r>
              <a:endParaRPr sz="800">
                <a:solidFill>
                  <a:schemeClr val="dk1"/>
                </a:solidFill>
                <a:latin typeface="Arial"/>
                <a:ea typeface="Arial"/>
                <a:cs typeface="Arial"/>
                <a:sym typeface="Arial"/>
              </a:endParaRPr>
            </a:p>
          </p:txBody>
        </p:sp>
        <p:sp>
          <p:nvSpPr>
            <p:cNvPr id="204" name="Google Shape;204;p31"/>
            <p:cNvSpPr/>
            <p:nvPr/>
          </p:nvSpPr>
          <p:spPr>
            <a:xfrm>
              <a:off x="325" y="1805"/>
              <a:ext cx="600" cy="300"/>
            </a:xfrm>
            <a:prstGeom prst="ellipse">
              <a:avLst/>
            </a:prstGeom>
            <a:solidFill>
              <a:schemeClr val="lt1"/>
            </a:solidFill>
            <a:ln>
              <a:noFill/>
            </a:ln>
          </p:spPr>
          <p:txBody>
            <a:bodyPr anchorCtr="0" anchor="ctr" bIns="26425" lIns="52850" spcFirstLastPara="1" rIns="52850" wrap="square" tIns="26425">
              <a:noAutofit/>
            </a:bodyPr>
            <a:lstStyle/>
            <a:p>
              <a:pPr indent="0" lvl="0" marL="0" marR="0" rtl="0" algn="l">
                <a:spcBef>
                  <a:spcPts val="0"/>
                </a:spcBef>
                <a:spcAft>
                  <a:spcPts val="0"/>
                </a:spcAft>
                <a:buClr>
                  <a:schemeClr val="dk1"/>
                </a:buClr>
                <a:buSzPts val="800"/>
                <a:buFont typeface="Noto Sans Symbols"/>
                <a:buNone/>
              </a:pPr>
              <a:r>
                <a:t/>
              </a:r>
              <a:endParaRPr sz="800">
                <a:solidFill>
                  <a:schemeClr val="dk1"/>
                </a:solidFill>
                <a:latin typeface="Arial"/>
                <a:ea typeface="Arial"/>
                <a:cs typeface="Arial"/>
                <a:sym typeface="Arial"/>
              </a:endParaRPr>
            </a:p>
          </p:txBody>
        </p:sp>
        <p:cxnSp>
          <p:nvCxnSpPr>
            <p:cNvPr id="205" name="Google Shape;205;p31"/>
            <p:cNvCxnSpPr/>
            <p:nvPr/>
          </p:nvCxnSpPr>
          <p:spPr>
            <a:xfrm>
              <a:off x="1056" y="1405"/>
              <a:ext cx="0" cy="600"/>
            </a:xfrm>
            <a:prstGeom prst="straightConnector1">
              <a:avLst/>
            </a:prstGeom>
            <a:noFill/>
            <a:ln cap="flat" cmpd="sng" w="12700">
              <a:solidFill>
                <a:srgbClr val="000000"/>
              </a:solidFill>
              <a:prstDash val="solid"/>
              <a:round/>
              <a:headEnd len="sm" w="sm" type="none"/>
              <a:tailEnd len="sm" w="sm" type="none"/>
            </a:ln>
          </p:spPr>
        </p:cxnSp>
        <p:sp>
          <p:nvSpPr>
            <p:cNvPr id="206" name="Google Shape;206;p31"/>
            <p:cNvSpPr/>
            <p:nvPr/>
          </p:nvSpPr>
          <p:spPr>
            <a:xfrm>
              <a:off x="454" y="1682"/>
              <a:ext cx="300" cy="300"/>
            </a:xfrm>
            <a:prstGeom prst="rect">
              <a:avLst/>
            </a:prstGeom>
            <a:noFill/>
            <a:ln>
              <a:noFill/>
            </a:ln>
          </p:spPr>
          <p:txBody>
            <a:bodyPr anchorCtr="0" anchor="t" bIns="19950" lIns="39925" spcFirstLastPara="1" rIns="39925" wrap="square" tIns="19950">
              <a:noAutofit/>
            </a:bodyPr>
            <a:lstStyle/>
            <a:p>
              <a:pPr indent="0" lvl="0" marL="0" marR="0" rtl="0" algn="l">
                <a:spcBef>
                  <a:spcPts val="0"/>
                </a:spcBef>
                <a:spcAft>
                  <a:spcPts val="0"/>
                </a:spcAft>
                <a:buClr>
                  <a:srgbClr val="000000"/>
                </a:buClr>
                <a:buSzPts val="800"/>
                <a:buFont typeface="Noto Sans Symbols"/>
                <a:buNone/>
              </a:pPr>
              <a:r>
                <a:rPr b="1" lang="en-US" sz="800">
                  <a:solidFill>
                    <a:srgbClr val="000000"/>
                  </a:solidFill>
                  <a:latin typeface="Arial"/>
                  <a:ea typeface="Arial"/>
                  <a:cs typeface="Arial"/>
                  <a:sym typeface="Arial"/>
                </a:rPr>
                <a:t>Data</a:t>
              </a:r>
              <a:endParaRPr sz="800"/>
            </a:p>
          </p:txBody>
        </p:sp>
        <p:cxnSp>
          <p:nvCxnSpPr>
            <p:cNvPr id="207" name="Google Shape;207;p31"/>
            <p:cNvCxnSpPr/>
            <p:nvPr/>
          </p:nvCxnSpPr>
          <p:spPr>
            <a:xfrm>
              <a:off x="325" y="1413"/>
              <a:ext cx="0" cy="600"/>
            </a:xfrm>
            <a:prstGeom prst="straightConnector1">
              <a:avLst/>
            </a:prstGeom>
            <a:noFill/>
            <a:ln cap="flat" cmpd="sng" w="12700">
              <a:solidFill>
                <a:srgbClr val="000000"/>
              </a:solidFill>
              <a:prstDash val="solid"/>
              <a:round/>
              <a:headEnd len="sm" w="sm" type="none"/>
              <a:tailEnd len="sm" w="sm" type="none"/>
            </a:ln>
          </p:spPr>
        </p:cxnSp>
      </p:grpSp>
      <p:cxnSp>
        <p:nvCxnSpPr>
          <p:cNvPr id="208" name="Google Shape;208;p31"/>
          <p:cNvCxnSpPr/>
          <p:nvPr/>
        </p:nvCxnSpPr>
        <p:spPr>
          <a:xfrm flipH="1" rot="10800000">
            <a:off x="1513523" y="1373362"/>
            <a:ext cx="208800" cy="5700"/>
          </a:xfrm>
          <a:prstGeom prst="straightConnector1">
            <a:avLst/>
          </a:prstGeom>
          <a:noFill/>
          <a:ln cap="flat" cmpd="sng" w="50800">
            <a:solidFill>
              <a:schemeClr val="dk1"/>
            </a:solidFill>
            <a:prstDash val="solid"/>
            <a:round/>
            <a:headEnd len="sm" w="sm" type="none"/>
            <a:tailEnd len="med" w="med" type="stealth"/>
          </a:ln>
        </p:spPr>
      </p:cxnSp>
      <p:sp>
        <p:nvSpPr>
          <p:cNvPr id="209" name="Google Shape;209;p31"/>
          <p:cNvSpPr/>
          <p:nvPr/>
        </p:nvSpPr>
        <p:spPr>
          <a:xfrm>
            <a:off x="2886654" y="1139641"/>
            <a:ext cx="654000" cy="131400"/>
          </a:xfrm>
          <a:prstGeom prst="rect">
            <a:avLst/>
          </a:prstGeom>
          <a:noFill/>
          <a:ln>
            <a:noFill/>
          </a:ln>
        </p:spPr>
        <p:txBody>
          <a:bodyPr anchorCtr="0" anchor="t" bIns="19950" lIns="39925" spcFirstLastPara="1" rIns="39925" wrap="square" tIns="19950">
            <a:noAutofit/>
          </a:bodyPr>
          <a:lstStyle/>
          <a:p>
            <a:pPr indent="0" lvl="0" marL="0" marR="0" rtl="0" algn="l">
              <a:spcBef>
                <a:spcPts val="0"/>
              </a:spcBef>
              <a:spcAft>
                <a:spcPts val="0"/>
              </a:spcAft>
              <a:buClr>
                <a:srgbClr val="FF5008"/>
              </a:buClr>
              <a:buSzPts val="800"/>
              <a:buFont typeface="Noto Sans Symbols"/>
              <a:buNone/>
            </a:pPr>
            <a:r>
              <a:rPr lang="en-US" sz="800">
                <a:solidFill>
                  <a:srgbClr val="FF5008"/>
                </a:solidFill>
                <a:latin typeface="Arial"/>
                <a:ea typeface="Arial"/>
                <a:cs typeface="Arial"/>
                <a:sym typeface="Arial"/>
              </a:rPr>
              <a:t>Training set</a:t>
            </a:r>
            <a:endParaRPr sz="800"/>
          </a:p>
        </p:txBody>
      </p:sp>
      <p:grpSp>
        <p:nvGrpSpPr>
          <p:cNvPr id="210" name="Google Shape;210;p31"/>
          <p:cNvGrpSpPr/>
          <p:nvPr/>
        </p:nvGrpSpPr>
        <p:grpSpPr>
          <a:xfrm>
            <a:off x="2627644" y="1139641"/>
            <a:ext cx="276278" cy="169003"/>
            <a:chOff x="2540" y="1303"/>
            <a:chExt cx="368" cy="300"/>
          </a:xfrm>
        </p:grpSpPr>
        <p:sp>
          <p:nvSpPr>
            <p:cNvPr id="211" name="Google Shape;211;p31"/>
            <p:cNvSpPr/>
            <p:nvPr/>
          </p:nvSpPr>
          <p:spPr>
            <a:xfrm>
              <a:off x="2540" y="1303"/>
              <a:ext cx="300" cy="300"/>
            </a:xfrm>
            <a:prstGeom prst="rect">
              <a:avLst/>
            </a:prstGeom>
            <a:noFill/>
            <a:ln cap="flat" cmpd="sng" w="12700">
              <a:solidFill>
                <a:srgbClr val="000000"/>
              </a:solidFill>
              <a:prstDash val="solid"/>
              <a:miter lim="800000"/>
              <a:headEnd len="sm" w="sm" type="none"/>
              <a:tailEnd len="sm" w="sm" type="none"/>
            </a:ln>
          </p:spPr>
          <p:txBody>
            <a:bodyPr anchorCtr="0" anchor="ctr" bIns="26425" lIns="52850" spcFirstLastPara="1" rIns="52850" wrap="square" tIns="26425">
              <a:noAutofit/>
            </a:bodyPr>
            <a:lstStyle/>
            <a:p>
              <a:pPr indent="0" lvl="0" marL="0" marR="0" rtl="0" algn="l">
                <a:spcBef>
                  <a:spcPts val="0"/>
                </a:spcBef>
                <a:spcAft>
                  <a:spcPts val="0"/>
                </a:spcAft>
                <a:buClr>
                  <a:schemeClr val="dk1"/>
                </a:buClr>
                <a:buSzPts val="800"/>
                <a:buFont typeface="Noto Sans Symbols"/>
                <a:buNone/>
              </a:pPr>
              <a:r>
                <a:t/>
              </a:r>
              <a:endParaRPr sz="800">
                <a:solidFill>
                  <a:schemeClr val="dk1"/>
                </a:solidFill>
                <a:latin typeface="Arial"/>
                <a:ea typeface="Arial"/>
                <a:cs typeface="Arial"/>
                <a:sym typeface="Arial"/>
              </a:endParaRPr>
            </a:p>
          </p:txBody>
        </p:sp>
        <p:cxnSp>
          <p:nvCxnSpPr>
            <p:cNvPr id="212" name="Google Shape;212;p31"/>
            <p:cNvCxnSpPr/>
            <p:nvPr/>
          </p:nvCxnSpPr>
          <p:spPr>
            <a:xfrm>
              <a:off x="2600" y="1463"/>
              <a:ext cx="300" cy="0"/>
            </a:xfrm>
            <a:prstGeom prst="straightConnector1">
              <a:avLst/>
            </a:prstGeom>
            <a:noFill/>
            <a:ln cap="flat" cmpd="sng" w="12700">
              <a:solidFill>
                <a:srgbClr val="000000"/>
              </a:solidFill>
              <a:prstDash val="solid"/>
              <a:round/>
              <a:headEnd len="sm" w="sm" type="none"/>
              <a:tailEnd len="sm" w="sm" type="none"/>
            </a:ln>
          </p:spPr>
        </p:cxnSp>
        <p:cxnSp>
          <p:nvCxnSpPr>
            <p:cNvPr id="213" name="Google Shape;213;p31"/>
            <p:cNvCxnSpPr/>
            <p:nvPr/>
          </p:nvCxnSpPr>
          <p:spPr>
            <a:xfrm>
              <a:off x="2600" y="1503"/>
              <a:ext cx="300" cy="0"/>
            </a:xfrm>
            <a:prstGeom prst="straightConnector1">
              <a:avLst/>
            </a:prstGeom>
            <a:noFill/>
            <a:ln cap="flat" cmpd="sng" w="12700">
              <a:solidFill>
                <a:srgbClr val="000000"/>
              </a:solidFill>
              <a:prstDash val="solid"/>
              <a:round/>
              <a:headEnd len="sm" w="sm" type="none"/>
              <a:tailEnd len="sm" w="sm" type="none"/>
            </a:ln>
          </p:spPr>
        </p:cxnSp>
        <p:cxnSp>
          <p:nvCxnSpPr>
            <p:cNvPr id="214" name="Google Shape;214;p31"/>
            <p:cNvCxnSpPr/>
            <p:nvPr/>
          </p:nvCxnSpPr>
          <p:spPr>
            <a:xfrm>
              <a:off x="2600" y="1543"/>
              <a:ext cx="300" cy="0"/>
            </a:xfrm>
            <a:prstGeom prst="straightConnector1">
              <a:avLst/>
            </a:prstGeom>
            <a:noFill/>
            <a:ln cap="flat" cmpd="sng" w="12700">
              <a:solidFill>
                <a:srgbClr val="000000"/>
              </a:solidFill>
              <a:prstDash val="solid"/>
              <a:round/>
              <a:headEnd len="sm" w="sm" type="none"/>
              <a:tailEnd len="sm" w="sm" type="none"/>
            </a:ln>
          </p:spPr>
        </p:cxnSp>
        <p:cxnSp>
          <p:nvCxnSpPr>
            <p:cNvPr id="215" name="Google Shape;215;p31"/>
            <p:cNvCxnSpPr/>
            <p:nvPr/>
          </p:nvCxnSpPr>
          <p:spPr>
            <a:xfrm>
              <a:off x="2600" y="1391"/>
              <a:ext cx="300" cy="0"/>
            </a:xfrm>
            <a:prstGeom prst="straightConnector1">
              <a:avLst/>
            </a:prstGeom>
            <a:noFill/>
            <a:ln cap="flat" cmpd="sng" w="12700">
              <a:solidFill>
                <a:srgbClr val="000000"/>
              </a:solidFill>
              <a:prstDash val="solid"/>
              <a:round/>
              <a:headEnd len="sm" w="sm" type="none"/>
              <a:tailEnd len="sm" w="sm" type="none"/>
            </a:ln>
          </p:spPr>
        </p:cxnSp>
        <p:cxnSp>
          <p:nvCxnSpPr>
            <p:cNvPr id="216" name="Google Shape;216;p31"/>
            <p:cNvCxnSpPr/>
            <p:nvPr/>
          </p:nvCxnSpPr>
          <p:spPr>
            <a:xfrm>
              <a:off x="2608" y="1423"/>
              <a:ext cx="300" cy="0"/>
            </a:xfrm>
            <a:prstGeom prst="straightConnector1">
              <a:avLst/>
            </a:prstGeom>
            <a:noFill/>
            <a:ln cap="flat" cmpd="sng" w="12700">
              <a:solidFill>
                <a:srgbClr val="000000"/>
              </a:solidFill>
              <a:prstDash val="solid"/>
              <a:round/>
              <a:headEnd len="sm" w="sm" type="none"/>
              <a:tailEnd len="sm" w="sm" type="none"/>
            </a:ln>
          </p:spPr>
        </p:cxnSp>
      </p:grpSp>
      <p:cxnSp>
        <p:nvCxnSpPr>
          <p:cNvPr id="217" name="Google Shape;217;p31"/>
          <p:cNvCxnSpPr/>
          <p:nvPr/>
        </p:nvCxnSpPr>
        <p:spPr>
          <a:xfrm>
            <a:off x="2328092" y="1232593"/>
            <a:ext cx="302400" cy="0"/>
          </a:xfrm>
          <a:prstGeom prst="straightConnector1">
            <a:avLst/>
          </a:prstGeom>
          <a:noFill/>
          <a:ln cap="flat" cmpd="sng" w="12700">
            <a:solidFill>
              <a:schemeClr val="dk1"/>
            </a:solidFill>
            <a:prstDash val="solid"/>
            <a:round/>
            <a:headEnd len="sm" w="sm" type="none"/>
            <a:tailEnd len="med" w="med" type="stealth"/>
          </a:ln>
        </p:spPr>
      </p:cxnSp>
      <p:sp>
        <p:nvSpPr>
          <p:cNvPr id="218" name="Google Shape;218;p31"/>
          <p:cNvSpPr/>
          <p:nvPr/>
        </p:nvSpPr>
        <p:spPr>
          <a:xfrm>
            <a:off x="1693704" y="2055072"/>
            <a:ext cx="609600" cy="131400"/>
          </a:xfrm>
          <a:prstGeom prst="rect">
            <a:avLst/>
          </a:prstGeom>
          <a:noFill/>
          <a:ln>
            <a:noFill/>
          </a:ln>
        </p:spPr>
        <p:txBody>
          <a:bodyPr anchorCtr="0" anchor="t" bIns="19950" lIns="39925" spcFirstLastPara="1" rIns="39925" wrap="square" tIns="19950">
            <a:noAutofit/>
          </a:bodyPr>
          <a:lstStyle/>
          <a:p>
            <a:pPr indent="0" lvl="0" marL="0" marR="0" rtl="0" algn="l">
              <a:spcBef>
                <a:spcPts val="0"/>
              </a:spcBef>
              <a:spcAft>
                <a:spcPts val="0"/>
              </a:spcAft>
              <a:buClr>
                <a:srgbClr val="60C900"/>
              </a:buClr>
              <a:buSzPts val="800"/>
              <a:buFont typeface="Noto Sans Symbols"/>
              <a:buNone/>
            </a:pPr>
            <a:r>
              <a:rPr lang="en-US" sz="800">
                <a:solidFill>
                  <a:srgbClr val="60C900"/>
                </a:solidFill>
                <a:latin typeface="Arial"/>
                <a:ea typeface="Arial"/>
                <a:cs typeface="Arial"/>
                <a:sym typeface="Arial"/>
              </a:rPr>
              <a:t>Testing set</a:t>
            </a:r>
            <a:endParaRPr sz="800"/>
          </a:p>
        </p:txBody>
      </p:sp>
      <p:grpSp>
        <p:nvGrpSpPr>
          <p:cNvPr id="219" name="Google Shape;219;p31"/>
          <p:cNvGrpSpPr/>
          <p:nvPr/>
        </p:nvGrpSpPr>
        <p:grpSpPr>
          <a:xfrm>
            <a:off x="1873885" y="1919870"/>
            <a:ext cx="270272" cy="169003"/>
            <a:chOff x="1812" y="2352"/>
            <a:chExt cx="360" cy="300"/>
          </a:xfrm>
        </p:grpSpPr>
        <p:sp>
          <p:nvSpPr>
            <p:cNvPr id="220" name="Google Shape;220;p31"/>
            <p:cNvSpPr/>
            <p:nvPr/>
          </p:nvSpPr>
          <p:spPr>
            <a:xfrm>
              <a:off x="1812" y="2352"/>
              <a:ext cx="300" cy="300"/>
            </a:xfrm>
            <a:prstGeom prst="rect">
              <a:avLst/>
            </a:prstGeom>
            <a:noFill/>
            <a:ln cap="flat" cmpd="sng" w="12700">
              <a:solidFill>
                <a:srgbClr val="000000"/>
              </a:solidFill>
              <a:prstDash val="solid"/>
              <a:miter lim="800000"/>
              <a:headEnd len="sm" w="sm" type="none"/>
              <a:tailEnd len="sm" w="sm" type="none"/>
            </a:ln>
          </p:spPr>
          <p:txBody>
            <a:bodyPr anchorCtr="0" anchor="ctr" bIns="26425" lIns="52850" spcFirstLastPara="1" rIns="52850" wrap="square" tIns="26425">
              <a:noAutofit/>
            </a:bodyPr>
            <a:lstStyle/>
            <a:p>
              <a:pPr indent="0" lvl="0" marL="0" marR="0" rtl="0" algn="l">
                <a:spcBef>
                  <a:spcPts val="0"/>
                </a:spcBef>
                <a:spcAft>
                  <a:spcPts val="0"/>
                </a:spcAft>
                <a:buClr>
                  <a:schemeClr val="dk1"/>
                </a:buClr>
                <a:buSzPts val="800"/>
                <a:buFont typeface="Noto Sans Symbols"/>
                <a:buNone/>
              </a:pPr>
              <a:r>
                <a:t/>
              </a:r>
              <a:endParaRPr sz="800">
                <a:solidFill>
                  <a:schemeClr val="dk1"/>
                </a:solidFill>
                <a:latin typeface="Arial"/>
                <a:ea typeface="Arial"/>
                <a:cs typeface="Arial"/>
                <a:sym typeface="Arial"/>
              </a:endParaRPr>
            </a:p>
          </p:txBody>
        </p:sp>
        <p:cxnSp>
          <p:nvCxnSpPr>
            <p:cNvPr id="221" name="Google Shape;221;p31"/>
            <p:cNvCxnSpPr/>
            <p:nvPr/>
          </p:nvCxnSpPr>
          <p:spPr>
            <a:xfrm>
              <a:off x="1872" y="2416"/>
              <a:ext cx="300" cy="0"/>
            </a:xfrm>
            <a:prstGeom prst="straightConnector1">
              <a:avLst/>
            </a:prstGeom>
            <a:noFill/>
            <a:ln cap="flat" cmpd="sng" w="12700">
              <a:solidFill>
                <a:srgbClr val="000000"/>
              </a:solidFill>
              <a:prstDash val="solid"/>
              <a:round/>
              <a:headEnd len="sm" w="sm" type="none"/>
              <a:tailEnd len="sm" w="sm" type="none"/>
            </a:ln>
          </p:spPr>
        </p:cxnSp>
        <p:cxnSp>
          <p:nvCxnSpPr>
            <p:cNvPr id="222" name="Google Shape;222;p31"/>
            <p:cNvCxnSpPr/>
            <p:nvPr/>
          </p:nvCxnSpPr>
          <p:spPr>
            <a:xfrm>
              <a:off x="1872" y="2448"/>
              <a:ext cx="300" cy="0"/>
            </a:xfrm>
            <a:prstGeom prst="straightConnector1">
              <a:avLst/>
            </a:prstGeom>
            <a:noFill/>
            <a:ln cap="flat" cmpd="sng" w="12700">
              <a:solidFill>
                <a:srgbClr val="000000"/>
              </a:solidFill>
              <a:prstDash val="solid"/>
              <a:round/>
              <a:headEnd len="sm" w="sm" type="none"/>
              <a:tailEnd len="sm" w="sm" type="none"/>
            </a:ln>
          </p:spPr>
        </p:cxnSp>
        <p:cxnSp>
          <p:nvCxnSpPr>
            <p:cNvPr id="223" name="Google Shape;223;p31"/>
            <p:cNvCxnSpPr/>
            <p:nvPr/>
          </p:nvCxnSpPr>
          <p:spPr>
            <a:xfrm>
              <a:off x="1872" y="2480"/>
              <a:ext cx="300" cy="0"/>
            </a:xfrm>
            <a:prstGeom prst="straightConnector1">
              <a:avLst/>
            </a:prstGeom>
            <a:noFill/>
            <a:ln cap="flat" cmpd="sng" w="12700">
              <a:solidFill>
                <a:srgbClr val="000000"/>
              </a:solidFill>
              <a:prstDash val="solid"/>
              <a:round/>
              <a:headEnd len="sm" w="sm" type="none"/>
              <a:tailEnd len="sm" w="sm" type="none"/>
            </a:ln>
          </p:spPr>
        </p:cxnSp>
      </p:grpSp>
      <p:cxnSp>
        <p:nvCxnSpPr>
          <p:cNvPr id="224" name="Google Shape;224;p31"/>
          <p:cNvCxnSpPr/>
          <p:nvPr/>
        </p:nvCxnSpPr>
        <p:spPr>
          <a:xfrm>
            <a:off x="1981994" y="1622425"/>
            <a:ext cx="0" cy="243300"/>
          </a:xfrm>
          <a:prstGeom prst="straightConnector1">
            <a:avLst/>
          </a:prstGeom>
          <a:noFill/>
          <a:ln cap="flat" cmpd="sng" w="12700">
            <a:solidFill>
              <a:schemeClr val="dk1"/>
            </a:solidFill>
            <a:prstDash val="solid"/>
            <a:miter lim="800000"/>
            <a:headEnd len="sm" w="sm" type="none"/>
            <a:tailEnd len="med" w="med" type="stealth"/>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2"/>
          <p:cNvSpPr txBox="1"/>
          <p:nvPr>
            <p:ph type="title"/>
          </p:nvPr>
        </p:nvSpPr>
        <p:spPr>
          <a:xfrm>
            <a:off x="285122" y="243364"/>
            <a:ext cx="5277900" cy="516000"/>
          </a:xfrm>
          <a:prstGeom prst="rect">
            <a:avLst/>
          </a:prstGeom>
          <a:noFill/>
          <a:ln>
            <a:noFill/>
          </a:ln>
        </p:spPr>
        <p:txBody>
          <a:bodyPr anchorCtr="0" anchor="ctr" bIns="19950" lIns="39925" spcFirstLastPara="1" rIns="39925" wrap="square" tIns="19950">
            <a:normAutofit/>
          </a:bodyPr>
          <a:lstStyle/>
          <a:p>
            <a:pPr indent="0" lvl="0" marL="0" rtl="0" algn="l">
              <a:lnSpc>
                <a:spcPct val="90000"/>
              </a:lnSpc>
              <a:spcBef>
                <a:spcPts val="0"/>
              </a:spcBef>
              <a:spcAft>
                <a:spcPts val="0"/>
              </a:spcAft>
              <a:buClr>
                <a:schemeClr val="dk1"/>
              </a:buClr>
              <a:buSzPts val="1600"/>
              <a:buFont typeface="Times New Roman"/>
              <a:buNone/>
            </a:pPr>
            <a:r>
              <a:rPr lang="en-US" sz="1600"/>
              <a:t>Model Evaluation Step 2: </a:t>
            </a:r>
            <a:br>
              <a:rPr lang="en-US" sz="1600"/>
            </a:br>
            <a:r>
              <a:rPr lang="en-US" sz="1600"/>
              <a:t>Build a model on a training set</a:t>
            </a:r>
            <a:endParaRPr/>
          </a:p>
        </p:txBody>
      </p:sp>
      <p:grpSp>
        <p:nvGrpSpPr>
          <p:cNvPr id="231" name="Google Shape;231;p32"/>
          <p:cNvGrpSpPr/>
          <p:nvPr/>
        </p:nvGrpSpPr>
        <p:grpSpPr>
          <a:xfrm>
            <a:off x="2882901" y="1139641"/>
            <a:ext cx="679434" cy="331245"/>
            <a:chOff x="2880" y="1303"/>
            <a:chExt cx="905" cy="588"/>
          </a:xfrm>
        </p:grpSpPr>
        <p:sp>
          <p:nvSpPr>
            <p:cNvPr id="232" name="Google Shape;232;p32"/>
            <p:cNvSpPr/>
            <p:nvPr/>
          </p:nvSpPr>
          <p:spPr>
            <a:xfrm>
              <a:off x="2885" y="1303"/>
              <a:ext cx="900" cy="300"/>
            </a:xfrm>
            <a:prstGeom prst="rect">
              <a:avLst/>
            </a:prstGeom>
            <a:noFill/>
            <a:ln>
              <a:noFill/>
            </a:ln>
          </p:spPr>
          <p:txBody>
            <a:bodyPr anchorCtr="0" anchor="t" bIns="19950" lIns="39925" spcFirstLastPara="1" rIns="39925" wrap="square" tIns="19950">
              <a:noAutofit/>
            </a:bodyPr>
            <a:lstStyle/>
            <a:p>
              <a:pPr indent="0" lvl="0" marL="0" marR="0" rtl="0" algn="l">
                <a:spcBef>
                  <a:spcPts val="0"/>
                </a:spcBef>
                <a:spcAft>
                  <a:spcPts val="0"/>
                </a:spcAft>
                <a:buClr>
                  <a:srgbClr val="FF5008"/>
                </a:buClr>
                <a:buSzPts val="800"/>
                <a:buFont typeface="Noto Sans Symbols"/>
                <a:buNone/>
              </a:pPr>
              <a:r>
                <a:rPr lang="en-US" sz="800">
                  <a:solidFill>
                    <a:srgbClr val="FF5008"/>
                  </a:solidFill>
                  <a:latin typeface="Arial"/>
                  <a:ea typeface="Arial"/>
                  <a:cs typeface="Arial"/>
                  <a:sym typeface="Arial"/>
                </a:rPr>
                <a:t>Training set</a:t>
              </a:r>
              <a:endParaRPr sz="800"/>
            </a:p>
          </p:txBody>
        </p:sp>
        <p:sp>
          <p:nvSpPr>
            <p:cNvPr id="233" name="Google Shape;233;p32"/>
            <p:cNvSpPr/>
            <p:nvPr/>
          </p:nvSpPr>
          <p:spPr>
            <a:xfrm>
              <a:off x="2880" y="1591"/>
              <a:ext cx="0" cy="300"/>
            </a:xfrm>
            <a:prstGeom prst="rect">
              <a:avLst/>
            </a:prstGeom>
            <a:noFill/>
            <a:ln>
              <a:noFill/>
            </a:ln>
          </p:spPr>
          <p:txBody>
            <a:bodyPr anchorCtr="0" anchor="t" bIns="19950" lIns="39925" spcFirstLastPara="1" rIns="39925" wrap="square" tIns="19950">
              <a:noAutofit/>
            </a:bodyPr>
            <a:lstStyle/>
            <a:p>
              <a:pPr indent="0" lvl="0" marL="0" marR="0" rtl="0" algn="l">
                <a:spcBef>
                  <a:spcPts val="0"/>
                </a:spcBef>
                <a:spcAft>
                  <a:spcPts val="0"/>
                </a:spcAft>
                <a:buClr>
                  <a:schemeClr val="dk1"/>
                </a:buClr>
                <a:buSzPts val="800"/>
                <a:buFont typeface="Noto Sans Symbols"/>
                <a:buNone/>
              </a:pPr>
              <a:r>
                <a:t/>
              </a:r>
              <a:endParaRPr sz="800">
                <a:solidFill>
                  <a:srgbClr val="60C900"/>
                </a:solidFill>
                <a:latin typeface="Arial"/>
                <a:ea typeface="Arial"/>
                <a:cs typeface="Arial"/>
                <a:sym typeface="Arial"/>
              </a:endParaRPr>
            </a:p>
          </p:txBody>
        </p:sp>
      </p:grpSp>
      <p:sp>
        <p:nvSpPr>
          <p:cNvPr id="234" name="Google Shape;234;p32"/>
          <p:cNvSpPr/>
          <p:nvPr/>
        </p:nvSpPr>
        <p:spPr>
          <a:xfrm>
            <a:off x="880636" y="1892266"/>
            <a:ext cx="87000" cy="130200"/>
          </a:xfrm>
          <a:prstGeom prst="rect">
            <a:avLst/>
          </a:prstGeom>
          <a:noFill/>
          <a:ln>
            <a:noFill/>
          </a:ln>
        </p:spPr>
        <p:txBody>
          <a:bodyPr anchorCtr="0" anchor="ctr" bIns="26425" lIns="52850" spcFirstLastPara="1" rIns="52850" wrap="square" tIns="26425">
            <a:noAutofit/>
          </a:bodyPr>
          <a:lstStyle/>
          <a:p>
            <a:pPr indent="0" lvl="0" marL="0" marR="0" rtl="0" algn="l">
              <a:spcBef>
                <a:spcPts val="0"/>
              </a:spcBef>
              <a:spcAft>
                <a:spcPts val="0"/>
              </a:spcAft>
              <a:buClr>
                <a:schemeClr val="dk1"/>
              </a:buClr>
              <a:buSzPts val="800"/>
              <a:buFont typeface="Noto Sans Symbols"/>
              <a:buNone/>
            </a:pPr>
            <a:r>
              <a:t/>
            </a:r>
            <a:endParaRPr sz="800">
              <a:solidFill>
                <a:schemeClr val="dk1"/>
              </a:solidFill>
              <a:latin typeface="Arial"/>
              <a:ea typeface="Arial"/>
              <a:cs typeface="Arial"/>
              <a:sym typeface="Arial"/>
            </a:endParaRPr>
          </a:p>
        </p:txBody>
      </p:sp>
      <p:sp>
        <p:nvSpPr>
          <p:cNvPr id="235" name="Google Shape;235;p32"/>
          <p:cNvSpPr/>
          <p:nvPr/>
        </p:nvSpPr>
        <p:spPr>
          <a:xfrm>
            <a:off x="1621631" y="919375"/>
            <a:ext cx="815700" cy="131400"/>
          </a:xfrm>
          <a:prstGeom prst="rect">
            <a:avLst/>
          </a:prstGeom>
          <a:noFill/>
          <a:ln>
            <a:noFill/>
          </a:ln>
        </p:spPr>
        <p:txBody>
          <a:bodyPr anchorCtr="0" anchor="t" bIns="19950" lIns="39925" spcFirstLastPara="1" rIns="39925" wrap="square" tIns="19950">
            <a:noAutofit/>
          </a:bodyPr>
          <a:lstStyle/>
          <a:p>
            <a:pPr indent="0" lvl="0" marL="0" marR="0" rtl="0" algn="l">
              <a:spcBef>
                <a:spcPts val="0"/>
              </a:spcBef>
              <a:spcAft>
                <a:spcPts val="0"/>
              </a:spcAft>
              <a:buClr>
                <a:srgbClr val="000000"/>
              </a:buClr>
              <a:buSzPts val="800"/>
              <a:buFont typeface="Noto Sans Symbols"/>
              <a:buNone/>
            </a:pPr>
            <a:r>
              <a:rPr lang="en-US" sz="800">
                <a:solidFill>
                  <a:srgbClr val="000000"/>
                </a:solidFill>
                <a:latin typeface="Arial"/>
                <a:ea typeface="Arial"/>
                <a:cs typeface="Arial"/>
                <a:sym typeface="Arial"/>
              </a:rPr>
              <a:t>Results Known</a:t>
            </a:r>
            <a:endParaRPr sz="800"/>
          </a:p>
        </p:txBody>
      </p:sp>
      <p:sp>
        <p:nvSpPr>
          <p:cNvPr id="236" name="Google Shape;236;p32"/>
          <p:cNvSpPr/>
          <p:nvPr/>
        </p:nvSpPr>
        <p:spPr>
          <a:xfrm>
            <a:off x="1726737" y="1141331"/>
            <a:ext cx="540600" cy="446100"/>
          </a:xfrm>
          <a:prstGeom prst="rect">
            <a:avLst/>
          </a:prstGeom>
          <a:noFill/>
          <a:ln cap="flat" cmpd="sng" w="12700">
            <a:solidFill>
              <a:srgbClr val="000000"/>
            </a:solidFill>
            <a:prstDash val="solid"/>
            <a:miter lim="800000"/>
            <a:headEnd len="sm" w="sm" type="none"/>
            <a:tailEnd len="sm" w="sm" type="none"/>
          </a:ln>
        </p:spPr>
        <p:txBody>
          <a:bodyPr anchorCtr="0" anchor="ctr" bIns="26425" lIns="52850" spcFirstLastPara="1" rIns="52850" wrap="square" tIns="26425">
            <a:noAutofit/>
          </a:bodyPr>
          <a:lstStyle/>
          <a:p>
            <a:pPr indent="0" lvl="0" marL="0" marR="0" rtl="0" algn="l">
              <a:spcBef>
                <a:spcPts val="0"/>
              </a:spcBef>
              <a:spcAft>
                <a:spcPts val="0"/>
              </a:spcAft>
              <a:buClr>
                <a:schemeClr val="dk1"/>
              </a:buClr>
              <a:buSzPts val="800"/>
              <a:buFont typeface="Noto Sans Symbols"/>
              <a:buNone/>
            </a:pPr>
            <a:r>
              <a:t/>
            </a:r>
            <a:endParaRPr sz="800">
              <a:solidFill>
                <a:schemeClr val="dk1"/>
              </a:solidFill>
              <a:latin typeface="Arial"/>
              <a:ea typeface="Arial"/>
              <a:cs typeface="Arial"/>
              <a:sym typeface="Arial"/>
            </a:endParaRPr>
          </a:p>
        </p:txBody>
      </p:sp>
      <p:cxnSp>
        <p:nvCxnSpPr>
          <p:cNvPr id="237" name="Google Shape;237;p32"/>
          <p:cNvCxnSpPr/>
          <p:nvPr/>
        </p:nvCxnSpPr>
        <p:spPr>
          <a:xfrm>
            <a:off x="1723734" y="1308080"/>
            <a:ext cx="540600" cy="0"/>
          </a:xfrm>
          <a:prstGeom prst="straightConnector1">
            <a:avLst/>
          </a:prstGeom>
          <a:noFill/>
          <a:ln cap="flat" cmpd="sng" w="12700">
            <a:solidFill>
              <a:srgbClr val="000000"/>
            </a:solidFill>
            <a:prstDash val="solid"/>
            <a:round/>
            <a:headEnd len="sm" w="sm" type="none"/>
            <a:tailEnd len="sm" w="sm" type="none"/>
          </a:ln>
        </p:spPr>
      </p:cxnSp>
      <p:cxnSp>
        <p:nvCxnSpPr>
          <p:cNvPr id="238" name="Google Shape;238;p32"/>
          <p:cNvCxnSpPr/>
          <p:nvPr/>
        </p:nvCxnSpPr>
        <p:spPr>
          <a:xfrm>
            <a:off x="1723734" y="1195412"/>
            <a:ext cx="540600" cy="0"/>
          </a:xfrm>
          <a:prstGeom prst="straightConnector1">
            <a:avLst/>
          </a:prstGeom>
          <a:noFill/>
          <a:ln cap="flat" cmpd="sng" w="12700">
            <a:solidFill>
              <a:srgbClr val="000000"/>
            </a:solidFill>
            <a:prstDash val="solid"/>
            <a:round/>
            <a:headEnd len="sm" w="sm" type="none"/>
            <a:tailEnd len="sm" w="sm" type="none"/>
          </a:ln>
        </p:spPr>
      </p:cxnSp>
      <p:cxnSp>
        <p:nvCxnSpPr>
          <p:cNvPr id="239" name="Google Shape;239;p32"/>
          <p:cNvCxnSpPr/>
          <p:nvPr/>
        </p:nvCxnSpPr>
        <p:spPr>
          <a:xfrm>
            <a:off x="1723734" y="1253999"/>
            <a:ext cx="540600" cy="0"/>
          </a:xfrm>
          <a:prstGeom prst="straightConnector1">
            <a:avLst/>
          </a:prstGeom>
          <a:noFill/>
          <a:ln cap="flat" cmpd="sng" w="12700">
            <a:solidFill>
              <a:srgbClr val="000000"/>
            </a:solidFill>
            <a:prstDash val="solid"/>
            <a:round/>
            <a:headEnd len="sm" w="sm" type="none"/>
            <a:tailEnd len="sm" w="sm" type="none"/>
          </a:ln>
        </p:spPr>
      </p:cxnSp>
      <p:cxnSp>
        <p:nvCxnSpPr>
          <p:cNvPr id="240" name="Google Shape;240;p32"/>
          <p:cNvCxnSpPr/>
          <p:nvPr/>
        </p:nvCxnSpPr>
        <p:spPr>
          <a:xfrm>
            <a:off x="1723734" y="1366668"/>
            <a:ext cx="540600" cy="0"/>
          </a:xfrm>
          <a:prstGeom prst="straightConnector1">
            <a:avLst/>
          </a:prstGeom>
          <a:noFill/>
          <a:ln cap="flat" cmpd="sng" w="12700">
            <a:solidFill>
              <a:srgbClr val="000000"/>
            </a:solidFill>
            <a:prstDash val="solid"/>
            <a:round/>
            <a:headEnd len="sm" w="sm" type="none"/>
            <a:tailEnd len="sm" w="sm" type="none"/>
          </a:ln>
        </p:spPr>
      </p:cxnSp>
      <p:cxnSp>
        <p:nvCxnSpPr>
          <p:cNvPr id="241" name="Google Shape;241;p32"/>
          <p:cNvCxnSpPr/>
          <p:nvPr/>
        </p:nvCxnSpPr>
        <p:spPr>
          <a:xfrm>
            <a:off x="1723734" y="1533417"/>
            <a:ext cx="540600" cy="0"/>
          </a:xfrm>
          <a:prstGeom prst="straightConnector1">
            <a:avLst/>
          </a:prstGeom>
          <a:noFill/>
          <a:ln cap="flat" cmpd="sng" w="12700">
            <a:solidFill>
              <a:srgbClr val="000000"/>
            </a:solidFill>
            <a:prstDash val="solid"/>
            <a:round/>
            <a:headEnd len="sm" w="sm" type="none"/>
            <a:tailEnd len="sm" w="sm" type="none"/>
          </a:ln>
        </p:spPr>
      </p:cxnSp>
      <p:cxnSp>
        <p:nvCxnSpPr>
          <p:cNvPr id="242" name="Google Shape;242;p32"/>
          <p:cNvCxnSpPr/>
          <p:nvPr/>
        </p:nvCxnSpPr>
        <p:spPr>
          <a:xfrm>
            <a:off x="1723734" y="1479336"/>
            <a:ext cx="540600" cy="0"/>
          </a:xfrm>
          <a:prstGeom prst="straightConnector1">
            <a:avLst/>
          </a:prstGeom>
          <a:noFill/>
          <a:ln cap="flat" cmpd="sng" w="12700">
            <a:solidFill>
              <a:srgbClr val="000000"/>
            </a:solidFill>
            <a:prstDash val="solid"/>
            <a:round/>
            <a:headEnd len="sm" w="sm" type="none"/>
            <a:tailEnd len="sm" w="sm" type="none"/>
          </a:ln>
        </p:spPr>
      </p:cxnSp>
      <p:cxnSp>
        <p:nvCxnSpPr>
          <p:cNvPr id="243" name="Google Shape;243;p32"/>
          <p:cNvCxnSpPr/>
          <p:nvPr/>
        </p:nvCxnSpPr>
        <p:spPr>
          <a:xfrm>
            <a:off x="1723734" y="1420748"/>
            <a:ext cx="540600" cy="0"/>
          </a:xfrm>
          <a:prstGeom prst="straightConnector1">
            <a:avLst/>
          </a:prstGeom>
          <a:noFill/>
          <a:ln cap="flat" cmpd="sng" w="12700">
            <a:solidFill>
              <a:srgbClr val="000000"/>
            </a:solidFill>
            <a:prstDash val="solid"/>
            <a:round/>
            <a:headEnd len="sm" w="sm" type="none"/>
            <a:tailEnd len="sm" w="sm" type="none"/>
          </a:ln>
        </p:spPr>
      </p:cxnSp>
      <p:cxnSp>
        <p:nvCxnSpPr>
          <p:cNvPr id="244" name="Google Shape;244;p32"/>
          <p:cNvCxnSpPr/>
          <p:nvPr/>
        </p:nvCxnSpPr>
        <p:spPr>
          <a:xfrm rot="10800000">
            <a:off x="2183196" y="1139151"/>
            <a:ext cx="0" cy="450600"/>
          </a:xfrm>
          <a:prstGeom prst="straightConnector1">
            <a:avLst/>
          </a:prstGeom>
          <a:noFill/>
          <a:ln cap="flat" cmpd="sng" w="12700">
            <a:solidFill>
              <a:srgbClr val="000000"/>
            </a:solidFill>
            <a:prstDash val="solid"/>
            <a:round/>
            <a:headEnd len="sm" w="sm" type="none"/>
            <a:tailEnd len="sm" w="sm" type="none"/>
          </a:ln>
        </p:spPr>
      </p:cxnSp>
      <p:sp>
        <p:nvSpPr>
          <p:cNvPr id="245" name="Google Shape;245;p32"/>
          <p:cNvSpPr/>
          <p:nvPr/>
        </p:nvSpPr>
        <p:spPr>
          <a:xfrm>
            <a:off x="1716227" y="803889"/>
            <a:ext cx="613500" cy="131400"/>
          </a:xfrm>
          <a:prstGeom prst="rect">
            <a:avLst/>
          </a:prstGeom>
          <a:noFill/>
          <a:ln>
            <a:noFill/>
          </a:ln>
        </p:spPr>
        <p:txBody>
          <a:bodyPr anchorCtr="0" anchor="t" bIns="19950" lIns="39925" spcFirstLastPara="1" rIns="39925" wrap="square" tIns="19950">
            <a:noAutofit/>
          </a:bodyPr>
          <a:lstStyle/>
          <a:p>
            <a:pPr indent="0" lvl="0" marL="0" marR="0" rtl="0" algn="l">
              <a:spcBef>
                <a:spcPts val="0"/>
              </a:spcBef>
              <a:spcAft>
                <a:spcPts val="0"/>
              </a:spcAft>
              <a:buClr>
                <a:srgbClr val="000000"/>
              </a:buClr>
              <a:buSzPts val="800"/>
              <a:buFont typeface="Noto Sans Symbols"/>
              <a:buNone/>
            </a:pPr>
            <a:r>
              <a:rPr lang="en-US" sz="800">
                <a:solidFill>
                  <a:srgbClr val="000000"/>
                </a:solidFill>
                <a:latin typeface="Arial"/>
                <a:ea typeface="Arial"/>
                <a:cs typeface="Arial"/>
                <a:sym typeface="Arial"/>
              </a:rPr>
              <a:t>THE PAST</a:t>
            </a:r>
            <a:endParaRPr sz="800"/>
          </a:p>
        </p:txBody>
      </p:sp>
      <p:grpSp>
        <p:nvGrpSpPr>
          <p:cNvPr id="246" name="Google Shape;246;p32"/>
          <p:cNvGrpSpPr/>
          <p:nvPr/>
        </p:nvGrpSpPr>
        <p:grpSpPr>
          <a:xfrm>
            <a:off x="2627644" y="1139641"/>
            <a:ext cx="276278" cy="169003"/>
            <a:chOff x="2540" y="1303"/>
            <a:chExt cx="368" cy="300"/>
          </a:xfrm>
        </p:grpSpPr>
        <p:sp>
          <p:nvSpPr>
            <p:cNvPr id="247" name="Google Shape;247;p32"/>
            <p:cNvSpPr/>
            <p:nvPr/>
          </p:nvSpPr>
          <p:spPr>
            <a:xfrm>
              <a:off x="2540" y="1303"/>
              <a:ext cx="300" cy="300"/>
            </a:xfrm>
            <a:prstGeom prst="rect">
              <a:avLst/>
            </a:prstGeom>
            <a:noFill/>
            <a:ln cap="flat" cmpd="sng" w="12700">
              <a:solidFill>
                <a:srgbClr val="000000"/>
              </a:solidFill>
              <a:prstDash val="solid"/>
              <a:miter lim="800000"/>
              <a:headEnd len="sm" w="sm" type="none"/>
              <a:tailEnd len="sm" w="sm" type="none"/>
            </a:ln>
          </p:spPr>
          <p:txBody>
            <a:bodyPr anchorCtr="0" anchor="ctr" bIns="26425" lIns="52850" spcFirstLastPara="1" rIns="52850" wrap="square" tIns="26425">
              <a:noAutofit/>
            </a:bodyPr>
            <a:lstStyle/>
            <a:p>
              <a:pPr indent="0" lvl="0" marL="0" marR="0" rtl="0" algn="l">
                <a:spcBef>
                  <a:spcPts val="0"/>
                </a:spcBef>
                <a:spcAft>
                  <a:spcPts val="0"/>
                </a:spcAft>
                <a:buClr>
                  <a:schemeClr val="dk1"/>
                </a:buClr>
                <a:buSzPts val="800"/>
                <a:buFont typeface="Noto Sans Symbols"/>
                <a:buNone/>
              </a:pPr>
              <a:r>
                <a:t/>
              </a:r>
              <a:endParaRPr sz="800">
                <a:solidFill>
                  <a:schemeClr val="dk1"/>
                </a:solidFill>
                <a:latin typeface="Arial"/>
                <a:ea typeface="Arial"/>
                <a:cs typeface="Arial"/>
                <a:sym typeface="Arial"/>
              </a:endParaRPr>
            </a:p>
          </p:txBody>
        </p:sp>
        <p:cxnSp>
          <p:nvCxnSpPr>
            <p:cNvPr id="248" name="Google Shape;248;p32"/>
            <p:cNvCxnSpPr/>
            <p:nvPr/>
          </p:nvCxnSpPr>
          <p:spPr>
            <a:xfrm>
              <a:off x="2600" y="1463"/>
              <a:ext cx="300" cy="0"/>
            </a:xfrm>
            <a:prstGeom prst="straightConnector1">
              <a:avLst/>
            </a:prstGeom>
            <a:noFill/>
            <a:ln cap="flat" cmpd="sng" w="12700">
              <a:solidFill>
                <a:srgbClr val="000000"/>
              </a:solidFill>
              <a:prstDash val="solid"/>
              <a:round/>
              <a:headEnd len="sm" w="sm" type="none"/>
              <a:tailEnd len="sm" w="sm" type="none"/>
            </a:ln>
          </p:spPr>
        </p:cxnSp>
        <p:cxnSp>
          <p:nvCxnSpPr>
            <p:cNvPr id="249" name="Google Shape;249;p32"/>
            <p:cNvCxnSpPr/>
            <p:nvPr/>
          </p:nvCxnSpPr>
          <p:spPr>
            <a:xfrm>
              <a:off x="2600" y="1503"/>
              <a:ext cx="300" cy="0"/>
            </a:xfrm>
            <a:prstGeom prst="straightConnector1">
              <a:avLst/>
            </a:prstGeom>
            <a:noFill/>
            <a:ln cap="flat" cmpd="sng" w="12700">
              <a:solidFill>
                <a:srgbClr val="000000"/>
              </a:solidFill>
              <a:prstDash val="solid"/>
              <a:round/>
              <a:headEnd len="sm" w="sm" type="none"/>
              <a:tailEnd len="sm" w="sm" type="none"/>
            </a:ln>
          </p:spPr>
        </p:cxnSp>
        <p:cxnSp>
          <p:nvCxnSpPr>
            <p:cNvPr id="250" name="Google Shape;250;p32"/>
            <p:cNvCxnSpPr/>
            <p:nvPr/>
          </p:nvCxnSpPr>
          <p:spPr>
            <a:xfrm>
              <a:off x="2600" y="1543"/>
              <a:ext cx="300" cy="0"/>
            </a:xfrm>
            <a:prstGeom prst="straightConnector1">
              <a:avLst/>
            </a:prstGeom>
            <a:noFill/>
            <a:ln cap="flat" cmpd="sng" w="12700">
              <a:solidFill>
                <a:srgbClr val="000000"/>
              </a:solidFill>
              <a:prstDash val="solid"/>
              <a:round/>
              <a:headEnd len="sm" w="sm" type="none"/>
              <a:tailEnd len="sm" w="sm" type="none"/>
            </a:ln>
          </p:spPr>
        </p:cxnSp>
        <p:cxnSp>
          <p:nvCxnSpPr>
            <p:cNvPr id="251" name="Google Shape;251;p32"/>
            <p:cNvCxnSpPr/>
            <p:nvPr/>
          </p:nvCxnSpPr>
          <p:spPr>
            <a:xfrm>
              <a:off x="2600" y="1391"/>
              <a:ext cx="300" cy="0"/>
            </a:xfrm>
            <a:prstGeom prst="straightConnector1">
              <a:avLst/>
            </a:prstGeom>
            <a:noFill/>
            <a:ln cap="flat" cmpd="sng" w="12700">
              <a:solidFill>
                <a:srgbClr val="000000"/>
              </a:solidFill>
              <a:prstDash val="solid"/>
              <a:round/>
              <a:headEnd len="sm" w="sm" type="none"/>
              <a:tailEnd len="sm" w="sm" type="none"/>
            </a:ln>
          </p:spPr>
        </p:cxnSp>
        <p:cxnSp>
          <p:nvCxnSpPr>
            <p:cNvPr id="252" name="Google Shape;252;p32"/>
            <p:cNvCxnSpPr/>
            <p:nvPr/>
          </p:nvCxnSpPr>
          <p:spPr>
            <a:xfrm>
              <a:off x="2608" y="1423"/>
              <a:ext cx="300" cy="0"/>
            </a:xfrm>
            <a:prstGeom prst="straightConnector1">
              <a:avLst/>
            </a:prstGeom>
            <a:noFill/>
            <a:ln cap="flat" cmpd="sng" w="12700">
              <a:solidFill>
                <a:srgbClr val="000000"/>
              </a:solidFill>
              <a:prstDash val="solid"/>
              <a:round/>
              <a:headEnd len="sm" w="sm" type="none"/>
              <a:tailEnd len="sm" w="sm" type="none"/>
            </a:ln>
          </p:spPr>
        </p:cxnSp>
      </p:grpSp>
      <p:grpSp>
        <p:nvGrpSpPr>
          <p:cNvPr id="253" name="Google Shape;253;p32"/>
          <p:cNvGrpSpPr/>
          <p:nvPr/>
        </p:nvGrpSpPr>
        <p:grpSpPr>
          <a:xfrm>
            <a:off x="964720" y="1118234"/>
            <a:ext cx="548802" cy="488981"/>
            <a:chOff x="325" y="1265"/>
            <a:chExt cx="731" cy="868"/>
          </a:xfrm>
        </p:grpSpPr>
        <p:sp>
          <p:nvSpPr>
            <p:cNvPr id="254" name="Google Shape;254;p32"/>
            <p:cNvSpPr/>
            <p:nvPr/>
          </p:nvSpPr>
          <p:spPr>
            <a:xfrm>
              <a:off x="325" y="1833"/>
              <a:ext cx="600" cy="300"/>
            </a:xfrm>
            <a:prstGeom prst="ellipse">
              <a:avLst/>
            </a:prstGeom>
            <a:noFill/>
            <a:ln cap="flat" cmpd="sng" w="12700">
              <a:solidFill>
                <a:srgbClr val="000000"/>
              </a:solidFill>
              <a:prstDash val="solid"/>
              <a:round/>
              <a:headEnd len="sm" w="sm" type="none"/>
              <a:tailEnd len="sm" w="sm" type="none"/>
            </a:ln>
          </p:spPr>
          <p:txBody>
            <a:bodyPr anchorCtr="0" anchor="ctr" bIns="26425" lIns="52850" spcFirstLastPara="1" rIns="52850" wrap="square" tIns="26425">
              <a:noAutofit/>
            </a:bodyPr>
            <a:lstStyle/>
            <a:p>
              <a:pPr indent="0" lvl="0" marL="0" marR="0" rtl="0" algn="l">
                <a:spcBef>
                  <a:spcPts val="0"/>
                </a:spcBef>
                <a:spcAft>
                  <a:spcPts val="0"/>
                </a:spcAft>
                <a:buClr>
                  <a:schemeClr val="dk1"/>
                </a:buClr>
                <a:buSzPts val="800"/>
                <a:buFont typeface="Noto Sans Symbols"/>
                <a:buNone/>
              </a:pPr>
              <a:r>
                <a:t/>
              </a:r>
              <a:endParaRPr sz="800">
                <a:solidFill>
                  <a:schemeClr val="dk1"/>
                </a:solidFill>
                <a:latin typeface="Arial"/>
                <a:ea typeface="Arial"/>
                <a:cs typeface="Arial"/>
                <a:sym typeface="Arial"/>
              </a:endParaRPr>
            </a:p>
          </p:txBody>
        </p:sp>
        <p:sp>
          <p:nvSpPr>
            <p:cNvPr descr="Dotted diamond" id="255" name="Google Shape;255;p32"/>
            <p:cNvSpPr/>
            <p:nvPr/>
          </p:nvSpPr>
          <p:spPr>
            <a:xfrm>
              <a:off x="325" y="1265"/>
              <a:ext cx="600" cy="300"/>
            </a:xfrm>
            <a:prstGeom prst="ellipse">
              <a:avLst/>
            </a:prstGeom>
            <a:solidFill>
              <a:schemeClr val="lt1"/>
            </a:solidFill>
            <a:ln cap="flat" cmpd="sng" w="12700">
              <a:solidFill>
                <a:srgbClr val="000000"/>
              </a:solidFill>
              <a:prstDash val="solid"/>
              <a:round/>
              <a:headEnd len="sm" w="sm" type="none"/>
              <a:tailEnd len="sm" w="sm" type="none"/>
            </a:ln>
          </p:spPr>
          <p:txBody>
            <a:bodyPr anchorCtr="0" anchor="ctr" bIns="26425" lIns="52850" spcFirstLastPara="1" rIns="52850" wrap="square" tIns="26425">
              <a:noAutofit/>
            </a:bodyPr>
            <a:lstStyle/>
            <a:p>
              <a:pPr indent="0" lvl="0" marL="0" marR="0" rtl="0" algn="l">
                <a:spcBef>
                  <a:spcPts val="0"/>
                </a:spcBef>
                <a:spcAft>
                  <a:spcPts val="0"/>
                </a:spcAft>
                <a:buClr>
                  <a:schemeClr val="dk1"/>
                </a:buClr>
                <a:buSzPts val="800"/>
                <a:buFont typeface="Noto Sans Symbols"/>
                <a:buNone/>
              </a:pPr>
              <a:r>
                <a:t/>
              </a:r>
              <a:endParaRPr sz="800">
                <a:solidFill>
                  <a:schemeClr val="dk1"/>
                </a:solidFill>
                <a:latin typeface="Arial"/>
                <a:ea typeface="Arial"/>
                <a:cs typeface="Arial"/>
                <a:sym typeface="Arial"/>
              </a:endParaRPr>
            </a:p>
          </p:txBody>
        </p:sp>
        <p:sp>
          <p:nvSpPr>
            <p:cNvPr id="256" name="Google Shape;256;p32"/>
            <p:cNvSpPr/>
            <p:nvPr/>
          </p:nvSpPr>
          <p:spPr>
            <a:xfrm>
              <a:off x="325" y="1805"/>
              <a:ext cx="600" cy="300"/>
            </a:xfrm>
            <a:prstGeom prst="ellipse">
              <a:avLst/>
            </a:prstGeom>
            <a:solidFill>
              <a:schemeClr val="lt1"/>
            </a:solidFill>
            <a:ln>
              <a:noFill/>
            </a:ln>
          </p:spPr>
          <p:txBody>
            <a:bodyPr anchorCtr="0" anchor="ctr" bIns="26425" lIns="52850" spcFirstLastPara="1" rIns="52850" wrap="square" tIns="26425">
              <a:noAutofit/>
            </a:bodyPr>
            <a:lstStyle/>
            <a:p>
              <a:pPr indent="0" lvl="0" marL="0" marR="0" rtl="0" algn="l">
                <a:spcBef>
                  <a:spcPts val="0"/>
                </a:spcBef>
                <a:spcAft>
                  <a:spcPts val="0"/>
                </a:spcAft>
                <a:buClr>
                  <a:schemeClr val="dk1"/>
                </a:buClr>
                <a:buSzPts val="800"/>
                <a:buFont typeface="Noto Sans Symbols"/>
                <a:buNone/>
              </a:pPr>
              <a:r>
                <a:t/>
              </a:r>
              <a:endParaRPr sz="800">
                <a:solidFill>
                  <a:schemeClr val="dk1"/>
                </a:solidFill>
                <a:latin typeface="Arial"/>
                <a:ea typeface="Arial"/>
                <a:cs typeface="Arial"/>
                <a:sym typeface="Arial"/>
              </a:endParaRPr>
            </a:p>
          </p:txBody>
        </p:sp>
        <p:cxnSp>
          <p:nvCxnSpPr>
            <p:cNvPr id="257" name="Google Shape;257;p32"/>
            <p:cNvCxnSpPr/>
            <p:nvPr/>
          </p:nvCxnSpPr>
          <p:spPr>
            <a:xfrm>
              <a:off x="1056" y="1405"/>
              <a:ext cx="0" cy="600"/>
            </a:xfrm>
            <a:prstGeom prst="straightConnector1">
              <a:avLst/>
            </a:prstGeom>
            <a:noFill/>
            <a:ln cap="flat" cmpd="sng" w="12700">
              <a:solidFill>
                <a:srgbClr val="000000"/>
              </a:solidFill>
              <a:prstDash val="solid"/>
              <a:round/>
              <a:headEnd len="sm" w="sm" type="none"/>
              <a:tailEnd len="sm" w="sm" type="none"/>
            </a:ln>
          </p:spPr>
        </p:cxnSp>
        <p:sp>
          <p:nvSpPr>
            <p:cNvPr id="258" name="Google Shape;258;p32"/>
            <p:cNvSpPr/>
            <p:nvPr/>
          </p:nvSpPr>
          <p:spPr>
            <a:xfrm>
              <a:off x="454" y="1682"/>
              <a:ext cx="300" cy="300"/>
            </a:xfrm>
            <a:prstGeom prst="rect">
              <a:avLst/>
            </a:prstGeom>
            <a:noFill/>
            <a:ln>
              <a:noFill/>
            </a:ln>
          </p:spPr>
          <p:txBody>
            <a:bodyPr anchorCtr="0" anchor="t" bIns="19950" lIns="39925" spcFirstLastPara="1" rIns="39925" wrap="square" tIns="19950">
              <a:noAutofit/>
            </a:bodyPr>
            <a:lstStyle/>
            <a:p>
              <a:pPr indent="0" lvl="0" marL="0" marR="0" rtl="0" algn="l">
                <a:spcBef>
                  <a:spcPts val="0"/>
                </a:spcBef>
                <a:spcAft>
                  <a:spcPts val="0"/>
                </a:spcAft>
                <a:buClr>
                  <a:srgbClr val="000000"/>
                </a:buClr>
                <a:buSzPts val="800"/>
                <a:buFont typeface="Noto Sans Symbols"/>
                <a:buNone/>
              </a:pPr>
              <a:r>
                <a:rPr b="1" lang="en-US" sz="800">
                  <a:solidFill>
                    <a:srgbClr val="000000"/>
                  </a:solidFill>
                  <a:latin typeface="Arial"/>
                  <a:ea typeface="Arial"/>
                  <a:cs typeface="Arial"/>
                  <a:sym typeface="Arial"/>
                </a:rPr>
                <a:t>Data</a:t>
              </a:r>
              <a:endParaRPr sz="800"/>
            </a:p>
          </p:txBody>
        </p:sp>
        <p:cxnSp>
          <p:nvCxnSpPr>
            <p:cNvPr id="259" name="Google Shape;259;p32"/>
            <p:cNvCxnSpPr/>
            <p:nvPr/>
          </p:nvCxnSpPr>
          <p:spPr>
            <a:xfrm>
              <a:off x="325" y="1413"/>
              <a:ext cx="0" cy="600"/>
            </a:xfrm>
            <a:prstGeom prst="straightConnector1">
              <a:avLst/>
            </a:prstGeom>
            <a:noFill/>
            <a:ln cap="flat" cmpd="sng" w="12700">
              <a:solidFill>
                <a:srgbClr val="000000"/>
              </a:solidFill>
              <a:prstDash val="solid"/>
              <a:round/>
              <a:headEnd len="sm" w="sm" type="none"/>
              <a:tailEnd len="sm" w="sm" type="none"/>
            </a:ln>
          </p:spPr>
        </p:cxnSp>
      </p:grpSp>
      <p:cxnSp>
        <p:nvCxnSpPr>
          <p:cNvPr id="260" name="Google Shape;260;p32"/>
          <p:cNvCxnSpPr/>
          <p:nvPr/>
        </p:nvCxnSpPr>
        <p:spPr>
          <a:xfrm flipH="1" rot="10800000">
            <a:off x="1513523" y="1373362"/>
            <a:ext cx="208800" cy="5700"/>
          </a:xfrm>
          <a:prstGeom prst="straightConnector1">
            <a:avLst/>
          </a:prstGeom>
          <a:noFill/>
          <a:ln cap="flat" cmpd="sng" w="50800">
            <a:solidFill>
              <a:schemeClr val="dk1"/>
            </a:solidFill>
            <a:prstDash val="solid"/>
            <a:round/>
            <a:headEnd len="sm" w="sm" type="none"/>
            <a:tailEnd len="med" w="med" type="stealth"/>
          </a:ln>
        </p:spPr>
      </p:cxnSp>
      <p:cxnSp>
        <p:nvCxnSpPr>
          <p:cNvPr id="261" name="Google Shape;261;p32"/>
          <p:cNvCxnSpPr/>
          <p:nvPr/>
        </p:nvCxnSpPr>
        <p:spPr>
          <a:xfrm>
            <a:off x="2328092" y="1232593"/>
            <a:ext cx="302400" cy="0"/>
          </a:xfrm>
          <a:prstGeom prst="straightConnector1">
            <a:avLst/>
          </a:prstGeom>
          <a:noFill/>
          <a:ln cap="flat" cmpd="sng" w="12700">
            <a:solidFill>
              <a:schemeClr val="dk1"/>
            </a:solidFill>
            <a:prstDash val="solid"/>
            <a:round/>
            <a:headEnd len="sm" w="sm" type="none"/>
            <a:tailEnd len="med" w="med" type="stealth"/>
          </a:ln>
        </p:spPr>
      </p:cxnSp>
      <p:sp>
        <p:nvSpPr>
          <p:cNvPr id="262" name="Google Shape;262;p32"/>
          <p:cNvSpPr/>
          <p:nvPr/>
        </p:nvSpPr>
        <p:spPr>
          <a:xfrm>
            <a:off x="2462478" y="1631439"/>
            <a:ext cx="905400" cy="165600"/>
          </a:xfrm>
          <a:prstGeom prst="rect">
            <a:avLst/>
          </a:prstGeom>
          <a:solidFill>
            <a:schemeClr val="lt1"/>
          </a:solidFill>
          <a:ln cap="flat" cmpd="sng" w="50800">
            <a:solidFill>
              <a:schemeClr val="dk1"/>
            </a:solidFill>
            <a:prstDash val="solid"/>
            <a:miter lim="800000"/>
            <a:headEnd len="sm" w="sm" type="none"/>
            <a:tailEnd len="sm" w="sm" type="none"/>
          </a:ln>
        </p:spPr>
        <p:txBody>
          <a:bodyPr anchorCtr="0" anchor="ctr" bIns="26425" lIns="52850" spcFirstLastPara="1" rIns="52850" wrap="square" tIns="26425">
            <a:noAutofit/>
          </a:bodyPr>
          <a:lstStyle/>
          <a:p>
            <a:pPr indent="0" lvl="0" marL="0" marR="0" rtl="0" algn="l">
              <a:spcBef>
                <a:spcPts val="0"/>
              </a:spcBef>
              <a:spcAft>
                <a:spcPts val="0"/>
              </a:spcAft>
              <a:buClr>
                <a:schemeClr val="dk1"/>
              </a:buClr>
              <a:buSzPts val="800"/>
              <a:buFont typeface="Noto Sans Symbols"/>
              <a:buNone/>
            </a:pPr>
            <a:r>
              <a:t/>
            </a:r>
            <a:endParaRPr sz="800">
              <a:solidFill>
                <a:schemeClr val="dk1"/>
              </a:solidFill>
              <a:latin typeface="Arial"/>
              <a:ea typeface="Arial"/>
              <a:cs typeface="Arial"/>
              <a:sym typeface="Arial"/>
            </a:endParaRPr>
          </a:p>
        </p:txBody>
      </p:sp>
      <p:sp>
        <p:nvSpPr>
          <p:cNvPr id="263" name="Google Shape;263;p32"/>
          <p:cNvSpPr/>
          <p:nvPr/>
        </p:nvSpPr>
        <p:spPr>
          <a:xfrm>
            <a:off x="2515031" y="1622425"/>
            <a:ext cx="858000" cy="142200"/>
          </a:xfrm>
          <a:prstGeom prst="rect">
            <a:avLst/>
          </a:prstGeom>
          <a:noFill/>
          <a:ln>
            <a:noFill/>
          </a:ln>
        </p:spPr>
        <p:txBody>
          <a:bodyPr anchorCtr="0" anchor="t" bIns="19950" lIns="39925" spcFirstLastPara="1" rIns="39925" wrap="square" tIns="19950">
            <a:noAutofit/>
          </a:bodyPr>
          <a:lstStyle/>
          <a:p>
            <a:pPr indent="0" lvl="0" marL="0" marR="0" rtl="0" algn="l">
              <a:spcBef>
                <a:spcPts val="0"/>
              </a:spcBef>
              <a:spcAft>
                <a:spcPts val="0"/>
              </a:spcAft>
              <a:buClr>
                <a:schemeClr val="dk1"/>
              </a:buClr>
              <a:buSzPts val="900"/>
              <a:buFont typeface="Noto Sans Symbols"/>
              <a:buNone/>
            </a:pPr>
            <a:r>
              <a:rPr lang="en-US" sz="900">
                <a:solidFill>
                  <a:schemeClr val="dk1"/>
                </a:solidFill>
                <a:latin typeface="Arial"/>
                <a:ea typeface="Arial"/>
                <a:cs typeface="Arial"/>
                <a:sym typeface="Arial"/>
              </a:rPr>
              <a:t>Model Builder</a:t>
            </a:r>
            <a:endParaRPr sz="800"/>
          </a:p>
        </p:txBody>
      </p:sp>
      <p:cxnSp>
        <p:nvCxnSpPr>
          <p:cNvPr id="264" name="Google Shape;264;p32"/>
          <p:cNvCxnSpPr/>
          <p:nvPr/>
        </p:nvCxnSpPr>
        <p:spPr>
          <a:xfrm>
            <a:off x="2774791" y="1297940"/>
            <a:ext cx="0" cy="324600"/>
          </a:xfrm>
          <a:prstGeom prst="straightConnector1">
            <a:avLst/>
          </a:prstGeom>
          <a:noFill/>
          <a:ln cap="flat" cmpd="sng" w="12700">
            <a:solidFill>
              <a:schemeClr val="dk1"/>
            </a:solidFill>
            <a:prstDash val="solid"/>
            <a:round/>
            <a:headEnd len="sm" w="sm" type="none"/>
            <a:tailEnd len="med" w="med" type="stealth"/>
          </a:ln>
        </p:spPr>
      </p:cxnSp>
      <p:sp>
        <p:nvSpPr>
          <p:cNvPr id="265" name="Google Shape;265;p32"/>
          <p:cNvSpPr/>
          <p:nvPr/>
        </p:nvSpPr>
        <p:spPr>
          <a:xfrm>
            <a:off x="1693704" y="2055072"/>
            <a:ext cx="609600" cy="131400"/>
          </a:xfrm>
          <a:prstGeom prst="rect">
            <a:avLst/>
          </a:prstGeom>
          <a:noFill/>
          <a:ln>
            <a:noFill/>
          </a:ln>
        </p:spPr>
        <p:txBody>
          <a:bodyPr anchorCtr="0" anchor="t" bIns="19950" lIns="39925" spcFirstLastPara="1" rIns="39925" wrap="square" tIns="19950">
            <a:noAutofit/>
          </a:bodyPr>
          <a:lstStyle/>
          <a:p>
            <a:pPr indent="0" lvl="0" marL="0" marR="0" rtl="0" algn="l">
              <a:spcBef>
                <a:spcPts val="0"/>
              </a:spcBef>
              <a:spcAft>
                <a:spcPts val="0"/>
              </a:spcAft>
              <a:buClr>
                <a:srgbClr val="60C900"/>
              </a:buClr>
              <a:buSzPts val="800"/>
              <a:buFont typeface="Noto Sans Symbols"/>
              <a:buNone/>
            </a:pPr>
            <a:r>
              <a:rPr lang="en-US" sz="800">
                <a:solidFill>
                  <a:srgbClr val="60C900"/>
                </a:solidFill>
                <a:latin typeface="Arial"/>
                <a:ea typeface="Arial"/>
                <a:cs typeface="Arial"/>
                <a:sym typeface="Arial"/>
              </a:rPr>
              <a:t>Testing set</a:t>
            </a:r>
            <a:endParaRPr sz="800"/>
          </a:p>
        </p:txBody>
      </p:sp>
      <p:grpSp>
        <p:nvGrpSpPr>
          <p:cNvPr id="266" name="Google Shape;266;p32"/>
          <p:cNvGrpSpPr/>
          <p:nvPr/>
        </p:nvGrpSpPr>
        <p:grpSpPr>
          <a:xfrm>
            <a:off x="1873885" y="1622425"/>
            <a:ext cx="270272" cy="466447"/>
            <a:chOff x="1632" y="2256"/>
            <a:chExt cx="360" cy="828"/>
          </a:xfrm>
        </p:grpSpPr>
        <p:grpSp>
          <p:nvGrpSpPr>
            <p:cNvPr id="267" name="Google Shape;267;p32"/>
            <p:cNvGrpSpPr/>
            <p:nvPr/>
          </p:nvGrpSpPr>
          <p:grpSpPr>
            <a:xfrm>
              <a:off x="1632" y="2784"/>
              <a:ext cx="360" cy="300"/>
              <a:chOff x="1812" y="2352"/>
              <a:chExt cx="360" cy="300"/>
            </a:xfrm>
          </p:grpSpPr>
          <p:sp>
            <p:nvSpPr>
              <p:cNvPr id="268" name="Google Shape;268;p32"/>
              <p:cNvSpPr/>
              <p:nvPr/>
            </p:nvSpPr>
            <p:spPr>
              <a:xfrm>
                <a:off x="1812" y="2352"/>
                <a:ext cx="300" cy="300"/>
              </a:xfrm>
              <a:prstGeom prst="rect">
                <a:avLst/>
              </a:prstGeom>
              <a:noFill/>
              <a:ln cap="flat" cmpd="sng" w="12700">
                <a:solidFill>
                  <a:srgbClr val="000000"/>
                </a:solidFill>
                <a:prstDash val="solid"/>
                <a:miter lim="800000"/>
                <a:headEnd len="sm" w="sm" type="none"/>
                <a:tailEnd len="sm" w="sm" type="none"/>
              </a:ln>
            </p:spPr>
            <p:txBody>
              <a:bodyPr anchorCtr="0" anchor="ctr" bIns="26425" lIns="52850" spcFirstLastPara="1" rIns="52850" wrap="square" tIns="26425">
                <a:noAutofit/>
              </a:bodyPr>
              <a:lstStyle/>
              <a:p>
                <a:pPr indent="0" lvl="0" marL="0" marR="0" rtl="0" algn="l">
                  <a:spcBef>
                    <a:spcPts val="0"/>
                  </a:spcBef>
                  <a:spcAft>
                    <a:spcPts val="0"/>
                  </a:spcAft>
                  <a:buClr>
                    <a:schemeClr val="dk1"/>
                  </a:buClr>
                  <a:buSzPts val="800"/>
                  <a:buFont typeface="Noto Sans Symbols"/>
                  <a:buNone/>
                </a:pPr>
                <a:r>
                  <a:t/>
                </a:r>
                <a:endParaRPr sz="800">
                  <a:solidFill>
                    <a:schemeClr val="dk1"/>
                  </a:solidFill>
                  <a:latin typeface="Arial"/>
                  <a:ea typeface="Arial"/>
                  <a:cs typeface="Arial"/>
                  <a:sym typeface="Arial"/>
                </a:endParaRPr>
              </a:p>
            </p:txBody>
          </p:sp>
          <p:cxnSp>
            <p:nvCxnSpPr>
              <p:cNvPr id="269" name="Google Shape;269;p32"/>
              <p:cNvCxnSpPr/>
              <p:nvPr/>
            </p:nvCxnSpPr>
            <p:spPr>
              <a:xfrm>
                <a:off x="1872" y="2416"/>
                <a:ext cx="300" cy="0"/>
              </a:xfrm>
              <a:prstGeom prst="straightConnector1">
                <a:avLst/>
              </a:prstGeom>
              <a:noFill/>
              <a:ln cap="flat" cmpd="sng" w="12700">
                <a:solidFill>
                  <a:srgbClr val="000000"/>
                </a:solidFill>
                <a:prstDash val="solid"/>
                <a:round/>
                <a:headEnd len="sm" w="sm" type="none"/>
                <a:tailEnd len="sm" w="sm" type="none"/>
              </a:ln>
            </p:spPr>
          </p:cxnSp>
          <p:cxnSp>
            <p:nvCxnSpPr>
              <p:cNvPr id="270" name="Google Shape;270;p32"/>
              <p:cNvCxnSpPr/>
              <p:nvPr/>
            </p:nvCxnSpPr>
            <p:spPr>
              <a:xfrm>
                <a:off x="1872" y="2448"/>
                <a:ext cx="300" cy="0"/>
              </a:xfrm>
              <a:prstGeom prst="straightConnector1">
                <a:avLst/>
              </a:prstGeom>
              <a:noFill/>
              <a:ln cap="flat" cmpd="sng" w="12700">
                <a:solidFill>
                  <a:srgbClr val="000000"/>
                </a:solidFill>
                <a:prstDash val="solid"/>
                <a:round/>
                <a:headEnd len="sm" w="sm" type="none"/>
                <a:tailEnd len="sm" w="sm" type="none"/>
              </a:ln>
            </p:spPr>
          </p:cxnSp>
          <p:cxnSp>
            <p:nvCxnSpPr>
              <p:cNvPr id="271" name="Google Shape;271;p32"/>
              <p:cNvCxnSpPr/>
              <p:nvPr/>
            </p:nvCxnSpPr>
            <p:spPr>
              <a:xfrm>
                <a:off x="1872" y="2480"/>
                <a:ext cx="300" cy="0"/>
              </a:xfrm>
              <a:prstGeom prst="straightConnector1">
                <a:avLst/>
              </a:prstGeom>
              <a:noFill/>
              <a:ln cap="flat" cmpd="sng" w="12700">
                <a:solidFill>
                  <a:srgbClr val="000000"/>
                </a:solidFill>
                <a:prstDash val="solid"/>
                <a:round/>
                <a:headEnd len="sm" w="sm" type="none"/>
                <a:tailEnd len="sm" w="sm" type="none"/>
              </a:ln>
            </p:spPr>
          </p:cxnSp>
        </p:grpSp>
        <p:cxnSp>
          <p:nvCxnSpPr>
            <p:cNvPr id="272" name="Google Shape;272;p32"/>
            <p:cNvCxnSpPr/>
            <p:nvPr/>
          </p:nvCxnSpPr>
          <p:spPr>
            <a:xfrm>
              <a:off x="1776" y="2256"/>
              <a:ext cx="0" cy="300"/>
            </a:xfrm>
            <a:prstGeom prst="straightConnector1">
              <a:avLst/>
            </a:prstGeom>
            <a:noFill/>
            <a:ln cap="flat" cmpd="sng" w="12700">
              <a:solidFill>
                <a:schemeClr val="dk1"/>
              </a:solidFill>
              <a:prstDash val="solid"/>
              <a:miter lim="800000"/>
              <a:headEnd len="sm" w="sm" type="none"/>
              <a:tailEnd len="med" w="med" type="stealth"/>
            </a:ln>
          </p:spPr>
        </p:cxnSp>
      </p:grpSp>
      <p:sp>
        <p:nvSpPr>
          <p:cNvPr id="273" name="Google Shape;273;p32"/>
          <p:cNvSpPr/>
          <p:nvPr/>
        </p:nvSpPr>
        <p:spPr>
          <a:xfrm>
            <a:off x="2162175" y="1117671"/>
            <a:ext cx="135300" cy="109500"/>
          </a:xfrm>
          <a:prstGeom prst="rect">
            <a:avLst/>
          </a:prstGeom>
          <a:noFill/>
          <a:ln>
            <a:noFill/>
          </a:ln>
        </p:spPr>
        <p:txBody>
          <a:bodyPr anchorCtr="0" anchor="t" bIns="19950" lIns="39925" spcFirstLastPara="1" rIns="39925" wrap="square" tIns="19950">
            <a:noAutofit/>
          </a:bodyPr>
          <a:lstStyle/>
          <a:p>
            <a:pPr indent="0" lvl="0" marL="0" marR="0" rtl="0" algn="l">
              <a:spcBef>
                <a:spcPts val="0"/>
              </a:spcBef>
              <a:spcAft>
                <a:spcPts val="0"/>
              </a:spcAft>
              <a:buClr>
                <a:srgbClr val="000000"/>
              </a:buClr>
              <a:buSzPts val="600"/>
              <a:buFont typeface="Noto Sans Symbols"/>
              <a:buNone/>
            </a:pPr>
            <a:r>
              <a:rPr b="1" lang="en-US" sz="600">
                <a:solidFill>
                  <a:srgbClr val="000000"/>
                </a:solidFill>
                <a:latin typeface="Arial"/>
                <a:ea typeface="Arial"/>
                <a:cs typeface="Arial"/>
                <a:sym typeface="Arial"/>
              </a:rPr>
              <a:t>0</a:t>
            </a:r>
            <a:endParaRPr sz="800"/>
          </a:p>
        </p:txBody>
      </p:sp>
      <p:sp>
        <p:nvSpPr>
          <p:cNvPr id="274" name="Google Shape;274;p32"/>
          <p:cNvSpPr/>
          <p:nvPr/>
        </p:nvSpPr>
        <p:spPr>
          <a:xfrm>
            <a:off x="2162175" y="1171752"/>
            <a:ext cx="135300" cy="109500"/>
          </a:xfrm>
          <a:prstGeom prst="rect">
            <a:avLst/>
          </a:prstGeom>
          <a:noFill/>
          <a:ln>
            <a:noFill/>
          </a:ln>
        </p:spPr>
        <p:txBody>
          <a:bodyPr anchorCtr="0" anchor="t" bIns="19950" lIns="39925" spcFirstLastPara="1" rIns="39925" wrap="square" tIns="19950">
            <a:noAutofit/>
          </a:bodyPr>
          <a:lstStyle/>
          <a:p>
            <a:pPr indent="0" lvl="0" marL="0" marR="0" rtl="0" algn="l">
              <a:spcBef>
                <a:spcPts val="0"/>
              </a:spcBef>
              <a:spcAft>
                <a:spcPts val="0"/>
              </a:spcAft>
              <a:buClr>
                <a:srgbClr val="000000"/>
              </a:buClr>
              <a:buSzPts val="600"/>
              <a:buFont typeface="Noto Sans Symbols"/>
              <a:buNone/>
            </a:pPr>
            <a:r>
              <a:rPr b="1" lang="en-US" sz="600">
                <a:solidFill>
                  <a:srgbClr val="000000"/>
                </a:solidFill>
                <a:latin typeface="Arial"/>
                <a:ea typeface="Arial"/>
                <a:cs typeface="Arial"/>
                <a:sym typeface="Arial"/>
              </a:rPr>
              <a:t>3</a:t>
            </a:r>
            <a:endParaRPr sz="800"/>
          </a:p>
        </p:txBody>
      </p:sp>
      <p:sp>
        <p:nvSpPr>
          <p:cNvPr id="275" name="Google Shape;275;p32"/>
          <p:cNvSpPr/>
          <p:nvPr/>
        </p:nvSpPr>
        <p:spPr>
          <a:xfrm>
            <a:off x="2162175" y="1230339"/>
            <a:ext cx="135300" cy="109500"/>
          </a:xfrm>
          <a:prstGeom prst="rect">
            <a:avLst/>
          </a:prstGeom>
          <a:noFill/>
          <a:ln>
            <a:noFill/>
          </a:ln>
        </p:spPr>
        <p:txBody>
          <a:bodyPr anchorCtr="0" anchor="t" bIns="19950" lIns="39925" spcFirstLastPara="1" rIns="39925" wrap="square" tIns="19950">
            <a:noAutofit/>
          </a:bodyPr>
          <a:lstStyle/>
          <a:p>
            <a:pPr indent="0" lvl="0" marL="0" marR="0" rtl="0" algn="l">
              <a:spcBef>
                <a:spcPts val="0"/>
              </a:spcBef>
              <a:spcAft>
                <a:spcPts val="0"/>
              </a:spcAft>
              <a:buClr>
                <a:srgbClr val="000000"/>
              </a:buClr>
              <a:buSzPts val="600"/>
              <a:buFont typeface="Noto Sans Symbols"/>
              <a:buNone/>
            </a:pPr>
            <a:r>
              <a:rPr b="1" lang="en-US" sz="600">
                <a:solidFill>
                  <a:srgbClr val="000000"/>
                </a:solidFill>
                <a:latin typeface="Arial"/>
                <a:ea typeface="Arial"/>
                <a:cs typeface="Arial"/>
                <a:sym typeface="Arial"/>
              </a:rPr>
              <a:t>2</a:t>
            </a:r>
            <a:endParaRPr sz="800"/>
          </a:p>
        </p:txBody>
      </p:sp>
      <p:sp>
        <p:nvSpPr>
          <p:cNvPr id="276" name="Google Shape;276;p32"/>
          <p:cNvSpPr/>
          <p:nvPr/>
        </p:nvSpPr>
        <p:spPr>
          <a:xfrm>
            <a:off x="2162175" y="1284420"/>
            <a:ext cx="135300" cy="109500"/>
          </a:xfrm>
          <a:prstGeom prst="rect">
            <a:avLst/>
          </a:prstGeom>
          <a:noFill/>
          <a:ln>
            <a:noFill/>
          </a:ln>
        </p:spPr>
        <p:txBody>
          <a:bodyPr anchorCtr="0" anchor="t" bIns="19950" lIns="39925" spcFirstLastPara="1" rIns="39925" wrap="square" tIns="19950">
            <a:noAutofit/>
          </a:bodyPr>
          <a:lstStyle/>
          <a:p>
            <a:pPr indent="0" lvl="0" marL="0" marR="0" rtl="0" algn="l">
              <a:spcBef>
                <a:spcPts val="0"/>
              </a:spcBef>
              <a:spcAft>
                <a:spcPts val="0"/>
              </a:spcAft>
              <a:buClr>
                <a:srgbClr val="000000"/>
              </a:buClr>
              <a:buSzPts val="600"/>
              <a:buFont typeface="Noto Sans Symbols"/>
              <a:buNone/>
            </a:pPr>
            <a:r>
              <a:rPr b="1" lang="en-US" sz="600">
                <a:solidFill>
                  <a:srgbClr val="000000"/>
                </a:solidFill>
                <a:latin typeface="Arial"/>
                <a:ea typeface="Arial"/>
                <a:cs typeface="Arial"/>
                <a:sym typeface="Arial"/>
              </a:rPr>
              <a:t>5</a:t>
            </a:r>
            <a:endParaRPr sz="800"/>
          </a:p>
        </p:txBody>
      </p:sp>
      <p:sp>
        <p:nvSpPr>
          <p:cNvPr id="277" name="Google Shape;277;p32"/>
          <p:cNvSpPr/>
          <p:nvPr/>
        </p:nvSpPr>
        <p:spPr>
          <a:xfrm>
            <a:off x="2162175" y="1338501"/>
            <a:ext cx="135300" cy="109500"/>
          </a:xfrm>
          <a:prstGeom prst="rect">
            <a:avLst/>
          </a:prstGeom>
          <a:noFill/>
          <a:ln>
            <a:noFill/>
          </a:ln>
        </p:spPr>
        <p:txBody>
          <a:bodyPr anchorCtr="0" anchor="t" bIns="19950" lIns="39925" spcFirstLastPara="1" rIns="39925" wrap="square" tIns="19950">
            <a:noAutofit/>
          </a:bodyPr>
          <a:lstStyle/>
          <a:p>
            <a:pPr indent="0" lvl="0" marL="0" marR="0" rtl="0" algn="l">
              <a:spcBef>
                <a:spcPts val="0"/>
              </a:spcBef>
              <a:spcAft>
                <a:spcPts val="0"/>
              </a:spcAft>
              <a:buClr>
                <a:srgbClr val="000000"/>
              </a:buClr>
              <a:buSzPts val="600"/>
              <a:buFont typeface="Noto Sans Symbols"/>
              <a:buNone/>
            </a:pPr>
            <a:r>
              <a:rPr b="1" lang="en-US" sz="600">
                <a:solidFill>
                  <a:srgbClr val="000000"/>
                </a:solidFill>
                <a:latin typeface="Arial"/>
                <a:ea typeface="Arial"/>
                <a:cs typeface="Arial"/>
                <a:sym typeface="Arial"/>
              </a:rPr>
              <a:t>1</a:t>
            </a:r>
            <a:endParaRPr sz="8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33"/>
          <p:cNvSpPr txBox="1"/>
          <p:nvPr>
            <p:ph type="title"/>
          </p:nvPr>
        </p:nvSpPr>
        <p:spPr>
          <a:xfrm>
            <a:off x="304131" y="137876"/>
            <a:ext cx="5214600" cy="765900"/>
          </a:xfrm>
          <a:prstGeom prst="rect">
            <a:avLst/>
          </a:prstGeom>
          <a:noFill/>
          <a:ln>
            <a:noFill/>
          </a:ln>
        </p:spPr>
        <p:txBody>
          <a:bodyPr anchorCtr="0" anchor="ctr" bIns="19950" lIns="39925" spcFirstLastPara="1" rIns="39925" wrap="square" tIns="19950">
            <a:normAutofit/>
          </a:bodyPr>
          <a:lstStyle/>
          <a:p>
            <a:pPr indent="0" lvl="0" marL="0" rtl="0" algn="l">
              <a:lnSpc>
                <a:spcPct val="90000"/>
              </a:lnSpc>
              <a:spcBef>
                <a:spcPts val="0"/>
              </a:spcBef>
              <a:spcAft>
                <a:spcPts val="0"/>
              </a:spcAft>
              <a:buClr>
                <a:schemeClr val="dk1"/>
              </a:buClr>
              <a:buSzPts val="1900"/>
              <a:buFont typeface="Times New Roman"/>
              <a:buNone/>
            </a:pPr>
            <a:r>
              <a:rPr lang="en-US"/>
              <a:t>Model Evaluation Step 3:</a:t>
            </a:r>
            <a:br>
              <a:rPr lang="en-US"/>
            </a:br>
            <a:r>
              <a:rPr lang="en-US"/>
              <a:t> Evaluate on test set</a:t>
            </a:r>
            <a:endParaRPr/>
          </a:p>
        </p:txBody>
      </p:sp>
      <p:cxnSp>
        <p:nvCxnSpPr>
          <p:cNvPr id="284" name="Google Shape;284;p33"/>
          <p:cNvCxnSpPr/>
          <p:nvPr/>
        </p:nvCxnSpPr>
        <p:spPr>
          <a:xfrm>
            <a:off x="2162175" y="1973950"/>
            <a:ext cx="324300" cy="0"/>
          </a:xfrm>
          <a:prstGeom prst="straightConnector1">
            <a:avLst/>
          </a:prstGeom>
          <a:noFill/>
          <a:ln cap="flat" cmpd="sng" w="12700">
            <a:solidFill>
              <a:schemeClr val="dk1"/>
            </a:solidFill>
            <a:prstDash val="solid"/>
            <a:round/>
            <a:headEnd len="sm" w="sm" type="none"/>
            <a:tailEnd len="med" w="med" type="stealth"/>
          </a:ln>
        </p:spPr>
      </p:cxnSp>
      <p:grpSp>
        <p:nvGrpSpPr>
          <p:cNvPr id="285" name="Google Shape;285;p33"/>
          <p:cNvGrpSpPr/>
          <p:nvPr/>
        </p:nvGrpSpPr>
        <p:grpSpPr>
          <a:xfrm>
            <a:off x="964720" y="1118234"/>
            <a:ext cx="548802" cy="488981"/>
            <a:chOff x="325" y="1265"/>
            <a:chExt cx="731" cy="868"/>
          </a:xfrm>
        </p:grpSpPr>
        <p:sp>
          <p:nvSpPr>
            <p:cNvPr id="286" name="Google Shape;286;p33"/>
            <p:cNvSpPr/>
            <p:nvPr/>
          </p:nvSpPr>
          <p:spPr>
            <a:xfrm>
              <a:off x="325" y="1833"/>
              <a:ext cx="600" cy="300"/>
            </a:xfrm>
            <a:prstGeom prst="ellipse">
              <a:avLst/>
            </a:prstGeom>
            <a:noFill/>
            <a:ln cap="flat" cmpd="sng" w="12700">
              <a:solidFill>
                <a:srgbClr val="000000"/>
              </a:solidFill>
              <a:prstDash val="solid"/>
              <a:round/>
              <a:headEnd len="sm" w="sm" type="none"/>
              <a:tailEnd len="sm" w="sm" type="none"/>
            </a:ln>
          </p:spPr>
          <p:txBody>
            <a:bodyPr anchorCtr="0" anchor="ctr" bIns="26425" lIns="52850" spcFirstLastPara="1" rIns="52850" wrap="square" tIns="26425">
              <a:noAutofit/>
            </a:bodyPr>
            <a:lstStyle/>
            <a:p>
              <a:pPr indent="0" lvl="0" marL="0" marR="0" rtl="0" algn="l">
                <a:spcBef>
                  <a:spcPts val="0"/>
                </a:spcBef>
                <a:spcAft>
                  <a:spcPts val="0"/>
                </a:spcAft>
                <a:buClr>
                  <a:schemeClr val="dk1"/>
                </a:buClr>
                <a:buSzPts val="800"/>
                <a:buFont typeface="Noto Sans Symbols"/>
                <a:buNone/>
              </a:pPr>
              <a:r>
                <a:t/>
              </a:r>
              <a:endParaRPr sz="800">
                <a:solidFill>
                  <a:schemeClr val="dk1"/>
                </a:solidFill>
                <a:latin typeface="Arial"/>
                <a:ea typeface="Arial"/>
                <a:cs typeface="Arial"/>
                <a:sym typeface="Arial"/>
              </a:endParaRPr>
            </a:p>
          </p:txBody>
        </p:sp>
        <p:sp>
          <p:nvSpPr>
            <p:cNvPr descr="Dotted diamond" id="287" name="Google Shape;287;p33"/>
            <p:cNvSpPr/>
            <p:nvPr/>
          </p:nvSpPr>
          <p:spPr>
            <a:xfrm>
              <a:off x="325" y="1265"/>
              <a:ext cx="600" cy="300"/>
            </a:xfrm>
            <a:prstGeom prst="ellipse">
              <a:avLst/>
            </a:prstGeom>
            <a:solidFill>
              <a:schemeClr val="lt1"/>
            </a:solidFill>
            <a:ln cap="flat" cmpd="sng" w="12700">
              <a:solidFill>
                <a:srgbClr val="000000"/>
              </a:solidFill>
              <a:prstDash val="solid"/>
              <a:round/>
              <a:headEnd len="sm" w="sm" type="none"/>
              <a:tailEnd len="sm" w="sm" type="none"/>
            </a:ln>
          </p:spPr>
          <p:txBody>
            <a:bodyPr anchorCtr="0" anchor="ctr" bIns="26425" lIns="52850" spcFirstLastPara="1" rIns="52850" wrap="square" tIns="26425">
              <a:noAutofit/>
            </a:bodyPr>
            <a:lstStyle/>
            <a:p>
              <a:pPr indent="0" lvl="0" marL="0" marR="0" rtl="0" algn="l">
                <a:spcBef>
                  <a:spcPts val="0"/>
                </a:spcBef>
                <a:spcAft>
                  <a:spcPts val="0"/>
                </a:spcAft>
                <a:buClr>
                  <a:schemeClr val="dk1"/>
                </a:buClr>
                <a:buSzPts val="800"/>
                <a:buFont typeface="Noto Sans Symbols"/>
                <a:buNone/>
              </a:pPr>
              <a:r>
                <a:t/>
              </a:r>
              <a:endParaRPr sz="800">
                <a:solidFill>
                  <a:schemeClr val="dk1"/>
                </a:solidFill>
                <a:latin typeface="Arial"/>
                <a:ea typeface="Arial"/>
                <a:cs typeface="Arial"/>
                <a:sym typeface="Arial"/>
              </a:endParaRPr>
            </a:p>
          </p:txBody>
        </p:sp>
        <p:sp>
          <p:nvSpPr>
            <p:cNvPr id="288" name="Google Shape;288;p33"/>
            <p:cNvSpPr/>
            <p:nvPr/>
          </p:nvSpPr>
          <p:spPr>
            <a:xfrm>
              <a:off x="325" y="1805"/>
              <a:ext cx="600" cy="300"/>
            </a:xfrm>
            <a:prstGeom prst="ellipse">
              <a:avLst/>
            </a:prstGeom>
            <a:solidFill>
              <a:schemeClr val="lt1"/>
            </a:solidFill>
            <a:ln>
              <a:noFill/>
            </a:ln>
          </p:spPr>
          <p:txBody>
            <a:bodyPr anchorCtr="0" anchor="ctr" bIns="26425" lIns="52850" spcFirstLastPara="1" rIns="52850" wrap="square" tIns="26425">
              <a:noAutofit/>
            </a:bodyPr>
            <a:lstStyle/>
            <a:p>
              <a:pPr indent="0" lvl="0" marL="0" marR="0" rtl="0" algn="l">
                <a:spcBef>
                  <a:spcPts val="0"/>
                </a:spcBef>
                <a:spcAft>
                  <a:spcPts val="0"/>
                </a:spcAft>
                <a:buClr>
                  <a:schemeClr val="dk1"/>
                </a:buClr>
                <a:buSzPts val="800"/>
                <a:buFont typeface="Noto Sans Symbols"/>
                <a:buNone/>
              </a:pPr>
              <a:r>
                <a:t/>
              </a:r>
              <a:endParaRPr sz="800">
                <a:solidFill>
                  <a:schemeClr val="dk1"/>
                </a:solidFill>
                <a:latin typeface="Arial"/>
                <a:ea typeface="Arial"/>
                <a:cs typeface="Arial"/>
                <a:sym typeface="Arial"/>
              </a:endParaRPr>
            </a:p>
          </p:txBody>
        </p:sp>
        <p:cxnSp>
          <p:nvCxnSpPr>
            <p:cNvPr id="289" name="Google Shape;289;p33"/>
            <p:cNvCxnSpPr/>
            <p:nvPr/>
          </p:nvCxnSpPr>
          <p:spPr>
            <a:xfrm>
              <a:off x="1056" y="1405"/>
              <a:ext cx="0" cy="600"/>
            </a:xfrm>
            <a:prstGeom prst="straightConnector1">
              <a:avLst/>
            </a:prstGeom>
            <a:noFill/>
            <a:ln cap="flat" cmpd="sng" w="12700">
              <a:solidFill>
                <a:srgbClr val="000000"/>
              </a:solidFill>
              <a:prstDash val="solid"/>
              <a:round/>
              <a:headEnd len="sm" w="sm" type="none"/>
              <a:tailEnd len="sm" w="sm" type="none"/>
            </a:ln>
          </p:spPr>
        </p:cxnSp>
        <p:sp>
          <p:nvSpPr>
            <p:cNvPr id="290" name="Google Shape;290;p33"/>
            <p:cNvSpPr/>
            <p:nvPr/>
          </p:nvSpPr>
          <p:spPr>
            <a:xfrm>
              <a:off x="454" y="1682"/>
              <a:ext cx="300" cy="300"/>
            </a:xfrm>
            <a:prstGeom prst="rect">
              <a:avLst/>
            </a:prstGeom>
            <a:noFill/>
            <a:ln>
              <a:noFill/>
            </a:ln>
          </p:spPr>
          <p:txBody>
            <a:bodyPr anchorCtr="0" anchor="t" bIns="19950" lIns="39925" spcFirstLastPara="1" rIns="39925" wrap="square" tIns="19950">
              <a:noAutofit/>
            </a:bodyPr>
            <a:lstStyle/>
            <a:p>
              <a:pPr indent="0" lvl="0" marL="0" marR="0" rtl="0" algn="l">
                <a:spcBef>
                  <a:spcPts val="0"/>
                </a:spcBef>
                <a:spcAft>
                  <a:spcPts val="0"/>
                </a:spcAft>
                <a:buClr>
                  <a:srgbClr val="000000"/>
                </a:buClr>
                <a:buSzPts val="800"/>
                <a:buFont typeface="Noto Sans Symbols"/>
                <a:buNone/>
              </a:pPr>
              <a:r>
                <a:rPr b="1" lang="en-US" sz="800">
                  <a:solidFill>
                    <a:srgbClr val="000000"/>
                  </a:solidFill>
                  <a:latin typeface="Arial"/>
                  <a:ea typeface="Arial"/>
                  <a:cs typeface="Arial"/>
                  <a:sym typeface="Arial"/>
                </a:rPr>
                <a:t>Data</a:t>
              </a:r>
              <a:endParaRPr sz="800"/>
            </a:p>
          </p:txBody>
        </p:sp>
        <p:cxnSp>
          <p:nvCxnSpPr>
            <p:cNvPr id="291" name="Google Shape;291;p33"/>
            <p:cNvCxnSpPr/>
            <p:nvPr/>
          </p:nvCxnSpPr>
          <p:spPr>
            <a:xfrm>
              <a:off x="325" y="1413"/>
              <a:ext cx="0" cy="600"/>
            </a:xfrm>
            <a:prstGeom prst="straightConnector1">
              <a:avLst/>
            </a:prstGeom>
            <a:noFill/>
            <a:ln cap="flat" cmpd="sng" w="12700">
              <a:solidFill>
                <a:srgbClr val="000000"/>
              </a:solidFill>
              <a:prstDash val="solid"/>
              <a:round/>
              <a:headEnd len="sm" w="sm" type="none"/>
              <a:tailEnd len="sm" w="sm" type="none"/>
            </a:ln>
          </p:spPr>
        </p:cxnSp>
      </p:grpSp>
      <p:cxnSp>
        <p:nvCxnSpPr>
          <p:cNvPr id="292" name="Google Shape;292;p33"/>
          <p:cNvCxnSpPr/>
          <p:nvPr/>
        </p:nvCxnSpPr>
        <p:spPr>
          <a:xfrm>
            <a:off x="2991009" y="2000991"/>
            <a:ext cx="901500" cy="0"/>
          </a:xfrm>
          <a:prstGeom prst="straightConnector1">
            <a:avLst/>
          </a:prstGeom>
          <a:noFill/>
          <a:ln cap="flat" cmpd="sng" w="12700">
            <a:solidFill>
              <a:schemeClr val="dk1"/>
            </a:solidFill>
            <a:prstDash val="solid"/>
            <a:round/>
            <a:headEnd len="sm" w="sm" type="none"/>
            <a:tailEnd len="med" w="med" type="stealth"/>
          </a:ln>
        </p:spPr>
      </p:cxnSp>
      <p:sp>
        <p:nvSpPr>
          <p:cNvPr id="293" name="Google Shape;293;p33"/>
          <p:cNvSpPr/>
          <p:nvPr/>
        </p:nvSpPr>
        <p:spPr>
          <a:xfrm>
            <a:off x="4000024" y="1703547"/>
            <a:ext cx="627600" cy="131400"/>
          </a:xfrm>
          <a:prstGeom prst="rect">
            <a:avLst/>
          </a:prstGeom>
          <a:noFill/>
          <a:ln>
            <a:noFill/>
          </a:ln>
        </p:spPr>
        <p:txBody>
          <a:bodyPr anchorCtr="0" anchor="t" bIns="19950" lIns="39925" spcFirstLastPara="1" rIns="39925" wrap="square" tIns="19950">
            <a:noAutofit/>
          </a:bodyPr>
          <a:lstStyle/>
          <a:p>
            <a:pPr indent="0" lvl="0" marL="0" marR="0" rtl="0" algn="l">
              <a:spcBef>
                <a:spcPts val="0"/>
              </a:spcBef>
              <a:spcAft>
                <a:spcPts val="0"/>
              </a:spcAft>
              <a:buClr>
                <a:srgbClr val="000000"/>
              </a:buClr>
              <a:buSzPts val="800"/>
              <a:buFont typeface="Noto Sans Symbols"/>
              <a:buNone/>
            </a:pPr>
            <a:r>
              <a:rPr lang="en-US" sz="800">
                <a:solidFill>
                  <a:srgbClr val="000000"/>
                </a:solidFill>
                <a:latin typeface="Arial"/>
                <a:ea typeface="Arial"/>
                <a:cs typeface="Arial"/>
                <a:sym typeface="Arial"/>
              </a:rPr>
              <a:t>Predictions</a:t>
            </a:r>
            <a:endParaRPr sz="800"/>
          </a:p>
        </p:txBody>
      </p:sp>
      <p:grpSp>
        <p:nvGrpSpPr>
          <p:cNvPr id="294" name="Google Shape;294;p33"/>
          <p:cNvGrpSpPr/>
          <p:nvPr/>
        </p:nvGrpSpPr>
        <p:grpSpPr>
          <a:xfrm>
            <a:off x="2522537" y="1907476"/>
            <a:ext cx="542796" cy="218577"/>
            <a:chOff x="2136" y="2796"/>
            <a:chExt cx="723" cy="388"/>
          </a:xfrm>
        </p:grpSpPr>
        <p:sp>
          <p:nvSpPr>
            <p:cNvPr id="295" name="Google Shape;295;p33"/>
            <p:cNvSpPr/>
            <p:nvPr/>
          </p:nvSpPr>
          <p:spPr>
            <a:xfrm flipH="1" rot="10800000">
              <a:off x="2136" y="2796"/>
              <a:ext cx="648" cy="378"/>
            </a:xfrm>
            <a:custGeom>
              <a:rect b="b" l="l" r="r" t="t"/>
              <a:pathLst>
                <a:path extrusionOk="0" h="21600" w="21600">
                  <a:moveTo>
                    <a:pt x="0" y="0"/>
                  </a:moveTo>
                  <a:lnTo>
                    <a:pt x="5399" y="21600"/>
                  </a:lnTo>
                  <a:lnTo>
                    <a:pt x="16201" y="21600"/>
                  </a:lnTo>
                  <a:lnTo>
                    <a:pt x="21600" y="0"/>
                  </a:lnTo>
                  <a:lnTo>
                    <a:pt x="0" y="0"/>
                  </a:lnTo>
                  <a:close/>
                </a:path>
              </a:pathLst>
            </a:custGeom>
            <a:solidFill>
              <a:srgbClr val="CCFF99"/>
            </a:solidFill>
            <a:ln cap="flat" cmpd="sng" w="12700">
              <a:solidFill>
                <a:schemeClr val="dk1"/>
              </a:solidFill>
              <a:prstDash val="solid"/>
              <a:miter lim="800000"/>
              <a:headEnd len="sm" w="sm" type="none"/>
              <a:tailEnd len="sm" w="sm" type="none"/>
            </a:ln>
          </p:spPr>
          <p:txBody>
            <a:bodyPr anchorCtr="0" anchor="ctr" bIns="26425" lIns="52850" spcFirstLastPara="1" rIns="52850" wrap="square" tIns="26425">
              <a:noAutofit/>
            </a:bodyPr>
            <a:lstStyle/>
            <a:p>
              <a:pPr indent="0" lvl="0" marL="0" marR="0" rtl="0" algn="l">
                <a:spcBef>
                  <a:spcPts val="0"/>
                </a:spcBef>
                <a:spcAft>
                  <a:spcPts val="0"/>
                </a:spcAft>
                <a:buNone/>
              </a:pPr>
              <a:r>
                <a:t/>
              </a:r>
              <a:endParaRPr sz="1000">
                <a:solidFill>
                  <a:schemeClr val="dk1"/>
                </a:solidFill>
                <a:latin typeface="Arial"/>
                <a:ea typeface="Arial"/>
                <a:cs typeface="Arial"/>
                <a:sym typeface="Arial"/>
              </a:endParaRPr>
            </a:p>
          </p:txBody>
        </p:sp>
        <p:sp>
          <p:nvSpPr>
            <p:cNvPr id="296" name="Google Shape;296;p33"/>
            <p:cNvSpPr/>
            <p:nvPr/>
          </p:nvSpPr>
          <p:spPr>
            <a:xfrm>
              <a:off x="2499" y="2916"/>
              <a:ext cx="0" cy="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26425" lIns="52850" spcFirstLastPara="1" rIns="52850" wrap="square" tIns="26425">
              <a:noAutofit/>
            </a:bodyPr>
            <a:lstStyle/>
            <a:p>
              <a:pPr indent="0" lvl="0" marL="0" marR="0" rtl="0" algn="l">
                <a:spcBef>
                  <a:spcPts val="0"/>
                </a:spcBef>
                <a:spcAft>
                  <a:spcPts val="0"/>
                </a:spcAft>
                <a:buClr>
                  <a:schemeClr val="dk1"/>
                </a:buClr>
                <a:buSzPts val="800"/>
                <a:buFont typeface="Noto Sans Symbols"/>
                <a:buNone/>
              </a:pPr>
              <a:r>
                <a:t/>
              </a:r>
              <a:endParaRPr sz="800">
                <a:solidFill>
                  <a:schemeClr val="dk1"/>
                </a:solidFill>
                <a:latin typeface="Arial"/>
                <a:ea typeface="Arial"/>
                <a:cs typeface="Arial"/>
                <a:sym typeface="Arial"/>
              </a:endParaRPr>
            </a:p>
          </p:txBody>
        </p:sp>
        <p:sp>
          <p:nvSpPr>
            <p:cNvPr id="297" name="Google Shape;297;p33"/>
            <p:cNvSpPr/>
            <p:nvPr/>
          </p:nvSpPr>
          <p:spPr>
            <a:xfrm>
              <a:off x="2219" y="3103"/>
              <a:ext cx="0" cy="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26425" lIns="52850" spcFirstLastPara="1" rIns="52850" wrap="square" tIns="26425">
              <a:noAutofit/>
            </a:bodyPr>
            <a:lstStyle/>
            <a:p>
              <a:pPr indent="0" lvl="0" marL="0" marR="0" rtl="0" algn="l">
                <a:spcBef>
                  <a:spcPts val="0"/>
                </a:spcBef>
                <a:spcAft>
                  <a:spcPts val="0"/>
                </a:spcAft>
                <a:buClr>
                  <a:schemeClr val="dk1"/>
                </a:buClr>
                <a:buSzPts val="800"/>
                <a:buFont typeface="Noto Sans Symbols"/>
                <a:buNone/>
              </a:pPr>
              <a:r>
                <a:t/>
              </a:r>
              <a:endParaRPr sz="800">
                <a:solidFill>
                  <a:schemeClr val="dk1"/>
                </a:solidFill>
                <a:latin typeface="Arial"/>
                <a:ea typeface="Arial"/>
                <a:cs typeface="Arial"/>
                <a:sym typeface="Arial"/>
              </a:endParaRPr>
            </a:p>
          </p:txBody>
        </p:sp>
        <p:sp>
          <p:nvSpPr>
            <p:cNvPr id="298" name="Google Shape;298;p33"/>
            <p:cNvSpPr/>
            <p:nvPr/>
          </p:nvSpPr>
          <p:spPr>
            <a:xfrm>
              <a:off x="2639" y="2998"/>
              <a:ext cx="0" cy="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26425" lIns="52850" spcFirstLastPara="1" rIns="52850" wrap="square" tIns="26425">
              <a:noAutofit/>
            </a:bodyPr>
            <a:lstStyle/>
            <a:p>
              <a:pPr indent="0" lvl="0" marL="0" marR="0" rtl="0" algn="l">
                <a:spcBef>
                  <a:spcPts val="0"/>
                </a:spcBef>
                <a:spcAft>
                  <a:spcPts val="0"/>
                </a:spcAft>
                <a:buClr>
                  <a:schemeClr val="dk1"/>
                </a:buClr>
                <a:buSzPts val="800"/>
                <a:buFont typeface="Noto Sans Symbols"/>
                <a:buNone/>
              </a:pPr>
              <a:r>
                <a:t/>
              </a:r>
              <a:endParaRPr sz="800">
                <a:solidFill>
                  <a:schemeClr val="dk1"/>
                </a:solidFill>
                <a:latin typeface="Arial"/>
                <a:ea typeface="Arial"/>
                <a:cs typeface="Arial"/>
                <a:sym typeface="Arial"/>
              </a:endParaRPr>
            </a:p>
          </p:txBody>
        </p:sp>
        <p:sp>
          <p:nvSpPr>
            <p:cNvPr id="299" name="Google Shape;299;p33"/>
            <p:cNvSpPr/>
            <p:nvPr/>
          </p:nvSpPr>
          <p:spPr>
            <a:xfrm>
              <a:off x="2534" y="3103"/>
              <a:ext cx="0" cy="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26425" lIns="52850" spcFirstLastPara="1" rIns="52850" wrap="square" tIns="26425">
              <a:noAutofit/>
            </a:bodyPr>
            <a:lstStyle/>
            <a:p>
              <a:pPr indent="0" lvl="0" marL="0" marR="0" rtl="0" algn="l">
                <a:spcBef>
                  <a:spcPts val="0"/>
                </a:spcBef>
                <a:spcAft>
                  <a:spcPts val="0"/>
                </a:spcAft>
                <a:buClr>
                  <a:schemeClr val="dk1"/>
                </a:buClr>
                <a:buSzPts val="800"/>
                <a:buFont typeface="Noto Sans Symbols"/>
                <a:buNone/>
              </a:pPr>
              <a:r>
                <a:t/>
              </a:r>
              <a:endParaRPr sz="800">
                <a:solidFill>
                  <a:schemeClr val="dk1"/>
                </a:solidFill>
                <a:latin typeface="Arial"/>
                <a:ea typeface="Arial"/>
                <a:cs typeface="Arial"/>
                <a:sym typeface="Arial"/>
              </a:endParaRPr>
            </a:p>
          </p:txBody>
        </p:sp>
        <p:cxnSp>
          <p:nvCxnSpPr>
            <p:cNvPr id="300" name="Google Shape;300;p33"/>
            <p:cNvCxnSpPr/>
            <p:nvPr/>
          </p:nvCxnSpPr>
          <p:spPr>
            <a:xfrm>
              <a:off x="2491" y="2953"/>
              <a:ext cx="0" cy="0"/>
            </a:xfrm>
            <a:prstGeom prst="straightConnector1">
              <a:avLst/>
            </a:prstGeom>
            <a:noFill/>
            <a:ln cap="flat" cmpd="sng" w="12700">
              <a:solidFill>
                <a:schemeClr val="dk1"/>
              </a:solidFill>
              <a:prstDash val="solid"/>
              <a:round/>
              <a:headEnd len="sm" w="sm" type="none"/>
              <a:tailEnd len="sm" w="sm" type="none"/>
            </a:ln>
          </p:spPr>
        </p:cxnSp>
        <p:cxnSp>
          <p:nvCxnSpPr>
            <p:cNvPr id="301" name="Google Shape;301;p33"/>
            <p:cNvCxnSpPr/>
            <p:nvPr/>
          </p:nvCxnSpPr>
          <p:spPr>
            <a:xfrm>
              <a:off x="2583" y="2958"/>
              <a:ext cx="0" cy="0"/>
            </a:xfrm>
            <a:prstGeom prst="straightConnector1">
              <a:avLst/>
            </a:prstGeom>
            <a:noFill/>
            <a:ln cap="flat" cmpd="sng" w="12700">
              <a:solidFill>
                <a:schemeClr val="dk1"/>
              </a:solidFill>
              <a:prstDash val="solid"/>
              <a:round/>
              <a:headEnd len="sm" w="sm" type="none"/>
              <a:tailEnd len="sm" w="sm" type="none"/>
            </a:ln>
          </p:spPr>
        </p:cxnSp>
        <p:cxnSp>
          <p:nvCxnSpPr>
            <p:cNvPr id="302" name="Google Shape;302;p33"/>
            <p:cNvCxnSpPr/>
            <p:nvPr/>
          </p:nvCxnSpPr>
          <p:spPr>
            <a:xfrm>
              <a:off x="2379" y="3031"/>
              <a:ext cx="0" cy="0"/>
            </a:xfrm>
            <a:prstGeom prst="straightConnector1">
              <a:avLst/>
            </a:prstGeom>
            <a:noFill/>
            <a:ln cap="flat" cmpd="sng" w="12700">
              <a:solidFill>
                <a:schemeClr val="dk1"/>
              </a:solidFill>
              <a:prstDash val="solid"/>
              <a:round/>
              <a:headEnd len="sm" w="sm" type="none"/>
              <a:tailEnd len="sm" w="sm" type="none"/>
            </a:ln>
          </p:spPr>
        </p:cxnSp>
        <p:cxnSp>
          <p:nvCxnSpPr>
            <p:cNvPr id="303" name="Google Shape;303;p33"/>
            <p:cNvCxnSpPr/>
            <p:nvPr/>
          </p:nvCxnSpPr>
          <p:spPr>
            <a:xfrm>
              <a:off x="2457" y="3039"/>
              <a:ext cx="0" cy="0"/>
            </a:xfrm>
            <a:prstGeom prst="straightConnector1">
              <a:avLst/>
            </a:prstGeom>
            <a:noFill/>
            <a:ln cap="flat" cmpd="sng" w="12700">
              <a:solidFill>
                <a:schemeClr val="dk1"/>
              </a:solidFill>
              <a:prstDash val="solid"/>
              <a:round/>
              <a:headEnd len="sm" w="sm" type="none"/>
              <a:tailEnd len="sm" w="sm" type="none"/>
            </a:ln>
          </p:spPr>
        </p:cxnSp>
        <p:sp>
          <p:nvSpPr>
            <p:cNvPr id="304" name="Google Shape;304;p33"/>
            <p:cNvSpPr/>
            <p:nvPr/>
          </p:nvSpPr>
          <p:spPr>
            <a:xfrm>
              <a:off x="2350" y="2864"/>
              <a:ext cx="300" cy="300"/>
            </a:xfrm>
            <a:prstGeom prst="rect">
              <a:avLst/>
            </a:prstGeom>
            <a:noFill/>
            <a:ln>
              <a:noFill/>
            </a:ln>
          </p:spPr>
          <p:txBody>
            <a:bodyPr anchorCtr="0" anchor="t" bIns="19950" lIns="39925" spcFirstLastPara="1" rIns="39925" wrap="square" tIns="19950">
              <a:noAutofit/>
            </a:bodyPr>
            <a:lstStyle/>
            <a:p>
              <a:pPr indent="0" lvl="0" marL="0" marR="0" rtl="0" algn="l">
                <a:spcBef>
                  <a:spcPts val="0"/>
                </a:spcBef>
                <a:spcAft>
                  <a:spcPts val="0"/>
                </a:spcAft>
                <a:buClr>
                  <a:schemeClr val="dk1"/>
                </a:buClr>
                <a:buSzPts val="500"/>
                <a:buFont typeface="Noto Sans Symbols"/>
                <a:buNone/>
              </a:pPr>
              <a:r>
                <a:rPr lang="en-US" sz="500">
                  <a:solidFill>
                    <a:schemeClr val="dk1"/>
                  </a:solidFill>
                  <a:latin typeface="Arial"/>
                  <a:ea typeface="Arial"/>
                  <a:cs typeface="Arial"/>
                  <a:sym typeface="Arial"/>
                </a:rPr>
                <a:t>Y</a:t>
              </a:r>
              <a:endParaRPr sz="800"/>
            </a:p>
          </p:txBody>
        </p:sp>
        <p:sp>
          <p:nvSpPr>
            <p:cNvPr id="305" name="Google Shape;305;p33"/>
            <p:cNvSpPr/>
            <p:nvPr/>
          </p:nvSpPr>
          <p:spPr>
            <a:xfrm>
              <a:off x="2559" y="2884"/>
              <a:ext cx="300" cy="300"/>
            </a:xfrm>
            <a:prstGeom prst="rect">
              <a:avLst/>
            </a:prstGeom>
            <a:noFill/>
            <a:ln>
              <a:noFill/>
            </a:ln>
          </p:spPr>
          <p:txBody>
            <a:bodyPr anchorCtr="0" anchor="t" bIns="19950" lIns="39925" spcFirstLastPara="1" rIns="39925" wrap="square" tIns="19950">
              <a:noAutofit/>
            </a:bodyPr>
            <a:lstStyle/>
            <a:p>
              <a:pPr indent="0" lvl="0" marL="0" marR="0" rtl="0" algn="l">
                <a:spcBef>
                  <a:spcPts val="0"/>
                </a:spcBef>
                <a:spcAft>
                  <a:spcPts val="0"/>
                </a:spcAft>
                <a:buClr>
                  <a:schemeClr val="dk1"/>
                </a:buClr>
                <a:buSzPts val="500"/>
                <a:buFont typeface="Noto Sans Symbols"/>
                <a:buNone/>
              </a:pPr>
              <a:r>
                <a:rPr lang="en-US" sz="500">
                  <a:solidFill>
                    <a:schemeClr val="dk1"/>
                  </a:solidFill>
                  <a:latin typeface="Arial"/>
                  <a:ea typeface="Arial"/>
                  <a:cs typeface="Arial"/>
                  <a:sym typeface="Arial"/>
                </a:rPr>
                <a:t>N</a:t>
              </a:r>
              <a:endParaRPr sz="800"/>
            </a:p>
          </p:txBody>
        </p:sp>
        <p:sp>
          <p:nvSpPr>
            <p:cNvPr id="306" name="Google Shape;306;p33"/>
            <p:cNvSpPr/>
            <p:nvPr/>
          </p:nvSpPr>
          <p:spPr>
            <a:xfrm>
              <a:off x="2394" y="3103"/>
              <a:ext cx="0" cy="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26425" lIns="52850" spcFirstLastPara="1" rIns="52850" wrap="square" tIns="26425">
              <a:noAutofit/>
            </a:bodyPr>
            <a:lstStyle/>
            <a:p>
              <a:pPr indent="0" lvl="0" marL="0" marR="0" rtl="0" algn="l">
                <a:spcBef>
                  <a:spcPts val="0"/>
                </a:spcBef>
                <a:spcAft>
                  <a:spcPts val="0"/>
                </a:spcAft>
                <a:buClr>
                  <a:schemeClr val="dk1"/>
                </a:buClr>
                <a:buSzPts val="800"/>
                <a:buFont typeface="Noto Sans Symbols"/>
                <a:buNone/>
              </a:pPr>
              <a:r>
                <a:t/>
              </a:r>
              <a:endParaRPr sz="800">
                <a:solidFill>
                  <a:schemeClr val="dk1"/>
                </a:solidFill>
                <a:latin typeface="Arial"/>
                <a:ea typeface="Arial"/>
                <a:cs typeface="Arial"/>
                <a:sym typeface="Arial"/>
              </a:endParaRPr>
            </a:p>
          </p:txBody>
        </p:sp>
        <p:cxnSp>
          <p:nvCxnSpPr>
            <p:cNvPr id="307" name="Google Shape;307;p33"/>
            <p:cNvCxnSpPr/>
            <p:nvPr/>
          </p:nvCxnSpPr>
          <p:spPr>
            <a:xfrm>
              <a:off x="2408" y="3052"/>
              <a:ext cx="0" cy="0"/>
            </a:xfrm>
            <a:prstGeom prst="straightConnector1">
              <a:avLst/>
            </a:prstGeom>
            <a:noFill/>
            <a:ln cap="flat" cmpd="sng" w="12700">
              <a:solidFill>
                <a:schemeClr val="dk1"/>
              </a:solidFill>
              <a:prstDash val="solid"/>
              <a:round/>
              <a:headEnd len="sm" w="sm" type="none"/>
              <a:tailEnd len="sm" w="sm" type="none"/>
            </a:ln>
          </p:spPr>
        </p:cxnSp>
        <p:sp>
          <p:nvSpPr>
            <p:cNvPr id="308" name="Google Shape;308;p33"/>
            <p:cNvSpPr/>
            <p:nvPr/>
          </p:nvSpPr>
          <p:spPr>
            <a:xfrm>
              <a:off x="2370" y="2991"/>
              <a:ext cx="0" cy="0"/>
            </a:xfrm>
            <a:prstGeom prst="diamond">
              <a:avLst/>
            </a:prstGeom>
            <a:solidFill>
              <a:srgbClr val="FF9933"/>
            </a:solidFill>
            <a:ln cap="flat" cmpd="sng" w="12700">
              <a:solidFill>
                <a:schemeClr val="dk1"/>
              </a:solidFill>
              <a:prstDash val="solid"/>
              <a:miter lim="800000"/>
              <a:headEnd len="sm" w="sm" type="none"/>
              <a:tailEnd len="sm" w="sm" type="none"/>
            </a:ln>
          </p:spPr>
          <p:txBody>
            <a:bodyPr anchorCtr="0" anchor="ctr" bIns="26425" lIns="52850" spcFirstLastPara="1" rIns="52850" wrap="square" tIns="26425">
              <a:noAutofit/>
            </a:bodyPr>
            <a:lstStyle/>
            <a:p>
              <a:pPr indent="0" lvl="0" marL="0" marR="0" rtl="0" algn="l">
                <a:spcBef>
                  <a:spcPts val="0"/>
                </a:spcBef>
                <a:spcAft>
                  <a:spcPts val="0"/>
                </a:spcAft>
                <a:buClr>
                  <a:schemeClr val="dk1"/>
                </a:buClr>
                <a:buSzPts val="800"/>
                <a:buFont typeface="Noto Sans Symbols"/>
                <a:buNone/>
              </a:pPr>
              <a:r>
                <a:t/>
              </a:r>
              <a:endParaRPr sz="800">
                <a:solidFill>
                  <a:schemeClr val="dk1"/>
                </a:solidFill>
                <a:latin typeface="Arial"/>
                <a:ea typeface="Arial"/>
                <a:cs typeface="Arial"/>
                <a:sym typeface="Arial"/>
              </a:endParaRPr>
            </a:p>
          </p:txBody>
        </p:sp>
      </p:grpSp>
      <p:sp>
        <p:nvSpPr>
          <p:cNvPr id="309" name="Google Shape;309;p33"/>
          <p:cNvSpPr/>
          <p:nvPr/>
        </p:nvSpPr>
        <p:spPr>
          <a:xfrm>
            <a:off x="1657668" y="946415"/>
            <a:ext cx="815700" cy="131400"/>
          </a:xfrm>
          <a:prstGeom prst="rect">
            <a:avLst/>
          </a:prstGeom>
          <a:noFill/>
          <a:ln>
            <a:noFill/>
          </a:ln>
        </p:spPr>
        <p:txBody>
          <a:bodyPr anchorCtr="0" anchor="t" bIns="19950" lIns="39925" spcFirstLastPara="1" rIns="39925" wrap="square" tIns="19950">
            <a:noAutofit/>
          </a:bodyPr>
          <a:lstStyle/>
          <a:p>
            <a:pPr indent="0" lvl="0" marL="0" marR="0" rtl="0" algn="l">
              <a:spcBef>
                <a:spcPts val="0"/>
              </a:spcBef>
              <a:spcAft>
                <a:spcPts val="0"/>
              </a:spcAft>
              <a:buClr>
                <a:srgbClr val="000000"/>
              </a:buClr>
              <a:buSzPts val="800"/>
              <a:buFont typeface="Noto Sans Symbols"/>
              <a:buNone/>
            </a:pPr>
            <a:r>
              <a:rPr lang="en-US" sz="800">
                <a:solidFill>
                  <a:srgbClr val="000000"/>
                </a:solidFill>
                <a:latin typeface="Arial"/>
                <a:ea typeface="Arial"/>
                <a:cs typeface="Arial"/>
                <a:sym typeface="Arial"/>
              </a:rPr>
              <a:t>Results Known</a:t>
            </a:r>
            <a:endParaRPr sz="800"/>
          </a:p>
        </p:txBody>
      </p:sp>
      <p:sp>
        <p:nvSpPr>
          <p:cNvPr id="310" name="Google Shape;310;p33"/>
          <p:cNvSpPr/>
          <p:nvPr/>
        </p:nvSpPr>
        <p:spPr>
          <a:xfrm>
            <a:off x="2886654" y="1135698"/>
            <a:ext cx="654000" cy="131400"/>
          </a:xfrm>
          <a:prstGeom prst="rect">
            <a:avLst/>
          </a:prstGeom>
          <a:noFill/>
          <a:ln>
            <a:noFill/>
          </a:ln>
        </p:spPr>
        <p:txBody>
          <a:bodyPr anchorCtr="0" anchor="t" bIns="19950" lIns="39925" spcFirstLastPara="1" rIns="39925" wrap="square" tIns="19950">
            <a:noAutofit/>
          </a:bodyPr>
          <a:lstStyle/>
          <a:p>
            <a:pPr indent="0" lvl="0" marL="0" marR="0" rtl="0" algn="l">
              <a:spcBef>
                <a:spcPts val="0"/>
              </a:spcBef>
              <a:spcAft>
                <a:spcPts val="0"/>
              </a:spcAft>
              <a:buClr>
                <a:srgbClr val="FF5008"/>
              </a:buClr>
              <a:buSzPts val="800"/>
              <a:buFont typeface="Noto Sans Symbols"/>
              <a:buNone/>
            </a:pPr>
            <a:r>
              <a:rPr lang="en-US" sz="800">
                <a:solidFill>
                  <a:srgbClr val="FF5008"/>
                </a:solidFill>
                <a:latin typeface="Arial"/>
                <a:ea typeface="Arial"/>
                <a:cs typeface="Arial"/>
                <a:sym typeface="Arial"/>
              </a:rPr>
              <a:t>Training set</a:t>
            </a:r>
            <a:endParaRPr sz="800"/>
          </a:p>
        </p:txBody>
      </p:sp>
      <p:sp>
        <p:nvSpPr>
          <p:cNvPr id="311" name="Google Shape;311;p33"/>
          <p:cNvSpPr/>
          <p:nvPr/>
        </p:nvSpPr>
        <p:spPr>
          <a:xfrm>
            <a:off x="1621631" y="2055072"/>
            <a:ext cx="609600" cy="131400"/>
          </a:xfrm>
          <a:prstGeom prst="rect">
            <a:avLst/>
          </a:prstGeom>
          <a:noFill/>
          <a:ln>
            <a:noFill/>
          </a:ln>
        </p:spPr>
        <p:txBody>
          <a:bodyPr anchorCtr="0" anchor="t" bIns="19950" lIns="39925" spcFirstLastPara="1" rIns="39925" wrap="square" tIns="19950">
            <a:noAutofit/>
          </a:bodyPr>
          <a:lstStyle/>
          <a:p>
            <a:pPr indent="0" lvl="0" marL="0" marR="0" rtl="0" algn="l">
              <a:spcBef>
                <a:spcPts val="0"/>
              </a:spcBef>
              <a:spcAft>
                <a:spcPts val="0"/>
              </a:spcAft>
              <a:buClr>
                <a:srgbClr val="60C900"/>
              </a:buClr>
              <a:buSzPts val="800"/>
              <a:buFont typeface="Noto Sans Symbols"/>
              <a:buNone/>
            </a:pPr>
            <a:r>
              <a:rPr lang="en-US" sz="800">
                <a:solidFill>
                  <a:srgbClr val="60C900"/>
                </a:solidFill>
                <a:latin typeface="Arial"/>
                <a:ea typeface="Arial"/>
                <a:cs typeface="Arial"/>
                <a:sym typeface="Arial"/>
              </a:rPr>
              <a:t>Testing set</a:t>
            </a:r>
            <a:endParaRPr sz="800"/>
          </a:p>
        </p:txBody>
      </p:sp>
      <p:sp>
        <p:nvSpPr>
          <p:cNvPr id="312" name="Google Shape;312;p33"/>
          <p:cNvSpPr/>
          <p:nvPr/>
        </p:nvSpPr>
        <p:spPr>
          <a:xfrm>
            <a:off x="1726737" y="1141331"/>
            <a:ext cx="540600" cy="446100"/>
          </a:xfrm>
          <a:prstGeom prst="rect">
            <a:avLst/>
          </a:prstGeom>
          <a:noFill/>
          <a:ln cap="flat" cmpd="sng" w="12700">
            <a:solidFill>
              <a:srgbClr val="000000"/>
            </a:solidFill>
            <a:prstDash val="solid"/>
            <a:miter lim="800000"/>
            <a:headEnd len="sm" w="sm" type="none"/>
            <a:tailEnd len="sm" w="sm" type="none"/>
          </a:ln>
        </p:spPr>
        <p:txBody>
          <a:bodyPr anchorCtr="0" anchor="ctr" bIns="26425" lIns="52850" spcFirstLastPara="1" rIns="52850" wrap="square" tIns="26425">
            <a:noAutofit/>
          </a:bodyPr>
          <a:lstStyle/>
          <a:p>
            <a:pPr indent="0" lvl="0" marL="0" marR="0" rtl="0" algn="l">
              <a:spcBef>
                <a:spcPts val="0"/>
              </a:spcBef>
              <a:spcAft>
                <a:spcPts val="0"/>
              </a:spcAft>
              <a:buClr>
                <a:schemeClr val="dk1"/>
              </a:buClr>
              <a:buSzPts val="800"/>
              <a:buFont typeface="Noto Sans Symbols"/>
              <a:buNone/>
            </a:pPr>
            <a:r>
              <a:t/>
            </a:r>
            <a:endParaRPr sz="800">
              <a:solidFill>
                <a:schemeClr val="dk1"/>
              </a:solidFill>
              <a:latin typeface="Arial"/>
              <a:ea typeface="Arial"/>
              <a:cs typeface="Arial"/>
              <a:sym typeface="Arial"/>
            </a:endParaRPr>
          </a:p>
        </p:txBody>
      </p:sp>
      <p:cxnSp>
        <p:nvCxnSpPr>
          <p:cNvPr id="313" name="Google Shape;313;p33"/>
          <p:cNvCxnSpPr/>
          <p:nvPr/>
        </p:nvCxnSpPr>
        <p:spPr>
          <a:xfrm>
            <a:off x="1723734" y="1308080"/>
            <a:ext cx="540600" cy="0"/>
          </a:xfrm>
          <a:prstGeom prst="straightConnector1">
            <a:avLst/>
          </a:prstGeom>
          <a:noFill/>
          <a:ln cap="flat" cmpd="sng" w="12700">
            <a:solidFill>
              <a:srgbClr val="000000"/>
            </a:solidFill>
            <a:prstDash val="solid"/>
            <a:round/>
            <a:headEnd len="sm" w="sm" type="none"/>
            <a:tailEnd len="sm" w="sm" type="none"/>
          </a:ln>
        </p:spPr>
      </p:cxnSp>
      <p:cxnSp>
        <p:nvCxnSpPr>
          <p:cNvPr id="314" name="Google Shape;314;p33"/>
          <p:cNvCxnSpPr/>
          <p:nvPr/>
        </p:nvCxnSpPr>
        <p:spPr>
          <a:xfrm>
            <a:off x="1723734" y="1195412"/>
            <a:ext cx="540600" cy="0"/>
          </a:xfrm>
          <a:prstGeom prst="straightConnector1">
            <a:avLst/>
          </a:prstGeom>
          <a:noFill/>
          <a:ln cap="flat" cmpd="sng" w="12700">
            <a:solidFill>
              <a:srgbClr val="000000"/>
            </a:solidFill>
            <a:prstDash val="solid"/>
            <a:round/>
            <a:headEnd len="sm" w="sm" type="none"/>
            <a:tailEnd len="sm" w="sm" type="none"/>
          </a:ln>
        </p:spPr>
      </p:cxnSp>
      <p:cxnSp>
        <p:nvCxnSpPr>
          <p:cNvPr id="315" name="Google Shape;315;p33"/>
          <p:cNvCxnSpPr/>
          <p:nvPr/>
        </p:nvCxnSpPr>
        <p:spPr>
          <a:xfrm>
            <a:off x="1723734" y="1253999"/>
            <a:ext cx="540600" cy="0"/>
          </a:xfrm>
          <a:prstGeom prst="straightConnector1">
            <a:avLst/>
          </a:prstGeom>
          <a:noFill/>
          <a:ln cap="flat" cmpd="sng" w="12700">
            <a:solidFill>
              <a:srgbClr val="000000"/>
            </a:solidFill>
            <a:prstDash val="solid"/>
            <a:round/>
            <a:headEnd len="sm" w="sm" type="none"/>
            <a:tailEnd len="sm" w="sm" type="none"/>
          </a:ln>
        </p:spPr>
      </p:cxnSp>
      <p:cxnSp>
        <p:nvCxnSpPr>
          <p:cNvPr id="316" name="Google Shape;316;p33"/>
          <p:cNvCxnSpPr/>
          <p:nvPr/>
        </p:nvCxnSpPr>
        <p:spPr>
          <a:xfrm>
            <a:off x="1723734" y="1366668"/>
            <a:ext cx="540600" cy="0"/>
          </a:xfrm>
          <a:prstGeom prst="straightConnector1">
            <a:avLst/>
          </a:prstGeom>
          <a:noFill/>
          <a:ln cap="flat" cmpd="sng" w="12700">
            <a:solidFill>
              <a:srgbClr val="000000"/>
            </a:solidFill>
            <a:prstDash val="solid"/>
            <a:round/>
            <a:headEnd len="sm" w="sm" type="none"/>
            <a:tailEnd len="sm" w="sm" type="none"/>
          </a:ln>
        </p:spPr>
      </p:cxnSp>
      <p:cxnSp>
        <p:nvCxnSpPr>
          <p:cNvPr id="317" name="Google Shape;317;p33"/>
          <p:cNvCxnSpPr/>
          <p:nvPr/>
        </p:nvCxnSpPr>
        <p:spPr>
          <a:xfrm>
            <a:off x="1723734" y="1533417"/>
            <a:ext cx="540600" cy="0"/>
          </a:xfrm>
          <a:prstGeom prst="straightConnector1">
            <a:avLst/>
          </a:prstGeom>
          <a:noFill/>
          <a:ln cap="flat" cmpd="sng" w="12700">
            <a:solidFill>
              <a:srgbClr val="000000"/>
            </a:solidFill>
            <a:prstDash val="solid"/>
            <a:round/>
            <a:headEnd len="sm" w="sm" type="none"/>
            <a:tailEnd len="sm" w="sm" type="none"/>
          </a:ln>
        </p:spPr>
      </p:cxnSp>
      <p:cxnSp>
        <p:nvCxnSpPr>
          <p:cNvPr id="318" name="Google Shape;318;p33"/>
          <p:cNvCxnSpPr/>
          <p:nvPr/>
        </p:nvCxnSpPr>
        <p:spPr>
          <a:xfrm>
            <a:off x="1723734" y="1479336"/>
            <a:ext cx="540600" cy="0"/>
          </a:xfrm>
          <a:prstGeom prst="straightConnector1">
            <a:avLst/>
          </a:prstGeom>
          <a:noFill/>
          <a:ln cap="flat" cmpd="sng" w="12700">
            <a:solidFill>
              <a:srgbClr val="000000"/>
            </a:solidFill>
            <a:prstDash val="solid"/>
            <a:round/>
            <a:headEnd len="sm" w="sm" type="none"/>
            <a:tailEnd len="sm" w="sm" type="none"/>
          </a:ln>
        </p:spPr>
      </p:cxnSp>
      <p:cxnSp>
        <p:nvCxnSpPr>
          <p:cNvPr id="319" name="Google Shape;319;p33"/>
          <p:cNvCxnSpPr/>
          <p:nvPr/>
        </p:nvCxnSpPr>
        <p:spPr>
          <a:xfrm>
            <a:off x="1723734" y="1420748"/>
            <a:ext cx="540600" cy="0"/>
          </a:xfrm>
          <a:prstGeom prst="straightConnector1">
            <a:avLst/>
          </a:prstGeom>
          <a:noFill/>
          <a:ln cap="flat" cmpd="sng" w="12700">
            <a:solidFill>
              <a:srgbClr val="000000"/>
            </a:solidFill>
            <a:prstDash val="solid"/>
            <a:round/>
            <a:headEnd len="sm" w="sm" type="none"/>
            <a:tailEnd len="sm" w="sm" type="none"/>
          </a:ln>
        </p:spPr>
      </p:cxnSp>
      <p:cxnSp>
        <p:nvCxnSpPr>
          <p:cNvPr id="320" name="Google Shape;320;p33"/>
          <p:cNvCxnSpPr/>
          <p:nvPr/>
        </p:nvCxnSpPr>
        <p:spPr>
          <a:xfrm rot="10800000">
            <a:off x="2183196" y="1139151"/>
            <a:ext cx="0" cy="450600"/>
          </a:xfrm>
          <a:prstGeom prst="straightConnector1">
            <a:avLst/>
          </a:prstGeom>
          <a:noFill/>
          <a:ln cap="flat" cmpd="sng" w="12700">
            <a:solidFill>
              <a:srgbClr val="000000"/>
            </a:solidFill>
            <a:prstDash val="solid"/>
            <a:round/>
            <a:headEnd len="sm" w="sm" type="none"/>
            <a:tailEnd len="sm" w="sm" type="none"/>
          </a:ln>
        </p:spPr>
      </p:cxnSp>
      <p:grpSp>
        <p:nvGrpSpPr>
          <p:cNvPr id="321" name="Google Shape;321;p33"/>
          <p:cNvGrpSpPr/>
          <p:nvPr/>
        </p:nvGrpSpPr>
        <p:grpSpPr>
          <a:xfrm>
            <a:off x="1873885" y="1919870"/>
            <a:ext cx="270272" cy="169003"/>
            <a:chOff x="1812" y="2352"/>
            <a:chExt cx="360" cy="300"/>
          </a:xfrm>
        </p:grpSpPr>
        <p:sp>
          <p:nvSpPr>
            <p:cNvPr id="322" name="Google Shape;322;p33"/>
            <p:cNvSpPr/>
            <p:nvPr/>
          </p:nvSpPr>
          <p:spPr>
            <a:xfrm>
              <a:off x="1812" y="2352"/>
              <a:ext cx="300" cy="300"/>
            </a:xfrm>
            <a:prstGeom prst="rect">
              <a:avLst/>
            </a:prstGeom>
            <a:noFill/>
            <a:ln cap="flat" cmpd="sng" w="12700">
              <a:solidFill>
                <a:srgbClr val="000000"/>
              </a:solidFill>
              <a:prstDash val="solid"/>
              <a:miter lim="800000"/>
              <a:headEnd len="sm" w="sm" type="none"/>
              <a:tailEnd len="sm" w="sm" type="none"/>
            </a:ln>
          </p:spPr>
          <p:txBody>
            <a:bodyPr anchorCtr="0" anchor="ctr" bIns="26425" lIns="52850" spcFirstLastPara="1" rIns="52850" wrap="square" tIns="26425">
              <a:noAutofit/>
            </a:bodyPr>
            <a:lstStyle/>
            <a:p>
              <a:pPr indent="0" lvl="0" marL="0" marR="0" rtl="0" algn="l">
                <a:spcBef>
                  <a:spcPts val="0"/>
                </a:spcBef>
                <a:spcAft>
                  <a:spcPts val="0"/>
                </a:spcAft>
                <a:buClr>
                  <a:schemeClr val="dk1"/>
                </a:buClr>
                <a:buSzPts val="800"/>
                <a:buFont typeface="Noto Sans Symbols"/>
                <a:buNone/>
              </a:pPr>
              <a:r>
                <a:t/>
              </a:r>
              <a:endParaRPr sz="800">
                <a:solidFill>
                  <a:schemeClr val="dk1"/>
                </a:solidFill>
                <a:latin typeface="Arial"/>
                <a:ea typeface="Arial"/>
                <a:cs typeface="Arial"/>
                <a:sym typeface="Arial"/>
              </a:endParaRPr>
            </a:p>
          </p:txBody>
        </p:sp>
        <p:cxnSp>
          <p:nvCxnSpPr>
            <p:cNvPr id="323" name="Google Shape;323;p33"/>
            <p:cNvCxnSpPr/>
            <p:nvPr/>
          </p:nvCxnSpPr>
          <p:spPr>
            <a:xfrm>
              <a:off x="1872" y="2416"/>
              <a:ext cx="300" cy="0"/>
            </a:xfrm>
            <a:prstGeom prst="straightConnector1">
              <a:avLst/>
            </a:prstGeom>
            <a:noFill/>
            <a:ln cap="flat" cmpd="sng" w="12700">
              <a:solidFill>
                <a:srgbClr val="000000"/>
              </a:solidFill>
              <a:prstDash val="solid"/>
              <a:round/>
              <a:headEnd len="sm" w="sm" type="none"/>
              <a:tailEnd len="sm" w="sm" type="none"/>
            </a:ln>
          </p:spPr>
        </p:cxnSp>
        <p:cxnSp>
          <p:nvCxnSpPr>
            <p:cNvPr id="324" name="Google Shape;324;p33"/>
            <p:cNvCxnSpPr/>
            <p:nvPr/>
          </p:nvCxnSpPr>
          <p:spPr>
            <a:xfrm>
              <a:off x="1872" y="2448"/>
              <a:ext cx="300" cy="0"/>
            </a:xfrm>
            <a:prstGeom prst="straightConnector1">
              <a:avLst/>
            </a:prstGeom>
            <a:noFill/>
            <a:ln cap="flat" cmpd="sng" w="12700">
              <a:solidFill>
                <a:srgbClr val="000000"/>
              </a:solidFill>
              <a:prstDash val="solid"/>
              <a:round/>
              <a:headEnd len="sm" w="sm" type="none"/>
              <a:tailEnd len="sm" w="sm" type="none"/>
            </a:ln>
          </p:spPr>
        </p:cxnSp>
        <p:cxnSp>
          <p:nvCxnSpPr>
            <p:cNvPr id="325" name="Google Shape;325;p33"/>
            <p:cNvCxnSpPr/>
            <p:nvPr/>
          </p:nvCxnSpPr>
          <p:spPr>
            <a:xfrm>
              <a:off x="1872" y="2480"/>
              <a:ext cx="300" cy="0"/>
            </a:xfrm>
            <a:prstGeom prst="straightConnector1">
              <a:avLst/>
            </a:prstGeom>
            <a:noFill/>
            <a:ln cap="flat" cmpd="sng" w="12700">
              <a:solidFill>
                <a:srgbClr val="000000"/>
              </a:solidFill>
              <a:prstDash val="solid"/>
              <a:round/>
              <a:headEnd len="sm" w="sm" type="none"/>
              <a:tailEnd len="sm" w="sm" type="none"/>
            </a:ln>
          </p:spPr>
        </p:cxnSp>
      </p:grpSp>
      <p:grpSp>
        <p:nvGrpSpPr>
          <p:cNvPr id="326" name="Google Shape;326;p33"/>
          <p:cNvGrpSpPr/>
          <p:nvPr/>
        </p:nvGrpSpPr>
        <p:grpSpPr>
          <a:xfrm>
            <a:off x="2627644" y="1139641"/>
            <a:ext cx="276278" cy="169003"/>
            <a:chOff x="2540" y="1303"/>
            <a:chExt cx="368" cy="300"/>
          </a:xfrm>
        </p:grpSpPr>
        <p:sp>
          <p:nvSpPr>
            <p:cNvPr id="327" name="Google Shape;327;p33"/>
            <p:cNvSpPr/>
            <p:nvPr/>
          </p:nvSpPr>
          <p:spPr>
            <a:xfrm>
              <a:off x="2540" y="1303"/>
              <a:ext cx="300" cy="300"/>
            </a:xfrm>
            <a:prstGeom prst="rect">
              <a:avLst/>
            </a:prstGeom>
            <a:noFill/>
            <a:ln cap="flat" cmpd="sng" w="12700">
              <a:solidFill>
                <a:srgbClr val="000000"/>
              </a:solidFill>
              <a:prstDash val="solid"/>
              <a:miter lim="800000"/>
              <a:headEnd len="sm" w="sm" type="none"/>
              <a:tailEnd len="sm" w="sm" type="none"/>
            </a:ln>
          </p:spPr>
          <p:txBody>
            <a:bodyPr anchorCtr="0" anchor="ctr" bIns="26425" lIns="52850" spcFirstLastPara="1" rIns="52850" wrap="square" tIns="26425">
              <a:noAutofit/>
            </a:bodyPr>
            <a:lstStyle/>
            <a:p>
              <a:pPr indent="0" lvl="0" marL="0" marR="0" rtl="0" algn="l">
                <a:spcBef>
                  <a:spcPts val="0"/>
                </a:spcBef>
                <a:spcAft>
                  <a:spcPts val="0"/>
                </a:spcAft>
                <a:buClr>
                  <a:schemeClr val="dk1"/>
                </a:buClr>
                <a:buSzPts val="800"/>
                <a:buFont typeface="Noto Sans Symbols"/>
                <a:buNone/>
              </a:pPr>
              <a:r>
                <a:t/>
              </a:r>
              <a:endParaRPr sz="800">
                <a:solidFill>
                  <a:schemeClr val="dk1"/>
                </a:solidFill>
                <a:latin typeface="Arial"/>
                <a:ea typeface="Arial"/>
                <a:cs typeface="Arial"/>
                <a:sym typeface="Arial"/>
              </a:endParaRPr>
            </a:p>
          </p:txBody>
        </p:sp>
        <p:cxnSp>
          <p:nvCxnSpPr>
            <p:cNvPr id="328" name="Google Shape;328;p33"/>
            <p:cNvCxnSpPr/>
            <p:nvPr/>
          </p:nvCxnSpPr>
          <p:spPr>
            <a:xfrm>
              <a:off x="2600" y="1463"/>
              <a:ext cx="300" cy="0"/>
            </a:xfrm>
            <a:prstGeom prst="straightConnector1">
              <a:avLst/>
            </a:prstGeom>
            <a:noFill/>
            <a:ln cap="flat" cmpd="sng" w="12700">
              <a:solidFill>
                <a:srgbClr val="000000"/>
              </a:solidFill>
              <a:prstDash val="solid"/>
              <a:round/>
              <a:headEnd len="sm" w="sm" type="none"/>
              <a:tailEnd len="sm" w="sm" type="none"/>
            </a:ln>
          </p:spPr>
        </p:cxnSp>
        <p:cxnSp>
          <p:nvCxnSpPr>
            <p:cNvPr id="329" name="Google Shape;329;p33"/>
            <p:cNvCxnSpPr/>
            <p:nvPr/>
          </p:nvCxnSpPr>
          <p:spPr>
            <a:xfrm>
              <a:off x="2600" y="1503"/>
              <a:ext cx="300" cy="0"/>
            </a:xfrm>
            <a:prstGeom prst="straightConnector1">
              <a:avLst/>
            </a:prstGeom>
            <a:noFill/>
            <a:ln cap="flat" cmpd="sng" w="12700">
              <a:solidFill>
                <a:srgbClr val="000000"/>
              </a:solidFill>
              <a:prstDash val="solid"/>
              <a:round/>
              <a:headEnd len="sm" w="sm" type="none"/>
              <a:tailEnd len="sm" w="sm" type="none"/>
            </a:ln>
          </p:spPr>
        </p:cxnSp>
        <p:cxnSp>
          <p:nvCxnSpPr>
            <p:cNvPr id="330" name="Google Shape;330;p33"/>
            <p:cNvCxnSpPr/>
            <p:nvPr/>
          </p:nvCxnSpPr>
          <p:spPr>
            <a:xfrm>
              <a:off x="2600" y="1543"/>
              <a:ext cx="300" cy="0"/>
            </a:xfrm>
            <a:prstGeom prst="straightConnector1">
              <a:avLst/>
            </a:prstGeom>
            <a:noFill/>
            <a:ln cap="flat" cmpd="sng" w="12700">
              <a:solidFill>
                <a:srgbClr val="000000"/>
              </a:solidFill>
              <a:prstDash val="solid"/>
              <a:round/>
              <a:headEnd len="sm" w="sm" type="none"/>
              <a:tailEnd len="sm" w="sm" type="none"/>
            </a:ln>
          </p:spPr>
        </p:cxnSp>
        <p:cxnSp>
          <p:nvCxnSpPr>
            <p:cNvPr id="331" name="Google Shape;331;p33"/>
            <p:cNvCxnSpPr/>
            <p:nvPr/>
          </p:nvCxnSpPr>
          <p:spPr>
            <a:xfrm>
              <a:off x="2600" y="1391"/>
              <a:ext cx="300" cy="0"/>
            </a:xfrm>
            <a:prstGeom prst="straightConnector1">
              <a:avLst/>
            </a:prstGeom>
            <a:noFill/>
            <a:ln cap="flat" cmpd="sng" w="12700">
              <a:solidFill>
                <a:srgbClr val="000000"/>
              </a:solidFill>
              <a:prstDash val="solid"/>
              <a:round/>
              <a:headEnd len="sm" w="sm" type="none"/>
              <a:tailEnd len="sm" w="sm" type="none"/>
            </a:ln>
          </p:spPr>
        </p:cxnSp>
        <p:cxnSp>
          <p:nvCxnSpPr>
            <p:cNvPr id="332" name="Google Shape;332;p33"/>
            <p:cNvCxnSpPr/>
            <p:nvPr/>
          </p:nvCxnSpPr>
          <p:spPr>
            <a:xfrm>
              <a:off x="2608" y="1423"/>
              <a:ext cx="300" cy="0"/>
            </a:xfrm>
            <a:prstGeom prst="straightConnector1">
              <a:avLst/>
            </a:prstGeom>
            <a:noFill/>
            <a:ln cap="flat" cmpd="sng" w="12700">
              <a:solidFill>
                <a:srgbClr val="000000"/>
              </a:solidFill>
              <a:prstDash val="solid"/>
              <a:round/>
              <a:headEnd len="sm" w="sm" type="none"/>
              <a:tailEnd len="sm" w="sm" type="none"/>
            </a:ln>
          </p:spPr>
        </p:cxnSp>
      </p:grpSp>
      <p:cxnSp>
        <p:nvCxnSpPr>
          <p:cNvPr id="333" name="Google Shape;333;p33"/>
          <p:cNvCxnSpPr/>
          <p:nvPr/>
        </p:nvCxnSpPr>
        <p:spPr>
          <a:xfrm>
            <a:off x="2328092" y="1232593"/>
            <a:ext cx="302400" cy="0"/>
          </a:xfrm>
          <a:prstGeom prst="straightConnector1">
            <a:avLst/>
          </a:prstGeom>
          <a:noFill/>
          <a:ln cap="flat" cmpd="sng" w="12700">
            <a:solidFill>
              <a:schemeClr val="dk1"/>
            </a:solidFill>
            <a:prstDash val="solid"/>
            <a:round/>
            <a:headEnd len="sm" w="sm" type="none"/>
            <a:tailEnd len="med" w="med" type="stealth"/>
          </a:ln>
        </p:spPr>
      </p:cxnSp>
      <p:sp>
        <p:nvSpPr>
          <p:cNvPr id="334" name="Google Shape;334;p33"/>
          <p:cNvSpPr/>
          <p:nvPr/>
        </p:nvSpPr>
        <p:spPr>
          <a:xfrm>
            <a:off x="2414429" y="1514264"/>
            <a:ext cx="905400" cy="165600"/>
          </a:xfrm>
          <a:prstGeom prst="rect">
            <a:avLst/>
          </a:prstGeom>
          <a:solidFill>
            <a:schemeClr val="lt1"/>
          </a:solidFill>
          <a:ln cap="flat" cmpd="sng" w="50800">
            <a:solidFill>
              <a:schemeClr val="dk1"/>
            </a:solidFill>
            <a:prstDash val="solid"/>
            <a:miter lim="800000"/>
            <a:headEnd len="sm" w="sm" type="none"/>
            <a:tailEnd len="sm" w="sm" type="none"/>
          </a:ln>
        </p:spPr>
        <p:txBody>
          <a:bodyPr anchorCtr="0" anchor="ctr" bIns="26425" lIns="52850" spcFirstLastPara="1" rIns="52850" wrap="square" tIns="26425">
            <a:noAutofit/>
          </a:bodyPr>
          <a:lstStyle/>
          <a:p>
            <a:pPr indent="0" lvl="0" marL="0" marR="0" rtl="0" algn="l">
              <a:spcBef>
                <a:spcPts val="0"/>
              </a:spcBef>
              <a:spcAft>
                <a:spcPts val="0"/>
              </a:spcAft>
              <a:buClr>
                <a:schemeClr val="dk1"/>
              </a:buClr>
              <a:buSzPts val="800"/>
              <a:buFont typeface="Noto Sans Symbols"/>
              <a:buNone/>
            </a:pPr>
            <a:r>
              <a:t/>
            </a:r>
            <a:endParaRPr sz="800">
              <a:solidFill>
                <a:schemeClr val="dk1"/>
              </a:solidFill>
              <a:latin typeface="Arial"/>
              <a:ea typeface="Arial"/>
              <a:cs typeface="Arial"/>
              <a:sym typeface="Arial"/>
            </a:endParaRPr>
          </a:p>
        </p:txBody>
      </p:sp>
      <p:sp>
        <p:nvSpPr>
          <p:cNvPr id="335" name="Google Shape;335;p33"/>
          <p:cNvSpPr/>
          <p:nvPr/>
        </p:nvSpPr>
        <p:spPr>
          <a:xfrm>
            <a:off x="2515031" y="1514263"/>
            <a:ext cx="858000" cy="142200"/>
          </a:xfrm>
          <a:prstGeom prst="rect">
            <a:avLst/>
          </a:prstGeom>
          <a:noFill/>
          <a:ln>
            <a:noFill/>
          </a:ln>
        </p:spPr>
        <p:txBody>
          <a:bodyPr anchorCtr="0" anchor="t" bIns="19950" lIns="39925" spcFirstLastPara="1" rIns="39925" wrap="square" tIns="19950">
            <a:noAutofit/>
          </a:bodyPr>
          <a:lstStyle/>
          <a:p>
            <a:pPr indent="0" lvl="0" marL="0" marR="0" rtl="0" algn="l">
              <a:spcBef>
                <a:spcPts val="0"/>
              </a:spcBef>
              <a:spcAft>
                <a:spcPts val="0"/>
              </a:spcAft>
              <a:buClr>
                <a:schemeClr val="dk1"/>
              </a:buClr>
              <a:buSzPts val="900"/>
              <a:buFont typeface="Noto Sans Symbols"/>
              <a:buNone/>
            </a:pPr>
            <a:r>
              <a:rPr lang="en-US" sz="900">
                <a:solidFill>
                  <a:schemeClr val="dk1"/>
                </a:solidFill>
                <a:latin typeface="Arial"/>
                <a:ea typeface="Arial"/>
                <a:cs typeface="Arial"/>
                <a:sym typeface="Arial"/>
              </a:rPr>
              <a:t>Model Builder</a:t>
            </a:r>
            <a:endParaRPr sz="800"/>
          </a:p>
        </p:txBody>
      </p:sp>
      <p:cxnSp>
        <p:nvCxnSpPr>
          <p:cNvPr id="336" name="Google Shape;336;p33"/>
          <p:cNvCxnSpPr/>
          <p:nvPr/>
        </p:nvCxnSpPr>
        <p:spPr>
          <a:xfrm>
            <a:off x="2774791" y="1352021"/>
            <a:ext cx="0" cy="108300"/>
          </a:xfrm>
          <a:prstGeom prst="straightConnector1">
            <a:avLst/>
          </a:prstGeom>
          <a:noFill/>
          <a:ln cap="flat" cmpd="sng" w="12700">
            <a:solidFill>
              <a:schemeClr val="dk1"/>
            </a:solidFill>
            <a:prstDash val="solid"/>
            <a:round/>
            <a:headEnd len="sm" w="sm" type="none"/>
            <a:tailEnd len="med" w="med" type="stealth"/>
          </a:ln>
        </p:spPr>
      </p:cxnSp>
      <p:cxnSp>
        <p:nvCxnSpPr>
          <p:cNvPr id="337" name="Google Shape;337;p33"/>
          <p:cNvCxnSpPr/>
          <p:nvPr/>
        </p:nvCxnSpPr>
        <p:spPr>
          <a:xfrm>
            <a:off x="2774791" y="1703546"/>
            <a:ext cx="0" cy="162300"/>
          </a:xfrm>
          <a:prstGeom prst="straightConnector1">
            <a:avLst/>
          </a:prstGeom>
          <a:noFill/>
          <a:ln cap="flat" cmpd="sng" w="12700">
            <a:solidFill>
              <a:schemeClr val="dk1"/>
            </a:solidFill>
            <a:prstDash val="solid"/>
            <a:round/>
            <a:headEnd len="sm" w="sm" type="none"/>
            <a:tailEnd len="med" w="med" type="stealth"/>
          </a:ln>
        </p:spPr>
      </p:cxnSp>
      <p:cxnSp>
        <p:nvCxnSpPr>
          <p:cNvPr id="338" name="Google Shape;338;p33"/>
          <p:cNvCxnSpPr/>
          <p:nvPr/>
        </p:nvCxnSpPr>
        <p:spPr>
          <a:xfrm flipH="1" rot="10800000">
            <a:off x="1513523" y="1373362"/>
            <a:ext cx="208800" cy="5700"/>
          </a:xfrm>
          <a:prstGeom prst="straightConnector1">
            <a:avLst/>
          </a:prstGeom>
          <a:noFill/>
          <a:ln cap="flat" cmpd="sng" w="50800">
            <a:solidFill>
              <a:schemeClr val="dk1"/>
            </a:solidFill>
            <a:prstDash val="solid"/>
            <a:round/>
            <a:headEnd len="sm" w="sm" type="none"/>
            <a:tailEnd len="med" w="med" type="stealth"/>
          </a:ln>
        </p:spPr>
      </p:cxnSp>
      <p:sp>
        <p:nvSpPr>
          <p:cNvPr id="339" name="Google Shape;339;p33"/>
          <p:cNvSpPr/>
          <p:nvPr/>
        </p:nvSpPr>
        <p:spPr>
          <a:xfrm>
            <a:off x="3495516" y="1622425"/>
            <a:ext cx="512400" cy="131400"/>
          </a:xfrm>
          <a:prstGeom prst="rect">
            <a:avLst/>
          </a:prstGeom>
          <a:noFill/>
          <a:ln>
            <a:noFill/>
          </a:ln>
        </p:spPr>
        <p:txBody>
          <a:bodyPr anchorCtr="0" anchor="t" bIns="19950" lIns="39925" spcFirstLastPara="1" rIns="39925" wrap="square" tIns="19950">
            <a:noAutofit/>
          </a:bodyPr>
          <a:lstStyle/>
          <a:p>
            <a:pPr indent="0" lvl="0" marL="0" marR="0" rtl="0" algn="l">
              <a:spcBef>
                <a:spcPts val="0"/>
              </a:spcBef>
              <a:spcAft>
                <a:spcPts val="0"/>
              </a:spcAft>
              <a:buClr>
                <a:srgbClr val="000000"/>
              </a:buClr>
              <a:buSzPts val="800"/>
              <a:buFont typeface="Noto Sans Symbols"/>
              <a:buNone/>
            </a:pPr>
            <a:r>
              <a:rPr lang="en-US" sz="800">
                <a:solidFill>
                  <a:srgbClr val="000000"/>
                </a:solidFill>
                <a:latin typeface="Arial"/>
                <a:ea typeface="Arial"/>
                <a:cs typeface="Arial"/>
                <a:sym typeface="Arial"/>
              </a:rPr>
              <a:t>Evaluate</a:t>
            </a:r>
            <a:endParaRPr sz="800"/>
          </a:p>
        </p:txBody>
      </p:sp>
      <p:cxnSp>
        <p:nvCxnSpPr>
          <p:cNvPr id="340" name="Google Shape;340;p33"/>
          <p:cNvCxnSpPr/>
          <p:nvPr/>
        </p:nvCxnSpPr>
        <p:spPr>
          <a:xfrm>
            <a:off x="1981994" y="1622425"/>
            <a:ext cx="0" cy="243300"/>
          </a:xfrm>
          <a:prstGeom prst="straightConnector1">
            <a:avLst/>
          </a:prstGeom>
          <a:noFill/>
          <a:ln cap="flat" cmpd="sng" w="12700">
            <a:solidFill>
              <a:schemeClr val="dk1"/>
            </a:solidFill>
            <a:prstDash val="solid"/>
            <a:miter lim="800000"/>
            <a:headEnd len="sm" w="sm" type="none"/>
            <a:tailEnd len="med" w="med" type="stealth"/>
          </a:ln>
        </p:spPr>
      </p:cxnSp>
      <p:sp>
        <p:nvSpPr>
          <p:cNvPr id="341" name="Google Shape;341;p33"/>
          <p:cNvSpPr/>
          <p:nvPr/>
        </p:nvSpPr>
        <p:spPr>
          <a:xfrm>
            <a:off x="3855879" y="1811708"/>
            <a:ext cx="108300" cy="4056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26425" lIns="52850" spcFirstLastPara="1" rIns="52850" wrap="square" tIns="26425">
            <a:noAutofit/>
          </a:bodyPr>
          <a:lstStyle/>
          <a:p>
            <a:pPr indent="0" lvl="0" marL="0" marR="0" rtl="0" algn="ctr">
              <a:spcBef>
                <a:spcPts val="0"/>
              </a:spcBef>
              <a:spcAft>
                <a:spcPts val="0"/>
              </a:spcAft>
              <a:buClr>
                <a:schemeClr val="dk1"/>
              </a:buClr>
              <a:buSzPts val="800"/>
              <a:buFont typeface="Noto Sans Symbols"/>
              <a:buNone/>
            </a:pPr>
            <a:r>
              <a:rPr b="1" lang="en-US" sz="800">
                <a:solidFill>
                  <a:schemeClr val="dk1"/>
                </a:solidFill>
                <a:latin typeface="Arial"/>
                <a:ea typeface="Arial"/>
                <a:cs typeface="Arial"/>
                <a:sym typeface="Arial"/>
              </a:rPr>
              <a:t>3</a:t>
            </a:r>
            <a:endParaRPr sz="800"/>
          </a:p>
          <a:p>
            <a:pPr indent="0" lvl="0" marL="0" marR="0" rtl="0" algn="ctr">
              <a:spcBef>
                <a:spcPts val="0"/>
              </a:spcBef>
              <a:spcAft>
                <a:spcPts val="0"/>
              </a:spcAft>
              <a:buClr>
                <a:schemeClr val="dk1"/>
              </a:buClr>
              <a:buSzPts val="800"/>
              <a:buFont typeface="Noto Sans Symbols"/>
              <a:buNone/>
            </a:pPr>
            <a:r>
              <a:rPr b="1" lang="en-US" sz="800">
                <a:solidFill>
                  <a:schemeClr val="dk1"/>
                </a:solidFill>
                <a:latin typeface="Arial"/>
                <a:ea typeface="Arial"/>
                <a:cs typeface="Arial"/>
                <a:sym typeface="Arial"/>
              </a:rPr>
              <a:t>4</a:t>
            </a:r>
            <a:endParaRPr sz="800"/>
          </a:p>
          <a:p>
            <a:pPr indent="0" lvl="0" marL="0" marR="0" rtl="0" algn="ctr">
              <a:spcBef>
                <a:spcPts val="0"/>
              </a:spcBef>
              <a:spcAft>
                <a:spcPts val="0"/>
              </a:spcAft>
              <a:buClr>
                <a:schemeClr val="dk1"/>
              </a:buClr>
              <a:buSzPts val="800"/>
              <a:buFont typeface="Noto Sans Symbols"/>
              <a:buNone/>
            </a:pPr>
            <a:r>
              <a:rPr b="1" lang="en-US" sz="800">
                <a:solidFill>
                  <a:schemeClr val="dk1"/>
                </a:solidFill>
                <a:latin typeface="Arial"/>
                <a:ea typeface="Arial"/>
                <a:cs typeface="Arial"/>
                <a:sym typeface="Arial"/>
              </a:rPr>
              <a:t>1</a:t>
            </a:r>
            <a:endParaRPr sz="800"/>
          </a:p>
          <a:p>
            <a:pPr indent="0" lvl="0" marL="0" marR="0" rtl="0" algn="ctr">
              <a:spcBef>
                <a:spcPts val="0"/>
              </a:spcBef>
              <a:spcAft>
                <a:spcPts val="0"/>
              </a:spcAft>
              <a:buClr>
                <a:schemeClr val="dk1"/>
              </a:buClr>
              <a:buSzPts val="800"/>
              <a:buFont typeface="Noto Sans Symbols"/>
              <a:buNone/>
            </a:pPr>
            <a:r>
              <a:rPr b="1" lang="en-US" sz="800">
                <a:solidFill>
                  <a:schemeClr val="dk1"/>
                </a:solidFill>
                <a:latin typeface="Arial"/>
                <a:ea typeface="Arial"/>
                <a:cs typeface="Arial"/>
                <a:sym typeface="Arial"/>
              </a:rPr>
              <a:t>2</a:t>
            </a:r>
            <a:endParaRPr sz="800"/>
          </a:p>
        </p:txBody>
      </p:sp>
      <p:cxnSp>
        <p:nvCxnSpPr>
          <p:cNvPr id="342" name="Google Shape;342;p33"/>
          <p:cNvCxnSpPr/>
          <p:nvPr/>
        </p:nvCxnSpPr>
        <p:spPr>
          <a:xfrm rot="10800000">
            <a:off x="3387543" y="1703570"/>
            <a:ext cx="432300" cy="216300"/>
          </a:xfrm>
          <a:prstGeom prst="straightConnector1">
            <a:avLst/>
          </a:prstGeom>
          <a:noFill/>
          <a:ln cap="flat" cmpd="sng" w="12700">
            <a:solidFill>
              <a:schemeClr val="dk1"/>
            </a:solidFill>
            <a:prstDash val="solid"/>
            <a:miter lim="800000"/>
            <a:headEnd len="sm" w="sm" type="none"/>
            <a:tailEnd len="med" w="med" type="stealth"/>
          </a:ln>
        </p:spPr>
      </p:cxnSp>
      <p:sp>
        <p:nvSpPr>
          <p:cNvPr id="343" name="Google Shape;343;p33"/>
          <p:cNvSpPr/>
          <p:nvPr/>
        </p:nvSpPr>
        <p:spPr>
          <a:xfrm>
            <a:off x="2162175" y="1117671"/>
            <a:ext cx="135300" cy="109500"/>
          </a:xfrm>
          <a:prstGeom prst="rect">
            <a:avLst/>
          </a:prstGeom>
          <a:noFill/>
          <a:ln>
            <a:noFill/>
          </a:ln>
        </p:spPr>
        <p:txBody>
          <a:bodyPr anchorCtr="0" anchor="t" bIns="19950" lIns="39925" spcFirstLastPara="1" rIns="39925" wrap="square" tIns="19950">
            <a:noAutofit/>
          </a:bodyPr>
          <a:lstStyle/>
          <a:p>
            <a:pPr indent="0" lvl="0" marL="0" marR="0" rtl="0" algn="l">
              <a:spcBef>
                <a:spcPts val="0"/>
              </a:spcBef>
              <a:spcAft>
                <a:spcPts val="0"/>
              </a:spcAft>
              <a:buClr>
                <a:srgbClr val="000000"/>
              </a:buClr>
              <a:buSzPts val="600"/>
              <a:buFont typeface="Noto Sans Symbols"/>
              <a:buNone/>
            </a:pPr>
            <a:r>
              <a:rPr b="1" lang="en-US" sz="600">
                <a:solidFill>
                  <a:srgbClr val="000000"/>
                </a:solidFill>
                <a:latin typeface="Arial"/>
                <a:ea typeface="Arial"/>
                <a:cs typeface="Arial"/>
                <a:sym typeface="Arial"/>
              </a:rPr>
              <a:t>0</a:t>
            </a:r>
            <a:endParaRPr sz="800"/>
          </a:p>
        </p:txBody>
      </p:sp>
      <p:sp>
        <p:nvSpPr>
          <p:cNvPr id="344" name="Google Shape;344;p33"/>
          <p:cNvSpPr/>
          <p:nvPr/>
        </p:nvSpPr>
        <p:spPr>
          <a:xfrm>
            <a:off x="2162175" y="1171752"/>
            <a:ext cx="135300" cy="109500"/>
          </a:xfrm>
          <a:prstGeom prst="rect">
            <a:avLst/>
          </a:prstGeom>
          <a:noFill/>
          <a:ln>
            <a:noFill/>
          </a:ln>
        </p:spPr>
        <p:txBody>
          <a:bodyPr anchorCtr="0" anchor="t" bIns="19950" lIns="39925" spcFirstLastPara="1" rIns="39925" wrap="square" tIns="19950">
            <a:noAutofit/>
          </a:bodyPr>
          <a:lstStyle/>
          <a:p>
            <a:pPr indent="0" lvl="0" marL="0" marR="0" rtl="0" algn="l">
              <a:spcBef>
                <a:spcPts val="0"/>
              </a:spcBef>
              <a:spcAft>
                <a:spcPts val="0"/>
              </a:spcAft>
              <a:buClr>
                <a:srgbClr val="000000"/>
              </a:buClr>
              <a:buSzPts val="600"/>
              <a:buFont typeface="Noto Sans Symbols"/>
              <a:buNone/>
            </a:pPr>
            <a:r>
              <a:rPr b="1" lang="en-US" sz="600">
                <a:solidFill>
                  <a:srgbClr val="000000"/>
                </a:solidFill>
                <a:latin typeface="Arial"/>
                <a:ea typeface="Arial"/>
                <a:cs typeface="Arial"/>
                <a:sym typeface="Arial"/>
              </a:rPr>
              <a:t>3</a:t>
            </a:r>
            <a:endParaRPr sz="800"/>
          </a:p>
        </p:txBody>
      </p:sp>
      <p:sp>
        <p:nvSpPr>
          <p:cNvPr id="345" name="Google Shape;345;p33"/>
          <p:cNvSpPr/>
          <p:nvPr/>
        </p:nvSpPr>
        <p:spPr>
          <a:xfrm>
            <a:off x="2162175" y="1230339"/>
            <a:ext cx="135300" cy="109500"/>
          </a:xfrm>
          <a:prstGeom prst="rect">
            <a:avLst/>
          </a:prstGeom>
          <a:noFill/>
          <a:ln>
            <a:noFill/>
          </a:ln>
        </p:spPr>
        <p:txBody>
          <a:bodyPr anchorCtr="0" anchor="t" bIns="19950" lIns="39925" spcFirstLastPara="1" rIns="39925" wrap="square" tIns="19950">
            <a:noAutofit/>
          </a:bodyPr>
          <a:lstStyle/>
          <a:p>
            <a:pPr indent="0" lvl="0" marL="0" marR="0" rtl="0" algn="l">
              <a:spcBef>
                <a:spcPts val="0"/>
              </a:spcBef>
              <a:spcAft>
                <a:spcPts val="0"/>
              </a:spcAft>
              <a:buClr>
                <a:srgbClr val="000000"/>
              </a:buClr>
              <a:buSzPts val="600"/>
              <a:buFont typeface="Noto Sans Symbols"/>
              <a:buNone/>
            </a:pPr>
            <a:r>
              <a:rPr b="1" lang="en-US" sz="600">
                <a:solidFill>
                  <a:srgbClr val="000000"/>
                </a:solidFill>
                <a:latin typeface="Arial"/>
                <a:ea typeface="Arial"/>
                <a:cs typeface="Arial"/>
                <a:sym typeface="Arial"/>
              </a:rPr>
              <a:t>2</a:t>
            </a:r>
            <a:endParaRPr sz="800"/>
          </a:p>
        </p:txBody>
      </p:sp>
      <p:sp>
        <p:nvSpPr>
          <p:cNvPr id="346" name="Google Shape;346;p33"/>
          <p:cNvSpPr/>
          <p:nvPr/>
        </p:nvSpPr>
        <p:spPr>
          <a:xfrm>
            <a:off x="2162175" y="1284420"/>
            <a:ext cx="135300" cy="109500"/>
          </a:xfrm>
          <a:prstGeom prst="rect">
            <a:avLst/>
          </a:prstGeom>
          <a:noFill/>
          <a:ln>
            <a:noFill/>
          </a:ln>
        </p:spPr>
        <p:txBody>
          <a:bodyPr anchorCtr="0" anchor="t" bIns="19950" lIns="39925" spcFirstLastPara="1" rIns="39925" wrap="square" tIns="19950">
            <a:noAutofit/>
          </a:bodyPr>
          <a:lstStyle/>
          <a:p>
            <a:pPr indent="0" lvl="0" marL="0" marR="0" rtl="0" algn="l">
              <a:spcBef>
                <a:spcPts val="0"/>
              </a:spcBef>
              <a:spcAft>
                <a:spcPts val="0"/>
              </a:spcAft>
              <a:buClr>
                <a:srgbClr val="000000"/>
              </a:buClr>
              <a:buSzPts val="600"/>
              <a:buFont typeface="Noto Sans Symbols"/>
              <a:buNone/>
            </a:pPr>
            <a:r>
              <a:rPr b="1" lang="en-US" sz="600">
                <a:solidFill>
                  <a:srgbClr val="000000"/>
                </a:solidFill>
                <a:latin typeface="Arial"/>
                <a:ea typeface="Arial"/>
                <a:cs typeface="Arial"/>
                <a:sym typeface="Arial"/>
              </a:rPr>
              <a:t>5</a:t>
            </a:r>
            <a:endParaRPr sz="800"/>
          </a:p>
        </p:txBody>
      </p:sp>
      <p:sp>
        <p:nvSpPr>
          <p:cNvPr id="347" name="Google Shape;347;p33"/>
          <p:cNvSpPr/>
          <p:nvPr/>
        </p:nvSpPr>
        <p:spPr>
          <a:xfrm>
            <a:off x="2162175" y="1338501"/>
            <a:ext cx="135300" cy="109500"/>
          </a:xfrm>
          <a:prstGeom prst="rect">
            <a:avLst/>
          </a:prstGeom>
          <a:noFill/>
          <a:ln>
            <a:noFill/>
          </a:ln>
        </p:spPr>
        <p:txBody>
          <a:bodyPr anchorCtr="0" anchor="t" bIns="19950" lIns="39925" spcFirstLastPara="1" rIns="39925" wrap="square" tIns="19950">
            <a:noAutofit/>
          </a:bodyPr>
          <a:lstStyle/>
          <a:p>
            <a:pPr indent="0" lvl="0" marL="0" marR="0" rtl="0" algn="l">
              <a:spcBef>
                <a:spcPts val="0"/>
              </a:spcBef>
              <a:spcAft>
                <a:spcPts val="0"/>
              </a:spcAft>
              <a:buClr>
                <a:srgbClr val="000000"/>
              </a:buClr>
              <a:buSzPts val="600"/>
              <a:buFont typeface="Noto Sans Symbols"/>
              <a:buNone/>
            </a:pPr>
            <a:r>
              <a:rPr b="1" lang="en-US" sz="600">
                <a:solidFill>
                  <a:srgbClr val="000000"/>
                </a:solidFill>
                <a:latin typeface="Arial"/>
                <a:ea typeface="Arial"/>
                <a:cs typeface="Arial"/>
                <a:sym typeface="Arial"/>
              </a:rPr>
              <a:t>1</a:t>
            </a:r>
            <a:endParaRPr sz="8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34"/>
          <p:cNvSpPr txBox="1"/>
          <p:nvPr>
            <p:ph type="title"/>
          </p:nvPr>
        </p:nvSpPr>
        <p:spPr>
          <a:xfrm>
            <a:off x="396399" y="172759"/>
            <a:ext cx="4973100" cy="627300"/>
          </a:xfrm>
          <a:prstGeom prst="rect">
            <a:avLst/>
          </a:prstGeom>
          <a:noFill/>
          <a:ln>
            <a:noFill/>
          </a:ln>
        </p:spPr>
        <p:txBody>
          <a:bodyPr anchorCtr="0" anchor="ctr" bIns="26425" lIns="52850" spcFirstLastPara="1" rIns="52850" wrap="square" tIns="26425">
            <a:normAutofit/>
          </a:bodyPr>
          <a:lstStyle/>
          <a:p>
            <a:pPr indent="0" lvl="0" marL="0" rtl="0" algn="l">
              <a:lnSpc>
                <a:spcPct val="90000"/>
              </a:lnSpc>
              <a:spcBef>
                <a:spcPts val="0"/>
              </a:spcBef>
              <a:spcAft>
                <a:spcPts val="0"/>
              </a:spcAft>
              <a:buClr>
                <a:schemeClr val="dk1"/>
              </a:buClr>
              <a:buSzPts val="1900"/>
              <a:buFont typeface="Times New Roman"/>
              <a:buNone/>
            </a:pPr>
            <a:r>
              <a:rPr lang="en-US"/>
              <a:t>A note on parameter tuning</a:t>
            </a:r>
            <a:endParaRPr/>
          </a:p>
        </p:txBody>
      </p:sp>
      <p:sp>
        <p:nvSpPr>
          <p:cNvPr id="354" name="Google Shape;354;p34"/>
          <p:cNvSpPr txBox="1"/>
          <p:nvPr>
            <p:ph idx="1" type="body"/>
          </p:nvPr>
        </p:nvSpPr>
        <p:spPr>
          <a:xfrm>
            <a:off x="396399" y="863791"/>
            <a:ext cx="4973100" cy="2058900"/>
          </a:xfrm>
          <a:prstGeom prst="rect">
            <a:avLst/>
          </a:prstGeom>
          <a:noFill/>
          <a:ln>
            <a:noFill/>
          </a:ln>
        </p:spPr>
        <p:txBody>
          <a:bodyPr anchorCtr="0" anchor="t" bIns="26425" lIns="52850" spcFirstLastPara="1" rIns="52850" wrap="square" tIns="26425">
            <a:normAutofit lnSpcReduction="10000"/>
          </a:bodyPr>
          <a:lstStyle/>
          <a:p>
            <a:pPr indent="-101600" lvl="0" marL="101600" rtl="0" algn="l">
              <a:lnSpc>
                <a:spcPct val="90000"/>
              </a:lnSpc>
              <a:spcBef>
                <a:spcPts val="0"/>
              </a:spcBef>
              <a:spcAft>
                <a:spcPts val="0"/>
              </a:spcAft>
              <a:buClr>
                <a:schemeClr val="dk1"/>
              </a:buClr>
              <a:buSzPts val="1400"/>
              <a:buChar char="•"/>
            </a:pPr>
            <a:r>
              <a:rPr lang="en-US"/>
              <a:t>It is important that the test data is not used </a:t>
            </a:r>
            <a:r>
              <a:rPr i="1" lang="en-US"/>
              <a:t>in any way</a:t>
            </a:r>
            <a:r>
              <a:rPr lang="en-US"/>
              <a:t> to build the model</a:t>
            </a:r>
            <a:endParaRPr/>
          </a:p>
          <a:p>
            <a:pPr indent="-101600" lvl="0" marL="101600" rtl="0" algn="l">
              <a:lnSpc>
                <a:spcPct val="90000"/>
              </a:lnSpc>
              <a:spcBef>
                <a:spcPts val="400"/>
              </a:spcBef>
              <a:spcAft>
                <a:spcPts val="0"/>
              </a:spcAft>
              <a:buClr>
                <a:schemeClr val="dk1"/>
              </a:buClr>
              <a:buSzPts val="1400"/>
              <a:buChar char="•"/>
            </a:pPr>
            <a:r>
              <a:rPr lang="en-US"/>
              <a:t>Some learning schemes operate in two stages:</a:t>
            </a:r>
            <a:endParaRPr/>
          </a:p>
          <a:p>
            <a:pPr indent="-88900" lvl="1" marL="292100" rtl="0" algn="l">
              <a:lnSpc>
                <a:spcPct val="90000"/>
              </a:lnSpc>
              <a:spcBef>
                <a:spcPts val="200"/>
              </a:spcBef>
              <a:spcAft>
                <a:spcPts val="0"/>
              </a:spcAft>
              <a:buClr>
                <a:schemeClr val="dk1"/>
              </a:buClr>
              <a:buSzPts val="1000"/>
              <a:buChar char="•"/>
            </a:pPr>
            <a:r>
              <a:rPr lang="en-US"/>
              <a:t>Stage 1: builds the basic structure</a:t>
            </a:r>
            <a:endParaRPr/>
          </a:p>
          <a:p>
            <a:pPr indent="-88900" lvl="1" marL="292100" rtl="0" algn="l">
              <a:lnSpc>
                <a:spcPct val="90000"/>
              </a:lnSpc>
              <a:spcBef>
                <a:spcPts val="200"/>
              </a:spcBef>
              <a:spcAft>
                <a:spcPts val="0"/>
              </a:spcAft>
              <a:buClr>
                <a:schemeClr val="dk1"/>
              </a:buClr>
              <a:buSzPts val="1000"/>
              <a:buChar char="•"/>
            </a:pPr>
            <a:r>
              <a:rPr lang="en-US"/>
              <a:t>Stage 2: optimizes parameter settings</a:t>
            </a:r>
            <a:endParaRPr/>
          </a:p>
          <a:p>
            <a:pPr indent="-101600" lvl="0" marL="101600" rtl="0" algn="l">
              <a:lnSpc>
                <a:spcPct val="90000"/>
              </a:lnSpc>
              <a:spcBef>
                <a:spcPts val="400"/>
              </a:spcBef>
              <a:spcAft>
                <a:spcPts val="0"/>
              </a:spcAft>
              <a:buClr>
                <a:schemeClr val="dk1"/>
              </a:buClr>
              <a:buSzPts val="1400"/>
              <a:buChar char="•"/>
            </a:pPr>
            <a:r>
              <a:rPr lang="en-US"/>
              <a:t>The test data can’t be used for parameter tuning!</a:t>
            </a:r>
            <a:endParaRPr/>
          </a:p>
          <a:p>
            <a:pPr indent="-101600" lvl="0" marL="101600" rtl="0" algn="l">
              <a:lnSpc>
                <a:spcPct val="90000"/>
              </a:lnSpc>
              <a:spcBef>
                <a:spcPts val="400"/>
              </a:spcBef>
              <a:spcAft>
                <a:spcPts val="0"/>
              </a:spcAft>
              <a:buClr>
                <a:schemeClr val="dk1"/>
              </a:buClr>
              <a:buSzPts val="1400"/>
              <a:buChar char="•"/>
            </a:pPr>
            <a:r>
              <a:rPr lang="en-US"/>
              <a:t>Proper procedure uses three sets: </a:t>
            </a:r>
            <a:r>
              <a:rPr b="1" lang="en-US"/>
              <a:t>training data, validation data, and test data</a:t>
            </a:r>
            <a:endParaRPr/>
          </a:p>
          <a:p>
            <a:pPr indent="-88900" lvl="1" marL="292100" rtl="0" algn="l">
              <a:lnSpc>
                <a:spcPct val="90000"/>
              </a:lnSpc>
              <a:spcBef>
                <a:spcPts val="200"/>
              </a:spcBef>
              <a:spcAft>
                <a:spcPts val="0"/>
              </a:spcAft>
              <a:buClr>
                <a:schemeClr val="dk1"/>
              </a:buClr>
              <a:buSzPts val="1000"/>
              <a:buChar char="•"/>
            </a:pPr>
            <a:r>
              <a:rPr lang="en-US"/>
              <a:t>Validation data is used to optimize parameters</a:t>
            </a:r>
            <a:endParaRPr/>
          </a:p>
          <a:p>
            <a:pPr indent="-12700" lvl="0" marL="101600" rtl="0" algn="l">
              <a:lnSpc>
                <a:spcPct val="90000"/>
              </a:lnSpc>
              <a:spcBef>
                <a:spcPts val="400"/>
              </a:spcBef>
              <a:spcAft>
                <a:spcPts val="0"/>
              </a:spcAft>
              <a:buClr>
                <a:schemeClr val="dk1"/>
              </a:buClr>
              <a:buSzPts val="1400"/>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58" name="Shape 358"/>
        <p:cNvGrpSpPr/>
        <p:nvPr/>
      </p:nvGrpSpPr>
      <p:grpSpPr>
        <a:xfrm>
          <a:off x="0" y="0"/>
          <a:ext cx="0" cy="0"/>
          <a:chOff x="0" y="0"/>
          <a:chExt cx="0" cy="0"/>
        </a:xfrm>
      </p:grpSpPr>
      <p:sp>
        <p:nvSpPr>
          <p:cNvPr id="359" name="Google Shape;359;p35"/>
          <p:cNvSpPr txBox="1"/>
          <p:nvPr>
            <p:ph idx="12" type="sldNum"/>
          </p:nvPr>
        </p:nvSpPr>
        <p:spPr>
          <a:xfrm>
            <a:off x="5345557" y="3033678"/>
            <a:ext cx="130200" cy="97500"/>
          </a:xfrm>
          <a:prstGeom prst="rect">
            <a:avLst/>
          </a:prstGeom>
          <a:noFill/>
          <a:ln>
            <a:noFill/>
          </a:ln>
        </p:spPr>
        <p:txBody>
          <a:bodyPr anchorCtr="0" anchor="t" bIns="0" lIns="0" spcFirstLastPara="1" rIns="0" wrap="square" tIns="5075">
            <a:spAutoFit/>
          </a:bodyPr>
          <a:lstStyle/>
          <a:p>
            <a:pPr indent="0" lvl="0" marL="38100" rtl="0" algn="l">
              <a:lnSpc>
                <a:spcPct val="100000"/>
              </a:lnSpc>
              <a:spcBef>
                <a:spcPts val="0"/>
              </a:spcBef>
              <a:spcAft>
                <a:spcPts val="0"/>
              </a:spcAft>
              <a:buNone/>
            </a:pPr>
            <a:fld id="{00000000-1234-1234-1234-123412341234}" type="slidenum">
              <a:rPr lang="en-US"/>
              <a:t>‹#›</a:t>
            </a:fld>
            <a:endParaRPr/>
          </a:p>
        </p:txBody>
      </p:sp>
      <p:sp>
        <p:nvSpPr>
          <p:cNvPr id="360" name="Google Shape;360;p35"/>
          <p:cNvSpPr txBox="1"/>
          <p:nvPr>
            <p:ph type="title"/>
          </p:nvPr>
        </p:nvSpPr>
        <p:spPr>
          <a:xfrm>
            <a:off x="130860" y="67818"/>
            <a:ext cx="3704700" cy="1662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Training and validation</a:t>
            </a:r>
            <a:endParaRPr/>
          </a:p>
        </p:txBody>
      </p:sp>
      <p:pic>
        <p:nvPicPr>
          <p:cNvPr id="361" name="Google Shape;361;p35"/>
          <p:cNvPicPr preferRelativeResize="0"/>
          <p:nvPr/>
        </p:nvPicPr>
        <p:blipFill>
          <a:blip r:embed="rId3">
            <a:alphaModFix/>
          </a:blip>
          <a:stretch>
            <a:fillRect/>
          </a:stretch>
        </p:blipFill>
        <p:spPr>
          <a:xfrm>
            <a:off x="152400" y="386418"/>
            <a:ext cx="5034478" cy="2706032"/>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65" name="Shape 365"/>
        <p:cNvGrpSpPr/>
        <p:nvPr/>
      </p:nvGrpSpPr>
      <p:grpSpPr>
        <a:xfrm>
          <a:off x="0" y="0"/>
          <a:ext cx="0" cy="0"/>
          <a:chOff x="0" y="0"/>
          <a:chExt cx="0" cy="0"/>
        </a:xfrm>
      </p:grpSpPr>
      <p:sp>
        <p:nvSpPr>
          <p:cNvPr id="366" name="Google Shape;366;p36"/>
          <p:cNvSpPr txBox="1"/>
          <p:nvPr>
            <p:ph idx="12" type="sldNum"/>
          </p:nvPr>
        </p:nvSpPr>
        <p:spPr>
          <a:xfrm>
            <a:off x="5345557" y="3033678"/>
            <a:ext cx="130200" cy="97500"/>
          </a:xfrm>
          <a:prstGeom prst="rect">
            <a:avLst/>
          </a:prstGeom>
          <a:noFill/>
          <a:ln>
            <a:noFill/>
          </a:ln>
        </p:spPr>
        <p:txBody>
          <a:bodyPr anchorCtr="0" anchor="t" bIns="0" lIns="0" spcFirstLastPara="1" rIns="0" wrap="square" tIns="5075">
            <a:spAutoFit/>
          </a:bodyPr>
          <a:lstStyle/>
          <a:p>
            <a:pPr indent="0" lvl="0" marL="38100" rtl="0" algn="l">
              <a:lnSpc>
                <a:spcPct val="100000"/>
              </a:lnSpc>
              <a:spcBef>
                <a:spcPts val="0"/>
              </a:spcBef>
              <a:spcAft>
                <a:spcPts val="0"/>
              </a:spcAft>
              <a:buNone/>
            </a:pPr>
            <a:fld id="{00000000-1234-1234-1234-123412341234}" type="slidenum">
              <a:rPr lang="en-US"/>
              <a:t>‹#›</a:t>
            </a:fld>
            <a:endParaRPr/>
          </a:p>
        </p:txBody>
      </p:sp>
      <p:sp>
        <p:nvSpPr>
          <p:cNvPr id="367" name="Google Shape;367;p36"/>
          <p:cNvSpPr txBox="1"/>
          <p:nvPr>
            <p:ph type="title"/>
          </p:nvPr>
        </p:nvSpPr>
        <p:spPr>
          <a:xfrm>
            <a:off x="130860" y="67818"/>
            <a:ext cx="3704700" cy="1662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Training and validation</a:t>
            </a:r>
            <a:endParaRPr/>
          </a:p>
        </p:txBody>
      </p:sp>
      <p:pic>
        <p:nvPicPr>
          <p:cNvPr id="368" name="Google Shape;368;p36"/>
          <p:cNvPicPr preferRelativeResize="0"/>
          <p:nvPr/>
        </p:nvPicPr>
        <p:blipFill rotWithShape="1">
          <a:blip r:embed="rId3">
            <a:alphaModFix/>
          </a:blip>
          <a:srcRect b="0" l="0" r="0" t="24494"/>
          <a:stretch/>
        </p:blipFill>
        <p:spPr>
          <a:xfrm>
            <a:off x="1038925" y="964300"/>
            <a:ext cx="3687948" cy="2043174"/>
          </a:xfrm>
          <a:prstGeom prst="rect">
            <a:avLst/>
          </a:prstGeom>
          <a:noFill/>
          <a:ln>
            <a:noFill/>
          </a:ln>
        </p:spPr>
      </p:pic>
      <p:sp>
        <p:nvSpPr>
          <p:cNvPr id="369" name="Google Shape;369;p36"/>
          <p:cNvSpPr txBox="1"/>
          <p:nvPr/>
        </p:nvSpPr>
        <p:spPr>
          <a:xfrm>
            <a:off x="1242950" y="442600"/>
            <a:ext cx="30000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900">
                <a:solidFill>
                  <a:srgbClr val="474747"/>
                </a:solidFill>
                <a:highlight>
                  <a:srgbClr val="FFFFFF"/>
                </a:highlight>
              </a:rPr>
              <a:t>K-Fold Cross-Validation</a:t>
            </a:r>
            <a:endParaRPr sz="21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73" name="Shape 373"/>
        <p:cNvGrpSpPr/>
        <p:nvPr/>
      </p:nvGrpSpPr>
      <p:grpSpPr>
        <a:xfrm>
          <a:off x="0" y="0"/>
          <a:ext cx="0" cy="0"/>
          <a:chOff x="0" y="0"/>
          <a:chExt cx="0" cy="0"/>
        </a:xfrm>
      </p:grpSpPr>
      <p:sp>
        <p:nvSpPr>
          <p:cNvPr id="374" name="Google Shape;374;p37"/>
          <p:cNvSpPr txBox="1"/>
          <p:nvPr>
            <p:ph idx="12" type="sldNum"/>
          </p:nvPr>
        </p:nvSpPr>
        <p:spPr>
          <a:xfrm>
            <a:off x="5345557" y="3033678"/>
            <a:ext cx="130200" cy="97500"/>
          </a:xfrm>
          <a:prstGeom prst="rect">
            <a:avLst/>
          </a:prstGeom>
          <a:noFill/>
          <a:ln>
            <a:noFill/>
          </a:ln>
        </p:spPr>
        <p:txBody>
          <a:bodyPr anchorCtr="0" anchor="t" bIns="0" lIns="0" spcFirstLastPara="1" rIns="0" wrap="square" tIns="5075">
            <a:spAutoFit/>
          </a:bodyPr>
          <a:lstStyle/>
          <a:p>
            <a:pPr indent="0" lvl="0" marL="38100" rtl="0" algn="l">
              <a:lnSpc>
                <a:spcPct val="100000"/>
              </a:lnSpc>
              <a:spcBef>
                <a:spcPts val="0"/>
              </a:spcBef>
              <a:spcAft>
                <a:spcPts val="0"/>
              </a:spcAft>
              <a:buNone/>
            </a:pPr>
            <a:fld id="{00000000-1234-1234-1234-123412341234}" type="slidenum">
              <a:rPr lang="en-US"/>
              <a:t>‹#›</a:t>
            </a:fld>
            <a:endParaRPr/>
          </a:p>
        </p:txBody>
      </p:sp>
      <p:sp>
        <p:nvSpPr>
          <p:cNvPr id="375" name="Google Shape;375;p37"/>
          <p:cNvSpPr txBox="1"/>
          <p:nvPr>
            <p:ph type="title"/>
          </p:nvPr>
        </p:nvSpPr>
        <p:spPr>
          <a:xfrm>
            <a:off x="130860" y="67818"/>
            <a:ext cx="3704700" cy="1662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Training and validation</a:t>
            </a:r>
            <a:endParaRPr/>
          </a:p>
        </p:txBody>
      </p:sp>
      <p:pic>
        <p:nvPicPr>
          <p:cNvPr id="376" name="Google Shape;376;p37"/>
          <p:cNvPicPr preferRelativeResize="0"/>
          <p:nvPr/>
        </p:nvPicPr>
        <p:blipFill>
          <a:blip r:embed="rId3">
            <a:alphaModFix/>
          </a:blip>
          <a:stretch>
            <a:fillRect/>
          </a:stretch>
        </p:blipFill>
        <p:spPr>
          <a:xfrm>
            <a:off x="627875" y="269406"/>
            <a:ext cx="4510052" cy="2706032"/>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80" name="Shape 380"/>
        <p:cNvGrpSpPr/>
        <p:nvPr/>
      </p:nvGrpSpPr>
      <p:grpSpPr>
        <a:xfrm>
          <a:off x="0" y="0"/>
          <a:ext cx="0" cy="0"/>
          <a:chOff x="0" y="0"/>
          <a:chExt cx="0" cy="0"/>
        </a:xfrm>
      </p:grpSpPr>
      <p:sp>
        <p:nvSpPr>
          <p:cNvPr id="381" name="Google Shape;381;p38"/>
          <p:cNvSpPr txBox="1"/>
          <p:nvPr>
            <p:ph idx="12" type="sldNum"/>
          </p:nvPr>
        </p:nvSpPr>
        <p:spPr>
          <a:xfrm>
            <a:off x="5345557" y="3033678"/>
            <a:ext cx="130200" cy="97500"/>
          </a:xfrm>
          <a:prstGeom prst="rect">
            <a:avLst/>
          </a:prstGeom>
          <a:noFill/>
          <a:ln>
            <a:noFill/>
          </a:ln>
        </p:spPr>
        <p:txBody>
          <a:bodyPr anchorCtr="0" anchor="t" bIns="0" lIns="0" spcFirstLastPara="1" rIns="0" wrap="square" tIns="5075">
            <a:spAutoFit/>
          </a:bodyPr>
          <a:lstStyle/>
          <a:p>
            <a:pPr indent="0" lvl="0" marL="38100" rtl="0" algn="l">
              <a:lnSpc>
                <a:spcPct val="100000"/>
              </a:lnSpc>
              <a:spcBef>
                <a:spcPts val="0"/>
              </a:spcBef>
              <a:spcAft>
                <a:spcPts val="0"/>
              </a:spcAft>
              <a:buNone/>
            </a:pPr>
            <a:fld id="{00000000-1234-1234-1234-123412341234}" type="slidenum">
              <a:rPr lang="en-US"/>
              <a:t>‹#›</a:t>
            </a:fld>
            <a:endParaRPr/>
          </a:p>
        </p:txBody>
      </p:sp>
      <p:pic>
        <p:nvPicPr>
          <p:cNvPr id="382" name="Google Shape;382;p38"/>
          <p:cNvPicPr preferRelativeResize="0"/>
          <p:nvPr/>
        </p:nvPicPr>
        <p:blipFill>
          <a:blip r:embed="rId3">
            <a:alphaModFix/>
          </a:blip>
          <a:stretch>
            <a:fillRect/>
          </a:stretch>
        </p:blipFill>
        <p:spPr>
          <a:xfrm>
            <a:off x="534863" y="152400"/>
            <a:ext cx="4696079" cy="29400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86" name="Shape 386"/>
        <p:cNvGrpSpPr/>
        <p:nvPr/>
      </p:nvGrpSpPr>
      <p:grpSpPr>
        <a:xfrm>
          <a:off x="0" y="0"/>
          <a:ext cx="0" cy="0"/>
          <a:chOff x="0" y="0"/>
          <a:chExt cx="0" cy="0"/>
        </a:xfrm>
      </p:grpSpPr>
      <p:sp>
        <p:nvSpPr>
          <p:cNvPr id="387" name="Google Shape;387;p39"/>
          <p:cNvSpPr txBox="1"/>
          <p:nvPr>
            <p:ph idx="12" type="sldNum"/>
          </p:nvPr>
        </p:nvSpPr>
        <p:spPr>
          <a:xfrm>
            <a:off x="5345557" y="3033678"/>
            <a:ext cx="130200" cy="97500"/>
          </a:xfrm>
          <a:prstGeom prst="rect">
            <a:avLst/>
          </a:prstGeom>
          <a:noFill/>
          <a:ln>
            <a:noFill/>
          </a:ln>
        </p:spPr>
        <p:txBody>
          <a:bodyPr anchorCtr="0" anchor="t" bIns="0" lIns="0" spcFirstLastPara="1" rIns="0" wrap="square" tIns="5075">
            <a:spAutoFit/>
          </a:bodyPr>
          <a:lstStyle/>
          <a:p>
            <a:pPr indent="0" lvl="0" marL="38100" rtl="0" algn="l">
              <a:lnSpc>
                <a:spcPct val="100000"/>
              </a:lnSpc>
              <a:spcBef>
                <a:spcPts val="0"/>
              </a:spcBef>
              <a:spcAft>
                <a:spcPts val="0"/>
              </a:spcAft>
              <a:buNone/>
            </a:pPr>
            <a:fld id="{00000000-1234-1234-1234-123412341234}" type="slidenum">
              <a:rPr lang="en-US"/>
              <a:t>‹#›</a:t>
            </a:fld>
            <a:endParaRPr/>
          </a:p>
        </p:txBody>
      </p:sp>
      <p:pic>
        <p:nvPicPr>
          <p:cNvPr id="388" name="Google Shape;388;p39"/>
          <p:cNvPicPr preferRelativeResize="0"/>
          <p:nvPr/>
        </p:nvPicPr>
        <p:blipFill>
          <a:blip r:embed="rId3">
            <a:alphaModFix/>
          </a:blip>
          <a:stretch>
            <a:fillRect/>
          </a:stretch>
        </p:blipFill>
        <p:spPr>
          <a:xfrm>
            <a:off x="849363" y="152400"/>
            <a:ext cx="4067069" cy="29400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92" name="Shape 392"/>
        <p:cNvGrpSpPr/>
        <p:nvPr/>
      </p:nvGrpSpPr>
      <p:grpSpPr>
        <a:xfrm>
          <a:off x="0" y="0"/>
          <a:ext cx="0" cy="0"/>
          <a:chOff x="0" y="0"/>
          <a:chExt cx="0" cy="0"/>
        </a:xfrm>
      </p:grpSpPr>
      <p:sp>
        <p:nvSpPr>
          <p:cNvPr id="393" name="Google Shape;393;p40"/>
          <p:cNvSpPr txBox="1"/>
          <p:nvPr>
            <p:ph idx="12" type="sldNum"/>
          </p:nvPr>
        </p:nvSpPr>
        <p:spPr>
          <a:xfrm>
            <a:off x="5345557" y="3033678"/>
            <a:ext cx="130200" cy="97500"/>
          </a:xfrm>
          <a:prstGeom prst="rect">
            <a:avLst/>
          </a:prstGeom>
          <a:noFill/>
          <a:ln>
            <a:noFill/>
          </a:ln>
        </p:spPr>
        <p:txBody>
          <a:bodyPr anchorCtr="0" anchor="t" bIns="0" lIns="0" spcFirstLastPara="1" rIns="0" wrap="square" tIns="5075">
            <a:spAutoFit/>
          </a:bodyPr>
          <a:lstStyle/>
          <a:p>
            <a:pPr indent="0" lvl="0" marL="38100" rtl="0" algn="l">
              <a:lnSpc>
                <a:spcPct val="100000"/>
              </a:lnSpc>
              <a:spcBef>
                <a:spcPts val="0"/>
              </a:spcBef>
              <a:spcAft>
                <a:spcPts val="0"/>
              </a:spcAft>
              <a:buNone/>
            </a:pPr>
            <a:fld id="{00000000-1234-1234-1234-123412341234}" type="slidenum">
              <a:rPr lang="en-US"/>
              <a:t>‹#›</a:t>
            </a:fld>
            <a:endParaRPr/>
          </a:p>
        </p:txBody>
      </p:sp>
      <p:pic>
        <p:nvPicPr>
          <p:cNvPr id="394" name="Google Shape;394;p40"/>
          <p:cNvPicPr preferRelativeResize="0"/>
          <p:nvPr/>
        </p:nvPicPr>
        <p:blipFill>
          <a:blip r:embed="rId3">
            <a:alphaModFix/>
          </a:blip>
          <a:stretch>
            <a:fillRect/>
          </a:stretch>
        </p:blipFill>
        <p:spPr>
          <a:xfrm>
            <a:off x="684113" y="93625"/>
            <a:ext cx="4397583" cy="294005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98" name="Shape 398"/>
        <p:cNvGrpSpPr/>
        <p:nvPr/>
      </p:nvGrpSpPr>
      <p:grpSpPr>
        <a:xfrm>
          <a:off x="0" y="0"/>
          <a:ext cx="0" cy="0"/>
          <a:chOff x="0" y="0"/>
          <a:chExt cx="0" cy="0"/>
        </a:xfrm>
      </p:grpSpPr>
      <p:sp>
        <p:nvSpPr>
          <p:cNvPr id="399" name="Google Shape;399;p41"/>
          <p:cNvSpPr txBox="1"/>
          <p:nvPr>
            <p:ph idx="12" type="sldNum"/>
          </p:nvPr>
        </p:nvSpPr>
        <p:spPr>
          <a:xfrm>
            <a:off x="5345557" y="3033678"/>
            <a:ext cx="130200" cy="97500"/>
          </a:xfrm>
          <a:prstGeom prst="rect">
            <a:avLst/>
          </a:prstGeom>
          <a:noFill/>
          <a:ln>
            <a:noFill/>
          </a:ln>
        </p:spPr>
        <p:txBody>
          <a:bodyPr anchorCtr="0" anchor="t" bIns="0" lIns="0" spcFirstLastPara="1" rIns="0" wrap="square" tIns="5075">
            <a:spAutoFit/>
          </a:bodyPr>
          <a:lstStyle/>
          <a:p>
            <a:pPr indent="0" lvl="0" marL="38100" rtl="0" algn="l">
              <a:lnSpc>
                <a:spcPct val="100000"/>
              </a:lnSpc>
              <a:spcBef>
                <a:spcPts val="0"/>
              </a:spcBef>
              <a:spcAft>
                <a:spcPts val="0"/>
              </a:spcAft>
              <a:buNone/>
            </a:pPr>
            <a:fld id="{00000000-1234-1234-1234-123412341234}" type="slidenum">
              <a:rPr lang="en-US"/>
              <a:t>‹#›</a:t>
            </a:fld>
            <a:endParaRPr/>
          </a:p>
        </p:txBody>
      </p:sp>
      <p:pic>
        <p:nvPicPr>
          <p:cNvPr id="400" name="Google Shape;400;p41"/>
          <p:cNvPicPr preferRelativeResize="0"/>
          <p:nvPr/>
        </p:nvPicPr>
        <p:blipFill>
          <a:blip r:embed="rId3">
            <a:alphaModFix/>
          </a:blip>
          <a:stretch>
            <a:fillRect/>
          </a:stretch>
        </p:blipFill>
        <p:spPr>
          <a:xfrm>
            <a:off x="700138" y="152400"/>
            <a:ext cx="4365527" cy="294004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04" name="Shape 404"/>
        <p:cNvGrpSpPr/>
        <p:nvPr/>
      </p:nvGrpSpPr>
      <p:grpSpPr>
        <a:xfrm>
          <a:off x="0" y="0"/>
          <a:ext cx="0" cy="0"/>
          <a:chOff x="0" y="0"/>
          <a:chExt cx="0" cy="0"/>
        </a:xfrm>
      </p:grpSpPr>
      <p:sp>
        <p:nvSpPr>
          <p:cNvPr id="405" name="Google Shape;405;p42"/>
          <p:cNvSpPr txBox="1"/>
          <p:nvPr>
            <p:ph idx="12" type="sldNum"/>
          </p:nvPr>
        </p:nvSpPr>
        <p:spPr>
          <a:xfrm>
            <a:off x="5345557" y="3033678"/>
            <a:ext cx="130200" cy="97500"/>
          </a:xfrm>
          <a:prstGeom prst="rect">
            <a:avLst/>
          </a:prstGeom>
          <a:noFill/>
          <a:ln>
            <a:noFill/>
          </a:ln>
        </p:spPr>
        <p:txBody>
          <a:bodyPr anchorCtr="0" anchor="t" bIns="0" lIns="0" spcFirstLastPara="1" rIns="0" wrap="square" tIns="5075">
            <a:spAutoFit/>
          </a:bodyPr>
          <a:lstStyle/>
          <a:p>
            <a:pPr indent="0" lvl="0" marL="38100" rtl="0" algn="l">
              <a:lnSpc>
                <a:spcPct val="100000"/>
              </a:lnSpc>
              <a:spcBef>
                <a:spcPts val="0"/>
              </a:spcBef>
              <a:spcAft>
                <a:spcPts val="0"/>
              </a:spcAft>
              <a:buNone/>
            </a:pPr>
            <a:fld id="{00000000-1234-1234-1234-123412341234}" type="slidenum">
              <a:rPr lang="en-US"/>
              <a:t>‹#›</a:t>
            </a:fld>
            <a:endParaRPr/>
          </a:p>
        </p:txBody>
      </p:sp>
      <p:pic>
        <p:nvPicPr>
          <p:cNvPr id="406" name="Google Shape;406;p42"/>
          <p:cNvPicPr preferRelativeResize="0"/>
          <p:nvPr/>
        </p:nvPicPr>
        <p:blipFill>
          <a:blip r:embed="rId3">
            <a:alphaModFix/>
          </a:blip>
          <a:stretch>
            <a:fillRect/>
          </a:stretch>
        </p:blipFill>
        <p:spPr>
          <a:xfrm>
            <a:off x="685125" y="152400"/>
            <a:ext cx="4395560" cy="2940049"/>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10" name="Shape 410"/>
        <p:cNvGrpSpPr/>
        <p:nvPr/>
      </p:nvGrpSpPr>
      <p:grpSpPr>
        <a:xfrm>
          <a:off x="0" y="0"/>
          <a:ext cx="0" cy="0"/>
          <a:chOff x="0" y="0"/>
          <a:chExt cx="0" cy="0"/>
        </a:xfrm>
      </p:grpSpPr>
      <p:sp>
        <p:nvSpPr>
          <p:cNvPr id="411" name="Google Shape;411;p43"/>
          <p:cNvSpPr txBox="1"/>
          <p:nvPr>
            <p:ph idx="12" type="sldNum"/>
          </p:nvPr>
        </p:nvSpPr>
        <p:spPr>
          <a:xfrm>
            <a:off x="5345557" y="3033678"/>
            <a:ext cx="130200" cy="97500"/>
          </a:xfrm>
          <a:prstGeom prst="rect">
            <a:avLst/>
          </a:prstGeom>
          <a:noFill/>
          <a:ln>
            <a:noFill/>
          </a:ln>
        </p:spPr>
        <p:txBody>
          <a:bodyPr anchorCtr="0" anchor="t" bIns="0" lIns="0" spcFirstLastPara="1" rIns="0" wrap="square" tIns="5075">
            <a:spAutoFit/>
          </a:bodyPr>
          <a:lstStyle/>
          <a:p>
            <a:pPr indent="0" lvl="0" marL="38100" rtl="0" algn="l">
              <a:lnSpc>
                <a:spcPct val="100000"/>
              </a:lnSpc>
              <a:spcBef>
                <a:spcPts val="0"/>
              </a:spcBef>
              <a:spcAft>
                <a:spcPts val="0"/>
              </a:spcAft>
              <a:buNone/>
            </a:pPr>
            <a:fld id="{00000000-1234-1234-1234-123412341234}" type="slidenum">
              <a:rPr lang="en-US"/>
              <a:t>‹#›</a:t>
            </a:fld>
            <a:endParaRPr/>
          </a:p>
        </p:txBody>
      </p:sp>
      <p:pic>
        <p:nvPicPr>
          <p:cNvPr id="412" name="Google Shape;412;p43"/>
          <p:cNvPicPr preferRelativeResize="0"/>
          <p:nvPr/>
        </p:nvPicPr>
        <p:blipFill>
          <a:blip r:embed="rId3">
            <a:alphaModFix/>
          </a:blip>
          <a:stretch>
            <a:fillRect/>
          </a:stretch>
        </p:blipFill>
        <p:spPr>
          <a:xfrm>
            <a:off x="543925" y="152400"/>
            <a:ext cx="4677947" cy="29400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16" name="Shape 416"/>
        <p:cNvGrpSpPr/>
        <p:nvPr/>
      </p:nvGrpSpPr>
      <p:grpSpPr>
        <a:xfrm>
          <a:off x="0" y="0"/>
          <a:ext cx="0" cy="0"/>
          <a:chOff x="0" y="0"/>
          <a:chExt cx="0" cy="0"/>
        </a:xfrm>
      </p:grpSpPr>
      <p:sp>
        <p:nvSpPr>
          <p:cNvPr id="417" name="Google Shape;417;p44"/>
          <p:cNvSpPr txBox="1"/>
          <p:nvPr>
            <p:ph idx="12" type="sldNum"/>
          </p:nvPr>
        </p:nvSpPr>
        <p:spPr>
          <a:xfrm>
            <a:off x="5345557" y="3033678"/>
            <a:ext cx="130200" cy="97500"/>
          </a:xfrm>
          <a:prstGeom prst="rect">
            <a:avLst/>
          </a:prstGeom>
          <a:noFill/>
          <a:ln>
            <a:noFill/>
          </a:ln>
        </p:spPr>
        <p:txBody>
          <a:bodyPr anchorCtr="0" anchor="t" bIns="0" lIns="0" spcFirstLastPara="1" rIns="0" wrap="square" tIns="5075">
            <a:spAutoFit/>
          </a:bodyPr>
          <a:lstStyle/>
          <a:p>
            <a:pPr indent="0" lvl="0" marL="38100" rtl="0" algn="l">
              <a:lnSpc>
                <a:spcPct val="100000"/>
              </a:lnSpc>
              <a:spcBef>
                <a:spcPts val="0"/>
              </a:spcBef>
              <a:spcAft>
                <a:spcPts val="0"/>
              </a:spcAft>
              <a:buNone/>
            </a:pPr>
            <a:fld id="{00000000-1234-1234-1234-123412341234}" type="slidenum">
              <a:rPr lang="en-US"/>
              <a:t>‹#›</a:t>
            </a:fld>
            <a:endParaRPr/>
          </a:p>
        </p:txBody>
      </p:sp>
      <p:pic>
        <p:nvPicPr>
          <p:cNvPr id="418" name="Google Shape;418;p44"/>
          <p:cNvPicPr preferRelativeResize="0"/>
          <p:nvPr/>
        </p:nvPicPr>
        <p:blipFill rotWithShape="1">
          <a:blip r:embed="rId3">
            <a:alphaModFix/>
          </a:blip>
          <a:srcRect b="85105" l="0" r="0" t="0"/>
          <a:stretch/>
        </p:blipFill>
        <p:spPr>
          <a:xfrm>
            <a:off x="543925" y="152400"/>
            <a:ext cx="4677949" cy="437900"/>
          </a:xfrm>
          <a:prstGeom prst="rect">
            <a:avLst/>
          </a:prstGeom>
          <a:noFill/>
          <a:ln>
            <a:noFill/>
          </a:ln>
        </p:spPr>
      </p:pic>
      <p:sp>
        <p:nvSpPr>
          <p:cNvPr id="419" name="Google Shape;419;p44"/>
          <p:cNvSpPr txBox="1"/>
          <p:nvPr/>
        </p:nvSpPr>
        <p:spPr>
          <a:xfrm>
            <a:off x="543925" y="648975"/>
            <a:ext cx="4677900" cy="233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solidFill>
                  <a:schemeClr val="dk1"/>
                </a:solidFill>
              </a:rPr>
              <a:t>Use Precision when:</a:t>
            </a:r>
            <a:endParaRPr b="1">
              <a:solidFill>
                <a:schemeClr val="dk1"/>
              </a:solidFill>
            </a:endParaRPr>
          </a:p>
          <a:p>
            <a:pPr indent="-317500" lvl="0" marL="457200" rtl="0" algn="l">
              <a:spcBef>
                <a:spcPts val="0"/>
              </a:spcBef>
              <a:spcAft>
                <a:spcPts val="0"/>
              </a:spcAft>
              <a:buClr>
                <a:schemeClr val="dk1"/>
              </a:buClr>
              <a:buSzPts val="1400"/>
              <a:buChar char="●"/>
            </a:pPr>
            <a:r>
              <a:rPr lang="en-US" sz="1200">
                <a:solidFill>
                  <a:schemeClr val="dk1"/>
                </a:solidFill>
              </a:rPr>
              <a:t>False positives are more important to avoid.</a:t>
            </a:r>
            <a:endParaRPr sz="1200">
              <a:solidFill>
                <a:schemeClr val="dk1"/>
              </a:solidFill>
            </a:endParaRPr>
          </a:p>
          <a:p>
            <a:pPr indent="-304800" lvl="0" marL="457200" rtl="0" algn="l">
              <a:spcBef>
                <a:spcPts val="0"/>
              </a:spcBef>
              <a:spcAft>
                <a:spcPts val="0"/>
              </a:spcAft>
              <a:buClr>
                <a:schemeClr val="dk1"/>
              </a:buClr>
              <a:buSzPts val="1200"/>
              <a:buChar char="●"/>
            </a:pPr>
            <a:r>
              <a:rPr lang="en-US" sz="1200">
                <a:solidFill>
                  <a:schemeClr val="dk1"/>
                </a:solidFill>
              </a:rPr>
              <a:t>Spam Email detection</a:t>
            </a:r>
            <a:endParaRPr sz="1200">
              <a:solidFill>
                <a:schemeClr val="dk1"/>
              </a:solidFill>
            </a:endParaRPr>
          </a:p>
          <a:p>
            <a:pPr indent="-304800" lvl="0" marL="457200" rtl="0" algn="l">
              <a:spcBef>
                <a:spcPts val="0"/>
              </a:spcBef>
              <a:spcAft>
                <a:spcPts val="0"/>
              </a:spcAft>
              <a:buClr>
                <a:schemeClr val="dk1"/>
              </a:buClr>
              <a:buSzPts val="1200"/>
              <a:buChar char="●"/>
            </a:pPr>
            <a:r>
              <a:rPr lang="en-US" sz="1200">
                <a:solidFill>
                  <a:schemeClr val="dk1"/>
                </a:solidFill>
              </a:rPr>
              <a:t>You don’t want to incorrectly mark a legitimate email as spam (false positive).</a:t>
            </a:r>
            <a:endParaRPr sz="1200">
              <a:solidFill>
                <a:schemeClr val="dk1"/>
              </a:solidFill>
            </a:endParaRPr>
          </a:p>
          <a:p>
            <a:pPr indent="0" lvl="0" marL="0" rtl="0" algn="l">
              <a:spcBef>
                <a:spcPts val="0"/>
              </a:spcBef>
              <a:spcAft>
                <a:spcPts val="0"/>
              </a:spcAft>
              <a:buNone/>
            </a:pPr>
            <a:r>
              <a:t/>
            </a:r>
            <a:endParaRPr b="1" sz="1200">
              <a:solidFill>
                <a:schemeClr val="dk1"/>
              </a:solidFill>
            </a:endParaRPr>
          </a:p>
          <a:p>
            <a:pPr indent="0" lvl="0" marL="0" rtl="0" algn="l">
              <a:spcBef>
                <a:spcPts val="0"/>
              </a:spcBef>
              <a:spcAft>
                <a:spcPts val="0"/>
              </a:spcAft>
              <a:buNone/>
            </a:pPr>
            <a:r>
              <a:rPr b="1" lang="en-US">
                <a:solidFill>
                  <a:schemeClr val="dk1"/>
                </a:solidFill>
              </a:rPr>
              <a:t>Use Recall when:</a:t>
            </a:r>
            <a:endParaRPr b="1">
              <a:solidFill>
                <a:schemeClr val="dk1"/>
              </a:solidFill>
            </a:endParaRPr>
          </a:p>
          <a:p>
            <a:pPr indent="-317500" lvl="0" marL="457200" rtl="0" algn="l">
              <a:spcBef>
                <a:spcPts val="0"/>
              </a:spcBef>
              <a:spcAft>
                <a:spcPts val="0"/>
              </a:spcAft>
              <a:buClr>
                <a:schemeClr val="dk1"/>
              </a:buClr>
              <a:buSzPts val="1400"/>
              <a:buChar char="●"/>
            </a:pPr>
            <a:r>
              <a:rPr lang="en-US" sz="1200">
                <a:solidFill>
                  <a:schemeClr val="dk1"/>
                </a:solidFill>
              </a:rPr>
              <a:t>False negatives are more important to avoid.</a:t>
            </a:r>
            <a:endParaRPr sz="1200">
              <a:solidFill>
                <a:schemeClr val="dk1"/>
              </a:solidFill>
            </a:endParaRPr>
          </a:p>
          <a:p>
            <a:pPr indent="-304800" lvl="0" marL="457200" rtl="0" algn="l">
              <a:spcBef>
                <a:spcPts val="0"/>
              </a:spcBef>
              <a:spcAft>
                <a:spcPts val="0"/>
              </a:spcAft>
              <a:buClr>
                <a:schemeClr val="dk1"/>
              </a:buClr>
              <a:buSzPts val="1200"/>
              <a:buChar char="●"/>
            </a:pPr>
            <a:r>
              <a:rPr lang="en-US" sz="1200">
                <a:solidFill>
                  <a:schemeClr val="dk1"/>
                </a:solidFill>
              </a:rPr>
              <a:t>Cancer detection</a:t>
            </a:r>
            <a:endParaRPr sz="1200">
              <a:solidFill>
                <a:schemeClr val="dk1"/>
              </a:solidFill>
            </a:endParaRPr>
          </a:p>
          <a:p>
            <a:pPr indent="-304800" lvl="0" marL="457200" rtl="0" algn="l">
              <a:spcBef>
                <a:spcPts val="0"/>
              </a:spcBef>
              <a:spcAft>
                <a:spcPts val="0"/>
              </a:spcAft>
              <a:buClr>
                <a:schemeClr val="dk1"/>
              </a:buClr>
              <a:buSzPts val="1200"/>
              <a:buChar char="●"/>
            </a:pPr>
            <a:r>
              <a:rPr lang="en-US" sz="1200">
                <a:solidFill>
                  <a:schemeClr val="dk1"/>
                </a:solidFill>
              </a:rPr>
              <a:t>Missing a cancer case (false negative) is worse than incorrectly flagging someone who doesn't have it.</a:t>
            </a:r>
            <a:endParaRPr sz="1200">
              <a:solidFill>
                <a:schemeClr val="dk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23" name="Shape 423"/>
        <p:cNvGrpSpPr/>
        <p:nvPr/>
      </p:nvGrpSpPr>
      <p:grpSpPr>
        <a:xfrm>
          <a:off x="0" y="0"/>
          <a:ext cx="0" cy="0"/>
          <a:chOff x="0" y="0"/>
          <a:chExt cx="0" cy="0"/>
        </a:xfrm>
      </p:grpSpPr>
      <p:sp>
        <p:nvSpPr>
          <p:cNvPr id="424" name="Google Shape;424;p45"/>
          <p:cNvSpPr txBox="1"/>
          <p:nvPr>
            <p:ph idx="12" type="sldNum"/>
          </p:nvPr>
        </p:nvSpPr>
        <p:spPr>
          <a:xfrm>
            <a:off x="5345557" y="3033678"/>
            <a:ext cx="130200" cy="97500"/>
          </a:xfrm>
          <a:prstGeom prst="rect">
            <a:avLst/>
          </a:prstGeom>
          <a:noFill/>
          <a:ln>
            <a:noFill/>
          </a:ln>
        </p:spPr>
        <p:txBody>
          <a:bodyPr anchorCtr="0" anchor="t" bIns="0" lIns="0" spcFirstLastPara="1" rIns="0" wrap="square" tIns="5075">
            <a:spAutoFit/>
          </a:bodyPr>
          <a:lstStyle/>
          <a:p>
            <a:pPr indent="0" lvl="0" marL="38100" rtl="0" algn="l">
              <a:lnSpc>
                <a:spcPct val="100000"/>
              </a:lnSpc>
              <a:spcBef>
                <a:spcPts val="0"/>
              </a:spcBef>
              <a:spcAft>
                <a:spcPts val="0"/>
              </a:spcAft>
              <a:buNone/>
            </a:pPr>
            <a:fld id="{00000000-1234-1234-1234-123412341234}" type="slidenum">
              <a:rPr lang="en-US"/>
              <a:t>‹#›</a:t>
            </a:fld>
            <a:endParaRPr/>
          </a:p>
        </p:txBody>
      </p:sp>
      <p:pic>
        <p:nvPicPr>
          <p:cNvPr id="425" name="Google Shape;425;p45"/>
          <p:cNvPicPr preferRelativeResize="0"/>
          <p:nvPr/>
        </p:nvPicPr>
        <p:blipFill>
          <a:blip r:embed="rId3">
            <a:alphaModFix/>
          </a:blip>
          <a:stretch>
            <a:fillRect/>
          </a:stretch>
        </p:blipFill>
        <p:spPr>
          <a:xfrm>
            <a:off x="603625" y="152400"/>
            <a:ext cx="4558541" cy="29400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29" name="Shape 429"/>
        <p:cNvGrpSpPr/>
        <p:nvPr/>
      </p:nvGrpSpPr>
      <p:grpSpPr>
        <a:xfrm>
          <a:off x="0" y="0"/>
          <a:ext cx="0" cy="0"/>
          <a:chOff x="0" y="0"/>
          <a:chExt cx="0" cy="0"/>
        </a:xfrm>
      </p:grpSpPr>
      <p:sp>
        <p:nvSpPr>
          <p:cNvPr id="430" name="Google Shape;430;p46"/>
          <p:cNvSpPr txBox="1"/>
          <p:nvPr>
            <p:ph idx="12" type="sldNum"/>
          </p:nvPr>
        </p:nvSpPr>
        <p:spPr>
          <a:xfrm>
            <a:off x="5345557" y="3033678"/>
            <a:ext cx="130200" cy="97500"/>
          </a:xfrm>
          <a:prstGeom prst="rect">
            <a:avLst/>
          </a:prstGeom>
          <a:noFill/>
          <a:ln>
            <a:noFill/>
          </a:ln>
        </p:spPr>
        <p:txBody>
          <a:bodyPr anchorCtr="0" anchor="t" bIns="0" lIns="0" spcFirstLastPara="1" rIns="0" wrap="square" tIns="5075">
            <a:spAutoFit/>
          </a:bodyPr>
          <a:lstStyle/>
          <a:p>
            <a:pPr indent="0" lvl="0" marL="38100" rtl="0" algn="l">
              <a:lnSpc>
                <a:spcPct val="100000"/>
              </a:lnSpc>
              <a:spcBef>
                <a:spcPts val="0"/>
              </a:spcBef>
              <a:spcAft>
                <a:spcPts val="0"/>
              </a:spcAft>
              <a:buNone/>
            </a:pPr>
            <a:fld id="{00000000-1234-1234-1234-123412341234}" type="slidenum">
              <a:rPr lang="en-US"/>
              <a:t>‹#›</a:t>
            </a:fld>
            <a:endParaRPr/>
          </a:p>
        </p:txBody>
      </p:sp>
      <p:pic>
        <p:nvPicPr>
          <p:cNvPr id="431" name="Google Shape;431;p46"/>
          <p:cNvPicPr preferRelativeResize="0"/>
          <p:nvPr/>
        </p:nvPicPr>
        <p:blipFill>
          <a:blip r:embed="rId3">
            <a:alphaModFix/>
          </a:blip>
          <a:stretch>
            <a:fillRect/>
          </a:stretch>
        </p:blipFill>
        <p:spPr>
          <a:xfrm>
            <a:off x="625813" y="93625"/>
            <a:ext cx="4514185" cy="294005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