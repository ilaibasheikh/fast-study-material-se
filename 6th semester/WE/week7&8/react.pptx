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00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3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9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66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1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43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12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1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52761-CBC0-4AA8-AEC4-5C96C5823E16}" type="datetimeFigureOut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8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52761-CBC0-4AA8-AEC4-5C96C5823E16}" type="datetimeFigureOut">
              <a:rPr lang="en-US" smtClean="0"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CD6BF-6F4A-4359-AC6F-DD3BEAE9E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09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278138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341245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4653"/>
          </a:xfrm>
        </p:spPr>
      </p:pic>
    </p:spTree>
    <p:extLst>
      <p:ext uri="{BB962C8B-B14F-4D97-AF65-F5344CB8AC3E}">
        <p14:creationId xmlns:p14="http://schemas.microsoft.com/office/powerpoint/2010/main" val="34408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53" cy="6858000"/>
          </a:xfrm>
        </p:spPr>
      </p:pic>
    </p:spTree>
    <p:extLst>
      <p:ext uri="{BB962C8B-B14F-4D97-AF65-F5344CB8AC3E}">
        <p14:creationId xmlns:p14="http://schemas.microsoft.com/office/powerpoint/2010/main" val="3109701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Fatmi</dc:creator>
  <cp:lastModifiedBy>Fatmi</cp:lastModifiedBy>
  <cp:revision>1</cp:revision>
  <dcterms:created xsi:type="dcterms:W3CDTF">2024-09-09T19:00:13Z</dcterms:created>
  <dcterms:modified xsi:type="dcterms:W3CDTF">2024-09-09T19:00:25Z</dcterms:modified>
</cp:coreProperties>
</file>