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sldIdLst>
    <p:sldId id="256" r:id="rId2"/>
    <p:sldId id="339" r:id="rId3"/>
    <p:sldId id="341" r:id="rId4"/>
    <p:sldId id="342" r:id="rId5"/>
    <p:sldId id="351" r:id="rId6"/>
    <p:sldId id="343" r:id="rId7"/>
    <p:sldId id="344" r:id="rId8"/>
    <p:sldId id="345" r:id="rId9"/>
    <p:sldId id="346" r:id="rId10"/>
    <p:sldId id="352" r:id="rId11"/>
    <p:sldId id="347" r:id="rId12"/>
    <p:sldId id="348" r:id="rId13"/>
    <p:sldId id="349" r:id="rId14"/>
    <p:sldId id="350" r:id="rId15"/>
    <p:sldId id="354" r:id="rId16"/>
    <p:sldId id="355" r:id="rId17"/>
    <p:sldId id="356" r:id="rId18"/>
    <p:sldId id="357" r:id="rId19"/>
    <p:sldId id="358" r:id="rId20"/>
    <p:sldId id="359"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45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B3ABEC8-FE94-48C4-906D-C8190CA07A46}" v="3" dt="2024-10-22T08:26:56.249"/>
    <p1510:client id="{BD6D487F-1D2B-49DF-996A-E34A551332BA}" v="2" dt="2024-10-21T16:09:19.01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41" autoAdjust="0"/>
    <p:restoredTop sz="96283" autoAdjust="0"/>
  </p:normalViewPr>
  <p:slideViewPr>
    <p:cSldViewPr snapToGrid="0">
      <p:cViewPr varScale="1">
        <p:scale>
          <a:sx n="100" d="100"/>
          <a:sy n="100" d="100"/>
        </p:scale>
        <p:origin x="78" y="2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 Alina Arshad" userId="cccdfd85-d35d-4453-9c6f-a463aae40722" providerId="ADAL" clId="{9A8D5D83-33E5-4CEE-8357-E82B508215CD}"/>
    <pc:docChg chg="undo custSel addSld delSld modSld">
      <pc:chgData name="Ms Alina Arshad" userId="cccdfd85-d35d-4453-9c6f-a463aae40722" providerId="ADAL" clId="{9A8D5D83-33E5-4CEE-8357-E82B508215CD}" dt="2024-10-15T13:06:59.573" v="504" actId="47"/>
      <pc:docMkLst>
        <pc:docMk/>
      </pc:docMkLst>
      <pc:sldChg chg="modSp add del mod">
        <pc:chgData name="Ms Alina Arshad" userId="cccdfd85-d35d-4453-9c6f-a463aae40722" providerId="ADAL" clId="{9A8D5D83-33E5-4CEE-8357-E82B508215CD}" dt="2024-10-12T09:34:30.546" v="78" actId="20577"/>
        <pc:sldMkLst>
          <pc:docMk/>
          <pc:sldMk cId="3322361034" sldId="256"/>
        </pc:sldMkLst>
        <pc:spChg chg="mod">
          <ac:chgData name="Ms Alina Arshad" userId="cccdfd85-d35d-4453-9c6f-a463aae40722" providerId="ADAL" clId="{9A8D5D83-33E5-4CEE-8357-E82B508215CD}" dt="2024-10-12T09:34:30.546" v="78" actId="20577"/>
          <ac:spMkLst>
            <pc:docMk/>
            <pc:sldMk cId="3322361034" sldId="256"/>
            <ac:spMk id="3" creationId="{44E9F82C-BBA7-3495-1097-BEDB54FFFDF4}"/>
          </ac:spMkLst>
        </pc:spChg>
      </pc:sldChg>
      <pc:sldChg chg="delSp modSp add del mod">
        <pc:chgData name="Ms Alina Arshad" userId="cccdfd85-d35d-4453-9c6f-a463aae40722" providerId="ADAL" clId="{9A8D5D83-33E5-4CEE-8357-E82B508215CD}" dt="2024-10-12T09:34:35.723" v="79" actId="47"/>
        <pc:sldMkLst>
          <pc:docMk/>
          <pc:sldMk cId="2348086917" sldId="257"/>
        </pc:sldMkLst>
        <pc:spChg chg="del mod">
          <ac:chgData name="Ms Alina Arshad" userId="cccdfd85-d35d-4453-9c6f-a463aae40722" providerId="ADAL" clId="{9A8D5D83-33E5-4CEE-8357-E82B508215CD}" dt="2024-10-12T09:34:07.866" v="57" actId="478"/>
          <ac:spMkLst>
            <pc:docMk/>
            <pc:sldMk cId="2348086917" sldId="257"/>
            <ac:spMk id="2" creationId="{00000000-0000-0000-0000-000000000000}"/>
          </ac:spMkLst>
        </pc:spChg>
        <pc:spChg chg="mod">
          <ac:chgData name="Ms Alina Arshad" userId="cccdfd85-d35d-4453-9c6f-a463aae40722" providerId="ADAL" clId="{9A8D5D83-33E5-4CEE-8357-E82B508215CD}" dt="2024-10-12T09:34:12.302" v="58" actId="207"/>
          <ac:spMkLst>
            <pc:docMk/>
            <pc:sldMk cId="2348086917" sldId="257"/>
            <ac:spMk id="5" creationId="{00000000-0000-0000-0000-000000000000}"/>
          </ac:spMkLst>
        </pc:spChg>
      </pc:sldChg>
      <pc:sldChg chg="delSp modSp add mod">
        <pc:chgData name="Ms Alina Arshad" userId="cccdfd85-d35d-4453-9c6f-a463aae40722" providerId="ADAL" clId="{9A8D5D83-33E5-4CEE-8357-E82B508215CD}" dt="2024-10-12T09:35:07.834" v="87" actId="1076"/>
        <pc:sldMkLst>
          <pc:docMk/>
          <pc:sldMk cId="987785057" sldId="258"/>
        </pc:sldMkLst>
        <pc:spChg chg="del">
          <ac:chgData name="Ms Alina Arshad" userId="cccdfd85-d35d-4453-9c6f-a463aae40722" providerId="ADAL" clId="{9A8D5D83-33E5-4CEE-8357-E82B508215CD}" dt="2024-10-12T09:34:42.887" v="80" actId="478"/>
          <ac:spMkLst>
            <pc:docMk/>
            <pc:sldMk cId="987785057" sldId="258"/>
            <ac:spMk id="2" creationId="{00000000-0000-0000-0000-000000000000}"/>
          </ac:spMkLst>
        </pc:spChg>
        <pc:spChg chg="del">
          <ac:chgData name="Ms Alina Arshad" userId="cccdfd85-d35d-4453-9c6f-a463aae40722" providerId="ADAL" clId="{9A8D5D83-33E5-4CEE-8357-E82B508215CD}" dt="2024-10-12T09:34:44.599" v="81" actId="478"/>
          <ac:spMkLst>
            <pc:docMk/>
            <pc:sldMk cId="987785057" sldId="258"/>
            <ac:spMk id="5" creationId="{00000000-0000-0000-0000-000000000000}"/>
          </ac:spMkLst>
        </pc:spChg>
        <pc:spChg chg="mod">
          <ac:chgData name="Ms Alina Arshad" userId="cccdfd85-d35d-4453-9c6f-a463aae40722" providerId="ADAL" clId="{9A8D5D83-33E5-4CEE-8357-E82B508215CD}" dt="2024-10-12T09:34:52.017" v="83" actId="113"/>
          <ac:spMkLst>
            <pc:docMk/>
            <pc:sldMk cId="987785057" sldId="258"/>
            <ac:spMk id="107522" creationId="{00000000-0000-0000-0000-000000000000}"/>
          </ac:spMkLst>
        </pc:spChg>
        <pc:spChg chg="mod">
          <ac:chgData name="Ms Alina Arshad" userId="cccdfd85-d35d-4453-9c6f-a463aae40722" providerId="ADAL" clId="{9A8D5D83-33E5-4CEE-8357-E82B508215CD}" dt="2024-10-12T09:35:07.834" v="87" actId="1076"/>
          <ac:spMkLst>
            <pc:docMk/>
            <pc:sldMk cId="987785057" sldId="258"/>
            <ac:spMk id="107523" creationId="{00000000-0000-0000-0000-000000000000}"/>
          </ac:spMkLst>
        </pc:spChg>
      </pc:sldChg>
      <pc:sldChg chg="del">
        <pc:chgData name="Ms Alina Arshad" userId="cccdfd85-d35d-4453-9c6f-a463aae40722" providerId="ADAL" clId="{9A8D5D83-33E5-4CEE-8357-E82B508215CD}" dt="2024-10-12T09:33:39.856" v="8" actId="47"/>
        <pc:sldMkLst>
          <pc:docMk/>
          <pc:sldMk cId="1325985888" sldId="279"/>
        </pc:sldMkLst>
      </pc:sldChg>
      <pc:sldChg chg="add del">
        <pc:chgData name="Ms Alina Arshad" userId="cccdfd85-d35d-4453-9c6f-a463aae40722" providerId="ADAL" clId="{9A8D5D83-33E5-4CEE-8357-E82B508215CD}" dt="2024-10-15T13:06:59.573" v="504" actId="47"/>
        <pc:sldMkLst>
          <pc:docMk/>
          <pc:sldMk cId="1032267902" sldId="313"/>
        </pc:sldMkLst>
      </pc:sldChg>
      <pc:sldChg chg="delSp modSp add mod">
        <pc:chgData name="Ms Alina Arshad" userId="cccdfd85-d35d-4453-9c6f-a463aae40722" providerId="ADAL" clId="{9A8D5D83-33E5-4CEE-8357-E82B508215CD}" dt="2024-10-15T12:13:59.402" v="216" actId="12"/>
        <pc:sldMkLst>
          <pc:docMk/>
          <pc:sldMk cId="3777174035" sldId="314"/>
        </pc:sldMkLst>
        <pc:spChg chg="mod">
          <ac:chgData name="Ms Alina Arshad" userId="cccdfd85-d35d-4453-9c6f-a463aae40722" providerId="ADAL" clId="{9A8D5D83-33E5-4CEE-8357-E82B508215CD}" dt="2024-10-15T12:13:44.792" v="215" actId="207"/>
          <ac:spMkLst>
            <pc:docMk/>
            <pc:sldMk cId="3777174035" sldId="314"/>
            <ac:spMk id="2" creationId="{00000000-0000-0000-0000-000000000000}"/>
          </ac:spMkLst>
        </pc:spChg>
        <pc:spChg chg="mod">
          <ac:chgData name="Ms Alina Arshad" userId="cccdfd85-d35d-4453-9c6f-a463aae40722" providerId="ADAL" clId="{9A8D5D83-33E5-4CEE-8357-E82B508215CD}" dt="2024-10-15T12:13:59.402" v="216" actId="12"/>
          <ac:spMkLst>
            <pc:docMk/>
            <pc:sldMk cId="3777174035" sldId="314"/>
            <ac:spMk id="3" creationId="{00000000-0000-0000-0000-000000000000}"/>
          </ac:spMkLst>
        </pc:spChg>
        <pc:spChg chg="del">
          <ac:chgData name="Ms Alina Arshad" userId="cccdfd85-d35d-4453-9c6f-a463aae40722" providerId="ADAL" clId="{9A8D5D83-33E5-4CEE-8357-E82B508215CD}" dt="2024-10-12T09:35:52.564" v="100" actId="478"/>
          <ac:spMkLst>
            <pc:docMk/>
            <pc:sldMk cId="3777174035" sldId="314"/>
            <ac:spMk id="4" creationId="{00000000-0000-0000-0000-000000000000}"/>
          </ac:spMkLst>
        </pc:spChg>
        <pc:spChg chg="del">
          <ac:chgData name="Ms Alina Arshad" userId="cccdfd85-d35d-4453-9c6f-a463aae40722" providerId="ADAL" clId="{9A8D5D83-33E5-4CEE-8357-E82B508215CD}" dt="2024-10-12T09:35:54.612" v="101" actId="478"/>
          <ac:spMkLst>
            <pc:docMk/>
            <pc:sldMk cId="3777174035" sldId="314"/>
            <ac:spMk id="5" creationId="{00000000-0000-0000-0000-000000000000}"/>
          </ac:spMkLst>
        </pc:spChg>
        <pc:picChg chg="mod">
          <ac:chgData name="Ms Alina Arshad" userId="cccdfd85-d35d-4453-9c6f-a463aae40722" providerId="ADAL" clId="{9A8D5D83-33E5-4CEE-8357-E82B508215CD}" dt="2024-10-12T09:36:03.583" v="104" actId="1076"/>
          <ac:picMkLst>
            <pc:docMk/>
            <pc:sldMk cId="3777174035" sldId="314"/>
            <ac:picMk id="6" creationId="{00000000-0000-0000-0000-000000000000}"/>
          </ac:picMkLst>
        </pc:picChg>
      </pc:sldChg>
      <pc:sldChg chg="delSp modSp add mod">
        <pc:chgData name="Ms Alina Arshad" userId="cccdfd85-d35d-4453-9c6f-a463aae40722" providerId="ADAL" clId="{9A8D5D83-33E5-4CEE-8357-E82B508215CD}" dt="2024-10-15T12:14:23.035" v="219" actId="207"/>
        <pc:sldMkLst>
          <pc:docMk/>
          <pc:sldMk cId="4181556699" sldId="315"/>
        </pc:sldMkLst>
        <pc:spChg chg="mod">
          <ac:chgData name="Ms Alina Arshad" userId="cccdfd85-d35d-4453-9c6f-a463aae40722" providerId="ADAL" clId="{9A8D5D83-33E5-4CEE-8357-E82B508215CD}" dt="2024-10-15T12:14:23.035" v="219" actId="207"/>
          <ac:spMkLst>
            <pc:docMk/>
            <pc:sldMk cId="4181556699" sldId="315"/>
            <ac:spMk id="2" creationId="{00000000-0000-0000-0000-000000000000}"/>
          </ac:spMkLst>
        </pc:spChg>
        <pc:spChg chg="mod">
          <ac:chgData name="Ms Alina Arshad" userId="cccdfd85-d35d-4453-9c6f-a463aae40722" providerId="ADAL" clId="{9A8D5D83-33E5-4CEE-8357-E82B508215CD}" dt="2024-10-12T09:36:25.741" v="114" actId="12"/>
          <ac:spMkLst>
            <pc:docMk/>
            <pc:sldMk cId="4181556699" sldId="315"/>
            <ac:spMk id="3" creationId="{00000000-0000-0000-0000-000000000000}"/>
          </ac:spMkLst>
        </pc:spChg>
        <pc:spChg chg="del">
          <ac:chgData name="Ms Alina Arshad" userId="cccdfd85-d35d-4453-9c6f-a463aae40722" providerId="ADAL" clId="{9A8D5D83-33E5-4CEE-8357-E82B508215CD}" dt="2024-10-12T09:36:13.524" v="108" actId="478"/>
          <ac:spMkLst>
            <pc:docMk/>
            <pc:sldMk cId="4181556699" sldId="315"/>
            <ac:spMk id="4" creationId="{00000000-0000-0000-0000-000000000000}"/>
          </ac:spMkLst>
        </pc:spChg>
        <pc:spChg chg="del mod">
          <ac:chgData name="Ms Alina Arshad" userId="cccdfd85-d35d-4453-9c6f-a463aae40722" providerId="ADAL" clId="{9A8D5D83-33E5-4CEE-8357-E82B508215CD}" dt="2024-10-12T09:36:18.727" v="112" actId="478"/>
          <ac:spMkLst>
            <pc:docMk/>
            <pc:sldMk cId="4181556699" sldId="315"/>
            <ac:spMk id="5" creationId="{00000000-0000-0000-0000-000000000000}"/>
          </ac:spMkLst>
        </pc:spChg>
      </pc:sldChg>
      <pc:sldChg chg="delSp modSp add mod">
        <pc:chgData name="Ms Alina Arshad" userId="cccdfd85-d35d-4453-9c6f-a463aae40722" providerId="ADAL" clId="{9A8D5D83-33E5-4CEE-8357-E82B508215CD}" dt="2024-10-12T09:36:43.549" v="118" actId="113"/>
        <pc:sldMkLst>
          <pc:docMk/>
          <pc:sldMk cId="1268528167" sldId="316"/>
        </pc:sldMkLst>
        <pc:spChg chg="mod">
          <ac:chgData name="Ms Alina Arshad" userId="cccdfd85-d35d-4453-9c6f-a463aae40722" providerId="ADAL" clId="{9A8D5D83-33E5-4CEE-8357-E82B508215CD}" dt="2024-10-12T09:36:43.549" v="118" actId="113"/>
          <ac:spMkLst>
            <pc:docMk/>
            <pc:sldMk cId="1268528167" sldId="316"/>
            <ac:spMk id="2" creationId="{00000000-0000-0000-0000-000000000000}"/>
          </ac:spMkLst>
        </pc:spChg>
        <pc:spChg chg="mod">
          <ac:chgData name="Ms Alina Arshad" userId="cccdfd85-d35d-4453-9c6f-a463aae40722" providerId="ADAL" clId="{9A8D5D83-33E5-4CEE-8357-E82B508215CD}" dt="2024-10-12T09:36:40.496" v="117" actId="207"/>
          <ac:spMkLst>
            <pc:docMk/>
            <pc:sldMk cId="1268528167" sldId="316"/>
            <ac:spMk id="3" creationId="{00000000-0000-0000-0000-000000000000}"/>
          </ac:spMkLst>
        </pc:spChg>
        <pc:spChg chg="del">
          <ac:chgData name="Ms Alina Arshad" userId="cccdfd85-d35d-4453-9c6f-a463aae40722" providerId="ADAL" clId="{9A8D5D83-33E5-4CEE-8357-E82B508215CD}" dt="2024-10-12T09:36:33.872" v="115" actId="478"/>
          <ac:spMkLst>
            <pc:docMk/>
            <pc:sldMk cId="1268528167" sldId="316"/>
            <ac:spMk id="4" creationId="{00000000-0000-0000-0000-000000000000}"/>
          </ac:spMkLst>
        </pc:spChg>
        <pc:spChg chg="del">
          <ac:chgData name="Ms Alina Arshad" userId="cccdfd85-d35d-4453-9c6f-a463aae40722" providerId="ADAL" clId="{9A8D5D83-33E5-4CEE-8357-E82B508215CD}" dt="2024-10-12T09:36:36.044" v="116" actId="478"/>
          <ac:spMkLst>
            <pc:docMk/>
            <pc:sldMk cId="1268528167" sldId="316"/>
            <ac:spMk id="5" creationId="{00000000-0000-0000-0000-000000000000}"/>
          </ac:spMkLst>
        </pc:spChg>
      </pc:sldChg>
      <pc:sldChg chg="delSp modSp add mod modAnim">
        <pc:chgData name="Ms Alina Arshad" userId="cccdfd85-d35d-4453-9c6f-a463aae40722" providerId="ADAL" clId="{9A8D5D83-33E5-4CEE-8357-E82B508215CD}" dt="2024-10-15T12:38:10.005" v="254" actId="20577"/>
        <pc:sldMkLst>
          <pc:docMk/>
          <pc:sldMk cId="2565091885" sldId="317"/>
        </pc:sldMkLst>
        <pc:spChg chg="mod">
          <ac:chgData name="Ms Alina Arshad" userId="cccdfd85-d35d-4453-9c6f-a463aae40722" providerId="ADAL" clId="{9A8D5D83-33E5-4CEE-8357-E82B508215CD}" dt="2024-10-12T09:36:51.499" v="121" actId="14100"/>
          <ac:spMkLst>
            <pc:docMk/>
            <pc:sldMk cId="2565091885" sldId="317"/>
            <ac:spMk id="2" creationId="{00000000-0000-0000-0000-000000000000}"/>
          </ac:spMkLst>
        </pc:spChg>
        <pc:spChg chg="mod">
          <ac:chgData name="Ms Alina Arshad" userId="cccdfd85-d35d-4453-9c6f-a463aae40722" providerId="ADAL" clId="{9A8D5D83-33E5-4CEE-8357-E82B508215CD}" dt="2024-10-15T12:38:10.005" v="254" actId="20577"/>
          <ac:spMkLst>
            <pc:docMk/>
            <pc:sldMk cId="2565091885" sldId="317"/>
            <ac:spMk id="3" creationId="{00000000-0000-0000-0000-000000000000}"/>
          </ac:spMkLst>
        </pc:spChg>
        <pc:spChg chg="del">
          <ac:chgData name="Ms Alina Arshad" userId="cccdfd85-d35d-4453-9c6f-a463aae40722" providerId="ADAL" clId="{9A8D5D83-33E5-4CEE-8357-E82B508215CD}" dt="2024-10-12T09:37:32.238" v="139" actId="478"/>
          <ac:spMkLst>
            <pc:docMk/>
            <pc:sldMk cId="2565091885" sldId="317"/>
            <ac:spMk id="4" creationId="{00000000-0000-0000-0000-000000000000}"/>
          </ac:spMkLst>
        </pc:spChg>
        <pc:spChg chg="del">
          <ac:chgData name="Ms Alina Arshad" userId="cccdfd85-d35d-4453-9c6f-a463aae40722" providerId="ADAL" clId="{9A8D5D83-33E5-4CEE-8357-E82B508215CD}" dt="2024-10-12T09:37:34.863" v="140" actId="478"/>
          <ac:spMkLst>
            <pc:docMk/>
            <pc:sldMk cId="2565091885" sldId="317"/>
            <ac:spMk id="5" creationId="{00000000-0000-0000-0000-000000000000}"/>
          </ac:spMkLst>
        </pc:spChg>
      </pc:sldChg>
      <pc:sldChg chg="delSp modSp add mod">
        <pc:chgData name="Ms Alina Arshad" userId="cccdfd85-d35d-4453-9c6f-a463aae40722" providerId="ADAL" clId="{9A8D5D83-33E5-4CEE-8357-E82B508215CD}" dt="2024-10-15T12:38:46.303" v="262"/>
        <pc:sldMkLst>
          <pc:docMk/>
          <pc:sldMk cId="3888176007" sldId="318"/>
        </pc:sldMkLst>
        <pc:spChg chg="mod">
          <ac:chgData name="Ms Alina Arshad" userId="cccdfd85-d35d-4453-9c6f-a463aae40722" providerId="ADAL" clId="{9A8D5D83-33E5-4CEE-8357-E82B508215CD}" dt="2024-10-12T09:37:46.333" v="142" actId="113"/>
          <ac:spMkLst>
            <pc:docMk/>
            <pc:sldMk cId="3888176007" sldId="318"/>
            <ac:spMk id="2" creationId="{00000000-0000-0000-0000-000000000000}"/>
          </ac:spMkLst>
        </pc:spChg>
        <pc:spChg chg="mod">
          <ac:chgData name="Ms Alina Arshad" userId="cccdfd85-d35d-4453-9c6f-a463aae40722" providerId="ADAL" clId="{9A8D5D83-33E5-4CEE-8357-E82B508215CD}" dt="2024-10-15T12:38:46.303" v="262"/>
          <ac:spMkLst>
            <pc:docMk/>
            <pc:sldMk cId="3888176007" sldId="318"/>
            <ac:spMk id="3" creationId="{00000000-0000-0000-0000-000000000000}"/>
          </ac:spMkLst>
        </pc:spChg>
        <pc:spChg chg="del">
          <ac:chgData name="Ms Alina Arshad" userId="cccdfd85-d35d-4453-9c6f-a463aae40722" providerId="ADAL" clId="{9A8D5D83-33E5-4CEE-8357-E82B508215CD}" dt="2024-10-12T09:38:01.349" v="146" actId="478"/>
          <ac:spMkLst>
            <pc:docMk/>
            <pc:sldMk cId="3888176007" sldId="318"/>
            <ac:spMk id="4" creationId="{00000000-0000-0000-0000-000000000000}"/>
          </ac:spMkLst>
        </pc:spChg>
        <pc:spChg chg="del">
          <ac:chgData name="Ms Alina Arshad" userId="cccdfd85-d35d-4453-9c6f-a463aae40722" providerId="ADAL" clId="{9A8D5D83-33E5-4CEE-8357-E82B508215CD}" dt="2024-10-12T09:38:03.298" v="147" actId="478"/>
          <ac:spMkLst>
            <pc:docMk/>
            <pc:sldMk cId="3888176007" sldId="318"/>
            <ac:spMk id="5" creationId="{00000000-0000-0000-0000-000000000000}"/>
          </ac:spMkLst>
        </pc:spChg>
      </pc:sldChg>
      <pc:sldChg chg="delSp modSp add mod">
        <pc:chgData name="Ms Alina Arshad" userId="cccdfd85-d35d-4453-9c6f-a463aae40722" providerId="ADAL" clId="{9A8D5D83-33E5-4CEE-8357-E82B508215CD}" dt="2024-10-15T12:40:41.122" v="311" actId="14100"/>
        <pc:sldMkLst>
          <pc:docMk/>
          <pc:sldMk cId="3310025659" sldId="319"/>
        </pc:sldMkLst>
        <pc:spChg chg="mod">
          <ac:chgData name="Ms Alina Arshad" userId="cccdfd85-d35d-4453-9c6f-a463aae40722" providerId="ADAL" clId="{9A8D5D83-33E5-4CEE-8357-E82B508215CD}" dt="2024-10-12T09:38:11.636" v="149" actId="113"/>
          <ac:spMkLst>
            <pc:docMk/>
            <pc:sldMk cId="3310025659" sldId="319"/>
            <ac:spMk id="2" creationId="{00000000-0000-0000-0000-000000000000}"/>
          </ac:spMkLst>
        </pc:spChg>
        <pc:spChg chg="mod">
          <ac:chgData name="Ms Alina Arshad" userId="cccdfd85-d35d-4453-9c6f-a463aae40722" providerId="ADAL" clId="{9A8D5D83-33E5-4CEE-8357-E82B508215CD}" dt="2024-10-15T12:40:22.924" v="306" actId="313"/>
          <ac:spMkLst>
            <pc:docMk/>
            <pc:sldMk cId="3310025659" sldId="319"/>
            <ac:spMk id="3" creationId="{00000000-0000-0000-0000-000000000000}"/>
          </ac:spMkLst>
        </pc:spChg>
        <pc:spChg chg="del">
          <ac:chgData name="Ms Alina Arshad" userId="cccdfd85-d35d-4453-9c6f-a463aae40722" providerId="ADAL" clId="{9A8D5D83-33E5-4CEE-8357-E82B508215CD}" dt="2024-10-12T09:38:26.777" v="151" actId="478"/>
          <ac:spMkLst>
            <pc:docMk/>
            <pc:sldMk cId="3310025659" sldId="319"/>
            <ac:spMk id="4" creationId="{00000000-0000-0000-0000-000000000000}"/>
          </ac:spMkLst>
        </pc:spChg>
        <pc:spChg chg="del">
          <ac:chgData name="Ms Alina Arshad" userId="cccdfd85-d35d-4453-9c6f-a463aae40722" providerId="ADAL" clId="{9A8D5D83-33E5-4CEE-8357-E82B508215CD}" dt="2024-10-12T09:38:30.524" v="152" actId="478"/>
          <ac:spMkLst>
            <pc:docMk/>
            <pc:sldMk cId="3310025659" sldId="319"/>
            <ac:spMk id="5" creationId="{00000000-0000-0000-0000-000000000000}"/>
          </ac:spMkLst>
        </pc:spChg>
        <pc:picChg chg="mod">
          <ac:chgData name="Ms Alina Arshad" userId="cccdfd85-d35d-4453-9c6f-a463aae40722" providerId="ADAL" clId="{9A8D5D83-33E5-4CEE-8357-E82B508215CD}" dt="2024-10-15T12:39:52.680" v="275" actId="1076"/>
          <ac:picMkLst>
            <pc:docMk/>
            <pc:sldMk cId="3310025659" sldId="319"/>
            <ac:picMk id="6" creationId="{00000000-0000-0000-0000-000000000000}"/>
          </ac:picMkLst>
        </pc:picChg>
        <pc:picChg chg="mod">
          <ac:chgData name="Ms Alina Arshad" userId="cccdfd85-d35d-4453-9c6f-a463aae40722" providerId="ADAL" clId="{9A8D5D83-33E5-4CEE-8357-E82B508215CD}" dt="2024-10-15T12:40:41.122" v="311" actId="14100"/>
          <ac:picMkLst>
            <pc:docMk/>
            <pc:sldMk cId="3310025659" sldId="319"/>
            <ac:picMk id="7" creationId="{00000000-0000-0000-0000-000000000000}"/>
          </ac:picMkLst>
        </pc:picChg>
      </pc:sldChg>
      <pc:sldChg chg="delSp modSp add mod">
        <pc:chgData name="Ms Alina Arshad" userId="cccdfd85-d35d-4453-9c6f-a463aae40722" providerId="ADAL" clId="{9A8D5D83-33E5-4CEE-8357-E82B508215CD}" dt="2024-10-12T09:39:02.419" v="163" actId="478"/>
        <pc:sldMkLst>
          <pc:docMk/>
          <pc:sldMk cId="339546399" sldId="320"/>
        </pc:sldMkLst>
        <pc:spChg chg="mod">
          <ac:chgData name="Ms Alina Arshad" userId="cccdfd85-d35d-4453-9c6f-a463aae40722" providerId="ADAL" clId="{9A8D5D83-33E5-4CEE-8357-E82B508215CD}" dt="2024-10-12T09:38:54.065" v="160" actId="113"/>
          <ac:spMkLst>
            <pc:docMk/>
            <pc:sldMk cId="339546399" sldId="320"/>
            <ac:spMk id="2" creationId="{00000000-0000-0000-0000-000000000000}"/>
          </ac:spMkLst>
        </pc:spChg>
        <pc:spChg chg="mod">
          <ac:chgData name="Ms Alina Arshad" userId="cccdfd85-d35d-4453-9c6f-a463aae40722" providerId="ADAL" clId="{9A8D5D83-33E5-4CEE-8357-E82B508215CD}" dt="2024-10-12T09:38:58.052" v="161" actId="207"/>
          <ac:spMkLst>
            <pc:docMk/>
            <pc:sldMk cId="339546399" sldId="320"/>
            <ac:spMk id="3" creationId="{00000000-0000-0000-0000-000000000000}"/>
          </ac:spMkLst>
        </pc:spChg>
        <pc:spChg chg="del">
          <ac:chgData name="Ms Alina Arshad" userId="cccdfd85-d35d-4453-9c6f-a463aae40722" providerId="ADAL" clId="{9A8D5D83-33E5-4CEE-8357-E82B508215CD}" dt="2024-10-12T09:39:00.370" v="162" actId="478"/>
          <ac:spMkLst>
            <pc:docMk/>
            <pc:sldMk cId="339546399" sldId="320"/>
            <ac:spMk id="4" creationId="{00000000-0000-0000-0000-000000000000}"/>
          </ac:spMkLst>
        </pc:spChg>
        <pc:spChg chg="del">
          <ac:chgData name="Ms Alina Arshad" userId="cccdfd85-d35d-4453-9c6f-a463aae40722" providerId="ADAL" clId="{9A8D5D83-33E5-4CEE-8357-E82B508215CD}" dt="2024-10-12T09:39:02.419" v="163" actId="478"/>
          <ac:spMkLst>
            <pc:docMk/>
            <pc:sldMk cId="339546399" sldId="320"/>
            <ac:spMk id="5" creationId="{00000000-0000-0000-0000-000000000000}"/>
          </ac:spMkLst>
        </pc:spChg>
      </pc:sldChg>
      <pc:sldChg chg="delSp modSp add mod">
        <pc:chgData name="Ms Alina Arshad" userId="cccdfd85-d35d-4453-9c6f-a463aae40722" providerId="ADAL" clId="{9A8D5D83-33E5-4CEE-8357-E82B508215CD}" dt="2024-10-12T09:39:20.468" v="168" actId="478"/>
        <pc:sldMkLst>
          <pc:docMk/>
          <pc:sldMk cId="820248258" sldId="321"/>
        </pc:sldMkLst>
        <pc:spChg chg="mod">
          <ac:chgData name="Ms Alina Arshad" userId="cccdfd85-d35d-4453-9c6f-a463aae40722" providerId="ADAL" clId="{9A8D5D83-33E5-4CEE-8357-E82B508215CD}" dt="2024-10-12T09:39:12.069" v="165" actId="113"/>
          <ac:spMkLst>
            <pc:docMk/>
            <pc:sldMk cId="820248258" sldId="321"/>
            <ac:spMk id="2" creationId="{00000000-0000-0000-0000-000000000000}"/>
          </ac:spMkLst>
        </pc:spChg>
        <pc:spChg chg="mod">
          <ac:chgData name="Ms Alina Arshad" userId="cccdfd85-d35d-4453-9c6f-a463aae40722" providerId="ADAL" clId="{9A8D5D83-33E5-4CEE-8357-E82B508215CD}" dt="2024-10-12T09:39:15.540" v="166" actId="207"/>
          <ac:spMkLst>
            <pc:docMk/>
            <pc:sldMk cId="820248258" sldId="321"/>
            <ac:spMk id="3" creationId="{00000000-0000-0000-0000-000000000000}"/>
          </ac:spMkLst>
        </pc:spChg>
        <pc:spChg chg="del">
          <ac:chgData name="Ms Alina Arshad" userId="cccdfd85-d35d-4453-9c6f-a463aae40722" providerId="ADAL" clId="{9A8D5D83-33E5-4CEE-8357-E82B508215CD}" dt="2024-10-12T09:39:18.351" v="167" actId="478"/>
          <ac:spMkLst>
            <pc:docMk/>
            <pc:sldMk cId="820248258" sldId="321"/>
            <ac:spMk id="4" creationId="{00000000-0000-0000-0000-000000000000}"/>
          </ac:spMkLst>
        </pc:spChg>
        <pc:spChg chg="del">
          <ac:chgData name="Ms Alina Arshad" userId="cccdfd85-d35d-4453-9c6f-a463aae40722" providerId="ADAL" clId="{9A8D5D83-33E5-4CEE-8357-E82B508215CD}" dt="2024-10-12T09:39:20.468" v="168" actId="478"/>
          <ac:spMkLst>
            <pc:docMk/>
            <pc:sldMk cId="820248258" sldId="321"/>
            <ac:spMk id="5" creationId="{00000000-0000-0000-0000-000000000000}"/>
          </ac:spMkLst>
        </pc:spChg>
      </pc:sldChg>
      <pc:sldChg chg="delSp modSp add mod">
        <pc:chgData name="Ms Alina Arshad" userId="cccdfd85-d35d-4453-9c6f-a463aae40722" providerId="ADAL" clId="{9A8D5D83-33E5-4CEE-8357-E82B508215CD}" dt="2024-10-12T09:40:07.290" v="189" actId="478"/>
        <pc:sldMkLst>
          <pc:docMk/>
          <pc:sldMk cId="302804215" sldId="322"/>
        </pc:sldMkLst>
        <pc:spChg chg="mod">
          <ac:chgData name="Ms Alina Arshad" userId="cccdfd85-d35d-4453-9c6f-a463aae40722" providerId="ADAL" clId="{9A8D5D83-33E5-4CEE-8357-E82B508215CD}" dt="2024-10-12T09:39:26.073" v="169" actId="207"/>
          <ac:spMkLst>
            <pc:docMk/>
            <pc:sldMk cId="302804215" sldId="322"/>
            <ac:spMk id="2" creationId="{00000000-0000-0000-0000-000000000000}"/>
          </ac:spMkLst>
        </pc:spChg>
        <pc:spChg chg="mod">
          <ac:chgData name="Ms Alina Arshad" userId="cccdfd85-d35d-4453-9c6f-a463aae40722" providerId="ADAL" clId="{9A8D5D83-33E5-4CEE-8357-E82B508215CD}" dt="2024-10-12T09:40:04.097" v="187" actId="12"/>
          <ac:spMkLst>
            <pc:docMk/>
            <pc:sldMk cId="302804215" sldId="322"/>
            <ac:spMk id="3" creationId="{00000000-0000-0000-0000-000000000000}"/>
          </ac:spMkLst>
        </pc:spChg>
        <pc:spChg chg="del">
          <ac:chgData name="Ms Alina Arshad" userId="cccdfd85-d35d-4453-9c6f-a463aae40722" providerId="ADAL" clId="{9A8D5D83-33E5-4CEE-8357-E82B508215CD}" dt="2024-10-12T09:40:05.708" v="188" actId="478"/>
          <ac:spMkLst>
            <pc:docMk/>
            <pc:sldMk cId="302804215" sldId="322"/>
            <ac:spMk id="4" creationId="{00000000-0000-0000-0000-000000000000}"/>
          </ac:spMkLst>
        </pc:spChg>
        <pc:spChg chg="del">
          <ac:chgData name="Ms Alina Arshad" userId="cccdfd85-d35d-4453-9c6f-a463aae40722" providerId="ADAL" clId="{9A8D5D83-33E5-4CEE-8357-E82B508215CD}" dt="2024-10-12T09:40:07.290" v="189" actId="478"/>
          <ac:spMkLst>
            <pc:docMk/>
            <pc:sldMk cId="302804215" sldId="322"/>
            <ac:spMk id="5" creationId="{00000000-0000-0000-0000-000000000000}"/>
          </ac:spMkLst>
        </pc:spChg>
      </pc:sldChg>
      <pc:sldChg chg="delSp modSp add mod">
        <pc:chgData name="Ms Alina Arshad" userId="cccdfd85-d35d-4453-9c6f-a463aae40722" providerId="ADAL" clId="{9A8D5D83-33E5-4CEE-8357-E82B508215CD}" dt="2024-10-12T09:40:34.708" v="196" actId="478"/>
        <pc:sldMkLst>
          <pc:docMk/>
          <pc:sldMk cId="3966666735" sldId="323"/>
        </pc:sldMkLst>
        <pc:spChg chg="mod">
          <ac:chgData name="Ms Alina Arshad" userId="cccdfd85-d35d-4453-9c6f-a463aae40722" providerId="ADAL" clId="{9A8D5D83-33E5-4CEE-8357-E82B508215CD}" dt="2024-10-12T09:40:19.072" v="190" actId="207"/>
          <ac:spMkLst>
            <pc:docMk/>
            <pc:sldMk cId="3966666735" sldId="323"/>
            <ac:spMk id="2" creationId="{00000000-0000-0000-0000-000000000000}"/>
          </ac:spMkLst>
        </pc:spChg>
        <pc:spChg chg="mod">
          <ac:chgData name="Ms Alina Arshad" userId="cccdfd85-d35d-4453-9c6f-a463aae40722" providerId="ADAL" clId="{9A8D5D83-33E5-4CEE-8357-E82B508215CD}" dt="2024-10-12T09:40:23.893" v="191" actId="207"/>
          <ac:spMkLst>
            <pc:docMk/>
            <pc:sldMk cId="3966666735" sldId="323"/>
            <ac:spMk id="3" creationId="{00000000-0000-0000-0000-000000000000}"/>
          </ac:spMkLst>
        </pc:spChg>
        <pc:spChg chg="del">
          <ac:chgData name="Ms Alina Arshad" userId="cccdfd85-d35d-4453-9c6f-a463aae40722" providerId="ADAL" clId="{9A8D5D83-33E5-4CEE-8357-E82B508215CD}" dt="2024-10-12T09:40:27.733" v="192" actId="478"/>
          <ac:spMkLst>
            <pc:docMk/>
            <pc:sldMk cId="3966666735" sldId="323"/>
            <ac:spMk id="4" creationId="{00000000-0000-0000-0000-000000000000}"/>
          </ac:spMkLst>
        </pc:spChg>
        <pc:spChg chg="del mod">
          <ac:chgData name="Ms Alina Arshad" userId="cccdfd85-d35d-4453-9c6f-a463aae40722" providerId="ADAL" clId="{9A8D5D83-33E5-4CEE-8357-E82B508215CD}" dt="2024-10-12T09:40:34.708" v="196" actId="478"/>
          <ac:spMkLst>
            <pc:docMk/>
            <pc:sldMk cId="3966666735" sldId="323"/>
            <ac:spMk id="5" creationId="{00000000-0000-0000-0000-000000000000}"/>
          </ac:spMkLst>
        </pc:spChg>
      </pc:sldChg>
      <pc:sldChg chg="addSp delSp modSp add del mod">
        <pc:chgData name="Ms Alina Arshad" userId="cccdfd85-d35d-4453-9c6f-a463aae40722" providerId="ADAL" clId="{9A8D5D83-33E5-4CEE-8357-E82B508215CD}" dt="2024-10-15T12:41:32.489" v="317" actId="47"/>
        <pc:sldMkLst>
          <pc:docMk/>
          <pc:sldMk cId="2040789729" sldId="324"/>
        </pc:sldMkLst>
        <pc:spChg chg="del mod">
          <ac:chgData name="Ms Alina Arshad" userId="cccdfd85-d35d-4453-9c6f-a463aae40722" providerId="ADAL" clId="{9A8D5D83-33E5-4CEE-8357-E82B508215CD}" dt="2024-10-15T12:41:26.525" v="315" actId="21"/>
          <ac:spMkLst>
            <pc:docMk/>
            <pc:sldMk cId="2040789729" sldId="324"/>
            <ac:spMk id="2" creationId="{00000000-0000-0000-0000-000000000000}"/>
          </ac:spMkLst>
        </pc:spChg>
        <pc:spChg chg="del">
          <ac:chgData name="Ms Alina Arshad" userId="cccdfd85-d35d-4453-9c6f-a463aae40722" providerId="ADAL" clId="{9A8D5D83-33E5-4CEE-8357-E82B508215CD}" dt="2024-10-15T12:41:11.647" v="312" actId="478"/>
          <ac:spMkLst>
            <pc:docMk/>
            <pc:sldMk cId="2040789729" sldId="324"/>
            <ac:spMk id="4" creationId="{00000000-0000-0000-0000-000000000000}"/>
          </ac:spMkLst>
        </pc:spChg>
        <pc:spChg chg="del">
          <ac:chgData name="Ms Alina Arshad" userId="cccdfd85-d35d-4453-9c6f-a463aae40722" providerId="ADAL" clId="{9A8D5D83-33E5-4CEE-8357-E82B508215CD}" dt="2024-10-12T09:40:53.357" v="201" actId="478"/>
          <ac:spMkLst>
            <pc:docMk/>
            <pc:sldMk cId="2040789729" sldId="324"/>
            <ac:spMk id="5" creationId="{00000000-0000-0000-0000-000000000000}"/>
          </ac:spMkLst>
        </pc:spChg>
        <pc:spChg chg="add mod">
          <ac:chgData name="Ms Alina Arshad" userId="cccdfd85-d35d-4453-9c6f-a463aae40722" providerId="ADAL" clId="{9A8D5D83-33E5-4CEE-8357-E82B508215CD}" dt="2024-10-15T12:41:26.525" v="315" actId="21"/>
          <ac:spMkLst>
            <pc:docMk/>
            <pc:sldMk cId="2040789729" sldId="324"/>
            <ac:spMk id="5" creationId="{C4419CA4-2816-8078-291D-49A5C5EF7EBD}"/>
          </ac:spMkLst>
        </pc:spChg>
        <pc:spChg chg="add mod">
          <ac:chgData name="Ms Alina Arshad" userId="cccdfd85-d35d-4453-9c6f-a463aae40722" providerId="ADAL" clId="{9A8D5D83-33E5-4CEE-8357-E82B508215CD}" dt="2024-10-15T12:41:26.525" v="315" actId="21"/>
          <ac:spMkLst>
            <pc:docMk/>
            <pc:sldMk cId="2040789729" sldId="324"/>
            <ac:spMk id="9" creationId="{7373F223-8CB8-97EB-366F-8CF36E93DCFE}"/>
          </ac:spMkLst>
        </pc:spChg>
        <pc:picChg chg="del mod">
          <ac:chgData name="Ms Alina Arshad" userId="cccdfd85-d35d-4453-9c6f-a463aae40722" providerId="ADAL" clId="{9A8D5D83-33E5-4CEE-8357-E82B508215CD}" dt="2024-10-15T12:41:26.525" v="315" actId="21"/>
          <ac:picMkLst>
            <pc:docMk/>
            <pc:sldMk cId="2040789729" sldId="324"/>
            <ac:picMk id="6" creationId="{00000000-0000-0000-0000-000000000000}"/>
          </ac:picMkLst>
        </pc:picChg>
        <pc:picChg chg="del">
          <ac:chgData name="Ms Alina Arshad" userId="cccdfd85-d35d-4453-9c6f-a463aae40722" providerId="ADAL" clId="{9A8D5D83-33E5-4CEE-8357-E82B508215CD}" dt="2024-10-15T12:41:26.525" v="315" actId="21"/>
          <ac:picMkLst>
            <pc:docMk/>
            <pc:sldMk cId="2040789729" sldId="324"/>
            <ac:picMk id="7" creationId="{00000000-0000-0000-0000-000000000000}"/>
          </ac:picMkLst>
        </pc:picChg>
      </pc:sldChg>
      <pc:sldChg chg="delSp modSp add mod">
        <pc:chgData name="Ms Alina Arshad" userId="cccdfd85-d35d-4453-9c6f-a463aae40722" providerId="ADAL" clId="{9A8D5D83-33E5-4CEE-8357-E82B508215CD}" dt="2024-10-12T09:35:29.940" v="93" actId="478"/>
        <pc:sldMkLst>
          <pc:docMk/>
          <pc:sldMk cId="2110059545" sldId="325"/>
        </pc:sldMkLst>
        <pc:spChg chg="del">
          <ac:chgData name="Ms Alina Arshad" userId="cccdfd85-d35d-4453-9c6f-a463aae40722" providerId="ADAL" clId="{9A8D5D83-33E5-4CEE-8357-E82B508215CD}" dt="2024-10-12T09:35:12.400" v="88" actId="478"/>
          <ac:spMkLst>
            <pc:docMk/>
            <pc:sldMk cId="2110059545" sldId="325"/>
            <ac:spMk id="2" creationId="{00000000-0000-0000-0000-000000000000}"/>
          </ac:spMkLst>
        </pc:spChg>
        <pc:spChg chg="del">
          <ac:chgData name="Ms Alina Arshad" userId="cccdfd85-d35d-4453-9c6f-a463aae40722" providerId="ADAL" clId="{9A8D5D83-33E5-4CEE-8357-E82B508215CD}" dt="2024-10-12T09:35:27.641" v="92" actId="478"/>
          <ac:spMkLst>
            <pc:docMk/>
            <pc:sldMk cId="2110059545" sldId="325"/>
            <ac:spMk id="4" creationId="{00000000-0000-0000-0000-000000000000}"/>
          </ac:spMkLst>
        </pc:spChg>
        <pc:spChg chg="del">
          <ac:chgData name="Ms Alina Arshad" userId="cccdfd85-d35d-4453-9c6f-a463aae40722" providerId="ADAL" clId="{9A8D5D83-33E5-4CEE-8357-E82B508215CD}" dt="2024-10-12T09:35:29.940" v="93" actId="478"/>
          <ac:spMkLst>
            <pc:docMk/>
            <pc:sldMk cId="2110059545" sldId="325"/>
            <ac:spMk id="5" creationId="{00000000-0000-0000-0000-000000000000}"/>
          </ac:spMkLst>
        </pc:spChg>
        <pc:picChg chg="mod">
          <ac:chgData name="Ms Alina Arshad" userId="cccdfd85-d35d-4453-9c6f-a463aae40722" providerId="ADAL" clId="{9A8D5D83-33E5-4CEE-8357-E82B508215CD}" dt="2024-10-12T09:35:24.142" v="91" actId="1076"/>
          <ac:picMkLst>
            <pc:docMk/>
            <pc:sldMk cId="2110059545" sldId="325"/>
            <ac:picMk id="6" creationId="{00000000-0000-0000-0000-000000000000}"/>
          </ac:picMkLst>
        </pc:picChg>
      </pc:sldChg>
      <pc:sldChg chg="delSp modSp add mod">
        <pc:chgData name="Ms Alina Arshad" userId="cccdfd85-d35d-4453-9c6f-a463aae40722" providerId="ADAL" clId="{9A8D5D83-33E5-4CEE-8357-E82B508215CD}" dt="2024-10-12T09:38:45.722" v="158" actId="478"/>
        <pc:sldMkLst>
          <pc:docMk/>
          <pc:sldMk cId="1890923545" sldId="326"/>
        </pc:sldMkLst>
        <pc:spChg chg="mod">
          <ac:chgData name="Ms Alina Arshad" userId="cccdfd85-d35d-4453-9c6f-a463aae40722" providerId="ADAL" clId="{9A8D5D83-33E5-4CEE-8357-E82B508215CD}" dt="2024-10-12T09:38:38.608" v="155" actId="14100"/>
          <ac:spMkLst>
            <pc:docMk/>
            <pc:sldMk cId="1890923545" sldId="326"/>
            <ac:spMk id="2" creationId="{00000000-0000-0000-0000-000000000000}"/>
          </ac:spMkLst>
        </pc:spChg>
        <pc:spChg chg="del">
          <ac:chgData name="Ms Alina Arshad" userId="cccdfd85-d35d-4453-9c6f-a463aae40722" providerId="ADAL" clId="{9A8D5D83-33E5-4CEE-8357-E82B508215CD}" dt="2024-10-12T09:38:43.043" v="157" actId="478"/>
          <ac:spMkLst>
            <pc:docMk/>
            <pc:sldMk cId="1890923545" sldId="326"/>
            <ac:spMk id="4" creationId="{00000000-0000-0000-0000-000000000000}"/>
          </ac:spMkLst>
        </pc:spChg>
        <pc:spChg chg="del">
          <ac:chgData name="Ms Alina Arshad" userId="cccdfd85-d35d-4453-9c6f-a463aae40722" providerId="ADAL" clId="{9A8D5D83-33E5-4CEE-8357-E82B508215CD}" dt="2024-10-12T09:38:45.722" v="158" actId="478"/>
          <ac:spMkLst>
            <pc:docMk/>
            <pc:sldMk cId="1890923545" sldId="326"/>
            <ac:spMk id="5" creationId="{00000000-0000-0000-0000-000000000000}"/>
          </ac:spMkLst>
        </pc:spChg>
        <pc:picChg chg="mod">
          <ac:chgData name="Ms Alina Arshad" userId="cccdfd85-d35d-4453-9c6f-a463aae40722" providerId="ADAL" clId="{9A8D5D83-33E5-4CEE-8357-E82B508215CD}" dt="2024-10-12T09:38:40.960" v="156" actId="1076"/>
          <ac:picMkLst>
            <pc:docMk/>
            <pc:sldMk cId="1890923545" sldId="326"/>
            <ac:picMk id="6" creationId="{00000000-0000-0000-0000-000000000000}"/>
          </ac:picMkLst>
        </pc:picChg>
      </pc:sldChg>
      <pc:sldChg chg="delSp modSp add mod">
        <pc:chgData name="Ms Alina Arshad" userId="cccdfd85-d35d-4453-9c6f-a463aae40722" providerId="ADAL" clId="{9A8D5D83-33E5-4CEE-8357-E82B508215CD}" dt="2024-10-12T09:41:04.982" v="205" actId="478"/>
        <pc:sldMkLst>
          <pc:docMk/>
          <pc:sldMk cId="4133473658" sldId="327"/>
        </pc:sldMkLst>
        <pc:spChg chg="mod">
          <ac:chgData name="Ms Alina Arshad" userId="cccdfd85-d35d-4453-9c6f-a463aae40722" providerId="ADAL" clId="{9A8D5D83-33E5-4CEE-8357-E82B508215CD}" dt="2024-10-12T09:40:59.536" v="203" actId="113"/>
          <ac:spMkLst>
            <pc:docMk/>
            <pc:sldMk cId="4133473658" sldId="327"/>
            <ac:spMk id="2" creationId="{00000000-0000-0000-0000-000000000000}"/>
          </ac:spMkLst>
        </pc:spChg>
        <pc:spChg chg="del">
          <ac:chgData name="Ms Alina Arshad" userId="cccdfd85-d35d-4453-9c6f-a463aae40722" providerId="ADAL" clId="{9A8D5D83-33E5-4CEE-8357-E82B508215CD}" dt="2024-10-12T09:41:02.930" v="204" actId="478"/>
          <ac:spMkLst>
            <pc:docMk/>
            <pc:sldMk cId="4133473658" sldId="327"/>
            <ac:spMk id="4" creationId="{00000000-0000-0000-0000-000000000000}"/>
          </ac:spMkLst>
        </pc:spChg>
        <pc:spChg chg="del">
          <ac:chgData name="Ms Alina Arshad" userId="cccdfd85-d35d-4453-9c6f-a463aae40722" providerId="ADAL" clId="{9A8D5D83-33E5-4CEE-8357-E82B508215CD}" dt="2024-10-12T09:41:04.982" v="205" actId="478"/>
          <ac:spMkLst>
            <pc:docMk/>
            <pc:sldMk cId="4133473658" sldId="327"/>
            <ac:spMk id="5" creationId="{00000000-0000-0000-0000-000000000000}"/>
          </ac:spMkLst>
        </pc:spChg>
      </pc:sldChg>
      <pc:sldChg chg="delSp modSp add mod">
        <pc:chgData name="Ms Alina Arshad" userId="cccdfd85-d35d-4453-9c6f-a463aae40722" providerId="ADAL" clId="{9A8D5D83-33E5-4CEE-8357-E82B508215CD}" dt="2024-10-15T12:42:52.847" v="339" actId="207"/>
        <pc:sldMkLst>
          <pc:docMk/>
          <pc:sldMk cId="562791159" sldId="328"/>
        </pc:sldMkLst>
        <pc:spChg chg="mod">
          <ac:chgData name="Ms Alina Arshad" userId="cccdfd85-d35d-4453-9c6f-a463aae40722" providerId="ADAL" clId="{9A8D5D83-33E5-4CEE-8357-E82B508215CD}" dt="2024-10-15T12:42:52.847" v="339" actId="207"/>
          <ac:spMkLst>
            <pc:docMk/>
            <pc:sldMk cId="562791159" sldId="328"/>
            <ac:spMk id="2" creationId="{00000000-0000-0000-0000-000000000000}"/>
          </ac:spMkLst>
        </pc:spChg>
        <pc:spChg chg="del">
          <ac:chgData name="Ms Alina Arshad" userId="cccdfd85-d35d-4453-9c6f-a463aae40722" providerId="ADAL" clId="{9A8D5D83-33E5-4CEE-8357-E82B508215CD}" dt="2024-10-12T09:41:19.307" v="209" actId="478"/>
          <ac:spMkLst>
            <pc:docMk/>
            <pc:sldMk cId="562791159" sldId="328"/>
            <ac:spMk id="4" creationId="{00000000-0000-0000-0000-000000000000}"/>
          </ac:spMkLst>
        </pc:spChg>
        <pc:spChg chg="del">
          <ac:chgData name="Ms Alina Arshad" userId="cccdfd85-d35d-4453-9c6f-a463aae40722" providerId="ADAL" clId="{9A8D5D83-33E5-4CEE-8357-E82B508215CD}" dt="2024-10-12T09:41:21.009" v="210" actId="478"/>
          <ac:spMkLst>
            <pc:docMk/>
            <pc:sldMk cId="562791159" sldId="328"/>
            <ac:spMk id="5" creationId="{00000000-0000-0000-0000-000000000000}"/>
          </ac:spMkLst>
        </pc:spChg>
        <pc:picChg chg="mod">
          <ac:chgData name="Ms Alina Arshad" userId="cccdfd85-d35d-4453-9c6f-a463aae40722" providerId="ADAL" clId="{9A8D5D83-33E5-4CEE-8357-E82B508215CD}" dt="2024-10-15T12:42:45.553" v="338" actId="1076"/>
          <ac:picMkLst>
            <pc:docMk/>
            <pc:sldMk cId="562791159" sldId="328"/>
            <ac:picMk id="6" creationId="{00000000-0000-0000-0000-000000000000}"/>
          </ac:picMkLst>
        </pc:picChg>
      </pc:sldChg>
      <pc:sldChg chg="delSp modSp add mod">
        <pc:chgData name="Ms Alina Arshad" userId="cccdfd85-d35d-4453-9c6f-a463aae40722" providerId="ADAL" clId="{9A8D5D83-33E5-4CEE-8357-E82B508215CD}" dt="2024-10-15T12:43:03.837" v="342" actId="1076"/>
        <pc:sldMkLst>
          <pc:docMk/>
          <pc:sldMk cId="902647392" sldId="329"/>
        </pc:sldMkLst>
        <pc:spChg chg="mod">
          <ac:chgData name="Ms Alina Arshad" userId="cccdfd85-d35d-4453-9c6f-a463aae40722" providerId="ADAL" clId="{9A8D5D83-33E5-4CEE-8357-E82B508215CD}" dt="2024-10-12T09:41:27.591" v="212" actId="113"/>
          <ac:spMkLst>
            <pc:docMk/>
            <pc:sldMk cId="902647392" sldId="329"/>
            <ac:spMk id="2" creationId="{00000000-0000-0000-0000-000000000000}"/>
          </ac:spMkLst>
        </pc:spChg>
        <pc:spChg chg="del">
          <ac:chgData name="Ms Alina Arshad" userId="cccdfd85-d35d-4453-9c6f-a463aae40722" providerId="ADAL" clId="{9A8D5D83-33E5-4CEE-8357-E82B508215CD}" dt="2024-10-12T09:41:29.466" v="213" actId="478"/>
          <ac:spMkLst>
            <pc:docMk/>
            <pc:sldMk cId="902647392" sldId="329"/>
            <ac:spMk id="4" creationId="{00000000-0000-0000-0000-000000000000}"/>
          </ac:spMkLst>
        </pc:spChg>
        <pc:spChg chg="del">
          <ac:chgData name="Ms Alina Arshad" userId="cccdfd85-d35d-4453-9c6f-a463aae40722" providerId="ADAL" clId="{9A8D5D83-33E5-4CEE-8357-E82B508215CD}" dt="2024-10-12T09:41:31.921" v="214" actId="478"/>
          <ac:spMkLst>
            <pc:docMk/>
            <pc:sldMk cId="902647392" sldId="329"/>
            <ac:spMk id="5" creationId="{00000000-0000-0000-0000-000000000000}"/>
          </ac:spMkLst>
        </pc:spChg>
        <pc:picChg chg="mod">
          <ac:chgData name="Ms Alina Arshad" userId="cccdfd85-d35d-4453-9c6f-a463aae40722" providerId="ADAL" clId="{9A8D5D83-33E5-4CEE-8357-E82B508215CD}" dt="2024-10-15T12:43:03.837" v="342" actId="1076"/>
          <ac:picMkLst>
            <pc:docMk/>
            <pc:sldMk cId="902647392" sldId="329"/>
            <ac:picMk id="6" creationId="{00000000-0000-0000-0000-000000000000}"/>
          </ac:picMkLst>
        </pc:picChg>
      </pc:sldChg>
      <pc:sldChg chg="add">
        <pc:chgData name="Ms Alina Arshad" userId="cccdfd85-d35d-4453-9c6f-a463aae40722" providerId="ADAL" clId="{9A8D5D83-33E5-4CEE-8357-E82B508215CD}" dt="2024-10-12T09:33:44.439" v="11"/>
        <pc:sldMkLst>
          <pc:docMk/>
          <pc:sldMk cId="364105119" sldId="330"/>
        </pc:sldMkLst>
      </pc:sldChg>
      <pc:sldChg chg="add">
        <pc:chgData name="Ms Alina Arshad" userId="cccdfd85-d35d-4453-9c6f-a463aae40722" providerId="ADAL" clId="{9A8D5D83-33E5-4CEE-8357-E82B508215CD}" dt="2024-10-12T09:33:44.439" v="11"/>
        <pc:sldMkLst>
          <pc:docMk/>
          <pc:sldMk cId="3507957172" sldId="331"/>
        </pc:sldMkLst>
      </pc:sldChg>
      <pc:sldChg chg="add">
        <pc:chgData name="Ms Alina Arshad" userId="cccdfd85-d35d-4453-9c6f-a463aae40722" providerId="ADAL" clId="{9A8D5D83-33E5-4CEE-8357-E82B508215CD}" dt="2024-10-12T09:33:44.439" v="11"/>
        <pc:sldMkLst>
          <pc:docMk/>
          <pc:sldMk cId="2370268370" sldId="332"/>
        </pc:sldMkLst>
      </pc:sldChg>
      <pc:sldChg chg="add">
        <pc:chgData name="Ms Alina Arshad" userId="cccdfd85-d35d-4453-9c6f-a463aae40722" providerId="ADAL" clId="{9A8D5D83-33E5-4CEE-8357-E82B508215CD}" dt="2024-10-12T09:33:44.439" v="11"/>
        <pc:sldMkLst>
          <pc:docMk/>
          <pc:sldMk cId="4266472454" sldId="333"/>
        </pc:sldMkLst>
      </pc:sldChg>
      <pc:sldChg chg="add">
        <pc:chgData name="Ms Alina Arshad" userId="cccdfd85-d35d-4453-9c6f-a463aae40722" providerId="ADAL" clId="{9A8D5D83-33E5-4CEE-8357-E82B508215CD}" dt="2024-10-12T09:33:44.439" v="11"/>
        <pc:sldMkLst>
          <pc:docMk/>
          <pc:sldMk cId="3773565437" sldId="337"/>
        </pc:sldMkLst>
      </pc:sldChg>
      <pc:sldChg chg="add">
        <pc:chgData name="Ms Alina Arshad" userId="cccdfd85-d35d-4453-9c6f-a463aae40722" providerId="ADAL" clId="{9A8D5D83-33E5-4CEE-8357-E82B508215CD}" dt="2024-10-12T09:33:44.439" v="11"/>
        <pc:sldMkLst>
          <pc:docMk/>
          <pc:sldMk cId="4279161592" sldId="338"/>
        </pc:sldMkLst>
      </pc:sldChg>
      <pc:sldChg chg="add">
        <pc:chgData name="Ms Alina Arshad" userId="cccdfd85-d35d-4453-9c6f-a463aae40722" providerId="ADAL" clId="{9A8D5D83-33E5-4CEE-8357-E82B508215CD}" dt="2024-10-12T09:33:44.439" v="11"/>
        <pc:sldMkLst>
          <pc:docMk/>
          <pc:sldMk cId="3802661232" sldId="339"/>
        </pc:sldMkLst>
      </pc:sldChg>
      <pc:sldChg chg="add">
        <pc:chgData name="Ms Alina Arshad" userId="cccdfd85-d35d-4453-9c6f-a463aae40722" providerId="ADAL" clId="{9A8D5D83-33E5-4CEE-8357-E82B508215CD}" dt="2024-10-12T09:33:44.439" v="11"/>
        <pc:sldMkLst>
          <pc:docMk/>
          <pc:sldMk cId="2631992896" sldId="341"/>
        </pc:sldMkLst>
      </pc:sldChg>
      <pc:sldChg chg="add">
        <pc:chgData name="Ms Alina Arshad" userId="cccdfd85-d35d-4453-9c6f-a463aae40722" providerId="ADAL" clId="{9A8D5D83-33E5-4CEE-8357-E82B508215CD}" dt="2024-10-12T09:33:44.439" v="11"/>
        <pc:sldMkLst>
          <pc:docMk/>
          <pc:sldMk cId="1272390140" sldId="342"/>
        </pc:sldMkLst>
      </pc:sldChg>
      <pc:sldChg chg="modSp add mod">
        <pc:chgData name="Ms Alina Arshad" userId="cccdfd85-d35d-4453-9c6f-a463aae40722" providerId="ADAL" clId="{9A8D5D83-33E5-4CEE-8357-E82B508215CD}" dt="2024-10-12T09:33:44.601" v="12" actId="27636"/>
        <pc:sldMkLst>
          <pc:docMk/>
          <pc:sldMk cId="2975843183" sldId="343"/>
        </pc:sldMkLst>
        <pc:spChg chg="mod">
          <ac:chgData name="Ms Alina Arshad" userId="cccdfd85-d35d-4453-9c6f-a463aae40722" providerId="ADAL" clId="{9A8D5D83-33E5-4CEE-8357-E82B508215CD}" dt="2024-10-12T09:33:44.601" v="12" actId="27636"/>
          <ac:spMkLst>
            <pc:docMk/>
            <pc:sldMk cId="2975843183" sldId="343"/>
            <ac:spMk id="3" creationId="{00000000-0000-0000-0000-000000000000}"/>
          </ac:spMkLst>
        </pc:spChg>
      </pc:sldChg>
      <pc:sldChg chg="add">
        <pc:chgData name="Ms Alina Arshad" userId="cccdfd85-d35d-4453-9c6f-a463aae40722" providerId="ADAL" clId="{9A8D5D83-33E5-4CEE-8357-E82B508215CD}" dt="2024-10-12T09:33:44.439" v="11"/>
        <pc:sldMkLst>
          <pc:docMk/>
          <pc:sldMk cId="2728092652" sldId="344"/>
        </pc:sldMkLst>
      </pc:sldChg>
      <pc:sldChg chg="add">
        <pc:chgData name="Ms Alina Arshad" userId="cccdfd85-d35d-4453-9c6f-a463aae40722" providerId="ADAL" clId="{9A8D5D83-33E5-4CEE-8357-E82B508215CD}" dt="2024-10-12T09:33:44.439" v="11"/>
        <pc:sldMkLst>
          <pc:docMk/>
          <pc:sldMk cId="1152589764" sldId="345"/>
        </pc:sldMkLst>
      </pc:sldChg>
      <pc:sldChg chg="add">
        <pc:chgData name="Ms Alina Arshad" userId="cccdfd85-d35d-4453-9c6f-a463aae40722" providerId="ADAL" clId="{9A8D5D83-33E5-4CEE-8357-E82B508215CD}" dt="2024-10-12T09:33:44.439" v="11"/>
        <pc:sldMkLst>
          <pc:docMk/>
          <pc:sldMk cId="2836377052" sldId="346"/>
        </pc:sldMkLst>
      </pc:sldChg>
      <pc:sldChg chg="add">
        <pc:chgData name="Ms Alina Arshad" userId="cccdfd85-d35d-4453-9c6f-a463aae40722" providerId="ADAL" clId="{9A8D5D83-33E5-4CEE-8357-E82B508215CD}" dt="2024-10-12T09:33:44.439" v="11"/>
        <pc:sldMkLst>
          <pc:docMk/>
          <pc:sldMk cId="1937937038" sldId="347"/>
        </pc:sldMkLst>
      </pc:sldChg>
      <pc:sldChg chg="modSp add mod">
        <pc:chgData name="Ms Alina Arshad" userId="cccdfd85-d35d-4453-9c6f-a463aae40722" providerId="ADAL" clId="{9A8D5D83-33E5-4CEE-8357-E82B508215CD}" dt="2024-10-12T09:33:44.622" v="13" actId="27636"/>
        <pc:sldMkLst>
          <pc:docMk/>
          <pc:sldMk cId="4039711712" sldId="348"/>
        </pc:sldMkLst>
        <pc:spChg chg="mod">
          <ac:chgData name="Ms Alina Arshad" userId="cccdfd85-d35d-4453-9c6f-a463aae40722" providerId="ADAL" clId="{9A8D5D83-33E5-4CEE-8357-E82B508215CD}" dt="2024-10-12T09:33:44.622" v="13" actId="27636"/>
          <ac:spMkLst>
            <pc:docMk/>
            <pc:sldMk cId="4039711712" sldId="348"/>
            <ac:spMk id="3" creationId="{00000000-0000-0000-0000-000000000000}"/>
          </ac:spMkLst>
        </pc:spChg>
      </pc:sldChg>
      <pc:sldChg chg="add">
        <pc:chgData name="Ms Alina Arshad" userId="cccdfd85-d35d-4453-9c6f-a463aae40722" providerId="ADAL" clId="{9A8D5D83-33E5-4CEE-8357-E82B508215CD}" dt="2024-10-12T09:33:44.439" v="11"/>
        <pc:sldMkLst>
          <pc:docMk/>
          <pc:sldMk cId="920152002" sldId="349"/>
        </pc:sldMkLst>
      </pc:sldChg>
      <pc:sldChg chg="add">
        <pc:chgData name="Ms Alina Arshad" userId="cccdfd85-d35d-4453-9c6f-a463aae40722" providerId="ADAL" clId="{9A8D5D83-33E5-4CEE-8357-E82B508215CD}" dt="2024-10-12T09:33:44.439" v="11"/>
        <pc:sldMkLst>
          <pc:docMk/>
          <pc:sldMk cId="4094110610" sldId="350"/>
        </pc:sldMkLst>
      </pc:sldChg>
      <pc:sldChg chg="add">
        <pc:chgData name="Ms Alina Arshad" userId="cccdfd85-d35d-4453-9c6f-a463aae40722" providerId="ADAL" clId="{9A8D5D83-33E5-4CEE-8357-E82B508215CD}" dt="2024-10-12T09:33:44.439" v="11"/>
        <pc:sldMkLst>
          <pc:docMk/>
          <pc:sldMk cId="2870650755" sldId="351"/>
        </pc:sldMkLst>
      </pc:sldChg>
      <pc:sldChg chg="add">
        <pc:chgData name="Ms Alina Arshad" userId="cccdfd85-d35d-4453-9c6f-a463aae40722" providerId="ADAL" clId="{9A8D5D83-33E5-4CEE-8357-E82B508215CD}" dt="2024-10-12T09:33:44.439" v="11"/>
        <pc:sldMkLst>
          <pc:docMk/>
          <pc:sldMk cId="2110565016" sldId="352"/>
        </pc:sldMkLst>
      </pc:sldChg>
      <pc:sldChg chg="add">
        <pc:chgData name="Ms Alina Arshad" userId="cccdfd85-d35d-4453-9c6f-a463aae40722" providerId="ADAL" clId="{9A8D5D83-33E5-4CEE-8357-E82B508215CD}" dt="2024-10-12T09:33:44.439" v="11"/>
        <pc:sldMkLst>
          <pc:docMk/>
          <pc:sldMk cId="3796521914" sldId="354"/>
        </pc:sldMkLst>
      </pc:sldChg>
      <pc:sldChg chg="add">
        <pc:chgData name="Ms Alina Arshad" userId="cccdfd85-d35d-4453-9c6f-a463aae40722" providerId="ADAL" clId="{9A8D5D83-33E5-4CEE-8357-E82B508215CD}" dt="2024-10-12T09:33:44.439" v="11"/>
        <pc:sldMkLst>
          <pc:docMk/>
          <pc:sldMk cId="301380529" sldId="355"/>
        </pc:sldMkLst>
      </pc:sldChg>
      <pc:sldChg chg="add">
        <pc:chgData name="Ms Alina Arshad" userId="cccdfd85-d35d-4453-9c6f-a463aae40722" providerId="ADAL" clId="{9A8D5D83-33E5-4CEE-8357-E82B508215CD}" dt="2024-10-12T09:33:44.439" v="11"/>
        <pc:sldMkLst>
          <pc:docMk/>
          <pc:sldMk cId="3254965192" sldId="356"/>
        </pc:sldMkLst>
      </pc:sldChg>
      <pc:sldChg chg="addSp modSp new mod">
        <pc:chgData name="Ms Alina Arshad" userId="cccdfd85-d35d-4453-9c6f-a463aae40722" providerId="ADAL" clId="{9A8D5D83-33E5-4CEE-8357-E82B508215CD}" dt="2024-10-15T12:42:29.552" v="335" actId="1076"/>
        <pc:sldMkLst>
          <pc:docMk/>
          <pc:sldMk cId="2667064654" sldId="357"/>
        </pc:sldMkLst>
        <pc:spChg chg="add mod">
          <ac:chgData name="Ms Alina Arshad" userId="cccdfd85-d35d-4453-9c6f-a463aae40722" providerId="ADAL" clId="{9A8D5D83-33E5-4CEE-8357-E82B508215CD}" dt="2024-10-15T12:42:29.552" v="335" actId="1076"/>
          <ac:spMkLst>
            <pc:docMk/>
            <pc:sldMk cId="2667064654" sldId="357"/>
            <ac:spMk id="2" creationId="{00000000-0000-0000-0000-000000000000}"/>
          </ac:spMkLst>
        </pc:spChg>
        <pc:picChg chg="add mod">
          <ac:chgData name="Ms Alina Arshad" userId="cccdfd85-d35d-4453-9c6f-a463aae40722" providerId="ADAL" clId="{9A8D5D83-33E5-4CEE-8357-E82B508215CD}" dt="2024-10-15T12:42:07.573" v="327" actId="14100"/>
          <ac:picMkLst>
            <pc:docMk/>
            <pc:sldMk cId="2667064654" sldId="357"/>
            <ac:picMk id="6" creationId="{00000000-0000-0000-0000-000000000000}"/>
          </ac:picMkLst>
        </pc:picChg>
        <pc:picChg chg="add mod">
          <ac:chgData name="Ms Alina Arshad" userId="cccdfd85-d35d-4453-9c6f-a463aae40722" providerId="ADAL" clId="{9A8D5D83-33E5-4CEE-8357-E82B508215CD}" dt="2024-10-15T12:42:24.065" v="332" actId="1076"/>
          <ac:picMkLst>
            <pc:docMk/>
            <pc:sldMk cId="2667064654" sldId="357"/>
            <ac:picMk id="7" creationId="{00000000-0000-0000-0000-000000000000}"/>
          </ac:picMkLst>
        </pc:picChg>
      </pc:sldChg>
      <pc:sldChg chg="addSp delSp modSp new del mod">
        <pc:chgData name="Ms Alina Arshad" userId="cccdfd85-d35d-4453-9c6f-a463aae40722" providerId="ADAL" clId="{9A8D5D83-33E5-4CEE-8357-E82B508215CD}" dt="2024-10-15T13:01:24.462" v="435" actId="47"/>
        <pc:sldMkLst>
          <pc:docMk/>
          <pc:sldMk cId="3239686355" sldId="358"/>
        </pc:sldMkLst>
        <pc:graphicFrameChg chg="add del mod modGraphic">
          <ac:chgData name="Ms Alina Arshad" userId="cccdfd85-d35d-4453-9c6f-a463aae40722" providerId="ADAL" clId="{9A8D5D83-33E5-4CEE-8357-E82B508215CD}" dt="2024-10-15T13:00:30.162" v="411" actId="21"/>
          <ac:graphicFrameMkLst>
            <pc:docMk/>
            <pc:sldMk cId="3239686355" sldId="358"/>
            <ac:graphicFrameMk id="4" creationId="{4D738402-E301-292E-9C00-2538DE92881C}"/>
          </ac:graphicFrameMkLst>
        </pc:graphicFrameChg>
        <pc:picChg chg="add del mod">
          <ac:chgData name="Ms Alina Arshad" userId="cccdfd85-d35d-4453-9c6f-a463aae40722" providerId="ADAL" clId="{9A8D5D83-33E5-4CEE-8357-E82B508215CD}" dt="2024-10-15T13:00:49.198" v="417" actId="21"/>
          <ac:picMkLst>
            <pc:docMk/>
            <pc:sldMk cId="3239686355" sldId="358"/>
            <ac:picMk id="3" creationId="{4DC65383-0CD7-97F4-F94C-8BFA49BBA27E}"/>
          </ac:picMkLst>
        </pc:picChg>
      </pc:sldChg>
      <pc:sldChg chg="addSp delSp modSp new mod">
        <pc:chgData name="Ms Alina Arshad" userId="cccdfd85-d35d-4453-9c6f-a463aae40722" providerId="ADAL" clId="{9A8D5D83-33E5-4CEE-8357-E82B508215CD}" dt="2024-10-15T13:05:47.604" v="503" actId="1076"/>
        <pc:sldMkLst>
          <pc:docMk/>
          <pc:sldMk cId="2986565107" sldId="359"/>
        </pc:sldMkLst>
        <pc:spChg chg="mod">
          <ac:chgData name="Ms Alina Arshad" userId="cccdfd85-d35d-4453-9c6f-a463aae40722" providerId="ADAL" clId="{9A8D5D83-33E5-4CEE-8357-E82B508215CD}" dt="2024-10-15T13:01:36.189" v="436"/>
          <ac:spMkLst>
            <pc:docMk/>
            <pc:sldMk cId="2986565107" sldId="359"/>
            <ac:spMk id="2" creationId="{06706209-AC64-9AE5-5348-A089AF8514D3}"/>
          </ac:spMkLst>
        </pc:spChg>
        <pc:spChg chg="del">
          <ac:chgData name="Ms Alina Arshad" userId="cccdfd85-d35d-4453-9c6f-a463aae40722" providerId="ADAL" clId="{9A8D5D83-33E5-4CEE-8357-E82B508215CD}" dt="2024-10-15T13:00:37.805" v="413" actId="478"/>
          <ac:spMkLst>
            <pc:docMk/>
            <pc:sldMk cId="2986565107" sldId="359"/>
            <ac:spMk id="3" creationId="{4CB0F13D-B4B8-521E-ED17-019681FE0EFF}"/>
          </ac:spMkLst>
        </pc:spChg>
        <pc:graphicFrameChg chg="add mod modGraphic">
          <ac:chgData name="Ms Alina Arshad" userId="cccdfd85-d35d-4453-9c6f-a463aae40722" providerId="ADAL" clId="{9A8D5D83-33E5-4CEE-8357-E82B508215CD}" dt="2024-10-15T13:03:58.844" v="469" actId="20577"/>
          <ac:graphicFrameMkLst>
            <pc:docMk/>
            <pc:sldMk cId="2986565107" sldId="359"/>
            <ac:graphicFrameMk id="4" creationId="{4D738402-E301-292E-9C00-2538DE92881C}"/>
          </ac:graphicFrameMkLst>
        </pc:graphicFrameChg>
        <pc:graphicFrameChg chg="add mod modGraphic">
          <ac:chgData name="Ms Alina Arshad" userId="cccdfd85-d35d-4453-9c6f-a463aae40722" providerId="ADAL" clId="{9A8D5D83-33E5-4CEE-8357-E82B508215CD}" dt="2024-10-15T13:05:47.604" v="503" actId="1076"/>
          <ac:graphicFrameMkLst>
            <pc:docMk/>
            <pc:sldMk cId="2986565107" sldId="359"/>
            <ac:graphicFrameMk id="5" creationId="{5B7D658E-4E35-7E28-68C8-01A79A3484CB}"/>
          </ac:graphicFrameMkLst>
        </pc:graphicFrameChg>
      </pc:sldChg>
      <pc:sldChg chg="addSp delSp modSp new mod">
        <pc:chgData name="Ms Alina Arshad" userId="cccdfd85-d35d-4453-9c6f-a463aae40722" providerId="ADAL" clId="{9A8D5D83-33E5-4CEE-8357-E82B508215CD}" dt="2024-10-15T13:01:20.391" v="434" actId="1076"/>
        <pc:sldMkLst>
          <pc:docMk/>
          <pc:sldMk cId="851498927" sldId="360"/>
        </pc:sldMkLst>
        <pc:spChg chg="mod">
          <ac:chgData name="Ms Alina Arshad" userId="cccdfd85-d35d-4453-9c6f-a463aae40722" providerId="ADAL" clId="{9A8D5D83-33E5-4CEE-8357-E82B508215CD}" dt="2024-10-15T13:01:09.122" v="429" actId="113"/>
          <ac:spMkLst>
            <pc:docMk/>
            <pc:sldMk cId="851498927" sldId="360"/>
            <ac:spMk id="2" creationId="{013E43B6-0CC4-7A05-BEE5-6DEBCD0C42B6}"/>
          </ac:spMkLst>
        </pc:spChg>
        <pc:spChg chg="del">
          <ac:chgData name="Ms Alina Arshad" userId="cccdfd85-d35d-4453-9c6f-a463aae40722" providerId="ADAL" clId="{9A8D5D83-33E5-4CEE-8357-E82B508215CD}" dt="2024-10-15T13:00:53.267" v="418" actId="478"/>
          <ac:spMkLst>
            <pc:docMk/>
            <pc:sldMk cId="851498927" sldId="360"/>
            <ac:spMk id="3" creationId="{E00A279E-8ADC-BAA9-50C5-43272D8DEB34}"/>
          </ac:spMkLst>
        </pc:spChg>
        <pc:picChg chg="add mod">
          <ac:chgData name="Ms Alina Arshad" userId="cccdfd85-d35d-4453-9c6f-a463aae40722" providerId="ADAL" clId="{9A8D5D83-33E5-4CEE-8357-E82B508215CD}" dt="2024-10-15T13:01:20.391" v="434" actId="1076"/>
          <ac:picMkLst>
            <pc:docMk/>
            <pc:sldMk cId="851498927" sldId="360"/>
            <ac:picMk id="4" creationId="{4DC65383-0CD7-97F4-F94C-8BFA49BBA27E}"/>
          </ac:picMkLst>
        </pc:picChg>
      </pc:sldChg>
      <pc:sldChg chg="del">
        <pc:chgData name="Ms Alina Arshad" userId="cccdfd85-d35d-4453-9c6f-a463aae40722" providerId="ADAL" clId="{9A8D5D83-33E5-4CEE-8357-E82B508215CD}" dt="2024-10-12T09:33:39.119" v="0" actId="47"/>
        <pc:sldMkLst>
          <pc:docMk/>
          <pc:sldMk cId="163811022" sldId="511"/>
        </pc:sldMkLst>
      </pc:sldChg>
      <pc:sldChg chg="del">
        <pc:chgData name="Ms Alina Arshad" userId="cccdfd85-d35d-4453-9c6f-a463aae40722" providerId="ADAL" clId="{9A8D5D83-33E5-4CEE-8357-E82B508215CD}" dt="2024-10-12T09:33:39.623" v="1" actId="47"/>
        <pc:sldMkLst>
          <pc:docMk/>
          <pc:sldMk cId="1045239677" sldId="512"/>
        </pc:sldMkLst>
      </pc:sldChg>
      <pc:sldChg chg="del">
        <pc:chgData name="Ms Alina Arshad" userId="cccdfd85-d35d-4453-9c6f-a463aae40722" providerId="ADAL" clId="{9A8D5D83-33E5-4CEE-8357-E82B508215CD}" dt="2024-10-12T09:33:39.815" v="7" actId="47"/>
        <pc:sldMkLst>
          <pc:docMk/>
          <pc:sldMk cId="711124051" sldId="516"/>
        </pc:sldMkLst>
      </pc:sldChg>
      <pc:sldChg chg="del">
        <pc:chgData name="Ms Alina Arshad" userId="cccdfd85-d35d-4453-9c6f-a463aae40722" providerId="ADAL" clId="{9A8D5D83-33E5-4CEE-8357-E82B508215CD}" dt="2024-10-12T09:33:39.657" v="2" actId="47"/>
        <pc:sldMkLst>
          <pc:docMk/>
          <pc:sldMk cId="2427267918" sldId="525"/>
        </pc:sldMkLst>
      </pc:sldChg>
      <pc:sldChg chg="del">
        <pc:chgData name="Ms Alina Arshad" userId="cccdfd85-d35d-4453-9c6f-a463aae40722" providerId="ADAL" clId="{9A8D5D83-33E5-4CEE-8357-E82B508215CD}" dt="2024-10-12T09:33:39.689" v="3" actId="47"/>
        <pc:sldMkLst>
          <pc:docMk/>
          <pc:sldMk cId="1270081800" sldId="526"/>
        </pc:sldMkLst>
      </pc:sldChg>
      <pc:sldChg chg="del">
        <pc:chgData name="Ms Alina Arshad" userId="cccdfd85-d35d-4453-9c6f-a463aae40722" providerId="ADAL" clId="{9A8D5D83-33E5-4CEE-8357-E82B508215CD}" dt="2024-10-12T09:33:39.721" v="4" actId="47"/>
        <pc:sldMkLst>
          <pc:docMk/>
          <pc:sldMk cId="870909777" sldId="527"/>
        </pc:sldMkLst>
      </pc:sldChg>
      <pc:sldChg chg="del">
        <pc:chgData name="Ms Alina Arshad" userId="cccdfd85-d35d-4453-9c6f-a463aae40722" providerId="ADAL" clId="{9A8D5D83-33E5-4CEE-8357-E82B508215CD}" dt="2024-10-12T09:33:39.769" v="5" actId="47"/>
        <pc:sldMkLst>
          <pc:docMk/>
          <pc:sldMk cId="503587932" sldId="528"/>
        </pc:sldMkLst>
      </pc:sldChg>
      <pc:sldChg chg="del">
        <pc:chgData name="Ms Alina Arshad" userId="cccdfd85-d35d-4453-9c6f-a463aae40722" providerId="ADAL" clId="{9A8D5D83-33E5-4CEE-8357-E82B508215CD}" dt="2024-10-12T09:33:39.792" v="6" actId="47"/>
        <pc:sldMkLst>
          <pc:docMk/>
          <pc:sldMk cId="1646226232" sldId="529"/>
        </pc:sldMkLst>
      </pc:sldChg>
    </pc:docChg>
  </pc:docChgLst>
  <pc:docChgLst>
    <pc:chgData name="Ms Alina Arshad" userId="cccdfd85-d35d-4453-9c6f-a463aae40722" providerId="ADAL" clId="{9D070D90-1526-4C33-8966-8ADF4EF98FAB}"/>
    <pc:docChg chg="undo custSel addSld delSld modSld sldOrd">
      <pc:chgData name="Ms Alina Arshad" userId="cccdfd85-d35d-4453-9c6f-a463aae40722" providerId="ADAL" clId="{9D070D90-1526-4C33-8966-8ADF4EF98FAB}" dt="2024-08-27T08:37:18.370" v="480" actId="1076"/>
      <pc:docMkLst>
        <pc:docMk/>
      </pc:docMkLst>
      <pc:sldChg chg="delSp modSp mod modAnim">
        <pc:chgData name="Ms Alina Arshad" userId="cccdfd85-d35d-4453-9c6f-a463aae40722" providerId="ADAL" clId="{9D070D90-1526-4C33-8966-8ADF4EF98FAB}" dt="2024-08-26T08:55:30.162" v="20" actId="27636"/>
        <pc:sldMkLst>
          <pc:docMk/>
          <pc:sldMk cId="0" sldId="351"/>
        </pc:sldMkLst>
        <pc:spChg chg="mod">
          <ac:chgData name="Ms Alina Arshad" userId="cccdfd85-d35d-4453-9c6f-a463aae40722" providerId="ADAL" clId="{9D070D90-1526-4C33-8966-8ADF4EF98FAB}" dt="2024-08-26T08:55:30.162" v="20" actId="27636"/>
          <ac:spMkLst>
            <pc:docMk/>
            <pc:sldMk cId="0" sldId="351"/>
            <ac:spMk id="3" creationId="{C0C22FA1-E5B0-AD82-96B5-C98C4EA3D56C}"/>
          </ac:spMkLst>
        </pc:spChg>
        <pc:grpChg chg="del">
          <ac:chgData name="Ms Alina Arshad" userId="cccdfd85-d35d-4453-9c6f-a463aae40722" providerId="ADAL" clId="{9D070D90-1526-4C33-8966-8ADF4EF98FAB}" dt="2024-08-26T08:52:15.902" v="6" actId="478"/>
          <ac:grpSpMkLst>
            <pc:docMk/>
            <pc:sldMk cId="0" sldId="351"/>
            <ac:grpSpMk id="2" creationId="{7F9631C9-A4A1-9EC8-8B28-D2C54EDAAC8E}"/>
          </ac:grpSpMkLst>
        </pc:grpChg>
      </pc:sldChg>
      <pc:sldChg chg="modSp mod">
        <pc:chgData name="Ms Alina Arshad" userId="cccdfd85-d35d-4453-9c6f-a463aae40722" providerId="ADAL" clId="{9D070D90-1526-4C33-8966-8ADF4EF98FAB}" dt="2024-08-27T08:37:18.370" v="480" actId="1076"/>
        <pc:sldMkLst>
          <pc:docMk/>
          <pc:sldMk cId="0" sldId="354"/>
        </pc:sldMkLst>
        <pc:spChg chg="mod">
          <ac:chgData name="Ms Alina Arshad" userId="cccdfd85-d35d-4453-9c6f-a463aae40722" providerId="ADAL" clId="{9D070D90-1526-4C33-8966-8ADF4EF98FAB}" dt="2024-08-27T08:37:18.370" v="480" actId="1076"/>
          <ac:spMkLst>
            <pc:docMk/>
            <pc:sldMk cId="0" sldId="354"/>
            <ac:spMk id="8" creationId="{643E073A-7DD6-73B9-FE08-31C2814707E7}"/>
          </ac:spMkLst>
        </pc:spChg>
        <pc:spChg chg="mod">
          <ac:chgData name="Ms Alina Arshad" userId="cccdfd85-d35d-4453-9c6f-a463aae40722" providerId="ADAL" clId="{9D070D90-1526-4C33-8966-8ADF4EF98FAB}" dt="2024-08-27T08:37:15.907" v="479" actId="1076"/>
          <ac:spMkLst>
            <pc:docMk/>
            <pc:sldMk cId="0" sldId="354"/>
            <ac:spMk id="25603" creationId="{BF524721-A574-8A8A-2F01-CF97DC19A676}"/>
          </ac:spMkLst>
        </pc:spChg>
      </pc:sldChg>
      <pc:sldChg chg="modSp mod">
        <pc:chgData name="Ms Alina Arshad" userId="cccdfd85-d35d-4453-9c6f-a463aae40722" providerId="ADAL" clId="{9D070D90-1526-4C33-8966-8ADF4EF98FAB}" dt="2024-08-26T08:55:46.777" v="21" actId="1076"/>
        <pc:sldMkLst>
          <pc:docMk/>
          <pc:sldMk cId="0" sldId="356"/>
        </pc:sldMkLst>
        <pc:spChg chg="mod">
          <ac:chgData name="Ms Alina Arshad" userId="cccdfd85-d35d-4453-9c6f-a463aae40722" providerId="ADAL" clId="{9D070D90-1526-4C33-8966-8ADF4EF98FAB}" dt="2024-08-26T06:59:26.289" v="3" actId="207"/>
          <ac:spMkLst>
            <pc:docMk/>
            <pc:sldMk cId="0" sldId="356"/>
            <ac:spMk id="3" creationId="{A0C26980-5FCF-11CE-42EA-C789EFC81BF9}"/>
          </ac:spMkLst>
        </pc:spChg>
        <pc:spChg chg="mod">
          <ac:chgData name="Ms Alina Arshad" userId="cccdfd85-d35d-4453-9c6f-a463aae40722" providerId="ADAL" clId="{9D070D90-1526-4C33-8966-8ADF4EF98FAB}" dt="2024-08-26T08:55:46.777" v="21" actId="1076"/>
          <ac:spMkLst>
            <pc:docMk/>
            <pc:sldMk cId="0" sldId="356"/>
            <ac:spMk id="21506" creationId="{2FDC0C03-1A50-AFEA-680D-11CB0080FD7C}"/>
          </ac:spMkLst>
        </pc:spChg>
      </pc:sldChg>
      <pc:sldChg chg="modSp mod">
        <pc:chgData name="Ms Alina Arshad" userId="cccdfd85-d35d-4453-9c6f-a463aae40722" providerId="ADAL" clId="{9D070D90-1526-4C33-8966-8ADF4EF98FAB}" dt="2024-08-26T08:57:57.549" v="23" actId="207"/>
        <pc:sldMkLst>
          <pc:docMk/>
          <pc:sldMk cId="0" sldId="357"/>
        </pc:sldMkLst>
        <pc:spChg chg="mod">
          <ac:chgData name="Ms Alina Arshad" userId="cccdfd85-d35d-4453-9c6f-a463aae40722" providerId="ADAL" clId="{9D070D90-1526-4C33-8966-8ADF4EF98FAB}" dt="2024-08-26T08:57:57.549" v="23" actId="207"/>
          <ac:spMkLst>
            <pc:docMk/>
            <pc:sldMk cId="0" sldId="357"/>
            <ac:spMk id="23554" creationId="{715C96A0-76EB-2410-6028-7CC970A627D0}"/>
          </ac:spMkLst>
        </pc:spChg>
      </pc:sldChg>
      <pc:sldChg chg="modSp mod">
        <pc:chgData name="Ms Alina Arshad" userId="cccdfd85-d35d-4453-9c6f-a463aae40722" providerId="ADAL" clId="{9D070D90-1526-4C33-8966-8ADF4EF98FAB}" dt="2024-08-26T08:59:32.937" v="31" actId="113"/>
        <pc:sldMkLst>
          <pc:docMk/>
          <pc:sldMk cId="0" sldId="359"/>
        </pc:sldMkLst>
        <pc:spChg chg="mod">
          <ac:chgData name="Ms Alina Arshad" userId="cccdfd85-d35d-4453-9c6f-a463aae40722" providerId="ADAL" clId="{9D070D90-1526-4C33-8966-8ADF4EF98FAB}" dt="2024-08-26T08:59:32.937" v="31" actId="113"/>
          <ac:spMkLst>
            <pc:docMk/>
            <pc:sldMk cId="0" sldId="359"/>
            <ac:spMk id="27650" creationId="{3601D225-8BCB-CD61-89F6-BD0091383FA4}"/>
          </ac:spMkLst>
        </pc:spChg>
      </pc:sldChg>
      <pc:sldChg chg="modSp mod">
        <pc:chgData name="Ms Alina Arshad" userId="cccdfd85-d35d-4453-9c6f-a463aae40722" providerId="ADAL" clId="{9D070D90-1526-4C33-8966-8ADF4EF98FAB}" dt="2024-08-26T09:01:41.296" v="33" actId="207"/>
        <pc:sldMkLst>
          <pc:docMk/>
          <pc:sldMk cId="0" sldId="360"/>
        </pc:sldMkLst>
        <pc:spChg chg="mod">
          <ac:chgData name="Ms Alina Arshad" userId="cccdfd85-d35d-4453-9c6f-a463aae40722" providerId="ADAL" clId="{9D070D90-1526-4C33-8966-8ADF4EF98FAB}" dt="2024-08-26T09:01:41.296" v="33" actId="207"/>
          <ac:spMkLst>
            <pc:docMk/>
            <pc:sldMk cId="0" sldId="360"/>
            <ac:spMk id="3" creationId="{5A29B148-68E9-42A4-AAEF-21C44FB97CC8}"/>
          </ac:spMkLst>
        </pc:spChg>
        <pc:spChg chg="mod">
          <ac:chgData name="Ms Alina Arshad" userId="cccdfd85-d35d-4453-9c6f-a463aae40722" providerId="ADAL" clId="{9D070D90-1526-4C33-8966-8ADF4EF98FAB}" dt="2024-08-26T08:59:33.484" v="32" actId="113"/>
          <ac:spMkLst>
            <pc:docMk/>
            <pc:sldMk cId="0" sldId="360"/>
            <ac:spMk id="28674" creationId="{5DF05B7C-3FB9-7AAD-79F2-F672F7AE8C7B}"/>
          </ac:spMkLst>
        </pc:spChg>
      </pc:sldChg>
      <pc:sldChg chg="modSp mod">
        <pc:chgData name="Ms Alina Arshad" userId="cccdfd85-d35d-4453-9c6f-a463aae40722" providerId="ADAL" clId="{9D070D90-1526-4C33-8966-8ADF4EF98FAB}" dt="2024-08-26T08:59:31.922" v="30" actId="113"/>
        <pc:sldMkLst>
          <pc:docMk/>
          <pc:sldMk cId="0" sldId="369"/>
        </pc:sldMkLst>
        <pc:spChg chg="mod">
          <ac:chgData name="Ms Alina Arshad" userId="cccdfd85-d35d-4453-9c6f-a463aae40722" providerId="ADAL" clId="{9D070D90-1526-4C33-8966-8ADF4EF98FAB}" dt="2024-08-26T08:59:31.922" v="30" actId="113"/>
          <ac:spMkLst>
            <pc:docMk/>
            <pc:sldMk cId="0" sldId="369"/>
            <ac:spMk id="26626" creationId="{A4F027D1-2AC1-1C80-C6CA-8BCE00F02C1D}"/>
          </ac:spMkLst>
        </pc:spChg>
      </pc:sldChg>
      <pc:sldChg chg="del">
        <pc:chgData name="Ms Alina Arshad" userId="cccdfd85-d35d-4453-9c6f-a463aae40722" providerId="ADAL" clId="{9D070D90-1526-4C33-8966-8ADF4EF98FAB}" dt="2024-08-26T09:03:11.641" v="34" actId="47"/>
        <pc:sldMkLst>
          <pc:docMk/>
          <pc:sldMk cId="3002628608" sldId="371"/>
        </pc:sldMkLst>
      </pc:sldChg>
      <pc:sldChg chg="modSp del mod">
        <pc:chgData name="Ms Alina Arshad" userId="cccdfd85-d35d-4453-9c6f-a463aae40722" providerId="ADAL" clId="{9D070D90-1526-4C33-8966-8ADF4EF98FAB}" dt="2024-08-26T09:03:53.121" v="36" actId="47"/>
        <pc:sldMkLst>
          <pc:docMk/>
          <pc:sldMk cId="0" sldId="372"/>
        </pc:sldMkLst>
        <pc:spChg chg="mod">
          <ac:chgData name="Ms Alina Arshad" userId="cccdfd85-d35d-4453-9c6f-a463aae40722" providerId="ADAL" clId="{9D070D90-1526-4C33-8966-8ADF4EF98FAB}" dt="2024-08-26T09:03:17.065" v="35" actId="207"/>
          <ac:spMkLst>
            <pc:docMk/>
            <pc:sldMk cId="0" sldId="372"/>
            <ac:spMk id="33794" creationId="{21B4FF6A-7A53-1B02-2C5F-197ADE8BB9A5}"/>
          </ac:spMkLst>
        </pc:spChg>
      </pc:sldChg>
      <pc:sldChg chg="modSp mod ord">
        <pc:chgData name="Ms Alina Arshad" userId="cccdfd85-d35d-4453-9c6f-a463aae40722" providerId="ADAL" clId="{9D070D90-1526-4C33-8966-8ADF4EF98FAB}" dt="2024-08-26T09:04:28.044" v="40"/>
        <pc:sldMkLst>
          <pc:docMk/>
          <pc:sldMk cId="511546327" sldId="385"/>
        </pc:sldMkLst>
        <pc:spChg chg="mod">
          <ac:chgData name="Ms Alina Arshad" userId="cccdfd85-d35d-4453-9c6f-a463aae40722" providerId="ADAL" clId="{9D070D90-1526-4C33-8966-8ADF4EF98FAB}" dt="2024-08-26T09:03:57.994" v="37" actId="207"/>
          <ac:spMkLst>
            <pc:docMk/>
            <pc:sldMk cId="511546327" sldId="385"/>
            <ac:spMk id="2" creationId="{00000000-0000-0000-0000-000000000000}"/>
          </ac:spMkLst>
        </pc:spChg>
        <pc:picChg chg="mod">
          <ac:chgData name="Ms Alina Arshad" userId="cccdfd85-d35d-4453-9c6f-a463aae40722" providerId="ADAL" clId="{9D070D90-1526-4C33-8966-8ADF4EF98FAB}" dt="2024-08-26T09:04:01.816" v="38" actId="1076"/>
          <ac:picMkLst>
            <pc:docMk/>
            <pc:sldMk cId="511546327" sldId="385"/>
            <ac:picMk id="6" creationId="{00000000-0000-0000-0000-000000000000}"/>
          </ac:picMkLst>
        </pc:picChg>
      </pc:sldChg>
      <pc:sldChg chg="del">
        <pc:chgData name="Ms Alina Arshad" userId="cccdfd85-d35d-4453-9c6f-a463aae40722" providerId="ADAL" clId="{9D070D90-1526-4C33-8966-8ADF4EF98FAB}" dt="2024-08-26T09:04:38.339" v="41" actId="47"/>
        <pc:sldMkLst>
          <pc:docMk/>
          <pc:sldMk cId="938158308" sldId="390"/>
        </pc:sldMkLst>
        <pc:spChg chg="mod">
          <ac:chgData name="Ms Alina Arshad" userId="cccdfd85-d35d-4453-9c6f-a463aae40722" providerId="ADAL" clId="{9D070D90-1526-4C33-8966-8ADF4EF98FAB}" dt="2024-08-26T09:06:18.885" v="52" actId="14100"/>
          <ac:spMkLst>
            <pc:docMk/>
            <pc:sldMk cId="938158308" sldId="390"/>
            <ac:spMk id="2" creationId="{CCD37E2F-361C-46F4-BD07-2D803DB23F9E}"/>
          </ac:spMkLst>
        </pc:spChg>
        <pc:spChg chg="mod">
          <ac:chgData name="Ms Alina Arshad" userId="cccdfd85-d35d-4453-9c6f-a463aae40722" providerId="ADAL" clId="{9D070D90-1526-4C33-8966-8ADF4EF98FAB}" dt="2024-08-26T09:06:10.008" v="47" actId="207"/>
          <ac:spMkLst>
            <pc:docMk/>
            <pc:sldMk cId="938158308" sldId="390"/>
            <ac:spMk id="3" creationId="{F59BCEDC-C5D1-42CB-8414-D9DBEA47ECB0}"/>
          </ac:spMkLst>
        </pc:spChg>
        <pc:spChg chg="del">
          <ac:chgData name="Ms Alina Arshad" userId="cccdfd85-d35d-4453-9c6f-a463aae40722" providerId="ADAL" clId="{9D070D90-1526-4C33-8966-8ADF4EF98FAB}" dt="2024-08-26T09:05:58.458" v="43" actId="478"/>
          <ac:spMkLst>
            <pc:docMk/>
            <pc:sldMk cId="938158308" sldId="390"/>
            <ac:spMk id="4" creationId="{00000000-0000-0000-0000-000000000000}"/>
          </ac:spMkLst>
        </pc:spChg>
        <pc:spChg chg="del">
          <ac:chgData name="Ms Alina Arshad" userId="cccdfd85-d35d-4453-9c6f-a463aae40722" providerId="ADAL" clId="{9D070D90-1526-4C33-8966-8ADF4EF98FAB}" dt="2024-08-26T09:06:01.138" v="44" actId="478"/>
          <ac:spMkLst>
            <pc:docMk/>
            <pc:sldMk cId="938158308" sldId="390"/>
            <ac:spMk id="5" creationId="{00000000-0000-0000-0000-000000000000}"/>
          </ac:spMkLst>
        </pc:spChg>
      </pc:sldChg>
      <pc:sldChg chg="delSp modSp add mod">
        <pc:chgData name="Ms Alina Arshad" userId="cccdfd85-d35d-4453-9c6f-a463aae40722" providerId="ADAL" clId="{9D070D90-1526-4C33-8966-8ADF4EF98FAB}" dt="2024-08-26T09:06:52.848" v="55" actId="1076"/>
        <pc:sldMkLst>
          <pc:docMk/>
          <pc:sldMk cId="3237861477" sldId="391"/>
        </pc:sldMkLst>
        <pc:spChg chg="mod">
          <ac:chgData name="Ms Alina Arshad" userId="cccdfd85-d35d-4453-9c6f-a463aae40722" providerId="ADAL" clId="{9D070D90-1526-4C33-8966-8ADF4EF98FAB}" dt="2024-08-26T09:06:52.848" v="55" actId="1076"/>
          <ac:spMkLst>
            <pc:docMk/>
            <pc:sldMk cId="3237861477" sldId="391"/>
            <ac:spMk id="2" creationId="{EDA72679-0F98-43B0-9C8E-609711DDE88A}"/>
          </ac:spMkLst>
        </pc:spChg>
        <pc:spChg chg="mod">
          <ac:chgData name="Ms Alina Arshad" userId="cccdfd85-d35d-4453-9c6f-a463aae40722" providerId="ADAL" clId="{9D070D90-1526-4C33-8966-8ADF4EF98FAB}" dt="2024-08-26T09:06:49.005" v="53" actId="207"/>
          <ac:spMkLst>
            <pc:docMk/>
            <pc:sldMk cId="3237861477" sldId="391"/>
            <ac:spMk id="3" creationId="{9F621F65-B7BE-4B1B-8A4D-34D27C89D961}"/>
          </ac:spMkLst>
        </pc:spChg>
        <pc:spChg chg="del">
          <ac:chgData name="Ms Alina Arshad" userId="cccdfd85-d35d-4453-9c6f-a463aae40722" providerId="ADAL" clId="{9D070D90-1526-4C33-8966-8ADF4EF98FAB}" dt="2024-08-26T09:06:04.744" v="45" actId="478"/>
          <ac:spMkLst>
            <pc:docMk/>
            <pc:sldMk cId="3237861477" sldId="391"/>
            <ac:spMk id="4" creationId="{00000000-0000-0000-0000-000000000000}"/>
          </ac:spMkLst>
        </pc:spChg>
        <pc:spChg chg="del">
          <ac:chgData name="Ms Alina Arshad" userId="cccdfd85-d35d-4453-9c6f-a463aae40722" providerId="ADAL" clId="{9D070D90-1526-4C33-8966-8ADF4EF98FAB}" dt="2024-08-26T09:06:06.196" v="46" actId="478"/>
          <ac:spMkLst>
            <pc:docMk/>
            <pc:sldMk cId="3237861477" sldId="391"/>
            <ac:spMk id="5" creationId="{00000000-0000-0000-0000-000000000000}"/>
          </ac:spMkLst>
        </pc:spChg>
      </pc:sldChg>
      <pc:sldChg chg="modSp new mod ord">
        <pc:chgData name="Ms Alina Arshad" userId="cccdfd85-d35d-4453-9c6f-a463aae40722" providerId="ADAL" clId="{9D070D90-1526-4C33-8966-8ADF4EF98FAB}" dt="2024-08-26T09:14:19.288" v="94"/>
        <pc:sldMkLst>
          <pc:docMk/>
          <pc:sldMk cId="3171797292" sldId="392"/>
        </pc:sldMkLst>
        <pc:spChg chg="mod">
          <ac:chgData name="Ms Alina Arshad" userId="cccdfd85-d35d-4453-9c6f-a463aae40722" providerId="ADAL" clId="{9D070D90-1526-4C33-8966-8ADF4EF98FAB}" dt="2024-08-26T09:08:44.241" v="76" actId="207"/>
          <ac:spMkLst>
            <pc:docMk/>
            <pc:sldMk cId="3171797292" sldId="392"/>
            <ac:spMk id="2" creationId="{71C7E6DC-E247-A1A6-4433-2D99DE757456}"/>
          </ac:spMkLst>
        </pc:spChg>
        <pc:spChg chg="mod">
          <ac:chgData name="Ms Alina Arshad" userId="cccdfd85-d35d-4453-9c6f-a463aae40722" providerId="ADAL" clId="{9D070D90-1526-4C33-8966-8ADF4EF98FAB}" dt="2024-08-26T09:09:47.517" v="87" actId="207"/>
          <ac:spMkLst>
            <pc:docMk/>
            <pc:sldMk cId="3171797292" sldId="392"/>
            <ac:spMk id="3" creationId="{8945664E-4C57-92F9-8D47-FA41D2EC3675}"/>
          </ac:spMkLst>
        </pc:spChg>
      </pc:sldChg>
      <pc:sldChg chg="new del">
        <pc:chgData name="Ms Alina Arshad" userId="cccdfd85-d35d-4453-9c6f-a463aae40722" providerId="ADAL" clId="{9D070D90-1526-4C33-8966-8ADF4EF98FAB}" dt="2024-08-26T09:08:28.926" v="57" actId="47"/>
        <pc:sldMkLst>
          <pc:docMk/>
          <pc:sldMk cId="3427654478" sldId="392"/>
        </pc:sldMkLst>
      </pc:sldChg>
      <pc:sldChg chg="delSp new del mod">
        <pc:chgData name="Ms Alina Arshad" userId="cccdfd85-d35d-4453-9c6f-a463aae40722" providerId="ADAL" clId="{9D070D90-1526-4C33-8966-8ADF4EF98FAB}" dt="2024-08-26T09:16:59.706" v="226" actId="47"/>
        <pc:sldMkLst>
          <pc:docMk/>
          <pc:sldMk cId="1468559554" sldId="393"/>
        </pc:sldMkLst>
        <pc:spChg chg="del">
          <ac:chgData name="Ms Alina Arshad" userId="cccdfd85-d35d-4453-9c6f-a463aae40722" providerId="ADAL" clId="{9D070D90-1526-4C33-8966-8ADF4EF98FAB}" dt="2024-08-26T09:14:10.928" v="92" actId="478"/>
          <ac:spMkLst>
            <pc:docMk/>
            <pc:sldMk cId="1468559554" sldId="393"/>
            <ac:spMk id="2" creationId="{7B3096DD-7254-94FB-B361-91D1E30F9BF0}"/>
          </ac:spMkLst>
        </pc:spChg>
        <pc:spChg chg="del">
          <ac:chgData name="Ms Alina Arshad" userId="cccdfd85-d35d-4453-9c6f-a463aae40722" providerId="ADAL" clId="{9D070D90-1526-4C33-8966-8ADF4EF98FAB}" dt="2024-08-26T09:14:09.350" v="91" actId="478"/>
          <ac:spMkLst>
            <pc:docMk/>
            <pc:sldMk cId="1468559554" sldId="393"/>
            <ac:spMk id="3" creationId="{D78851B1-4A44-FD00-8C39-D0F0F275E549}"/>
          </ac:spMkLst>
        </pc:spChg>
      </pc:sldChg>
      <pc:sldChg chg="modSp new mod">
        <pc:chgData name="Ms Alina Arshad" userId="cccdfd85-d35d-4453-9c6f-a463aae40722" providerId="ADAL" clId="{9D070D90-1526-4C33-8966-8ADF4EF98FAB}" dt="2024-08-26T09:16:54.548" v="225"/>
        <pc:sldMkLst>
          <pc:docMk/>
          <pc:sldMk cId="3643065844" sldId="394"/>
        </pc:sldMkLst>
        <pc:spChg chg="mod">
          <ac:chgData name="Ms Alina Arshad" userId="cccdfd85-d35d-4453-9c6f-a463aae40722" providerId="ADAL" clId="{9D070D90-1526-4C33-8966-8ADF4EF98FAB}" dt="2024-08-26T09:16:54.548" v="225"/>
          <ac:spMkLst>
            <pc:docMk/>
            <pc:sldMk cId="3643065844" sldId="394"/>
            <ac:spMk id="2" creationId="{56FB64E0-A331-330A-441B-B3C636221533}"/>
          </ac:spMkLst>
        </pc:spChg>
        <pc:spChg chg="mod">
          <ac:chgData name="Ms Alina Arshad" userId="cccdfd85-d35d-4453-9c6f-a463aae40722" providerId="ADAL" clId="{9D070D90-1526-4C33-8966-8ADF4EF98FAB}" dt="2024-08-26T09:16:41.558" v="224" actId="20577"/>
          <ac:spMkLst>
            <pc:docMk/>
            <pc:sldMk cId="3643065844" sldId="394"/>
            <ac:spMk id="3" creationId="{22ACE35B-3318-313E-A6ED-E9C39A6CC46C}"/>
          </ac:spMkLst>
        </pc:spChg>
      </pc:sldChg>
      <pc:sldChg chg="addSp modSp new mod">
        <pc:chgData name="Ms Alina Arshad" userId="cccdfd85-d35d-4453-9c6f-a463aae40722" providerId="ADAL" clId="{9D070D90-1526-4C33-8966-8ADF4EF98FAB}" dt="2024-08-26T09:19:42.253" v="237" actId="1076"/>
        <pc:sldMkLst>
          <pc:docMk/>
          <pc:sldMk cId="129645018" sldId="395"/>
        </pc:sldMkLst>
        <pc:spChg chg="add mod">
          <ac:chgData name="Ms Alina Arshad" userId="cccdfd85-d35d-4453-9c6f-a463aae40722" providerId="ADAL" clId="{9D070D90-1526-4C33-8966-8ADF4EF98FAB}" dt="2024-08-26T09:19:10.813" v="231" actId="1076"/>
          <ac:spMkLst>
            <pc:docMk/>
            <pc:sldMk cId="129645018" sldId="395"/>
            <ac:spMk id="3" creationId="{AE48E4DB-1020-2267-9323-EA4B0A7A40F7}"/>
          </ac:spMkLst>
        </pc:spChg>
        <pc:spChg chg="add mod">
          <ac:chgData name="Ms Alina Arshad" userId="cccdfd85-d35d-4453-9c6f-a463aae40722" providerId="ADAL" clId="{9D070D90-1526-4C33-8966-8ADF4EF98FAB}" dt="2024-08-26T09:19:42.253" v="237" actId="1076"/>
          <ac:spMkLst>
            <pc:docMk/>
            <pc:sldMk cId="129645018" sldId="395"/>
            <ac:spMk id="4" creationId="{E314460D-0C28-0074-04BC-D8A2FC53EC0F}"/>
          </ac:spMkLst>
        </pc:spChg>
      </pc:sldChg>
      <pc:sldChg chg="addSp delSp modSp new del mod">
        <pc:chgData name="Ms Alina Arshad" userId="cccdfd85-d35d-4453-9c6f-a463aae40722" providerId="ADAL" clId="{9D070D90-1526-4C33-8966-8ADF4EF98FAB}" dt="2024-08-26T09:50:52.084" v="253" actId="47"/>
        <pc:sldMkLst>
          <pc:docMk/>
          <pc:sldMk cId="195136698" sldId="396"/>
        </pc:sldMkLst>
        <pc:spChg chg="del">
          <ac:chgData name="Ms Alina Arshad" userId="cccdfd85-d35d-4453-9c6f-a463aae40722" providerId="ADAL" clId="{9D070D90-1526-4C33-8966-8ADF4EF98FAB}" dt="2024-08-26T09:50:10.617" v="243" actId="478"/>
          <ac:spMkLst>
            <pc:docMk/>
            <pc:sldMk cId="195136698" sldId="396"/>
            <ac:spMk id="2" creationId="{339A6985-72FC-5A91-A4DF-3F5B5298DCF8}"/>
          </ac:spMkLst>
        </pc:spChg>
        <pc:spChg chg="del">
          <ac:chgData name="Ms Alina Arshad" userId="cccdfd85-d35d-4453-9c6f-a463aae40722" providerId="ADAL" clId="{9D070D90-1526-4C33-8966-8ADF4EF98FAB}" dt="2024-08-26T09:49:52.682" v="240" actId="478"/>
          <ac:spMkLst>
            <pc:docMk/>
            <pc:sldMk cId="195136698" sldId="396"/>
            <ac:spMk id="3" creationId="{7878009F-28FC-5074-A45A-CC4FA57569B8}"/>
          </ac:spMkLst>
        </pc:spChg>
        <pc:spChg chg="add mod">
          <ac:chgData name="Ms Alina Arshad" userId="cccdfd85-d35d-4453-9c6f-a463aae40722" providerId="ADAL" clId="{9D070D90-1526-4C33-8966-8ADF4EF98FAB}" dt="2024-08-26T09:49:59.992" v="242" actId="14100"/>
          <ac:spMkLst>
            <pc:docMk/>
            <pc:sldMk cId="195136698" sldId="396"/>
            <ac:spMk id="4" creationId="{EC782C3C-54D3-9B18-19A8-E0A2A4D1DF4A}"/>
          </ac:spMkLst>
        </pc:spChg>
        <pc:spChg chg="add">
          <ac:chgData name="Ms Alina Arshad" userId="cccdfd85-d35d-4453-9c6f-a463aae40722" providerId="ADAL" clId="{9D070D90-1526-4C33-8966-8ADF4EF98FAB}" dt="2024-08-26T09:49:45.156" v="239"/>
          <ac:spMkLst>
            <pc:docMk/>
            <pc:sldMk cId="195136698" sldId="396"/>
            <ac:spMk id="5" creationId="{DD9F2442-6369-3A35-4A3E-0B47D0C8A4F0}"/>
          </ac:spMkLst>
        </pc:spChg>
        <pc:spChg chg="add">
          <ac:chgData name="Ms Alina Arshad" userId="cccdfd85-d35d-4453-9c6f-a463aae40722" providerId="ADAL" clId="{9D070D90-1526-4C33-8966-8ADF4EF98FAB}" dt="2024-08-26T09:49:45.156" v="239"/>
          <ac:spMkLst>
            <pc:docMk/>
            <pc:sldMk cId="195136698" sldId="396"/>
            <ac:spMk id="6" creationId="{DFEC5ACE-098C-E847-DA0F-9EEFCAC48C76}"/>
          </ac:spMkLst>
        </pc:spChg>
      </pc:sldChg>
      <pc:sldChg chg="addSp delSp modSp new mod">
        <pc:chgData name="Ms Alina Arshad" userId="cccdfd85-d35d-4453-9c6f-a463aae40722" providerId="ADAL" clId="{9D070D90-1526-4C33-8966-8ADF4EF98FAB}" dt="2024-08-27T04:54:01.181" v="478" actId="20577"/>
        <pc:sldMkLst>
          <pc:docMk/>
          <pc:sldMk cId="2801136258" sldId="397"/>
        </pc:sldMkLst>
        <pc:spChg chg="add mod">
          <ac:chgData name="Ms Alina Arshad" userId="cccdfd85-d35d-4453-9c6f-a463aae40722" providerId="ADAL" clId="{9D070D90-1526-4C33-8966-8ADF4EF98FAB}" dt="2024-08-27T04:54:01.181" v="478" actId="20577"/>
          <ac:spMkLst>
            <pc:docMk/>
            <pc:sldMk cId="2801136258" sldId="397"/>
            <ac:spMk id="2" creationId="{0AA35CFD-1519-F917-F636-053D59CFD9D1}"/>
          </ac:spMkLst>
        </pc:spChg>
        <pc:spChg chg="add">
          <ac:chgData name="Ms Alina Arshad" userId="cccdfd85-d35d-4453-9c6f-a463aae40722" providerId="ADAL" clId="{9D070D90-1526-4C33-8966-8ADF4EF98FAB}" dt="2024-08-27T04:49:53.463" v="336"/>
          <ac:spMkLst>
            <pc:docMk/>
            <pc:sldMk cId="2801136258" sldId="397"/>
            <ac:spMk id="3" creationId="{1A518913-A396-ACDA-F801-842CC2F63381}"/>
          </ac:spMkLst>
        </pc:spChg>
        <pc:spChg chg="add del mod">
          <ac:chgData name="Ms Alina Arshad" userId="cccdfd85-d35d-4453-9c6f-a463aae40722" providerId="ADAL" clId="{9D070D90-1526-4C33-8966-8ADF4EF98FAB}" dt="2024-08-26T09:51:37.534" v="264" actId="478"/>
          <ac:spMkLst>
            <pc:docMk/>
            <pc:sldMk cId="2801136258" sldId="397"/>
            <ac:spMk id="3" creationId="{D417D5B8-68C8-6DC5-BEEC-D1BEBA8C2A61}"/>
          </ac:spMkLst>
        </pc:spChg>
        <pc:spChg chg="add mod">
          <ac:chgData name="Ms Alina Arshad" userId="cccdfd85-d35d-4453-9c6f-a463aae40722" providerId="ADAL" clId="{9D070D90-1526-4C33-8966-8ADF4EF98FAB}" dt="2024-08-26T09:51:57.527" v="269" actId="1076"/>
          <ac:spMkLst>
            <pc:docMk/>
            <pc:sldMk cId="2801136258" sldId="397"/>
            <ac:spMk id="4" creationId="{9F6CA550-4BA9-D211-315D-511871109AFE}"/>
          </ac:spMkLst>
        </pc:spChg>
      </pc:sldChg>
      <pc:sldChg chg="new del">
        <pc:chgData name="Ms Alina Arshad" userId="cccdfd85-d35d-4453-9c6f-a463aae40722" providerId="ADAL" clId="{9D070D90-1526-4C33-8966-8ADF4EF98FAB}" dt="2024-08-27T04:43:07.654" v="271" actId="47"/>
        <pc:sldMkLst>
          <pc:docMk/>
          <pc:sldMk cId="1625032331" sldId="398"/>
        </pc:sldMkLst>
      </pc:sldChg>
      <pc:sldChg chg="addSp modSp new mod">
        <pc:chgData name="Ms Alina Arshad" userId="cccdfd85-d35d-4453-9c6f-a463aae40722" providerId="ADAL" clId="{9D070D90-1526-4C33-8966-8ADF4EF98FAB}" dt="2024-08-27T04:46:49.038" v="312" actId="21"/>
        <pc:sldMkLst>
          <pc:docMk/>
          <pc:sldMk cId="2310894512" sldId="398"/>
        </pc:sldMkLst>
        <pc:graphicFrameChg chg="add mod modGraphic">
          <ac:chgData name="Ms Alina Arshad" userId="cccdfd85-d35d-4453-9c6f-a463aae40722" providerId="ADAL" clId="{9D070D90-1526-4C33-8966-8ADF4EF98FAB}" dt="2024-08-27T04:46:49.038" v="312" actId="21"/>
          <ac:graphicFrameMkLst>
            <pc:docMk/>
            <pc:sldMk cId="2310894512" sldId="398"/>
            <ac:graphicFrameMk id="2" creationId="{0805F1E4-B84C-1BA4-9718-16AA4D217A43}"/>
          </ac:graphicFrameMkLst>
        </pc:graphicFrameChg>
      </pc:sldChg>
      <pc:sldChg chg="addSp modSp new mod">
        <pc:chgData name="Ms Alina Arshad" userId="cccdfd85-d35d-4453-9c6f-a463aae40722" providerId="ADAL" clId="{9D070D90-1526-4C33-8966-8ADF4EF98FAB}" dt="2024-08-27T04:48:27.289" v="332" actId="1076"/>
        <pc:sldMkLst>
          <pc:docMk/>
          <pc:sldMk cId="4103277343" sldId="399"/>
        </pc:sldMkLst>
        <pc:spChg chg="add mod">
          <ac:chgData name="Ms Alina Arshad" userId="cccdfd85-d35d-4453-9c6f-a463aae40722" providerId="ADAL" clId="{9D070D90-1526-4C33-8966-8ADF4EF98FAB}" dt="2024-08-27T04:48:27.289" v="332" actId="1076"/>
          <ac:spMkLst>
            <pc:docMk/>
            <pc:sldMk cId="4103277343" sldId="399"/>
            <ac:spMk id="4" creationId="{4C670BC4-2223-4809-FDC3-575B071F5472}"/>
          </ac:spMkLst>
        </pc:spChg>
        <pc:graphicFrameChg chg="add mod modGraphic">
          <ac:chgData name="Ms Alina Arshad" userId="cccdfd85-d35d-4453-9c6f-a463aae40722" providerId="ADAL" clId="{9D070D90-1526-4C33-8966-8ADF4EF98FAB}" dt="2024-08-27T04:48:11.618" v="325" actId="1076"/>
          <ac:graphicFrameMkLst>
            <pc:docMk/>
            <pc:sldMk cId="4103277343" sldId="399"/>
            <ac:graphicFrameMk id="2" creationId="{6D781DE9-F107-AAE6-19E7-A44FE0997EAB}"/>
          </ac:graphicFrameMkLst>
        </pc:graphicFrameChg>
      </pc:sldChg>
    </pc:docChg>
  </pc:docChgLst>
  <pc:docChgLst>
    <pc:chgData name="Ms Alina Arshad" userId="cccdfd85-d35d-4453-9c6f-a463aae40722" providerId="ADAL" clId="{EADAEE91-4A7C-4065-A245-779568A60DD0}"/>
    <pc:docChg chg="undo custSel addSld delSld modSld sldOrd">
      <pc:chgData name="Ms Alina Arshad" userId="cccdfd85-d35d-4453-9c6f-a463aae40722" providerId="ADAL" clId="{EADAEE91-4A7C-4065-A245-779568A60DD0}" dt="2024-08-25T15:14:04.534" v="324" actId="2696"/>
      <pc:docMkLst>
        <pc:docMk/>
      </pc:docMkLst>
      <pc:sldChg chg="del">
        <pc:chgData name="Ms Alina Arshad" userId="cccdfd85-d35d-4453-9c6f-a463aae40722" providerId="ADAL" clId="{EADAEE91-4A7C-4065-A245-779568A60DD0}" dt="2024-08-25T13:34:30.844" v="2" actId="47"/>
        <pc:sldMkLst>
          <pc:docMk/>
          <pc:sldMk cId="3829966237" sldId="341"/>
        </pc:sldMkLst>
      </pc:sldChg>
      <pc:sldChg chg="del">
        <pc:chgData name="Ms Alina Arshad" userId="cccdfd85-d35d-4453-9c6f-a463aae40722" providerId="ADAL" clId="{EADAEE91-4A7C-4065-A245-779568A60DD0}" dt="2024-08-25T13:34:31.597" v="3" actId="47"/>
        <pc:sldMkLst>
          <pc:docMk/>
          <pc:sldMk cId="1130609535" sldId="342"/>
        </pc:sldMkLst>
      </pc:sldChg>
      <pc:sldChg chg="delSp modSp del mod">
        <pc:chgData name="Ms Alina Arshad" userId="cccdfd85-d35d-4453-9c6f-a463aae40722" providerId="ADAL" clId="{EADAEE91-4A7C-4065-A245-779568A60DD0}" dt="2024-08-25T15:09:29.508" v="302" actId="47"/>
        <pc:sldMkLst>
          <pc:docMk/>
          <pc:sldMk cId="47593581" sldId="345"/>
        </pc:sldMkLst>
        <pc:spChg chg="mod">
          <ac:chgData name="Ms Alina Arshad" userId="cccdfd85-d35d-4453-9c6f-a463aae40722" providerId="ADAL" clId="{EADAEE91-4A7C-4065-A245-779568A60DD0}" dt="2024-08-25T13:41:42.034" v="13" actId="14100"/>
          <ac:spMkLst>
            <pc:docMk/>
            <pc:sldMk cId="47593581" sldId="345"/>
            <ac:spMk id="2" creationId="{7E51EDD7-5122-4590-8B7F-DC837E23C380}"/>
          </ac:spMkLst>
        </pc:spChg>
        <pc:spChg chg="mod">
          <ac:chgData name="Ms Alina Arshad" userId="cccdfd85-d35d-4453-9c6f-a463aae40722" providerId="ADAL" clId="{EADAEE91-4A7C-4065-A245-779568A60DD0}" dt="2024-08-25T13:58:46.017" v="100" actId="12"/>
          <ac:spMkLst>
            <pc:docMk/>
            <pc:sldMk cId="47593581" sldId="345"/>
            <ac:spMk id="3" creationId="{2DFF783D-CE62-42B7-AF33-34074E4461A2}"/>
          </ac:spMkLst>
        </pc:spChg>
        <pc:spChg chg="del">
          <ac:chgData name="Ms Alina Arshad" userId="cccdfd85-d35d-4453-9c6f-a463aae40722" providerId="ADAL" clId="{EADAEE91-4A7C-4065-A245-779568A60DD0}" dt="2024-08-25T13:41:32.883" v="10" actId="478"/>
          <ac:spMkLst>
            <pc:docMk/>
            <pc:sldMk cId="47593581" sldId="345"/>
            <ac:spMk id="4" creationId="{00000000-0000-0000-0000-000000000000}"/>
          </ac:spMkLst>
        </pc:spChg>
        <pc:spChg chg="del">
          <ac:chgData name="Ms Alina Arshad" userId="cccdfd85-d35d-4453-9c6f-a463aae40722" providerId="ADAL" clId="{EADAEE91-4A7C-4065-A245-779568A60DD0}" dt="2024-08-25T13:41:34.842" v="11" actId="478"/>
          <ac:spMkLst>
            <pc:docMk/>
            <pc:sldMk cId="47593581" sldId="345"/>
            <ac:spMk id="5" creationId="{00000000-0000-0000-0000-000000000000}"/>
          </ac:spMkLst>
        </pc:spChg>
      </pc:sldChg>
      <pc:sldChg chg="delSp modSp del mod">
        <pc:chgData name="Ms Alina Arshad" userId="cccdfd85-d35d-4453-9c6f-a463aae40722" providerId="ADAL" clId="{EADAEE91-4A7C-4065-A245-779568A60DD0}" dt="2024-08-25T15:09:30.905" v="303" actId="47"/>
        <pc:sldMkLst>
          <pc:docMk/>
          <pc:sldMk cId="4118113692" sldId="346"/>
        </pc:sldMkLst>
        <pc:spChg chg="mod">
          <ac:chgData name="Ms Alina Arshad" userId="cccdfd85-d35d-4453-9c6f-a463aae40722" providerId="ADAL" clId="{EADAEE91-4A7C-4065-A245-779568A60DD0}" dt="2024-08-25T13:42:05.951" v="20" actId="1076"/>
          <ac:spMkLst>
            <pc:docMk/>
            <pc:sldMk cId="4118113692" sldId="346"/>
            <ac:spMk id="2" creationId="{189AF601-8D70-417E-83F0-4C2544ACF381}"/>
          </ac:spMkLst>
        </pc:spChg>
        <pc:spChg chg="mod">
          <ac:chgData name="Ms Alina Arshad" userId="cccdfd85-d35d-4453-9c6f-a463aae40722" providerId="ADAL" clId="{EADAEE91-4A7C-4065-A245-779568A60DD0}" dt="2024-08-25T13:42:08.883" v="21" actId="207"/>
          <ac:spMkLst>
            <pc:docMk/>
            <pc:sldMk cId="4118113692" sldId="346"/>
            <ac:spMk id="3" creationId="{7994D1C3-C6BD-49FE-ADD7-107918564080}"/>
          </ac:spMkLst>
        </pc:spChg>
        <pc:spChg chg="del">
          <ac:chgData name="Ms Alina Arshad" userId="cccdfd85-d35d-4453-9c6f-a463aae40722" providerId="ADAL" clId="{EADAEE91-4A7C-4065-A245-779568A60DD0}" dt="2024-08-25T13:41:52.482" v="15" actId="478"/>
          <ac:spMkLst>
            <pc:docMk/>
            <pc:sldMk cId="4118113692" sldId="346"/>
            <ac:spMk id="4" creationId="{00000000-0000-0000-0000-000000000000}"/>
          </ac:spMkLst>
        </pc:spChg>
        <pc:spChg chg="del">
          <ac:chgData name="Ms Alina Arshad" userId="cccdfd85-d35d-4453-9c6f-a463aae40722" providerId="ADAL" clId="{EADAEE91-4A7C-4065-A245-779568A60DD0}" dt="2024-08-25T13:41:54.245" v="16" actId="478"/>
          <ac:spMkLst>
            <pc:docMk/>
            <pc:sldMk cId="4118113692" sldId="346"/>
            <ac:spMk id="5" creationId="{00000000-0000-0000-0000-000000000000}"/>
          </ac:spMkLst>
        </pc:spChg>
      </pc:sldChg>
      <pc:sldChg chg="delSp modSp del mod">
        <pc:chgData name="Ms Alina Arshad" userId="cccdfd85-d35d-4453-9c6f-a463aae40722" providerId="ADAL" clId="{EADAEE91-4A7C-4065-A245-779568A60DD0}" dt="2024-08-25T15:09:31.592" v="304" actId="47"/>
        <pc:sldMkLst>
          <pc:docMk/>
          <pc:sldMk cId="1592470958" sldId="347"/>
        </pc:sldMkLst>
        <pc:spChg chg="mod">
          <ac:chgData name="Ms Alina Arshad" userId="cccdfd85-d35d-4453-9c6f-a463aae40722" providerId="ADAL" clId="{EADAEE91-4A7C-4065-A245-779568A60DD0}" dt="2024-08-25T13:42:20.300" v="24" actId="1076"/>
          <ac:spMkLst>
            <pc:docMk/>
            <pc:sldMk cId="1592470958" sldId="347"/>
            <ac:spMk id="2" creationId="{4095D5A0-FF21-4C13-A9F4-11F27B882005}"/>
          </ac:spMkLst>
        </pc:spChg>
        <pc:spChg chg="mod">
          <ac:chgData name="Ms Alina Arshad" userId="cccdfd85-d35d-4453-9c6f-a463aae40722" providerId="ADAL" clId="{EADAEE91-4A7C-4065-A245-779568A60DD0}" dt="2024-08-25T13:42:28.221" v="27" actId="255"/>
          <ac:spMkLst>
            <pc:docMk/>
            <pc:sldMk cId="1592470958" sldId="347"/>
            <ac:spMk id="3" creationId="{D93D2A2A-F7B4-4BEE-A16C-64E5A2B22228}"/>
          </ac:spMkLst>
        </pc:spChg>
        <pc:spChg chg="del">
          <ac:chgData name="Ms Alina Arshad" userId="cccdfd85-d35d-4453-9c6f-a463aae40722" providerId="ADAL" clId="{EADAEE91-4A7C-4065-A245-779568A60DD0}" dt="2024-08-25T13:42:31.109" v="28" actId="478"/>
          <ac:spMkLst>
            <pc:docMk/>
            <pc:sldMk cId="1592470958" sldId="347"/>
            <ac:spMk id="4" creationId="{00000000-0000-0000-0000-000000000000}"/>
          </ac:spMkLst>
        </pc:spChg>
        <pc:spChg chg="del">
          <ac:chgData name="Ms Alina Arshad" userId="cccdfd85-d35d-4453-9c6f-a463aae40722" providerId="ADAL" clId="{EADAEE91-4A7C-4065-A245-779568A60DD0}" dt="2024-08-25T13:42:33.014" v="29" actId="478"/>
          <ac:spMkLst>
            <pc:docMk/>
            <pc:sldMk cId="1592470958" sldId="347"/>
            <ac:spMk id="5" creationId="{00000000-0000-0000-0000-000000000000}"/>
          </ac:spMkLst>
        </pc:spChg>
      </pc:sldChg>
      <pc:sldChg chg="delSp modSp del mod">
        <pc:chgData name="Ms Alina Arshad" userId="cccdfd85-d35d-4453-9c6f-a463aae40722" providerId="ADAL" clId="{EADAEE91-4A7C-4065-A245-779568A60DD0}" dt="2024-08-25T15:09:32.177" v="305" actId="47"/>
        <pc:sldMkLst>
          <pc:docMk/>
          <pc:sldMk cId="2505751039" sldId="348"/>
        </pc:sldMkLst>
        <pc:spChg chg="mod">
          <ac:chgData name="Ms Alina Arshad" userId="cccdfd85-d35d-4453-9c6f-a463aae40722" providerId="ADAL" clId="{EADAEE91-4A7C-4065-A245-779568A60DD0}" dt="2024-08-25T13:42:47.129" v="31" actId="1076"/>
          <ac:spMkLst>
            <pc:docMk/>
            <pc:sldMk cId="2505751039" sldId="348"/>
            <ac:spMk id="2" creationId="{09840C44-A6AE-44E7-AB9D-97CB7C1C0B3B}"/>
          </ac:spMkLst>
        </pc:spChg>
        <pc:spChg chg="mod">
          <ac:chgData name="Ms Alina Arshad" userId="cccdfd85-d35d-4453-9c6f-a463aae40722" providerId="ADAL" clId="{EADAEE91-4A7C-4065-A245-779568A60DD0}" dt="2024-08-25T13:42:54.716" v="33" actId="207"/>
          <ac:spMkLst>
            <pc:docMk/>
            <pc:sldMk cId="2505751039" sldId="348"/>
            <ac:spMk id="3" creationId="{D9B437DC-A3DB-401E-B265-1B37EED2AEE1}"/>
          </ac:spMkLst>
        </pc:spChg>
        <pc:spChg chg="del">
          <ac:chgData name="Ms Alina Arshad" userId="cccdfd85-d35d-4453-9c6f-a463aae40722" providerId="ADAL" clId="{EADAEE91-4A7C-4065-A245-779568A60DD0}" dt="2024-08-25T13:42:58.434" v="34" actId="478"/>
          <ac:spMkLst>
            <pc:docMk/>
            <pc:sldMk cId="2505751039" sldId="348"/>
            <ac:spMk id="4" creationId="{00000000-0000-0000-0000-000000000000}"/>
          </ac:spMkLst>
        </pc:spChg>
        <pc:spChg chg="del">
          <ac:chgData name="Ms Alina Arshad" userId="cccdfd85-d35d-4453-9c6f-a463aae40722" providerId="ADAL" clId="{EADAEE91-4A7C-4065-A245-779568A60DD0}" dt="2024-08-25T13:43:01.831" v="35" actId="478"/>
          <ac:spMkLst>
            <pc:docMk/>
            <pc:sldMk cId="2505751039" sldId="348"/>
            <ac:spMk id="5" creationId="{00000000-0000-0000-0000-000000000000}"/>
          </ac:spMkLst>
        </pc:spChg>
      </pc:sldChg>
      <pc:sldChg chg="delSp modSp del mod">
        <pc:chgData name="Ms Alina Arshad" userId="cccdfd85-d35d-4453-9c6f-a463aae40722" providerId="ADAL" clId="{EADAEE91-4A7C-4065-A245-779568A60DD0}" dt="2024-08-25T15:09:32.959" v="306" actId="47"/>
        <pc:sldMkLst>
          <pc:docMk/>
          <pc:sldMk cId="662195488" sldId="349"/>
        </pc:sldMkLst>
        <pc:spChg chg="mod">
          <ac:chgData name="Ms Alina Arshad" userId="cccdfd85-d35d-4453-9c6f-a463aae40722" providerId="ADAL" clId="{EADAEE91-4A7C-4065-A245-779568A60DD0}" dt="2024-08-25T13:43:11.222" v="38" actId="207"/>
          <ac:spMkLst>
            <pc:docMk/>
            <pc:sldMk cId="662195488" sldId="349"/>
            <ac:spMk id="2" creationId="{E948826E-E54E-49E5-A1BB-A247D73F4654}"/>
          </ac:spMkLst>
        </pc:spChg>
        <pc:spChg chg="mod">
          <ac:chgData name="Ms Alina Arshad" userId="cccdfd85-d35d-4453-9c6f-a463aae40722" providerId="ADAL" clId="{EADAEE91-4A7C-4065-A245-779568A60DD0}" dt="2024-08-25T13:43:30.275" v="42" actId="207"/>
          <ac:spMkLst>
            <pc:docMk/>
            <pc:sldMk cId="662195488" sldId="349"/>
            <ac:spMk id="3" creationId="{73CAB96E-5D26-4FBA-93D4-48E335D0109C}"/>
          </ac:spMkLst>
        </pc:spChg>
        <pc:spChg chg="del">
          <ac:chgData name="Ms Alina Arshad" userId="cccdfd85-d35d-4453-9c6f-a463aae40722" providerId="ADAL" clId="{EADAEE91-4A7C-4065-A245-779568A60DD0}" dt="2024-08-25T13:43:21.984" v="40" actId="478"/>
          <ac:spMkLst>
            <pc:docMk/>
            <pc:sldMk cId="662195488" sldId="349"/>
            <ac:spMk id="4" creationId="{00000000-0000-0000-0000-000000000000}"/>
          </ac:spMkLst>
        </pc:spChg>
        <pc:spChg chg="del">
          <ac:chgData name="Ms Alina Arshad" userId="cccdfd85-d35d-4453-9c6f-a463aae40722" providerId="ADAL" clId="{EADAEE91-4A7C-4065-A245-779568A60DD0}" dt="2024-08-25T13:43:25.868" v="41" actId="478"/>
          <ac:spMkLst>
            <pc:docMk/>
            <pc:sldMk cId="662195488" sldId="349"/>
            <ac:spMk id="5" creationId="{00000000-0000-0000-0000-000000000000}"/>
          </ac:spMkLst>
        </pc:spChg>
      </pc:sldChg>
      <pc:sldChg chg="modSp add mod">
        <pc:chgData name="Ms Alina Arshad" userId="cccdfd85-d35d-4453-9c6f-a463aae40722" providerId="ADAL" clId="{EADAEE91-4A7C-4065-A245-779568A60DD0}" dt="2024-08-25T14:58:19.557" v="149" actId="207"/>
        <pc:sldMkLst>
          <pc:docMk/>
          <pc:sldMk cId="0" sldId="350"/>
        </pc:sldMkLst>
        <pc:spChg chg="mod">
          <ac:chgData name="Ms Alina Arshad" userId="cccdfd85-d35d-4453-9c6f-a463aae40722" providerId="ADAL" clId="{EADAEE91-4A7C-4065-A245-779568A60DD0}" dt="2024-08-25T14:58:19.557" v="149" actId="207"/>
          <ac:spMkLst>
            <pc:docMk/>
            <pc:sldMk cId="0" sldId="350"/>
            <ac:spMk id="18434" creationId="{A577BD20-D1FF-1BEE-9621-64AB62F59F87}"/>
          </ac:spMkLst>
        </pc:spChg>
      </pc:sldChg>
      <pc:sldChg chg="modSp add mod">
        <pc:chgData name="Ms Alina Arshad" userId="cccdfd85-d35d-4453-9c6f-a463aae40722" providerId="ADAL" clId="{EADAEE91-4A7C-4065-A245-779568A60DD0}" dt="2024-08-25T14:59:22.631" v="165" actId="27636"/>
        <pc:sldMkLst>
          <pc:docMk/>
          <pc:sldMk cId="0" sldId="351"/>
        </pc:sldMkLst>
        <pc:spChg chg="mod">
          <ac:chgData name="Ms Alina Arshad" userId="cccdfd85-d35d-4453-9c6f-a463aae40722" providerId="ADAL" clId="{EADAEE91-4A7C-4065-A245-779568A60DD0}" dt="2024-08-25T14:59:22.631" v="165" actId="27636"/>
          <ac:spMkLst>
            <pc:docMk/>
            <pc:sldMk cId="0" sldId="351"/>
            <ac:spMk id="3" creationId="{C0C22FA1-E5B0-AD82-96B5-C98C4EA3D56C}"/>
          </ac:spMkLst>
        </pc:spChg>
        <pc:spChg chg="mod">
          <ac:chgData name="Ms Alina Arshad" userId="cccdfd85-d35d-4453-9c6f-a463aae40722" providerId="ADAL" clId="{EADAEE91-4A7C-4065-A245-779568A60DD0}" dt="2024-08-25T14:58:57.020" v="157" actId="1076"/>
          <ac:spMkLst>
            <pc:docMk/>
            <pc:sldMk cId="0" sldId="351"/>
            <ac:spMk id="20482" creationId="{BBAA9927-7645-6E75-19D7-0A3279220EAB}"/>
          </ac:spMkLst>
        </pc:spChg>
        <pc:spChg chg="mod">
          <ac:chgData name="Ms Alina Arshad" userId="cccdfd85-d35d-4453-9c6f-a463aae40722" providerId="ADAL" clId="{EADAEE91-4A7C-4065-A245-779568A60DD0}" dt="2024-08-25T14:59:06.519" v="160" actId="1076"/>
          <ac:spMkLst>
            <pc:docMk/>
            <pc:sldMk cId="0" sldId="351"/>
            <ac:spMk id="20490" creationId="{633463A3-DE25-CA28-40E4-8C3D91E44508}"/>
          </ac:spMkLst>
        </pc:spChg>
        <pc:spChg chg="mod">
          <ac:chgData name="Ms Alina Arshad" userId="cccdfd85-d35d-4453-9c6f-a463aae40722" providerId="ADAL" clId="{EADAEE91-4A7C-4065-A245-779568A60DD0}" dt="2024-08-25T14:59:06.519" v="160" actId="1076"/>
          <ac:spMkLst>
            <pc:docMk/>
            <pc:sldMk cId="0" sldId="351"/>
            <ac:spMk id="20491" creationId="{D7881945-A53A-8D17-791D-162E4ADC9F1A}"/>
          </ac:spMkLst>
        </pc:spChg>
        <pc:spChg chg="mod">
          <ac:chgData name="Ms Alina Arshad" userId="cccdfd85-d35d-4453-9c6f-a463aae40722" providerId="ADAL" clId="{EADAEE91-4A7C-4065-A245-779568A60DD0}" dt="2024-08-25T14:59:06.519" v="160" actId="1076"/>
          <ac:spMkLst>
            <pc:docMk/>
            <pc:sldMk cId="0" sldId="351"/>
            <ac:spMk id="20495" creationId="{30D2EC8A-7B00-E22A-A5F0-C7C377536AE3}"/>
          </ac:spMkLst>
        </pc:spChg>
        <pc:spChg chg="mod">
          <ac:chgData name="Ms Alina Arshad" userId="cccdfd85-d35d-4453-9c6f-a463aae40722" providerId="ADAL" clId="{EADAEE91-4A7C-4065-A245-779568A60DD0}" dt="2024-08-25T14:59:06.519" v="160" actId="1076"/>
          <ac:spMkLst>
            <pc:docMk/>
            <pc:sldMk cId="0" sldId="351"/>
            <ac:spMk id="20496" creationId="{42E8223A-9727-18BC-F219-76783C6B7987}"/>
          </ac:spMkLst>
        </pc:spChg>
        <pc:spChg chg="mod">
          <ac:chgData name="Ms Alina Arshad" userId="cccdfd85-d35d-4453-9c6f-a463aae40722" providerId="ADAL" clId="{EADAEE91-4A7C-4065-A245-779568A60DD0}" dt="2024-08-25T14:59:06.519" v="160" actId="1076"/>
          <ac:spMkLst>
            <pc:docMk/>
            <pc:sldMk cId="0" sldId="351"/>
            <ac:spMk id="20497" creationId="{8CC3DB45-73B0-CB58-0A96-E1B87974EC72}"/>
          </ac:spMkLst>
        </pc:spChg>
        <pc:spChg chg="mod">
          <ac:chgData name="Ms Alina Arshad" userId="cccdfd85-d35d-4453-9c6f-a463aae40722" providerId="ADAL" clId="{EADAEE91-4A7C-4065-A245-779568A60DD0}" dt="2024-08-25T14:59:06.519" v="160" actId="1076"/>
          <ac:spMkLst>
            <pc:docMk/>
            <pc:sldMk cId="0" sldId="351"/>
            <ac:spMk id="20498" creationId="{6B2D9AAB-1FD8-024E-2C7E-CD197AB3F167}"/>
          </ac:spMkLst>
        </pc:spChg>
        <pc:spChg chg="mod">
          <ac:chgData name="Ms Alina Arshad" userId="cccdfd85-d35d-4453-9c6f-a463aae40722" providerId="ADAL" clId="{EADAEE91-4A7C-4065-A245-779568A60DD0}" dt="2024-08-25T14:59:06.519" v="160" actId="1076"/>
          <ac:spMkLst>
            <pc:docMk/>
            <pc:sldMk cId="0" sldId="351"/>
            <ac:spMk id="20499" creationId="{B21B324D-B54B-AB2A-35F9-0B2633DCB27E}"/>
          </ac:spMkLst>
        </pc:spChg>
        <pc:spChg chg="mod">
          <ac:chgData name="Ms Alina Arshad" userId="cccdfd85-d35d-4453-9c6f-a463aae40722" providerId="ADAL" clId="{EADAEE91-4A7C-4065-A245-779568A60DD0}" dt="2024-08-25T14:59:06.519" v="160" actId="1076"/>
          <ac:spMkLst>
            <pc:docMk/>
            <pc:sldMk cId="0" sldId="351"/>
            <ac:spMk id="20500" creationId="{368DA16C-FD8C-D0D7-7F0E-66A1775A49F1}"/>
          </ac:spMkLst>
        </pc:spChg>
        <pc:spChg chg="mod">
          <ac:chgData name="Ms Alina Arshad" userId="cccdfd85-d35d-4453-9c6f-a463aae40722" providerId="ADAL" clId="{EADAEE91-4A7C-4065-A245-779568A60DD0}" dt="2024-08-25T14:59:06.519" v="160" actId="1076"/>
          <ac:spMkLst>
            <pc:docMk/>
            <pc:sldMk cId="0" sldId="351"/>
            <ac:spMk id="20501" creationId="{BBE25917-92B5-29DD-2D43-C206AE6FAD3F}"/>
          </ac:spMkLst>
        </pc:spChg>
        <pc:spChg chg="mod">
          <ac:chgData name="Ms Alina Arshad" userId="cccdfd85-d35d-4453-9c6f-a463aae40722" providerId="ADAL" clId="{EADAEE91-4A7C-4065-A245-779568A60DD0}" dt="2024-08-25T14:59:06.519" v="160" actId="1076"/>
          <ac:spMkLst>
            <pc:docMk/>
            <pc:sldMk cId="0" sldId="351"/>
            <ac:spMk id="20502" creationId="{5B7BB921-3413-4F30-B079-54C603A5CA86}"/>
          </ac:spMkLst>
        </pc:spChg>
        <pc:spChg chg="mod">
          <ac:chgData name="Ms Alina Arshad" userId="cccdfd85-d35d-4453-9c6f-a463aae40722" providerId="ADAL" clId="{EADAEE91-4A7C-4065-A245-779568A60DD0}" dt="2024-08-25T14:59:06.519" v="160" actId="1076"/>
          <ac:spMkLst>
            <pc:docMk/>
            <pc:sldMk cId="0" sldId="351"/>
            <ac:spMk id="20503" creationId="{33B1CDDC-6023-5CD5-5C24-0D8879304E02}"/>
          </ac:spMkLst>
        </pc:spChg>
        <pc:spChg chg="mod">
          <ac:chgData name="Ms Alina Arshad" userId="cccdfd85-d35d-4453-9c6f-a463aae40722" providerId="ADAL" clId="{EADAEE91-4A7C-4065-A245-779568A60DD0}" dt="2024-08-25T14:59:06.519" v="160" actId="1076"/>
          <ac:spMkLst>
            <pc:docMk/>
            <pc:sldMk cId="0" sldId="351"/>
            <ac:spMk id="20504" creationId="{64F24335-C1B3-911B-8406-E9E34E828CE1}"/>
          </ac:spMkLst>
        </pc:spChg>
        <pc:spChg chg="mod">
          <ac:chgData name="Ms Alina Arshad" userId="cccdfd85-d35d-4453-9c6f-a463aae40722" providerId="ADAL" clId="{EADAEE91-4A7C-4065-A245-779568A60DD0}" dt="2024-08-25T14:59:06.519" v="160" actId="1076"/>
          <ac:spMkLst>
            <pc:docMk/>
            <pc:sldMk cId="0" sldId="351"/>
            <ac:spMk id="20506" creationId="{9B3659CD-6C1E-2B5A-5A04-DE082428E653}"/>
          </ac:spMkLst>
        </pc:spChg>
        <pc:spChg chg="mod">
          <ac:chgData name="Ms Alina Arshad" userId="cccdfd85-d35d-4453-9c6f-a463aae40722" providerId="ADAL" clId="{EADAEE91-4A7C-4065-A245-779568A60DD0}" dt="2024-08-25T14:59:06.519" v="160" actId="1076"/>
          <ac:spMkLst>
            <pc:docMk/>
            <pc:sldMk cId="0" sldId="351"/>
            <ac:spMk id="20508" creationId="{B622AB96-288F-81CD-5E4A-A96A8645BC6A}"/>
          </ac:spMkLst>
        </pc:spChg>
        <pc:spChg chg="mod">
          <ac:chgData name="Ms Alina Arshad" userId="cccdfd85-d35d-4453-9c6f-a463aae40722" providerId="ADAL" clId="{EADAEE91-4A7C-4065-A245-779568A60DD0}" dt="2024-08-25T14:59:06.519" v="160" actId="1076"/>
          <ac:spMkLst>
            <pc:docMk/>
            <pc:sldMk cId="0" sldId="351"/>
            <ac:spMk id="20509" creationId="{89A1CA44-16E9-8216-7022-7920138E5E17}"/>
          </ac:spMkLst>
        </pc:spChg>
        <pc:spChg chg="mod">
          <ac:chgData name="Ms Alina Arshad" userId="cccdfd85-d35d-4453-9c6f-a463aae40722" providerId="ADAL" clId="{EADAEE91-4A7C-4065-A245-779568A60DD0}" dt="2024-08-25T14:59:06.519" v="160" actId="1076"/>
          <ac:spMkLst>
            <pc:docMk/>
            <pc:sldMk cId="0" sldId="351"/>
            <ac:spMk id="20510" creationId="{EE6AD805-7BC0-6284-A5A6-E5975E600F61}"/>
          </ac:spMkLst>
        </pc:spChg>
        <pc:spChg chg="mod">
          <ac:chgData name="Ms Alina Arshad" userId="cccdfd85-d35d-4453-9c6f-a463aae40722" providerId="ADAL" clId="{EADAEE91-4A7C-4065-A245-779568A60DD0}" dt="2024-08-25T14:59:06.519" v="160" actId="1076"/>
          <ac:spMkLst>
            <pc:docMk/>
            <pc:sldMk cId="0" sldId="351"/>
            <ac:spMk id="20511" creationId="{1C9AA088-7E22-4D43-1279-63DD018115AA}"/>
          </ac:spMkLst>
        </pc:spChg>
        <pc:spChg chg="mod">
          <ac:chgData name="Ms Alina Arshad" userId="cccdfd85-d35d-4453-9c6f-a463aae40722" providerId="ADAL" clId="{EADAEE91-4A7C-4065-A245-779568A60DD0}" dt="2024-08-25T14:59:06.519" v="160" actId="1076"/>
          <ac:spMkLst>
            <pc:docMk/>
            <pc:sldMk cId="0" sldId="351"/>
            <ac:spMk id="20512" creationId="{BB11CD00-1F5F-6793-EC2D-87C49775945D}"/>
          </ac:spMkLst>
        </pc:spChg>
        <pc:spChg chg="mod">
          <ac:chgData name="Ms Alina Arshad" userId="cccdfd85-d35d-4453-9c6f-a463aae40722" providerId="ADAL" clId="{EADAEE91-4A7C-4065-A245-779568A60DD0}" dt="2024-08-25T14:59:06.519" v="160" actId="1076"/>
          <ac:spMkLst>
            <pc:docMk/>
            <pc:sldMk cId="0" sldId="351"/>
            <ac:spMk id="20513" creationId="{FCC19961-6BBD-7936-C553-6162DC2475FF}"/>
          </ac:spMkLst>
        </pc:spChg>
        <pc:spChg chg="mod">
          <ac:chgData name="Ms Alina Arshad" userId="cccdfd85-d35d-4453-9c6f-a463aae40722" providerId="ADAL" clId="{EADAEE91-4A7C-4065-A245-779568A60DD0}" dt="2024-08-25T14:59:06.519" v="160" actId="1076"/>
          <ac:spMkLst>
            <pc:docMk/>
            <pc:sldMk cId="0" sldId="351"/>
            <ac:spMk id="20514" creationId="{43DD98F7-450E-0791-BFCC-67C8C437F27A}"/>
          </ac:spMkLst>
        </pc:spChg>
        <pc:spChg chg="mod">
          <ac:chgData name="Ms Alina Arshad" userId="cccdfd85-d35d-4453-9c6f-a463aae40722" providerId="ADAL" clId="{EADAEE91-4A7C-4065-A245-779568A60DD0}" dt="2024-08-25T14:59:06.519" v="160" actId="1076"/>
          <ac:spMkLst>
            <pc:docMk/>
            <pc:sldMk cId="0" sldId="351"/>
            <ac:spMk id="20515" creationId="{909C4666-C7D2-5CFD-2A9D-E6C939F855DB}"/>
          </ac:spMkLst>
        </pc:spChg>
        <pc:spChg chg="mod">
          <ac:chgData name="Ms Alina Arshad" userId="cccdfd85-d35d-4453-9c6f-a463aae40722" providerId="ADAL" clId="{EADAEE91-4A7C-4065-A245-779568A60DD0}" dt="2024-08-25T14:59:06.519" v="160" actId="1076"/>
          <ac:spMkLst>
            <pc:docMk/>
            <pc:sldMk cId="0" sldId="351"/>
            <ac:spMk id="20516" creationId="{F559048E-5AEA-BFAA-4AB2-A79BD77B4E64}"/>
          </ac:spMkLst>
        </pc:spChg>
        <pc:spChg chg="mod">
          <ac:chgData name="Ms Alina Arshad" userId="cccdfd85-d35d-4453-9c6f-a463aae40722" providerId="ADAL" clId="{EADAEE91-4A7C-4065-A245-779568A60DD0}" dt="2024-08-25T14:59:06.519" v="160" actId="1076"/>
          <ac:spMkLst>
            <pc:docMk/>
            <pc:sldMk cId="0" sldId="351"/>
            <ac:spMk id="20518" creationId="{A73BE407-30D4-0E52-57AB-73F9CF23B9C0}"/>
          </ac:spMkLst>
        </pc:spChg>
        <pc:spChg chg="mod">
          <ac:chgData name="Ms Alina Arshad" userId="cccdfd85-d35d-4453-9c6f-a463aae40722" providerId="ADAL" clId="{EADAEE91-4A7C-4065-A245-779568A60DD0}" dt="2024-08-25T14:59:06.519" v="160" actId="1076"/>
          <ac:spMkLst>
            <pc:docMk/>
            <pc:sldMk cId="0" sldId="351"/>
            <ac:spMk id="20519" creationId="{3D2DE760-CDA8-026D-2727-1D2422A40053}"/>
          </ac:spMkLst>
        </pc:spChg>
        <pc:spChg chg="mod">
          <ac:chgData name="Ms Alina Arshad" userId="cccdfd85-d35d-4453-9c6f-a463aae40722" providerId="ADAL" clId="{EADAEE91-4A7C-4065-A245-779568A60DD0}" dt="2024-08-25T14:59:06.519" v="160" actId="1076"/>
          <ac:spMkLst>
            <pc:docMk/>
            <pc:sldMk cId="0" sldId="351"/>
            <ac:spMk id="20522" creationId="{724AC8D3-447F-303D-8B23-332CAB41837E}"/>
          </ac:spMkLst>
        </pc:spChg>
        <pc:spChg chg="mod">
          <ac:chgData name="Ms Alina Arshad" userId="cccdfd85-d35d-4453-9c6f-a463aae40722" providerId="ADAL" clId="{EADAEE91-4A7C-4065-A245-779568A60DD0}" dt="2024-08-25T14:59:06.519" v="160" actId="1076"/>
          <ac:spMkLst>
            <pc:docMk/>
            <pc:sldMk cId="0" sldId="351"/>
            <ac:spMk id="20523" creationId="{F261ED58-EC46-D0CB-EF10-36FDD01A018A}"/>
          </ac:spMkLst>
        </pc:spChg>
        <pc:spChg chg="mod">
          <ac:chgData name="Ms Alina Arshad" userId="cccdfd85-d35d-4453-9c6f-a463aae40722" providerId="ADAL" clId="{EADAEE91-4A7C-4065-A245-779568A60DD0}" dt="2024-08-25T14:59:06.519" v="160" actId="1076"/>
          <ac:spMkLst>
            <pc:docMk/>
            <pc:sldMk cId="0" sldId="351"/>
            <ac:spMk id="20524" creationId="{2978236F-238F-63A3-A9C6-1BC14C387C7A}"/>
          </ac:spMkLst>
        </pc:spChg>
        <pc:spChg chg="mod">
          <ac:chgData name="Ms Alina Arshad" userId="cccdfd85-d35d-4453-9c6f-a463aae40722" providerId="ADAL" clId="{EADAEE91-4A7C-4065-A245-779568A60DD0}" dt="2024-08-25T14:59:06.519" v="160" actId="1076"/>
          <ac:spMkLst>
            <pc:docMk/>
            <pc:sldMk cId="0" sldId="351"/>
            <ac:spMk id="20525" creationId="{3A10A80B-598C-6F80-B20E-D83391B4DAFE}"/>
          </ac:spMkLst>
        </pc:spChg>
        <pc:spChg chg="mod">
          <ac:chgData name="Ms Alina Arshad" userId="cccdfd85-d35d-4453-9c6f-a463aae40722" providerId="ADAL" clId="{EADAEE91-4A7C-4065-A245-779568A60DD0}" dt="2024-08-25T14:59:06.519" v="160" actId="1076"/>
          <ac:spMkLst>
            <pc:docMk/>
            <pc:sldMk cId="0" sldId="351"/>
            <ac:spMk id="20526" creationId="{DE8A2B8B-C132-773A-4325-63EA471A82E6}"/>
          </ac:spMkLst>
        </pc:spChg>
        <pc:spChg chg="mod">
          <ac:chgData name="Ms Alina Arshad" userId="cccdfd85-d35d-4453-9c6f-a463aae40722" providerId="ADAL" clId="{EADAEE91-4A7C-4065-A245-779568A60DD0}" dt="2024-08-25T14:59:06.519" v="160" actId="1076"/>
          <ac:spMkLst>
            <pc:docMk/>
            <pc:sldMk cId="0" sldId="351"/>
            <ac:spMk id="20527" creationId="{A7378887-B4EE-0D36-3B40-BF7373A0A755}"/>
          </ac:spMkLst>
        </pc:spChg>
        <pc:spChg chg="mod">
          <ac:chgData name="Ms Alina Arshad" userId="cccdfd85-d35d-4453-9c6f-a463aae40722" providerId="ADAL" clId="{EADAEE91-4A7C-4065-A245-779568A60DD0}" dt="2024-08-25T14:59:06.519" v="160" actId="1076"/>
          <ac:spMkLst>
            <pc:docMk/>
            <pc:sldMk cId="0" sldId="351"/>
            <ac:spMk id="20528" creationId="{CBA19445-DC40-B276-D8A2-FB7B5D7C6931}"/>
          </ac:spMkLst>
        </pc:spChg>
        <pc:spChg chg="mod">
          <ac:chgData name="Ms Alina Arshad" userId="cccdfd85-d35d-4453-9c6f-a463aae40722" providerId="ADAL" clId="{EADAEE91-4A7C-4065-A245-779568A60DD0}" dt="2024-08-25T14:59:06.519" v="160" actId="1076"/>
          <ac:spMkLst>
            <pc:docMk/>
            <pc:sldMk cId="0" sldId="351"/>
            <ac:spMk id="20529" creationId="{3D9C512B-90B6-61AE-0FE2-301DA8BF6166}"/>
          </ac:spMkLst>
        </pc:spChg>
        <pc:spChg chg="mod">
          <ac:chgData name="Ms Alina Arshad" userId="cccdfd85-d35d-4453-9c6f-a463aae40722" providerId="ADAL" clId="{EADAEE91-4A7C-4065-A245-779568A60DD0}" dt="2024-08-25T14:59:06.519" v="160" actId="1076"/>
          <ac:spMkLst>
            <pc:docMk/>
            <pc:sldMk cId="0" sldId="351"/>
            <ac:spMk id="20532" creationId="{01F75FB1-FA05-E792-5677-1408EBFE4895}"/>
          </ac:spMkLst>
        </pc:spChg>
        <pc:spChg chg="mod">
          <ac:chgData name="Ms Alina Arshad" userId="cccdfd85-d35d-4453-9c6f-a463aae40722" providerId="ADAL" clId="{EADAEE91-4A7C-4065-A245-779568A60DD0}" dt="2024-08-25T14:59:06.519" v="160" actId="1076"/>
          <ac:spMkLst>
            <pc:docMk/>
            <pc:sldMk cId="0" sldId="351"/>
            <ac:spMk id="20535" creationId="{B248B2D8-4FD5-CC0D-B842-158AE12C4F74}"/>
          </ac:spMkLst>
        </pc:spChg>
        <pc:spChg chg="mod">
          <ac:chgData name="Ms Alina Arshad" userId="cccdfd85-d35d-4453-9c6f-a463aae40722" providerId="ADAL" clId="{EADAEE91-4A7C-4065-A245-779568A60DD0}" dt="2024-08-25T14:59:06.519" v="160" actId="1076"/>
          <ac:spMkLst>
            <pc:docMk/>
            <pc:sldMk cId="0" sldId="351"/>
            <ac:spMk id="20536" creationId="{BC821949-4409-B6D2-0B76-CF34243713C4}"/>
          </ac:spMkLst>
        </pc:spChg>
        <pc:spChg chg="mod">
          <ac:chgData name="Ms Alina Arshad" userId="cccdfd85-d35d-4453-9c6f-a463aae40722" providerId="ADAL" clId="{EADAEE91-4A7C-4065-A245-779568A60DD0}" dt="2024-08-25T14:59:06.519" v="160" actId="1076"/>
          <ac:spMkLst>
            <pc:docMk/>
            <pc:sldMk cId="0" sldId="351"/>
            <ac:spMk id="20537" creationId="{D2F2A971-F446-C273-87FD-620558105FC1}"/>
          </ac:spMkLst>
        </pc:spChg>
        <pc:spChg chg="mod">
          <ac:chgData name="Ms Alina Arshad" userId="cccdfd85-d35d-4453-9c6f-a463aae40722" providerId="ADAL" clId="{EADAEE91-4A7C-4065-A245-779568A60DD0}" dt="2024-08-25T14:59:06.519" v="160" actId="1076"/>
          <ac:spMkLst>
            <pc:docMk/>
            <pc:sldMk cId="0" sldId="351"/>
            <ac:spMk id="20538" creationId="{8D694FCD-8075-29AA-7B6F-E3033267B8FA}"/>
          </ac:spMkLst>
        </pc:spChg>
        <pc:spChg chg="mod">
          <ac:chgData name="Ms Alina Arshad" userId="cccdfd85-d35d-4453-9c6f-a463aae40722" providerId="ADAL" clId="{EADAEE91-4A7C-4065-A245-779568A60DD0}" dt="2024-08-25T14:59:06.519" v="160" actId="1076"/>
          <ac:spMkLst>
            <pc:docMk/>
            <pc:sldMk cId="0" sldId="351"/>
            <ac:spMk id="20539" creationId="{C2E3A1C5-308C-D8E1-DF3B-D3F666024944}"/>
          </ac:spMkLst>
        </pc:spChg>
        <pc:spChg chg="mod">
          <ac:chgData name="Ms Alina Arshad" userId="cccdfd85-d35d-4453-9c6f-a463aae40722" providerId="ADAL" clId="{EADAEE91-4A7C-4065-A245-779568A60DD0}" dt="2024-08-25T14:59:06.519" v="160" actId="1076"/>
          <ac:spMkLst>
            <pc:docMk/>
            <pc:sldMk cId="0" sldId="351"/>
            <ac:spMk id="20540" creationId="{3D348CA4-5DDE-5C56-5FA0-AF17C8561F35}"/>
          </ac:spMkLst>
        </pc:spChg>
        <pc:spChg chg="mod">
          <ac:chgData name="Ms Alina Arshad" userId="cccdfd85-d35d-4453-9c6f-a463aae40722" providerId="ADAL" clId="{EADAEE91-4A7C-4065-A245-779568A60DD0}" dt="2024-08-25T14:59:06.519" v="160" actId="1076"/>
          <ac:spMkLst>
            <pc:docMk/>
            <pc:sldMk cId="0" sldId="351"/>
            <ac:spMk id="20541" creationId="{AFBDDBF6-D876-C151-24EF-4F8278F2BA34}"/>
          </ac:spMkLst>
        </pc:spChg>
        <pc:spChg chg="mod">
          <ac:chgData name="Ms Alina Arshad" userId="cccdfd85-d35d-4453-9c6f-a463aae40722" providerId="ADAL" clId="{EADAEE91-4A7C-4065-A245-779568A60DD0}" dt="2024-08-25T14:59:06.519" v="160" actId="1076"/>
          <ac:spMkLst>
            <pc:docMk/>
            <pc:sldMk cId="0" sldId="351"/>
            <ac:spMk id="20542" creationId="{DBB3D900-774B-536F-785C-E839802B58ED}"/>
          </ac:spMkLst>
        </pc:spChg>
        <pc:spChg chg="mod">
          <ac:chgData name="Ms Alina Arshad" userId="cccdfd85-d35d-4453-9c6f-a463aae40722" providerId="ADAL" clId="{EADAEE91-4A7C-4065-A245-779568A60DD0}" dt="2024-08-25T14:59:06.519" v="160" actId="1076"/>
          <ac:spMkLst>
            <pc:docMk/>
            <pc:sldMk cId="0" sldId="351"/>
            <ac:spMk id="20543" creationId="{0952B678-AF27-EA9B-4BB4-76D04C4889D8}"/>
          </ac:spMkLst>
        </pc:spChg>
        <pc:spChg chg="mod">
          <ac:chgData name="Ms Alina Arshad" userId="cccdfd85-d35d-4453-9c6f-a463aae40722" providerId="ADAL" clId="{EADAEE91-4A7C-4065-A245-779568A60DD0}" dt="2024-08-25T14:59:06.519" v="160" actId="1076"/>
          <ac:spMkLst>
            <pc:docMk/>
            <pc:sldMk cId="0" sldId="351"/>
            <ac:spMk id="20544" creationId="{82380CB0-76D2-D7C4-10F0-DE56CAED63AE}"/>
          </ac:spMkLst>
        </pc:spChg>
        <pc:grpChg chg="mod">
          <ac:chgData name="Ms Alina Arshad" userId="cccdfd85-d35d-4453-9c6f-a463aae40722" providerId="ADAL" clId="{EADAEE91-4A7C-4065-A245-779568A60DD0}" dt="2024-08-25T14:59:06.519" v="160" actId="1076"/>
          <ac:grpSpMkLst>
            <pc:docMk/>
            <pc:sldMk cId="0" sldId="351"/>
            <ac:grpSpMk id="2" creationId="{7F9631C9-A4A1-9EC8-8B28-D2C54EDAAC8E}"/>
          </ac:grpSpMkLst>
        </pc:grpChg>
        <pc:grpChg chg="mod">
          <ac:chgData name="Ms Alina Arshad" userId="cccdfd85-d35d-4453-9c6f-a463aae40722" providerId="ADAL" clId="{EADAEE91-4A7C-4065-A245-779568A60DD0}" dt="2024-08-25T14:59:06.519" v="160" actId="1076"/>
          <ac:grpSpMkLst>
            <pc:docMk/>
            <pc:sldMk cId="0" sldId="351"/>
            <ac:grpSpMk id="20485" creationId="{B7A9110E-17AF-7A9A-94CA-09682B01ADA7}"/>
          </ac:grpSpMkLst>
        </pc:grpChg>
        <pc:grpChg chg="mod">
          <ac:chgData name="Ms Alina Arshad" userId="cccdfd85-d35d-4453-9c6f-a463aae40722" providerId="ADAL" clId="{EADAEE91-4A7C-4065-A245-779568A60DD0}" dt="2024-08-25T14:59:06.519" v="160" actId="1076"/>
          <ac:grpSpMkLst>
            <pc:docMk/>
            <pc:sldMk cId="0" sldId="351"/>
            <ac:grpSpMk id="20486" creationId="{C87A5648-2ED0-13A1-E987-3804502F5DB1}"/>
          </ac:grpSpMkLst>
        </pc:grpChg>
        <pc:grpChg chg="mod">
          <ac:chgData name="Ms Alina Arshad" userId="cccdfd85-d35d-4453-9c6f-a463aae40722" providerId="ADAL" clId="{EADAEE91-4A7C-4065-A245-779568A60DD0}" dt="2024-08-25T14:59:06.519" v="160" actId="1076"/>
          <ac:grpSpMkLst>
            <pc:docMk/>
            <pc:sldMk cId="0" sldId="351"/>
            <ac:grpSpMk id="20487" creationId="{FEF07A09-23EB-692B-E7F8-931D9A1688D3}"/>
          </ac:grpSpMkLst>
        </pc:grpChg>
        <pc:grpChg chg="mod">
          <ac:chgData name="Ms Alina Arshad" userId="cccdfd85-d35d-4453-9c6f-a463aae40722" providerId="ADAL" clId="{EADAEE91-4A7C-4065-A245-779568A60DD0}" dt="2024-08-25T14:59:06.519" v="160" actId="1076"/>
          <ac:grpSpMkLst>
            <pc:docMk/>
            <pc:sldMk cId="0" sldId="351"/>
            <ac:grpSpMk id="20488" creationId="{4F49DAD8-804A-D178-31DD-036F4BAAAE47}"/>
          </ac:grpSpMkLst>
        </pc:grpChg>
        <pc:grpChg chg="mod">
          <ac:chgData name="Ms Alina Arshad" userId="cccdfd85-d35d-4453-9c6f-a463aae40722" providerId="ADAL" clId="{EADAEE91-4A7C-4065-A245-779568A60DD0}" dt="2024-08-25T14:59:06.519" v="160" actId="1076"/>
          <ac:grpSpMkLst>
            <pc:docMk/>
            <pc:sldMk cId="0" sldId="351"/>
            <ac:grpSpMk id="20489" creationId="{95027C7D-621B-B27C-733C-C9EC585D5C2C}"/>
          </ac:grpSpMkLst>
        </pc:grpChg>
        <pc:grpChg chg="mod">
          <ac:chgData name="Ms Alina Arshad" userId="cccdfd85-d35d-4453-9c6f-a463aae40722" providerId="ADAL" clId="{EADAEE91-4A7C-4065-A245-779568A60DD0}" dt="2024-08-25T14:59:06.519" v="160" actId="1076"/>
          <ac:grpSpMkLst>
            <pc:docMk/>
            <pc:sldMk cId="0" sldId="351"/>
            <ac:grpSpMk id="20492" creationId="{054DD1F6-623A-E71F-F6E2-064F30277D12}"/>
          </ac:grpSpMkLst>
        </pc:grpChg>
        <pc:grpChg chg="mod">
          <ac:chgData name="Ms Alina Arshad" userId="cccdfd85-d35d-4453-9c6f-a463aae40722" providerId="ADAL" clId="{EADAEE91-4A7C-4065-A245-779568A60DD0}" dt="2024-08-25T14:59:06.519" v="160" actId="1076"/>
          <ac:grpSpMkLst>
            <pc:docMk/>
            <pc:sldMk cId="0" sldId="351"/>
            <ac:grpSpMk id="20493" creationId="{6ECA2E41-720C-F599-9154-426F329E4A57}"/>
          </ac:grpSpMkLst>
        </pc:grpChg>
        <pc:grpChg chg="mod">
          <ac:chgData name="Ms Alina Arshad" userId="cccdfd85-d35d-4453-9c6f-a463aae40722" providerId="ADAL" clId="{EADAEE91-4A7C-4065-A245-779568A60DD0}" dt="2024-08-25T14:59:06.519" v="160" actId="1076"/>
          <ac:grpSpMkLst>
            <pc:docMk/>
            <pc:sldMk cId="0" sldId="351"/>
            <ac:grpSpMk id="20494" creationId="{1E4BF6B6-F9CB-5FE1-F3F4-5BA86F870DB1}"/>
          </ac:grpSpMkLst>
        </pc:grpChg>
        <pc:grpChg chg="mod">
          <ac:chgData name="Ms Alina Arshad" userId="cccdfd85-d35d-4453-9c6f-a463aae40722" providerId="ADAL" clId="{EADAEE91-4A7C-4065-A245-779568A60DD0}" dt="2024-08-25T14:59:06.519" v="160" actId="1076"/>
          <ac:grpSpMkLst>
            <pc:docMk/>
            <pc:sldMk cId="0" sldId="351"/>
            <ac:grpSpMk id="20505" creationId="{93453CF6-B129-40D6-76E3-5DC20D6CDA59}"/>
          </ac:grpSpMkLst>
        </pc:grpChg>
        <pc:grpChg chg="mod">
          <ac:chgData name="Ms Alina Arshad" userId="cccdfd85-d35d-4453-9c6f-a463aae40722" providerId="ADAL" clId="{EADAEE91-4A7C-4065-A245-779568A60DD0}" dt="2024-08-25T14:59:06.519" v="160" actId="1076"/>
          <ac:grpSpMkLst>
            <pc:docMk/>
            <pc:sldMk cId="0" sldId="351"/>
            <ac:grpSpMk id="20507" creationId="{DFBB99D5-D52B-1F57-9535-CF9B7EE26221}"/>
          </ac:grpSpMkLst>
        </pc:grpChg>
        <pc:grpChg chg="mod">
          <ac:chgData name="Ms Alina Arshad" userId="cccdfd85-d35d-4453-9c6f-a463aae40722" providerId="ADAL" clId="{EADAEE91-4A7C-4065-A245-779568A60DD0}" dt="2024-08-25T14:59:06.519" v="160" actId="1076"/>
          <ac:grpSpMkLst>
            <pc:docMk/>
            <pc:sldMk cId="0" sldId="351"/>
            <ac:grpSpMk id="20517" creationId="{264FBE28-AF63-C31F-376E-2E336D6CE572}"/>
          </ac:grpSpMkLst>
        </pc:grpChg>
        <pc:grpChg chg="mod">
          <ac:chgData name="Ms Alina Arshad" userId="cccdfd85-d35d-4453-9c6f-a463aae40722" providerId="ADAL" clId="{EADAEE91-4A7C-4065-A245-779568A60DD0}" dt="2024-08-25T14:59:06.519" v="160" actId="1076"/>
          <ac:grpSpMkLst>
            <pc:docMk/>
            <pc:sldMk cId="0" sldId="351"/>
            <ac:grpSpMk id="20520" creationId="{FC154E7D-4B1D-54F5-535F-267395724150}"/>
          </ac:grpSpMkLst>
        </pc:grpChg>
        <pc:grpChg chg="mod">
          <ac:chgData name="Ms Alina Arshad" userId="cccdfd85-d35d-4453-9c6f-a463aae40722" providerId="ADAL" clId="{EADAEE91-4A7C-4065-A245-779568A60DD0}" dt="2024-08-25T14:59:06.519" v="160" actId="1076"/>
          <ac:grpSpMkLst>
            <pc:docMk/>
            <pc:sldMk cId="0" sldId="351"/>
            <ac:grpSpMk id="20521" creationId="{D3F057E2-1931-2A47-5DEE-9A1C6D847247}"/>
          </ac:grpSpMkLst>
        </pc:grpChg>
        <pc:grpChg chg="mod">
          <ac:chgData name="Ms Alina Arshad" userId="cccdfd85-d35d-4453-9c6f-a463aae40722" providerId="ADAL" clId="{EADAEE91-4A7C-4065-A245-779568A60DD0}" dt="2024-08-25T14:59:06.519" v="160" actId="1076"/>
          <ac:grpSpMkLst>
            <pc:docMk/>
            <pc:sldMk cId="0" sldId="351"/>
            <ac:grpSpMk id="20530" creationId="{9329A31E-5CC2-8249-4436-0A6A6E596555}"/>
          </ac:grpSpMkLst>
        </pc:grpChg>
        <pc:grpChg chg="mod">
          <ac:chgData name="Ms Alina Arshad" userId="cccdfd85-d35d-4453-9c6f-a463aae40722" providerId="ADAL" clId="{EADAEE91-4A7C-4065-A245-779568A60DD0}" dt="2024-08-25T14:59:06.519" v="160" actId="1076"/>
          <ac:grpSpMkLst>
            <pc:docMk/>
            <pc:sldMk cId="0" sldId="351"/>
            <ac:grpSpMk id="20531" creationId="{84BB47A9-E83E-AEFB-27FA-6B66D827416E}"/>
          </ac:grpSpMkLst>
        </pc:grpChg>
        <pc:grpChg chg="mod">
          <ac:chgData name="Ms Alina Arshad" userId="cccdfd85-d35d-4453-9c6f-a463aae40722" providerId="ADAL" clId="{EADAEE91-4A7C-4065-A245-779568A60DD0}" dt="2024-08-25T14:59:06.519" v="160" actId="1076"/>
          <ac:grpSpMkLst>
            <pc:docMk/>
            <pc:sldMk cId="0" sldId="351"/>
            <ac:grpSpMk id="20533" creationId="{201B7CCB-5F34-F678-758F-0661DE8D959C}"/>
          </ac:grpSpMkLst>
        </pc:grpChg>
        <pc:grpChg chg="mod">
          <ac:chgData name="Ms Alina Arshad" userId="cccdfd85-d35d-4453-9c6f-a463aae40722" providerId="ADAL" clId="{EADAEE91-4A7C-4065-A245-779568A60DD0}" dt="2024-08-25T14:59:06.519" v="160" actId="1076"/>
          <ac:grpSpMkLst>
            <pc:docMk/>
            <pc:sldMk cId="0" sldId="351"/>
            <ac:grpSpMk id="20534" creationId="{0E9C74A4-0952-6E8E-DB45-32A6E2651681}"/>
          </ac:grpSpMkLst>
        </pc:grpChg>
      </pc:sldChg>
      <pc:sldChg chg="modSp add mod modAnim">
        <pc:chgData name="Ms Alina Arshad" userId="cccdfd85-d35d-4453-9c6f-a463aae40722" providerId="ADAL" clId="{EADAEE91-4A7C-4065-A245-779568A60DD0}" dt="2024-08-25T15:02:43.628" v="201" actId="12"/>
        <pc:sldMkLst>
          <pc:docMk/>
          <pc:sldMk cId="0" sldId="352"/>
        </pc:sldMkLst>
        <pc:spChg chg="mod">
          <ac:chgData name="Ms Alina Arshad" userId="cccdfd85-d35d-4453-9c6f-a463aae40722" providerId="ADAL" clId="{EADAEE91-4A7C-4065-A245-779568A60DD0}" dt="2024-08-25T15:02:43.628" v="201" actId="12"/>
          <ac:spMkLst>
            <pc:docMk/>
            <pc:sldMk cId="0" sldId="352"/>
            <ac:spMk id="2052" creationId="{B4DE60EB-A6E8-8EBF-8E19-B399561545C9}"/>
          </ac:spMkLst>
        </pc:spChg>
        <pc:spChg chg="mod">
          <ac:chgData name="Ms Alina Arshad" userId="cccdfd85-d35d-4453-9c6f-a463aae40722" providerId="ADAL" clId="{EADAEE91-4A7C-4065-A245-779568A60DD0}" dt="2024-08-25T15:01:36.327" v="178" actId="207"/>
          <ac:spMkLst>
            <pc:docMk/>
            <pc:sldMk cId="0" sldId="352"/>
            <ac:spMk id="22530" creationId="{81E4A2DE-EED4-BE27-0CBC-60AC4B3515B2}"/>
          </ac:spMkLst>
        </pc:spChg>
        <pc:graphicFrameChg chg="mod">
          <ac:chgData name="Ms Alina Arshad" userId="cccdfd85-d35d-4453-9c6f-a463aae40722" providerId="ADAL" clId="{EADAEE91-4A7C-4065-A245-779568A60DD0}" dt="2024-08-25T15:01:54.126" v="183" actId="1076"/>
          <ac:graphicFrameMkLst>
            <pc:docMk/>
            <pc:sldMk cId="0" sldId="352"/>
            <ac:graphicFrameMk id="2050" creationId="{69F5B8D4-45C1-7EAE-504B-933840C40481}"/>
          </ac:graphicFrameMkLst>
        </pc:graphicFrameChg>
      </pc:sldChg>
      <pc:sldChg chg="modSp add mod">
        <pc:chgData name="Ms Alina Arshad" userId="cccdfd85-d35d-4453-9c6f-a463aae40722" providerId="ADAL" clId="{EADAEE91-4A7C-4065-A245-779568A60DD0}" dt="2024-08-25T15:04:31.039" v="226" actId="1076"/>
        <pc:sldMkLst>
          <pc:docMk/>
          <pc:sldMk cId="0" sldId="353"/>
        </pc:sldMkLst>
        <pc:spChg chg="mod">
          <ac:chgData name="Ms Alina Arshad" userId="cccdfd85-d35d-4453-9c6f-a463aae40722" providerId="ADAL" clId="{EADAEE91-4A7C-4065-A245-779568A60DD0}" dt="2024-08-25T15:04:31.039" v="226" actId="1076"/>
          <ac:spMkLst>
            <pc:docMk/>
            <pc:sldMk cId="0" sldId="353"/>
            <ac:spMk id="12" creationId="{1B6A82AF-111F-D1BE-2D7D-3590FC2DDAC9}"/>
          </ac:spMkLst>
        </pc:spChg>
        <pc:spChg chg="mod">
          <ac:chgData name="Ms Alina Arshad" userId="cccdfd85-d35d-4453-9c6f-a463aae40722" providerId="ADAL" clId="{EADAEE91-4A7C-4065-A245-779568A60DD0}" dt="2024-08-25T15:04:18.556" v="222" actId="207"/>
          <ac:spMkLst>
            <pc:docMk/>
            <pc:sldMk cId="0" sldId="353"/>
            <ac:spMk id="13" creationId="{40BD6F9F-8B0E-8151-5595-E398BA5B69BC}"/>
          </ac:spMkLst>
        </pc:spChg>
        <pc:spChg chg="mod">
          <ac:chgData name="Ms Alina Arshad" userId="cccdfd85-d35d-4453-9c6f-a463aae40722" providerId="ADAL" clId="{EADAEE91-4A7C-4065-A245-779568A60DD0}" dt="2024-08-25T15:03:57.441" v="219" actId="207"/>
          <ac:spMkLst>
            <pc:docMk/>
            <pc:sldMk cId="0" sldId="353"/>
            <ac:spMk id="24578" creationId="{A6AAA39F-8495-7D22-ACDD-646A2CF1F432}"/>
          </ac:spMkLst>
        </pc:spChg>
        <pc:spChg chg="mod">
          <ac:chgData name="Ms Alina Arshad" userId="cccdfd85-d35d-4453-9c6f-a463aae40722" providerId="ADAL" clId="{EADAEE91-4A7C-4065-A245-779568A60DD0}" dt="2024-08-25T15:04:21.653" v="223" actId="207"/>
          <ac:spMkLst>
            <pc:docMk/>
            <pc:sldMk cId="0" sldId="353"/>
            <ac:spMk id="24579" creationId="{1D3E6F96-66D0-4256-B3BD-7CD77460DDD7}"/>
          </ac:spMkLst>
        </pc:spChg>
        <pc:spChg chg="mod">
          <ac:chgData name="Ms Alina Arshad" userId="cccdfd85-d35d-4453-9c6f-a463aae40722" providerId="ADAL" clId="{EADAEE91-4A7C-4065-A245-779568A60DD0}" dt="2024-08-25T15:04:25.363" v="224" actId="113"/>
          <ac:spMkLst>
            <pc:docMk/>
            <pc:sldMk cId="0" sldId="353"/>
            <ac:spMk id="24581" creationId="{AC6072E2-E180-4510-5672-05CB4006ADFA}"/>
          </ac:spMkLst>
        </pc:spChg>
      </pc:sldChg>
      <pc:sldChg chg="modSp add mod">
        <pc:chgData name="Ms Alina Arshad" userId="cccdfd85-d35d-4453-9c6f-a463aae40722" providerId="ADAL" clId="{EADAEE91-4A7C-4065-A245-779568A60DD0}" dt="2024-08-25T15:04:55.549" v="232" actId="113"/>
        <pc:sldMkLst>
          <pc:docMk/>
          <pc:sldMk cId="0" sldId="354"/>
        </pc:sldMkLst>
        <pc:spChg chg="mod">
          <ac:chgData name="Ms Alina Arshad" userId="cccdfd85-d35d-4453-9c6f-a463aae40722" providerId="ADAL" clId="{EADAEE91-4A7C-4065-A245-779568A60DD0}" dt="2024-08-25T15:04:44.641" v="229" actId="207"/>
          <ac:spMkLst>
            <pc:docMk/>
            <pc:sldMk cId="0" sldId="354"/>
            <ac:spMk id="8" creationId="{643E073A-7DD6-73B9-FE08-31C2814707E7}"/>
          </ac:spMkLst>
        </pc:spChg>
        <pc:spChg chg="mod">
          <ac:chgData name="Ms Alina Arshad" userId="cccdfd85-d35d-4453-9c6f-a463aae40722" providerId="ADAL" clId="{EADAEE91-4A7C-4065-A245-779568A60DD0}" dt="2024-08-25T15:04:55.549" v="232" actId="113"/>
          <ac:spMkLst>
            <pc:docMk/>
            <pc:sldMk cId="0" sldId="354"/>
            <ac:spMk id="15" creationId="{220352EF-14A6-A74A-D1D9-AE269D4104D5}"/>
          </ac:spMkLst>
        </pc:spChg>
        <pc:spChg chg="mod">
          <ac:chgData name="Ms Alina Arshad" userId="cccdfd85-d35d-4453-9c6f-a463aae40722" providerId="ADAL" clId="{EADAEE91-4A7C-4065-A245-779568A60DD0}" dt="2024-08-25T15:04:37.382" v="227" actId="207"/>
          <ac:spMkLst>
            <pc:docMk/>
            <pc:sldMk cId="0" sldId="354"/>
            <ac:spMk id="25602" creationId="{763249DC-6058-8C52-C85A-8BDD92970B7F}"/>
          </ac:spMkLst>
        </pc:spChg>
        <pc:spChg chg="mod">
          <ac:chgData name="Ms Alina Arshad" userId="cccdfd85-d35d-4453-9c6f-a463aae40722" providerId="ADAL" clId="{EADAEE91-4A7C-4065-A245-779568A60DD0}" dt="2024-08-25T15:04:41.757" v="228" actId="207"/>
          <ac:spMkLst>
            <pc:docMk/>
            <pc:sldMk cId="0" sldId="354"/>
            <ac:spMk id="25603" creationId="{BF524721-A574-8A8A-2F01-CF97DC19A676}"/>
          </ac:spMkLst>
        </pc:spChg>
        <pc:spChg chg="mod">
          <ac:chgData name="Ms Alina Arshad" userId="cccdfd85-d35d-4453-9c6f-a463aae40722" providerId="ADAL" clId="{EADAEE91-4A7C-4065-A245-779568A60DD0}" dt="2024-08-25T15:04:51.278" v="231" actId="1076"/>
          <ac:spMkLst>
            <pc:docMk/>
            <pc:sldMk cId="0" sldId="354"/>
            <ac:spMk id="25605" creationId="{4AD958AC-ED29-36C3-55AE-161AB81FAC71}"/>
          </ac:spMkLst>
        </pc:spChg>
      </pc:sldChg>
      <pc:sldChg chg="modSp add mod">
        <pc:chgData name="Ms Alina Arshad" userId="cccdfd85-d35d-4453-9c6f-a463aae40722" providerId="ADAL" clId="{EADAEE91-4A7C-4065-A245-779568A60DD0}" dt="2024-08-25T14:58:07.978" v="147" actId="207"/>
        <pc:sldMkLst>
          <pc:docMk/>
          <pc:sldMk cId="0" sldId="355"/>
        </pc:sldMkLst>
        <pc:spChg chg="mod">
          <ac:chgData name="Ms Alina Arshad" userId="cccdfd85-d35d-4453-9c6f-a463aae40722" providerId="ADAL" clId="{EADAEE91-4A7C-4065-A245-779568A60DD0}" dt="2024-08-25T14:58:07.978" v="147" actId="207"/>
          <ac:spMkLst>
            <pc:docMk/>
            <pc:sldMk cId="0" sldId="355"/>
            <ac:spMk id="3" creationId="{D85BE8BD-8465-2E9F-8E33-04A29E3523A4}"/>
          </ac:spMkLst>
        </pc:spChg>
        <pc:spChg chg="mod">
          <ac:chgData name="Ms Alina Arshad" userId="cccdfd85-d35d-4453-9c6f-a463aae40722" providerId="ADAL" clId="{EADAEE91-4A7C-4065-A245-779568A60DD0}" dt="2024-08-25T14:57:47.486" v="142" actId="207"/>
          <ac:spMkLst>
            <pc:docMk/>
            <pc:sldMk cId="0" sldId="355"/>
            <ac:spMk id="17410" creationId="{C3FC1DD1-B58D-09D5-C15F-8926BFD5C267}"/>
          </ac:spMkLst>
        </pc:spChg>
      </pc:sldChg>
      <pc:sldChg chg="modSp add mod modAnim">
        <pc:chgData name="Ms Alina Arshad" userId="cccdfd85-d35d-4453-9c6f-a463aae40722" providerId="ADAL" clId="{EADAEE91-4A7C-4065-A245-779568A60DD0}" dt="2024-08-25T15:03:12.680" v="212" actId="12"/>
        <pc:sldMkLst>
          <pc:docMk/>
          <pc:sldMk cId="0" sldId="356"/>
        </pc:sldMkLst>
        <pc:spChg chg="mod">
          <ac:chgData name="Ms Alina Arshad" userId="cccdfd85-d35d-4453-9c6f-a463aae40722" providerId="ADAL" clId="{EADAEE91-4A7C-4065-A245-779568A60DD0}" dt="2024-08-25T15:03:12.680" v="212" actId="12"/>
          <ac:spMkLst>
            <pc:docMk/>
            <pc:sldMk cId="0" sldId="356"/>
            <ac:spMk id="3" creationId="{A0C26980-5FCF-11CE-42EA-C789EFC81BF9}"/>
          </ac:spMkLst>
        </pc:spChg>
        <pc:spChg chg="mod">
          <ac:chgData name="Ms Alina Arshad" userId="cccdfd85-d35d-4453-9c6f-a463aae40722" providerId="ADAL" clId="{EADAEE91-4A7C-4065-A245-779568A60DD0}" dt="2024-08-25T14:59:50.347" v="170" actId="1076"/>
          <ac:spMkLst>
            <pc:docMk/>
            <pc:sldMk cId="0" sldId="356"/>
            <ac:spMk id="6" creationId="{E1E67165-1674-230D-4202-24CCC9DB983B}"/>
          </ac:spMkLst>
        </pc:spChg>
        <pc:spChg chg="mod">
          <ac:chgData name="Ms Alina Arshad" userId="cccdfd85-d35d-4453-9c6f-a463aae40722" providerId="ADAL" clId="{EADAEE91-4A7C-4065-A245-779568A60DD0}" dt="2024-08-25T14:59:34.753" v="167" actId="207"/>
          <ac:spMkLst>
            <pc:docMk/>
            <pc:sldMk cId="0" sldId="356"/>
            <ac:spMk id="21506" creationId="{2FDC0C03-1A50-AFEA-680D-11CB0080FD7C}"/>
          </ac:spMkLst>
        </pc:spChg>
        <pc:graphicFrameChg chg="mod">
          <ac:chgData name="Ms Alina Arshad" userId="cccdfd85-d35d-4453-9c6f-a463aae40722" providerId="ADAL" clId="{EADAEE91-4A7C-4065-A245-779568A60DD0}" dt="2024-08-25T14:59:45.178" v="169" actId="1076"/>
          <ac:graphicFrameMkLst>
            <pc:docMk/>
            <pc:sldMk cId="0" sldId="356"/>
            <ac:graphicFrameMk id="21509" creationId="{81D7D4B2-F8DF-09C0-AA5D-0071884A3BF6}"/>
          </ac:graphicFrameMkLst>
        </pc:graphicFrameChg>
      </pc:sldChg>
      <pc:sldChg chg="modSp add mod">
        <pc:chgData name="Ms Alina Arshad" userId="cccdfd85-d35d-4453-9c6f-a463aae40722" providerId="ADAL" clId="{EADAEE91-4A7C-4065-A245-779568A60DD0}" dt="2024-08-25T15:03:39.380" v="218" actId="1036"/>
        <pc:sldMkLst>
          <pc:docMk/>
          <pc:sldMk cId="0" sldId="357"/>
        </pc:sldMkLst>
        <pc:spChg chg="mod">
          <ac:chgData name="Ms Alina Arshad" userId="cccdfd85-d35d-4453-9c6f-a463aae40722" providerId="ADAL" clId="{EADAEE91-4A7C-4065-A245-779568A60DD0}" dt="2024-08-25T15:03:35.390" v="215" actId="1076"/>
          <ac:spMkLst>
            <pc:docMk/>
            <pc:sldMk cId="0" sldId="357"/>
            <ac:spMk id="23554" creationId="{715C96A0-76EB-2410-6028-7CC970A627D0}"/>
          </ac:spMkLst>
        </pc:spChg>
        <pc:graphicFrameChg chg="mod">
          <ac:chgData name="Ms Alina Arshad" userId="cccdfd85-d35d-4453-9c6f-a463aae40722" providerId="ADAL" clId="{EADAEE91-4A7C-4065-A245-779568A60DD0}" dt="2024-08-25T15:03:39.380" v="218" actId="1036"/>
          <ac:graphicFrameMkLst>
            <pc:docMk/>
            <pc:sldMk cId="0" sldId="357"/>
            <ac:graphicFrameMk id="4" creationId="{B1D77928-E685-A06F-FA78-FDDCC75A6255}"/>
          </ac:graphicFrameMkLst>
        </pc:graphicFrameChg>
      </pc:sldChg>
      <pc:sldChg chg="modSp add mod">
        <pc:chgData name="Ms Alina Arshad" userId="cccdfd85-d35d-4453-9c6f-a463aae40722" providerId="ADAL" clId="{EADAEE91-4A7C-4065-A245-779568A60DD0}" dt="2024-08-25T15:05:45.451" v="243" actId="14100"/>
        <pc:sldMkLst>
          <pc:docMk/>
          <pc:sldMk cId="0" sldId="359"/>
        </pc:sldMkLst>
        <pc:spChg chg="mod">
          <ac:chgData name="Ms Alina Arshad" userId="cccdfd85-d35d-4453-9c6f-a463aae40722" providerId="ADAL" clId="{EADAEE91-4A7C-4065-A245-779568A60DD0}" dt="2024-08-25T15:05:45.451" v="243" actId="14100"/>
          <ac:spMkLst>
            <pc:docMk/>
            <pc:sldMk cId="0" sldId="359"/>
            <ac:spMk id="3" creationId="{69781428-DBFB-ECB6-E9C1-D0A247A45649}"/>
          </ac:spMkLst>
        </pc:spChg>
        <pc:spChg chg="mod">
          <ac:chgData name="Ms Alina Arshad" userId="cccdfd85-d35d-4453-9c6f-a463aae40722" providerId="ADAL" clId="{EADAEE91-4A7C-4065-A245-779568A60DD0}" dt="2024-08-25T15:05:24.436" v="236" actId="207"/>
          <ac:spMkLst>
            <pc:docMk/>
            <pc:sldMk cId="0" sldId="359"/>
            <ac:spMk id="27650" creationId="{3601D225-8BCB-CD61-89F6-BD0091383FA4}"/>
          </ac:spMkLst>
        </pc:spChg>
      </pc:sldChg>
      <pc:sldChg chg="modSp add mod">
        <pc:chgData name="Ms Alina Arshad" userId="cccdfd85-d35d-4453-9c6f-a463aae40722" providerId="ADAL" clId="{EADAEE91-4A7C-4065-A245-779568A60DD0}" dt="2024-08-25T15:06:27.309" v="255" actId="1076"/>
        <pc:sldMkLst>
          <pc:docMk/>
          <pc:sldMk cId="0" sldId="360"/>
        </pc:sldMkLst>
        <pc:spChg chg="mod">
          <ac:chgData name="Ms Alina Arshad" userId="cccdfd85-d35d-4453-9c6f-a463aae40722" providerId="ADAL" clId="{EADAEE91-4A7C-4065-A245-779568A60DD0}" dt="2024-08-25T15:06:12.105" v="252" actId="14100"/>
          <ac:spMkLst>
            <pc:docMk/>
            <pc:sldMk cId="0" sldId="360"/>
            <ac:spMk id="3" creationId="{5A29B148-68E9-42A4-AAEF-21C44FB97CC8}"/>
          </ac:spMkLst>
        </pc:spChg>
        <pc:spChg chg="mod">
          <ac:chgData name="Ms Alina Arshad" userId="cccdfd85-d35d-4453-9c6f-a463aae40722" providerId="ADAL" clId="{EADAEE91-4A7C-4065-A245-779568A60DD0}" dt="2024-08-25T15:06:27.309" v="255" actId="1076"/>
          <ac:spMkLst>
            <pc:docMk/>
            <pc:sldMk cId="0" sldId="360"/>
            <ac:spMk id="28674" creationId="{5DF05B7C-3FB9-7AAD-79F2-F672F7AE8C7B}"/>
          </ac:spMkLst>
        </pc:spChg>
      </pc:sldChg>
      <pc:sldChg chg="delSp del mod">
        <pc:chgData name="Ms Alina Arshad" userId="cccdfd85-d35d-4453-9c6f-a463aae40722" providerId="ADAL" clId="{EADAEE91-4A7C-4065-A245-779568A60DD0}" dt="2024-08-25T15:14:04.534" v="324" actId="2696"/>
        <pc:sldMkLst>
          <pc:docMk/>
          <pc:sldMk cId="1781116589" sldId="366"/>
        </pc:sldMkLst>
        <pc:spChg chg="del">
          <ac:chgData name="Ms Alina Arshad" userId="cccdfd85-d35d-4453-9c6f-a463aae40722" providerId="ADAL" clId="{EADAEE91-4A7C-4065-A245-779568A60DD0}" dt="2024-08-25T13:49:30.341" v="85" actId="478"/>
          <ac:spMkLst>
            <pc:docMk/>
            <pc:sldMk cId="1781116589" sldId="366"/>
            <ac:spMk id="4" creationId="{00000000-0000-0000-0000-000000000000}"/>
          </ac:spMkLst>
        </pc:spChg>
      </pc:sldChg>
      <pc:sldChg chg="delSp modSp del mod">
        <pc:chgData name="Ms Alina Arshad" userId="cccdfd85-d35d-4453-9c6f-a463aae40722" providerId="ADAL" clId="{EADAEE91-4A7C-4065-A245-779568A60DD0}" dt="2024-08-25T15:13:48.352" v="323" actId="2696"/>
        <pc:sldMkLst>
          <pc:docMk/>
          <pc:sldMk cId="2646350301" sldId="367"/>
        </pc:sldMkLst>
        <pc:spChg chg="mod">
          <ac:chgData name="Ms Alina Arshad" userId="cccdfd85-d35d-4453-9c6f-a463aae40722" providerId="ADAL" clId="{EADAEE91-4A7C-4065-A245-779568A60DD0}" dt="2024-08-25T15:13:28.452" v="322" actId="207"/>
          <ac:spMkLst>
            <pc:docMk/>
            <pc:sldMk cId="2646350301" sldId="367"/>
            <ac:spMk id="3" creationId="{2518979F-5DCB-4663-9049-A6A42C1D2313}"/>
          </ac:spMkLst>
        </pc:spChg>
        <pc:spChg chg="del">
          <ac:chgData name="Ms Alina Arshad" userId="cccdfd85-d35d-4453-9c6f-a463aae40722" providerId="ADAL" clId="{EADAEE91-4A7C-4065-A245-779568A60DD0}" dt="2024-08-25T13:49:36.906" v="86" actId="478"/>
          <ac:spMkLst>
            <pc:docMk/>
            <pc:sldMk cId="2646350301" sldId="367"/>
            <ac:spMk id="4" creationId="{00000000-0000-0000-0000-000000000000}"/>
          </ac:spMkLst>
        </pc:spChg>
        <pc:spChg chg="del">
          <ac:chgData name="Ms Alina Arshad" userId="cccdfd85-d35d-4453-9c6f-a463aae40722" providerId="ADAL" clId="{EADAEE91-4A7C-4065-A245-779568A60DD0}" dt="2024-08-25T13:49:42.150" v="87" actId="478"/>
          <ac:spMkLst>
            <pc:docMk/>
            <pc:sldMk cId="2646350301" sldId="367"/>
            <ac:spMk id="5" creationId="{00000000-0000-0000-0000-000000000000}"/>
          </ac:spMkLst>
        </pc:spChg>
      </pc:sldChg>
      <pc:sldChg chg="modSp add mod">
        <pc:chgData name="Ms Alina Arshad" userId="cccdfd85-d35d-4453-9c6f-a463aae40722" providerId="ADAL" clId="{EADAEE91-4A7C-4065-A245-779568A60DD0}" dt="2024-08-25T15:08:15.486" v="296" actId="207"/>
        <pc:sldMkLst>
          <pc:docMk/>
          <pc:sldMk cId="0" sldId="368"/>
        </pc:sldMkLst>
        <pc:spChg chg="mod">
          <ac:chgData name="Ms Alina Arshad" userId="cccdfd85-d35d-4453-9c6f-a463aae40722" providerId="ADAL" clId="{EADAEE91-4A7C-4065-A245-779568A60DD0}" dt="2024-08-25T15:08:15.486" v="296" actId="207"/>
          <ac:spMkLst>
            <pc:docMk/>
            <pc:sldMk cId="0" sldId="368"/>
            <ac:spMk id="31746" creationId="{3F73AF0F-32BB-BF3D-2A46-896C3B9747AB}"/>
          </ac:spMkLst>
        </pc:spChg>
      </pc:sldChg>
      <pc:sldChg chg="modSp add mod">
        <pc:chgData name="Ms Alina Arshad" userId="cccdfd85-d35d-4453-9c6f-a463aae40722" providerId="ADAL" clId="{EADAEE91-4A7C-4065-A245-779568A60DD0}" dt="2024-08-25T15:05:05.625" v="234" actId="207"/>
        <pc:sldMkLst>
          <pc:docMk/>
          <pc:sldMk cId="0" sldId="369"/>
        </pc:sldMkLst>
        <pc:spChg chg="mod">
          <ac:chgData name="Ms Alina Arshad" userId="cccdfd85-d35d-4453-9c6f-a463aae40722" providerId="ADAL" clId="{EADAEE91-4A7C-4065-A245-779568A60DD0}" dt="2024-08-25T15:05:05.625" v="234" actId="207"/>
          <ac:spMkLst>
            <pc:docMk/>
            <pc:sldMk cId="0" sldId="369"/>
            <ac:spMk id="26626" creationId="{A4F027D1-2AC1-1C80-C6CA-8BCE00F02C1D}"/>
          </ac:spMkLst>
        </pc:spChg>
      </pc:sldChg>
      <pc:sldChg chg="delSp add del mod">
        <pc:chgData name="Ms Alina Arshad" userId="cccdfd85-d35d-4453-9c6f-a463aae40722" providerId="ADAL" clId="{EADAEE91-4A7C-4065-A245-779568A60DD0}" dt="2024-08-25T15:13:48.352" v="323" actId="2696"/>
        <pc:sldMkLst>
          <pc:docMk/>
          <pc:sldMk cId="894339878" sldId="370"/>
        </pc:sldMkLst>
        <pc:spChg chg="del">
          <ac:chgData name="Ms Alina Arshad" userId="cccdfd85-d35d-4453-9c6f-a463aae40722" providerId="ADAL" clId="{EADAEE91-4A7C-4065-A245-779568A60DD0}" dt="2024-08-25T13:51:31.553" v="92" actId="478"/>
          <ac:spMkLst>
            <pc:docMk/>
            <pc:sldMk cId="894339878" sldId="370"/>
            <ac:spMk id="2" creationId="{00000000-0000-0000-0000-000000000000}"/>
          </ac:spMkLst>
        </pc:spChg>
        <pc:spChg chg="del">
          <ac:chgData name="Ms Alina Arshad" userId="cccdfd85-d35d-4453-9c6f-a463aae40722" providerId="ADAL" clId="{EADAEE91-4A7C-4065-A245-779568A60DD0}" dt="2024-08-25T13:51:33.286" v="93" actId="478"/>
          <ac:spMkLst>
            <pc:docMk/>
            <pc:sldMk cId="894339878" sldId="370"/>
            <ac:spMk id="5" creationId="{00000000-0000-0000-0000-000000000000}"/>
          </ac:spMkLst>
        </pc:spChg>
      </pc:sldChg>
      <pc:sldChg chg="modSp add mod">
        <pc:chgData name="Ms Alina Arshad" userId="cccdfd85-d35d-4453-9c6f-a463aae40722" providerId="ADAL" clId="{EADAEE91-4A7C-4065-A245-779568A60DD0}" dt="2024-08-25T15:08:38.988" v="299" actId="1076"/>
        <pc:sldMkLst>
          <pc:docMk/>
          <pc:sldMk cId="3002628608" sldId="371"/>
        </pc:sldMkLst>
        <pc:spChg chg="mod">
          <ac:chgData name="Ms Alina Arshad" userId="cccdfd85-d35d-4453-9c6f-a463aae40722" providerId="ADAL" clId="{EADAEE91-4A7C-4065-A245-779568A60DD0}" dt="2024-08-25T15:08:38.988" v="299" actId="1076"/>
          <ac:spMkLst>
            <pc:docMk/>
            <pc:sldMk cId="3002628608" sldId="371"/>
            <ac:spMk id="4" creationId="{94D4E49B-D791-29C0-F6A5-C1046AC56CDE}"/>
          </ac:spMkLst>
        </pc:spChg>
        <pc:spChg chg="mod">
          <ac:chgData name="Ms Alina Arshad" userId="cccdfd85-d35d-4453-9c6f-a463aae40722" providerId="ADAL" clId="{EADAEE91-4A7C-4065-A245-779568A60DD0}" dt="2024-08-25T15:08:30.414" v="298" actId="1076"/>
          <ac:spMkLst>
            <pc:docMk/>
            <pc:sldMk cId="3002628608" sldId="371"/>
            <ac:spMk id="32770" creationId="{FA441A40-7A87-2958-591E-25A88C4756ED}"/>
          </ac:spMkLst>
        </pc:spChg>
      </pc:sldChg>
      <pc:sldChg chg="modSp add mod">
        <pc:chgData name="Ms Alina Arshad" userId="cccdfd85-d35d-4453-9c6f-a463aae40722" providerId="ADAL" clId="{EADAEE91-4A7C-4065-A245-779568A60DD0}" dt="2024-08-25T15:08:51.078" v="301" actId="207"/>
        <pc:sldMkLst>
          <pc:docMk/>
          <pc:sldMk cId="0" sldId="372"/>
        </pc:sldMkLst>
        <pc:spChg chg="mod">
          <ac:chgData name="Ms Alina Arshad" userId="cccdfd85-d35d-4453-9c6f-a463aae40722" providerId="ADAL" clId="{EADAEE91-4A7C-4065-A245-779568A60DD0}" dt="2024-08-25T15:08:51.078" v="301" actId="207"/>
          <ac:spMkLst>
            <pc:docMk/>
            <pc:sldMk cId="0" sldId="372"/>
            <ac:spMk id="33794" creationId="{21B4FF6A-7A53-1B02-2C5F-197ADE8BB9A5}"/>
          </ac:spMkLst>
        </pc:spChg>
      </pc:sldChg>
      <pc:sldChg chg="delSp modSp add del mod">
        <pc:chgData name="Ms Alina Arshad" userId="cccdfd85-d35d-4453-9c6f-a463aae40722" providerId="ADAL" clId="{EADAEE91-4A7C-4065-A245-779568A60DD0}" dt="2024-08-25T15:13:48.352" v="323" actId="2696"/>
        <pc:sldMkLst>
          <pc:docMk/>
          <pc:sldMk cId="2581933320" sldId="373"/>
        </pc:sldMkLst>
        <pc:spChg chg="del">
          <ac:chgData name="Ms Alina Arshad" userId="cccdfd85-d35d-4453-9c6f-a463aae40722" providerId="ADAL" clId="{EADAEE91-4A7C-4065-A245-779568A60DD0}" dt="2024-08-25T13:51:25.425" v="90" actId="478"/>
          <ac:spMkLst>
            <pc:docMk/>
            <pc:sldMk cId="2581933320" sldId="373"/>
            <ac:spMk id="5" creationId="{00000000-0000-0000-0000-000000000000}"/>
          </ac:spMkLst>
        </pc:spChg>
        <pc:spChg chg="del">
          <ac:chgData name="Ms Alina Arshad" userId="cccdfd85-d35d-4453-9c6f-a463aae40722" providerId="ADAL" clId="{EADAEE91-4A7C-4065-A245-779568A60DD0}" dt="2024-08-25T13:51:27.178" v="91" actId="478"/>
          <ac:spMkLst>
            <pc:docMk/>
            <pc:sldMk cId="2581933320" sldId="373"/>
            <ac:spMk id="6" creationId="{00000000-0000-0000-0000-000000000000}"/>
          </ac:spMkLst>
        </pc:spChg>
        <pc:picChg chg="mod">
          <ac:chgData name="Ms Alina Arshad" userId="cccdfd85-d35d-4453-9c6f-a463aae40722" providerId="ADAL" clId="{EADAEE91-4A7C-4065-A245-779568A60DD0}" dt="2024-08-25T13:51:23.578" v="89" actId="1076"/>
          <ac:picMkLst>
            <pc:docMk/>
            <pc:sldMk cId="2581933320" sldId="373"/>
            <ac:picMk id="4" creationId="{47E901C3-88FE-4B0F-8736-32CA0B98907C}"/>
          </ac:picMkLst>
        </pc:picChg>
      </pc:sldChg>
      <pc:sldChg chg="modSp add mod">
        <pc:chgData name="Ms Alina Arshad" userId="cccdfd85-d35d-4453-9c6f-a463aae40722" providerId="ADAL" clId="{EADAEE91-4A7C-4065-A245-779568A60DD0}" dt="2024-08-25T14:58:46.193" v="155" actId="14100"/>
        <pc:sldMkLst>
          <pc:docMk/>
          <pc:sldMk cId="0" sldId="374"/>
        </pc:sldMkLst>
        <pc:spChg chg="mod">
          <ac:chgData name="Ms Alina Arshad" userId="cccdfd85-d35d-4453-9c6f-a463aae40722" providerId="ADAL" clId="{EADAEE91-4A7C-4065-A245-779568A60DD0}" dt="2024-08-25T14:58:41.662" v="153" actId="1076"/>
          <ac:spMkLst>
            <pc:docMk/>
            <pc:sldMk cId="0" sldId="374"/>
            <ac:spMk id="19458" creationId="{257D38D8-EC6F-DB19-5669-DB3AFD529775}"/>
          </ac:spMkLst>
        </pc:spChg>
        <pc:picChg chg="mod">
          <ac:chgData name="Ms Alina Arshad" userId="cccdfd85-d35d-4453-9c6f-a463aae40722" providerId="ADAL" clId="{EADAEE91-4A7C-4065-A245-779568A60DD0}" dt="2024-08-25T14:58:46.193" v="155" actId="14100"/>
          <ac:picMkLst>
            <pc:docMk/>
            <pc:sldMk cId="0" sldId="374"/>
            <ac:picMk id="19459" creationId="{08D96F9A-03EF-D418-E75A-0E6D82E325DD}"/>
          </ac:picMkLst>
        </pc:picChg>
      </pc:sldChg>
      <pc:sldChg chg="del">
        <pc:chgData name="Ms Alina Arshad" userId="cccdfd85-d35d-4453-9c6f-a463aae40722" providerId="ADAL" clId="{EADAEE91-4A7C-4065-A245-779568A60DD0}" dt="2024-08-25T13:34:25.062" v="0" actId="47"/>
        <pc:sldMkLst>
          <pc:docMk/>
          <pc:sldMk cId="50377824" sldId="375"/>
        </pc:sldMkLst>
      </pc:sldChg>
      <pc:sldChg chg="del">
        <pc:chgData name="Ms Alina Arshad" userId="cccdfd85-d35d-4453-9c6f-a463aae40722" providerId="ADAL" clId="{EADAEE91-4A7C-4065-A245-779568A60DD0}" dt="2024-08-25T13:34:25.561" v="1" actId="47"/>
        <pc:sldMkLst>
          <pc:docMk/>
          <pc:sldMk cId="387448209" sldId="376"/>
        </pc:sldMkLst>
      </pc:sldChg>
      <pc:sldChg chg="modSp add mod">
        <pc:chgData name="Ms Alina Arshad" userId="cccdfd85-d35d-4453-9c6f-a463aae40722" providerId="ADAL" clId="{EADAEE91-4A7C-4065-A245-779568A60DD0}" dt="2024-08-25T15:10:28.603" v="313" actId="14100"/>
        <pc:sldMkLst>
          <pc:docMk/>
          <pc:sldMk cId="0" sldId="377"/>
        </pc:sldMkLst>
        <pc:spChg chg="mod">
          <ac:chgData name="Ms Alina Arshad" userId="cccdfd85-d35d-4453-9c6f-a463aae40722" providerId="ADAL" clId="{EADAEE91-4A7C-4065-A245-779568A60DD0}" dt="2024-08-25T15:10:28.603" v="313" actId="14100"/>
          <ac:spMkLst>
            <pc:docMk/>
            <pc:sldMk cId="0" sldId="377"/>
            <ac:spMk id="3" creationId="{9C77C349-0A59-5576-A92B-0169D43EA6ED}"/>
          </ac:spMkLst>
        </pc:spChg>
        <pc:spChg chg="mod">
          <ac:chgData name="Ms Alina Arshad" userId="cccdfd85-d35d-4453-9c6f-a463aae40722" providerId="ADAL" clId="{EADAEE91-4A7C-4065-A245-779568A60DD0}" dt="2024-08-25T14:57:11.438" v="131" actId="207"/>
          <ac:spMkLst>
            <pc:docMk/>
            <pc:sldMk cId="0" sldId="377"/>
            <ac:spMk id="16386" creationId="{D17D7E4F-39CA-AA82-79C3-3E53DD62665E}"/>
          </ac:spMkLst>
        </pc:spChg>
      </pc:sldChg>
      <pc:sldChg chg="del">
        <pc:chgData name="Ms Alina Arshad" userId="cccdfd85-d35d-4453-9c6f-a463aae40722" providerId="ADAL" clId="{EADAEE91-4A7C-4065-A245-779568A60DD0}" dt="2024-08-25T13:35:28.486" v="4" actId="2696"/>
        <pc:sldMkLst>
          <pc:docMk/>
          <pc:sldMk cId="878700326" sldId="377"/>
        </pc:sldMkLst>
      </pc:sldChg>
      <pc:sldChg chg="delSp modSp del mod ord">
        <pc:chgData name="Ms Alina Arshad" userId="cccdfd85-d35d-4453-9c6f-a463aae40722" providerId="ADAL" clId="{EADAEE91-4A7C-4065-A245-779568A60DD0}" dt="2024-08-25T15:10:58.195" v="314" actId="47"/>
        <pc:sldMkLst>
          <pc:docMk/>
          <pc:sldMk cId="4064093034" sldId="378"/>
        </pc:sldMkLst>
        <pc:spChg chg="mod">
          <ac:chgData name="Ms Alina Arshad" userId="cccdfd85-d35d-4453-9c6f-a463aae40722" providerId="ADAL" clId="{EADAEE91-4A7C-4065-A245-779568A60DD0}" dt="2024-08-25T14:52:44.627" v="101" actId="207"/>
          <ac:spMkLst>
            <pc:docMk/>
            <pc:sldMk cId="4064093034" sldId="378"/>
            <ac:spMk id="2" creationId="{5968DE79-4CF3-4764-A498-BFA5C2621DBE}"/>
          </ac:spMkLst>
        </pc:spChg>
        <pc:spChg chg="mod">
          <ac:chgData name="Ms Alina Arshad" userId="cccdfd85-d35d-4453-9c6f-a463aae40722" providerId="ADAL" clId="{EADAEE91-4A7C-4065-A245-779568A60DD0}" dt="2024-08-25T14:52:44.627" v="101" actId="207"/>
          <ac:spMkLst>
            <pc:docMk/>
            <pc:sldMk cId="4064093034" sldId="378"/>
            <ac:spMk id="3" creationId="{43DC346B-280B-4E52-8205-38BC91F5925A}"/>
          </ac:spMkLst>
        </pc:spChg>
        <pc:spChg chg="del">
          <ac:chgData name="Ms Alina Arshad" userId="cccdfd85-d35d-4453-9c6f-a463aae40722" providerId="ADAL" clId="{EADAEE91-4A7C-4065-A245-779568A60DD0}" dt="2024-08-25T13:41:07.411" v="7" actId="478"/>
          <ac:spMkLst>
            <pc:docMk/>
            <pc:sldMk cId="4064093034" sldId="378"/>
            <ac:spMk id="5" creationId="{00000000-0000-0000-0000-000000000000}"/>
          </ac:spMkLst>
        </pc:spChg>
        <pc:spChg chg="del">
          <ac:chgData name="Ms Alina Arshad" userId="cccdfd85-d35d-4453-9c6f-a463aae40722" providerId="ADAL" clId="{EADAEE91-4A7C-4065-A245-779568A60DD0}" dt="2024-08-25T13:41:10.096" v="8" actId="478"/>
          <ac:spMkLst>
            <pc:docMk/>
            <pc:sldMk cId="4064093034" sldId="378"/>
            <ac:spMk id="6" creationId="{00000000-0000-0000-0000-000000000000}"/>
          </ac:spMkLst>
        </pc:spChg>
        <pc:picChg chg="mod">
          <ac:chgData name="Ms Alina Arshad" userId="cccdfd85-d35d-4453-9c6f-a463aae40722" providerId="ADAL" clId="{EADAEE91-4A7C-4065-A245-779568A60DD0}" dt="2024-08-25T13:41:13.480" v="9" actId="1076"/>
          <ac:picMkLst>
            <pc:docMk/>
            <pc:sldMk cId="4064093034" sldId="378"/>
            <ac:picMk id="4" creationId="{3DBBE8BF-96C3-4767-8BE0-EE4991F19397}"/>
          </ac:picMkLst>
        </pc:picChg>
      </pc:sldChg>
      <pc:sldChg chg="delSp modSp del mod">
        <pc:chgData name="Ms Alina Arshad" userId="cccdfd85-d35d-4453-9c6f-a463aae40722" providerId="ADAL" clId="{EADAEE91-4A7C-4065-A245-779568A60DD0}" dt="2024-08-25T14:53:42.332" v="102" actId="47"/>
        <pc:sldMkLst>
          <pc:docMk/>
          <pc:sldMk cId="1461775536" sldId="379"/>
        </pc:sldMkLst>
        <pc:spChg chg="mod">
          <ac:chgData name="Ms Alina Arshad" userId="cccdfd85-d35d-4453-9c6f-a463aae40722" providerId="ADAL" clId="{EADAEE91-4A7C-4065-A245-779568A60DD0}" dt="2024-08-25T13:43:42.744" v="45" actId="1076"/>
          <ac:spMkLst>
            <pc:docMk/>
            <pc:sldMk cId="1461775536" sldId="379"/>
            <ac:spMk id="2" creationId="{D78211DC-DCD2-47C1-B8A3-58D1AA2D7DC9}"/>
          </ac:spMkLst>
        </pc:spChg>
        <pc:spChg chg="mod">
          <ac:chgData name="Ms Alina Arshad" userId="cccdfd85-d35d-4453-9c6f-a463aae40722" providerId="ADAL" clId="{EADAEE91-4A7C-4065-A245-779568A60DD0}" dt="2024-08-25T13:43:54.193" v="49" actId="14100"/>
          <ac:spMkLst>
            <pc:docMk/>
            <pc:sldMk cId="1461775536" sldId="379"/>
            <ac:spMk id="3" creationId="{C5C165DD-8B1C-4A87-83B9-18B35B126F92}"/>
          </ac:spMkLst>
        </pc:spChg>
        <pc:spChg chg="del">
          <ac:chgData name="Ms Alina Arshad" userId="cccdfd85-d35d-4453-9c6f-a463aae40722" providerId="ADAL" clId="{EADAEE91-4A7C-4065-A245-779568A60DD0}" dt="2024-08-25T13:43:56.477" v="50" actId="478"/>
          <ac:spMkLst>
            <pc:docMk/>
            <pc:sldMk cId="1461775536" sldId="379"/>
            <ac:spMk id="4" creationId="{00000000-0000-0000-0000-000000000000}"/>
          </ac:spMkLst>
        </pc:spChg>
        <pc:spChg chg="del">
          <ac:chgData name="Ms Alina Arshad" userId="cccdfd85-d35d-4453-9c6f-a463aae40722" providerId="ADAL" clId="{EADAEE91-4A7C-4065-A245-779568A60DD0}" dt="2024-08-25T13:43:59.873" v="51" actId="478"/>
          <ac:spMkLst>
            <pc:docMk/>
            <pc:sldMk cId="1461775536" sldId="379"/>
            <ac:spMk id="5" creationId="{00000000-0000-0000-0000-000000000000}"/>
          </ac:spMkLst>
        </pc:spChg>
      </pc:sldChg>
      <pc:sldChg chg="delSp modSp del mod">
        <pc:chgData name="Ms Alina Arshad" userId="cccdfd85-d35d-4453-9c6f-a463aae40722" providerId="ADAL" clId="{EADAEE91-4A7C-4065-A245-779568A60DD0}" dt="2024-08-25T14:53:43.340" v="103" actId="47"/>
        <pc:sldMkLst>
          <pc:docMk/>
          <pc:sldMk cId="1822324932" sldId="380"/>
        </pc:sldMkLst>
        <pc:spChg chg="mod">
          <ac:chgData name="Ms Alina Arshad" userId="cccdfd85-d35d-4453-9c6f-a463aae40722" providerId="ADAL" clId="{EADAEE91-4A7C-4065-A245-779568A60DD0}" dt="2024-08-25T13:44:11.452" v="54" actId="207"/>
          <ac:spMkLst>
            <pc:docMk/>
            <pc:sldMk cId="1822324932" sldId="380"/>
            <ac:spMk id="2" creationId="{D0A3B775-4D7B-444A-BAC6-72B54826614E}"/>
          </ac:spMkLst>
        </pc:spChg>
        <pc:spChg chg="mod">
          <ac:chgData name="Ms Alina Arshad" userId="cccdfd85-d35d-4453-9c6f-a463aae40722" providerId="ADAL" clId="{EADAEE91-4A7C-4065-A245-779568A60DD0}" dt="2024-08-25T13:44:52.564" v="58" actId="255"/>
          <ac:spMkLst>
            <pc:docMk/>
            <pc:sldMk cId="1822324932" sldId="380"/>
            <ac:spMk id="3" creationId="{EAB04FEA-9BA2-4990-A45A-478A844BEA75}"/>
          </ac:spMkLst>
        </pc:spChg>
        <pc:spChg chg="del">
          <ac:chgData name="Ms Alina Arshad" userId="cccdfd85-d35d-4453-9c6f-a463aae40722" providerId="ADAL" clId="{EADAEE91-4A7C-4065-A245-779568A60DD0}" dt="2024-08-25T13:44:16.661" v="55" actId="478"/>
          <ac:spMkLst>
            <pc:docMk/>
            <pc:sldMk cId="1822324932" sldId="380"/>
            <ac:spMk id="4" creationId="{00000000-0000-0000-0000-000000000000}"/>
          </ac:spMkLst>
        </pc:spChg>
        <pc:spChg chg="del">
          <ac:chgData name="Ms Alina Arshad" userId="cccdfd85-d35d-4453-9c6f-a463aae40722" providerId="ADAL" clId="{EADAEE91-4A7C-4065-A245-779568A60DD0}" dt="2024-08-25T13:44:41.318" v="56" actId="478"/>
          <ac:spMkLst>
            <pc:docMk/>
            <pc:sldMk cId="1822324932" sldId="380"/>
            <ac:spMk id="5" creationId="{00000000-0000-0000-0000-000000000000}"/>
          </ac:spMkLst>
        </pc:spChg>
      </pc:sldChg>
      <pc:sldChg chg="delSp modSp del mod">
        <pc:chgData name="Ms Alina Arshad" userId="cccdfd85-d35d-4453-9c6f-a463aae40722" providerId="ADAL" clId="{EADAEE91-4A7C-4065-A245-779568A60DD0}" dt="2024-08-25T14:53:50.254" v="104" actId="47"/>
        <pc:sldMkLst>
          <pc:docMk/>
          <pc:sldMk cId="4242572248" sldId="381"/>
        </pc:sldMkLst>
        <pc:spChg chg="mod">
          <ac:chgData name="Ms Alina Arshad" userId="cccdfd85-d35d-4453-9c6f-a463aae40722" providerId="ADAL" clId="{EADAEE91-4A7C-4065-A245-779568A60DD0}" dt="2024-08-25T13:45:14.185" v="61" actId="207"/>
          <ac:spMkLst>
            <pc:docMk/>
            <pc:sldMk cId="4242572248" sldId="381"/>
            <ac:spMk id="2" creationId="{4F73BFD3-DE5B-4C37-8B49-6083EEF64986}"/>
          </ac:spMkLst>
        </pc:spChg>
        <pc:spChg chg="mod">
          <ac:chgData name="Ms Alina Arshad" userId="cccdfd85-d35d-4453-9c6f-a463aae40722" providerId="ADAL" clId="{EADAEE91-4A7C-4065-A245-779568A60DD0}" dt="2024-08-25T13:45:18.401" v="62" actId="207"/>
          <ac:spMkLst>
            <pc:docMk/>
            <pc:sldMk cId="4242572248" sldId="381"/>
            <ac:spMk id="3" creationId="{F2238212-6622-4C4B-824C-18A1C8DB74A1}"/>
          </ac:spMkLst>
        </pc:spChg>
        <pc:spChg chg="del">
          <ac:chgData name="Ms Alina Arshad" userId="cccdfd85-d35d-4453-9c6f-a463aae40722" providerId="ADAL" clId="{EADAEE91-4A7C-4065-A245-779568A60DD0}" dt="2024-08-25T13:45:22.876" v="63" actId="478"/>
          <ac:spMkLst>
            <pc:docMk/>
            <pc:sldMk cId="4242572248" sldId="381"/>
            <ac:spMk id="4" creationId="{00000000-0000-0000-0000-000000000000}"/>
          </ac:spMkLst>
        </pc:spChg>
        <pc:spChg chg="del">
          <ac:chgData name="Ms Alina Arshad" userId="cccdfd85-d35d-4453-9c6f-a463aae40722" providerId="ADAL" clId="{EADAEE91-4A7C-4065-A245-779568A60DD0}" dt="2024-08-25T13:45:32.146" v="64" actId="478"/>
          <ac:spMkLst>
            <pc:docMk/>
            <pc:sldMk cId="4242572248" sldId="381"/>
            <ac:spMk id="5" creationId="{00000000-0000-0000-0000-000000000000}"/>
          </ac:spMkLst>
        </pc:spChg>
      </pc:sldChg>
      <pc:sldChg chg="delSp modSp del mod">
        <pc:chgData name="Ms Alina Arshad" userId="cccdfd85-d35d-4453-9c6f-a463aae40722" providerId="ADAL" clId="{EADAEE91-4A7C-4065-A245-779568A60DD0}" dt="2024-08-25T15:09:34.247" v="307" actId="47"/>
        <pc:sldMkLst>
          <pc:docMk/>
          <pc:sldMk cId="2023843453" sldId="382"/>
        </pc:sldMkLst>
        <pc:spChg chg="mod">
          <ac:chgData name="Ms Alina Arshad" userId="cccdfd85-d35d-4453-9c6f-a463aae40722" providerId="ADAL" clId="{EADAEE91-4A7C-4065-A245-779568A60DD0}" dt="2024-08-25T13:45:46.060" v="68" actId="207"/>
          <ac:spMkLst>
            <pc:docMk/>
            <pc:sldMk cId="2023843453" sldId="382"/>
            <ac:spMk id="2" creationId="{538BF2FB-FC35-43EB-BA77-A3228EA47211}"/>
          </ac:spMkLst>
        </pc:spChg>
        <pc:spChg chg="mod">
          <ac:chgData name="Ms Alina Arshad" userId="cccdfd85-d35d-4453-9c6f-a463aae40722" providerId="ADAL" clId="{EADAEE91-4A7C-4065-A245-779568A60DD0}" dt="2024-08-25T13:46:00.816" v="72" actId="14100"/>
          <ac:spMkLst>
            <pc:docMk/>
            <pc:sldMk cId="2023843453" sldId="382"/>
            <ac:spMk id="3" creationId="{5AE28F7A-B346-45F1-9C9B-99DF1EEE1C65}"/>
          </ac:spMkLst>
        </pc:spChg>
        <pc:spChg chg="del">
          <ac:chgData name="Ms Alina Arshad" userId="cccdfd85-d35d-4453-9c6f-a463aae40722" providerId="ADAL" clId="{EADAEE91-4A7C-4065-A245-779568A60DD0}" dt="2024-08-25T13:46:07.394" v="74" actId="478"/>
          <ac:spMkLst>
            <pc:docMk/>
            <pc:sldMk cId="2023843453" sldId="382"/>
            <ac:spMk id="5" creationId="{00000000-0000-0000-0000-000000000000}"/>
          </ac:spMkLst>
        </pc:spChg>
        <pc:spChg chg="del">
          <ac:chgData name="Ms Alina Arshad" userId="cccdfd85-d35d-4453-9c6f-a463aae40722" providerId="ADAL" clId="{EADAEE91-4A7C-4065-A245-779568A60DD0}" dt="2024-08-25T13:46:09.421" v="75" actId="478"/>
          <ac:spMkLst>
            <pc:docMk/>
            <pc:sldMk cId="2023843453" sldId="382"/>
            <ac:spMk id="6" creationId="{00000000-0000-0000-0000-000000000000}"/>
          </ac:spMkLst>
        </pc:spChg>
        <pc:picChg chg="mod">
          <ac:chgData name="Ms Alina Arshad" userId="cccdfd85-d35d-4453-9c6f-a463aae40722" providerId="ADAL" clId="{EADAEE91-4A7C-4065-A245-779568A60DD0}" dt="2024-08-25T13:46:04.469" v="73" actId="1076"/>
          <ac:picMkLst>
            <pc:docMk/>
            <pc:sldMk cId="2023843453" sldId="382"/>
            <ac:picMk id="4" creationId="{E3038F35-9107-48C4-8C73-EA2DFE362B9E}"/>
          </ac:picMkLst>
        </pc:picChg>
      </pc:sldChg>
      <pc:sldChg chg="delSp modSp del mod ord">
        <pc:chgData name="Ms Alina Arshad" userId="cccdfd85-d35d-4453-9c6f-a463aae40722" providerId="ADAL" clId="{EADAEE91-4A7C-4065-A245-779568A60DD0}" dt="2024-08-25T15:09:35.215" v="308" actId="47"/>
        <pc:sldMkLst>
          <pc:docMk/>
          <pc:sldMk cId="938158308" sldId="383"/>
        </pc:sldMkLst>
        <pc:spChg chg="mod">
          <ac:chgData name="Ms Alina Arshad" userId="cccdfd85-d35d-4453-9c6f-a463aae40722" providerId="ADAL" clId="{EADAEE91-4A7C-4065-A245-779568A60DD0}" dt="2024-08-25T13:46:30.186" v="80" actId="207"/>
          <ac:spMkLst>
            <pc:docMk/>
            <pc:sldMk cId="938158308" sldId="383"/>
            <ac:spMk id="2" creationId="{CCD37E2F-361C-46F4-BD07-2D803DB23F9E}"/>
          </ac:spMkLst>
        </pc:spChg>
        <pc:spChg chg="del">
          <ac:chgData name="Ms Alina Arshad" userId="cccdfd85-d35d-4453-9c6f-a463aae40722" providerId="ADAL" clId="{EADAEE91-4A7C-4065-A245-779568A60DD0}" dt="2024-08-25T13:51:54.195" v="98" actId="478"/>
          <ac:spMkLst>
            <pc:docMk/>
            <pc:sldMk cId="938158308" sldId="383"/>
            <ac:spMk id="4" creationId="{00000000-0000-0000-0000-000000000000}"/>
          </ac:spMkLst>
        </pc:spChg>
        <pc:spChg chg="del">
          <ac:chgData name="Ms Alina Arshad" userId="cccdfd85-d35d-4453-9c6f-a463aae40722" providerId="ADAL" clId="{EADAEE91-4A7C-4065-A245-779568A60DD0}" dt="2024-08-25T13:51:56.090" v="99" actId="478"/>
          <ac:spMkLst>
            <pc:docMk/>
            <pc:sldMk cId="938158308" sldId="383"/>
            <ac:spMk id="5" creationId="{00000000-0000-0000-0000-000000000000}"/>
          </ac:spMkLst>
        </pc:spChg>
      </pc:sldChg>
      <pc:sldChg chg="delSp del mod">
        <pc:chgData name="Ms Alina Arshad" userId="cccdfd85-d35d-4453-9c6f-a463aae40722" providerId="ADAL" clId="{EADAEE91-4A7C-4065-A245-779568A60DD0}" dt="2024-08-25T15:09:36.010" v="309" actId="47"/>
        <pc:sldMkLst>
          <pc:docMk/>
          <pc:sldMk cId="3237861477" sldId="384"/>
        </pc:sldMkLst>
        <pc:spChg chg="del">
          <ac:chgData name="Ms Alina Arshad" userId="cccdfd85-d35d-4453-9c6f-a463aae40722" providerId="ADAL" clId="{EADAEE91-4A7C-4065-A245-779568A60DD0}" dt="2024-08-25T13:48:33.764" v="81" actId="478"/>
          <ac:spMkLst>
            <pc:docMk/>
            <pc:sldMk cId="3237861477" sldId="384"/>
            <ac:spMk id="4" creationId="{00000000-0000-0000-0000-000000000000}"/>
          </ac:spMkLst>
        </pc:spChg>
        <pc:spChg chg="del">
          <ac:chgData name="Ms Alina Arshad" userId="cccdfd85-d35d-4453-9c6f-a463aae40722" providerId="ADAL" clId="{EADAEE91-4A7C-4065-A245-779568A60DD0}" dt="2024-08-25T13:49:21.739" v="84" actId="478"/>
          <ac:spMkLst>
            <pc:docMk/>
            <pc:sldMk cId="3237861477" sldId="384"/>
            <ac:spMk id="5" creationId="{00000000-0000-0000-0000-000000000000}"/>
          </ac:spMkLst>
        </pc:spChg>
      </pc:sldChg>
      <pc:sldChg chg="delSp mod">
        <pc:chgData name="Ms Alina Arshad" userId="cccdfd85-d35d-4453-9c6f-a463aae40722" providerId="ADAL" clId="{EADAEE91-4A7C-4065-A245-779568A60DD0}" dt="2024-08-25T13:48:49.110" v="83" actId="478"/>
        <pc:sldMkLst>
          <pc:docMk/>
          <pc:sldMk cId="511546327" sldId="385"/>
        </pc:sldMkLst>
        <pc:spChg chg="del">
          <ac:chgData name="Ms Alina Arshad" userId="cccdfd85-d35d-4453-9c6f-a463aae40722" providerId="ADAL" clId="{EADAEE91-4A7C-4065-A245-779568A60DD0}" dt="2024-08-25T13:48:45.157" v="82" actId="478"/>
          <ac:spMkLst>
            <pc:docMk/>
            <pc:sldMk cId="511546327" sldId="385"/>
            <ac:spMk id="4" creationId="{00000000-0000-0000-0000-000000000000}"/>
          </ac:spMkLst>
        </pc:spChg>
        <pc:spChg chg="del">
          <ac:chgData name="Ms Alina Arshad" userId="cccdfd85-d35d-4453-9c6f-a463aae40722" providerId="ADAL" clId="{EADAEE91-4A7C-4065-A245-779568A60DD0}" dt="2024-08-25T13:48:49.110" v="83" actId="478"/>
          <ac:spMkLst>
            <pc:docMk/>
            <pc:sldMk cId="511546327" sldId="385"/>
            <ac:spMk id="5" creationId="{00000000-0000-0000-0000-000000000000}"/>
          </ac:spMkLst>
        </pc:spChg>
      </pc:sldChg>
      <pc:sldChg chg="delSp add del mod">
        <pc:chgData name="Ms Alina Arshad" userId="cccdfd85-d35d-4453-9c6f-a463aae40722" providerId="ADAL" clId="{EADAEE91-4A7C-4065-A245-779568A60DD0}" dt="2024-08-25T15:13:48.352" v="323" actId="2696"/>
        <pc:sldMkLst>
          <pc:docMk/>
          <pc:sldMk cId="1584583967" sldId="386"/>
        </pc:sldMkLst>
        <pc:spChg chg="del">
          <ac:chgData name="Ms Alina Arshad" userId="cccdfd85-d35d-4453-9c6f-a463aae40722" providerId="ADAL" clId="{EADAEE91-4A7C-4065-A245-779568A60DD0}" dt="2024-08-25T13:51:36.422" v="94" actId="478"/>
          <ac:spMkLst>
            <pc:docMk/>
            <pc:sldMk cId="1584583967" sldId="386"/>
            <ac:spMk id="4" creationId="{00000000-0000-0000-0000-000000000000}"/>
          </ac:spMkLst>
        </pc:spChg>
        <pc:spChg chg="del">
          <ac:chgData name="Ms Alina Arshad" userId="cccdfd85-d35d-4453-9c6f-a463aae40722" providerId="ADAL" clId="{EADAEE91-4A7C-4065-A245-779568A60DD0}" dt="2024-08-25T13:51:38.372" v="95" actId="478"/>
          <ac:spMkLst>
            <pc:docMk/>
            <pc:sldMk cId="1584583967" sldId="386"/>
            <ac:spMk id="5" creationId="{00000000-0000-0000-0000-000000000000}"/>
          </ac:spMkLst>
        </pc:spChg>
      </pc:sldChg>
      <pc:sldChg chg="modSp add mod">
        <pc:chgData name="Ms Alina Arshad" userId="cccdfd85-d35d-4453-9c6f-a463aae40722" providerId="ADAL" clId="{EADAEE91-4A7C-4065-A245-779568A60DD0}" dt="2024-08-25T14:56:27.787" v="121" actId="207"/>
        <pc:sldMkLst>
          <pc:docMk/>
          <pc:sldMk cId="0" sldId="387"/>
        </pc:sldMkLst>
        <pc:spChg chg="mod">
          <ac:chgData name="Ms Alina Arshad" userId="cccdfd85-d35d-4453-9c6f-a463aae40722" providerId="ADAL" clId="{EADAEE91-4A7C-4065-A245-779568A60DD0}" dt="2024-08-25T14:56:03.653" v="117" actId="207"/>
          <ac:spMkLst>
            <pc:docMk/>
            <pc:sldMk cId="0" sldId="387"/>
            <ac:spMk id="14338" creationId="{81533B99-E9C6-177C-C5E3-C137C5976086}"/>
          </ac:spMkLst>
        </pc:spChg>
        <pc:spChg chg="mod">
          <ac:chgData name="Ms Alina Arshad" userId="cccdfd85-d35d-4453-9c6f-a463aae40722" providerId="ADAL" clId="{EADAEE91-4A7C-4065-A245-779568A60DD0}" dt="2024-08-25T14:56:27.787" v="121" actId="207"/>
          <ac:spMkLst>
            <pc:docMk/>
            <pc:sldMk cId="0" sldId="387"/>
            <ac:spMk id="29699" creationId="{B29985D4-6109-961B-1AE6-8442985EB065}"/>
          </ac:spMkLst>
        </pc:spChg>
      </pc:sldChg>
      <pc:sldChg chg="modSp add mod">
        <pc:chgData name="Ms Alina Arshad" userId="cccdfd85-d35d-4453-9c6f-a463aae40722" providerId="ADAL" clId="{EADAEE91-4A7C-4065-A245-779568A60DD0}" dt="2024-08-25T15:10:23.068" v="312" actId="255"/>
        <pc:sldMkLst>
          <pc:docMk/>
          <pc:sldMk cId="0" sldId="388"/>
        </pc:sldMkLst>
        <pc:spChg chg="mod">
          <ac:chgData name="Ms Alina Arshad" userId="cccdfd85-d35d-4453-9c6f-a463aae40722" providerId="ADAL" clId="{EADAEE91-4A7C-4065-A245-779568A60DD0}" dt="2024-08-25T15:10:23.068" v="312" actId="255"/>
          <ac:spMkLst>
            <pc:docMk/>
            <pc:sldMk cId="0" sldId="388"/>
            <ac:spMk id="3" creationId="{AC66B0F0-3DFF-05B3-759F-1E7F3B2FAA83}"/>
          </ac:spMkLst>
        </pc:spChg>
        <pc:spChg chg="mod">
          <ac:chgData name="Ms Alina Arshad" userId="cccdfd85-d35d-4453-9c6f-a463aae40722" providerId="ADAL" clId="{EADAEE91-4A7C-4065-A245-779568A60DD0}" dt="2024-08-25T14:56:36.138" v="123" actId="207"/>
          <ac:spMkLst>
            <pc:docMk/>
            <pc:sldMk cId="0" sldId="388"/>
            <ac:spMk id="15362" creationId="{B5D5958D-6E5F-9718-7AE6-E98B7E13C061}"/>
          </ac:spMkLst>
        </pc:spChg>
      </pc:sldChg>
      <pc:sldChg chg="addSp delSp modSp add mod">
        <pc:chgData name="Ms Alina Arshad" userId="cccdfd85-d35d-4453-9c6f-a463aae40722" providerId="ADAL" clId="{EADAEE91-4A7C-4065-A245-779568A60DD0}" dt="2024-08-25T15:07:59.774" v="292" actId="1076"/>
        <pc:sldMkLst>
          <pc:docMk/>
          <pc:sldMk cId="0" sldId="389"/>
        </pc:sldMkLst>
        <pc:spChg chg="add del mod">
          <ac:chgData name="Ms Alina Arshad" userId="cccdfd85-d35d-4453-9c6f-a463aae40722" providerId="ADAL" clId="{EADAEE91-4A7C-4065-A245-779568A60DD0}" dt="2024-08-25T15:07:37.186" v="260" actId="478"/>
          <ac:spMkLst>
            <pc:docMk/>
            <pc:sldMk cId="0" sldId="389"/>
            <ac:spMk id="2" creationId="{0CE23F3B-4239-597E-A5B0-E94D1CCE768F}"/>
          </ac:spMkLst>
        </pc:spChg>
        <pc:spChg chg="add mod">
          <ac:chgData name="Ms Alina Arshad" userId="cccdfd85-d35d-4453-9c6f-a463aae40722" providerId="ADAL" clId="{EADAEE91-4A7C-4065-A245-779568A60DD0}" dt="2024-08-25T15:07:59.774" v="292" actId="1076"/>
          <ac:spMkLst>
            <pc:docMk/>
            <pc:sldMk cId="0" sldId="389"/>
            <ac:spMk id="3" creationId="{0173BDB6-055B-979D-8CAA-5632A73BCD82}"/>
          </ac:spMkLst>
        </pc:spChg>
        <pc:spChg chg="add mod">
          <ac:chgData name="Ms Alina Arshad" userId="cccdfd85-d35d-4453-9c6f-a463aae40722" providerId="ADAL" clId="{EADAEE91-4A7C-4065-A245-779568A60DD0}" dt="2024-08-25T15:07:55.518" v="291" actId="1038"/>
          <ac:spMkLst>
            <pc:docMk/>
            <pc:sldMk cId="0" sldId="389"/>
            <ac:spMk id="4" creationId="{7FFE77F7-77BD-6779-7B8A-D5B59F9F7530}"/>
          </ac:spMkLst>
        </pc:spChg>
        <pc:spChg chg="add mod">
          <ac:chgData name="Ms Alina Arshad" userId="cccdfd85-d35d-4453-9c6f-a463aae40722" providerId="ADAL" clId="{EADAEE91-4A7C-4065-A245-779568A60DD0}" dt="2024-08-25T15:07:55.518" v="291" actId="1038"/>
          <ac:spMkLst>
            <pc:docMk/>
            <pc:sldMk cId="0" sldId="389"/>
            <ac:spMk id="5" creationId="{C4414AD6-34B1-DAA7-03FC-7EC433EC04E6}"/>
          </ac:spMkLst>
        </pc:spChg>
        <pc:spChg chg="add mod">
          <ac:chgData name="Ms Alina Arshad" userId="cccdfd85-d35d-4453-9c6f-a463aae40722" providerId="ADAL" clId="{EADAEE91-4A7C-4065-A245-779568A60DD0}" dt="2024-08-25T15:07:55.518" v="291" actId="1038"/>
          <ac:spMkLst>
            <pc:docMk/>
            <pc:sldMk cId="0" sldId="389"/>
            <ac:spMk id="6" creationId="{2E05F920-12EE-20C9-465F-E850967F1A78}"/>
          </ac:spMkLst>
        </pc:spChg>
        <pc:spChg chg="add mod">
          <ac:chgData name="Ms Alina Arshad" userId="cccdfd85-d35d-4453-9c6f-a463aae40722" providerId="ADAL" clId="{EADAEE91-4A7C-4065-A245-779568A60DD0}" dt="2024-08-25T15:07:55.518" v="291" actId="1038"/>
          <ac:spMkLst>
            <pc:docMk/>
            <pc:sldMk cId="0" sldId="389"/>
            <ac:spMk id="7" creationId="{36DDBCEF-D6D2-C158-E99C-C9CDC65F8F3D}"/>
          </ac:spMkLst>
        </pc:spChg>
        <pc:spChg chg="add mod">
          <ac:chgData name="Ms Alina Arshad" userId="cccdfd85-d35d-4453-9c6f-a463aae40722" providerId="ADAL" clId="{EADAEE91-4A7C-4065-A245-779568A60DD0}" dt="2024-08-25T15:07:55.518" v="291" actId="1038"/>
          <ac:spMkLst>
            <pc:docMk/>
            <pc:sldMk cId="0" sldId="389"/>
            <ac:spMk id="8" creationId="{17AE233E-13F0-77C2-B86F-7FEFD7F1B9F0}"/>
          </ac:spMkLst>
        </pc:spChg>
        <pc:spChg chg="add mod">
          <ac:chgData name="Ms Alina Arshad" userId="cccdfd85-d35d-4453-9c6f-a463aae40722" providerId="ADAL" clId="{EADAEE91-4A7C-4065-A245-779568A60DD0}" dt="2024-08-25T15:07:55.518" v="291" actId="1038"/>
          <ac:spMkLst>
            <pc:docMk/>
            <pc:sldMk cId="0" sldId="389"/>
            <ac:spMk id="9" creationId="{E7365357-B5DB-3CEF-F010-5742156B8C1B}"/>
          </ac:spMkLst>
        </pc:spChg>
        <pc:spChg chg="add mod">
          <ac:chgData name="Ms Alina Arshad" userId="cccdfd85-d35d-4453-9c6f-a463aae40722" providerId="ADAL" clId="{EADAEE91-4A7C-4065-A245-779568A60DD0}" dt="2024-08-25T15:07:55.518" v="291" actId="1038"/>
          <ac:spMkLst>
            <pc:docMk/>
            <pc:sldMk cId="0" sldId="389"/>
            <ac:spMk id="10" creationId="{8CE65B31-5F33-1B6C-2F06-BE41749D91AA}"/>
          </ac:spMkLst>
        </pc:spChg>
        <pc:spChg chg="add mod">
          <ac:chgData name="Ms Alina Arshad" userId="cccdfd85-d35d-4453-9c6f-a463aae40722" providerId="ADAL" clId="{EADAEE91-4A7C-4065-A245-779568A60DD0}" dt="2024-08-25T15:07:55.518" v="291" actId="1038"/>
          <ac:spMkLst>
            <pc:docMk/>
            <pc:sldMk cId="0" sldId="389"/>
            <ac:spMk id="11" creationId="{FA3B8632-49AD-498A-2A42-49E15FDFC5F6}"/>
          </ac:spMkLst>
        </pc:spChg>
        <pc:spChg chg="add mod">
          <ac:chgData name="Ms Alina Arshad" userId="cccdfd85-d35d-4453-9c6f-a463aae40722" providerId="ADAL" clId="{EADAEE91-4A7C-4065-A245-779568A60DD0}" dt="2024-08-25T15:07:55.518" v="291" actId="1038"/>
          <ac:spMkLst>
            <pc:docMk/>
            <pc:sldMk cId="0" sldId="389"/>
            <ac:spMk id="12" creationId="{6655D55A-3EB4-FB45-E5DF-E05B85B6EFCC}"/>
          </ac:spMkLst>
        </pc:spChg>
        <pc:spChg chg="add mod">
          <ac:chgData name="Ms Alina Arshad" userId="cccdfd85-d35d-4453-9c6f-a463aae40722" providerId="ADAL" clId="{EADAEE91-4A7C-4065-A245-779568A60DD0}" dt="2024-08-25T15:07:55.518" v="291" actId="1038"/>
          <ac:spMkLst>
            <pc:docMk/>
            <pc:sldMk cId="0" sldId="389"/>
            <ac:spMk id="13" creationId="{692A058E-6B2D-06E0-A7A9-05EC5DC3395C}"/>
          </ac:spMkLst>
        </pc:spChg>
        <pc:spChg chg="add mod">
          <ac:chgData name="Ms Alina Arshad" userId="cccdfd85-d35d-4453-9c6f-a463aae40722" providerId="ADAL" clId="{EADAEE91-4A7C-4065-A245-779568A60DD0}" dt="2024-08-25T15:07:55.518" v="291" actId="1038"/>
          <ac:spMkLst>
            <pc:docMk/>
            <pc:sldMk cId="0" sldId="389"/>
            <ac:spMk id="14" creationId="{23AB970B-A864-362B-B887-403304B23151}"/>
          </ac:spMkLst>
        </pc:spChg>
        <pc:spChg chg="add mod">
          <ac:chgData name="Ms Alina Arshad" userId="cccdfd85-d35d-4453-9c6f-a463aae40722" providerId="ADAL" clId="{EADAEE91-4A7C-4065-A245-779568A60DD0}" dt="2024-08-25T15:07:55.518" v="291" actId="1038"/>
          <ac:spMkLst>
            <pc:docMk/>
            <pc:sldMk cId="0" sldId="389"/>
            <ac:spMk id="15" creationId="{A5773E1F-E06B-EAEB-0D02-BD6A2BF6D1E7}"/>
          </ac:spMkLst>
        </pc:spChg>
        <pc:spChg chg="add mod">
          <ac:chgData name="Ms Alina Arshad" userId="cccdfd85-d35d-4453-9c6f-a463aae40722" providerId="ADAL" clId="{EADAEE91-4A7C-4065-A245-779568A60DD0}" dt="2024-08-25T15:07:55.518" v="291" actId="1038"/>
          <ac:spMkLst>
            <pc:docMk/>
            <pc:sldMk cId="0" sldId="389"/>
            <ac:spMk id="16" creationId="{879FA89E-6923-A723-4FD9-B6426E00E8DD}"/>
          </ac:spMkLst>
        </pc:spChg>
        <pc:spChg chg="del">
          <ac:chgData name="Ms Alina Arshad" userId="cccdfd85-d35d-4453-9c6f-a463aae40722" providerId="ADAL" clId="{EADAEE91-4A7C-4065-A245-779568A60DD0}" dt="2024-08-25T15:07:25.790" v="256" actId="478"/>
          <ac:spMkLst>
            <pc:docMk/>
            <pc:sldMk cId="0" sldId="389"/>
            <ac:spMk id="29698" creationId="{3F6F46F1-E6AC-8DD6-6673-7538B5C3F5BC}"/>
          </ac:spMkLst>
        </pc:spChg>
        <pc:spChg chg="del">
          <ac:chgData name="Ms Alina Arshad" userId="cccdfd85-d35d-4453-9c6f-a463aae40722" providerId="ADAL" clId="{EADAEE91-4A7C-4065-A245-779568A60DD0}" dt="2024-08-25T15:07:25.790" v="256" actId="478"/>
          <ac:spMkLst>
            <pc:docMk/>
            <pc:sldMk cId="0" sldId="389"/>
            <ac:spMk id="29699" creationId="{FC5184A2-F2B9-49F6-1654-ACACAB5C79AF}"/>
          </ac:spMkLst>
        </pc:spChg>
        <pc:spChg chg="del">
          <ac:chgData name="Ms Alina Arshad" userId="cccdfd85-d35d-4453-9c6f-a463aae40722" providerId="ADAL" clId="{EADAEE91-4A7C-4065-A245-779568A60DD0}" dt="2024-08-25T15:07:25.790" v="256" actId="478"/>
          <ac:spMkLst>
            <pc:docMk/>
            <pc:sldMk cId="0" sldId="389"/>
            <ac:spMk id="29700" creationId="{F4DE8B67-78F5-A9E1-6315-6FAB587D180D}"/>
          </ac:spMkLst>
        </pc:spChg>
        <pc:spChg chg="del">
          <ac:chgData name="Ms Alina Arshad" userId="cccdfd85-d35d-4453-9c6f-a463aae40722" providerId="ADAL" clId="{EADAEE91-4A7C-4065-A245-779568A60DD0}" dt="2024-08-25T15:07:25.790" v="256" actId="478"/>
          <ac:spMkLst>
            <pc:docMk/>
            <pc:sldMk cId="0" sldId="389"/>
            <ac:spMk id="29701" creationId="{C2D1E451-E89C-E4E6-FD6F-C8D7A163B35D}"/>
          </ac:spMkLst>
        </pc:spChg>
        <pc:spChg chg="del">
          <ac:chgData name="Ms Alina Arshad" userId="cccdfd85-d35d-4453-9c6f-a463aae40722" providerId="ADAL" clId="{EADAEE91-4A7C-4065-A245-779568A60DD0}" dt="2024-08-25T15:07:25.790" v="256" actId="478"/>
          <ac:spMkLst>
            <pc:docMk/>
            <pc:sldMk cId="0" sldId="389"/>
            <ac:spMk id="34822" creationId="{B08645AD-AE88-D2C7-F504-F425F4BE939B}"/>
          </ac:spMkLst>
        </pc:spChg>
        <pc:spChg chg="del">
          <ac:chgData name="Ms Alina Arshad" userId="cccdfd85-d35d-4453-9c6f-a463aae40722" providerId="ADAL" clId="{EADAEE91-4A7C-4065-A245-779568A60DD0}" dt="2024-08-25T15:07:25.790" v="256" actId="478"/>
          <ac:spMkLst>
            <pc:docMk/>
            <pc:sldMk cId="0" sldId="389"/>
            <ac:spMk id="34823" creationId="{5B6FBF83-817F-D141-D33E-459F0621F826}"/>
          </ac:spMkLst>
        </pc:spChg>
        <pc:spChg chg="del">
          <ac:chgData name="Ms Alina Arshad" userId="cccdfd85-d35d-4453-9c6f-a463aae40722" providerId="ADAL" clId="{EADAEE91-4A7C-4065-A245-779568A60DD0}" dt="2024-08-25T15:07:25.790" v="256" actId="478"/>
          <ac:spMkLst>
            <pc:docMk/>
            <pc:sldMk cId="0" sldId="389"/>
            <ac:spMk id="34824" creationId="{DB589E3A-BF2E-E221-E6B6-993A216E442E}"/>
          </ac:spMkLst>
        </pc:spChg>
        <pc:spChg chg="del">
          <ac:chgData name="Ms Alina Arshad" userId="cccdfd85-d35d-4453-9c6f-a463aae40722" providerId="ADAL" clId="{EADAEE91-4A7C-4065-A245-779568A60DD0}" dt="2024-08-25T15:07:25.790" v="256" actId="478"/>
          <ac:spMkLst>
            <pc:docMk/>
            <pc:sldMk cId="0" sldId="389"/>
            <ac:spMk id="34825" creationId="{38F3E364-724E-BA6F-FE49-BD3C10B1F1B8}"/>
          </ac:spMkLst>
        </pc:spChg>
        <pc:spChg chg="del">
          <ac:chgData name="Ms Alina Arshad" userId="cccdfd85-d35d-4453-9c6f-a463aae40722" providerId="ADAL" clId="{EADAEE91-4A7C-4065-A245-779568A60DD0}" dt="2024-08-25T15:07:25.790" v="256" actId="478"/>
          <ac:spMkLst>
            <pc:docMk/>
            <pc:sldMk cId="0" sldId="389"/>
            <ac:spMk id="34826" creationId="{D01EE884-8180-E26C-E572-2C33F3FCE09C}"/>
          </ac:spMkLst>
        </pc:spChg>
        <pc:spChg chg="del">
          <ac:chgData name="Ms Alina Arshad" userId="cccdfd85-d35d-4453-9c6f-a463aae40722" providerId="ADAL" clId="{EADAEE91-4A7C-4065-A245-779568A60DD0}" dt="2024-08-25T15:07:25.790" v="256" actId="478"/>
          <ac:spMkLst>
            <pc:docMk/>
            <pc:sldMk cId="0" sldId="389"/>
            <ac:spMk id="34827" creationId="{6CB2A977-4DC5-7FC7-496F-3B2CA32A8D68}"/>
          </ac:spMkLst>
        </pc:spChg>
        <pc:spChg chg="del">
          <ac:chgData name="Ms Alina Arshad" userId="cccdfd85-d35d-4453-9c6f-a463aae40722" providerId="ADAL" clId="{EADAEE91-4A7C-4065-A245-779568A60DD0}" dt="2024-08-25T15:07:25.790" v="256" actId="478"/>
          <ac:spMkLst>
            <pc:docMk/>
            <pc:sldMk cId="0" sldId="389"/>
            <ac:spMk id="34828" creationId="{65EBF1BE-A165-21EE-2058-AE2B633A1A64}"/>
          </ac:spMkLst>
        </pc:spChg>
        <pc:spChg chg="del">
          <ac:chgData name="Ms Alina Arshad" userId="cccdfd85-d35d-4453-9c6f-a463aae40722" providerId="ADAL" clId="{EADAEE91-4A7C-4065-A245-779568A60DD0}" dt="2024-08-25T15:07:25.790" v="256" actId="478"/>
          <ac:spMkLst>
            <pc:docMk/>
            <pc:sldMk cId="0" sldId="389"/>
            <ac:spMk id="34829" creationId="{AB1D4614-1815-DA2B-F9AF-FACE083AC6E5}"/>
          </ac:spMkLst>
        </pc:spChg>
        <pc:spChg chg="del">
          <ac:chgData name="Ms Alina Arshad" userId="cccdfd85-d35d-4453-9c6f-a463aae40722" providerId="ADAL" clId="{EADAEE91-4A7C-4065-A245-779568A60DD0}" dt="2024-08-25T15:07:25.790" v="256" actId="478"/>
          <ac:spMkLst>
            <pc:docMk/>
            <pc:sldMk cId="0" sldId="389"/>
            <ac:spMk id="34830" creationId="{AB4D4B83-29AA-CEA2-851B-BB35CCE63FAF}"/>
          </ac:spMkLst>
        </pc:spChg>
        <pc:spChg chg="del">
          <ac:chgData name="Ms Alina Arshad" userId="cccdfd85-d35d-4453-9c6f-a463aae40722" providerId="ADAL" clId="{EADAEE91-4A7C-4065-A245-779568A60DD0}" dt="2024-08-25T15:07:25.790" v="256" actId="478"/>
          <ac:spMkLst>
            <pc:docMk/>
            <pc:sldMk cId="0" sldId="389"/>
            <ac:spMk id="34831" creationId="{9AEF8E35-1583-35F5-98AC-117CF0E426B7}"/>
          </ac:spMkLst>
        </pc:spChg>
      </pc:sldChg>
      <pc:sldChg chg="modSp add mod">
        <pc:chgData name="Ms Alina Arshad" userId="cccdfd85-d35d-4453-9c6f-a463aae40722" providerId="ADAL" clId="{EADAEE91-4A7C-4065-A245-779568A60DD0}" dt="2024-08-25T15:08:07.810" v="294" actId="207"/>
        <pc:sldMkLst>
          <pc:docMk/>
          <pc:sldMk cId="938158308" sldId="390"/>
        </pc:sldMkLst>
        <pc:spChg chg="mod">
          <ac:chgData name="Ms Alina Arshad" userId="cccdfd85-d35d-4453-9c6f-a463aae40722" providerId="ADAL" clId="{EADAEE91-4A7C-4065-A245-779568A60DD0}" dt="2024-08-25T15:08:07.810" v="294" actId="207"/>
          <ac:spMkLst>
            <pc:docMk/>
            <pc:sldMk cId="938158308" sldId="390"/>
            <ac:spMk id="30722" creationId="{F873CBB7-56F4-3671-10D2-8B22B4B80041}"/>
          </ac:spMkLst>
        </pc:spChg>
      </pc:sldChg>
    </pc:docChg>
  </pc:docChgLst>
  <pc:docChgLst>
    <pc:chgData name="Ms Alina Arshad" userId="cccdfd85-d35d-4453-9c6f-a463aae40722" providerId="ADAL" clId="{2DC180FD-F18C-4625-AB1F-E76E8B18C48B}"/>
    <pc:docChg chg="undo custSel addSld delSld modSld">
      <pc:chgData name="Ms Alina Arshad" userId="cccdfd85-d35d-4453-9c6f-a463aae40722" providerId="ADAL" clId="{2DC180FD-F18C-4625-AB1F-E76E8B18C48B}" dt="2024-09-03T05:38:11.505" v="436" actId="5793"/>
      <pc:docMkLst>
        <pc:docMk/>
      </pc:docMkLst>
      <pc:sldChg chg="modSp mod">
        <pc:chgData name="Ms Alina Arshad" userId="cccdfd85-d35d-4453-9c6f-a463aae40722" providerId="ADAL" clId="{2DC180FD-F18C-4625-AB1F-E76E8B18C48B}" dt="2024-09-02T08:51:50.113" v="330"/>
        <pc:sldMkLst>
          <pc:docMk/>
          <pc:sldMk cId="3322361034" sldId="256"/>
        </pc:sldMkLst>
        <pc:spChg chg="mod">
          <ac:chgData name="Ms Alina Arshad" userId="cccdfd85-d35d-4453-9c6f-a463aae40722" providerId="ADAL" clId="{2DC180FD-F18C-4625-AB1F-E76E8B18C48B}" dt="2024-09-02T08:51:50.113" v="330"/>
          <ac:spMkLst>
            <pc:docMk/>
            <pc:sldMk cId="3322361034" sldId="256"/>
            <ac:spMk id="3" creationId="{44E9F82C-BBA7-3495-1097-BEDB54FFFDF4}"/>
          </ac:spMkLst>
        </pc:spChg>
      </pc:sldChg>
      <pc:sldChg chg="del">
        <pc:chgData name="Ms Alina Arshad" userId="cccdfd85-d35d-4453-9c6f-a463aae40722" providerId="ADAL" clId="{2DC180FD-F18C-4625-AB1F-E76E8B18C48B}" dt="2024-08-30T04:31:20.525" v="5" actId="47"/>
        <pc:sldMkLst>
          <pc:docMk/>
          <pc:sldMk cId="0" sldId="350"/>
        </pc:sldMkLst>
      </pc:sldChg>
      <pc:sldChg chg="del">
        <pc:chgData name="Ms Alina Arshad" userId="cccdfd85-d35d-4453-9c6f-a463aae40722" providerId="ADAL" clId="{2DC180FD-F18C-4625-AB1F-E76E8B18C48B}" dt="2024-08-30T04:31:21.134" v="7" actId="47"/>
        <pc:sldMkLst>
          <pc:docMk/>
          <pc:sldMk cId="0" sldId="351"/>
        </pc:sldMkLst>
      </pc:sldChg>
      <pc:sldChg chg="del">
        <pc:chgData name="Ms Alina Arshad" userId="cccdfd85-d35d-4453-9c6f-a463aae40722" providerId="ADAL" clId="{2DC180FD-F18C-4625-AB1F-E76E8B18C48B}" dt="2024-08-30T04:31:21.759" v="9" actId="47"/>
        <pc:sldMkLst>
          <pc:docMk/>
          <pc:sldMk cId="0" sldId="352"/>
        </pc:sldMkLst>
      </pc:sldChg>
      <pc:sldChg chg="del">
        <pc:chgData name="Ms Alina Arshad" userId="cccdfd85-d35d-4453-9c6f-a463aae40722" providerId="ADAL" clId="{2DC180FD-F18C-4625-AB1F-E76E8B18C48B}" dt="2024-08-30T04:31:22.331" v="11" actId="47"/>
        <pc:sldMkLst>
          <pc:docMk/>
          <pc:sldMk cId="0" sldId="353"/>
        </pc:sldMkLst>
      </pc:sldChg>
      <pc:sldChg chg="del">
        <pc:chgData name="Ms Alina Arshad" userId="cccdfd85-d35d-4453-9c6f-a463aae40722" providerId="ADAL" clId="{2DC180FD-F18C-4625-AB1F-E76E8B18C48B}" dt="2024-08-30T04:31:22.800" v="12" actId="47"/>
        <pc:sldMkLst>
          <pc:docMk/>
          <pc:sldMk cId="0" sldId="354"/>
        </pc:sldMkLst>
      </pc:sldChg>
      <pc:sldChg chg="del">
        <pc:chgData name="Ms Alina Arshad" userId="cccdfd85-d35d-4453-9c6f-a463aae40722" providerId="ADAL" clId="{2DC180FD-F18C-4625-AB1F-E76E8B18C48B}" dt="2024-08-30T04:31:20.197" v="4" actId="47"/>
        <pc:sldMkLst>
          <pc:docMk/>
          <pc:sldMk cId="0" sldId="355"/>
        </pc:sldMkLst>
      </pc:sldChg>
      <pc:sldChg chg="del">
        <pc:chgData name="Ms Alina Arshad" userId="cccdfd85-d35d-4453-9c6f-a463aae40722" providerId="ADAL" clId="{2DC180FD-F18C-4625-AB1F-E76E8B18C48B}" dt="2024-08-30T04:31:21.431" v="8" actId="47"/>
        <pc:sldMkLst>
          <pc:docMk/>
          <pc:sldMk cId="0" sldId="356"/>
        </pc:sldMkLst>
      </pc:sldChg>
      <pc:sldChg chg="del">
        <pc:chgData name="Ms Alina Arshad" userId="cccdfd85-d35d-4453-9c6f-a463aae40722" providerId="ADAL" clId="{2DC180FD-F18C-4625-AB1F-E76E8B18C48B}" dt="2024-08-30T04:31:22.034" v="10" actId="47"/>
        <pc:sldMkLst>
          <pc:docMk/>
          <pc:sldMk cId="0" sldId="357"/>
        </pc:sldMkLst>
      </pc:sldChg>
      <pc:sldChg chg="del">
        <pc:chgData name="Ms Alina Arshad" userId="cccdfd85-d35d-4453-9c6f-a463aae40722" providerId="ADAL" clId="{2DC180FD-F18C-4625-AB1F-E76E8B18C48B}" dt="2024-08-30T04:31:25.753" v="19" actId="47"/>
        <pc:sldMkLst>
          <pc:docMk/>
          <pc:sldMk cId="0" sldId="359"/>
        </pc:sldMkLst>
      </pc:sldChg>
      <pc:sldChg chg="del">
        <pc:chgData name="Ms Alina Arshad" userId="cccdfd85-d35d-4453-9c6f-a463aae40722" providerId="ADAL" clId="{2DC180FD-F18C-4625-AB1F-E76E8B18C48B}" dt="2024-08-30T04:31:26.112" v="20" actId="47"/>
        <pc:sldMkLst>
          <pc:docMk/>
          <pc:sldMk cId="0" sldId="360"/>
        </pc:sldMkLst>
      </pc:sldChg>
      <pc:sldChg chg="del">
        <pc:chgData name="Ms Alina Arshad" userId="cccdfd85-d35d-4453-9c6f-a463aae40722" providerId="ADAL" clId="{2DC180FD-F18C-4625-AB1F-E76E8B18C48B}" dt="2024-08-30T04:31:27.753" v="23" actId="47"/>
        <pc:sldMkLst>
          <pc:docMk/>
          <pc:sldMk cId="0" sldId="368"/>
        </pc:sldMkLst>
      </pc:sldChg>
      <pc:sldChg chg="del">
        <pc:chgData name="Ms Alina Arshad" userId="cccdfd85-d35d-4453-9c6f-a463aae40722" providerId="ADAL" clId="{2DC180FD-F18C-4625-AB1F-E76E8B18C48B}" dt="2024-08-30T04:31:25.237" v="18" actId="47"/>
        <pc:sldMkLst>
          <pc:docMk/>
          <pc:sldMk cId="0" sldId="369"/>
        </pc:sldMkLst>
      </pc:sldChg>
      <pc:sldChg chg="modSp add mod">
        <pc:chgData name="Ms Alina Arshad" userId="cccdfd85-d35d-4453-9c6f-a463aae40722" providerId="ADAL" clId="{2DC180FD-F18C-4625-AB1F-E76E8B18C48B}" dt="2024-08-30T05:02:55.440" v="315" actId="20577"/>
        <pc:sldMkLst>
          <pc:docMk/>
          <pc:sldMk cId="3002628608" sldId="371"/>
        </pc:sldMkLst>
        <pc:spChg chg="mod">
          <ac:chgData name="Ms Alina Arshad" userId="cccdfd85-d35d-4453-9c6f-a463aae40722" providerId="ADAL" clId="{2DC180FD-F18C-4625-AB1F-E76E8B18C48B}" dt="2024-08-30T05:02:41.621" v="307" actId="113"/>
          <ac:spMkLst>
            <pc:docMk/>
            <pc:sldMk cId="3002628608" sldId="371"/>
            <ac:spMk id="2" creationId="{00000000-0000-0000-0000-000000000000}"/>
          </ac:spMkLst>
        </pc:spChg>
        <pc:spChg chg="mod">
          <ac:chgData name="Ms Alina Arshad" userId="cccdfd85-d35d-4453-9c6f-a463aae40722" providerId="ADAL" clId="{2DC180FD-F18C-4625-AB1F-E76E8B18C48B}" dt="2024-08-30T05:02:55.440" v="315" actId="20577"/>
          <ac:spMkLst>
            <pc:docMk/>
            <pc:sldMk cId="3002628608" sldId="371"/>
            <ac:spMk id="3" creationId="{00000000-0000-0000-0000-000000000000}"/>
          </ac:spMkLst>
        </pc:spChg>
      </pc:sldChg>
      <pc:sldChg chg="del">
        <pc:chgData name="Ms Alina Arshad" userId="cccdfd85-d35d-4453-9c6f-a463aae40722" providerId="ADAL" clId="{2DC180FD-F18C-4625-AB1F-E76E8B18C48B}" dt="2024-08-30T04:31:20.853" v="6" actId="47"/>
        <pc:sldMkLst>
          <pc:docMk/>
          <pc:sldMk cId="0" sldId="374"/>
        </pc:sldMkLst>
      </pc:sldChg>
      <pc:sldChg chg="del">
        <pc:chgData name="Ms Alina Arshad" userId="cccdfd85-d35d-4453-9c6f-a463aae40722" providerId="ADAL" clId="{2DC180FD-F18C-4625-AB1F-E76E8B18C48B}" dt="2024-08-30T04:31:19.806" v="3" actId="47"/>
        <pc:sldMkLst>
          <pc:docMk/>
          <pc:sldMk cId="0" sldId="377"/>
        </pc:sldMkLst>
      </pc:sldChg>
      <pc:sldChg chg="del">
        <pc:chgData name="Ms Alina Arshad" userId="cccdfd85-d35d-4453-9c6f-a463aae40722" providerId="ADAL" clId="{2DC180FD-F18C-4625-AB1F-E76E8B18C48B}" dt="2024-08-30T04:31:26.972" v="22" actId="47"/>
        <pc:sldMkLst>
          <pc:docMk/>
          <pc:sldMk cId="511546327" sldId="385"/>
        </pc:sldMkLst>
      </pc:sldChg>
      <pc:sldChg chg="del">
        <pc:chgData name="Ms Alina Arshad" userId="cccdfd85-d35d-4453-9c6f-a463aae40722" providerId="ADAL" clId="{2DC180FD-F18C-4625-AB1F-E76E8B18C48B}" dt="2024-08-30T04:31:18.931" v="1" actId="47"/>
        <pc:sldMkLst>
          <pc:docMk/>
          <pc:sldMk cId="0" sldId="387"/>
        </pc:sldMkLst>
      </pc:sldChg>
      <pc:sldChg chg="del">
        <pc:chgData name="Ms Alina Arshad" userId="cccdfd85-d35d-4453-9c6f-a463aae40722" providerId="ADAL" clId="{2DC180FD-F18C-4625-AB1F-E76E8B18C48B}" dt="2024-08-30T04:31:19.462" v="2" actId="47"/>
        <pc:sldMkLst>
          <pc:docMk/>
          <pc:sldMk cId="0" sldId="388"/>
        </pc:sldMkLst>
      </pc:sldChg>
      <pc:sldChg chg="del">
        <pc:chgData name="Ms Alina Arshad" userId="cccdfd85-d35d-4453-9c6f-a463aae40722" providerId="ADAL" clId="{2DC180FD-F18C-4625-AB1F-E76E8B18C48B}" dt="2024-08-30T04:31:26.628" v="21" actId="47"/>
        <pc:sldMkLst>
          <pc:docMk/>
          <pc:sldMk cId="0" sldId="389"/>
        </pc:sldMkLst>
      </pc:sldChg>
      <pc:sldChg chg="del">
        <pc:chgData name="Ms Alina Arshad" userId="cccdfd85-d35d-4453-9c6f-a463aae40722" providerId="ADAL" clId="{2DC180FD-F18C-4625-AB1F-E76E8B18C48B}" dt="2024-08-30T04:31:23.175" v="13" actId="47"/>
        <pc:sldMkLst>
          <pc:docMk/>
          <pc:sldMk cId="938158308" sldId="390"/>
        </pc:sldMkLst>
      </pc:sldChg>
      <pc:sldChg chg="del">
        <pc:chgData name="Ms Alina Arshad" userId="cccdfd85-d35d-4453-9c6f-a463aae40722" providerId="ADAL" clId="{2DC180FD-F18C-4625-AB1F-E76E8B18C48B}" dt="2024-08-30T04:31:23.441" v="14" actId="47"/>
        <pc:sldMkLst>
          <pc:docMk/>
          <pc:sldMk cId="3237861477" sldId="391"/>
        </pc:sldMkLst>
      </pc:sldChg>
      <pc:sldChg chg="del">
        <pc:chgData name="Ms Alina Arshad" userId="cccdfd85-d35d-4453-9c6f-a463aae40722" providerId="ADAL" clId="{2DC180FD-F18C-4625-AB1F-E76E8B18C48B}" dt="2024-08-30T04:31:24.191" v="15" actId="47"/>
        <pc:sldMkLst>
          <pc:docMk/>
          <pc:sldMk cId="3171797292" sldId="392"/>
        </pc:sldMkLst>
      </pc:sldChg>
      <pc:sldChg chg="modSp add mod modNotesTx">
        <pc:chgData name="Ms Alina Arshad" userId="cccdfd85-d35d-4453-9c6f-a463aae40722" providerId="ADAL" clId="{2DC180FD-F18C-4625-AB1F-E76E8B18C48B}" dt="2024-09-03T05:36:37.436" v="434" actId="207"/>
        <pc:sldMkLst>
          <pc:docMk/>
          <pc:sldMk cId="3567501205" sldId="393"/>
        </pc:sldMkLst>
        <pc:spChg chg="mod">
          <ac:chgData name="Ms Alina Arshad" userId="cccdfd85-d35d-4453-9c6f-a463aae40722" providerId="ADAL" clId="{2DC180FD-F18C-4625-AB1F-E76E8B18C48B}" dt="2024-09-03T04:36:57.156" v="374" actId="207"/>
          <ac:spMkLst>
            <pc:docMk/>
            <pc:sldMk cId="3567501205" sldId="393"/>
            <ac:spMk id="2" creationId="{00000000-0000-0000-0000-000000000000}"/>
          </ac:spMkLst>
        </pc:spChg>
        <pc:spChg chg="mod">
          <ac:chgData name="Ms Alina Arshad" userId="cccdfd85-d35d-4453-9c6f-a463aae40722" providerId="ADAL" clId="{2DC180FD-F18C-4625-AB1F-E76E8B18C48B}" dt="2024-09-03T05:36:37.436" v="434" actId="207"/>
          <ac:spMkLst>
            <pc:docMk/>
            <pc:sldMk cId="3567501205" sldId="393"/>
            <ac:spMk id="3" creationId="{00000000-0000-0000-0000-000000000000}"/>
          </ac:spMkLst>
        </pc:spChg>
      </pc:sldChg>
      <pc:sldChg chg="del">
        <pc:chgData name="Ms Alina Arshad" userId="cccdfd85-d35d-4453-9c6f-a463aae40722" providerId="ADAL" clId="{2DC180FD-F18C-4625-AB1F-E76E8B18C48B}" dt="2024-08-30T04:31:24.519" v="16" actId="47"/>
        <pc:sldMkLst>
          <pc:docMk/>
          <pc:sldMk cId="3643065844" sldId="394"/>
        </pc:sldMkLst>
      </pc:sldChg>
      <pc:sldChg chg="del">
        <pc:chgData name="Ms Alina Arshad" userId="cccdfd85-d35d-4453-9c6f-a463aae40722" providerId="ADAL" clId="{2DC180FD-F18C-4625-AB1F-E76E8B18C48B}" dt="2024-08-30T04:31:28.940" v="25" actId="47"/>
        <pc:sldMkLst>
          <pc:docMk/>
          <pc:sldMk cId="129645018" sldId="395"/>
        </pc:sldMkLst>
      </pc:sldChg>
      <pc:sldChg chg="modSp add mod">
        <pc:chgData name="Ms Alina Arshad" userId="cccdfd85-d35d-4453-9c6f-a463aae40722" providerId="ADAL" clId="{2DC180FD-F18C-4625-AB1F-E76E8B18C48B}" dt="2024-09-03T05:38:11.505" v="436" actId="5793"/>
        <pc:sldMkLst>
          <pc:docMk/>
          <pc:sldMk cId="2835579431" sldId="396"/>
        </pc:sldMkLst>
        <pc:spChg chg="mod">
          <ac:chgData name="Ms Alina Arshad" userId="cccdfd85-d35d-4453-9c6f-a463aae40722" providerId="ADAL" clId="{2DC180FD-F18C-4625-AB1F-E76E8B18C48B}" dt="2024-08-30T04:34:29.245" v="73" actId="113"/>
          <ac:spMkLst>
            <pc:docMk/>
            <pc:sldMk cId="2835579431" sldId="396"/>
            <ac:spMk id="2" creationId="{00000000-0000-0000-0000-000000000000}"/>
          </ac:spMkLst>
        </pc:spChg>
        <pc:spChg chg="mod">
          <ac:chgData name="Ms Alina Arshad" userId="cccdfd85-d35d-4453-9c6f-a463aae40722" providerId="ADAL" clId="{2DC180FD-F18C-4625-AB1F-E76E8B18C48B}" dt="2024-09-03T05:38:11.505" v="436" actId="5793"/>
          <ac:spMkLst>
            <pc:docMk/>
            <pc:sldMk cId="2835579431" sldId="396"/>
            <ac:spMk id="3" creationId="{00000000-0000-0000-0000-000000000000}"/>
          </ac:spMkLst>
        </pc:spChg>
      </pc:sldChg>
      <pc:sldChg chg="del">
        <pc:chgData name="Ms Alina Arshad" userId="cccdfd85-d35d-4453-9c6f-a463aae40722" providerId="ADAL" clId="{2DC180FD-F18C-4625-AB1F-E76E8B18C48B}" dt="2024-08-30T04:31:29.442" v="26" actId="47"/>
        <pc:sldMkLst>
          <pc:docMk/>
          <pc:sldMk cId="2801136258" sldId="397"/>
        </pc:sldMkLst>
      </pc:sldChg>
      <pc:sldChg chg="del">
        <pc:chgData name="Ms Alina Arshad" userId="cccdfd85-d35d-4453-9c6f-a463aae40722" providerId="ADAL" clId="{2DC180FD-F18C-4625-AB1F-E76E8B18C48B}" dt="2024-08-30T04:31:25.003" v="17" actId="47"/>
        <pc:sldMkLst>
          <pc:docMk/>
          <pc:sldMk cId="2310894512" sldId="398"/>
        </pc:sldMkLst>
      </pc:sldChg>
      <pc:sldChg chg="del">
        <pc:chgData name="Ms Alina Arshad" userId="cccdfd85-d35d-4453-9c6f-a463aae40722" providerId="ADAL" clId="{2DC180FD-F18C-4625-AB1F-E76E8B18C48B}" dt="2024-08-30T04:31:28.097" v="24" actId="47"/>
        <pc:sldMkLst>
          <pc:docMk/>
          <pc:sldMk cId="4103277343" sldId="399"/>
        </pc:sldMkLst>
      </pc:sldChg>
      <pc:sldChg chg="modSp add mod modAnim">
        <pc:chgData name="Ms Alina Arshad" userId="cccdfd85-d35d-4453-9c6f-a463aae40722" providerId="ADAL" clId="{2DC180FD-F18C-4625-AB1F-E76E8B18C48B}" dt="2024-09-02T09:08:18.724" v="341" actId="14100"/>
        <pc:sldMkLst>
          <pc:docMk/>
          <pc:sldMk cId="3038092496" sldId="400"/>
        </pc:sldMkLst>
        <pc:spChg chg="mod">
          <ac:chgData name="Ms Alina Arshad" userId="cccdfd85-d35d-4453-9c6f-a463aae40722" providerId="ADAL" clId="{2DC180FD-F18C-4625-AB1F-E76E8B18C48B}" dt="2024-09-02T09:08:15.561" v="340" actId="113"/>
          <ac:spMkLst>
            <pc:docMk/>
            <pc:sldMk cId="3038092496" sldId="400"/>
            <ac:spMk id="2" creationId="{00000000-0000-0000-0000-000000000000}"/>
          </ac:spMkLst>
        </pc:spChg>
        <pc:spChg chg="mod">
          <ac:chgData name="Ms Alina Arshad" userId="cccdfd85-d35d-4453-9c6f-a463aae40722" providerId="ADAL" clId="{2DC180FD-F18C-4625-AB1F-E76E8B18C48B}" dt="2024-09-02T09:08:18.724" v="341" actId="14100"/>
          <ac:spMkLst>
            <pc:docMk/>
            <pc:sldMk cId="3038092496" sldId="400"/>
            <ac:spMk id="3" creationId="{00000000-0000-0000-0000-000000000000}"/>
          </ac:spMkLst>
        </pc:spChg>
      </pc:sldChg>
      <pc:sldChg chg="delSp modSp add mod">
        <pc:chgData name="Ms Alina Arshad" userId="cccdfd85-d35d-4453-9c6f-a463aae40722" providerId="ADAL" clId="{2DC180FD-F18C-4625-AB1F-E76E8B18C48B}" dt="2024-08-30T06:37:53.683" v="329" actId="207"/>
        <pc:sldMkLst>
          <pc:docMk/>
          <pc:sldMk cId="2157527746" sldId="401"/>
        </pc:sldMkLst>
        <pc:spChg chg="del mod">
          <ac:chgData name="Ms Alina Arshad" userId="cccdfd85-d35d-4453-9c6f-a463aae40722" providerId="ADAL" clId="{2DC180FD-F18C-4625-AB1F-E76E8B18C48B}" dt="2024-08-30T04:34:15.526" v="70" actId="478"/>
          <ac:spMkLst>
            <pc:docMk/>
            <pc:sldMk cId="2157527746" sldId="401"/>
            <ac:spMk id="4" creationId="{00000000-0000-0000-0000-000000000000}"/>
          </ac:spMkLst>
        </pc:spChg>
        <pc:spChg chg="mod">
          <ac:chgData name="Ms Alina Arshad" userId="cccdfd85-d35d-4453-9c6f-a463aae40722" providerId="ADAL" clId="{2DC180FD-F18C-4625-AB1F-E76E8B18C48B}" dt="2024-08-30T06:37:53.683" v="329" actId="207"/>
          <ac:spMkLst>
            <pc:docMk/>
            <pc:sldMk cId="2157527746" sldId="401"/>
            <ac:spMk id="7" creationId="{E6A48FC6-A99B-4FA8-A440-FEC0FDD782EA}"/>
          </ac:spMkLst>
        </pc:spChg>
        <pc:picChg chg="mod">
          <ac:chgData name="Ms Alina Arshad" userId="cccdfd85-d35d-4453-9c6f-a463aae40722" providerId="ADAL" clId="{2DC180FD-F18C-4625-AB1F-E76E8B18C48B}" dt="2024-08-30T04:34:21.717" v="71" actId="1076"/>
          <ac:picMkLst>
            <pc:docMk/>
            <pc:sldMk cId="2157527746" sldId="401"/>
            <ac:picMk id="1026" creationId="{00000000-0000-0000-0000-000000000000}"/>
          </ac:picMkLst>
        </pc:picChg>
      </pc:sldChg>
      <pc:sldChg chg="modSp add mod">
        <pc:chgData name="Ms Alina Arshad" userId="cccdfd85-d35d-4453-9c6f-a463aae40722" providerId="ADAL" clId="{2DC180FD-F18C-4625-AB1F-E76E8B18C48B}" dt="2024-08-30T04:40:39.796" v="191" actId="207"/>
        <pc:sldMkLst>
          <pc:docMk/>
          <pc:sldMk cId="2990775597" sldId="402"/>
        </pc:sldMkLst>
        <pc:spChg chg="mod">
          <ac:chgData name="Ms Alina Arshad" userId="cccdfd85-d35d-4453-9c6f-a463aae40722" providerId="ADAL" clId="{2DC180FD-F18C-4625-AB1F-E76E8B18C48B}" dt="2024-08-30T04:37:33.296" v="176" actId="14100"/>
          <ac:spMkLst>
            <pc:docMk/>
            <pc:sldMk cId="2990775597" sldId="402"/>
            <ac:spMk id="2" creationId="{00000000-0000-0000-0000-000000000000}"/>
          </ac:spMkLst>
        </pc:spChg>
        <pc:spChg chg="mod">
          <ac:chgData name="Ms Alina Arshad" userId="cccdfd85-d35d-4453-9c6f-a463aae40722" providerId="ADAL" clId="{2DC180FD-F18C-4625-AB1F-E76E8B18C48B}" dt="2024-08-30T04:40:39.796" v="191" actId="207"/>
          <ac:spMkLst>
            <pc:docMk/>
            <pc:sldMk cId="2990775597" sldId="402"/>
            <ac:spMk id="3" creationId="{00000000-0000-0000-0000-000000000000}"/>
          </ac:spMkLst>
        </pc:spChg>
      </pc:sldChg>
      <pc:sldChg chg="modSp add mod modAnim">
        <pc:chgData name="Ms Alina Arshad" userId="cccdfd85-d35d-4453-9c6f-a463aae40722" providerId="ADAL" clId="{2DC180FD-F18C-4625-AB1F-E76E8B18C48B}" dt="2024-09-02T09:16:55.922" v="361" actId="403"/>
        <pc:sldMkLst>
          <pc:docMk/>
          <pc:sldMk cId="1130882444" sldId="403"/>
        </pc:sldMkLst>
        <pc:spChg chg="mod">
          <ac:chgData name="Ms Alina Arshad" userId="cccdfd85-d35d-4453-9c6f-a463aae40722" providerId="ADAL" clId="{2DC180FD-F18C-4625-AB1F-E76E8B18C48B}" dt="2024-08-30T04:48:46.558" v="208" actId="14100"/>
          <ac:spMkLst>
            <pc:docMk/>
            <pc:sldMk cId="1130882444" sldId="403"/>
            <ac:spMk id="2" creationId="{00000000-0000-0000-0000-000000000000}"/>
          </ac:spMkLst>
        </pc:spChg>
        <pc:spChg chg="mod">
          <ac:chgData name="Ms Alina Arshad" userId="cccdfd85-d35d-4453-9c6f-a463aae40722" providerId="ADAL" clId="{2DC180FD-F18C-4625-AB1F-E76E8B18C48B}" dt="2024-09-02T09:16:55.922" v="361" actId="403"/>
          <ac:spMkLst>
            <pc:docMk/>
            <pc:sldMk cId="1130882444" sldId="403"/>
            <ac:spMk id="3" creationId="{00000000-0000-0000-0000-000000000000}"/>
          </ac:spMkLst>
        </pc:spChg>
      </pc:sldChg>
      <pc:sldChg chg="modSp add mod">
        <pc:chgData name="Ms Alina Arshad" userId="cccdfd85-d35d-4453-9c6f-a463aae40722" providerId="ADAL" clId="{2DC180FD-F18C-4625-AB1F-E76E8B18C48B}" dt="2024-08-30T04:54:17.369" v="217" actId="207"/>
        <pc:sldMkLst>
          <pc:docMk/>
          <pc:sldMk cId="1416402" sldId="404"/>
        </pc:sldMkLst>
        <pc:spChg chg="mod">
          <ac:chgData name="Ms Alina Arshad" userId="cccdfd85-d35d-4453-9c6f-a463aae40722" providerId="ADAL" clId="{2DC180FD-F18C-4625-AB1F-E76E8B18C48B}" dt="2024-08-30T04:53:59.536" v="213" actId="1076"/>
          <ac:spMkLst>
            <pc:docMk/>
            <pc:sldMk cId="1416402" sldId="404"/>
            <ac:spMk id="2" creationId="{00000000-0000-0000-0000-000000000000}"/>
          </ac:spMkLst>
        </pc:spChg>
        <pc:spChg chg="mod">
          <ac:chgData name="Ms Alina Arshad" userId="cccdfd85-d35d-4453-9c6f-a463aae40722" providerId="ADAL" clId="{2DC180FD-F18C-4625-AB1F-E76E8B18C48B}" dt="2024-08-30T04:54:17.369" v="217" actId="207"/>
          <ac:spMkLst>
            <pc:docMk/>
            <pc:sldMk cId="1416402" sldId="404"/>
            <ac:spMk id="3" creationId="{00000000-0000-0000-0000-000000000000}"/>
          </ac:spMkLst>
        </pc:spChg>
      </pc:sldChg>
      <pc:sldChg chg="modSp add mod">
        <pc:chgData name="Ms Alina Arshad" userId="cccdfd85-d35d-4453-9c6f-a463aae40722" providerId="ADAL" clId="{2DC180FD-F18C-4625-AB1F-E76E8B18C48B}" dt="2024-08-30T04:54:51.487" v="230" actId="207"/>
        <pc:sldMkLst>
          <pc:docMk/>
          <pc:sldMk cId="3071036191" sldId="405"/>
        </pc:sldMkLst>
        <pc:spChg chg="mod">
          <ac:chgData name="Ms Alina Arshad" userId="cccdfd85-d35d-4453-9c6f-a463aae40722" providerId="ADAL" clId="{2DC180FD-F18C-4625-AB1F-E76E8B18C48B}" dt="2024-08-30T04:54:27.659" v="219" actId="207"/>
          <ac:spMkLst>
            <pc:docMk/>
            <pc:sldMk cId="3071036191" sldId="405"/>
            <ac:spMk id="2" creationId="{E0D201D3-B15F-4934-887A-5FCE7F2DF401}"/>
          </ac:spMkLst>
        </pc:spChg>
        <pc:spChg chg="mod">
          <ac:chgData name="Ms Alina Arshad" userId="cccdfd85-d35d-4453-9c6f-a463aae40722" providerId="ADAL" clId="{2DC180FD-F18C-4625-AB1F-E76E8B18C48B}" dt="2024-08-30T04:54:51.487" v="230" actId="207"/>
          <ac:spMkLst>
            <pc:docMk/>
            <pc:sldMk cId="3071036191" sldId="405"/>
            <ac:spMk id="3" creationId="{B06DAE9B-D257-4D59-AF08-5FC3CA34B519}"/>
          </ac:spMkLst>
        </pc:spChg>
      </pc:sldChg>
      <pc:sldChg chg="addSp delSp modSp add mod">
        <pc:chgData name="Ms Alina Arshad" userId="cccdfd85-d35d-4453-9c6f-a463aae40722" providerId="ADAL" clId="{2DC180FD-F18C-4625-AB1F-E76E8B18C48B}" dt="2024-09-02T09:18:24.468" v="367" actId="1076"/>
        <pc:sldMkLst>
          <pc:docMk/>
          <pc:sldMk cId="1110637184" sldId="406"/>
        </pc:sldMkLst>
        <pc:spChg chg="mod">
          <ac:chgData name="Ms Alina Arshad" userId="cccdfd85-d35d-4453-9c6f-a463aae40722" providerId="ADAL" clId="{2DC180FD-F18C-4625-AB1F-E76E8B18C48B}" dt="2024-08-30T04:55:02.050" v="234" actId="113"/>
          <ac:spMkLst>
            <pc:docMk/>
            <pc:sldMk cId="1110637184" sldId="406"/>
            <ac:spMk id="2" creationId="{00000000-0000-0000-0000-000000000000}"/>
          </ac:spMkLst>
        </pc:spChg>
        <pc:picChg chg="add mod">
          <ac:chgData name="Ms Alina Arshad" userId="cccdfd85-d35d-4453-9c6f-a463aae40722" providerId="ADAL" clId="{2DC180FD-F18C-4625-AB1F-E76E8B18C48B}" dt="2024-09-02T09:18:24.468" v="367" actId="1076"/>
          <ac:picMkLst>
            <pc:docMk/>
            <pc:sldMk cId="1110637184" sldId="406"/>
            <ac:picMk id="1026" creationId="{2323452F-E9F2-364A-6D76-808115144BEA}"/>
          </ac:picMkLst>
        </pc:picChg>
        <pc:picChg chg="del mod">
          <ac:chgData name="Ms Alina Arshad" userId="cccdfd85-d35d-4453-9c6f-a463aae40722" providerId="ADAL" clId="{2DC180FD-F18C-4625-AB1F-E76E8B18C48B}" dt="2024-09-02T09:18:18.784" v="362" actId="478"/>
          <ac:picMkLst>
            <pc:docMk/>
            <pc:sldMk cId="1110637184" sldId="406"/>
            <ac:picMk id="2050" creationId="{00000000-0000-0000-0000-000000000000}"/>
          </ac:picMkLst>
        </pc:picChg>
      </pc:sldChg>
      <pc:sldChg chg="modSp add mod">
        <pc:chgData name="Ms Alina Arshad" userId="cccdfd85-d35d-4453-9c6f-a463aae40722" providerId="ADAL" clId="{2DC180FD-F18C-4625-AB1F-E76E8B18C48B}" dt="2024-09-02T09:18:45.418" v="368" actId="207"/>
        <pc:sldMkLst>
          <pc:docMk/>
          <pc:sldMk cId="261616852" sldId="407"/>
        </pc:sldMkLst>
        <pc:spChg chg="mod">
          <ac:chgData name="Ms Alina Arshad" userId="cccdfd85-d35d-4453-9c6f-a463aae40722" providerId="ADAL" clId="{2DC180FD-F18C-4625-AB1F-E76E8B18C48B}" dt="2024-08-30T04:56:00.727" v="248" actId="1076"/>
          <ac:spMkLst>
            <pc:docMk/>
            <pc:sldMk cId="261616852" sldId="407"/>
            <ac:spMk id="2" creationId="{00000000-0000-0000-0000-000000000000}"/>
          </ac:spMkLst>
        </pc:spChg>
        <pc:spChg chg="mod">
          <ac:chgData name="Ms Alina Arshad" userId="cccdfd85-d35d-4453-9c6f-a463aae40722" providerId="ADAL" clId="{2DC180FD-F18C-4625-AB1F-E76E8B18C48B}" dt="2024-09-02T09:18:45.418" v="368" actId="207"/>
          <ac:spMkLst>
            <pc:docMk/>
            <pc:sldMk cId="261616852" sldId="407"/>
            <ac:spMk id="3" creationId="{00000000-0000-0000-0000-000000000000}"/>
          </ac:spMkLst>
        </pc:spChg>
      </pc:sldChg>
      <pc:sldChg chg="modSp add del mod">
        <pc:chgData name="Ms Alina Arshad" userId="cccdfd85-d35d-4453-9c6f-a463aae40722" providerId="ADAL" clId="{2DC180FD-F18C-4625-AB1F-E76E8B18C48B}" dt="2024-08-30T04:56:30.069" v="255" actId="47"/>
        <pc:sldMkLst>
          <pc:docMk/>
          <pc:sldMk cId="2685411724" sldId="408"/>
        </pc:sldMkLst>
        <pc:spChg chg="mod">
          <ac:chgData name="Ms Alina Arshad" userId="cccdfd85-d35d-4453-9c6f-a463aae40722" providerId="ADAL" clId="{2DC180FD-F18C-4625-AB1F-E76E8B18C48B}" dt="2024-08-30T04:56:05.438" v="249" actId="21"/>
          <ac:spMkLst>
            <pc:docMk/>
            <pc:sldMk cId="2685411724" sldId="408"/>
            <ac:spMk id="3" creationId="{00000000-0000-0000-0000-000000000000}"/>
          </ac:spMkLst>
        </pc:spChg>
      </pc:sldChg>
      <pc:sldChg chg="modSp add mod modAnim">
        <pc:chgData name="Ms Alina Arshad" userId="cccdfd85-d35d-4453-9c6f-a463aae40722" providerId="ADAL" clId="{2DC180FD-F18C-4625-AB1F-E76E8B18C48B}" dt="2024-09-02T09:19:48.597" v="373" actId="14"/>
        <pc:sldMkLst>
          <pc:docMk/>
          <pc:sldMk cId="2553615988" sldId="409"/>
        </pc:sldMkLst>
        <pc:spChg chg="mod">
          <ac:chgData name="Ms Alina Arshad" userId="cccdfd85-d35d-4453-9c6f-a463aae40722" providerId="ADAL" clId="{2DC180FD-F18C-4625-AB1F-E76E8B18C48B}" dt="2024-08-30T04:57:40.923" v="273" actId="403"/>
          <ac:spMkLst>
            <pc:docMk/>
            <pc:sldMk cId="2553615988" sldId="409"/>
            <ac:spMk id="2" creationId="{00000000-0000-0000-0000-000000000000}"/>
          </ac:spMkLst>
        </pc:spChg>
        <pc:spChg chg="mod">
          <ac:chgData name="Ms Alina Arshad" userId="cccdfd85-d35d-4453-9c6f-a463aae40722" providerId="ADAL" clId="{2DC180FD-F18C-4625-AB1F-E76E8B18C48B}" dt="2024-09-02T09:19:48.597" v="373" actId="14"/>
          <ac:spMkLst>
            <pc:docMk/>
            <pc:sldMk cId="2553615988" sldId="409"/>
            <ac:spMk id="3" creationId="{00000000-0000-0000-0000-000000000000}"/>
          </ac:spMkLst>
        </pc:spChg>
      </pc:sldChg>
      <pc:sldChg chg="modSp add mod">
        <pc:chgData name="Ms Alina Arshad" userId="cccdfd85-d35d-4453-9c6f-a463aae40722" providerId="ADAL" clId="{2DC180FD-F18C-4625-AB1F-E76E8B18C48B}" dt="2024-08-30T05:01:52.923" v="293" actId="33524"/>
        <pc:sldMkLst>
          <pc:docMk/>
          <pc:sldMk cId="515654138" sldId="410"/>
        </pc:sldMkLst>
        <pc:spChg chg="mod">
          <ac:chgData name="Ms Alina Arshad" userId="cccdfd85-d35d-4453-9c6f-a463aae40722" providerId="ADAL" clId="{2DC180FD-F18C-4625-AB1F-E76E8B18C48B}" dt="2024-08-30T04:59:04.600" v="284" actId="403"/>
          <ac:spMkLst>
            <pc:docMk/>
            <pc:sldMk cId="515654138" sldId="410"/>
            <ac:spMk id="2" creationId="{00000000-0000-0000-0000-000000000000}"/>
          </ac:spMkLst>
        </pc:spChg>
        <pc:spChg chg="mod">
          <ac:chgData name="Ms Alina Arshad" userId="cccdfd85-d35d-4453-9c6f-a463aae40722" providerId="ADAL" clId="{2DC180FD-F18C-4625-AB1F-E76E8B18C48B}" dt="2024-08-30T05:01:52.923" v="293" actId="33524"/>
          <ac:spMkLst>
            <pc:docMk/>
            <pc:sldMk cId="515654138" sldId="410"/>
            <ac:spMk id="3" creationId="{00000000-0000-0000-0000-000000000000}"/>
          </ac:spMkLst>
        </pc:spChg>
      </pc:sldChg>
      <pc:sldChg chg="modSp add del mod">
        <pc:chgData name="Ms Alina Arshad" userId="cccdfd85-d35d-4453-9c6f-a463aae40722" providerId="ADAL" clId="{2DC180FD-F18C-4625-AB1F-E76E8B18C48B}" dt="2024-08-30T05:03:27.610" v="321" actId="47"/>
        <pc:sldMkLst>
          <pc:docMk/>
          <pc:sldMk cId="1166324033" sldId="411"/>
        </pc:sldMkLst>
        <pc:spChg chg="mod">
          <ac:chgData name="Ms Alina Arshad" userId="cccdfd85-d35d-4453-9c6f-a463aae40722" providerId="ADAL" clId="{2DC180FD-F18C-4625-AB1F-E76E8B18C48B}" dt="2024-08-30T05:02:32.228" v="305" actId="14100"/>
          <ac:spMkLst>
            <pc:docMk/>
            <pc:sldMk cId="1166324033" sldId="411"/>
            <ac:spMk id="2" creationId="{00000000-0000-0000-0000-000000000000}"/>
          </ac:spMkLst>
        </pc:spChg>
        <pc:spChg chg="mod">
          <ac:chgData name="Ms Alina Arshad" userId="cccdfd85-d35d-4453-9c6f-a463aae40722" providerId="ADAL" clId="{2DC180FD-F18C-4625-AB1F-E76E8B18C48B}" dt="2024-08-30T05:02:25.322" v="299" actId="27636"/>
          <ac:spMkLst>
            <pc:docMk/>
            <pc:sldMk cId="1166324033" sldId="411"/>
            <ac:spMk id="3" creationId="{00000000-0000-0000-0000-000000000000}"/>
          </ac:spMkLst>
        </pc:spChg>
      </pc:sldChg>
      <pc:sldChg chg="delSp modSp add mod">
        <pc:chgData name="Ms Alina Arshad" userId="cccdfd85-d35d-4453-9c6f-a463aae40722" providerId="ADAL" clId="{2DC180FD-F18C-4625-AB1F-E76E8B18C48B}" dt="2024-08-30T05:03:15.926" v="319" actId="478"/>
        <pc:sldMkLst>
          <pc:docMk/>
          <pc:sldMk cId="317315783" sldId="412"/>
        </pc:sldMkLst>
        <pc:spChg chg="mod">
          <ac:chgData name="Ms Alina Arshad" userId="cccdfd85-d35d-4453-9c6f-a463aae40722" providerId="ADAL" clId="{2DC180FD-F18C-4625-AB1F-E76E8B18C48B}" dt="2024-08-30T05:03:11.221" v="317" actId="113"/>
          <ac:spMkLst>
            <pc:docMk/>
            <pc:sldMk cId="317315783" sldId="412"/>
            <ac:spMk id="2" creationId="{00000000-0000-0000-0000-000000000000}"/>
          </ac:spMkLst>
        </pc:spChg>
        <pc:spChg chg="mod">
          <ac:chgData name="Ms Alina Arshad" userId="cccdfd85-d35d-4453-9c6f-a463aae40722" providerId="ADAL" clId="{2DC180FD-F18C-4625-AB1F-E76E8B18C48B}" dt="2024-08-30T05:03:07.056" v="316" actId="207"/>
          <ac:spMkLst>
            <pc:docMk/>
            <pc:sldMk cId="317315783" sldId="412"/>
            <ac:spMk id="3" creationId="{00000000-0000-0000-0000-000000000000}"/>
          </ac:spMkLst>
        </pc:spChg>
        <pc:spChg chg="del">
          <ac:chgData name="Ms Alina Arshad" userId="cccdfd85-d35d-4453-9c6f-a463aae40722" providerId="ADAL" clId="{2DC180FD-F18C-4625-AB1F-E76E8B18C48B}" dt="2024-08-30T05:03:14.398" v="318" actId="478"/>
          <ac:spMkLst>
            <pc:docMk/>
            <pc:sldMk cId="317315783" sldId="412"/>
            <ac:spMk id="4" creationId="{00000000-0000-0000-0000-000000000000}"/>
          </ac:spMkLst>
        </pc:spChg>
        <pc:spChg chg="del">
          <ac:chgData name="Ms Alina Arshad" userId="cccdfd85-d35d-4453-9c6f-a463aae40722" providerId="ADAL" clId="{2DC180FD-F18C-4625-AB1F-E76E8B18C48B}" dt="2024-08-30T05:03:15.926" v="319" actId="478"/>
          <ac:spMkLst>
            <pc:docMk/>
            <pc:sldMk cId="317315783" sldId="412"/>
            <ac:spMk id="5" creationId="{00000000-0000-0000-0000-000000000000}"/>
          </ac:spMkLst>
        </pc:spChg>
      </pc:sldChg>
      <pc:sldChg chg="add del">
        <pc:chgData name="Ms Alina Arshad" userId="cccdfd85-d35d-4453-9c6f-a463aae40722" providerId="ADAL" clId="{2DC180FD-F18C-4625-AB1F-E76E8B18C48B}" dt="2024-08-30T05:04:12.713" v="328" actId="47"/>
        <pc:sldMkLst>
          <pc:docMk/>
          <pc:sldMk cId="3728980149" sldId="413"/>
        </pc:sldMkLst>
      </pc:sldChg>
      <pc:sldChg chg="new del">
        <pc:chgData name="Ms Alina Arshad" userId="cccdfd85-d35d-4453-9c6f-a463aae40722" providerId="ADAL" clId="{2DC180FD-F18C-4625-AB1F-E76E8B18C48B}" dt="2024-08-30T05:03:53.190" v="323" actId="47"/>
        <pc:sldMkLst>
          <pc:docMk/>
          <pc:sldMk cId="1613639856" sldId="414"/>
        </pc:sldMkLst>
      </pc:sldChg>
      <pc:sldChg chg="addSp delSp modSp new mod">
        <pc:chgData name="Ms Alina Arshad" userId="cccdfd85-d35d-4453-9c6f-a463aae40722" providerId="ADAL" clId="{2DC180FD-F18C-4625-AB1F-E76E8B18C48B}" dt="2024-08-30T05:04:09.868" v="327" actId="478"/>
        <pc:sldMkLst>
          <pc:docMk/>
          <pc:sldMk cId="2400755825" sldId="414"/>
        </pc:sldMkLst>
        <pc:spChg chg="del">
          <ac:chgData name="Ms Alina Arshad" userId="cccdfd85-d35d-4453-9c6f-a463aae40722" providerId="ADAL" clId="{2DC180FD-F18C-4625-AB1F-E76E8B18C48B}" dt="2024-08-30T05:04:09.868" v="327" actId="478"/>
          <ac:spMkLst>
            <pc:docMk/>
            <pc:sldMk cId="2400755825" sldId="414"/>
            <ac:spMk id="2" creationId="{12C4D42B-3827-A9BA-1272-BAAED7039507}"/>
          </ac:spMkLst>
        </pc:spChg>
        <pc:spChg chg="del">
          <ac:chgData name="Ms Alina Arshad" userId="cccdfd85-d35d-4453-9c6f-a463aae40722" providerId="ADAL" clId="{2DC180FD-F18C-4625-AB1F-E76E8B18C48B}" dt="2024-08-30T05:04:08.047" v="326" actId="478"/>
          <ac:spMkLst>
            <pc:docMk/>
            <pc:sldMk cId="2400755825" sldId="414"/>
            <ac:spMk id="3" creationId="{279481B2-0BCE-C230-6D15-9B44E227864D}"/>
          </ac:spMkLst>
        </pc:spChg>
        <pc:spChg chg="add mod">
          <ac:chgData name="Ms Alina Arshad" userId="cccdfd85-d35d-4453-9c6f-a463aae40722" providerId="ADAL" clId="{2DC180FD-F18C-4625-AB1F-E76E8B18C48B}" dt="2024-08-30T05:04:05.804" v="325"/>
          <ac:spMkLst>
            <pc:docMk/>
            <pc:sldMk cId="2400755825" sldId="414"/>
            <ac:spMk id="4" creationId="{B7916EF2-DCF0-0573-80BA-3C20ED469E9E}"/>
          </ac:spMkLst>
        </pc:spChg>
        <pc:spChg chg="add mod">
          <ac:chgData name="Ms Alina Arshad" userId="cccdfd85-d35d-4453-9c6f-a463aae40722" providerId="ADAL" clId="{2DC180FD-F18C-4625-AB1F-E76E8B18C48B}" dt="2024-08-30T05:04:05.804" v="325"/>
          <ac:spMkLst>
            <pc:docMk/>
            <pc:sldMk cId="2400755825" sldId="414"/>
            <ac:spMk id="5" creationId="{6D2D65F8-7067-309B-2162-EDCA7F792D63}"/>
          </ac:spMkLst>
        </pc:spChg>
      </pc:sldChg>
    </pc:docChg>
  </pc:docChgLst>
  <pc:docChgLst>
    <pc:chgData name="Ms Alina Arshad" userId="cccdfd85-d35d-4453-9c6f-a463aae40722" providerId="ADAL" clId="{F914C121-27D5-40DE-A44B-03621975D748}"/>
    <pc:docChg chg="custSel addSld delSld modSld sldOrd">
      <pc:chgData name="Ms Alina Arshad" userId="cccdfd85-d35d-4453-9c6f-a463aae40722" providerId="ADAL" clId="{F914C121-27D5-40DE-A44B-03621975D748}" dt="2024-10-07T13:44:03.238" v="291" actId="47"/>
      <pc:docMkLst>
        <pc:docMk/>
      </pc:docMkLst>
      <pc:sldChg chg="modSp mod">
        <pc:chgData name="Ms Alina Arshad" userId="cccdfd85-d35d-4453-9c6f-a463aae40722" providerId="ADAL" clId="{F914C121-27D5-40DE-A44B-03621975D748}" dt="2024-10-06T15:37:21.877" v="13" actId="20577"/>
        <pc:sldMkLst>
          <pc:docMk/>
          <pc:sldMk cId="3322361034" sldId="256"/>
        </pc:sldMkLst>
        <pc:spChg chg="mod">
          <ac:chgData name="Ms Alina Arshad" userId="cccdfd85-d35d-4453-9c6f-a463aae40722" providerId="ADAL" clId="{F914C121-27D5-40DE-A44B-03621975D748}" dt="2024-10-06T15:37:21.877" v="13" actId="20577"/>
          <ac:spMkLst>
            <pc:docMk/>
            <pc:sldMk cId="3322361034" sldId="256"/>
            <ac:spMk id="3" creationId="{44E9F82C-BBA7-3495-1097-BEDB54FFFDF4}"/>
          </ac:spMkLst>
        </pc:spChg>
      </pc:sldChg>
      <pc:sldChg chg="del">
        <pc:chgData name="Ms Alina Arshad" userId="cccdfd85-d35d-4453-9c6f-a463aae40722" providerId="ADAL" clId="{F914C121-27D5-40DE-A44B-03621975D748}" dt="2024-10-06T05:53:35.979" v="1" actId="47"/>
        <pc:sldMkLst>
          <pc:docMk/>
          <pc:sldMk cId="3595481221" sldId="492"/>
        </pc:sldMkLst>
      </pc:sldChg>
      <pc:sldChg chg="del">
        <pc:chgData name="Ms Alina Arshad" userId="cccdfd85-d35d-4453-9c6f-a463aae40722" providerId="ADAL" clId="{F914C121-27D5-40DE-A44B-03621975D748}" dt="2024-10-06T05:53:37.855" v="5" actId="47"/>
        <pc:sldMkLst>
          <pc:docMk/>
          <pc:sldMk cId="3384488715" sldId="493"/>
        </pc:sldMkLst>
      </pc:sldChg>
      <pc:sldChg chg="del">
        <pc:chgData name="Ms Alina Arshad" userId="cccdfd85-d35d-4453-9c6f-a463aae40722" providerId="ADAL" clId="{F914C121-27D5-40DE-A44B-03621975D748}" dt="2024-10-06T05:53:40.273" v="10" actId="47"/>
        <pc:sldMkLst>
          <pc:docMk/>
          <pc:sldMk cId="4273395344" sldId="495"/>
        </pc:sldMkLst>
      </pc:sldChg>
      <pc:sldChg chg="del">
        <pc:chgData name="Ms Alina Arshad" userId="cccdfd85-d35d-4453-9c6f-a463aae40722" providerId="ADAL" clId="{F914C121-27D5-40DE-A44B-03621975D748}" dt="2024-10-06T05:53:57.563" v="11" actId="2696"/>
        <pc:sldMkLst>
          <pc:docMk/>
          <pc:sldMk cId="1058188132" sldId="496"/>
        </pc:sldMkLst>
      </pc:sldChg>
      <pc:sldChg chg="del">
        <pc:chgData name="Ms Alina Arshad" userId="cccdfd85-d35d-4453-9c6f-a463aae40722" providerId="ADAL" clId="{F914C121-27D5-40DE-A44B-03621975D748}" dt="2024-10-07T13:43:59.905" v="286" actId="47"/>
        <pc:sldMkLst>
          <pc:docMk/>
          <pc:sldMk cId="1132663045" sldId="497"/>
        </pc:sldMkLst>
      </pc:sldChg>
      <pc:sldChg chg="del">
        <pc:chgData name="Ms Alina Arshad" userId="cccdfd85-d35d-4453-9c6f-a463aae40722" providerId="ADAL" clId="{F914C121-27D5-40DE-A44B-03621975D748}" dt="2024-10-06T05:53:57.563" v="11" actId="2696"/>
        <pc:sldMkLst>
          <pc:docMk/>
          <pc:sldMk cId="1570724855" sldId="505"/>
        </pc:sldMkLst>
      </pc:sldChg>
      <pc:sldChg chg="del">
        <pc:chgData name="Ms Alina Arshad" userId="cccdfd85-d35d-4453-9c6f-a463aae40722" providerId="ADAL" clId="{F914C121-27D5-40DE-A44B-03621975D748}" dt="2024-10-06T05:53:57.563" v="11" actId="2696"/>
        <pc:sldMkLst>
          <pc:docMk/>
          <pc:sldMk cId="2421881517" sldId="506"/>
        </pc:sldMkLst>
      </pc:sldChg>
      <pc:sldChg chg="modSp mod">
        <pc:chgData name="Ms Alina Arshad" userId="cccdfd85-d35d-4453-9c6f-a463aae40722" providerId="ADAL" clId="{F914C121-27D5-40DE-A44B-03621975D748}" dt="2024-10-07T13:08:17.810" v="125" actId="403"/>
        <pc:sldMkLst>
          <pc:docMk/>
          <pc:sldMk cId="163811022" sldId="511"/>
        </pc:sldMkLst>
        <pc:spChg chg="mod">
          <ac:chgData name="Ms Alina Arshad" userId="cccdfd85-d35d-4453-9c6f-a463aae40722" providerId="ADAL" clId="{F914C121-27D5-40DE-A44B-03621975D748}" dt="2024-10-07T13:08:12.572" v="124" actId="1076"/>
          <ac:spMkLst>
            <pc:docMk/>
            <pc:sldMk cId="163811022" sldId="511"/>
            <ac:spMk id="2" creationId="{00000000-0000-0000-0000-000000000000}"/>
          </ac:spMkLst>
        </pc:spChg>
        <pc:spChg chg="mod">
          <ac:chgData name="Ms Alina Arshad" userId="cccdfd85-d35d-4453-9c6f-a463aae40722" providerId="ADAL" clId="{F914C121-27D5-40DE-A44B-03621975D748}" dt="2024-10-07T13:08:17.810" v="125" actId="403"/>
          <ac:spMkLst>
            <pc:docMk/>
            <pc:sldMk cId="163811022" sldId="511"/>
            <ac:spMk id="3" creationId="{00000000-0000-0000-0000-000000000000}"/>
          </ac:spMkLst>
        </pc:spChg>
      </pc:sldChg>
      <pc:sldChg chg="modSp mod">
        <pc:chgData name="Ms Alina Arshad" userId="cccdfd85-d35d-4453-9c6f-a463aae40722" providerId="ADAL" clId="{F914C121-27D5-40DE-A44B-03621975D748}" dt="2024-10-07T13:08:52.370" v="129" actId="20577"/>
        <pc:sldMkLst>
          <pc:docMk/>
          <pc:sldMk cId="1045239677" sldId="512"/>
        </pc:sldMkLst>
        <pc:spChg chg="mod">
          <ac:chgData name="Ms Alina Arshad" userId="cccdfd85-d35d-4453-9c6f-a463aae40722" providerId="ADAL" clId="{F914C121-27D5-40DE-A44B-03621975D748}" dt="2024-10-07T13:08:23.659" v="127" actId="1076"/>
          <ac:spMkLst>
            <pc:docMk/>
            <pc:sldMk cId="1045239677" sldId="512"/>
            <ac:spMk id="2" creationId="{00000000-0000-0000-0000-000000000000}"/>
          </ac:spMkLst>
        </pc:spChg>
        <pc:spChg chg="mod">
          <ac:chgData name="Ms Alina Arshad" userId="cccdfd85-d35d-4453-9c6f-a463aae40722" providerId="ADAL" clId="{F914C121-27D5-40DE-A44B-03621975D748}" dt="2024-10-07T13:08:52.370" v="129" actId="20577"/>
          <ac:spMkLst>
            <pc:docMk/>
            <pc:sldMk cId="1045239677" sldId="512"/>
            <ac:spMk id="3" creationId="{00000000-0000-0000-0000-000000000000}"/>
          </ac:spMkLst>
        </pc:spChg>
      </pc:sldChg>
      <pc:sldChg chg="modSp mod">
        <pc:chgData name="Ms Alina Arshad" userId="cccdfd85-d35d-4453-9c6f-a463aae40722" providerId="ADAL" clId="{F914C121-27D5-40DE-A44B-03621975D748}" dt="2024-10-07T12:55:16.637" v="27" actId="207"/>
        <pc:sldMkLst>
          <pc:docMk/>
          <pc:sldMk cId="711124051" sldId="516"/>
        </pc:sldMkLst>
        <pc:spChg chg="mod">
          <ac:chgData name="Ms Alina Arshad" userId="cccdfd85-d35d-4453-9c6f-a463aae40722" providerId="ADAL" clId="{F914C121-27D5-40DE-A44B-03621975D748}" dt="2024-10-07T12:55:16.637" v="27" actId="207"/>
          <ac:spMkLst>
            <pc:docMk/>
            <pc:sldMk cId="711124051" sldId="516"/>
            <ac:spMk id="2" creationId="{00000000-0000-0000-0000-000000000000}"/>
          </ac:spMkLst>
        </pc:spChg>
      </pc:sldChg>
      <pc:sldChg chg="del">
        <pc:chgData name="Ms Alina Arshad" userId="cccdfd85-d35d-4453-9c6f-a463aae40722" providerId="ADAL" clId="{F914C121-27D5-40DE-A44B-03621975D748}" dt="2024-10-07T13:44:00.511" v="287" actId="47"/>
        <pc:sldMkLst>
          <pc:docMk/>
          <pc:sldMk cId="1747393571" sldId="518"/>
        </pc:sldMkLst>
      </pc:sldChg>
      <pc:sldChg chg="del">
        <pc:chgData name="Ms Alina Arshad" userId="cccdfd85-d35d-4453-9c6f-a463aae40722" providerId="ADAL" clId="{F914C121-27D5-40DE-A44B-03621975D748}" dt="2024-10-07T13:44:00.952" v="288" actId="47"/>
        <pc:sldMkLst>
          <pc:docMk/>
          <pc:sldMk cId="275598820" sldId="519"/>
        </pc:sldMkLst>
      </pc:sldChg>
      <pc:sldChg chg="del">
        <pc:chgData name="Ms Alina Arshad" userId="cccdfd85-d35d-4453-9c6f-a463aae40722" providerId="ADAL" clId="{F914C121-27D5-40DE-A44B-03621975D748}" dt="2024-10-07T13:44:01.471" v="289" actId="47"/>
        <pc:sldMkLst>
          <pc:docMk/>
          <pc:sldMk cId="3035140792" sldId="522"/>
        </pc:sldMkLst>
      </pc:sldChg>
      <pc:sldChg chg="del">
        <pc:chgData name="Ms Alina Arshad" userId="cccdfd85-d35d-4453-9c6f-a463aae40722" providerId="ADAL" clId="{F914C121-27D5-40DE-A44B-03621975D748}" dt="2024-10-07T13:44:02.453" v="290" actId="47"/>
        <pc:sldMkLst>
          <pc:docMk/>
          <pc:sldMk cId="2350581562" sldId="523"/>
        </pc:sldMkLst>
      </pc:sldChg>
      <pc:sldChg chg="del">
        <pc:chgData name="Ms Alina Arshad" userId="cccdfd85-d35d-4453-9c6f-a463aae40722" providerId="ADAL" clId="{F914C121-27D5-40DE-A44B-03621975D748}" dt="2024-10-07T13:44:03.238" v="291" actId="47"/>
        <pc:sldMkLst>
          <pc:docMk/>
          <pc:sldMk cId="627369714" sldId="524"/>
        </pc:sldMkLst>
      </pc:sldChg>
      <pc:sldChg chg="modSp new mod ord">
        <pc:chgData name="Ms Alina Arshad" userId="cccdfd85-d35d-4453-9c6f-a463aae40722" providerId="ADAL" clId="{F914C121-27D5-40DE-A44B-03621975D748}" dt="2024-10-07T13:11:39.635" v="183" actId="20577"/>
        <pc:sldMkLst>
          <pc:docMk/>
          <pc:sldMk cId="2427267918" sldId="525"/>
        </pc:sldMkLst>
        <pc:spChg chg="mod">
          <ac:chgData name="Ms Alina Arshad" userId="cccdfd85-d35d-4453-9c6f-a463aae40722" providerId="ADAL" clId="{F914C121-27D5-40DE-A44B-03621975D748}" dt="2024-10-07T13:09:07.808" v="130"/>
          <ac:spMkLst>
            <pc:docMk/>
            <pc:sldMk cId="2427267918" sldId="525"/>
            <ac:spMk id="2" creationId="{E37F6D6B-52E2-13D9-241A-623409ECED82}"/>
          </ac:spMkLst>
        </pc:spChg>
        <pc:spChg chg="mod">
          <ac:chgData name="Ms Alina Arshad" userId="cccdfd85-d35d-4453-9c6f-a463aae40722" providerId="ADAL" clId="{F914C121-27D5-40DE-A44B-03621975D748}" dt="2024-10-07T13:11:39.635" v="183" actId="20577"/>
          <ac:spMkLst>
            <pc:docMk/>
            <pc:sldMk cId="2427267918" sldId="525"/>
            <ac:spMk id="3" creationId="{D24F7636-2D0D-03B4-A70E-BF1BCCC7DD42}"/>
          </ac:spMkLst>
        </pc:spChg>
      </pc:sldChg>
      <pc:sldChg chg="del">
        <pc:chgData name="Ms Alina Arshad" userId="cccdfd85-d35d-4453-9c6f-a463aae40722" providerId="ADAL" clId="{F914C121-27D5-40DE-A44B-03621975D748}" dt="2024-10-06T05:53:35.623" v="0" actId="47"/>
        <pc:sldMkLst>
          <pc:docMk/>
          <pc:sldMk cId="3654789932" sldId="525"/>
        </pc:sldMkLst>
      </pc:sldChg>
      <pc:sldChg chg="modSp new mod">
        <pc:chgData name="Ms Alina Arshad" userId="cccdfd85-d35d-4453-9c6f-a463aae40722" providerId="ADAL" clId="{F914C121-27D5-40DE-A44B-03621975D748}" dt="2024-10-07T13:13:01.438" v="195" actId="5793"/>
        <pc:sldMkLst>
          <pc:docMk/>
          <pc:sldMk cId="1270081800" sldId="526"/>
        </pc:sldMkLst>
        <pc:spChg chg="mod">
          <ac:chgData name="Ms Alina Arshad" userId="cccdfd85-d35d-4453-9c6f-a463aae40722" providerId="ADAL" clId="{F914C121-27D5-40DE-A44B-03621975D748}" dt="2024-10-07T13:12:23.914" v="184"/>
          <ac:spMkLst>
            <pc:docMk/>
            <pc:sldMk cId="1270081800" sldId="526"/>
            <ac:spMk id="2" creationId="{6E5B1C21-D1B5-5FD5-09AA-19D5F7B39D16}"/>
          </ac:spMkLst>
        </pc:spChg>
        <pc:spChg chg="mod">
          <ac:chgData name="Ms Alina Arshad" userId="cccdfd85-d35d-4453-9c6f-a463aae40722" providerId="ADAL" clId="{F914C121-27D5-40DE-A44B-03621975D748}" dt="2024-10-07T13:13:01.438" v="195" actId="5793"/>
          <ac:spMkLst>
            <pc:docMk/>
            <pc:sldMk cId="1270081800" sldId="526"/>
            <ac:spMk id="3" creationId="{0B4D9234-DC1E-63D1-6478-EB07B63884A3}"/>
          </ac:spMkLst>
        </pc:spChg>
      </pc:sldChg>
      <pc:sldChg chg="addSp delSp modSp new mod">
        <pc:chgData name="Ms Alina Arshad" userId="cccdfd85-d35d-4453-9c6f-a463aae40722" providerId="ADAL" clId="{F914C121-27D5-40DE-A44B-03621975D748}" dt="2024-10-07T13:14:45.447" v="248" actId="20577"/>
        <pc:sldMkLst>
          <pc:docMk/>
          <pc:sldMk cId="870909777" sldId="527"/>
        </pc:sldMkLst>
        <pc:spChg chg="del">
          <ac:chgData name="Ms Alina Arshad" userId="cccdfd85-d35d-4453-9c6f-a463aae40722" providerId="ADAL" clId="{F914C121-27D5-40DE-A44B-03621975D748}" dt="2024-10-07T13:03:36.458" v="47" actId="478"/>
          <ac:spMkLst>
            <pc:docMk/>
            <pc:sldMk cId="870909777" sldId="527"/>
            <ac:spMk id="2" creationId="{3E9E35B2-C05A-E334-D7E0-5743F9C9EABF}"/>
          </ac:spMkLst>
        </pc:spChg>
        <pc:spChg chg="mod">
          <ac:chgData name="Ms Alina Arshad" userId="cccdfd85-d35d-4453-9c6f-a463aae40722" providerId="ADAL" clId="{F914C121-27D5-40DE-A44B-03621975D748}" dt="2024-10-07T13:14:45.447" v="248" actId="20577"/>
          <ac:spMkLst>
            <pc:docMk/>
            <pc:sldMk cId="870909777" sldId="527"/>
            <ac:spMk id="3" creationId="{C80DA4E9-1DE3-00D3-6721-52348858C824}"/>
          </ac:spMkLst>
        </pc:spChg>
        <pc:spChg chg="add mod">
          <ac:chgData name="Ms Alina Arshad" userId="cccdfd85-d35d-4453-9c6f-a463aae40722" providerId="ADAL" clId="{F914C121-27D5-40DE-A44B-03621975D748}" dt="2024-10-07T13:14:05.503" v="230" actId="20577"/>
          <ac:spMkLst>
            <pc:docMk/>
            <pc:sldMk cId="870909777" sldId="527"/>
            <ac:spMk id="4" creationId="{0FC78A23-41CA-037C-BFCC-9A29C7B5EE39}"/>
          </ac:spMkLst>
        </pc:spChg>
      </pc:sldChg>
      <pc:sldChg chg="del">
        <pc:chgData name="Ms Alina Arshad" userId="cccdfd85-d35d-4453-9c6f-a463aae40722" providerId="ADAL" clId="{F914C121-27D5-40DE-A44B-03621975D748}" dt="2024-10-06T05:53:36.364" v="2" actId="47"/>
        <pc:sldMkLst>
          <pc:docMk/>
          <pc:sldMk cId="1051870460" sldId="527"/>
        </pc:sldMkLst>
      </pc:sldChg>
      <pc:sldChg chg="modSp new mod">
        <pc:chgData name="Ms Alina Arshad" userId="cccdfd85-d35d-4453-9c6f-a463aae40722" providerId="ADAL" clId="{F914C121-27D5-40DE-A44B-03621975D748}" dt="2024-10-07T13:16:52.103" v="283" actId="20577"/>
        <pc:sldMkLst>
          <pc:docMk/>
          <pc:sldMk cId="503587932" sldId="528"/>
        </pc:sldMkLst>
        <pc:spChg chg="mod">
          <ac:chgData name="Ms Alina Arshad" userId="cccdfd85-d35d-4453-9c6f-a463aae40722" providerId="ADAL" clId="{F914C121-27D5-40DE-A44B-03621975D748}" dt="2024-10-07T13:15:12.718" v="258" actId="113"/>
          <ac:spMkLst>
            <pc:docMk/>
            <pc:sldMk cId="503587932" sldId="528"/>
            <ac:spMk id="2" creationId="{4FD1C097-DB08-E7FD-F0E6-3182220123C7}"/>
          </ac:spMkLst>
        </pc:spChg>
        <pc:spChg chg="mod">
          <ac:chgData name="Ms Alina Arshad" userId="cccdfd85-d35d-4453-9c6f-a463aae40722" providerId="ADAL" clId="{F914C121-27D5-40DE-A44B-03621975D748}" dt="2024-10-07T13:16:52.103" v="283" actId="20577"/>
          <ac:spMkLst>
            <pc:docMk/>
            <pc:sldMk cId="503587932" sldId="528"/>
            <ac:spMk id="3" creationId="{1A1CDF7E-3834-5C8D-DFBE-531D101A666D}"/>
          </ac:spMkLst>
        </pc:spChg>
      </pc:sldChg>
      <pc:sldChg chg="del">
        <pc:chgData name="Ms Alina Arshad" userId="cccdfd85-d35d-4453-9c6f-a463aae40722" providerId="ADAL" clId="{F914C121-27D5-40DE-A44B-03621975D748}" dt="2024-10-06T05:53:36.865" v="3" actId="47"/>
        <pc:sldMkLst>
          <pc:docMk/>
          <pc:sldMk cId="1758917919" sldId="528"/>
        </pc:sldMkLst>
      </pc:sldChg>
      <pc:sldChg chg="addSp delSp modSp new mod">
        <pc:chgData name="Ms Alina Arshad" userId="cccdfd85-d35d-4453-9c6f-a463aae40722" providerId="ADAL" clId="{F914C121-27D5-40DE-A44B-03621975D748}" dt="2024-10-07T13:18:10.111" v="285" actId="1076"/>
        <pc:sldMkLst>
          <pc:docMk/>
          <pc:sldMk cId="1646226232" sldId="529"/>
        </pc:sldMkLst>
        <pc:spChg chg="add del mod">
          <ac:chgData name="Ms Alina Arshad" userId="cccdfd85-d35d-4453-9c6f-a463aae40722" providerId="ADAL" clId="{F914C121-27D5-40DE-A44B-03621975D748}" dt="2024-10-07T13:04:50.809" v="89" actId="478"/>
          <ac:spMkLst>
            <pc:docMk/>
            <pc:sldMk cId="1646226232" sldId="529"/>
            <ac:spMk id="3" creationId="{48A03DF7-526A-149F-40DC-6BC0D54F51D3}"/>
          </ac:spMkLst>
        </pc:spChg>
        <pc:graphicFrameChg chg="add mod modGraphic">
          <ac:chgData name="Ms Alina Arshad" userId="cccdfd85-d35d-4453-9c6f-a463aae40722" providerId="ADAL" clId="{F914C121-27D5-40DE-A44B-03621975D748}" dt="2024-10-07T13:18:10.111" v="285" actId="1076"/>
          <ac:graphicFrameMkLst>
            <pc:docMk/>
            <pc:sldMk cId="1646226232" sldId="529"/>
            <ac:graphicFrameMk id="2" creationId="{D85D5C57-72E3-7FB1-3FA8-F393EFF5D1D8}"/>
          </ac:graphicFrameMkLst>
        </pc:graphicFrameChg>
      </pc:sldChg>
      <pc:sldChg chg="del">
        <pc:chgData name="Ms Alina Arshad" userId="cccdfd85-d35d-4453-9c6f-a463aae40722" providerId="ADAL" clId="{F914C121-27D5-40DE-A44B-03621975D748}" dt="2024-10-06T05:53:37.420" v="4" actId="47"/>
        <pc:sldMkLst>
          <pc:docMk/>
          <pc:sldMk cId="2613136086" sldId="529"/>
        </pc:sldMkLst>
      </pc:sldChg>
      <pc:sldChg chg="del">
        <pc:chgData name="Ms Alina Arshad" userId="cccdfd85-d35d-4453-9c6f-a463aae40722" providerId="ADAL" clId="{F914C121-27D5-40DE-A44B-03621975D748}" dt="2024-10-06T05:53:38.334" v="6" actId="47"/>
        <pc:sldMkLst>
          <pc:docMk/>
          <pc:sldMk cId="1875193234" sldId="530"/>
        </pc:sldMkLst>
      </pc:sldChg>
      <pc:sldChg chg="del">
        <pc:chgData name="Ms Alina Arshad" userId="cccdfd85-d35d-4453-9c6f-a463aae40722" providerId="ADAL" clId="{F914C121-27D5-40DE-A44B-03621975D748}" dt="2024-10-06T05:53:38.936" v="7" actId="47"/>
        <pc:sldMkLst>
          <pc:docMk/>
          <pc:sldMk cId="3545550237" sldId="532"/>
        </pc:sldMkLst>
      </pc:sldChg>
      <pc:sldChg chg="del">
        <pc:chgData name="Ms Alina Arshad" userId="cccdfd85-d35d-4453-9c6f-a463aae40722" providerId="ADAL" clId="{F914C121-27D5-40DE-A44B-03621975D748}" dt="2024-10-06T05:53:39.389" v="8" actId="47"/>
        <pc:sldMkLst>
          <pc:docMk/>
          <pc:sldMk cId="3162381277" sldId="534"/>
        </pc:sldMkLst>
      </pc:sldChg>
      <pc:sldChg chg="del">
        <pc:chgData name="Ms Alina Arshad" userId="cccdfd85-d35d-4453-9c6f-a463aae40722" providerId="ADAL" clId="{F914C121-27D5-40DE-A44B-03621975D748}" dt="2024-10-06T05:53:39.823" v="9" actId="47"/>
        <pc:sldMkLst>
          <pc:docMk/>
          <pc:sldMk cId="1199260640" sldId="535"/>
        </pc:sldMkLst>
      </pc:sldChg>
    </pc:docChg>
  </pc:docChgLst>
  <pc:docChgLst>
    <pc:chgData name="Ms Alina Arshad" userId="cccdfd85-d35d-4453-9c6f-a463aae40722" providerId="ADAL" clId="{9541C8B4-1A47-44F6-A982-5B5653426906}"/>
    <pc:docChg chg="modSld">
      <pc:chgData name="Ms Alina Arshad" userId="cccdfd85-d35d-4453-9c6f-a463aae40722" providerId="ADAL" clId="{9541C8B4-1A47-44F6-A982-5B5653426906}" dt="2024-10-15T04:27:35.077" v="12" actId="207"/>
      <pc:docMkLst>
        <pc:docMk/>
      </pc:docMkLst>
      <pc:sldChg chg="modSp mod">
        <pc:chgData name="Ms Alina Arshad" userId="cccdfd85-d35d-4453-9c6f-a463aae40722" providerId="ADAL" clId="{9541C8B4-1A47-44F6-A982-5B5653426906}" dt="2024-10-15T04:26:56.468" v="3" actId="14100"/>
        <pc:sldMkLst>
          <pc:docMk/>
          <pc:sldMk cId="3777174035" sldId="314"/>
        </pc:sldMkLst>
        <pc:spChg chg="mod">
          <ac:chgData name="Ms Alina Arshad" userId="cccdfd85-d35d-4453-9c6f-a463aae40722" providerId="ADAL" clId="{9541C8B4-1A47-44F6-A982-5B5653426906}" dt="2024-10-15T04:26:52.133" v="2" actId="113"/>
          <ac:spMkLst>
            <pc:docMk/>
            <pc:sldMk cId="3777174035" sldId="314"/>
            <ac:spMk id="2" creationId="{00000000-0000-0000-0000-000000000000}"/>
          </ac:spMkLst>
        </pc:spChg>
        <pc:spChg chg="mod">
          <ac:chgData name="Ms Alina Arshad" userId="cccdfd85-d35d-4453-9c6f-a463aae40722" providerId="ADAL" clId="{9541C8B4-1A47-44F6-A982-5B5653426906}" dt="2024-10-15T04:26:56.468" v="3" actId="14100"/>
          <ac:spMkLst>
            <pc:docMk/>
            <pc:sldMk cId="3777174035" sldId="314"/>
            <ac:spMk id="3" creationId="{00000000-0000-0000-0000-000000000000}"/>
          </ac:spMkLst>
        </pc:spChg>
      </pc:sldChg>
      <pc:sldChg chg="modSp mod">
        <pc:chgData name="Ms Alina Arshad" userId="cccdfd85-d35d-4453-9c6f-a463aae40722" providerId="ADAL" clId="{9541C8B4-1A47-44F6-A982-5B5653426906}" dt="2024-10-15T04:27:06.548" v="5" actId="207"/>
        <pc:sldMkLst>
          <pc:docMk/>
          <pc:sldMk cId="4181556699" sldId="315"/>
        </pc:sldMkLst>
        <pc:spChg chg="mod">
          <ac:chgData name="Ms Alina Arshad" userId="cccdfd85-d35d-4453-9c6f-a463aae40722" providerId="ADAL" clId="{9541C8B4-1A47-44F6-A982-5B5653426906}" dt="2024-10-15T04:27:02.915" v="4" actId="207"/>
          <ac:spMkLst>
            <pc:docMk/>
            <pc:sldMk cId="4181556699" sldId="315"/>
            <ac:spMk id="2" creationId="{00000000-0000-0000-0000-000000000000}"/>
          </ac:spMkLst>
        </pc:spChg>
        <pc:spChg chg="mod">
          <ac:chgData name="Ms Alina Arshad" userId="cccdfd85-d35d-4453-9c6f-a463aae40722" providerId="ADAL" clId="{9541C8B4-1A47-44F6-A982-5B5653426906}" dt="2024-10-15T04:27:06.548" v="5" actId="207"/>
          <ac:spMkLst>
            <pc:docMk/>
            <pc:sldMk cId="4181556699" sldId="315"/>
            <ac:spMk id="3" creationId="{00000000-0000-0000-0000-000000000000}"/>
          </ac:spMkLst>
        </pc:spChg>
      </pc:sldChg>
      <pc:sldChg chg="modSp mod">
        <pc:chgData name="Ms Alina Arshad" userId="cccdfd85-d35d-4453-9c6f-a463aae40722" providerId="ADAL" clId="{9541C8B4-1A47-44F6-A982-5B5653426906}" dt="2024-10-15T04:27:13.785" v="6" actId="207"/>
        <pc:sldMkLst>
          <pc:docMk/>
          <pc:sldMk cId="1268528167" sldId="316"/>
        </pc:sldMkLst>
        <pc:spChg chg="mod">
          <ac:chgData name="Ms Alina Arshad" userId="cccdfd85-d35d-4453-9c6f-a463aae40722" providerId="ADAL" clId="{9541C8B4-1A47-44F6-A982-5B5653426906}" dt="2024-10-15T04:27:13.785" v="6" actId="207"/>
          <ac:spMkLst>
            <pc:docMk/>
            <pc:sldMk cId="1268528167" sldId="316"/>
            <ac:spMk id="2" creationId="{00000000-0000-0000-0000-000000000000}"/>
          </ac:spMkLst>
        </pc:spChg>
      </pc:sldChg>
      <pc:sldChg chg="modSp mod">
        <pc:chgData name="Ms Alina Arshad" userId="cccdfd85-d35d-4453-9c6f-a463aae40722" providerId="ADAL" clId="{9541C8B4-1A47-44F6-A982-5B5653426906}" dt="2024-10-15T04:27:23.135" v="8" actId="207"/>
        <pc:sldMkLst>
          <pc:docMk/>
          <pc:sldMk cId="2565091885" sldId="317"/>
        </pc:sldMkLst>
        <pc:spChg chg="mod">
          <ac:chgData name="Ms Alina Arshad" userId="cccdfd85-d35d-4453-9c6f-a463aae40722" providerId="ADAL" clId="{9541C8B4-1A47-44F6-A982-5B5653426906}" dt="2024-10-15T04:27:20.669" v="7" actId="207"/>
          <ac:spMkLst>
            <pc:docMk/>
            <pc:sldMk cId="2565091885" sldId="317"/>
            <ac:spMk id="2" creationId="{00000000-0000-0000-0000-000000000000}"/>
          </ac:spMkLst>
        </pc:spChg>
        <pc:spChg chg="mod">
          <ac:chgData name="Ms Alina Arshad" userId="cccdfd85-d35d-4453-9c6f-a463aae40722" providerId="ADAL" clId="{9541C8B4-1A47-44F6-A982-5B5653426906}" dt="2024-10-15T04:27:23.135" v="8" actId="207"/>
          <ac:spMkLst>
            <pc:docMk/>
            <pc:sldMk cId="2565091885" sldId="317"/>
            <ac:spMk id="3" creationId="{00000000-0000-0000-0000-000000000000}"/>
          </ac:spMkLst>
        </pc:spChg>
      </pc:sldChg>
      <pc:sldChg chg="modSp mod">
        <pc:chgData name="Ms Alina Arshad" userId="cccdfd85-d35d-4453-9c6f-a463aae40722" providerId="ADAL" clId="{9541C8B4-1A47-44F6-A982-5B5653426906}" dt="2024-10-15T04:27:28.467" v="10" actId="207"/>
        <pc:sldMkLst>
          <pc:docMk/>
          <pc:sldMk cId="3888176007" sldId="318"/>
        </pc:sldMkLst>
        <pc:spChg chg="mod">
          <ac:chgData name="Ms Alina Arshad" userId="cccdfd85-d35d-4453-9c6f-a463aae40722" providerId="ADAL" clId="{9541C8B4-1A47-44F6-A982-5B5653426906}" dt="2024-10-15T04:27:26.398" v="9" actId="207"/>
          <ac:spMkLst>
            <pc:docMk/>
            <pc:sldMk cId="3888176007" sldId="318"/>
            <ac:spMk id="2" creationId="{00000000-0000-0000-0000-000000000000}"/>
          </ac:spMkLst>
        </pc:spChg>
        <pc:spChg chg="mod">
          <ac:chgData name="Ms Alina Arshad" userId="cccdfd85-d35d-4453-9c6f-a463aae40722" providerId="ADAL" clId="{9541C8B4-1A47-44F6-A982-5B5653426906}" dt="2024-10-15T04:27:28.467" v="10" actId="207"/>
          <ac:spMkLst>
            <pc:docMk/>
            <pc:sldMk cId="3888176007" sldId="318"/>
            <ac:spMk id="3" creationId="{00000000-0000-0000-0000-000000000000}"/>
          </ac:spMkLst>
        </pc:spChg>
      </pc:sldChg>
      <pc:sldChg chg="modSp mod">
        <pc:chgData name="Ms Alina Arshad" userId="cccdfd85-d35d-4453-9c6f-a463aae40722" providerId="ADAL" clId="{9541C8B4-1A47-44F6-A982-5B5653426906}" dt="2024-10-15T04:27:35.077" v="12" actId="207"/>
        <pc:sldMkLst>
          <pc:docMk/>
          <pc:sldMk cId="3310025659" sldId="319"/>
        </pc:sldMkLst>
        <pc:spChg chg="mod">
          <ac:chgData name="Ms Alina Arshad" userId="cccdfd85-d35d-4453-9c6f-a463aae40722" providerId="ADAL" clId="{9541C8B4-1A47-44F6-A982-5B5653426906}" dt="2024-10-15T04:27:33.131" v="11" actId="207"/>
          <ac:spMkLst>
            <pc:docMk/>
            <pc:sldMk cId="3310025659" sldId="319"/>
            <ac:spMk id="2" creationId="{00000000-0000-0000-0000-000000000000}"/>
          </ac:spMkLst>
        </pc:spChg>
        <pc:spChg chg="mod">
          <ac:chgData name="Ms Alina Arshad" userId="cccdfd85-d35d-4453-9c6f-a463aae40722" providerId="ADAL" clId="{9541C8B4-1A47-44F6-A982-5B5653426906}" dt="2024-10-15T04:27:35.077" v="12" actId="207"/>
          <ac:spMkLst>
            <pc:docMk/>
            <pc:sldMk cId="3310025659" sldId="319"/>
            <ac:spMk id="3" creationId="{00000000-0000-0000-0000-000000000000}"/>
          </ac:spMkLst>
        </pc:spChg>
      </pc:sldChg>
    </pc:docChg>
  </pc:docChgLst>
  <pc:docChgLst>
    <pc:chgData name="Ms Alina Arshad" userId="cccdfd85-d35d-4453-9c6f-a463aae40722" providerId="ADAL" clId="{32985948-661D-45EF-9212-3BF9750EF1D6}"/>
    <pc:docChg chg="undo custSel addSld delSld modSld">
      <pc:chgData name="Ms Alina Arshad" userId="cccdfd85-d35d-4453-9c6f-a463aae40722" providerId="ADAL" clId="{32985948-661D-45EF-9212-3BF9750EF1D6}" dt="2024-09-29T11:40:01.801" v="677" actId="20577"/>
      <pc:docMkLst>
        <pc:docMk/>
      </pc:docMkLst>
      <pc:sldChg chg="modSp mod">
        <pc:chgData name="Ms Alina Arshad" userId="cccdfd85-d35d-4453-9c6f-a463aae40722" providerId="ADAL" clId="{32985948-661D-45EF-9212-3BF9750EF1D6}" dt="2024-09-29T04:49:30.477" v="45" actId="1076"/>
        <pc:sldMkLst>
          <pc:docMk/>
          <pc:sldMk cId="3322361034" sldId="256"/>
        </pc:sldMkLst>
        <pc:spChg chg="mod">
          <ac:chgData name="Ms Alina Arshad" userId="cccdfd85-d35d-4453-9c6f-a463aae40722" providerId="ADAL" clId="{32985948-661D-45EF-9212-3BF9750EF1D6}" dt="2024-09-29T04:49:30.477" v="45" actId="1076"/>
          <ac:spMkLst>
            <pc:docMk/>
            <pc:sldMk cId="3322361034" sldId="256"/>
            <ac:spMk id="3" creationId="{44E9F82C-BBA7-3495-1097-BEDB54FFFDF4}"/>
          </ac:spMkLst>
        </pc:spChg>
        <pc:spChg chg="mod">
          <ac:chgData name="Ms Alina Arshad" userId="cccdfd85-d35d-4453-9c6f-a463aae40722" providerId="ADAL" clId="{32985948-661D-45EF-9212-3BF9750EF1D6}" dt="2024-09-29T04:49:26.874" v="44" actId="1076"/>
          <ac:spMkLst>
            <pc:docMk/>
            <pc:sldMk cId="3322361034" sldId="256"/>
            <ac:spMk id="5" creationId="{75DE143E-53E3-798D-07E7-8D85DD770A95}"/>
          </ac:spMkLst>
        </pc:spChg>
      </pc:sldChg>
      <pc:sldChg chg="add del">
        <pc:chgData name="Ms Alina Arshad" userId="cccdfd85-d35d-4453-9c6f-a463aae40722" providerId="ADAL" clId="{32985948-661D-45EF-9212-3BF9750EF1D6}" dt="2024-09-29T04:49:39.110" v="47" actId="47"/>
        <pc:sldMkLst>
          <pc:docMk/>
          <pc:sldMk cId="987785057" sldId="258"/>
        </pc:sldMkLst>
      </pc:sldChg>
      <pc:sldChg chg="modSp add del mod">
        <pc:chgData name="Ms Alina Arshad" userId="cccdfd85-d35d-4453-9c6f-a463aae40722" providerId="ADAL" clId="{32985948-661D-45EF-9212-3BF9750EF1D6}" dt="2024-09-29T04:49:34.214" v="46" actId="47"/>
        <pc:sldMkLst>
          <pc:docMk/>
          <pc:sldMk cId="2348086917" sldId="280"/>
        </pc:sldMkLst>
        <pc:spChg chg="mod">
          <ac:chgData name="Ms Alina Arshad" userId="cccdfd85-d35d-4453-9c6f-a463aae40722" providerId="ADAL" clId="{32985948-661D-45EF-9212-3BF9750EF1D6}" dt="2024-09-29T04:48:48.551" v="10" actId="368"/>
          <ac:spMkLst>
            <pc:docMk/>
            <pc:sldMk cId="2348086917" sldId="280"/>
            <ac:spMk id="5" creationId="{00000000-0000-0000-0000-000000000000}"/>
          </ac:spMkLst>
        </pc:spChg>
      </pc:sldChg>
      <pc:sldChg chg="add del">
        <pc:chgData name="Ms Alina Arshad" userId="cccdfd85-d35d-4453-9c6f-a463aae40722" providerId="ADAL" clId="{32985948-661D-45EF-9212-3BF9750EF1D6}" dt="2024-09-29T04:49:54.369" v="48" actId="47"/>
        <pc:sldMkLst>
          <pc:docMk/>
          <pc:sldMk cId="1032267902" sldId="313"/>
        </pc:sldMkLst>
      </pc:sldChg>
      <pc:sldChg chg="del">
        <pc:chgData name="Ms Alina Arshad" userId="cccdfd85-d35d-4453-9c6f-a463aae40722" providerId="ADAL" clId="{32985948-661D-45EF-9212-3BF9750EF1D6}" dt="2024-09-29T04:47:46.044" v="1" actId="47"/>
        <pc:sldMkLst>
          <pc:docMk/>
          <pc:sldMk cId="3502560203" sldId="465"/>
        </pc:sldMkLst>
      </pc:sldChg>
      <pc:sldChg chg="del">
        <pc:chgData name="Ms Alina Arshad" userId="cccdfd85-d35d-4453-9c6f-a463aae40722" providerId="ADAL" clId="{32985948-661D-45EF-9212-3BF9750EF1D6}" dt="2024-09-29T04:47:46.450" v="2" actId="47"/>
        <pc:sldMkLst>
          <pc:docMk/>
          <pc:sldMk cId="4240682665" sldId="466"/>
        </pc:sldMkLst>
      </pc:sldChg>
      <pc:sldChg chg="del">
        <pc:chgData name="Ms Alina Arshad" userId="cccdfd85-d35d-4453-9c6f-a463aae40722" providerId="ADAL" clId="{32985948-661D-45EF-9212-3BF9750EF1D6}" dt="2024-09-29T04:47:46.804" v="3" actId="47"/>
        <pc:sldMkLst>
          <pc:docMk/>
          <pc:sldMk cId="1253061490" sldId="467"/>
        </pc:sldMkLst>
      </pc:sldChg>
      <pc:sldChg chg="del">
        <pc:chgData name="Ms Alina Arshad" userId="cccdfd85-d35d-4453-9c6f-a463aae40722" providerId="ADAL" clId="{32985948-661D-45EF-9212-3BF9750EF1D6}" dt="2024-09-29T04:47:47.168" v="4" actId="47"/>
        <pc:sldMkLst>
          <pc:docMk/>
          <pc:sldMk cId="1729599593" sldId="468"/>
        </pc:sldMkLst>
      </pc:sldChg>
      <pc:sldChg chg="del">
        <pc:chgData name="Ms Alina Arshad" userId="cccdfd85-d35d-4453-9c6f-a463aae40722" providerId="ADAL" clId="{32985948-661D-45EF-9212-3BF9750EF1D6}" dt="2024-09-29T04:47:47.478" v="5" actId="47"/>
        <pc:sldMkLst>
          <pc:docMk/>
          <pc:sldMk cId="174372872" sldId="469"/>
        </pc:sldMkLst>
      </pc:sldChg>
      <pc:sldChg chg="del">
        <pc:chgData name="Ms Alina Arshad" userId="cccdfd85-d35d-4453-9c6f-a463aae40722" providerId="ADAL" clId="{32985948-661D-45EF-9212-3BF9750EF1D6}" dt="2024-09-29T04:47:48.252" v="7" actId="47"/>
        <pc:sldMkLst>
          <pc:docMk/>
          <pc:sldMk cId="1593451177" sldId="472"/>
        </pc:sldMkLst>
      </pc:sldChg>
      <pc:sldChg chg="del">
        <pc:chgData name="Ms Alina Arshad" userId="cccdfd85-d35d-4453-9c6f-a463aae40722" providerId="ADAL" clId="{32985948-661D-45EF-9212-3BF9750EF1D6}" dt="2024-09-29T04:47:45.581" v="0" actId="47"/>
        <pc:sldMkLst>
          <pc:docMk/>
          <pc:sldMk cId="3011208458" sldId="473"/>
        </pc:sldMkLst>
      </pc:sldChg>
      <pc:sldChg chg="del">
        <pc:chgData name="Ms Alina Arshad" userId="cccdfd85-d35d-4453-9c6f-a463aae40722" providerId="ADAL" clId="{32985948-661D-45EF-9212-3BF9750EF1D6}" dt="2024-09-29T04:47:47.777" v="6" actId="47"/>
        <pc:sldMkLst>
          <pc:docMk/>
          <pc:sldMk cId="457050581" sldId="475"/>
        </pc:sldMkLst>
      </pc:sldChg>
      <pc:sldChg chg="delSp modSp add mod delAnim">
        <pc:chgData name="Ms Alina Arshad" userId="cccdfd85-d35d-4453-9c6f-a463aae40722" providerId="ADAL" clId="{32985948-661D-45EF-9212-3BF9750EF1D6}" dt="2024-09-29T11:40:01.801" v="677" actId="20577"/>
        <pc:sldMkLst>
          <pc:docMk/>
          <pc:sldMk cId="1317028974" sldId="475"/>
        </pc:sldMkLst>
        <pc:spChg chg="mod">
          <ac:chgData name="Ms Alina Arshad" userId="cccdfd85-d35d-4453-9c6f-a463aae40722" providerId="ADAL" clId="{32985948-661D-45EF-9212-3BF9750EF1D6}" dt="2024-09-29T11:40:01.801" v="677" actId="20577"/>
          <ac:spMkLst>
            <pc:docMk/>
            <pc:sldMk cId="1317028974" sldId="475"/>
            <ac:spMk id="2" creationId="{00000000-0000-0000-0000-000000000000}"/>
          </ac:spMkLst>
        </pc:spChg>
        <pc:spChg chg="mod">
          <ac:chgData name="Ms Alina Arshad" userId="cccdfd85-d35d-4453-9c6f-a463aae40722" providerId="ADAL" clId="{32985948-661D-45EF-9212-3BF9750EF1D6}" dt="2024-09-29T07:59:38.105" v="330" actId="20577"/>
          <ac:spMkLst>
            <pc:docMk/>
            <pc:sldMk cId="1317028974" sldId="475"/>
            <ac:spMk id="3" creationId="{00000000-0000-0000-0000-000000000000}"/>
          </ac:spMkLst>
        </pc:spChg>
        <pc:spChg chg="del">
          <ac:chgData name="Ms Alina Arshad" userId="cccdfd85-d35d-4453-9c6f-a463aae40722" providerId="ADAL" clId="{32985948-661D-45EF-9212-3BF9750EF1D6}" dt="2024-09-29T04:50:29.988" v="51" actId="478"/>
          <ac:spMkLst>
            <pc:docMk/>
            <pc:sldMk cId="1317028974" sldId="475"/>
            <ac:spMk id="4" creationId="{00000000-0000-0000-0000-000000000000}"/>
          </ac:spMkLst>
        </pc:spChg>
        <pc:spChg chg="del">
          <ac:chgData name="Ms Alina Arshad" userId="cccdfd85-d35d-4453-9c6f-a463aae40722" providerId="ADAL" clId="{32985948-661D-45EF-9212-3BF9750EF1D6}" dt="2024-09-29T07:57:49.173" v="252" actId="478"/>
          <ac:spMkLst>
            <pc:docMk/>
            <pc:sldMk cId="1317028974" sldId="475"/>
            <ac:spMk id="5" creationId="{00000000-0000-0000-0000-000000000000}"/>
          </ac:spMkLst>
        </pc:spChg>
        <pc:picChg chg="del mod">
          <ac:chgData name="Ms Alina Arshad" userId="cccdfd85-d35d-4453-9c6f-a463aae40722" providerId="ADAL" clId="{32985948-661D-45EF-9212-3BF9750EF1D6}" dt="2024-09-29T07:57:47.155" v="251" actId="478"/>
          <ac:picMkLst>
            <pc:docMk/>
            <pc:sldMk cId="1317028974" sldId="475"/>
            <ac:picMk id="6" creationId="{00000000-0000-0000-0000-000000000000}"/>
          </ac:picMkLst>
        </pc:picChg>
      </pc:sldChg>
      <pc:sldChg chg="addSp delSp modSp add mod delAnim">
        <pc:chgData name="Ms Alina Arshad" userId="cccdfd85-d35d-4453-9c6f-a463aae40722" providerId="ADAL" clId="{32985948-661D-45EF-9212-3BF9750EF1D6}" dt="2024-09-29T08:06:47.981" v="374" actId="1076"/>
        <pc:sldMkLst>
          <pc:docMk/>
          <pc:sldMk cId="1999589581" sldId="476"/>
        </pc:sldMkLst>
        <pc:spChg chg="mod">
          <ac:chgData name="Ms Alina Arshad" userId="cccdfd85-d35d-4453-9c6f-a463aae40722" providerId="ADAL" clId="{32985948-661D-45EF-9212-3BF9750EF1D6}" dt="2024-09-29T08:01:18.508" v="331" actId="207"/>
          <ac:spMkLst>
            <pc:docMk/>
            <pc:sldMk cId="1999589581" sldId="476"/>
            <ac:spMk id="2" creationId="{00000000-0000-0000-0000-000000000000}"/>
          </ac:spMkLst>
        </pc:spChg>
        <pc:spChg chg="mod">
          <ac:chgData name="Ms Alina Arshad" userId="cccdfd85-d35d-4453-9c6f-a463aae40722" providerId="ADAL" clId="{32985948-661D-45EF-9212-3BF9750EF1D6}" dt="2024-09-29T08:06:37.805" v="373" actId="403"/>
          <ac:spMkLst>
            <pc:docMk/>
            <pc:sldMk cId="1999589581" sldId="476"/>
            <ac:spMk id="3" creationId="{00000000-0000-0000-0000-000000000000}"/>
          </ac:spMkLst>
        </pc:spChg>
        <pc:spChg chg="del">
          <ac:chgData name="Ms Alina Arshad" userId="cccdfd85-d35d-4453-9c6f-a463aae40722" providerId="ADAL" clId="{32985948-661D-45EF-9212-3BF9750EF1D6}" dt="2024-09-29T04:51:22.726" v="67" actId="478"/>
          <ac:spMkLst>
            <pc:docMk/>
            <pc:sldMk cId="1999589581" sldId="476"/>
            <ac:spMk id="4" creationId="{00000000-0000-0000-0000-000000000000}"/>
          </ac:spMkLst>
        </pc:spChg>
        <pc:spChg chg="del">
          <ac:chgData name="Ms Alina Arshad" userId="cccdfd85-d35d-4453-9c6f-a463aae40722" providerId="ADAL" clId="{32985948-661D-45EF-9212-3BF9750EF1D6}" dt="2024-09-29T04:51:24.730" v="68" actId="478"/>
          <ac:spMkLst>
            <pc:docMk/>
            <pc:sldMk cId="1999589581" sldId="476"/>
            <ac:spMk id="5" creationId="{00000000-0000-0000-0000-000000000000}"/>
          </ac:spMkLst>
        </pc:spChg>
        <pc:spChg chg="add mod">
          <ac:chgData name="Ms Alina Arshad" userId="cccdfd85-d35d-4453-9c6f-a463aae40722" providerId="ADAL" clId="{32985948-661D-45EF-9212-3BF9750EF1D6}" dt="2024-09-29T08:06:29.680" v="370" actId="207"/>
          <ac:spMkLst>
            <pc:docMk/>
            <pc:sldMk cId="1999589581" sldId="476"/>
            <ac:spMk id="5" creationId="{F0FC1B4B-EFA7-313C-F90C-846A894B9230}"/>
          </ac:spMkLst>
        </pc:spChg>
        <pc:picChg chg="mod">
          <ac:chgData name="Ms Alina Arshad" userId="cccdfd85-d35d-4453-9c6f-a463aae40722" providerId="ADAL" clId="{32985948-661D-45EF-9212-3BF9750EF1D6}" dt="2024-09-29T08:06:47.981" v="374" actId="1076"/>
          <ac:picMkLst>
            <pc:docMk/>
            <pc:sldMk cId="1999589581" sldId="476"/>
            <ac:picMk id="6" creationId="{00000000-0000-0000-0000-000000000000}"/>
          </ac:picMkLst>
        </pc:picChg>
        <pc:picChg chg="del mod">
          <ac:chgData name="Ms Alina Arshad" userId="cccdfd85-d35d-4453-9c6f-a463aae40722" providerId="ADAL" clId="{32985948-661D-45EF-9212-3BF9750EF1D6}" dt="2024-09-29T08:04:51.266" v="333" actId="478"/>
          <ac:picMkLst>
            <pc:docMk/>
            <pc:sldMk cId="1999589581" sldId="476"/>
            <ac:picMk id="8" creationId="{00000000-0000-0000-0000-000000000000}"/>
          </ac:picMkLst>
        </pc:picChg>
      </pc:sldChg>
      <pc:sldChg chg="addSp delSp modSp add mod modNotesTx">
        <pc:chgData name="Ms Alina Arshad" userId="cccdfd85-d35d-4453-9c6f-a463aae40722" providerId="ADAL" clId="{32985948-661D-45EF-9212-3BF9750EF1D6}" dt="2024-09-29T09:05:12.947" v="502" actId="1036"/>
        <pc:sldMkLst>
          <pc:docMk/>
          <pc:sldMk cId="4056107159" sldId="477"/>
        </pc:sldMkLst>
        <pc:spChg chg="mod">
          <ac:chgData name="Ms Alina Arshad" userId="cccdfd85-d35d-4453-9c6f-a463aae40722" providerId="ADAL" clId="{32985948-661D-45EF-9212-3BF9750EF1D6}" dt="2024-09-29T04:51:55.633" v="75" actId="113"/>
          <ac:spMkLst>
            <pc:docMk/>
            <pc:sldMk cId="4056107159" sldId="477"/>
            <ac:spMk id="2" creationId="{00000000-0000-0000-0000-000000000000}"/>
          </ac:spMkLst>
        </pc:spChg>
        <pc:spChg chg="del">
          <ac:chgData name="Ms Alina Arshad" userId="cccdfd85-d35d-4453-9c6f-a463aae40722" providerId="ADAL" clId="{32985948-661D-45EF-9212-3BF9750EF1D6}" dt="2024-09-29T04:53:00.586" v="90" actId="478"/>
          <ac:spMkLst>
            <pc:docMk/>
            <pc:sldMk cId="4056107159" sldId="477"/>
            <ac:spMk id="4" creationId="{00000000-0000-0000-0000-000000000000}"/>
          </ac:spMkLst>
        </pc:spChg>
        <pc:spChg chg="del">
          <ac:chgData name="Ms Alina Arshad" userId="cccdfd85-d35d-4453-9c6f-a463aae40722" providerId="ADAL" clId="{32985948-661D-45EF-9212-3BF9750EF1D6}" dt="2024-09-29T04:52:53.893" v="89" actId="478"/>
          <ac:spMkLst>
            <pc:docMk/>
            <pc:sldMk cId="4056107159" sldId="477"/>
            <ac:spMk id="5" creationId="{00000000-0000-0000-0000-000000000000}"/>
          </ac:spMkLst>
        </pc:spChg>
        <pc:spChg chg="add mod">
          <ac:chgData name="Ms Alina Arshad" userId="cccdfd85-d35d-4453-9c6f-a463aae40722" providerId="ADAL" clId="{32985948-661D-45EF-9212-3BF9750EF1D6}" dt="2024-09-29T09:05:12.947" v="502" actId="1036"/>
          <ac:spMkLst>
            <pc:docMk/>
            <pc:sldMk cId="4056107159" sldId="477"/>
            <ac:spMk id="5" creationId="{23586CC7-BCFB-60C9-94BB-FF3EBB06A1D4}"/>
          </ac:spMkLst>
        </pc:spChg>
        <pc:picChg chg="del mod">
          <ac:chgData name="Ms Alina Arshad" userId="cccdfd85-d35d-4453-9c6f-a463aae40722" providerId="ADAL" clId="{32985948-661D-45EF-9212-3BF9750EF1D6}" dt="2024-09-29T04:53:21.891" v="92" actId="478"/>
          <ac:picMkLst>
            <pc:docMk/>
            <pc:sldMk cId="4056107159" sldId="477"/>
            <ac:picMk id="6" creationId="{00000000-0000-0000-0000-000000000000}"/>
          </ac:picMkLst>
        </pc:picChg>
        <pc:picChg chg="del mod">
          <ac:chgData name="Ms Alina Arshad" userId="cccdfd85-d35d-4453-9c6f-a463aae40722" providerId="ADAL" clId="{32985948-661D-45EF-9212-3BF9750EF1D6}" dt="2024-09-29T08:07:12.619" v="375" actId="478"/>
          <ac:picMkLst>
            <pc:docMk/>
            <pc:sldMk cId="4056107159" sldId="477"/>
            <ac:picMk id="7" creationId="{00000000-0000-0000-0000-000000000000}"/>
          </ac:picMkLst>
        </pc:picChg>
        <pc:picChg chg="del mod">
          <ac:chgData name="Ms Alina Arshad" userId="cccdfd85-d35d-4453-9c6f-a463aae40722" providerId="ADAL" clId="{32985948-661D-45EF-9212-3BF9750EF1D6}" dt="2024-09-29T04:53:23.715" v="93" actId="478"/>
          <ac:picMkLst>
            <pc:docMk/>
            <pc:sldMk cId="4056107159" sldId="477"/>
            <ac:picMk id="8" creationId="{00000000-0000-0000-0000-000000000000}"/>
          </ac:picMkLst>
        </pc:picChg>
      </pc:sldChg>
      <pc:sldChg chg="addSp delSp modSp add mod delAnim">
        <pc:chgData name="Ms Alina Arshad" userId="cccdfd85-d35d-4453-9c6f-a463aae40722" providerId="ADAL" clId="{32985948-661D-45EF-9212-3BF9750EF1D6}" dt="2024-09-29T08:15:06.065" v="479" actId="20577"/>
        <pc:sldMkLst>
          <pc:docMk/>
          <pc:sldMk cId="3142530740" sldId="478"/>
        </pc:sldMkLst>
        <pc:spChg chg="mod">
          <ac:chgData name="Ms Alina Arshad" userId="cccdfd85-d35d-4453-9c6f-a463aae40722" providerId="ADAL" clId="{32985948-661D-45EF-9212-3BF9750EF1D6}" dt="2024-09-29T04:54:29.523" v="102" actId="113"/>
          <ac:spMkLst>
            <pc:docMk/>
            <pc:sldMk cId="3142530740" sldId="478"/>
            <ac:spMk id="2" creationId="{00000000-0000-0000-0000-000000000000}"/>
          </ac:spMkLst>
        </pc:spChg>
        <pc:spChg chg="mod">
          <ac:chgData name="Ms Alina Arshad" userId="cccdfd85-d35d-4453-9c6f-a463aae40722" providerId="ADAL" clId="{32985948-661D-45EF-9212-3BF9750EF1D6}" dt="2024-09-29T08:13:59.233" v="464"/>
          <ac:spMkLst>
            <pc:docMk/>
            <pc:sldMk cId="3142530740" sldId="478"/>
            <ac:spMk id="3" creationId="{00000000-0000-0000-0000-000000000000}"/>
          </ac:spMkLst>
        </pc:spChg>
        <pc:spChg chg="del">
          <ac:chgData name="Ms Alina Arshad" userId="cccdfd85-d35d-4453-9c6f-a463aae40722" providerId="ADAL" clId="{32985948-661D-45EF-9212-3BF9750EF1D6}" dt="2024-09-29T04:55:16.885" v="119" actId="478"/>
          <ac:spMkLst>
            <pc:docMk/>
            <pc:sldMk cId="3142530740" sldId="478"/>
            <ac:spMk id="4" creationId="{00000000-0000-0000-0000-000000000000}"/>
          </ac:spMkLst>
        </pc:spChg>
        <pc:spChg chg="del">
          <ac:chgData name="Ms Alina Arshad" userId="cccdfd85-d35d-4453-9c6f-a463aae40722" providerId="ADAL" clId="{32985948-661D-45EF-9212-3BF9750EF1D6}" dt="2024-09-29T04:55:18.892" v="120" actId="478"/>
          <ac:spMkLst>
            <pc:docMk/>
            <pc:sldMk cId="3142530740" sldId="478"/>
            <ac:spMk id="5" creationId="{00000000-0000-0000-0000-000000000000}"/>
          </ac:spMkLst>
        </pc:spChg>
        <pc:spChg chg="add mod">
          <ac:chgData name="Ms Alina Arshad" userId="cccdfd85-d35d-4453-9c6f-a463aae40722" providerId="ADAL" clId="{32985948-661D-45EF-9212-3BF9750EF1D6}" dt="2024-09-29T08:15:06.065" v="479" actId="20577"/>
          <ac:spMkLst>
            <pc:docMk/>
            <pc:sldMk cId="3142530740" sldId="478"/>
            <ac:spMk id="5" creationId="{BB6A54B0-BC62-4B83-BA65-03696D78FBA8}"/>
          </ac:spMkLst>
        </pc:spChg>
        <pc:spChg chg="add mod">
          <ac:chgData name="Ms Alina Arshad" userId="cccdfd85-d35d-4453-9c6f-a463aae40722" providerId="ADAL" clId="{32985948-661D-45EF-9212-3BF9750EF1D6}" dt="2024-09-29T08:14:36.689" v="473" actId="1076"/>
          <ac:spMkLst>
            <pc:docMk/>
            <pc:sldMk cId="3142530740" sldId="478"/>
            <ac:spMk id="8" creationId="{EECA2D44-D37B-E53E-E9E8-1E944B4ED565}"/>
          </ac:spMkLst>
        </pc:spChg>
        <pc:picChg chg="del mod modCrop">
          <ac:chgData name="Ms Alina Arshad" userId="cccdfd85-d35d-4453-9c6f-a463aae40722" providerId="ADAL" clId="{32985948-661D-45EF-9212-3BF9750EF1D6}" dt="2024-09-29T08:12:25.409" v="441" actId="478"/>
          <ac:picMkLst>
            <pc:docMk/>
            <pc:sldMk cId="3142530740" sldId="478"/>
            <ac:picMk id="6" creationId="{00000000-0000-0000-0000-000000000000}"/>
          </ac:picMkLst>
        </pc:picChg>
      </pc:sldChg>
      <pc:sldChg chg="delSp modSp add mod">
        <pc:chgData name="Ms Alina Arshad" userId="cccdfd85-d35d-4453-9c6f-a463aae40722" providerId="ADAL" clId="{32985948-661D-45EF-9212-3BF9750EF1D6}" dt="2024-09-29T04:55:55.321" v="132" actId="207"/>
        <pc:sldMkLst>
          <pc:docMk/>
          <pc:sldMk cId="3718238795" sldId="479"/>
        </pc:sldMkLst>
        <pc:spChg chg="mod">
          <ac:chgData name="Ms Alina Arshad" userId="cccdfd85-d35d-4453-9c6f-a463aae40722" providerId="ADAL" clId="{32985948-661D-45EF-9212-3BF9750EF1D6}" dt="2024-09-29T04:55:46.840" v="129" actId="113"/>
          <ac:spMkLst>
            <pc:docMk/>
            <pc:sldMk cId="3718238795" sldId="479"/>
            <ac:spMk id="2" creationId="{00000000-0000-0000-0000-000000000000}"/>
          </ac:spMkLst>
        </pc:spChg>
        <pc:spChg chg="mod">
          <ac:chgData name="Ms Alina Arshad" userId="cccdfd85-d35d-4453-9c6f-a463aae40722" providerId="ADAL" clId="{32985948-661D-45EF-9212-3BF9750EF1D6}" dt="2024-09-29T04:55:55.321" v="132" actId="207"/>
          <ac:spMkLst>
            <pc:docMk/>
            <pc:sldMk cId="3718238795" sldId="479"/>
            <ac:spMk id="3" creationId="{00000000-0000-0000-0000-000000000000}"/>
          </ac:spMkLst>
        </pc:spChg>
        <pc:spChg chg="del">
          <ac:chgData name="Ms Alina Arshad" userId="cccdfd85-d35d-4453-9c6f-a463aae40722" providerId="ADAL" clId="{32985948-661D-45EF-9212-3BF9750EF1D6}" dt="2024-09-29T04:55:49.250" v="130" actId="478"/>
          <ac:spMkLst>
            <pc:docMk/>
            <pc:sldMk cId="3718238795" sldId="479"/>
            <ac:spMk id="4" creationId="{00000000-0000-0000-0000-000000000000}"/>
          </ac:spMkLst>
        </pc:spChg>
        <pc:spChg chg="del">
          <ac:chgData name="Ms Alina Arshad" userId="cccdfd85-d35d-4453-9c6f-a463aae40722" providerId="ADAL" clId="{32985948-661D-45EF-9212-3BF9750EF1D6}" dt="2024-09-29T04:55:51.210" v="131" actId="478"/>
          <ac:spMkLst>
            <pc:docMk/>
            <pc:sldMk cId="3718238795" sldId="479"/>
            <ac:spMk id="5" creationId="{00000000-0000-0000-0000-000000000000}"/>
          </ac:spMkLst>
        </pc:spChg>
      </pc:sldChg>
      <pc:sldChg chg="delSp modSp add mod">
        <pc:chgData name="Ms Alina Arshad" userId="cccdfd85-d35d-4453-9c6f-a463aae40722" providerId="ADAL" clId="{32985948-661D-45EF-9212-3BF9750EF1D6}" dt="2024-09-29T05:01:04.287" v="233" actId="207"/>
        <pc:sldMkLst>
          <pc:docMk/>
          <pc:sldMk cId="3737652639" sldId="482"/>
        </pc:sldMkLst>
        <pc:spChg chg="del">
          <ac:chgData name="Ms Alina Arshad" userId="cccdfd85-d35d-4453-9c6f-a463aae40722" providerId="ADAL" clId="{32985948-661D-45EF-9212-3BF9750EF1D6}" dt="2024-09-29T05:01:00.790" v="232" actId="478"/>
          <ac:spMkLst>
            <pc:docMk/>
            <pc:sldMk cId="3737652639" sldId="482"/>
            <ac:spMk id="2" creationId="{00000000-0000-0000-0000-000000000000}"/>
          </ac:spMkLst>
        </pc:spChg>
        <pc:spChg chg="mod">
          <ac:chgData name="Ms Alina Arshad" userId="cccdfd85-d35d-4453-9c6f-a463aae40722" providerId="ADAL" clId="{32985948-661D-45EF-9212-3BF9750EF1D6}" dt="2024-09-29T05:01:04.287" v="233" actId="207"/>
          <ac:spMkLst>
            <pc:docMk/>
            <pc:sldMk cId="3737652639" sldId="482"/>
            <ac:spMk id="3" creationId="{00000000-0000-0000-0000-000000000000}"/>
          </ac:spMkLst>
        </pc:spChg>
        <pc:spChg chg="del">
          <ac:chgData name="Ms Alina Arshad" userId="cccdfd85-d35d-4453-9c6f-a463aae40722" providerId="ADAL" clId="{32985948-661D-45EF-9212-3BF9750EF1D6}" dt="2024-09-29T04:58:00.263" v="173" actId="478"/>
          <ac:spMkLst>
            <pc:docMk/>
            <pc:sldMk cId="3737652639" sldId="482"/>
            <ac:spMk id="4" creationId="{00000000-0000-0000-0000-000000000000}"/>
          </ac:spMkLst>
        </pc:spChg>
        <pc:spChg chg="del">
          <ac:chgData name="Ms Alina Arshad" userId="cccdfd85-d35d-4453-9c6f-a463aae40722" providerId="ADAL" clId="{32985948-661D-45EF-9212-3BF9750EF1D6}" dt="2024-09-29T04:58:02.125" v="174" actId="478"/>
          <ac:spMkLst>
            <pc:docMk/>
            <pc:sldMk cId="3737652639" sldId="482"/>
            <ac:spMk id="5" creationId="{00000000-0000-0000-0000-000000000000}"/>
          </ac:spMkLst>
        </pc:spChg>
      </pc:sldChg>
      <pc:sldChg chg="delSp modSp add mod">
        <pc:chgData name="Ms Alina Arshad" userId="cccdfd85-d35d-4453-9c6f-a463aae40722" providerId="ADAL" clId="{32985948-661D-45EF-9212-3BF9750EF1D6}" dt="2024-09-29T04:58:18.837" v="179" actId="1076"/>
        <pc:sldMkLst>
          <pc:docMk/>
          <pc:sldMk cId="2818035381" sldId="483"/>
        </pc:sldMkLst>
        <pc:spChg chg="mod">
          <ac:chgData name="Ms Alina Arshad" userId="cccdfd85-d35d-4453-9c6f-a463aae40722" providerId="ADAL" clId="{32985948-661D-45EF-9212-3BF9750EF1D6}" dt="2024-09-29T04:58:08.310" v="175" actId="207"/>
          <ac:spMkLst>
            <pc:docMk/>
            <pc:sldMk cId="2818035381" sldId="483"/>
            <ac:spMk id="2" creationId="{00000000-0000-0000-0000-000000000000}"/>
          </ac:spMkLst>
        </pc:spChg>
        <pc:spChg chg="del">
          <ac:chgData name="Ms Alina Arshad" userId="cccdfd85-d35d-4453-9c6f-a463aae40722" providerId="ADAL" clId="{32985948-661D-45EF-9212-3BF9750EF1D6}" dt="2024-09-29T04:58:11.149" v="176" actId="478"/>
          <ac:spMkLst>
            <pc:docMk/>
            <pc:sldMk cId="2818035381" sldId="483"/>
            <ac:spMk id="4" creationId="{00000000-0000-0000-0000-000000000000}"/>
          </ac:spMkLst>
        </pc:spChg>
        <pc:spChg chg="del">
          <ac:chgData name="Ms Alina Arshad" userId="cccdfd85-d35d-4453-9c6f-a463aae40722" providerId="ADAL" clId="{32985948-661D-45EF-9212-3BF9750EF1D6}" dt="2024-09-29T04:58:12.842" v="177" actId="478"/>
          <ac:spMkLst>
            <pc:docMk/>
            <pc:sldMk cId="2818035381" sldId="483"/>
            <ac:spMk id="5" creationId="{00000000-0000-0000-0000-000000000000}"/>
          </ac:spMkLst>
        </pc:spChg>
        <pc:picChg chg="mod">
          <ac:chgData name="Ms Alina Arshad" userId="cccdfd85-d35d-4453-9c6f-a463aae40722" providerId="ADAL" clId="{32985948-661D-45EF-9212-3BF9750EF1D6}" dt="2024-09-29T04:58:18.837" v="179" actId="1076"/>
          <ac:picMkLst>
            <pc:docMk/>
            <pc:sldMk cId="2818035381" sldId="483"/>
            <ac:picMk id="6" creationId="{00000000-0000-0000-0000-000000000000}"/>
          </ac:picMkLst>
        </pc:picChg>
      </pc:sldChg>
      <pc:sldChg chg="delSp modSp add mod">
        <pc:chgData name="Ms Alina Arshad" userId="cccdfd85-d35d-4453-9c6f-a463aae40722" providerId="ADAL" clId="{32985948-661D-45EF-9212-3BF9750EF1D6}" dt="2024-09-29T04:56:39.564" v="145" actId="478"/>
        <pc:sldMkLst>
          <pc:docMk/>
          <pc:sldMk cId="267361801" sldId="484"/>
        </pc:sldMkLst>
        <pc:spChg chg="mod">
          <ac:chgData name="Ms Alina Arshad" userId="cccdfd85-d35d-4453-9c6f-a463aae40722" providerId="ADAL" clId="{32985948-661D-45EF-9212-3BF9750EF1D6}" dt="2024-09-29T04:56:03.073" v="134" actId="113"/>
          <ac:spMkLst>
            <pc:docMk/>
            <pc:sldMk cId="267361801" sldId="484"/>
            <ac:spMk id="2" creationId="{00000000-0000-0000-0000-000000000000}"/>
          </ac:spMkLst>
        </pc:spChg>
        <pc:spChg chg="mod">
          <ac:chgData name="Ms Alina Arshad" userId="cccdfd85-d35d-4453-9c6f-a463aae40722" providerId="ADAL" clId="{32985948-661D-45EF-9212-3BF9750EF1D6}" dt="2024-09-29T04:56:33.338" v="141" actId="207"/>
          <ac:spMkLst>
            <pc:docMk/>
            <pc:sldMk cId="267361801" sldId="484"/>
            <ac:spMk id="3" creationId="{00000000-0000-0000-0000-000000000000}"/>
          </ac:spMkLst>
        </pc:spChg>
        <pc:spChg chg="del mod">
          <ac:chgData name="Ms Alina Arshad" userId="cccdfd85-d35d-4453-9c6f-a463aae40722" providerId="ADAL" clId="{32985948-661D-45EF-9212-3BF9750EF1D6}" dt="2024-09-29T04:56:37.688" v="144" actId="478"/>
          <ac:spMkLst>
            <pc:docMk/>
            <pc:sldMk cId="267361801" sldId="484"/>
            <ac:spMk id="4" creationId="{00000000-0000-0000-0000-000000000000}"/>
          </ac:spMkLst>
        </pc:spChg>
        <pc:spChg chg="del">
          <ac:chgData name="Ms Alina Arshad" userId="cccdfd85-d35d-4453-9c6f-a463aae40722" providerId="ADAL" clId="{32985948-661D-45EF-9212-3BF9750EF1D6}" dt="2024-09-29T04:56:39.564" v="145" actId="478"/>
          <ac:spMkLst>
            <pc:docMk/>
            <pc:sldMk cId="267361801" sldId="484"/>
            <ac:spMk id="5" creationId="{00000000-0000-0000-0000-000000000000}"/>
          </ac:spMkLst>
        </pc:spChg>
      </pc:sldChg>
      <pc:sldChg chg="addSp delSp modSp add mod">
        <pc:chgData name="Ms Alina Arshad" userId="cccdfd85-d35d-4453-9c6f-a463aae40722" providerId="ADAL" clId="{32985948-661D-45EF-9212-3BF9750EF1D6}" dt="2024-09-29T09:22:13.220" v="673" actId="14100"/>
        <pc:sldMkLst>
          <pc:docMk/>
          <pc:sldMk cId="2146923405" sldId="485"/>
        </pc:sldMkLst>
        <pc:spChg chg="mod">
          <ac:chgData name="Ms Alina Arshad" userId="cccdfd85-d35d-4453-9c6f-a463aae40722" providerId="ADAL" clId="{32985948-661D-45EF-9212-3BF9750EF1D6}" dt="2024-09-29T09:22:13.220" v="673" actId="14100"/>
          <ac:spMkLst>
            <pc:docMk/>
            <pc:sldMk cId="2146923405" sldId="485"/>
            <ac:spMk id="2" creationId="{00000000-0000-0000-0000-000000000000}"/>
          </ac:spMkLst>
        </pc:spChg>
        <pc:spChg chg="del">
          <ac:chgData name="Ms Alina Arshad" userId="cccdfd85-d35d-4453-9c6f-a463aae40722" providerId="ADAL" clId="{32985948-661D-45EF-9212-3BF9750EF1D6}" dt="2024-09-29T04:55:25.845" v="121" actId="478"/>
          <ac:spMkLst>
            <pc:docMk/>
            <pc:sldMk cId="2146923405" sldId="485"/>
            <ac:spMk id="4" creationId="{00000000-0000-0000-0000-000000000000}"/>
          </ac:spMkLst>
        </pc:spChg>
        <pc:spChg chg="add mod">
          <ac:chgData name="Ms Alina Arshad" userId="cccdfd85-d35d-4453-9c6f-a463aae40722" providerId="ADAL" clId="{32985948-661D-45EF-9212-3BF9750EF1D6}" dt="2024-09-29T09:18:29.911" v="606" actId="20577"/>
          <ac:spMkLst>
            <pc:docMk/>
            <pc:sldMk cId="2146923405" sldId="485"/>
            <ac:spMk id="4" creationId="{32DBD649-80B3-AACA-CD0B-976727483B58}"/>
          </ac:spMkLst>
        </pc:spChg>
        <pc:spChg chg="del mod">
          <ac:chgData name="Ms Alina Arshad" userId="cccdfd85-d35d-4453-9c6f-a463aae40722" providerId="ADAL" clId="{32985948-661D-45EF-9212-3BF9750EF1D6}" dt="2024-09-29T04:55:32.064" v="126" actId="478"/>
          <ac:spMkLst>
            <pc:docMk/>
            <pc:sldMk cId="2146923405" sldId="485"/>
            <ac:spMk id="5" creationId="{00000000-0000-0000-0000-000000000000}"/>
          </ac:spMkLst>
        </pc:spChg>
        <pc:picChg chg="mod">
          <ac:chgData name="Ms Alina Arshad" userId="cccdfd85-d35d-4453-9c6f-a463aae40722" providerId="ADAL" clId="{32985948-661D-45EF-9212-3BF9750EF1D6}" dt="2024-09-29T09:21:09.379" v="672" actId="1036"/>
          <ac:picMkLst>
            <pc:docMk/>
            <pc:sldMk cId="2146923405" sldId="485"/>
            <ac:picMk id="6" creationId="{00000000-0000-0000-0000-000000000000}"/>
          </ac:picMkLst>
        </pc:picChg>
      </pc:sldChg>
      <pc:sldChg chg="delSp modSp add mod">
        <pc:chgData name="Ms Alina Arshad" userId="cccdfd85-d35d-4453-9c6f-a463aae40722" providerId="ADAL" clId="{32985948-661D-45EF-9212-3BF9750EF1D6}" dt="2024-09-29T11:32:32.367" v="675" actId="20577"/>
        <pc:sldMkLst>
          <pc:docMk/>
          <pc:sldMk cId="3895319384" sldId="486"/>
        </pc:sldMkLst>
        <pc:spChg chg="mod">
          <ac:chgData name="Ms Alina Arshad" userId="cccdfd85-d35d-4453-9c6f-a463aae40722" providerId="ADAL" clId="{32985948-661D-45EF-9212-3BF9750EF1D6}" dt="2024-09-29T04:57:26.429" v="166" actId="1076"/>
          <ac:spMkLst>
            <pc:docMk/>
            <pc:sldMk cId="3895319384" sldId="486"/>
            <ac:spMk id="2" creationId="{00000000-0000-0000-0000-000000000000}"/>
          </ac:spMkLst>
        </pc:spChg>
        <pc:spChg chg="mod">
          <ac:chgData name="Ms Alina Arshad" userId="cccdfd85-d35d-4453-9c6f-a463aae40722" providerId="ADAL" clId="{32985948-661D-45EF-9212-3BF9750EF1D6}" dt="2024-09-29T11:32:32.367" v="675" actId="20577"/>
          <ac:spMkLst>
            <pc:docMk/>
            <pc:sldMk cId="3895319384" sldId="486"/>
            <ac:spMk id="3" creationId="{00000000-0000-0000-0000-000000000000}"/>
          </ac:spMkLst>
        </pc:spChg>
        <pc:spChg chg="del">
          <ac:chgData name="Ms Alina Arshad" userId="cccdfd85-d35d-4453-9c6f-a463aae40722" providerId="ADAL" clId="{32985948-661D-45EF-9212-3BF9750EF1D6}" dt="2024-09-29T04:57:10.756" v="161" actId="478"/>
          <ac:spMkLst>
            <pc:docMk/>
            <pc:sldMk cId="3895319384" sldId="486"/>
            <ac:spMk id="4" creationId="{00000000-0000-0000-0000-000000000000}"/>
          </ac:spMkLst>
        </pc:spChg>
        <pc:spChg chg="del">
          <ac:chgData name="Ms Alina Arshad" userId="cccdfd85-d35d-4453-9c6f-a463aae40722" providerId="ADAL" clId="{32985948-661D-45EF-9212-3BF9750EF1D6}" dt="2024-09-29T04:57:16.047" v="162" actId="478"/>
          <ac:spMkLst>
            <pc:docMk/>
            <pc:sldMk cId="3895319384" sldId="486"/>
            <ac:spMk id="5" creationId="{00000000-0000-0000-0000-000000000000}"/>
          </ac:spMkLst>
        </pc:spChg>
      </pc:sldChg>
      <pc:sldChg chg="delSp modSp add mod">
        <pc:chgData name="Ms Alina Arshad" userId="cccdfd85-d35d-4453-9c6f-a463aae40722" providerId="ADAL" clId="{32985948-661D-45EF-9212-3BF9750EF1D6}" dt="2024-09-29T05:00:52.503" v="231" actId="113"/>
        <pc:sldMkLst>
          <pc:docMk/>
          <pc:sldMk cId="2382187672" sldId="488"/>
        </pc:sldMkLst>
        <pc:spChg chg="mod">
          <ac:chgData name="Ms Alina Arshad" userId="cccdfd85-d35d-4453-9c6f-a463aae40722" providerId="ADAL" clId="{32985948-661D-45EF-9212-3BF9750EF1D6}" dt="2024-09-29T04:58:31.403" v="183" actId="20577"/>
          <ac:spMkLst>
            <pc:docMk/>
            <pc:sldMk cId="2382187672" sldId="488"/>
            <ac:spMk id="2" creationId="{00000000-0000-0000-0000-000000000000}"/>
          </ac:spMkLst>
        </pc:spChg>
        <pc:spChg chg="mod">
          <ac:chgData name="Ms Alina Arshad" userId="cccdfd85-d35d-4453-9c6f-a463aae40722" providerId="ADAL" clId="{32985948-661D-45EF-9212-3BF9750EF1D6}" dt="2024-09-29T05:00:52.503" v="231" actId="113"/>
          <ac:spMkLst>
            <pc:docMk/>
            <pc:sldMk cId="2382187672" sldId="488"/>
            <ac:spMk id="3" creationId="{00000000-0000-0000-0000-000000000000}"/>
          </ac:spMkLst>
        </pc:spChg>
        <pc:spChg chg="del">
          <ac:chgData name="Ms Alina Arshad" userId="cccdfd85-d35d-4453-9c6f-a463aae40722" providerId="ADAL" clId="{32985948-661D-45EF-9212-3BF9750EF1D6}" dt="2024-09-29T04:59:08.548" v="191" actId="478"/>
          <ac:spMkLst>
            <pc:docMk/>
            <pc:sldMk cId="2382187672" sldId="488"/>
            <ac:spMk id="4" creationId="{00000000-0000-0000-0000-000000000000}"/>
          </ac:spMkLst>
        </pc:spChg>
        <pc:spChg chg="del">
          <ac:chgData name="Ms Alina Arshad" userId="cccdfd85-d35d-4453-9c6f-a463aae40722" providerId="ADAL" clId="{32985948-661D-45EF-9212-3BF9750EF1D6}" dt="2024-09-29T04:59:10.277" v="192" actId="478"/>
          <ac:spMkLst>
            <pc:docMk/>
            <pc:sldMk cId="2382187672" sldId="488"/>
            <ac:spMk id="5" creationId="{00000000-0000-0000-0000-000000000000}"/>
          </ac:spMkLst>
        </pc:spChg>
        <pc:spChg chg="del mod">
          <ac:chgData name="Ms Alina Arshad" userId="cccdfd85-d35d-4453-9c6f-a463aae40722" providerId="ADAL" clId="{32985948-661D-45EF-9212-3BF9750EF1D6}" dt="2024-09-29T04:59:39.422" v="199" actId="478"/>
          <ac:spMkLst>
            <pc:docMk/>
            <pc:sldMk cId="2382187672" sldId="488"/>
            <ac:spMk id="6" creationId="{00000000-0000-0000-0000-000000000000}"/>
          </ac:spMkLst>
        </pc:spChg>
      </pc:sldChg>
      <pc:sldChg chg="delSp modSp add mod">
        <pc:chgData name="Ms Alina Arshad" userId="cccdfd85-d35d-4453-9c6f-a463aae40722" providerId="ADAL" clId="{32985948-661D-45EF-9212-3BF9750EF1D6}" dt="2024-09-29T04:57:48.366" v="172" actId="478"/>
        <pc:sldMkLst>
          <pc:docMk/>
          <pc:sldMk cId="2466836527" sldId="490"/>
        </pc:sldMkLst>
        <pc:spChg chg="mod">
          <ac:chgData name="Ms Alina Arshad" userId="cccdfd85-d35d-4453-9c6f-a463aae40722" providerId="ADAL" clId="{32985948-661D-45EF-9212-3BF9750EF1D6}" dt="2024-09-29T04:57:38.511" v="168" actId="113"/>
          <ac:spMkLst>
            <pc:docMk/>
            <pc:sldMk cId="2466836527" sldId="490"/>
            <ac:spMk id="2" creationId="{00000000-0000-0000-0000-000000000000}"/>
          </ac:spMkLst>
        </pc:spChg>
        <pc:spChg chg="del">
          <ac:chgData name="Ms Alina Arshad" userId="cccdfd85-d35d-4453-9c6f-a463aae40722" providerId="ADAL" clId="{32985948-661D-45EF-9212-3BF9750EF1D6}" dt="2024-09-29T04:57:46.352" v="171" actId="478"/>
          <ac:spMkLst>
            <pc:docMk/>
            <pc:sldMk cId="2466836527" sldId="490"/>
            <ac:spMk id="4" creationId="{00000000-0000-0000-0000-000000000000}"/>
          </ac:spMkLst>
        </pc:spChg>
        <pc:spChg chg="del">
          <ac:chgData name="Ms Alina Arshad" userId="cccdfd85-d35d-4453-9c6f-a463aae40722" providerId="ADAL" clId="{32985948-661D-45EF-9212-3BF9750EF1D6}" dt="2024-09-29T04:57:48.366" v="172" actId="478"/>
          <ac:spMkLst>
            <pc:docMk/>
            <pc:sldMk cId="2466836527" sldId="490"/>
            <ac:spMk id="5" creationId="{00000000-0000-0000-0000-000000000000}"/>
          </ac:spMkLst>
        </pc:spChg>
        <pc:spChg chg="del">
          <ac:chgData name="Ms Alina Arshad" userId="cccdfd85-d35d-4453-9c6f-a463aae40722" providerId="ADAL" clId="{32985948-661D-45EF-9212-3BF9750EF1D6}" dt="2024-09-29T04:57:41.296" v="169" actId="478"/>
          <ac:spMkLst>
            <pc:docMk/>
            <pc:sldMk cId="2466836527" sldId="490"/>
            <ac:spMk id="8" creationId="{00000000-0000-0000-0000-000000000000}"/>
          </ac:spMkLst>
        </pc:spChg>
        <pc:picChg chg="mod">
          <ac:chgData name="Ms Alina Arshad" userId="cccdfd85-d35d-4453-9c6f-a463aae40722" providerId="ADAL" clId="{32985948-661D-45EF-9212-3BF9750EF1D6}" dt="2024-09-29T04:57:44.064" v="170" actId="1076"/>
          <ac:picMkLst>
            <pc:docMk/>
            <pc:sldMk cId="2466836527" sldId="490"/>
            <ac:picMk id="7" creationId="{00000000-0000-0000-0000-000000000000}"/>
          </ac:picMkLst>
        </pc:picChg>
      </pc:sldChg>
      <pc:sldChg chg="delSp modSp add mod">
        <pc:chgData name="Ms Alina Arshad" userId="cccdfd85-d35d-4453-9c6f-a463aae40722" providerId="ADAL" clId="{32985948-661D-45EF-9212-3BF9750EF1D6}" dt="2024-09-29T08:10:20.046" v="421" actId="1076"/>
        <pc:sldMkLst>
          <pc:docMk/>
          <pc:sldMk cId="1501064082" sldId="491"/>
        </pc:sldMkLst>
        <pc:picChg chg="mod">
          <ac:chgData name="Ms Alina Arshad" userId="cccdfd85-d35d-4453-9c6f-a463aae40722" providerId="ADAL" clId="{32985948-661D-45EF-9212-3BF9750EF1D6}" dt="2024-09-29T08:10:20.046" v="421" actId="1076"/>
          <ac:picMkLst>
            <pc:docMk/>
            <pc:sldMk cId="1501064082" sldId="491"/>
            <ac:picMk id="6" creationId="{00000000-0000-0000-0000-000000000000}"/>
          </ac:picMkLst>
        </pc:picChg>
        <pc:picChg chg="del">
          <ac:chgData name="Ms Alina Arshad" userId="cccdfd85-d35d-4453-9c6f-a463aae40722" providerId="ADAL" clId="{32985948-661D-45EF-9212-3BF9750EF1D6}" dt="2024-09-29T04:53:27.602" v="94" actId="478"/>
          <ac:picMkLst>
            <pc:docMk/>
            <pc:sldMk cId="1501064082" sldId="491"/>
            <ac:picMk id="7" creationId="{00000000-0000-0000-0000-000000000000}"/>
          </ac:picMkLst>
        </pc:picChg>
        <pc:picChg chg="del mod">
          <ac:chgData name="Ms Alina Arshad" userId="cccdfd85-d35d-4453-9c6f-a463aae40722" providerId="ADAL" clId="{32985948-661D-45EF-9212-3BF9750EF1D6}" dt="2024-09-29T08:10:10.255" v="416" actId="478"/>
          <ac:picMkLst>
            <pc:docMk/>
            <pc:sldMk cId="1501064082" sldId="491"/>
            <ac:picMk id="8" creationId="{00000000-0000-0000-0000-000000000000}"/>
          </ac:picMkLst>
        </pc:picChg>
      </pc:sldChg>
      <pc:sldChg chg="addSp delSp modSp add mod">
        <pc:chgData name="Ms Alina Arshad" userId="cccdfd85-d35d-4453-9c6f-a463aae40722" providerId="ADAL" clId="{32985948-661D-45EF-9212-3BF9750EF1D6}" dt="2024-09-29T07:57:43.687" v="250" actId="1076"/>
        <pc:sldMkLst>
          <pc:docMk/>
          <pc:sldMk cId="746752752" sldId="492"/>
        </pc:sldMkLst>
        <pc:spChg chg="mod">
          <ac:chgData name="Ms Alina Arshad" userId="cccdfd85-d35d-4453-9c6f-a463aae40722" providerId="ADAL" clId="{32985948-661D-45EF-9212-3BF9750EF1D6}" dt="2024-09-29T07:57:34.799" v="246" actId="1076"/>
          <ac:spMkLst>
            <pc:docMk/>
            <pc:sldMk cId="746752752" sldId="492"/>
            <ac:spMk id="2" creationId="{00000000-0000-0000-0000-000000000000}"/>
          </ac:spMkLst>
        </pc:spChg>
        <pc:spChg chg="del">
          <ac:chgData name="Ms Alina Arshad" userId="cccdfd85-d35d-4453-9c6f-a463aae40722" providerId="ADAL" clId="{32985948-661D-45EF-9212-3BF9750EF1D6}" dt="2024-09-29T07:57:18.852" v="238" actId="478"/>
          <ac:spMkLst>
            <pc:docMk/>
            <pc:sldMk cId="746752752" sldId="492"/>
            <ac:spMk id="3" creationId="{00000000-0000-0000-0000-000000000000}"/>
          </ac:spMkLst>
        </pc:spChg>
        <pc:spChg chg="del">
          <ac:chgData name="Ms Alina Arshad" userId="cccdfd85-d35d-4453-9c6f-a463aae40722" providerId="ADAL" clId="{32985948-661D-45EF-9212-3BF9750EF1D6}" dt="2024-09-29T07:57:38.417" v="248" actId="478"/>
          <ac:spMkLst>
            <pc:docMk/>
            <pc:sldMk cId="746752752" sldId="492"/>
            <ac:spMk id="5" creationId="{00000000-0000-0000-0000-000000000000}"/>
          </ac:spMkLst>
        </pc:spChg>
        <pc:spChg chg="add del mod">
          <ac:chgData name="Ms Alina Arshad" userId="cccdfd85-d35d-4453-9c6f-a463aae40722" providerId="ADAL" clId="{32985948-661D-45EF-9212-3BF9750EF1D6}" dt="2024-09-29T07:57:21.829" v="239" actId="478"/>
          <ac:spMkLst>
            <pc:docMk/>
            <pc:sldMk cId="746752752" sldId="492"/>
            <ac:spMk id="7" creationId="{F175443F-0E9F-67F5-61E0-5244B3B38723}"/>
          </ac:spMkLst>
        </pc:spChg>
        <pc:picChg chg="mod">
          <ac:chgData name="Ms Alina Arshad" userId="cccdfd85-d35d-4453-9c6f-a463aae40722" providerId="ADAL" clId="{32985948-661D-45EF-9212-3BF9750EF1D6}" dt="2024-09-29T07:57:43.687" v="250" actId="1076"/>
          <ac:picMkLst>
            <pc:docMk/>
            <pc:sldMk cId="746752752" sldId="492"/>
            <ac:picMk id="6" creationId="{00000000-0000-0000-0000-000000000000}"/>
          </ac:picMkLst>
        </pc:picChg>
      </pc:sldChg>
    </pc:docChg>
  </pc:docChgLst>
  <pc:docChgLst>
    <pc:chgData name="Ms Alina Arshad" userId="cccdfd85-d35d-4453-9c6f-a463aae40722" providerId="ADAL" clId="{2B0BDB09-5917-47B2-9AD9-E52B3C1731B6}"/>
    <pc:docChg chg="custSel addSld delSld modSld">
      <pc:chgData name="Ms Alina Arshad" userId="cccdfd85-d35d-4453-9c6f-a463aae40722" providerId="ADAL" clId="{2B0BDB09-5917-47B2-9AD9-E52B3C1731B6}" dt="2024-09-29T12:03:26.108" v="155" actId="47"/>
      <pc:docMkLst>
        <pc:docMk/>
      </pc:docMkLst>
      <pc:sldChg chg="modSp mod">
        <pc:chgData name="Ms Alina Arshad" userId="cccdfd85-d35d-4453-9c6f-a463aae40722" providerId="ADAL" clId="{2B0BDB09-5917-47B2-9AD9-E52B3C1731B6}" dt="2024-09-29T11:56:12.791" v="21" actId="20577"/>
        <pc:sldMkLst>
          <pc:docMk/>
          <pc:sldMk cId="3322361034" sldId="256"/>
        </pc:sldMkLst>
        <pc:spChg chg="mod">
          <ac:chgData name="Ms Alina Arshad" userId="cccdfd85-d35d-4453-9c6f-a463aae40722" providerId="ADAL" clId="{2B0BDB09-5917-47B2-9AD9-E52B3C1731B6}" dt="2024-09-29T11:56:12.791" v="21" actId="20577"/>
          <ac:spMkLst>
            <pc:docMk/>
            <pc:sldMk cId="3322361034" sldId="256"/>
            <ac:spMk id="3" creationId="{44E9F82C-BBA7-3495-1097-BEDB54FFFDF4}"/>
          </ac:spMkLst>
        </pc:spChg>
      </pc:sldChg>
      <pc:sldChg chg="delSp add del mod">
        <pc:chgData name="Ms Alina Arshad" userId="cccdfd85-d35d-4453-9c6f-a463aae40722" providerId="ADAL" clId="{2B0BDB09-5917-47B2-9AD9-E52B3C1731B6}" dt="2024-09-29T11:56:28.698" v="24" actId="47"/>
        <pc:sldMkLst>
          <pc:docMk/>
          <pc:sldMk cId="987785057" sldId="258"/>
        </pc:sldMkLst>
        <pc:spChg chg="del">
          <ac:chgData name="Ms Alina Arshad" userId="cccdfd85-d35d-4453-9c6f-a463aae40722" providerId="ADAL" clId="{2B0BDB09-5917-47B2-9AD9-E52B3C1731B6}" dt="2024-09-29T11:56:18.480" v="22" actId="478"/>
          <ac:spMkLst>
            <pc:docMk/>
            <pc:sldMk cId="987785057" sldId="258"/>
            <ac:spMk id="2" creationId="{00000000-0000-0000-0000-000000000000}"/>
          </ac:spMkLst>
        </pc:spChg>
        <pc:spChg chg="del">
          <ac:chgData name="Ms Alina Arshad" userId="cccdfd85-d35d-4453-9c6f-a463aae40722" providerId="ADAL" clId="{2B0BDB09-5917-47B2-9AD9-E52B3C1731B6}" dt="2024-09-29T11:56:20.475" v="23" actId="478"/>
          <ac:spMkLst>
            <pc:docMk/>
            <pc:sldMk cId="987785057" sldId="258"/>
            <ac:spMk id="5" creationId="{00000000-0000-0000-0000-000000000000}"/>
          </ac:spMkLst>
        </pc:spChg>
      </pc:sldChg>
      <pc:sldChg chg="modSp add del mod">
        <pc:chgData name="Ms Alina Arshad" userId="cccdfd85-d35d-4453-9c6f-a463aae40722" providerId="ADAL" clId="{2B0BDB09-5917-47B2-9AD9-E52B3C1731B6}" dt="2024-09-29T11:56:09.183" v="19" actId="47"/>
        <pc:sldMkLst>
          <pc:docMk/>
          <pc:sldMk cId="2348086917" sldId="280"/>
        </pc:sldMkLst>
        <pc:spChg chg="mod">
          <ac:chgData name="Ms Alina Arshad" userId="cccdfd85-d35d-4453-9c6f-a463aae40722" providerId="ADAL" clId="{2B0BDB09-5917-47B2-9AD9-E52B3C1731B6}" dt="2024-09-29T11:55:58.441" v="18" actId="207"/>
          <ac:spMkLst>
            <pc:docMk/>
            <pc:sldMk cId="2348086917" sldId="280"/>
            <ac:spMk id="2"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3" creationId="{00000000-0000-0000-0000-000000000000}"/>
          </ac:spMkLst>
        </pc:spChg>
        <pc:spChg chg="mod">
          <ac:chgData name="Ms Alina Arshad" userId="cccdfd85-d35d-4453-9c6f-a463aae40722" providerId="ADAL" clId="{2B0BDB09-5917-47B2-9AD9-E52B3C1731B6}" dt="2024-09-29T11:55:58.441" v="18" actId="207"/>
          <ac:spMkLst>
            <pc:docMk/>
            <pc:sldMk cId="2348086917" sldId="280"/>
            <ac:spMk id="5" creationId="{00000000-0000-0000-0000-000000000000}"/>
          </ac:spMkLst>
        </pc:spChg>
      </pc:sldChg>
      <pc:sldChg chg="add del">
        <pc:chgData name="Ms Alina Arshad" userId="cccdfd85-d35d-4453-9c6f-a463aae40722" providerId="ADAL" clId="{2B0BDB09-5917-47B2-9AD9-E52B3C1731B6}" dt="2024-09-29T12:03:26.108" v="155" actId="47"/>
        <pc:sldMkLst>
          <pc:docMk/>
          <pc:sldMk cId="1032267902" sldId="313"/>
        </pc:sldMkLst>
      </pc:sldChg>
      <pc:sldChg chg="del">
        <pc:chgData name="Ms Alina Arshad" userId="cccdfd85-d35d-4453-9c6f-a463aae40722" providerId="ADAL" clId="{2B0BDB09-5917-47B2-9AD9-E52B3C1731B6}" dt="2024-09-29T11:55:39.253" v="0" actId="47"/>
        <pc:sldMkLst>
          <pc:docMk/>
          <pc:sldMk cId="1317028974" sldId="475"/>
        </pc:sldMkLst>
      </pc:sldChg>
      <pc:sldChg chg="del">
        <pc:chgData name="Ms Alina Arshad" userId="cccdfd85-d35d-4453-9c6f-a463aae40722" providerId="ADAL" clId="{2B0BDB09-5917-47B2-9AD9-E52B3C1731B6}" dt="2024-09-29T11:55:41.199" v="2" actId="47"/>
        <pc:sldMkLst>
          <pc:docMk/>
          <pc:sldMk cId="1999589581" sldId="476"/>
        </pc:sldMkLst>
      </pc:sldChg>
      <pc:sldChg chg="del">
        <pc:chgData name="Ms Alina Arshad" userId="cccdfd85-d35d-4453-9c6f-a463aae40722" providerId="ADAL" clId="{2B0BDB09-5917-47B2-9AD9-E52B3C1731B6}" dt="2024-09-29T11:55:41.501" v="3" actId="47"/>
        <pc:sldMkLst>
          <pc:docMk/>
          <pc:sldMk cId="4056107159" sldId="477"/>
        </pc:sldMkLst>
      </pc:sldChg>
      <pc:sldChg chg="del">
        <pc:chgData name="Ms Alina Arshad" userId="cccdfd85-d35d-4453-9c6f-a463aae40722" providerId="ADAL" clId="{2B0BDB09-5917-47B2-9AD9-E52B3C1731B6}" dt="2024-09-29T11:55:42.027" v="5" actId="47"/>
        <pc:sldMkLst>
          <pc:docMk/>
          <pc:sldMk cId="3142530740" sldId="478"/>
        </pc:sldMkLst>
      </pc:sldChg>
      <pc:sldChg chg="del">
        <pc:chgData name="Ms Alina Arshad" userId="cccdfd85-d35d-4453-9c6f-a463aae40722" providerId="ADAL" clId="{2B0BDB09-5917-47B2-9AD9-E52B3C1731B6}" dt="2024-09-29T11:55:42.629" v="7" actId="47"/>
        <pc:sldMkLst>
          <pc:docMk/>
          <pc:sldMk cId="3718238795" sldId="479"/>
        </pc:sldMkLst>
      </pc:sldChg>
      <pc:sldChg chg="del">
        <pc:chgData name="Ms Alina Arshad" userId="cccdfd85-d35d-4453-9c6f-a463aae40722" providerId="ADAL" clId="{2B0BDB09-5917-47B2-9AD9-E52B3C1731B6}" dt="2024-09-29T11:55:43.590" v="11" actId="47"/>
        <pc:sldMkLst>
          <pc:docMk/>
          <pc:sldMk cId="3737652639" sldId="482"/>
        </pc:sldMkLst>
      </pc:sldChg>
      <pc:sldChg chg="del">
        <pc:chgData name="Ms Alina Arshad" userId="cccdfd85-d35d-4453-9c6f-a463aae40722" providerId="ADAL" clId="{2B0BDB09-5917-47B2-9AD9-E52B3C1731B6}" dt="2024-09-29T11:55:43.872" v="12" actId="47"/>
        <pc:sldMkLst>
          <pc:docMk/>
          <pc:sldMk cId="2818035381" sldId="483"/>
        </pc:sldMkLst>
      </pc:sldChg>
      <pc:sldChg chg="del">
        <pc:chgData name="Ms Alina Arshad" userId="cccdfd85-d35d-4453-9c6f-a463aae40722" providerId="ADAL" clId="{2B0BDB09-5917-47B2-9AD9-E52B3C1731B6}" dt="2024-09-29T11:55:42.898" v="8" actId="47"/>
        <pc:sldMkLst>
          <pc:docMk/>
          <pc:sldMk cId="267361801" sldId="484"/>
        </pc:sldMkLst>
      </pc:sldChg>
      <pc:sldChg chg="del">
        <pc:chgData name="Ms Alina Arshad" userId="cccdfd85-d35d-4453-9c6f-a463aae40722" providerId="ADAL" clId="{2B0BDB09-5917-47B2-9AD9-E52B3C1731B6}" dt="2024-09-29T11:55:42.294" v="6" actId="47"/>
        <pc:sldMkLst>
          <pc:docMk/>
          <pc:sldMk cId="2146923405" sldId="485"/>
        </pc:sldMkLst>
      </pc:sldChg>
      <pc:sldChg chg="del">
        <pc:chgData name="Ms Alina Arshad" userId="cccdfd85-d35d-4453-9c6f-a463aae40722" providerId="ADAL" clId="{2B0BDB09-5917-47B2-9AD9-E52B3C1731B6}" dt="2024-09-29T11:55:43.133" v="9" actId="47"/>
        <pc:sldMkLst>
          <pc:docMk/>
          <pc:sldMk cId="3895319384" sldId="486"/>
        </pc:sldMkLst>
      </pc:sldChg>
      <pc:sldChg chg="del">
        <pc:chgData name="Ms Alina Arshad" userId="cccdfd85-d35d-4453-9c6f-a463aae40722" providerId="ADAL" clId="{2B0BDB09-5917-47B2-9AD9-E52B3C1731B6}" dt="2024-09-29T11:55:44.367" v="13" actId="47"/>
        <pc:sldMkLst>
          <pc:docMk/>
          <pc:sldMk cId="2382187672" sldId="488"/>
        </pc:sldMkLst>
      </pc:sldChg>
      <pc:sldChg chg="del">
        <pc:chgData name="Ms Alina Arshad" userId="cccdfd85-d35d-4453-9c6f-a463aae40722" providerId="ADAL" clId="{2B0BDB09-5917-47B2-9AD9-E52B3C1731B6}" dt="2024-09-29T11:55:43.374" v="10" actId="47"/>
        <pc:sldMkLst>
          <pc:docMk/>
          <pc:sldMk cId="2466836527" sldId="490"/>
        </pc:sldMkLst>
      </pc:sldChg>
      <pc:sldChg chg="del">
        <pc:chgData name="Ms Alina Arshad" userId="cccdfd85-d35d-4453-9c6f-a463aae40722" providerId="ADAL" clId="{2B0BDB09-5917-47B2-9AD9-E52B3C1731B6}" dt="2024-09-29T11:55:41.782" v="4" actId="47"/>
        <pc:sldMkLst>
          <pc:docMk/>
          <pc:sldMk cId="1501064082" sldId="491"/>
        </pc:sldMkLst>
      </pc:sldChg>
      <pc:sldChg chg="del">
        <pc:chgData name="Ms Alina Arshad" userId="cccdfd85-d35d-4453-9c6f-a463aae40722" providerId="ADAL" clId="{2B0BDB09-5917-47B2-9AD9-E52B3C1731B6}" dt="2024-09-29T11:55:40.800" v="1" actId="47"/>
        <pc:sldMkLst>
          <pc:docMk/>
          <pc:sldMk cId="746752752" sldId="492"/>
        </pc:sldMkLst>
      </pc:sldChg>
      <pc:sldChg chg="delSp modSp add mod">
        <pc:chgData name="Ms Alina Arshad" userId="cccdfd85-d35d-4453-9c6f-a463aae40722" providerId="ADAL" clId="{2B0BDB09-5917-47B2-9AD9-E52B3C1731B6}" dt="2024-09-29T11:56:53.572" v="29" actId="207"/>
        <pc:sldMkLst>
          <pc:docMk/>
          <pc:sldMk cId="3595481221" sldId="492"/>
        </pc:sldMkLst>
        <pc:spChg chg="mod">
          <ac:chgData name="Ms Alina Arshad" userId="cccdfd85-d35d-4453-9c6f-a463aae40722" providerId="ADAL" clId="{2B0BDB09-5917-47B2-9AD9-E52B3C1731B6}" dt="2024-09-29T11:56:47.976" v="28" actId="113"/>
          <ac:spMkLst>
            <pc:docMk/>
            <pc:sldMk cId="3595481221" sldId="492"/>
            <ac:spMk id="2" creationId="{00000000-0000-0000-0000-000000000000}"/>
          </ac:spMkLst>
        </pc:spChg>
        <pc:spChg chg="mod">
          <ac:chgData name="Ms Alina Arshad" userId="cccdfd85-d35d-4453-9c6f-a463aae40722" providerId="ADAL" clId="{2B0BDB09-5917-47B2-9AD9-E52B3C1731B6}" dt="2024-09-29T11:56:53.572" v="29" actId="207"/>
          <ac:spMkLst>
            <pc:docMk/>
            <pc:sldMk cId="3595481221" sldId="492"/>
            <ac:spMk id="3" creationId="{00000000-0000-0000-0000-000000000000}"/>
          </ac:spMkLst>
        </pc:spChg>
        <pc:spChg chg="del">
          <ac:chgData name="Ms Alina Arshad" userId="cccdfd85-d35d-4453-9c6f-a463aae40722" providerId="ADAL" clId="{2B0BDB09-5917-47B2-9AD9-E52B3C1731B6}" dt="2024-09-29T11:56:33.333" v="25" actId="478"/>
          <ac:spMkLst>
            <pc:docMk/>
            <pc:sldMk cId="3595481221" sldId="492"/>
            <ac:spMk id="4" creationId="{00000000-0000-0000-0000-000000000000}"/>
          </ac:spMkLst>
        </pc:spChg>
        <pc:spChg chg="del">
          <ac:chgData name="Ms Alina Arshad" userId="cccdfd85-d35d-4453-9c6f-a463aae40722" providerId="ADAL" clId="{2B0BDB09-5917-47B2-9AD9-E52B3C1731B6}" dt="2024-09-29T11:56:36.486" v="26" actId="478"/>
          <ac:spMkLst>
            <pc:docMk/>
            <pc:sldMk cId="3595481221" sldId="492"/>
            <ac:spMk id="5" creationId="{00000000-0000-0000-0000-000000000000}"/>
          </ac:spMkLst>
        </pc:spChg>
      </pc:sldChg>
      <pc:sldChg chg="delSp modSp add mod">
        <pc:chgData name="Ms Alina Arshad" userId="cccdfd85-d35d-4453-9c6f-a463aae40722" providerId="ADAL" clId="{2B0BDB09-5917-47B2-9AD9-E52B3C1731B6}" dt="2024-09-29T11:57:34.158" v="42" actId="12"/>
        <pc:sldMkLst>
          <pc:docMk/>
          <pc:sldMk cId="3384488715" sldId="493"/>
        </pc:sldMkLst>
        <pc:spChg chg="mod">
          <ac:chgData name="Ms Alina Arshad" userId="cccdfd85-d35d-4453-9c6f-a463aae40722" providerId="ADAL" clId="{2B0BDB09-5917-47B2-9AD9-E52B3C1731B6}" dt="2024-09-29T11:57:11.536" v="34" actId="113"/>
          <ac:spMkLst>
            <pc:docMk/>
            <pc:sldMk cId="3384488715" sldId="493"/>
            <ac:spMk id="2" creationId="{00000000-0000-0000-0000-000000000000}"/>
          </ac:spMkLst>
        </pc:spChg>
        <pc:spChg chg="mod">
          <ac:chgData name="Ms Alina Arshad" userId="cccdfd85-d35d-4453-9c6f-a463aae40722" providerId="ADAL" clId="{2B0BDB09-5917-47B2-9AD9-E52B3C1731B6}" dt="2024-09-29T11:57:34.158" v="42" actId="12"/>
          <ac:spMkLst>
            <pc:docMk/>
            <pc:sldMk cId="3384488715" sldId="493"/>
            <ac:spMk id="3" creationId="{00000000-0000-0000-0000-000000000000}"/>
          </ac:spMkLst>
        </pc:spChg>
        <pc:spChg chg="del">
          <ac:chgData name="Ms Alina Arshad" userId="cccdfd85-d35d-4453-9c6f-a463aae40722" providerId="ADAL" clId="{2B0BDB09-5917-47B2-9AD9-E52B3C1731B6}" dt="2024-09-29T11:56:58.578" v="30" actId="478"/>
          <ac:spMkLst>
            <pc:docMk/>
            <pc:sldMk cId="3384488715" sldId="493"/>
            <ac:spMk id="4" creationId="{00000000-0000-0000-0000-000000000000}"/>
          </ac:spMkLst>
        </pc:spChg>
        <pc:spChg chg="del">
          <ac:chgData name="Ms Alina Arshad" userId="cccdfd85-d35d-4453-9c6f-a463aae40722" providerId="ADAL" clId="{2B0BDB09-5917-47B2-9AD9-E52B3C1731B6}" dt="2024-09-29T11:57:00.519" v="31" actId="478"/>
          <ac:spMkLst>
            <pc:docMk/>
            <pc:sldMk cId="3384488715" sldId="493"/>
            <ac:spMk id="5" creationId="{00000000-0000-0000-0000-000000000000}"/>
          </ac:spMkLst>
        </pc:spChg>
        <pc:picChg chg="mod">
          <ac:chgData name="Ms Alina Arshad" userId="cccdfd85-d35d-4453-9c6f-a463aae40722" providerId="ADAL" clId="{2B0BDB09-5917-47B2-9AD9-E52B3C1731B6}" dt="2024-09-29T11:57:28.124" v="41" actId="1076"/>
          <ac:picMkLst>
            <pc:docMk/>
            <pc:sldMk cId="3384488715" sldId="493"/>
            <ac:picMk id="6" creationId="{00000000-0000-0000-0000-000000000000}"/>
          </ac:picMkLst>
        </pc:picChg>
      </pc:sldChg>
      <pc:sldChg chg="delSp modSp add mod">
        <pc:chgData name="Ms Alina Arshad" userId="cccdfd85-d35d-4453-9c6f-a463aae40722" providerId="ADAL" clId="{2B0BDB09-5917-47B2-9AD9-E52B3C1731B6}" dt="2024-09-29T11:58:08.886" v="52" actId="1076"/>
        <pc:sldMkLst>
          <pc:docMk/>
          <pc:sldMk cId="3386321733" sldId="494"/>
        </pc:sldMkLst>
        <pc:spChg chg="mod">
          <ac:chgData name="Ms Alina Arshad" userId="cccdfd85-d35d-4453-9c6f-a463aae40722" providerId="ADAL" clId="{2B0BDB09-5917-47B2-9AD9-E52B3C1731B6}" dt="2024-09-29T11:58:08.886" v="52" actId="1076"/>
          <ac:spMkLst>
            <pc:docMk/>
            <pc:sldMk cId="3386321733" sldId="494"/>
            <ac:spMk id="2" creationId="{00000000-0000-0000-0000-000000000000}"/>
          </ac:spMkLst>
        </pc:spChg>
        <pc:spChg chg="mod">
          <ac:chgData name="Ms Alina Arshad" userId="cccdfd85-d35d-4453-9c6f-a463aae40722" providerId="ADAL" clId="{2B0BDB09-5917-47B2-9AD9-E52B3C1731B6}" dt="2024-09-29T11:58:03.553" v="51" actId="1076"/>
          <ac:spMkLst>
            <pc:docMk/>
            <pc:sldMk cId="3386321733" sldId="494"/>
            <ac:spMk id="3" creationId="{00000000-0000-0000-0000-000000000000}"/>
          </ac:spMkLst>
        </pc:spChg>
        <pc:spChg chg="del">
          <ac:chgData name="Ms Alina Arshad" userId="cccdfd85-d35d-4453-9c6f-a463aae40722" providerId="ADAL" clId="{2B0BDB09-5917-47B2-9AD9-E52B3C1731B6}" dt="2024-09-29T11:57:39.081" v="43" actId="478"/>
          <ac:spMkLst>
            <pc:docMk/>
            <pc:sldMk cId="3386321733" sldId="494"/>
            <ac:spMk id="4" creationId="{00000000-0000-0000-0000-000000000000}"/>
          </ac:spMkLst>
        </pc:spChg>
        <pc:spChg chg="del">
          <ac:chgData name="Ms Alina Arshad" userId="cccdfd85-d35d-4453-9c6f-a463aae40722" providerId="ADAL" clId="{2B0BDB09-5917-47B2-9AD9-E52B3C1731B6}" dt="2024-09-29T11:57:40.847" v="44" actId="478"/>
          <ac:spMkLst>
            <pc:docMk/>
            <pc:sldMk cId="3386321733" sldId="494"/>
            <ac:spMk id="5" creationId="{00000000-0000-0000-0000-000000000000}"/>
          </ac:spMkLst>
        </pc:spChg>
      </pc:sldChg>
      <pc:sldChg chg="delSp modSp add mod">
        <pc:chgData name="Ms Alina Arshad" userId="cccdfd85-d35d-4453-9c6f-a463aae40722" providerId="ADAL" clId="{2B0BDB09-5917-47B2-9AD9-E52B3C1731B6}" dt="2024-09-29T11:59:00.649" v="70" actId="12"/>
        <pc:sldMkLst>
          <pc:docMk/>
          <pc:sldMk cId="4273395344" sldId="495"/>
        </pc:sldMkLst>
        <pc:spChg chg="mod">
          <ac:chgData name="Ms Alina Arshad" userId="cccdfd85-d35d-4453-9c6f-a463aae40722" providerId="ADAL" clId="{2B0BDB09-5917-47B2-9AD9-E52B3C1731B6}" dt="2024-09-29T11:58:41.524" v="63" actId="113"/>
          <ac:spMkLst>
            <pc:docMk/>
            <pc:sldMk cId="4273395344" sldId="495"/>
            <ac:spMk id="2" creationId="{00000000-0000-0000-0000-000000000000}"/>
          </ac:spMkLst>
        </pc:spChg>
        <pc:spChg chg="mod">
          <ac:chgData name="Ms Alina Arshad" userId="cccdfd85-d35d-4453-9c6f-a463aae40722" providerId="ADAL" clId="{2B0BDB09-5917-47B2-9AD9-E52B3C1731B6}" dt="2024-09-29T11:59:00.649" v="70" actId="12"/>
          <ac:spMkLst>
            <pc:docMk/>
            <pc:sldMk cId="4273395344" sldId="495"/>
            <ac:spMk id="3" creationId="{00000000-0000-0000-0000-000000000000}"/>
          </ac:spMkLst>
        </pc:spChg>
        <pc:spChg chg="del">
          <ac:chgData name="Ms Alina Arshad" userId="cccdfd85-d35d-4453-9c6f-a463aae40722" providerId="ADAL" clId="{2B0BDB09-5917-47B2-9AD9-E52B3C1731B6}" dt="2024-09-29T11:58:44.982" v="64" actId="478"/>
          <ac:spMkLst>
            <pc:docMk/>
            <pc:sldMk cId="4273395344" sldId="495"/>
            <ac:spMk id="4" creationId="{00000000-0000-0000-0000-000000000000}"/>
          </ac:spMkLst>
        </pc:spChg>
        <pc:spChg chg="del">
          <ac:chgData name="Ms Alina Arshad" userId="cccdfd85-d35d-4453-9c6f-a463aae40722" providerId="ADAL" clId="{2B0BDB09-5917-47B2-9AD9-E52B3C1731B6}" dt="2024-09-29T11:58:46.496" v="65" actId="478"/>
          <ac:spMkLst>
            <pc:docMk/>
            <pc:sldMk cId="4273395344" sldId="495"/>
            <ac:spMk id="5" creationId="{00000000-0000-0000-0000-000000000000}"/>
          </ac:spMkLst>
        </pc:spChg>
      </pc:sldChg>
      <pc:sldChg chg="delSp modSp add mod">
        <pc:chgData name="Ms Alina Arshad" userId="cccdfd85-d35d-4453-9c6f-a463aae40722" providerId="ADAL" clId="{2B0BDB09-5917-47B2-9AD9-E52B3C1731B6}" dt="2024-09-29T12:00:23.716" v="98" actId="403"/>
        <pc:sldMkLst>
          <pc:docMk/>
          <pc:sldMk cId="1058188132" sldId="496"/>
        </pc:sldMkLst>
        <pc:spChg chg="mod">
          <ac:chgData name="Ms Alina Arshad" userId="cccdfd85-d35d-4453-9c6f-a463aae40722" providerId="ADAL" clId="{2B0BDB09-5917-47B2-9AD9-E52B3C1731B6}" dt="2024-09-29T12:00:12.718" v="95" actId="113"/>
          <ac:spMkLst>
            <pc:docMk/>
            <pc:sldMk cId="1058188132" sldId="496"/>
            <ac:spMk id="2" creationId="{00000000-0000-0000-0000-000000000000}"/>
          </ac:spMkLst>
        </pc:spChg>
        <pc:spChg chg="mod">
          <ac:chgData name="Ms Alina Arshad" userId="cccdfd85-d35d-4453-9c6f-a463aae40722" providerId="ADAL" clId="{2B0BDB09-5917-47B2-9AD9-E52B3C1731B6}" dt="2024-09-29T12:00:23.716" v="98" actId="403"/>
          <ac:spMkLst>
            <pc:docMk/>
            <pc:sldMk cId="1058188132" sldId="496"/>
            <ac:spMk id="3" creationId="{00000000-0000-0000-0000-000000000000}"/>
          </ac:spMkLst>
        </pc:spChg>
        <pc:spChg chg="del">
          <ac:chgData name="Ms Alina Arshad" userId="cccdfd85-d35d-4453-9c6f-a463aae40722" providerId="ADAL" clId="{2B0BDB09-5917-47B2-9AD9-E52B3C1731B6}" dt="2024-09-29T12:00:06.071" v="92" actId="478"/>
          <ac:spMkLst>
            <pc:docMk/>
            <pc:sldMk cId="1058188132" sldId="496"/>
            <ac:spMk id="4" creationId="{00000000-0000-0000-0000-000000000000}"/>
          </ac:spMkLst>
        </pc:spChg>
        <pc:spChg chg="del">
          <ac:chgData name="Ms Alina Arshad" userId="cccdfd85-d35d-4453-9c6f-a463aae40722" providerId="ADAL" clId="{2B0BDB09-5917-47B2-9AD9-E52B3C1731B6}" dt="2024-09-29T12:00:08.060" v="93" actId="478"/>
          <ac:spMkLst>
            <pc:docMk/>
            <pc:sldMk cId="1058188132" sldId="496"/>
            <ac:spMk id="5" creationId="{00000000-0000-0000-0000-000000000000}"/>
          </ac:spMkLst>
        </pc:spChg>
      </pc:sldChg>
      <pc:sldChg chg="delSp modSp add mod">
        <pc:chgData name="Ms Alina Arshad" userId="cccdfd85-d35d-4453-9c6f-a463aae40722" providerId="ADAL" clId="{2B0BDB09-5917-47B2-9AD9-E52B3C1731B6}" dt="2024-09-29T12:01:50.418" v="124" actId="478"/>
        <pc:sldMkLst>
          <pc:docMk/>
          <pc:sldMk cId="1132663045" sldId="497"/>
        </pc:sldMkLst>
        <pc:spChg chg="mod">
          <ac:chgData name="Ms Alina Arshad" userId="cccdfd85-d35d-4453-9c6f-a463aae40722" providerId="ADAL" clId="{2B0BDB09-5917-47B2-9AD9-E52B3C1731B6}" dt="2024-09-29T12:01:40.109" v="120" actId="113"/>
          <ac:spMkLst>
            <pc:docMk/>
            <pc:sldMk cId="1132663045" sldId="497"/>
            <ac:spMk id="2" creationId="{00000000-0000-0000-0000-000000000000}"/>
          </ac:spMkLst>
        </pc:spChg>
        <pc:spChg chg="mod">
          <ac:chgData name="Ms Alina Arshad" userId="cccdfd85-d35d-4453-9c6f-a463aae40722" providerId="ADAL" clId="{2B0BDB09-5917-47B2-9AD9-E52B3C1731B6}" dt="2024-09-29T12:01:47.026" v="122" actId="12"/>
          <ac:spMkLst>
            <pc:docMk/>
            <pc:sldMk cId="1132663045" sldId="497"/>
            <ac:spMk id="3" creationId="{00000000-0000-0000-0000-000000000000}"/>
          </ac:spMkLst>
        </pc:spChg>
        <pc:spChg chg="del">
          <ac:chgData name="Ms Alina Arshad" userId="cccdfd85-d35d-4453-9c6f-a463aae40722" providerId="ADAL" clId="{2B0BDB09-5917-47B2-9AD9-E52B3C1731B6}" dt="2024-09-29T12:01:48.726" v="123" actId="478"/>
          <ac:spMkLst>
            <pc:docMk/>
            <pc:sldMk cId="1132663045" sldId="497"/>
            <ac:spMk id="4" creationId="{00000000-0000-0000-0000-000000000000}"/>
          </ac:spMkLst>
        </pc:spChg>
        <pc:spChg chg="del">
          <ac:chgData name="Ms Alina Arshad" userId="cccdfd85-d35d-4453-9c6f-a463aae40722" providerId="ADAL" clId="{2B0BDB09-5917-47B2-9AD9-E52B3C1731B6}" dt="2024-09-29T12:01:50.418" v="124" actId="478"/>
          <ac:spMkLst>
            <pc:docMk/>
            <pc:sldMk cId="1132663045" sldId="497"/>
            <ac:spMk id="5" creationId="{00000000-0000-0000-0000-000000000000}"/>
          </ac:spMkLst>
        </pc:spChg>
      </pc:sldChg>
      <pc:sldChg chg="delSp modSp add mod">
        <pc:chgData name="Ms Alina Arshad" userId="cccdfd85-d35d-4453-9c6f-a463aae40722" providerId="ADAL" clId="{2B0BDB09-5917-47B2-9AD9-E52B3C1731B6}" dt="2024-09-29T11:59:26.248" v="79" actId="478"/>
        <pc:sldMkLst>
          <pc:docMk/>
          <pc:sldMk cId="1570724855" sldId="505"/>
        </pc:sldMkLst>
        <pc:spChg chg="mod">
          <ac:chgData name="Ms Alina Arshad" userId="cccdfd85-d35d-4453-9c6f-a463aae40722" providerId="ADAL" clId="{2B0BDB09-5917-47B2-9AD9-E52B3C1731B6}" dt="2024-09-29T11:59:11.914" v="73" actId="14100"/>
          <ac:spMkLst>
            <pc:docMk/>
            <pc:sldMk cId="1570724855" sldId="505"/>
            <ac:spMk id="2" creationId="{00000000-0000-0000-0000-000000000000}"/>
          </ac:spMkLst>
        </pc:spChg>
        <pc:spChg chg="del">
          <ac:chgData name="Ms Alina Arshad" userId="cccdfd85-d35d-4453-9c6f-a463aae40722" providerId="ADAL" clId="{2B0BDB09-5917-47B2-9AD9-E52B3C1731B6}" dt="2024-09-29T11:59:24.430" v="78" actId="478"/>
          <ac:spMkLst>
            <pc:docMk/>
            <pc:sldMk cId="1570724855" sldId="505"/>
            <ac:spMk id="4" creationId="{00000000-0000-0000-0000-000000000000}"/>
          </ac:spMkLst>
        </pc:spChg>
        <pc:spChg chg="del">
          <ac:chgData name="Ms Alina Arshad" userId="cccdfd85-d35d-4453-9c6f-a463aae40722" providerId="ADAL" clId="{2B0BDB09-5917-47B2-9AD9-E52B3C1731B6}" dt="2024-09-29T11:59:26.248" v="79" actId="478"/>
          <ac:spMkLst>
            <pc:docMk/>
            <pc:sldMk cId="1570724855" sldId="505"/>
            <ac:spMk id="5" creationId="{00000000-0000-0000-0000-000000000000}"/>
          </ac:spMkLst>
        </pc:spChg>
        <pc:picChg chg="mod">
          <ac:chgData name="Ms Alina Arshad" userId="cccdfd85-d35d-4453-9c6f-a463aae40722" providerId="ADAL" clId="{2B0BDB09-5917-47B2-9AD9-E52B3C1731B6}" dt="2024-09-29T11:59:22.229" v="77" actId="1076"/>
          <ac:picMkLst>
            <pc:docMk/>
            <pc:sldMk cId="1570724855" sldId="505"/>
            <ac:picMk id="6" creationId="{00000000-0000-0000-0000-000000000000}"/>
          </ac:picMkLst>
        </pc:picChg>
        <pc:picChg chg="mod">
          <ac:chgData name="Ms Alina Arshad" userId="cccdfd85-d35d-4453-9c6f-a463aae40722" providerId="ADAL" clId="{2B0BDB09-5917-47B2-9AD9-E52B3C1731B6}" dt="2024-09-29T11:59:20.384" v="76" actId="1076"/>
          <ac:picMkLst>
            <pc:docMk/>
            <pc:sldMk cId="1570724855" sldId="505"/>
            <ac:picMk id="7" creationId="{00000000-0000-0000-0000-000000000000}"/>
          </ac:picMkLst>
        </pc:picChg>
      </pc:sldChg>
      <pc:sldChg chg="delSp modSp add mod">
        <pc:chgData name="Ms Alina Arshad" userId="cccdfd85-d35d-4453-9c6f-a463aae40722" providerId="ADAL" clId="{2B0BDB09-5917-47B2-9AD9-E52B3C1731B6}" dt="2024-09-29T11:59:57.001" v="91" actId="1076"/>
        <pc:sldMkLst>
          <pc:docMk/>
          <pc:sldMk cId="2421881517" sldId="506"/>
        </pc:sldMkLst>
        <pc:spChg chg="del">
          <ac:chgData name="Ms Alina Arshad" userId="cccdfd85-d35d-4453-9c6f-a463aae40722" providerId="ADAL" clId="{2B0BDB09-5917-47B2-9AD9-E52B3C1731B6}" dt="2024-09-29T11:59:36.340" v="83" actId="478"/>
          <ac:spMkLst>
            <pc:docMk/>
            <pc:sldMk cId="2421881517" sldId="506"/>
            <ac:spMk id="2" creationId="{00000000-0000-0000-0000-000000000000}"/>
          </ac:spMkLst>
        </pc:spChg>
        <pc:spChg chg="del">
          <ac:chgData name="Ms Alina Arshad" userId="cccdfd85-d35d-4453-9c6f-a463aae40722" providerId="ADAL" clId="{2B0BDB09-5917-47B2-9AD9-E52B3C1731B6}" dt="2024-09-29T11:59:32.382" v="81" actId="478"/>
          <ac:spMkLst>
            <pc:docMk/>
            <pc:sldMk cId="2421881517" sldId="506"/>
            <ac:spMk id="4" creationId="{00000000-0000-0000-0000-000000000000}"/>
          </ac:spMkLst>
        </pc:spChg>
        <pc:spChg chg="del">
          <ac:chgData name="Ms Alina Arshad" userId="cccdfd85-d35d-4453-9c6f-a463aae40722" providerId="ADAL" clId="{2B0BDB09-5917-47B2-9AD9-E52B3C1731B6}" dt="2024-09-29T11:59:34.023" v="82" actId="478"/>
          <ac:spMkLst>
            <pc:docMk/>
            <pc:sldMk cId="2421881517" sldId="506"/>
            <ac:spMk id="5" creationId="{00000000-0000-0000-0000-000000000000}"/>
          </ac:spMkLst>
        </pc:spChg>
        <pc:picChg chg="mod">
          <ac:chgData name="Ms Alina Arshad" userId="cccdfd85-d35d-4453-9c6f-a463aae40722" providerId="ADAL" clId="{2B0BDB09-5917-47B2-9AD9-E52B3C1731B6}" dt="2024-09-29T11:59:57.001" v="91" actId="1076"/>
          <ac:picMkLst>
            <pc:docMk/>
            <pc:sldMk cId="2421881517" sldId="506"/>
            <ac:picMk id="6" creationId="{00000000-0000-0000-0000-000000000000}"/>
          </ac:picMkLst>
        </pc:picChg>
      </pc:sldChg>
      <pc:sldChg chg="delSp modSp add mod">
        <pc:chgData name="Ms Alina Arshad" userId="cccdfd85-d35d-4453-9c6f-a463aae40722" providerId="ADAL" clId="{2B0BDB09-5917-47B2-9AD9-E52B3C1731B6}" dt="2024-09-29T11:58:33.476" v="61" actId="1076"/>
        <pc:sldMkLst>
          <pc:docMk/>
          <pc:sldMk cId="1799033065" sldId="507"/>
        </pc:sldMkLst>
        <pc:spChg chg="mod">
          <ac:chgData name="Ms Alina Arshad" userId="cccdfd85-d35d-4453-9c6f-a463aae40722" providerId="ADAL" clId="{2B0BDB09-5917-47B2-9AD9-E52B3C1731B6}" dt="2024-09-29T11:58:16.306" v="54" actId="113"/>
          <ac:spMkLst>
            <pc:docMk/>
            <pc:sldMk cId="1799033065" sldId="507"/>
            <ac:spMk id="2" creationId="{00000000-0000-0000-0000-000000000000}"/>
          </ac:spMkLst>
        </pc:spChg>
        <pc:spChg chg="del">
          <ac:chgData name="Ms Alina Arshad" userId="cccdfd85-d35d-4453-9c6f-a463aae40722" providerId="ADAL" clId="{2B0BDB09-5917-47B2-9AD9-E52B3C1731B6}" dt="2024-09-29T11:58:29.802" v="59" actId="478"/>
          <ac:spMkLst>
            <pc:docMk/>
            <pc:sldMk cId="1799033065" sldId="507"/>
            <ac:spMk id="4" creationId="{00000000-0000-0000-0000-000000000000}"/>
          </ac:spMkLst>
        </pc:spChg>
        <pc:spChg chg="del">
          <ac:chgData name="Ms Alina Arshad" userId="cccdfd85-d35d-4453-9c6f-a463aae40722" providerId="ADAL" clId="{2B0BDB09-5917-47B2-9AD9-E52B3C1731B6}" dt="2024-09-29T11:58:31.558" v="60" actId="478"/>
          <ac:spMkLst>
            <pc:docMk/>
            <pc:sldMk cId="1799033065" sldId="507"/>
            <ac:spMk id="5" creationId="{00000000-0000-0000-0000-000000000000}"/>
          </ac:spMkLst>
        </pc:spChg>
        <pc:spChg chg="mod">
          <ac:chgData name="Ms Alina Arshad" userId="cccdfd85-d35d-4453-9c6f-a463aae40722" providerId="ADAL" clId="{2B0BDB09-5917-47B2-9AD9-E52B3C1731B6}" dt="2024-09-29T11:58:20.780" v="56" actId="113"/>
          <ac:spMkLst>
            <pc:docMk/>
            <pc:sldMk cId="1799033065" sldId="507"/>
            <ac:spMk id="7" creationId="{00000000-0000-0000-0000-000000000000}"/>
          </ac:spMkLst>
        </pc:spChg>
        <pc:picChg chg="mod">
          <ac:chgData name="Ms Alina Arshad" userId="cccdfd85-d35d-4453-9c6f-a463aae40722" providerId="ADAL" clId="{2B0BDB09-5917-47B2-9AD9-E52B3C1731B6}" dt="2024-09-29T11:58:33.476" v="61" actId="1076"/>
          <ac:picMkLst>
            <pc:docMk/>
            <pc:sldMk cId="1799033065" sldId="507"/>
            <ac:picMk id="8" creationId="{00000000-0000-0000-0000-000000000000}"/>
          </ac:picMkLst>
        </pc:picChg>
      </pc:sldChg>
      <pc:sldChg chg="delSp modSp add mod">
        <pc:chgData name="Ms Alina Arshad" userId="cccdfd85-d35d-4453-9c6f-a463aae40722" providerId="ADAL" clId="{2B0BDB09-5917-47B2-9AD9-E52B3C1731B6}" dt="2024-09-29T12:00:42.638" v="104" actId="12"/>
        <pc:sldMkLst>
          <pc:docMk/>
          <pc:sldMk cId="163811022" sldId="511"/>
        </pc:sldMkLst>
        <pc:spChg chg="mod">
          <ac:chgData name="Ms Alina Arshad" userId="cccdfd85-d35d-4453-9c6f-a463aae40722" providerId="ADAL" clId="{2B0BDB09-5917-47B2-9AD9-E52B3C1731B6}" dt="2024-09-29T12:00:30.945" v="100" actId="113"/>
          <ac:spMkLst>
            <pc:docMk/>
            <pc:sldMk cId="163811022" sldId="511"/>
            <ac:spMk id="2" creationId="{00000000-0000-0000-0000-000000000000}"/>
          </ac:spMkLst>
        </pc:spChg>
        <pc:spChg chg="mod">
          <ac:chgData name="Ms Alina Arshad" userId="cccdfd85-d35d-4453-9c6f-a463aae40722" providerId="ADAL" clId="{2B0BDB09-5917-47B2-9AD9-E52B3C1731B6}" dt="2024-09-29T12:00:42.638" v="104" actId="12"/>
          <ac:spMkLst>
            <pc:docMk/>
            <pc:sldMk cId="163811022" sldId="511"/>
            <ac:spMk id="3" creationId="{00000000-0000-0000-0000-000000000000}"/>
          </ac:spMkLst>
        </pc:spChg>
        <pc:spChg chg="del">
          <ac:chgData name="Ms Alina Arshad" userId="cccdfd85-d35d-4453-9c6f-a463aae40722" providerId="ADAL" clId="{2B0BDB09-5917-47B2-9AD9-E52B3C1731B6}" dt="2024-09-29T12:00:33.391" v="101" actId="478"/>
          <ac:spMkLst>
            <pc:docMk/>
            <pc:sldMk cId="163811022" sldId="511"/>
            <ac:spMk id="4" creationId="{00000000-0000-0000-0000-000000000000}"/>
          </ac:spMkLst>
        </pc:spChg>
        <pc:spChg chg="del">
          <ac:chgData name="Ms Alina Arshad" userId="cccdfd85-d35d-4453-9c6f-a463aae40722" providerId="ADAL" clId="{2B0BDB09-5917-47B2-9AD9-E52B3C1731B6}" dt="2024-09-29T12:00:34.984" v="102" actId="478"/>
          <ac:spMkLst>
            <pc:docMk/>
            <pc:sldMk cId="163811022" sldId="511"/>
            <ac:spMk id="5" creationId="{00000000-0000-0000-0000-000000000000}"/>
          </ac:spMkLst>
        </pc:spChg>
      </pc:sldChg>
      <pc:sldChg chg="delSp modSp add mod">
        <pc:chgData name="Ms Alina Arshad" userId="cccdfd85-d35d-4453-9c6f-a463aae40722" providerId="ADAL" clId="{2B0BDB09-5917-47B2-9AD9-E52B3C1731B6}" dt="2024-09-29T12:01:01.172" v="109" actId="207"/>
        <pc:sldMkLst>
          <pc:docMk/>
          <pc:sldMk cId="1045239677" sldId="512"/>
        </pc:sldMkLst>
        <pc:spChg chg="mod">
          <ac:chgData name="Ms Alina Arshad" userId="cccdfd85-d35d-4453-9c6f-a463aae40722" providerId="ADAL" clId="{2B0BDB09-5917-47B2-9AD9-E52B3C1731B6}" dt="2024-09-29T12:00:49.099" v="105" actId="207"/>
          <ac:spMkLst>
            <pc:docMk/>
            <pc:sldMk cId="1045239677" sldId="512"/>
            <ac:spMk id="2" creationId="{00000000-0000-0000-0000-000000000000}"/>
          </ac:spMkLst>
        </pc:spChg>
        <pc:spChg chg="mod">
          <ac:chgData name="Ms Alina Arshad" userId="cccdfd85-d35d-4453-9c6f-a463aae40722" providerId="ADAL" clId="{2B0BDB09-5917-47B2-9AD9-E52B3C1731B6}" dt="2024-09-29T12:01:01.172" v="109" actId="207"/>
          <ac:spMkLst>
            <pc:docMk/>
            <pc:sldMk cId="1045239677" sldId="512"/>
            <ac:spMk id="3" creationId="{00000000-0000-0000-0000-000000000000}"/>
          </ac:spMkLst>
        </pc:spChg>
        <pc:spChg chg="del mod">
          <ac:chgData name="Ms Alina Arshad" userId="cccdfd85-d35d-4453-9c6f-a463aae40722" providerId="ADAL" clId="{2B0BDB09-5917-47B2-9AD9-E52B3C1731B6}" dt="2024-09-29T12:00:53.437" v="107" actId="478"/>
          <ac:spMkLst>
            <pc:docMk/>
            <pc:sldMk cId="1045239677" sldId="512"/>
            <ac:spMk id="4" creationId="{00000000-0000-0000-0000-000000000000}"/>
          </ac:spMkLst>
        </pc:spChg>
        <pc:spChg chg="del">
          <ac:chgData name="Ms Alina Arshad" userId="cccdfd85-d35d-4453-9c6f-a463aae40722" providerId="ADAL" clId="{2B0BDB09-5917-47B2-9AD9-E52B3C1731B6}" dt="2024-09-29T12:00:56.800" v="108" actId="478"/>
          <ac:spMkLst>
            <pc:docMk/>
            <pc:sldMk cId="1045239677" sldId="512"/>
            <ac:spMk id="5" creationId="{00000000-0000-0000-0000-000000000000}"/>
          </ac:spMkLst>
        </pc:spChg>
      </pc:sldChg>
      <pc:sldChg chg="delSp modSp add mod">
        <pc:chgData name="Ms Alina Arshad" userId="cccdfd85-d35d-4453-9c6f-a463aae40722" providerId="ADAL" clId="{2B0BDB09-5917-47B2-9AD9-E52B3C1731B6}" dt="2024-09-29T12:01:32.686" v="118" actId="207"/>
        <pc:sldMkLst>
          <pc:docMk/>
          <pc:sldMk cId="711124051" sldId="516"/>
        </pc:sldMkLst>
        <pc:spChg chg="mod">
          <ac:chgData name="Ms Alina Arshad" userId="cccdfd85-d35d-4453-9c6f-a463aae40722" providerId="ADAL" clId="{2B0BDB09-5917-47B2-9AD9-E52B3C1731B6}" dt="2024-09-29T12:01:15.530" v="113" actId="27636"/>
          <ac:spMkLst>
            <pc:docMk/>
            <pc:sldMk cId="711124051" sldId="516"/>
            <ac:spMk id="2" creationId="{00000000-0000-0000-0000-000000000000}"/>
          </ac:spMkLst>
        </pc:spChg>
        <pc:spChg chg="mod">
          <ac:chgData name="Ms Alina Arshad" userId="cccdfd85-d35d-4453-9c6f-a463aae40722" providerId="ADAL" clId="{2B0BDB09-5917-47B2-9AD9-E52B3C1731B6}" dt="2024-09-29T12:01:32.686" v="118" actId="207"/>
          <ac:spMkLst>
            <pc:docMk/>
            <pc:sldMk cId="711124051" sldId="516"/>
            <ac:spMk id="3" creationId="{00000000-0000-0000-0000-000000000000}"/>
          </ac:spMkLst>
        </pc:spChg>
        <pc:spChg chg="del">
          <ac:chgData name="Ms Alina Arshad" userId="cccdfd85-d35d-4453-9c6f-a463aae40722" providerId="ADAL" clId="{2B0BDB09-5917-47B2-9AD9-E52B3C1731B6}" dt="2024-09-29T12:01:26.565" v="116" actId="478"/>
          <ac:spMkLst>
            <pc:docMk/>
            <pc:sldMk cId="711124051" sldId="516"/>
            <ac:spMk id="4" creationId="{00000000-0000-0000-0000-000000000000}"/>
          </ac:spMkLst>
        </pc:spChg>
        <pc:spChg chg="del">
          <ac:chgData name="Ms Alina Arshad" userId="cccdfd85-d35d-4453-9c6f-a463aae40722" providerId="ADAL" clId="{2B0BDB09-5917-47B2-9AD9-E52B3C1731B6}" dt="2024-09-29T12:01:28.676" v="117" actId="478"/>
          <ac:spMkLst>
            <pc:docMk/>
            <pc:sldMk cId="711124051" sldId="516"/>
            <ac:spMk id="5" creationId="{00000000-0000-0000-0000-000000000000}"/>
          </ac:spMkLst>
        </pc:spChg>
      </pc:sldChg>
      <pc:sldChg chg="delSp modSp add mod">
        <pc:chgData name="Ms Alina Arshad" userId="cccdfd85-d35d-4453-9c6f-a463aae40722" providerId="ADAL" clId="{2B0BDB09-5917-47B2-9AD9-E52B3C1731B6}" dt="2024-09-29T12:02:10.794" v="129" actId="478"/>
        <pc:sldMkLst>
          <pc:docMk/>
          <pc:sldMk cId="1747393571" sldId="518"/>
        </pc:sldMkLst>
        <pc:spChg chg="mod">
          <ac:chgData name="Ms Alina Arshad" userId="cccdfd85-d35d-4453-9c6f-a463aae40722" providerId="ADAL" clId="{2B0BDB09-5917-47B2-9AD9-E52B3C1731B6}" dt="2024-09-29T12:01:58.662" v="126" actId="113"/>
          <ac:spMkLst>
            <pc:docMk/>
            <pc:sldMk cId="1747393571" sldId="518"/>
            <ac:spMk id="2" creationId="{00000000-0000-0000-0000-000000000000}"/>
          </ac:spMkLst>
        </pc:spChg>
        <pc:spChg chg="mod">
          <ac:chgData name="Ms Alina Arshad" userId="cccdfd85-d35d-4453-9c6f-a463aae40722" providerId="ADAL" clId="{2B0BDB09-5917-47B2-9AD9-E52B3C1731B6}" dt="2024-09-29T12:02:03.066" v="127" actId="207"/>
          <ac:spMkLst>
            <pc:docMk/>
            <pc:sldMk cId="1747393571" sldId="518"/>
            <ac:spMk id="3" creationId="{00000000-0000-0000-0000-000000000000}"/>
          </ac:spMkLst>
        </pc:spChg>
        <pc:spChg chg="del">
          <ac:chgData name="Ms Alina Arshad" userId="cccdfd85-d35d-4453-9c6f-a463aae40722" providerId="ADAL" clId="{2B0BDB09-5917-47B2-9AD9-E52B3C1731B6}" dt="2024-09-29T12:02:09.041" v="128" actId="478"/>
          <ac:spMkLst>
            <pc:docMk/>
            <pc:sldMk cId="1747393571" sldId="518"/>
            <ac:spMk id="4" creationId="{00000000-0000-0000-0000-000000000000}"/>
          </ac:spMkLst>
        </pc:spChg>
        <pc:spChg chg="del">
          <ac:chgData name="Ms Alina Arshad" userId="cccdfd85-d35d-4453-9c6f-a463aae40722" providerId="ADAL" clId="{2B0BDB09-5917-47B2-9AD9-E52B3C1731B6}" dt="2024-09-29T12:02:10.794" v="129" actId="478"/>
          <ac:spMkLst>
            <pc:docMk/>
            <pc:sldMk cId="1747393571" sldId="518"/>
            <ac:spMk id="5" creationId="{00000000-0000-0000-0000-000000000000}"/>
          </ac:spMkLst>
        </pc:spChg>
      </pc:sldChg>
      <pc:sldChg chg="delSp modSp add mod">
        <pc:chgData name="Ms Alina Arshad" userId="cccdfd85-d35d-4453-9c6f-a463aae40722" providerId="ADAL" clId="{2B0BDB09-5917-47B2-9AD9-E52B3C1731B6}" dt="2024-09-29T12:02:32.238" v="134" actId="478"/>
        <pc:sldMkLst>
          <pc:docMk/>
          <pc:sldMk cId="275598820" sldId="519"/>
        </pc:sldMkLst>
        <pc:spChg chg="mod">
          <ac:chgData name="Ms Alina Arshad" userId="cccdfd85-d35d-4453-9c6f-a463aae40722" providerId="ADAL" clId="{2B0BDB09-5917-47B2-9AD9-E52B3C1731B6}" dt="2024-09-29T12:02:19.653" v="131" actId="14100"/>
          <ac:spMkLst>
            <pc:docMk/>
            <pc:sldMk cId="275598820" sldId="519"/>
            <ac:spMk id="2" creationId="{00000000-0000-0000-0000-000000000000}"/>
          </ac:spMkLst>
        </pc:spChg>
        <pc:spChg chg="mod">
          <ac:chgData name="Ms Alina Arshad" userId="cccdfd85-d35d-4453-9c6f-a463aae40722" providerId="ADAL" clId="{2B0BDB09-5917-47B2-9AD9-E52B3C1731B6}" dt="2024-09-29T12:02:24.162" v="132" actId="207"/>
          <ac:spMkLst>
            <pc:docMk/>
            <pc:sldMk cId="275598820" sldId="519"/>
            <ac:spMk id="3" creationId="{00000000-0000-0000-0000-000000000000}"/>
          </ac:spMkLst>
        </pc:spChg>
        <pc:spChg chg="del">
          <ac:chgData name="Ms Alina Arshad" userId="cccdfd85-d35d-4453-9c6f-a463aae40722" providerId="ADAL" clId="{2B0BDB09-5917-47B2-9AD9-E52B3C1731B6}" dt="2024-09-29T12:02:30.769" v="133" actId="478"/>
          <ac:spMkLst>
            <pc:docMk/>
            <pc:sldMk cId="275598820" sldId="519"/>
            <ac:spMk id="4" creationId="{00000000-0000-0000-0000-000000000000}"/>
          </ac:spMkLst>
        </pc:spChg>
        <pc:spChg chg="del">
          <ac:chgData name="Ms Alina Arshad" userId="cccdfd85-d35d-4453-9c6f-a463aae40722" providerId="ADAL" clId="{2B0BDB09-5917-47B2-9AD9-E52B3C1731B6}" dt="2024-09-29T12:02:32.238" v="134" actId="478"/>
          <ac:spMkLst>
            <pc:docMk/>
            <pc:sldMk cId="275598820" sldId="519"/>
            <ac:spMk id="5" creationId="{00000000-0000-0000-0000-000000000000}"/>
          </ac:spMkLst>
        </pc:spChg>
      </pc:sldChg>
      <pc:sldChg chg="delSp modSp add mod">
        <pc:chgData name="Ms Alina Arshad" userId="cccdfd85-d35d-4453-9c6f-a463aae40722" providerId="ADAL" clId="{2B0BDB09-5917-47B2-9AD9-E52B3C1731B6}" dt="2024-09-29T12:02:50.938" v="144" actId="478"/>
        <pc:sldMkLst>
          <pc:docMk/>
          <pc:sldMk cId="3035140792" sldId="522"/>
        </pc:sldMkLst>
        <pc:spChg chg="mod">
          <ac:chgData name="Ms Alina Arshad" userId="cccdfd85-d35d-4453-9c6f-a463aae40722" providerId="ADAL" clId="{2B0BDB09-5917-47B2-9AD9-E52B3C1731B6}" dt="2024-09-29T12:02:36.992" v="136" actId="5793"/>
          <ac:spMkLst>
            <pc:docMk/>
            <pc:sldMk cId="3035140792" sldId="522"/>
            <ac:spMk id="2" creationId="{00000000-0000-0000-0000-000000000000}"/>
          </ac:spMkLst>
        </pc:spChg>
        <pc:spChg chg="del mod">
          <ac:chgData name="Ms Alina Arshad" userId="cccdfd85-d35d-4453-9c6f-a463aae40722" providerId="ADAL" clId="{2B0BDB09-5917-47B2-9AD9-E52B3C1731B6}" dt="2024-09-29T12:02:48.318" v="143" actId="478"/>
          <ac:spMkLst>
            <pc:docMk/>
            <pc:sldMk cId="3035140792" sldId="522"/>
            <ac:spMk id="4" creationId="{00000000-0000-0000-0000-000000000000}"/>
          </ac:spMkLst>
        </pc:spChg>
        <pc:spChg chg="del">
          <ac:chgData name="Ms Alina Arshad" userId="cccdfd85-d35d-4453-9c6f-a463aae40722" providerId="ADAL" clId="{2B0BDB09-5917-47B2-9AD9-E52B3C1731B6}" dt="2024-09-29T12:02:50.938" v="144" actId="478"/>
          <ac:spMkLst>
            <pc:docMk/>
            <pc:sldMk cId="3035140792" sldId="522"/>
            <ac:spMk id="5" creationId="{00000000-0000-0000-0000-000000000000}"/>
          </ac:spMkLst>
        </pc:spChg>
        <pc:picChg chg="mod">
          <ac:chgData name="Ms Alina Arshad" userId="cccdfd85-d35d-4453-9c6f-a463aae40722" providerId="ADAL" clId="{2B0BDB09-5917-47B2-9AD9-E52B3C1731B6}" dt="2024-09-29T12:02:40.114" v="137" actId="1076"/>
          <ac:picMkLst>
            <pc:docMk/>
            <pc:sldMk cId="3035140792" sldId="522"/>
            <ac:picMk id="6" creationId="{00000000-0000-0000-0000-000000000000}"/>
          </ac:picMkLst>
        </pc:picChg>
      </pc:sldChg>
      <pc:sldChg chg="delSp modSp add mod">
        <pc:chgData name="Ms Alina Arshad" userId="cccdfd85-d35d-4453-9c6f-a463aae40722" providerId="ADAL" clId="{2B0BDB09-5917-47B2-9AD9-E52B3C1731B6}" dt="2024-09-29T12:03:06.343" v="148" actId="478"/>
        <pc:sldMkLst>
          <pc:docMk/>
          <pc:sldMk cId="2350581562" sldId="523"/>
        </pc:sldMkLst>
        <pc:spChg chg="mod">
          <ac:chgData name="Ms Alina Arshad" userId="cccdfd85-d35d-4453-9c6f-a463aae40722" providerId="ADAL" clId="{2B0BDB09-5917-47B2-9AD9-E52B3C1731B6}" dt="2024-09-29T12:02:59.595" v="146" actId="5793"/>
          <ac:spMkLst>
            <pc:docMk/>
            <pc:sldMk cId="2350581562" sldId="523"/>
            <ac:spMk id="2" creationId="{00000000-0000-0000-0000-000000000000}"/>
          </ac:spMkLst>
        </pc:spChg>
        <pc:spChg chg="del">
          <ac:chgData name="Ms Alina Arshad" userId="cccdfd85-d35d-4453-9c6f-a463aae40722" providerId="ADAL" clId="{2B0BDB09-5917-47B2-9AD9-E52B3C1731B6}" dt="2024-09-29T12:03:04.385" v="147" actId="478"/>
          <ac:spMkLst>
            <pc:docMk/>
            <pc:sldMk cId="2350581562" sldId="523"/>
            <ac:spMk id="4" creationId="{00000000-0000-0000-0000-000000000000}"/>
          </ac:spMkLst>
        </pc:spChg>
        <pc:spChg chg="del">
          <ac:chgData name="Ms Alina Arshad" userId="cccdfd85-d35d-4453-9c6f-a463aae40722" providerId="ADAL" clId="{2B0BDB09-5917-47B2-9AD9-E52B3C1731B6}" dt="2024-09-29T12:03:06.343" v="148" actId="478"/>
          <ac:spMkLst>
            <pc:docMk/>
            <pc:sldMk cId="2350581562" sldId="523"/>
            <ac:spMk id="5" creationId="{00000000-0000-0000-0000-000000000000}"/>
          </ac:spMkLst>
        </pc:spChg>
      </pc:sldChg>
      <pc:sldChg chg="delSp modSp add mod">
        <pc:chgData name="Ms Alina Arshad" userId="cccdfd85-d35d-4453-9c6f-a463aae40722" providerId="ADAL" clId="{2B0BDB09-5917-47B2-9AD9-E52B3C1731B6}" dt="2024-09-29T12:03:22.543" v="154" actId="478"/>
        <pc:sldMkLst>
          <pc:docMk/>
          <pc:sldMk cId="627369714" sldId="524"/>
        </pc:sldMkLst>
        <pc:spChg chg="mod">
          <ac:chgData name="Ms Alina Arshad" userId="cccdfd85-d35d-4453-9c6f-a463aae40722" providerId="ADAL" clId="{2B0BDB09-5917-47B2-9AD9-E52B3C1731B6}" dt="2024-09-29T12:03:11.628" v="150" actId="5793"/>
          <ac:spMkLst>
            <pc:docMk/>
            <pc:sldMk cId="627369714" sldId="524"/>
            <ac:spMk id="2" creationId="{00000000-0000-0000-0000-000000000000}"/>
          </ac:spMkLst>
        </pc:spChg>
        <pc:spChg chg="del">
          <ac:chgData name="Ms Alina Arshad" userId="cccdfd85-d35d-4453-9c6f-a463aae40722" providerId="ADAL" clId="{2B0BDB09-5917-47B2-9AD9-E52B3C1731B6}" dt="2024-09-29T12:03:19.840" v="153" actId="478"/>
          <ac:spMkLst>
            <pc:docMk/>
            <pc:sldMk cId="627369714" sldId="524"/>
            <ac:spMk id="4" creationId="{00000000-0000-0000-0000-000000000000}"/>
          </ac:spMkLst>
        </pc:spChg>
        <pc:spChg chg="del">
          <ac:chgData name="Ms Alina Arshad" userId="cccdfd85-d35d-4453-9c6f-a463aae40722" providerId="ADAL" clId="{2B0BDB09-5917-47B2-9AD9-E52B3C1731B6}" dt="2024-09-29T12:03:22.543" v="154" actId="478"/>
          <ac:spMkLst>
            <pc:docMk/>
            <pc:sldMk cId="627369714" sldId="524"/>
            <ac:spMk id="5" creationId="{00000000-0000-0000-0000-000000000000}"/>
          </ac:spMkLst>
        </pc:spChg>
        <pc:picChg chg="mod">
          <ac:chgData name="Ms Alina Arshad" userId="cccdfd85-d35d-4453-9c6f-a463aae40722" providerId="ADAL" clId="{2B0BDB09-5917-47B2-9AD9-E52B3C1731B6}" dt="2024-09-29T12:03:14.850" v="151" actId="1076"/>
          <ac:picMkLst>
            <pc:docMk/>
            <pc:sldMk cId="627369714" sldId="524"/>
            <ac:picMk id="6" creationId="{00000000-0000-0000-0000-000000000000}"/>
          </ac:picMkLst>
        </pc:picChg>
        <pc:picChg chg="mod">
          <ac:chgData name="Ms Alina Arshad" userId="cccdfd85-d35d-4453-9c6f-a463aae40722" providerId="ADAL" clId="{2B0BDB09-5917-47B2-9AD9-E52B3C1731B6}" dt="2024-09-29T12:03:18.261" v="152" actId="1076"/>
          <ac:picMkLst>
            <pc:docMk/>
            <pc:sldMk cId="627369714" sldId="524"/>
            <ac:picMk id="8" creationId="{00000000-0000-0000-0000-000000000000}"/>
          </ac:picMkLst>
        </pc:picChg>
      </pc:sldChg>
    </pc:docChg>
  </pc:docChgLst>
  <pc:docChgLst>
    <pc:chgData name="Ms Alina Arshad" userId="cccdfd85-d35d-4453-9c6f-a463aae40722" providerId="ADAL" clId="{BD6D487F-1D2B-49DF-996A-E34A551332BA}"/>
    <pc:docChg chg="custSel delSld modSld">
      <pc:chgData name="Ms Alina Arshad" userId="cccdfd85-d35d-4453-9c6f-a463aae40722" providerId="ADAL" clId="{BD6D487F-1D2B-49DF-996A-E34A551332BA}" dt="2024-10-21T16:44:34.714" v="244" actId="20577"/>
      <pc:docMkLst>
        <pc:docMk/>
      </pc:docMkLst>
      <pc:sldChg chg="modSp mod">
        <pc:chgData name="Ms Alina Arshad" userId="cccdfd85-d35d-4453-9c6f-a463aae40722" providerId="ADAL" clId="{BD6D487F-1D2B-49DF-996A-E34A551332BA}" dt="2024-10-21T16:44:34.714" v="244" actId="20577"/>
        <pc:sldMkLst>
          <pc:docMk/>
          <pc:sldMk cId="3322361034" sldId="256"/>
        </pc:sldMkLst>
        <pc:spChg chg="mod">
          <ac:chgData name="Ms Alina Arshad" userId="cccdfd85-d35d-4453-9c6f-a463aae40722" providerId="ADAL" clId="{BD6D487F-1D2B-49DF-996A-E34A551332BA}" dt="2024-10-21T16:44:34.714" v="244" actId="20577"/>
          <ac:spMkLst>
            <pc:docMk/>
            <pc:sldMk cId="3322361034" sldId="256"/>
            <ac:spMk id="3" creationId="{44E9F82C-BBA7-3495-1097-BEDB54FFFDF4}"/>
          </ac:spMkLst>
        </pc:spChg>
      </pc:sldChg>
      <pc:sldChg chg="del">
        <pc:chgData name="Ms Alina Arshad" userId="cccdfd85-d35d-4453-9c6f-a463aae40722" providerId="ADAL" clId="{BD6D487F-1D2B-49DF-996A-E34A551332BA}" dt="2024-10-19T17:03:23.863" v="0" actId="47"/>
        <pc:sldMkLst>
          <pc:docMk/>
          <pc:sldMk cId="364105119" sldId="330"/>
        </pc:sldMkLst>
      </pc:sldChg>
      <pc:sldChg chg="del">
        <pc:chgData name="Ms Alina Arshad" userId="cccdfd85-d35d-4453-9c6f-a463aae40722" providerId="ADAL" clId="{BD6D487F-1D2B-49DF-996A-E34A551332BA}" dt="2024-10-19T17:03:24.320" v="1" actId="47"/>
        <pc:sldMkLst>
          <pc:docMk/>
          <pc:sldMk cId="3507957172" sldId="331"/>
        </pc:sldMkLst>
      </pc:sldChg>
      <pc:sldChg chg="del">
        <pc:chgData name="Ms Alina Arshad" userId="cccdfd85-d35d-4453-9c6f-a463aae40722" providerId="ADAL" clId="{BD6D487F-1D2B-49DF-996A-E34A551332BA}" dt="2024-10-19T17:03:24.682" v="2" actId="47"/>
        <pc:sldMkLst>
          <pc:docMk/>
          <pc:sldMk cId="2370268370" sldId="332"/>
        </pc:sldMkLst>
      </pc:sldChg>
      <pc:sldChg chg="del">
        <pc:chgData name="Ms Alina Arshad" userId="cccdfd85-d35d-4453-9c6f-a463aae40722" providerId="ADAL" clId="{BD6D487F-1D2B-49DF-996A-E34A551332BA}" dt="2024-10-19T17:03:25.044" v="3" actId="47"/>
        <pc:sldMkLst>
          <pc:docMk/>
          <pc:sldMk cId="4266472454" sldId="333"/>
        </pc:sldMkLst>
      </pc:sldChg>
      <pc:sldChg chg="del">
        <pc:chgData name="Ms Alina Arshad" userId="cccdfd85-d35d-4453-9c6f-a463aae40722" providerId="ADAL" clId="{BD6D487F-1D2B-49DF-996A-E34A551332BA}" dt="2024-10-19T17:03:25.453" v="4" actId="47"/>
        <pc:sldMkLst>
          <pc:docMk/>
          <pc:sldMk cId="3773565437" sldId="337"/>
        </pc:sldMkLst>
      </pc:sldChg>
      <pc:sldChg chg="del">
        <pc:chgData name="Ms Alina Arshad" userId="cccdfd85-d35d-4453-9c6f-a463aae40722" providerId="ADAL" clId="{BD6D487F-1D2B-49DF-996A-E34A551332BA}" dt="2024-10-19T17:03:25.870" v="5" actId="47"/>
        <pc:sldMkLst>
          <pc:docMk/>
          <pc:sldMk cId="4279161592" sldId="338"/>
        </pc:sldMkLst>
      </pc:sldChg>
      <pc:sldChg chg="delSp modSp mod">
        <pc:chgData name="Ms Alina Arshad" userId="cccdfd85-d35d-4453-9c6f-a463aae40722" providerId="ADAL" clId="{BD6D487F-1D2B-49DF-996A-E34A551332BA}" dt="2024-10-21T16:07:30.443" v="225" actId="5793"/>
        <pc:sldMkLst>
          <pc:docMk/>
          <pc:sldMk cId="3802661232" sldId="339"/>
        </pc:sldMkLst>
        <pc:spChg chg="mod">
          <ac:chgData name="Ms Alina Arshad" userId="cccdfd85-d35d-4453-9c6f-a463aae40722" providerId="ADAL" clId="{BD6D487F-1D2B-49DF-996A-E34A551332BA}" dt="2024-10-19T17:03:36.722" v="8" actId="14100"/>
          <ac:spMkLst>
            <pc:docMk/>
            <pc:sldMk cId="3802661232" sldId="339"/>
            <ac:spMk id="2" creationId="{00000000-0000-0000-0000-000000000000}"/>
          </ac:spMkLst>
        </pc:spChg>
        <pc:spChg chg="mod">
          <ac:chgData name="Ms Alina Arshad" userId="cccdfd85-d35d-4453-9c6f-a463aae40722" providerId="ADAL" clId="{BD6D487F-1D2B-49DF-996A-E34A551332BA}" dt="2024-10-21T16:07:30.443" v="225" actId="5793"/>
          <ac:spMkLst>
            <pc:docMk/>
            <pc:sldMk cId="3802661232" sldId="339"/>
            <ac:spMk id="3" creationId="{00000000-0000-0000-0000-000000000000}"/>
          </ac:spMkLst>
        </pc:spChg>
        <pc:spChg chg="del">
          <ac:chgData name="Ms Alina Arshad" userId="cccdfd85-d35d-4453-9c6f-a463aae40722" providerId="ADAL" clId="{BD6D487F-1D2B-49DF-996A-E34A551332BA}" dt="2024-10-19T17:03:48.309" v="10" actId="478"/>
          <ac:spMkLst>
            <pc:docMk/>
            <pc:sldMk cId="3802661232" sldId="339"/>
            <ac:spMk id="4" creationId="{00000000-0000-0000-0000-000000000000}"/>
          </ac:spMkLst>
        </pc:spChg>
        <pc:spChg chg="del">
          <ac:chgData name="Ms Alina Arshad" userId="cccdfd85-d35d-4453-9c6f-a463aae40722" providerId="ADAL" clId="{BD6D487F-1D2B-49DF-996A-E34A551332BA}" dt="2024-10-19T17:04:12.257" v="11" actId="478"/>
          <ac:spMkLst>
            <pc:docMk/>
            <pc:sldMk cId="3802661232" sldId="339"/>
            <ac:spMk id="5" creationId="{00000000-0000-0000-0000-000000000000}"/>
          </ac:spMkLst>
        </pc:spChg>
      </pc:sldChg>
      <pc:sldChg chg="delSp modSp mod">
        <pc:chgData name="Ms Alina Arshad" userId="cccdfd85-d35d-4453-9c6f-a463aae40722" providerId="ADAL" clId="{BD6D487F-1D2B-49DF-996A-E34A551332BA}" dt="2024-10-21T16:09:19.018" v="226" actId="12"/>
        <pc:sldMkLst>
          <pc:docMk/>
          <pc:sldMk cId="2631992896" sldId="341"/>
        </pc:sldMkLst>
        <pc:spChg chg="mod">
          <ac:chgData name="Ms Alina Arshad" userId="cccdfd85-d35d-4453-9c6f-a463aae40722" providerId="ADAL" clId="{BD6D487F-1D2B-49DF-996A-E34A551332BA}" dt="2024-10-19T17:05:24.368" v="15" actId="113"/>
          <ac:spMkLst>
            <pc:docMk/>
            <pc:sldMk cId="2631992896" sldId="341"/>
            <ac:spMk id="2" creationId="{00000000-0000-0000-0000-000000000000}"/>
          </ac:spMkLst>
        </pc:spChg>
        <pc:spChg chg="mod">
          <ac:chgData name="Ms Alina Arshad" userId="cccdfd85-d35d-4453-9c6f-a463aae40722" providerId="ADAL" clId="{BD6D487F-1D2B-49DF-996A-E34A551332BA}" dt="2024-10-21T16:09:19.018" v="226" actId="12"/>
          <ac:spMkLst>
            <pc:docMk/>
            <pc:sldMk cId="2631992896" sldId="341"/>
            <ac:spMk id="3" creationId="{00000000-0000-0000-0000-000000000000}"/>
          </ac:spMkLst>
        </pc:spChg>
        <pc:spChg chg="del">
          <ac:chgData name="Ms Alina Arshad" userId="cccdfd85-d35d-4453-9c6f-a463aae40722" providerId="ADAL" clId="{BD6D487F-1D2B-49DF-996A-E34A551332BA}" dt="2024-10-19T17:05:29.664" v="17" actId="478"/>
          <ac:spMkLst>
            <pc:docMk/>
            <pc:sldMk cId="2631992896" sldId="341"/>
            <ac:spMk id="4" creationId="{00000000-0000-0000-0000-000000000000}"/>
          </ac:spMkLst>
        </pc:spChg>
        <pc:spChg chg="del">
          <ac:chgData name="Ms Alina Arshad" userId="cccdfd85-d35d-4453-9c6f-a463aae40722" providerId="ADAL" clId="{BD6D487F-1D2B-49DF-996A-E34A551332BA}" dt="2024-10-19T17:05:31.772" v="18" actId="478"/>
          <ac:spMkLst>
            <pc:docMk/>
            <pc:sldMk cId="2631992896" sldId="341"/>
            <ac:spMk id="5" creationId="{00000000-0000-0000-0000-000000000000}"/>
          </ac:spMkLst>
        </pc:spChg>
      </pc:sldChg>
      <pc:sldChg chg="delSp modSp mod">
        <pc:chgData name="Ms Alina Arshad" userId="cccdfd85-d35d-4453-9c6f-a463aae40722" providerId="ADAL" clId="{BD6D487F-1D2B-49DF-996A-E34A551332BA}" dt="2024-10-21T16:21:05.186" v="231" actId="20577"/>
        <pc:sldMkLst>
          <pc:docMk/>
          <pc:sldMk cId="1272390140" sldId="342"/>
        </pc:sldMkLst>
        <pc:spChg chg="mod">
          <ac:chgData name="Ms Alina Arshad" userId="cccdfd85-d35d-4453-9c6f-a463aae40722" providerId="ADAL" clId="{BD6D487F-1D2B-49DF-996A-E34A551332BA}" dt="2024-10-19T17:05:59.263" v="22" actId="14100"/>
          <ac:spMkLst>
            <pc:docMk/>
            <pc:sldMk cId="1272390140" sldId="342"/>
            <ac:spMk id="2" creationId="{00000000-0000-0000-0000-000000000000}"/>
          </ac:spMkLst>
        </pc:spChg>
        <pc:spChg chg="mod">
          <ac:chgData name="Ms Alina Arshad" userId="cccdfd85-d35d-4453-9c6f-a463aae40722" providerId="ADAL" clId="{BD6D487F-1D2B-49DF-996A-E34A551332BA}" dt="2024-10-21T16:21:05.186" v="231" actId="20577"/>
          <ac:spMkLst>
            <pc:docMk/>
            <pc:sldMk cId="1272390140" sldId="342"/>
            <ac:spMk id="3" creationId="{00000000-0000-0000-0000-000000000000}"/>
          </ac:spMkLst>
        </pc:spChg>
        <pc:spChg chg="del">
          <ac:chgData name="Ms Alina Arshad" userId="cccdfd85-d35d-4453-9c6f-a463aae40722" providerId="ADAL" clId="{BD6D487F-1D2B-49DF-996A-E34A551332BA}" dt="2024-10-19T17:06:06.095" v="23" actId="478"/>
          <ac:spMkLst>
            <pc:docMk/>
            <pc:sldMk cId="1272390140" sldId="342"/>
            <ac:spMk id="4" creationId="{00000000-0000-0000-0000-000000000000}"/>
          </ac:spMkLst>
        </pc:spChg>
        <pc:spChg chg="del">
          <ac:chgData name="Ms Alina Arshad" userId="cccdfd85-d35d-4453-9c6f-a463aae40722" providerId="ADAL" clId="{BD6D487F-1D2B-49DF-996A-E34A551332BA}" dt="2024-10-19T17:06:08.323" v="24" actId="478"/>
          <ac:spMkLst>
            <pc:docMk/>
            <pc:sldMk cId="1272390140" sldId="342"/>
            <ac:spMk id="5" creationId="{00000000-0000-0000-0000-000000000000}"/>
          </ac:spMkLst>
        </pc:spChg>
      </pc:sldChg>
      <pc:sldChg chg="delSp modSp mod">
        <pc:chgData name="Ms Alina Arshad" userId="cccdfd85-d35d-4453-9c6f-a463aae40722" providerId="ADAL" clId="{BD6D487F-1D2B-49DF-996A-E34A551332BA}" dt="2024-10-21T16:21:28.602" v="233" actId="20577"/>
        <pc:sldMkLst>
          <pc:docMk/>
          <pc:sldMk cId="2975843183" sldId="343"/>
        </pc:sldMkLst>
        <pc:spChg chg="mod">
          <ac:chgData name="Ms Alina Arshad" userId="cccdfd85-d35d-4453-9c6f-a463aae40722" providerId="ADAL" clId="{BD6D487F-1D2B-49DF-996A-E34A551332BA}" dt="2024-10-19T17:28:56.311" v="32" actId="1076"/>
          <ac:spMkLst>
            <pc:docMk/>
            <pc:sldMk cId="2975843183" sldId="343"/>
            <ac:spMk id="2" creationId="{00000000-0000-0000-0000-000000000000}"/>
          </ac:spMkLst>
        </pc:spChg>
        <pc:spChg chg="mod">
          <ac:chgData name="Ms Alina Arshad" userId="cccdfd85-d35d-4453-9c6f-a463aae40722" providerId="ADAL" clId="{BD6D487F-1D2B-49DF-996A-E34A551332BA}" dt="2024-10-21T16:21:28.602" v="233" actId="20577"/>
          <ac:spMkLst>
            <pc:docMk/>
            <pc:sldMk cId="2975843183" sldId="343"/>
            <ac:spMk id="3" creationId="{00000000-0000-0000-0000-000000000000}"/>
          </ac:spMkLst>
        </pc:spChg>
        <pc:spChg chg="del mod">
          <ac:chgData name="Ms Alina Arshad" userId="cccdfd85-d35d-4453-9c6f-a463aae40722" providerId="ADAL" clId="{BD6D487F-1D2B-49DF-996A-E34A551332BA}" dt="2024-10-19T17:29:36.654" v="44" actId="478"/>
          <ac:spMkLst>
            <pc:docMk/>
            <pc:sldMk cId="2975843183" sldId="343"/>
            <ac:spMk id="4" creationId="{00000000-0000-0000-0000-000000000000}"/>
          </ac:spMkLst>
        </pc:spChg>
        <pc:spChg chg="del">
          <ac:chgData name="Ms Alina Arshad" userId="cccdfd85-d35d-4453-9c6f-a463aae40722" providerId="ADAL" clId="{BD6D487F-1D2B-49DF-996A-E34A551332BA}" dt="2024-10-19T17:29:40.513" v="45" actId="478"/>
          <ac:spMkLst>
            <pc:docMk/>
            <pc:sldMk cId="2975843183" sldId="343"/>
            <ac:spMk id="5" creationId="{00000000-0000-0000-0000-000000000000}"/>
          </ac:spMkLst>
        </pc:spChg>
        <pc:spChg chg="mod">
          <ac:chgData name="Ms Alina Arshad" userId="cccdfd85-d35d-4453-9c6f-a463aae40722" providerId="ADAL" clId="{BD6D487F-1D2B-49DF-996A-E34A551332BA}" dt="2024-10-19T17:29:20.376" v="38" actId="1076"/>
          <ac:spMkLst>
            <pc:docMk/>
            <pc:sldMk cId="2975843183" sldId="343"/>
            <ac:spMk id="10" creationId="{00000000-0000-0000-0000-000000000000}"/>
          </ac:spMkLst>
        </pc:spChg>
        <pc:spChg chg="mod">
          <ac:chgData name="Ms Alina Arshad" userId="cccdfd85-d35d-4453-9c6f-a463aae40722" providerId="ADAL" clId="{BD6D487F-1D2B-49DF-996A-E34A551332BA}" dt="2024-10-19T17:29:27.782" v="40" actId="1076"/>
          <ac:spMkLst>
            <pc:docMk/>
            <pc:sldMk cId="2975843183" sldId="343"/>
            <ac:spMk id="11" creationId="{00000000-0000-0000-0000-000000000000}"/>
          </ac:spMkLst>
        </pc:spChg>
        <pc:picChg chg="mod">
          <ac:chgData name="Ms Alina Arshad" userId="cccdfd85-d35d-4453-9c6f-a463aae40722" providerId="ADAL" clId="{BD6D487F-1D2B-49DF-996A-E34A551332BA}" dt="2024-10-19T17:29:16.697" v="37" actId="1076"/>
          <ac:picMkLst>
            <pc:docMk/>
            <pc:sldMk cId="2975843183" sldId="343"/>
            <ac:picMk id="6" creationId="{00000000-0000-0000-0000-000000000000}"/>
          </ac:picMkLst>
        </pc:picChg>
        <pc:picChg chg="mod">
          <ac:chgData name="Ms Alina Arshad" userId="cccdfd85-d35d-4453-9c6f-a463aae40722" providerId="ADAL" clId="{BD6D487F-1D2B-49DF-996A-E34A551332BA}" dt="2024-10-19T17:29:24.340" v="39" actId="1076"/>
          <ac:picMkLst>
            <pc:docMk/>
            <pc:sldMk cId="2975843183" sldId="343"/>
            <ac:picMk id="7" creationId="{00000000-0000-0000-0000-000000000000}"/>
          </ac:picMkLst>
        </pc:picChg>
      </pc:sldChg>
      <pc:sldChg chg="delSp modSp mod">
        <pc:chgData name="Ms Alina Arshad" userId="cccdfd85-d35d-4453-9c6f-a463aae40722" providerId="ADAL" clId="{BD6D487F-1D2B-49DF-996A-E34A551332BA}" dt="2024-10-21T16:23:32.865" v="240" actId="20577"/>
        <pc:sldMkLst>
          <pc:docMk/>
          <pc:sldMk cId="2728092652" sldId="344"/>
        </pc:sldMkLst>
        <pc:spChg chg="mod">
          <ac:chgData name="Ms Alina Arshad" userId="cccdfd85-d35d-4453-9c6f-a463aae40722" providerId="ADAL" clId="{BD6D487F-1D2B-49DF-996A-E34A551332BA}" dt="2024-10-21T15:37:08.585" v="51" actId="113"/>
          <ac:spMkLst>
            <pc:docMk/>
            <pc:sldMk cId="2728092652" sldId="344"/>
            <ac:spMk id="2" creationId="{00000000-0000-0000-0000-000000000000}"/>
          </ac:spMkLst>
        </pc:spChg>
        <pc:spChg chg="mod">
          <ac:chgData name="Ms Alina Arshad" userId="cccdfd85-d35d-4453-9c6f-a463aae40722" providerId="ADAL" clId="{BD6D487F-1D2B-49DF-996A-E34A551332BA}" dt="2024-10-21T16:23:32.865" v="240" actId="20577"/>
          <ac:spMkLst>
            <pc:docMk/>
            <pc:sldMk cId="2728092652" sldId="344"/>
            <ac:spMk id="3" creationId="{00000000-0000-0000-0000-000000000000}"/>
          </ac:spMkLst>
        </pc:spChg>
        <pc:spChg chg="del">
          <ac:chgData name="Ms Alina Arshad" userId="cccdfd85-d35d-4453-9c6f-a463aae40722" providerId="ADAL" clId="{BD6D487F-1D2B-49DF-996A-E34A551332BA}" dt="2024-10-21T15:36:51.814" v="46" actId="478"/>
          <ac:spMkLst>
            <pc:docMk/>
            <pc:sldMk cId="2728092652" sldId="344"/>
            <ac:spMk id="4" creationId="{00000000-0000-0000-0000-000000000000}"/>
          </ac:spMkLst>
        </pc:spChg>
        <pc:spChg chg="del">
          <ac:chgData name="Ms Alina Arshad" userId="cccdfd85-d35d-4453-9c6f-a463aae40722" providerId="ADAL" clId="{BD6D487F-1D2B-49DF-996A-E34A551332BA}" dt="2024-10-21T15:36:53.940" v="47" actId="478"/>
          <ac:spMkLst>
            <pc:docMk/>
            <pc:sldMk cId="2728092652" sldId="344"/>
            <ac:spMk id="5" creationId="{00000000-0000-0000-0000-000000000000}"/>
          </ac:spMkLst>
        </pc:spChg>
      </pc:sldChg>
      <pc:sldChg chg="delSp modSp mod">
        <pc:chgData name="Ms Alina Arshad" userId="cccdfd85-d35d-4453-9c6f-a463aae40722" providerId="ADAL" clId="{BD6D487F-1D2B-49DF-996A-E34A551332BA}" dt="2024-10-21T15:37:35.008" v="59" actId="478"/>
        <pc:sldMkLst>
          <pc:docMk/>
          <pc:sldMk cId="1152589764" sldId="345"/>
        </pc:sldMkLst>
        <pc:spChg chg="mod">
          <ac:chgData name="Ms Alina Arshad" userId="cccdfd85-d35d-4453-9c6f-a463aae40722" providerId="ADAL" clId="{BD6D487F-1D2B-49DF-996A-E34A551332BA}" dt="2024-10-21T15:37:27.151" v="56" actId="14100"/>
          <ac:spMkLst>
            <pc:docMk/>
            <pc:sldMk cId="1152589764" sldId="345"/>
            <ac:spMk id="2" creationId="{00000000-0000-0000-0000-000000000000}"/>
          </ac:spMkLst>
        </pc:spChg>
        <pc:spChg chg="del">
          <ac:chgData name="Ms Alina Arshad" userId="cccdfd85-d35d-4453-9c6f-a463aae40722" providerId="ADAL" clId="{BD6D487F-1D2B-49DF-996A-E34A551332BA}" dt="2024-10-21T15:37:32.379" v="58" actId="478"/>
          <ac:spMkLst>
            <pc:docMk/>
            <pc:sldMk cId="1152589764" sldId="345"/>
            <ac:spMk id="4" creationId="{00000000-0000-0000-0000-000000000000}"/>
          </ac:spMkLst>
        </pc:spChg>
        <pc:spChg chg="del">
          <ac:chgData name="Ms Alina Arshad" userId="cccdfd85-d35d-4453-9c6f-a463aae40722" providerId="ADAL" clId="{BD6D487F-1D2B-49DF-996A-E34A551332BA}" dt="2024-10-21T15:37:35.008" v="59" actId="478"/>
          <ac:spMkLst>
            <pc:docMk/>
            <pc:sldMk cId="1152589764" sldId="345"/>
            <ac:spMk id="5" creationId="{00000000-0000-0000-0000-000000000000}"/>
          </ac:spMkLst>
        </pc:spChg>
        <pc:picChg chg="mod">
          <ac:chgData name="Ms Alina Arshad" userId="cccdfd85-d35d-4453-9c6f-a463aae40722" providerId="ADAL" clId="{BD6D487F-1D2B-49DF-996A-E34A551332BA}" dt="2024-10-21T15:37:29.559" v="57" actId="1076"/>
          <ac:picMkLst>
            <pc:docMk/>
            <pc:sldMk cId="1152589764" sldId="345"/>
            <ac:picMk id="6" creationId="{00000000-0000-0000-0000-000000000000}"/>
          </ac:picMkLst>
        </pc:picChg>
      </pc:sldChg>
      <pc:sldChg chg="delSp modSp mod">
        <pc:chgData name="Ms Alina Arshad" userId="cccdfd85-d35d-4453-9c6f-a463aae40722" providerId="ADAL" clId="{BD6D487F-1D2B-49DF-996A-E34A551332BA}" dt="2024-10-21T15:38:00.907" v="67" actId="14100"/>
        <pc:sldMkLst>
          <pc:docMk/>
          <pc:sldMk cId="2836377052" sldId="346"/>
        </pc:sldMkLst>
        <pc:spChg chg="mod">
          <ac:chgData name="Ms Alina Arshad" userId="cccdfd85-d35d-4453-9c6f-a463aae40722" providerId="ADAL" clId="{BD6D487F-1D2B-49DF-996A-E34A551332BA}" dt="2024-10-21T15:37:42.744" v="61" actId="207"/>
          <ac:spMkLst>
            <pc:docMk/>
            <pc:sldMk cId="2836377052" sldId="346"/>
            <ac:spMk id="2" creationId="{00000000-0000-0000-0000-000000000000}"/>
          </ac:spMkLst>
        </pc:spChg>
        <pc:spChg chg="mod">
          <ac:chgData name="Ms Alina Arshad" userId="cccdfd85-d35d-4453-9c6f-a463aae40722" providerId="ADAL" clId="{BD6D487F-1D2B-49DF-996A-E34A551332BA}" dt="2024-10-21T15:38:00.907" v="67" actId="14100"/>
          <ac:spMkLst>
            <pc:docMk/>
            <pc:sldMk cId="2836377052" sldId="346"/>
            <ac:spMk id="3" creationId="{00000000-0000-0000-0000-000000000000}"/>
          </ac:spMkLst>
        </pc:spChg>
        <pc:spChg chg="del">
          <ac:chgData name="Ms Alina Arshad" userId="cccdfd85-d35d-4453-9c6f-a463aae40722" providerId="ADAL" clId="{BD6D487F-1D2B-49DF-996A-E34A551332BA}" dt="2024-10-21T15:37:56.226" v="65" actId="478"/>
          <ac:spMkLst>
            <pc:docMk/>
            <pc:sldMk cId="2836377052" sldId="346"/>
            <ac:spMk id="4" creationId="{00000000-0000-0000-0000-000000000000}"/>
          </ac:spMkLst>
        </pc:spChg>
        <pc:spChg chg="del">
          <ac:chgData name="Ms Alina Arshad" userId="cccdfd85-d35d-4453-9c6f-a463aae40722" providerId="ADAL" clId="{BD6D487F-1D2B-49DF-996A-E34A551332BA}" dt="2024-10-21T15:37:58.062" v="66" actId="478"/>
          <ac:spMkLst>
            <pc:docMk/>
            <pc:sldMk cId="2836377052" sldId="346"/>
            <ac:spMk id="5" creationId="{00000000-0000-0000-0000-000000000000}"/>
          </ac:spMkLst>
        </pc:spChg>
      </pc:sldChg>
      <pc:sldChg chg="delSp modSp mod">
        <pc:chgData name="Ms Alina Arshad" userId="cccdfd85-d35d-4453-9c6f-a463aae40722" providerId="ADAL" clId="{BD6D487F-1D2B-49DF-996A-E34A551332BA}" dt="2024-10-21T15:43:51.415" v="130" actId="478"/>
        <pc:sldMkLst>
          <pc:docMk/>
          <pc:sldMk cId="1937937038" sldId="347"/>
        </pc:sldMkLst>
        <pc:spChg chg="mod">
          <ac:chgData name="Ms Alina Arshad" userId="cccdfd85-d35d-4453-9c6f-a463aae40722" providerId="ADAL" clId="{BD6D487F-1D2B-49DF-996A-E34A551332BA}" dt="2024-10-21T15:43:21.620" v="77" actId="113"/>
          <ac:spMkLst>
            <pc:docMk/>
            <pc:sldMk cId="1937937038" sldId="347"/>
            <ac:spMk id="2" creationId="{00000000-0000-0000-0000-000000000000}"/>
          </ac:spMkLst>
        </pc:spChg>
        <pc:spChg chg="mod">
          <ac:chgData name="Ms Alina Arshad" userId="cccdfd85-d35d-4453-9c6f-a463aae40722" providerId="ADAL" clId="{BD6D487F-1D2B-49DF-996A-E34A551332BA}" dt="2024-10-21T15:43:32.404" v="81" actId="207"/>
          <ac:spMkLst>
            <pc:docMk/>
            <pc:sldMk cId="1937937038" sldId="347"/>
            <ac:spMk id="3" creationId="{00000000-0000-0000-0000-000000000000}"/>
          </ac:spMkLst>
        </pc:spChg>
        <pc:spChg chg="del">
          <ac:chgData name="Ms Alina Arshad" userId="cccdfd85-d35d-4453-9c6f-a463aae40722" providerId="ADAL" clId="{BD6D487F-1D2B-49DF-996A-E34A551332BA}" dt="2024-10-21T15:43:49.374" v="129" actId="478"/>
          <ac:spMkLst>
            <pc:docMk/>
            <pc:sldMk cId="1937937038" sldId="347"/>
            <ac:spMk id="4" creationId="{00000000-0000-0000-0000-000000000000}"/>
          </ac:spMkLst>
        </pc:spChg>
        <pc:spChg chg="del">
          <ac:chgData name="Ms Alina Arshad" userId="cccdfd85-d35d-4453-9c6f-a463aae40722" providerId="ADAL" clId="{BD6D487F-1D2B-49DF-996A-E34A551332BA}" dt="2024-10-21T15:43:51.415" v="130" actId="478"/>
          <ac:spMkLst>
            <pc:docMk/>
            <pc:sldMk cId="1937937038" sldId="347"/>
            <ac:spMk id="5" creationId="{00000000-0000-0000-0000-000000000000}"/>
          </ac:spMkLst>
        </pc:spChg>
        <pc:picChg chg="mod">
          <ac:chgData name="Ms Alina Arshad" userId="cccdfd85-d35d-4453-9c6f-a463aae40722" providerId="ADAL" clId="{BD6D487F-1D2B-49DF-996A-E34A551332BA}" dt="2024-10-21T15:43:47.179" v="128" actId="1036"/>
          <ac:picMkLst>
            <pc:docMk/>
            <pc:sldMk cId="1937937038" sldId="347"/>
            <ac:picMk id="6" creationId="{00000000-0000-0000-0000-000000000000}"/>
          </ac:picMkLst>
        </pc:picChg>
      </pc:sldChg>
      <pc:sldChg chg="delSp modSp mod">
        <pc:chgData name="Ms Alina Arshad" userId="cccdfd85-d35d-4453-9c6f-a463aae40722" providerId="ADAL" clId="{BD6D487F-1D2B-49DF-996A-E34A551332BA}" dt="2024-10-21T16:34:45.481" v="242" actId="20577"/>
        <pc:sldMkLst>
          <pc:docMk/>
          <pc:sldMk cId="4039711712" sldId="348"/>
        </pc:sldMkLst>
        <pc:spChg chg="mod">
          <ac:chgData name="Ms Alina Arshad" userId="cccdfd85-d35d-4453-9c6f-a463aae40722" providerId="ADAL" clId="{BD6D487F-1D2B-49DF-996A-E34A551332BA}" dt="2024-10-21T15:44:01.961" v="133" actId="14100"/>
          <ac:spMkLst>
            <pc:docMk/>
            <pc:sldMk cId="4039711712" sldId="348"/>
            <ac:spMk id="2" creationId="{00000000-0000-0000-0000-000000000000}"/>
          </ac:spMkLst>
        </pc:spChg>
        <pc:spChg chg="mod">
          <ac:chgData name="Ms Alina Arshad" userId="cccdfd85-d35d-4453-9c6f-a463aae40722" providerId="ADAL" clId="{BD6D487F-1D2B-49DF-996A-E34A551332BA}" dt="2024-10-21T16:34:45.481" v="242" actId="20577"/>
          <ac:spMkLst>
            <pc:docMk/>
            <pc:sldMk cId="4039711712" sldId="348"/>
            <ac:spMk id="3" creationId="{00000000-0000-0000-0000-000000000000}"/>
          </ac:spMkLst>
        </pc:spChg>
        <pc:spChg chg="del">
          <ac:chgData name="Ms Alina Arshad" userId="cccdfd85-d35d-4453-9c6f-a463aae40722" providerId="ADAL" clId="{BD6D487F-1D2B-49DF-996A-E34A551332BA}" dt="2024-10-21T15:44:10.321" v="136" actId="478"/>
          <ac:spMkLst>
            <pc:docMk/>
            <pc:sldMk cId="4039711712" sldId="348"/>
            <ac:spMk id="4" creationId="{00000000-0000-0000-0000-000000000000}"/>
          </ac:spMkLst>
        </pc:spChg>
        <pc:spChg chg="del mod">
          <ac:chgData name="Ms Alina Arshad" userId="cccdfd85-d35d-4453-9c6f-a463aae40722" providerId="ADAL" clId="{BD6D487F-1D2B-49DF-996A-E34A551332BA}" dt="2024-10-21T15:44:14.646" v="139" actId="478"/>
          <ac:spMkLst>
            <pc:docMk/>
            <pc:sldMk cId="4039711712" sldId="348"/>
            <ac:spMk id="5" creationId="{00000000-0000-0000-0000-000000000000}"/>
          </ac:spMkLst>
        </pc:spChg>
      </pc:sldChg>
      <pc:sldChg chg="delSp modSp mod">
        <pc:chgData name="Ms Alina Arshad" userId="cccdfd85-d35d-4453-9c6f-a463aae40722" providerId="ADAL" clId="{BD6D487F-1D2B-49DF-996A-E34A551332BA}" dt="2024-10-21T15:44:46.594" v="153" actId="478"/>
        <pc:sldMkLst>
          <pc:docMk/>
          <pc:sldMk cId="920152002" sldId="349"/>
        </pc:sldMkLst>
        <pc:spChg chg="mod">
          <ac:chgData name="Ms Alina Arshad" userId="cccdfd85-d35d-4453-9c6f-a463aae40722" providerId="ADAL" clId="{BD6D487F-1D2B-49DF-996A-E34A551332BA}" dt="2024-10-21T15:44:24.971" v="144" actId="20577"/>
          <ac:spMkLst>
            <pc:docMk/>
            <pc:sldMk cId="920152002" sldId="349"/>
            <ac:spMk id="2" creationId="{00000000-0000-0000-0000-000000000000}"/>
          </ac:spMkLst>
        </pc:spChg>
        <pc:spChg chg="mod">
          <ac:chgData name="Ms Alina Arshad" userId="cccdfd85-d35d-4453-9c6f-a463aae40722" providerId="ADAL" clId="{BD6D487F-1D2B-49DF-996A-E34A551332BA}" dt="2024-10-21T15:44:42.109" v="151" actId="1076"/>
          <ac:spMkLst>
            <pc:docMk/>
            <pc:sldMk cId="920152002" sldId="349"/>
            <ac:spMk id="3" creationId="{00000000-0000-0000-0000-000000000000}"/>
          </ac:spMkLst>
        </pc:spChg>
        <pc:spChg chg="del">
          <ac:chgData name="Ms Alina Arshad" userId="cccdfd85-d35d-4453-9c6f-a463aae40722" providerId="ADAL" clId="{BD6D487F-1D2B-49DF-996A-E34A551332BA}" dt="2024-10-21T15:44:43.794" v="152" actId="478"/>
          <ac:spMkLst>
            <pc:docMk/>
            <pc:sldMk cId="920152002" sldId="349"/>
            <ac:spMk id="4" creationId="{00000000-0000-0000-0000-000000000000}"/>
          </ac:spMkLst>
        </pc:spChg>
        <pc:spChg chg="del">
          <ac:chgData name="Ms Alina Arshad" userId="cccdfd85-d35d-4453-9c6f-a463aae40722" providerId="ADAL" clId="{BD6D487F-1D2B-49DF-996A-E34A551332BA}" dt="2024-10-21T15:44:46.594" v="153" actId="478"/>
          <ac:spMkLst>
            <pc:docMk/>
            <pc:sldMk cId="920152002" sldId="349"/>
            <ac:spMk id="5" creationId="{00000000-0000-0000-0000-000000000000}"/>
          </ac:spMkLst>
        </pc:spChg>
        <pc:picChg chg="mod">
          <ac:chgData name="Ms Alina Arshad" userId="cccdfd85-d35d-4453-9c6f-a463aae40722" providerId="ADAL" clId="{BD6D487F-1D2B-49DF-996A-E34A551332BA}" dt="2024-10-21T15:44:28.060" v="145" actId="1076"/>
          <ac:picMkLst>
            <pc:docMk/>
            <pc:sldMk cId="920152002" sldId="349"/>
            <ac:picMk id="7" creationId="{00000000-0000-0000-0000-000000000000}"/>
          </ac:picMkLst>
        </pc:picChg>
      </pc:sldChg>
      <pc:sldChg chg="delSp modSp mod">
        <pc:chgData name="Ms Alina Arshad" userId="cccdfd85-d35d-4453-9c6f-a463aae40722" providerId="ADAL" clId="{BD6D487F-1D2B-49DF-996A-E34A551332BA}" dt="2024-10-21T15:45:05.753" v="159" actId="478"/>
        <pc:sldMkLst>
          <pc:docMk/>
          <pc:sldMk cId="4094110610" sldId="350"/>
        </pc:sldMkLst>
        <pc:spChg chg="mod">
          <ac:chgData name="Ms Alina Arshad" userId="cccdfd85-d35d-4453-9c6f-a463aae40722" providerId="ADAL" clId="{BD6D487F-1D2B-49DF-996A-E34A551332BA}" dt="2024-10-21T15:44:58.797" v="156" actId="113"/>
          <ac:spMkLst>
            <pc:docMk/>
            <pc:sldMk cId="4094110610" sldId="350"/>
            <ac:spMk id="2" creationId="{00000000-0000-0000-0000-000000000000}"/>
          </ac:spMkLst>
        </pc:spChg>
        <pc:spChg chg="del">
          <ac:chgData name="Ms Alina Arshad" userId="cccdfd85-d35d-4453-9c6f-a463aae40722" providerId="ADAL" clId="{BD6D487F-1D2B-49DF-996A-E34A551332BA}" dt="2024-10-21T15:45:03.947" v="158" actId="478"/>
          <ac:spMkLst>
            <pc:docMk/>
            <pc:sldMk cId="4094110610" sldId="350"/>
            <ac:spMk id="4" creationId="{00000000-0000-0000-0000-000000000000}"/>
          </ac:spMkLst>
        </pc:spChg>
        <pc:spChg chg="del">
          <ac:chgData name="Ms Alina Arshad" userId="cccdfd85-d35d-4453-9c6f-a463aae40722" providerId="ADAL" clId="{BD6D487F-1D2B-49DF-996A-E34A551332BA}" dt="2024-10-21T15:45:05.753" v="159" actId="478"/>
          <ac:spMkLst>
            <pc:docMk/>
            <pc:sldMk cId="4094110610" sldId="350"/>
            <ac:spMk id="5" creationId="{00000000-0000-0000-0000-000000000000}"/>
          </ac:spMkLst>
        </pc:spChg>
        <pc:picChg chg="mod">
          <ac:chgData name="Ms Alina Arshad" userId="cccdfd85-d35d-4453-9c6f-a463aae40722" providerId="ADAL" clId="{BD6D487F-1D2B-49DF-996A-E34A551332BA}" dt="2024-10-21T15:45:02.338" v="157" actId="1076"/>
          <ac:picMkLst>
            <pc:docMk/>
            <pc:sldMk cId="4094110610" sldId="350"/>
            <ac:picMk id="6" creationId="{00000000-0000-0000-0000-000000000000}"/>
          </ac:picMkLst>
        </pc:picChg>
      </pc:sldChg>
      <pc:sldChg chg="delSp modSp mod">
        <pc:chgData name="Ms Alina Arshad" userId="cccdfd85-d35d-4453-9c6f-a463aae40722" providerId="ADAL" clId="{BD6D487F-1D2B-49DF-996A-E34A551332BA}" dt="2024-10-19T17:08:52.354" v="29" actId="478"/>
        <pc:sldMkLst>
          <pc:docMk/>
          <pc:sldMk cId="2870650755" sldId="351"/>
        </pc:sldMkLst>
        <pc:spChg chg="mod">
          <ac:chgData name="Ms Alina Arshad" userId="cccdfd85-d35d-4453-9c6f-a463aae40722" providerId="ADAL" clId="{BD6D487F-1D2B-49DF-996A-E34A551332BA}" dt="2024-10-19T17:08:44.145" v="26" actId="1036"/>
          <ac:spMkLst>
            <pc:docMk/>
            <pc:sldMk cId="2870650755" sldId="351"/>
            <ac:spMk id="2" creationId="{00000000-0000-0000-0000-000000000000}"/>
          </ac:spMkLst>
        </pc:spChg>
        <pc:spChg chg="del mod">
          <ac:chgData name="Ms Alina Arshad" userId="cccdfd85-d35d-4453-9c6f-a463aae40722" providerId="ADAL" clId="{BD6D487F-1D2B-49DF-996A-E34A551332BA}" dt="2024-10-19T17:08:52.354" v="29" actId="478"/>
          <ac:spMkLst>
            <pc:docMk/>
            <pc:sldMk cId="2870650755" sldId="351"/>
            <ac:spMk id="4" creationId="{00000000-0000-0000-0000-000000000000}"/>
          </ac:spMkLst>
        </pc:spChg>
        <pc:spChg chg="del">
          <ac:chgData name="Ms Alina Arshad" userId="cccdfd85-d35d-4453-9c6f-a463aae40722" providerId="ADAL" clId="{BD6D487F-1D2B-49DF-996A-E34A551332BA}" dt="2024-10-19T17:08:46.984" v="27" actId="478"/>
          <ac:spMkLst>
            <pc:docMk/>
            <pc:sldMk cId="2870650755" sldId="351"/>
            <ac:spMk id="5" creationId="{00000000-0000-0000-0000-000000000000}"/>
          </ac:spMkLst>
        </pc:spChg>
      </pc:sldChg>
      <pc:sldChg chg="delSp modSp mod">
        <pc:chgData name="Ms Alina Arshad" userId="cccdfd85-d35d-4453-9c6f-a463aae40722" providerId="ADAL" clId="{BD6D487F-1D2B-49DF-996A-E34A551332BA}" dt="2024-10-21T15:43:12.708" v="74" actId="478"/>
        <pc:sldMkLst>
          <pc:docMk/>
          <pc:sldMk cId="2110565016" sldId="352"/>
        </pc:sldMkLst>
        <pc:spChg chg="mod">
          <ac:chgData name="Ms Alina Arshad" userId="cccdfd85-d35d-4453-9c6f-a463aae40722" providerId="ADAL" clId="{BD6D487F-1D2B-49DF-996A-E34A551332BA}" dt="2024-10-21T15:42:58.546" v="70" actId="113"/>
          <ac:spMkLst>
            <pc:docMk/>
            <pc:sldMk cId="2110565016" sldId="352"/>
            <ac:spMk id="2" creationId="{00000000-0000-0000-0000-000000000000}"/>
          </ac:spMkLst>
        </pc:spChg>
        <pc:spChg chg="mod">
          <ac:chgData name="Ms Alina Arshad" userId="cccdfd85-d35d-4453-9c6f-a463aae40722" providerId="ADAL" clId="{BD6D487F-1D2B-49DF-996A-E34A551332BA}" dt="2024-10-21T15:43:07.213" v="72" actId="403"/>
          <ac:spMkLst>
            <pc:docMk/>
            <pc:sldMk cId="2110565016" sldId="352"/>
            <ac:spMk id="3" creationId="{00000000-0000-0000-0000-000000000000}"/>
          </ac:spMkLst>
        </pc:spChg>
        <pc:spChg chg="del">
          <ac:chgData name="Ms Alina Arshad" userId="cccdfd85-d35d-4453-9c6f-a463aae40722" providerId="ADAL" clId="{BD6D487F-1D2B-49DF-996A-E34A551332BA}" dt="2024-10-21T15:43:09.333" v="73" actId="478"/>
          <ac:spMkLst>
            <pc:docMk/>
            <pc:sldMk cId="2110565016" sldId="352"/>
            <ac:spMk id="4" creationId="{00000000-0000-0000-0000-000000000000}"/>
          </ac:spMkLst>
        </pc:spChg>
        <pc:spChg chg="del">
          <ac:chgData name="Ms Alina Arshad" userId="cccdfd85-d35d-4453-9c6f-a463aae40722" providerId="ADAL" clId="{BD6D487F-1D2B-49DF-996A-E34A551332BA}" dt="2024-10-21T15:43:12.708" v="74" actId="478"/>
          <ac:spMkLst>
            <pc:docMk/>
            <pc:sldMk cId="2110565016" sldId="352"/>
            <ac:spMk id="5" creationId="{00000000-0000-0000-0000-000000000000}"/>
          </ac:spMkLst>
        </pc:spChg>
      </pc:sldChg>
      <pc:sldChg chg="delSp modSp mod">
        <pc:chgData name="Ms Alina Arshad" userId="cccdfd85-d35d-4453-9c6f-a463aae40722" providerId="ADAL" clId="{BD6D487F-1D2B-49DF-996A-E34A551332BA}" dt="2024-10-21T15:45:29.721" v="169" actId="1076"/>
        <pc:sldMkLst>
          <pc:docMk/>
          <pc:sldMk cId="3796521914" sldId="354"/>
        </pc:sldMkLst>
        <pc:spChg chg="mod">
          <ac:chgData name="Ms Alina Arshad" userId="cccdfd85-d35d-4453-9c6f-a463aae40722" providerId="ADAL" clId="{BD6D487F-1D2B-49DF-996A-E34A551332BA}" dt="2024-10-21T15:45:15.171" v="162" actId="113"/>
          <ac:spMkLst>
            <pc:docMk/>
            <pc:sldMk cId="3796521914" sldId="354"/>
            <ac:spMk id="2" creationId="{00000000-0000-0000-0000-000000000000}"/>
          </ac:spMkLst>
        </pc:spChg>
        <pc:spChg chg="del mod">
          <ac:chgData name="Ms Alina Arshad" userId="cccdfd85-d35d-4453-9c6f-a463aae40722" providerId="ADAL" clId="{BD6D487F-1D2B-49DF-996A-E34A551332BA}" dt="2024-10-21T15:45:21.327" v="167" actId="478"/>
          <ac:spMkLst>
            <pc:docMk/>
            <pc:sldMk cId="3796521914" sldId="354"/>
            <ac:spMk id="4" creationId="{00000000-0000-0000-0000-000000000000}"/>
          </ac:spMkLst>
        </pc:spChg>
        <pc:spChg chg="del">
          <ac:chgData name="Ms Alina Arshad" userId="cccdfd85-d35d-4453-9c6f-a463aae40722" providerId="ADAL" clId="{BD6D487F-1D2B-49DF-996A-E34A551332BA}" dt="2024-10-21T15:45:23.091" v="168" actId="478"/>
          <ac:spMkLst>
            <pc:docMk/>
            <pc:sldMk cId="3796521914" sldId="354"/>
            <ac:spMk id="5" creationId="{00000000-0000-0000-0000-000000000000}"/>
          </ac:spMkLst>
        </pc:spChg>
        <pc:picChg chg="mod">
          <ac:chgData name="Ms Alina Arshad" userId="cccdfd85-d35d-4453-9c6f-a463aae40722" providerId="ADAL" clId="{BD6D487F-1D2B-49DF-996A-E34A551332BA}" dt="2024-10-21T15:45:29.721" v="169" actId="1076"/>
          <ac:picMkLst>
            <pc:docMk/>
            <pc:sldMk cId="3796521914" sldId="354"/>
            <ac:picMk id="6" creationId="{00000000-0000-0000-0000-000000000000}"/>
          </ac:picMkLst>
        </pc:picChg>
      </pc:sldChg>
      <pc:sldChg chg="delSp modSp mod">
        <pc:chgData name="Ms Alina Arshad" userId="cccdfd85-d35d-4453-9c6f-a463aae40722" providerId="ADAL" clId="{BD6D487F-1D2B-49DF-996A-E34A551332BA}" dt="2024-10-21T15:45:42.671" v="175" actId="478"/>
        <pc:sldMkLst>
          <pc:docMk/>
          <pc:sldMk cId="301380529" sldId="355"/>
        </pc:sldMkLst>
        <pc:spChg chg="mod">
          <ac:chgData name="Ms Alina Arshad" userId="cccdfd85-d35d-4453-9c6f-a463aae40722" providerId="ADAL" clId="{BD6D487F-1D2B-49DF-996A-E34A551332BA}" dt="2024-10-21T15:45:36.871" v="172" actId="113"/>
          <ac:spMkLst>
            <pc:docMk/>
            <pc:sldMk cId="301380529" sldId="355"/>
            <ac:spMk id="2" creationId="{00000000-0000-0000-0000-000000000000}"/>
          </ac:spMkLst>
        </pc:spChg>
        <pc:spChg chg="del">
          <ac:chgData name="Ms Alina Arshad" userId="cccdfd85-d35d-4453-9c6f-a463aae40722" providerId="ADAL" clId="{BD6D487F-1D2B-49DF-996A-E34A551332BA}" dt="2024-10-21T15:45:40.761" v="174" actId="478"/>
          <ac:spMkLst>
            <pc:docMk/>
            <pc:sldMk cId="301380529" sldId="355"/>
            <ac:spMk id="4" creationId="{00000000-0000-0000-0000-000000000000}"/>
          </ac:spMkLst>
        </pc:spChg>
        <pc:spChg chg="del">
          <ac:chgData name="Ms Alina Arshad" userId="cccdfd85-d35d-4453-9c6f-a463aae40722" providerId="ADAL" clId="{BD6D487F-1D2B-49DF-996A-E34A551332BA}" dt="2024-10-21T15:45:42.671" v="175" actId="478"/>
          <ac:spMkLst>
            <pc:docMk/>
            <pc:sldMk cId="301380529" sldId="355"/>
            <ac:spMk id="5" creationId="{00000000-0000-0000-0000-000000000000}"/>
          </ac:spMkLst>
        </pc:spChg>
        <pc:picChg chg="mod">
          <ac:chgData name="Ms Alina Arshad" userId="cccdfd85-d35d-4453-9c6f-a463aae40722" providerId="ADAL" clId="{BD6D487F-1D2B-49DF-996A-E34A551332BA}" dt="2024-10-21T15:45:38.541" v="173" actId="1076"/>
          <ac:picMkLst>
            <pc:docMk/>
            <pc:sldMk cId="301380529" sldId="355"/>
            <ac:picMk id="6" creationId="{00000000-0000-0000-0000-000000000000}"/>
          </ac:picMkLst>
        </pc:picChg>
      </pc:sldChg>
      <pc:sldChg chg="delSp modSp mod">
        <pc:chgData name="Ms Alina Arshad" userId="cccdfd85-d35d-4453-9c6f-a463aae40722" providerId="ADAL" clId="{BD6D487F-1D2B-49DF-996A-E34A551332BA}" dt="2024-10-21T15:46:01.238" v="223" actId="478"/>
        <pc:sldMkLst>
          <pc:docMk/>
          <pc:sldMk cId="3254965192" sldId="356"/>
        </pc:sldMkLst>
        <pc:spChg chg="mod">
          <ac:chgData name="Ms Alina Arshad" userId="cccdfd85-d35d-4453-9c6f-a463aae40722" providerId="ADAL" clId="{BD6D487F-1D2B-49DF-996A-E34A551332BA}" dt="2024-10-21T15:45:49.992" v="177" actId="113"/>
          <ac:spMkLst>
            <pc:docMk/>
            <pc:sldMk cId="3254965192" sldId="356"/>
            <ac:spMk id="2" creationId="{00000000-0000-0000-0000-000000000000}"/>
          </ac:spMkLst>
        </pc:spChg>
        <pc:spChg chg="del">
          <ac:chgData name="Ms Alina Arshad" userId="cccdfd85-d35d-4453-9c6f-a463aae40722" providerId="ADAL" clId="{BD6D487F-1D2B-49DF-996A-E34A551332BA}" dt="2024-10-21T15:45:59.370" v="222" actId="478"/>
          <ac:spMkLst>
            <pc:docMk/>
            <pc:sldMk cId="3254965192" sldId="356"/>
            <ac:spMk id="4" creationId="{00000000-0000-0000-0000-000000000000}"/>
          </ac:spMkLst>
        </pc:spChg>
        <pc:spChg chg="del">
          <ac:chgData name="Ms Alina Arshad" userId="cccdfd85-d35d-4453-9c6f-a463aae40722" providerId="ADAL" clId="{BD6D487F-1D2B-49DF-996A-E34A551332BA}" dt="2024-10-21T15:46:01.238" v="223" actId="478"/>
          <ac:spMkLst>
            <pc:docMk/>
            <pc:sldMk cId="3254965192" sldId="356"/>
            <ac:spMk id="5" creationId="{00000000-0000-0000-0000-000000000000}"/>
          </ac:spMkLst>
        </pc:spChg>
        <pc:picChg chg="mod">
          <ac:chgData name="Ms Alina Arshad" userId="cccdfd85-d35d-4453-9c6f-a463aae40722" providerId="ADAL" clId="{BD6D487F-1D2B-49DF-996A-E34A551332BA}" dt="2024-10-21T15:45:56.164" v="221" actId="1035"/>
          <ac:picMkLst>
            <pc:docMk/>
            <pc:sldMk cId="3254965192" sldId="356"/>
            <ac:picMk id="6" creationId="{00000000-0000-0000-0000-000000000000}"/>
          </ac:picMkLst>
        </pc:picChg>
      </pc:sldChg>
    </pc:docChg>
  </pc:docChgLst>
  <pc:docChgLst>
    <pc:chgData name="Ms Alina Arshad" userId="cccdfd85-d35d-4453-9c6f-a463aae40722" providerId="ADAL" clId="{CCDD98BF-CD6D-4DFE-B52E-0B39A9A67B48}"/>
    <pc:docChg chg="delSld">
      <pc:chgData name="Ms Alina Arshad" userId="cccdfd85-d35d-4453-9c6f-a463aae40722" providerId="ADAL" clId="{CCDD98BF-CD6D-4DFE-B52E-0B39A9A67B48}" dt="2024-09-19T05:11:23.804" v="16" actId="47"/>
      <pc:docMkLst>
        <pc:docMk/>
      </pc:docMkLst>
      <pc:sldChg chg="del">
        <pc:chgData name="Ms Alina Arshad" userId="cccdfd85-d35d-4453-9c6f-a463aae40722" providerId="ADAL" clId="{CCDD98BF-CD6D-4DFE-B52E-0B39A9A67B48}" dt="2024-09-19T05:11:20.849" v="9" actId="47"/>
        <pc:sldMkLst>
          <pc:docMk/>
          <pc:sldMk cId="0" sldId="386"/>
        </pc:sldMkLst>
      </pc:sldChg>
      <pc:sldChg chg="del">
        <pc:chgData name="Ms Alina Arshad" userId="cccdfd85-d35d-4453-9c6f-a463aae40722" providerId="ADAL" clId="{CCDD98BF-CD6D-4DFE-B52E-0B39A9A67B48}" dt="2024-09-19T05:11:21.493" v="10" actId="47"/>
        <pc:sldMkLst>
          <pc:docMk/>
          <pc:sldMk cId="0" sldId="387"/>
        </pc:sldMkLst>
      </pc:sldChg>
      <pc:sldChg chg="del">
        <pc:chgData name="Ms Alina Arshad" userId="cccdfd85-d35d-4453-9c6f-a463aae40722" providerId="ADAL" clId="{CCDD98BF-CD6D-4DFE-B52E-0B39A9A67B48}" dt="2024-09-19T05:11:21.868" v="11" actId="47"/>
        <pc:sldMkLst>
          <pc:docMk/>
          <pc:sldMk cId="0" sldId="388"/>
        </pc:sldMkLst>
      </pc:sldChg>
      <pc:sldChg chg="del">
        <pc:chgData name="Ms Alina Arshad" userId="cccdfd85-d35d-4453-9c6f-a463aae40722" providerId="ADAL" clId="{CCDD98BF-CD6D-4DFE-B52E-0B39A9A67B48}" dt="2024-09-19T05:11:22.086" v="12" actId="47"/>
        <pc:sldMkLst>
          <pc:docMk/>
          <pc:sldMk cId="0" sldId="389"/>
        </pc:sldMkLst>
      </pc:sldChg>
      <pc:sldChg chg="del">
        <pc:chgData name="Ms Alina Arshad" userId="cccdfd85-d35d-4453-9c6f-a463aae40722" providerId="ADAL" clId="{CCDD98BF-CD6D-4DFE-B52E-0B39A9A67B48}" dt="2024-09-19T05:11:22.508" v="13" actId="47"/>
        <pc:sldMkLst>
          <pc:docMk/>
          <pc:sldMk cId="0" sldId="390"/>
        </pc:sldMkLst>
      </pc:sldChg>
      <pc:sldChg chg="del">
        <pc:chgData name="Ms Alina Arshad" userId="cccdfd85-d35d-4453-9c6f-a463aae40722" providerId="ADAL" clId="{CCDD98BF-CD6D-4DFE-B52E-0B39A9A67B48}" dt="2024-09-19T05:11:22.898" v="14" actId="47"/>
        <pc:sldMkLst>
          <pc:docMk/>
          <pc:sldMk cId="0" sldId="391"/>
        </pc:sldMkLst>
      </pc:sldChg>
      <pc:sldChg chg="del">
        <pc:chgData name="Ms Alina Arshad" userId="cccdfd85-d35d-4453-9c6f-a463aae40722" providerId="ADAL" clId="{CCDD98BF-CD6D-4DFE-B52E-0B39A9A67B48}" dt="2024-09-19T05:11:23.320" v="15" actId="47"/>
        <pc:sldMkLst>
          <pc:docMk/>
          <pc:sldMk cId="0" sldId="392"/>
        </pc:sldMkLst>
      </pc:sldChg>
      <pc:sldChg chg="del">
        <pc:chgData name="Ms Alina Arshad" userId="cccdfd85-d35d-4453-9c6f-a463aae40722" providerId="ADAL" clId="{CCDD98BF-CD6D-4DFE-B52E-0B39A9A67B48}" dt="2024-09-19T05:11:23.804" v="16" actId="47"/>
        <pc:sldMkLst>
          <pc:docMk/>
          <pc:sldMk cId="0" sldId="394"/>
        </pc:sldMkLst>
      </pc:sldChg>
      <pc:sldChg chg="del">
        <pc:chgData name="Ms Alina Arshad" userId="cccdfd85-d35d-4453-9c6f-a463aae40722" providerId="ADAL" clId="{CCDD98BF-CD6D-4DFE-B52E-0B39A9A67B48}" dt="2024-09-19T05:11:20.646" v="8" actId="47"/>
        <pc:sldMkLst>
          <pc:docMk/>
          <pc:sldMk cId="0" sldId="395"/>
        </pc:sldMkLst>
      </pc:sldChg>
      <pc:sldChg chg="del">
        <pc:chgData name="Ms Alina Arshad" userId="cccdfd85-d35d-4453-9c6f-a463aae40722" providerId="ADAL" clId="{CCDD98BF-CD6D-4DFE-B52E-0B39A9A67B48}" dt="2024-09-19T05:11:17.979" v="0" actId="47"/>
        <pc:sldMkLst>
          <pc:docMk/>
          <pc:sldMk cId="719467134" sldId="458"/>
        </pc:sldMkLst>
      </pc:sldChg>
      <pc:sldChg chg="del">
        <pc:chgData name="Ms Alina Arshad" userId="cccdfd85-d35d-4453-9c6f-a463aae40722" providerId="ADAL" clId="{CCDD98BF-CD6D-4DFE-B52E-0B39A9A67B48}" dt="2024-09-19T05:11:18.463" v="1" actId="47"/>
        <pc:sldMkLst>
          <pc:docMk/>
          <pc:sldMk cId="379126886" sldId="459"/>
        </pc:sldMkLst>
      </pc:sldChg>
      <pc:sldChg chg="del">
        <pc:chgData name="Ms Alina Arshad" userId="cccdfd85-d35d-4453-9c6f-a463aae40722" providerId="ADAL" clId="{CCDD98BF-CD6D-4DFE-B52E-0B39A9A67B48}" dt="2024-09-19T05:11:18.666" v="2" actId="47"/>
        <pc:sldMkLst>
          <pc:docMk/>
          <pc:sldMk cId="475468520" sldId="461"/>
        </pc:sldMkLst>
      </pc:sldChg>
      <pc:sldChg chg="del">
        <pc:chgData name="Ms Alina Arshad" userId="cccdfd85-d35d-4453-9c6f-a463aae40722" providerId="ADAL" clId="{CCDD98BF-CD6D-4DFE-B52E-0B39A9A67B48}" dt="2024-09-19T05:11:18.869" v="3" actId="47"/>
        <pc:sldMkLst>
          <pc:docMk/>
          <pc:sldMk cId="1755260321" sldId="462"/>
        </pc:sldMkLst>
      </pc:sldChg>
      <pc:sldChg chg="del">
        <pc:chgData name="Ms Alina Arshad" userId="cccdfd85-d35d-4453-9c6f-a463aae40722" providerId="ADAL" clId="{CCDD98BF-CD6D-4DFE-B52E-0B39A9A67B48}" dt="2024-09-19T05:11:19.444" v="5" actId="47"/>
        <pc:sldMkLst>
          <pc:docMk/>
          <pc:sldMk cId="3175048454" sldId="463"/>
        </pc:sldMkLst>
      </pc:sldChg>
      <pc:sldChg chg="del">
        <pc:chgData name="Ms Alina Arshad" userId="cccdfd85-d35d-4453-9c6f-a463aae40722" providerId="ADAL" clId="{CCDD98BF-CD6D-4DFE-B52E-0B39A9A67B48}" dt="2024-09-19T05:11:19.240" v="4" actId="47"/>
        <pc:sldMkLst>
          <pc:docMk/>
          <pc:sldMk cId="2524428318" sldId="464"/>
        </pc:sldMkLst>
      </pc:sldChg>
      <pc:sldChg chg="del">
        <pc:chgData name="Ms Alina Arshad" userId="cccdfd85-d35d-4453-9c6f-a463aae40722" providerId="ADAL" clId="{CCDD98BF-CD6D-4DFE-B52E-0B39A9A67B48}" dt="2024-09-19T05:11:19.631" v="6" actId="47"/>
        <pc:sldMkLst>
          <pc:docMk/>
          <pc:sldMk cId="1539764836" sldId="478"/>
        </pc:sldMkLst>
      </pc:sldChg>
      <pc:sldChg chg="del">
        <pc:chgData name="Ms Alina Arshad" userId="cccdfd85-d35d-4453-9c6f-a463aae40722" providerId="ADAL" clId="{CCDD98BF-CD6D-4DFE-B52E-0B39A9A67B48}" dt="2024-09-19T05:11:20.037" v="7" actId="47"/>
        <pc:sldMkLst>
          <pc:docMk/>
          <pc:sldMk cId="3784571307" sldId="479"/>
        </pc:sldMkLst>
      </pc:sldChg>
    </pc:docChg>
  </pc:docChgLst>
  <pc:docChgLst>
    <pc:chgData name="Ms Alina Arshad" userId="cccdfd85-d35d-4453-9c6f-a463aae40722" providerId="ADAL" clId="{A8F62292-C3D6-4926-9BC9-5B18711B6FF1}"/>
    <pc:docChg chg="undo custSel addSld delSld modSld sldOrd">
      <pc:chgData name="Ms Alina Arshad" userId="cccdfd85-d35d-4453-9c6f-a463aae40722" providerId="ADAL" clId="{A8F62292-C3D6-4926-9BC9-5B18711B6FF1}" dt="2024-10-06T05:09:35.700" v="1260" actId="20577"/>
      <pc:docMkLst>
        <pc:docMk/>
      </pc:docMkLst>
      <pc:sldChg chg="modSp mod">
        <pc:chgData name="Ms Alina Arshad" userId="cccdfd85-d35d-4453-9c6f-a463aae40722" providerId="ADAL" clId="{A8F62292-C3D6-4926-9BC9-5B18711B6FF1}" dt="2024-10-05T15:04:47.322" v="1" actId="20577"/>
        <pc:sldMkLst>
          <pc:docMk/>
          <pc:sldMk cId="3322361034" sldId="256"/>
        </pc:sldMkLst>
        <pc:spChg chg="mod">
          <ac:chgData name="Ms Alina Arshad" userId="cccdfd85-d35d-4453-9c6f-a463aae40722" providerId="ADAL" clId="{A8F62292-C3D6-4926-9BC9-5B18711B6FF1}" dt="2024-10-05T15:04:47.322" v="1" actId="20577"/>
          <ac:spMkLst>
            <pc:docMk/>
            <pc:sldMk cId="3322361034" sldId="256"/>
            <ac:spMk id="3" creationId="{44E9F82C-BBA7-3495-1097-BEDB54FFFDF4}"/>
          </ac:spMkLst>
        </pc:spChg>
      </pc:sldChg>
      <pc:sldChg chg="modSp mod">
        <pc:chgData name="Ms Alina Arshad" userId="cccdfd85-d35d-4453-9c6f-a463aae40722" providerId="ADAL" clId="{A8F62292-C3D6-4926-9BC9-5B18711B6FF1}" dt="2024-10-06T04:35:52.309" v="635" actId="255"/>
        <pc:sldMkLst>
          <pc:docMk/>
          <pc:sldMk cId="3595481221" sldId="492"/>
        </pc:sldMkLst>
        <pc:spChg chg="mod">
          <ac:chgData name="Ms Alina Arshad" userId="cccdfd85-d35d-4453-9c6f-a463aae40722" providerId="ADAL" clId="{A8F62292-C3D6-4926-9BC9-5B18711B6FF1}" dt="2024-10-05T15:05:02.423" v="3" actId="207"/>
          <ac:spMkLst>
            <pc:docMk/>
            <pc:sldMk cId="3595481221" sldId="492"/>
            <ac:spMk id="2" creationId="{00000000-0000-0000-0000-000000000000}"/>
          </ac:spMkLst>
        </pc:spChg>
        <pc:spChg chg="mod">
          <ac:chgData name="Ms Alina Arshad" userId="cccdfd85-d35d-4453-9c6f-a463aae40722" providerId="ADAL" clId="{A8F62292-C3D6-4926-9BC9-5B18711B6FF1}" dt="2024-10-06T04:35:52.309" v="635" actId="255"/>
          <ac:spMkLst>
            <pc:docMk/>
            <pc:sldMk cId="3595481221" sldId="492"/>
            <ac:spMk id="3" creationId="{00000000-0000-0000-0000-000000000000}"/>
          </ac:spMkLst>
        </pc:spChg>
      </pc:sldChg>
      <pc:sldChg chg="delSp modSp mod">
        <pc:chgData name="Ms Alina Arshad" userId="cccdfd85-d35d-4453-9c6f-a463aae40722" providerId="ADAL" clId="{A8F62292-C3D6-4926-9BC9-5B18711B6FF1}" dt="2024-10-06T04:38:52.629" v="661" actId="403"/>
        <pc:sldMkLst>
          <pc:docMk/>
          <pc:sldMk cId="3384488715" sldId="493"/>
        </pc:sldMkLst>
        <pc:spChg chg="mod">
          <ac:chgData name="Ms Alina Arshad" userId="cccdfd85-d35d-4453-9c6f-a463aae40722" providerId="ADAL" clId="{A8F62292-C3D6-4926-9BC9-5B18711B6FF1}" dt="2024-10-06T04:38:52.629" v="661" actId="403"/>
          <ac:spMkLst>
            <pc:docMk/>
            <pc:sldMk cId="3384488715" sldId="493"/>
            <ac:spMk id="3" creationId="{00000000-0000-0000-0000-000000000000}"/>
          </ac:spMkLst>
        </pc:spChg>
        <pc:picChg chg="del">
          <ac:chgData name="Ms Alina Arshad" userId="cccdfd85-d35d-4453-9c6f-a463aae40722" providerId="ADAL" clId="{A8F62292-C3D6-4926-9BC9-5B18711B6FF1}" dt="2024-10-06T04:38:36.879" v="657" actId="478"/>
          <ac:picMkLst>
            <pc:docMk/>
            <pc:sldMk cId="3384488715" sldId="493"/>
            <ac:picMk id="6" creationId="{00000000-0000-0000-0000-000000000000}"/>
          </ac:picMkLst>
        </pc:picChg>
      </pc:sldChg>
      <pc:sldChg chg="del">
        <pc:chgData name="Ms Alina Arshad" userId="cccdfd85-d35d-4453-9c6f-a463aae40722" providerId="ADAL" clId="{A8F62292-C3D6-4926-9BC9-5B18711B6FF1}" dt="2024-10-06T04:39:09.730" v="662" actId="47"/>
        <pc:sldMkLst>
          <pc:docMk/>
          <pc:sldMk cId="3386321733" sldId="494"/>
        </pc:sldMkLst>
      </pc:sldChg>
      <pc:sldChg chg="modSp mod">
        <pc:chgData name="Ms Alina Arshad" userId="cccdfd85-d35d-4453-9c6f-a463aae40722" providerId="ADAL" clId="{A8F62292-C3D6-4926-9BC9-5B18711B6FF1}" dt="2024-10-06T04:39:58.959" v="672" actId="1076"/>
        <pc:sldMkLst>
          <pc:docMk/>
          <pc:sldMk cId="4273395344" sldId="495"/>
        </pc:sldMkLst>
        <pc:spChg chg="mod">
          <ac:chgData name="Ms Alina Arshad" userId="cccdfd85-d35d-4453-9c6f-a463aae40722" providerId="ADAL" clId="{A8F62292-C3D6-4926-9BC9-5B18711B6FF1}" dt="2024-10-06T04:39:18.456" v="664" actId="207"/>
          <ac:spMkLst>
            <pc:docMk/>
            <pc:sldMk cId="4273395344" sldId="495"/>
            <ac:spMk id="2" creationId="{00000000-0000-0000-0000-000000000000}"/>
          </ac:spMkLst>
        </pc:spChg>
        <pc:spChg chg="mod">
          <ac:chgData name="Ms Alina Arshad" userId="cccdfd85-d35d-4453-9c6f-a463aae40722" providerId="ADAL" clId="{A8F62292-C3D6-4926-9BC9-5B18711B6FF1}" dt="2024-10-06T04:39:58.959" v="672" actId="1076"/>
          <ac:spMkLst>
            <pc:docMk/>
            <pc:sldMk cId="4273395344" sldId="495"/>
            <ac:spMk id="3" creationId="{00000000-0000-0000-0000-000000000000}"/>
          </ac:spMkLst>
        </pc:spChg>
      </pc:sldChg>
      <pc:sldChg chg="del">
        <pc:chgData name="Ms Alina Arshad" userId="cccdfd85-d35d-4453-9c6f-a463aae40722" providerId="ADAL" clId="{A8F62292-C3D6-4926-9BC9-5B18711B6FF1}" dt="2024-10-06T04:39:11.965" v="663" actId="47"/>
        <pc:sldMkLst>
          <pc:docMk/>
          <pc:sldMk cId="1799033065" sldId="507"/>
        </pc:sldMkLst>
      </pc:sldChg>
      <pc:sldChg chg="modSp new mod">
        <pc:chgData name="Ms Alina Arshad" userId="cccdfd85-d35d-4453-9c6f-a463aae40722" providerId="ADAL" clId="{A8F62292-C3D6-4926-9BC9-5B18711B6FF1}" dt="2024-10-06T04:34:09.200" v="575" actId="27636"/>
        <pc:sldMkLst>
          <pc:docMk/>
          <pc:sldMk cId="3654789932" sldId="525"/>
        </pc:sldMkLst>
        <pc:spChg chg="mod">
          <ac:chgData name="Ms Alina Arshad" userId="cccdfd85-d35d-4453-9c6f-a463aae40722" providerId="ADAL" clId="{A8F62292-C3D6-4926-9BC9-5B18711B6FF1}" dt="2024-10-06T04:32:24.541" v="545" actId="207"/>
          <ac:spMkLst>
            <pc:docMk/>
            <pc:sldMk cId="3654789932" sldId="525"/>
            <ac:spMk id="2" creationId="{98F2F3A0-6F3B-8C01-158E-C78C9D71DD82}"/>
          </ac:spMkLst>
        </pc:spChg>
        <pc:spChg chg="mod">
          <ac:chgData name="Ms Alina Arshad" userId="cccdfd85-d35d-4453-9c6f-a463aae40722" providerId="ADAL" clId="{A8F62292-C3D6-4926-9BC9-5B18711B6FF1}" dt="2024-10-06T04:34:09.200" v="575" actId="27636"/>
          <ac:spMkLst>
            <pc:docMk/>
            <pc:sldMk cId="3654789932" sldId="525"/>
            <ac:spMk id="3" creationId="{9A831400-11CD-74FE-91A4-F6C2DD118D6F}"/>
          </ac:spMkLst>
        </pc:spChg>
      </pc:sldChg>
      <pc:sldChg chg="modSp new del mod">
        <pc:chgData name="Ms Alina Arshad" userId="cccdfd85-d35d-4453-9c6f-a463aae40722" providerId="ADAL" clId="{A8F62292-C3D6-4926-9BC9-5B18711B6FF1}" dt="2024-10-06T04:35:58.918" v="636" actId="47"/>
        <pc:sldMkLst>
          <pc:docMk/>
          <pc:sldMk cId="1285450132" sldId="526"/>
        </pc:sldMkLst>
        <pc:spChg chg="mod">
          <ac:chgData name="Ms Alina Arshad" userId="cccdfd85-d35d-4453-9c6f-a463aae40722" providerId="ADAL" clId="{A8F62292-C3D6-4926-9BC9-5B18711B6FF1}" dt="2024-10-06T04:08:16.053" v="499" actId="20577"/>
          <ac:spMkLst>
            <pc:docMk/>
            <pc:sldMk cId="1285450132" sldId="526"/>
            <ac:spMk id="2" creationId="{6D2603C7-333C-1F44-94A9-A6EDE3260738}"/>
          </ac:spMkLst>
        </pc:spChg>
        <pc:spChg chg="mod">
          <ac:chgData name="Ms Alina Arshad" userId="cccdfd85-d35d-4453-9c6f-a463aae40722" providerId="ADAL" clId="{A8F62292-C3D6-4926-9BC9-5B18711B6FF1}" dt="2024-10-06T04:34:34.888" v="577" actId="21"/>
          <ac:spMkLst>
            <pc:docMk/>
            <pc:sldMk cId="1285450132" sldId="526"/>
            <ac:spMk id="3" creationId="{1BD5B6FC-BE51-CEFC-C5C9-97B2B6C1CD0E}"/>
          </ac:spMkLst>
        </pc:spChg>
      </pc:sldChg>
      <pc:sldChg chg="addSp delSp modSp new mod">
        <pc:chgData name="Ms Alina Arshad" userId="cccdfd85-d35d-4453-9c6f-a463aae40722" providerId="ADAL" clId="{A8F62292-C3D6-4926-9BC9-5B18711B6FF1}" dt="2024-10-06T04:09:51.372" v="514" actId="1076"/>
        <pc:sldMkLst>
          <pc:docMk/>
          <pc:sldMk cId="1051870460" sldId="527"/>
        </pc:sldMkLst>
        <pc:spChg chg="mod">
          <ac:chgData name="Ms Alina Arshad" userId="cccdfd85-d35d-4453-9c6f-a463aae40722" providerId="ADAL" clId="{A8F62292-C3D6-4926-9BC9-5B18711B6FF1}" dt="2024-10-06T04:09:43.825" v="512" actId="20577"/>
          <ac:spMkLst>
            <pc:docMk/>
            <pc:sldMk cId="1051870460" sldId="527"/>
            <ac:spMk id="2" creationId="{71E231F1-93FE-9646-AE27-86180FB6F288}"/>
          </ac:spMkLst>
        </pc:spChg>
        <pc:spChg chg="del">
          <ac:chgData name="Ms Alina Arshad" userId="cccdfd85-d35d-4453-9c6f-a463aae40722" providerId="ADAL" clId="{A8F62292-C3D6-4926-9BC9-5B18711B6FF1}" dt="2024-10-06T04:09:38.284" v="502" actId="22"/>
          <ac:spMkLst>
            <pc:docMk/>
            <pc:sldMk cId="1051870460" sldId="527"/>
            <ac:spMk id="3" creationId="{8A84921D-8057-70B7-43E4-5CD1BF5F9DD8}"/>
          </ac:spMkLst>
        </pc:spChg>
        <pc:picChg chg="add mod ord">
          <ac:chgData name="Ms Alina Arshad" userId="cccdfd85-d35d-4453-9c6f-a463aae40722" providerId="ADAL" clId="{A8F62292-C3D6-4926-9BC9-5B18711B6FF1}" dt="2024-10-06T04:09:51.372" v="514" actId="1076"/>
          <ac:picMkLst>
            <pc:docMk/>
            <pc:sldMk cId="1051870460" sldId="527"/>
            <ac:picMk id="5" creationId="{F63BED9D-1E5E-3D7D-CA6A-0569F637F64F}"/>
          </ac:picMkLst>
        </pc:picChg>
      </pc:sldChg>
      <pc:sldChg chg="addSp delSp modSp new mod">
        <pc:chgData name="Ms Alina Arshad" userId="cccdfd85-d35d-4453-9c6f-a463aae40722" providerId="ADAL" clId="{A8F62292-C3D6-4926-9BC9-5B18711B6FF1}" dt="2024-10-06T04:11:17.513" v="519" actId="1076"/>
        <pc:sldMkLst>
          <pc:docMk/>
          <pc:sldMk cId="1758917919" sldId="528"/>
        </pc:sldMkLst>
        <pc:spChg chg="del">
          <ac:chgData name="Ms Alina Arshad" userId="cccdfd85-d35d-4453-9c6f-a463aae40722" providerId="ADAL" clId="{A8F62292-C3D6-4926-9BC9-5B18711B6FF1}" dt="2024-10-06T04:10:22.465" v="516" actId="22"/>
          <ac:spMkLst>
            <pc:docMk/>
            <pc:sldMk cId="1758917919" sldId="528"/>
            <ac:spMk id="3" creationId="{AD3E4215-54EB-2D55-F378-5EF4F9936AA9}"/>
          </ac:spMkLst>
        </pc:spChg>
        <pc:picChg chg="add mod ord">
          <ac:chgData name="Ms Alina Arshad" userId="cccdfd85-d35d-4453-9c6f-a463aae40722" providerId="ADAL" clId="{A8F62292-C3D6-4926-9BC9-5B18711B6FF1}" dt="2024-10-06T04:11:17.513" v="519" actId="1076"/>
          <ac:picMkLst>
            <pc:docMk/>
            <pc:sldMk cId="1758917919" sldId="528"/>
            <ac:picMk id="5" creationId="{1784CF38-96D5-3E2A-1345-15017DEB4132}"/>
          </ac:picMkLst>
        </pc:picChg>
      </pc:sldChg>
      <pc:sldChg chg="addSp delSp modSp new mod">
        <pc:chgData name="Ms Alina Arshad" userId="cccdfd85-d35d-4453-9c6f-a463aae40722" providerId="ADAL" clId="{A8F62292-C3D6-4926-9BC9-5B18711B6FF1}" dt="2024-10-06T04:38:22.662" v="656"/>
        <pc:sldMkLst>
          <pc:docMk/>
          <pc:sldMk cId="2613136086" sldId="529"/>
        </pc:sldMkLst>
        <pc:spChg chg="mod">
          <ac:chgData name="Ms Alina Arshad" userId="cccdfd85-d35d-4453-9c6f-a463aae40722" providerId="ADAL" clId="{A8F62292-C3D6-4926-9BC9-5B18711B6FF1}" dt="2024-10-06T04:36:23.894" v="638" actId="207"/>
          <ac:spMkLst>
            <pc:docMk/>
            <pc:sldMk cId="2613136086" sldId="529"/>
            <ac:spMk id="2" creationId="{F91AFA57-3D6E-EEDC-CB33-82B94A6E739E}"/>
          </ac:spMkLst>
        </pc:spChg>
        <pc:spChg chg="del mod">
          <ac:chgData name="Ms Alina Arshad" userId="cccdfd85-d35d-4453-9c6f-a463aae40722" providerId="ADAL" clId="{A8F62292-C3D6-4926-9BC9-5B18711B6FF1}" dt="2024-10-06T04:11:45.254" v="523" actId="478"/>
          <ac:spMkLst>
            <pc:docMk/>
            <pc:sldMk cId="2613136086" sldId="529"/>
            <ac:spMk id="3" creationId="{6AD306E3-FF3A-F28D-F6BD-8AF7D5EF2C51}"/>
          </ac:spMkLst>
        </pc:spChg>
        <pc:spChg chg="add mod">
          <ac:chgData name="Ms Alina Arshad" userId="cccdfd85-d35d-4453-9c6f-a463aae40722" providerId="ADAL" clId="{A8F62292-C3D6-4926-9BC9-5B18711B6FF1}" dt="2024-10-06T04:36:44.248" v="642" actId="207"/>
          <ac:spMkLst>
            <pc:docMk/>
            <pc:sldMk cId="2613136086" sldId="529"/>
            <ac:spMk id="4" creationId="{3E05BF73-E989-3814-052F-354452D948EA}"/>
          </ac:spMkLst>
        </pc:spChg>
        <pc:picChg chg="add mod">
          <ac:chgData name="Ms Alina Arshad" userId="cccdfd85-d35d-4453-9c6f-a463aae40722" providerId="ADAL" clId="{A8F62292-C3D6-4926-9BC9-5B18711B6FF1}" dt="2024-10-06T04:37:48.123" v="652" actId="1076"/>
          <ac:picMkLst>
            <pc:docMk/>
            <pc:sldMk cId="2613136086" sldId="529"/>
            <ac:picMk id="1026" creationId="{ADA61062-260B-1A9C-9869-DA04445B3E08}"/>
          </ac:picMkLst>
        </pc:picChg>
        <pc:picChg chg="add mod">
          <ac:chgData name="Ms Alina Arshad" userId="cccdfd85-d35d-4453-9c6f-a463aae40722" providerId="ADAL" clId="{A8F62292-C3D6-4926-9BC9-5B18711B6FF1}" dt="2024-10-06T04:38:22.662" v="656"/>
          <ac:picMkLst>
            <pc:docMk/>
            <pc:sldMk cId="2613136086" sldId="529"/>
            <ac:picMk id="1027" creationId="{22731AC4-95E9-3DA6-4033-9A8AF14C2392}"/>
          </ac:picMkLst>
        </pc:picChg>
        <pc:picChg chg="add mod">
          <ac:chgData name="Ms Alina Arshad" userId="cccdfd85-d35d-4453-9c6f-a463aae40722" providerId="ADAL" clId="{A8F62292-C3D6-4926-9BC9-5B18711B6FF1}" dt="2024-10-06T04:37:56.879" v="653"/>
          <ac:picMkLst>
            <pc:docMk/>
            <pc:sldMk cId="2613136086" sldId="529"/>
            <ac:picMk id="1028" creationId="{4EABB25B-4C15-DE35-B1E0-330D969955E5}"/>
          </ac:picMkLst>
        </pc:picChg>
        <pc:picChg chg="add mod">
          <ac:chgData name="Ms Alina Arshad" userId="cccdfd85-d35d-4453-9c6f-a463aae40722" providerId="ADAL" clId="{A8F62292-C3D6-4926-9BC9-5B18711B6FF1}" dt="2024-10-06T04:38:14.213" v="655" actId="1076"/>
          <ac:picMkLst>
            <pc:docMk/>
            <pc:sldMk cId="2613136086" sldId="529"/>
            <ac:picMk id="1029" creationId="{3DB78F31-E123-5706-48AB-7D3EB0B9B094}"/>
          </ac:picMkLst>
        </pc:picChg>
      </pc:sldChg>
      <pc:sldChg chg="modSp new mod ord">
        <pc:chgData name="Ms Alina Arshad" userId="cccdfd85-d35d-4453-9c6f-a463aae40722" providerId="ADAL" clId="{A8F62292-C3D6-4926-9BC9-5B18711B6FF1}" dt="2024-10-06T04:40:30.040" v="681" actId="2711"/>
        <pc:sldMkLst>
          <pc:docMk/>
          <pc:sldMk cId="1875193234" sldId="530"/>
        </pc:sldMkLst>
        <pc:spChg chg="mod">
          <ac:chgData name="Ms Alina Arshad" userId="cccdfd85-d35d-4453-9c6f-a463aae40722" providerId="ADAL" clId="{A8F62292-C3D6-4926-9BC9-5B18711B6FF1}" dt="2024-10-06T04:40:30.040" v="681" actId="2711"/>
          <ac:spMkLst>
            <pc:docMk/>
            <pc:sldMk cId="1875193234" sldId="530"/>
            <ac:spMk id="2" creationId="{88B496CB-83AA-033D-FEB0-6044F7B0DD2F}"/>
          </ac:spMkLst>
        </pc:spChg>
        <pc:spChg chg="mod">
          <ac:chgData name="Ms Alina Arshad" userId="cccdfd85-d35d-4453-9c6f-a463aae40722" providerId="ADAL" clId="{A8F62292-C3D6-4926-9BC9-5B18711B6FF1}" dt="2024-10-06T04:40:16.723" v="679" actId="14100"/>
          <ac:spMkLst>
            <pc:docMk/>
            <pc:sldMk cId="1875193234" sldId="530"/>
            <ac:spMk id="3" creationId="{BE0E0C63-0550-7810-0C46-2ABA7B01846D}"/>
          </ac:spMkLst>
        </pc:spChg>
      </pc:sldChg>
      <pc:sldChg chg="addSp delSp modSp new del mod ord">
        <pc:chgData name="Ms Alina Arshad" userId="cccdfd85-d35d-4453-9c6f-a463aae40722" providerId="ADAL" clId="{A8F62292-C3D6-4926-9BC9-5B18711B6FF1}" dt="2024-10-06T04:56:38.088" v="919" actId="47"/>
        <pc:sldMkLst>
          <pc:docMk/>
          <pc:sldMk cId="2729188232" sldId="531"/>
        </pc:sldMkLst>
        <pc:spChg chg="del">
          <ac:chgData name="Ms Alina Arshad" userId="cccdfd85-d35d-4453-9c6f-a463aae40722" providerId="ADAL" clId="{A8F62292-C3D6-4926-9BC9-5B18711B6FF1}" dt="2024-10-06T04:41:21.194" v="683" actId="478"/>
          <ac:spMkLst>
            <pc:docMk/>
            <pc:sldMk cId="2729188232" sldId="531"/>
            <ac:spMk id="3" creationId="{C4EC7ACE-3C77-4C93-DDB8-F5488302C478}"/>
          </ac:spMkLst>
        </pc:spChg>
        <pc:picChg chg="add mod">
          <ac:chgData name="Ms Alina Arshad" userId="cccdfd85-d35d-4453-9c6f-a463aae40722" providerId="ADAL" clId="{A8F62292-C3D6-4926-9BC9-5B18711B6FF1}" dt="2024-10-06T04:41:32.793" v="686" actId="1076"/>
          <ac:picMkLst>
            <pc:docMk/>
            <pc:sldMk cId="2729188232" sldId="531"/>
            <ac:picMk id="2050" creationId="{10A2C191-7A7F-1426-D248-4AF426D6E35D}"/>
          </ac:picMkLst>
        </pc:picChg>
        <pc:picChg chg="add">
          <ac:chgData name="Ms Alina Arshad" userId="cccdfd85-d35d-4453-9c6f-a463aae40722" providerId="ADAL" clId="{A8F62292-C3D6-4926-9BC9-5B18711B6FF1}" dt="2024-10-06T04:41:59.477" v="687"/>
          <ac:picMkLst>
            <pc:docMk/>
            <pc:sldMk cId="2729188232" sldId="531"/>
            <ac:picMk id="2052" creationId="{EB1705C7-F3A1-633F-B4C6-EE5D4AE1CA36}"/>
          </ac:picMkLst>
        </pc:picChg>
      </pc:sldChg>
      <pc:sldChg chg="addSp delSp modSp new mod">
        <pc:chgData name="Ms Alina Arshad" userId="cccdfd85-d35d-4453-9c6f-a463aae40722" providerId="ADAL" clId="{A8F62292-C3D6-4926-9BC9-5B18711B6FF1}" dt="2024-10-06T05:04:12.377" v="1141" actId="20577"/>
        <pc:sldMkLst>
          <pc:docMk/>
          <pc:sldMk cId="3545550237" sldId="532"/>
        </pc:sldMkLst>
        <pc:spChg chg="mod">
          <ac:chgData name="Ms Alina Arshad" userId="cccdfd85-d35d-4453-9c6f-a463aae40722" providerId="ADAL" clId="{A8F62292-C3D6-4926-9BC9-5B18711B6FF1}" dt="2024-10-06T04:57:26.705" v="939" actId="20577"/>
          <ac:spMkLst>
            <pc:docMk/>
            <pc:sldMk cId="3545550237" sldId="532"/>
            <ac:spMk id="2" creationId="{D030AFEC-965B-F22F-B0B5-0BBB9AE23E50}"/>
          </ac:spMkLst>
        </pc:spChg>
        <pc:spChg chg="del">
          <ac:chgData name="Ms Alina Arshad" userId="cccdfd85-d35d-4453-9c6f-a463aae40722" providerId="ADAL" clId="{A8F62292-C3D6-4926-9BC9-5B18711B6FF1}" dt="2024-10-06T04:46:04.731" v="731" actId="478"/>
          <ac:spMkLst>
            <pc:docMk/>
            <pc:sldMk cId="3545550237" sldId="532"/>
            <ac:spMk id="3" creationId="{360585AC-CEB9-3660-A264-AD692CB9B531}"/>
          </ac:spMkLst>
        </pc:spChg>
        <pc:spChg chg="add mod">
          <ac:chgData name="Ms Alina Arshad" userId="cccdfd85-d35d-4453-9c6f-a463aae40722" providerId="ADAL" clId="{A8F62292-C3D6-4926-9BC9-5B18711B6FF1}" dt="2024-10-06T04:56:29.576" v="918" actId="1036"/>
          <ac:spMkLst>
            <pc:docMk/>
            <pc:sldMk cId="3545550237" sldId="532"/>
            <ac:spMk id="4" creationId="{E8FDBE96-FFC2-FA16-5876-24DC810756B3}"/>
          </ac:spMkLst>
        </pc:spChg>
        <pc:spChg chg="add del mod">
          <ac:chgData name="Ms Alina Arshad" userId="cccdfd85-d35d-4453-9c6f-a463aae40722" providerId="ADAL" clId="{A8F62292-C3D6-4926-9BC9-5B18711B6FF1}" dt="2024-10-06T04:48:25.535" v="804" actId="478"/>
          <ac:spMkLst>
            <pc:docMk/>
            <pc:sldMk cId="3545550237" sldId="532"/>
            <ac:spMk id="5" creationId="{193D73B8-DA38-585B-9A7C-6FE8AEFDDC6D}"/>
          </ac:spMkLst>
        </pc:spChg>
        <pc:spChg chg="add mod">
          <ac:chgData name="Ms Alina Arshad" userId="cccdfd85-d35d-4453-9c6f-a463aae40722" providerId="ADAL" clId="{A8F62292-C3D6-4926-9BC9-5B18711B6FF1}" dt="2024-10-06T05:04:12.377" v="1141" actId="20577"/>
          <ac:spMkLst>
            <pc:docMk/>
            <pc:sldMk cId="3545550237" sldId="532"/>
            <ac:spMk id="6" creationId="{97E24E0D-BBD5-FA46-CD36-F7464C23C681}"/>
          </ac:spMkLst>
        </pc:spChg>
        <pc:spChg chg="add mod">
          <ac:chgData name="Ms Alina Arshad" userId="cccdfd85-d35d-4453-9c6f-a463aae40722" providerId="ADAL" clId="{A8F62292-C3D6-4926-9BC9-5B18711B6FF1}" dt="2024-10-06T05:03:54.721" v="1122" actId="20577"/>
          <ac:spMkLst>
            <pc:docMk/>
            <pc:sldMk cId="3545550237" sldId="532"/>
            <ac:spMk id="7" creationId="{2F1C7FD1-C084-A920-4810-9881E8E5E41C}"/>
          </ac:spMkLst>
        </pc:spChg>
        <pc:spChg chg="add mod">
          <ac:chgData name="Ms Alina Arshad" userId="cccdfd85-d35d-4453-9c6f-a463aae40722" providerId="ADAL" clId="{A8F62292-C3D6-4926-9BC9-5B18711B6FF1}" dt="2024-10-06T04:58:30.987" v="942" actId="207"/>
          <ac:spMkLst>
            <pc:docMk/>
            <pc:sldMk cId="3545550237" sldId="532"/>
            <ac:spMk id="8" creationId="{70AF3C1F-D287-2522-60A9-273B5AF32303}"/>
          </ac:spMkLst>
        </pc:spChg>
        <pc:spChg chg="add del mod">
          <ac:chgData name="Ms Alina Arshad" userId="cccdfd85-d35d-4453-9c6f-a463aae40722" providerId="ADAL" clId="{A8F62292-C3D6-4926-9BC9-5B18711B6FF1}" dt="2024-10-06T04:58:30.987" v="942" actId="207"/>
          <ac:spMkLst>
            <pc:docMk/>
            <pc:sldMk cId="3545550237" sldId="532"/>
            <ac:spMk id="9" creationId="{77F2E839-7F85-5443-A52A-0A9133592D5F}"/>
          </ac:spMkLst>
        </pc:spChg>
        <pc:spChg chg="add mod">
          <ac:chgData name="Ms Alina Arshad" userId="cccdfd85-d35d-4453-9c6f-a463aae40722" providerId="ADAL" clId="{A8F62292-C3D6-4926-9BC9-5B18711B6FF1}" dt="2024-10-06T04:58:30.987" v="942" actId="207"/>
          <ac:spMkLst>
            <pc:docMk/>
            <pc:sldMk cId="3545550237" sldId="532"/>
            <ac:spMk id="10" creationId="{C1489C06-253E-42AE-2CD6-0634D54AC85F}"/>
          </ac:spMkLst>
        </pc:spChg>
        <pc:spChg chg="add mod">
          <ac:chgData name="Ms Alina Arshad" userId="cccdfd85-d35d-4453-9c6f-a463aae40722" providerId="ADAL" clId="{A8F62292-C3D6-4926-9BC9-5B18711B6FF1}" dt="2024-10-06T04:56:29.576" v="918" actId="1036"/>
          <ac:spMkLst>
            <pc:docMk/>
            <pc:sldMk cId="3545550237" sldId="532"/>
            <ac:spMk id="11" creationId="{6C3CD05F-311A-C2C9-ABF3-05BA661423E4}"/>
          </ac:spMkLst>
        </pc:spChg>
        <pc:spChg chg="add mod">
          <ac:chgData name="Ms Alina Arshad" userId="cccdfd85-d35d-4453-9c6f-a463aae40722" providerId="ADAL" clId="{A8F62292-C3D6-4926-9BC9-5B18711B6FF1}" dt="2024-10-06T04:56:29.576" v="918" actId="1036"/>
          <ac:spMkLst>
            <pc:docMk/>
            <pc:sldMk cId="3545550237" sldId="532"/>
            <ac:spMk id="12" creationId="{54E2ED62-C853-A247-2518-62428E6CA14B}"/>
          </ac:spMkLst>
        </pc:spChg>
        <pc:spChg chg="add del mod">
          <ac:chgData name="Ms Alina Arshad" userId="cccdfd85-d35d-4453-9c6f-a463aae40722" providerId="ADAL" clId="{A8F62292-C3D6-4926-9BC9-5B18711B6FF1}" dt="2024-10-06T04:48:09.460" v="800" actId="478"/>
          <ac:spMkLst>
            <pc:docMk/>
            <pc:sldMk cId="3545550237" sldId="532"/>
            <ac:spMk id="13" creationId="{5FC748D0-2040-9D33-BAC6-E07D824705EA}"/>
          </ac:spMkLst>
        </pc:spChg>
        <pc:spChg chg="add mod">
          <ac:chgData name="Ms Alina Arshad" userId="cccdfd85-d35d-4453-9c6f-a463aae40722" providerId="ADAL" clId="{A8F62292-C3D6-4926-9BC9-5B18711B6FF1}" dt="2024-10-06T04:56:29.576" v="918" actId="1036"/>
          <ac:spMkLst>
            <pc:docMk/>
            <pc:sldMk cId="3545550237" sldId="532"/>
            <ac:spMk id="14" creationId="{DC16D253-6027-3A36-D97D-F5FF63903729}"/>
          </ac:spMkLst>
        </pc:spChg>
        <pc:spChg chg="add mod">
          <ac:chgData name="Ms Alina Arshad" userId="cccdfd85-d35d-4453-9c6f-a463aae40722" providerId="ADAL" clId="{A8F62292-C3D6-4926-9BC9-5B18711B6FF1}" dt="2024-10-06T04:56:29.576" v="918" actId="1036"/>
          <ac:spMkLst>
            <pc:docMk/>
            <pc:sldMk cId="3545550237" sldId="532"/>
            <ac:spMk id="15" creationId="{C1F190D9-EEF0-7506-62A9-F5D57A1D4365}"/>
          </ac:spMkLst>
        </pc:spChg>
        <pc:spChg chg="add mod">
          <ac:chgData name="Ms Alina Arshad" userId="cccdfd85-d35d-4453-9c6f-a463aae40722" providerId="ADAL" clId="{A8F62292-C3D6-4926-9BC9-5B18711B6FF1}" dt="2024-10-06T04:56:29.576" v="918" actId="1036"/>
          <ac:spMkLst>
            <pc:docMk/>
            <pc:sldMk cId="3545550237" sldId="532"/>
            <ac:spMk id="16" creationId="{DDCAE6F2-3BBE-816F-2703-9999ABC5AB28}"/>
          </ac:spMkLst>
        </pc:spChg>
        <pc:spChg chg="add mod">
          <ac:chgData name="Ms Alina Arshad" userId="cccdfd85-d35d-4453-9c6f-a463aae40722" providerId="ADAL" clId="{A8F62292-C3D6-4926-9BC9-5B18711B6FF1}" dt="2024-10-06T04:56:29.576" v="918" actId="1036"/>
          <ac:spMkLst>
            <pc:docMk/>
            <pc:sldMk cId="3545550237" sldId="532"/>
            <ac:spMk id="17" creationId="{47F02330-B651-1BFD-2100-B72FD02E3876}"/>
          </ac:spMkLst>
        </pc:spChg>
        <pc:spChg chg="add mod">
          <ac:chgData name="Ms Alina Arshad" userId="cccdfd85-d35d-4453-9c6f-a463aae40722" providerId="ADAL" clId="{A8F62292-C3D6-4926-9BC9-5B18711B6FF1}" dt="2024-10-06T04:56:29.576" v="918" actId="1036"/>
          <ac:spMkLst>
            <pc:docMk/>
            <pc:sldMk cId="3545550237" sldId="532"/>
            <ac:spMk id="18" creationId="{B2EBB152-ABA8-8205-9E81-48FC8DEA95DF}"/>
          </ac:spMkLst>
        </pc:spChg>
        <pc:spChg chg="add mod">
          <ac:chgData name="Ms Alina Arshad" userId="cccdfd85-d35d-4453-9c6f-a463aae40722" providerId="ADAL" clId="{A8F62292-C3D6-4926-9BC9-5B18711B6FF1}" dt="2024-10-06T04:56:29.576" v="918" actId="1036"/>
          <ac:spMkLst>
            <pc:docMk/>
            <pc:sldMk cId="3545550237" sldId="532"/>
            <ac:spMk id="19" creationId="{F047D76A-3F98-2937-ECF1-261166E4A139}"/>
          </ac:spMkLst>
        </pc:spChg>
        <pc:cxnChg chg="add mod">
          <ac:chgData name="Ms Alina Arshad" userId="cccdfd85-d35d-4453-9c6f-a463aae40722" providerId="ADAL" clId="{A8F62292-C3D6-4926-9BC9-5B18711B6FF1}" dt="2024-10-06T04:57:02.555" v="924" actId="14100"/>
          <ac:cxnSpMkLst>
            <pc:docMk/>
            <pc:sldMk cId="3545550237" sldId="532"/>
            <ac:cxnSpMk id="21" creationId="{9702C17C-F06A-1138-783D-1B72682A289C}"/>
          </ac:cxnSpMkLst>
        </pc:cxnChg>
        <pc:cxnChg chg="add mod">
          <ac:chgData name="Ms Alina Arshad" userId="cccdfd85-d35d-4453-9c6f-a463aae40722" providerId="ADAL" clId="{A8F62292-C3D6-4926-9BC9-5B18711B6FF1}" dt="2024-10-06T04:56:54.443" v="921" actId="14100"/>
          <ac:cxnSpMkLst>
            <pc:docMk/>
            <pc:sldMk cId="3545550237" sldId="532"/>
            <ac:cxnSpMk id="23" creationId="{F2718462-25F0-0C98-751F-E439918AD78B}"/>
          </ac:cxnSpMkLst>
        </pc:cxnChg>
        <pc:cxnChg chg="add mod">
          <ac:chgData name="Ms Alina Arshad" userId="cccdfd85-d35d-4453-9c6f-a463aae40722" providerId="ADAL" clId="{A8F62292-C3D6-4926-9BC9-5B18711B6FF1}" dt="2024-10-06T04:56:29.576" v="918" actId="1036"/>
          <ac:cxnSpMkLst>
            <pc:docMk/>
            <pc:sldMk cId="3545550237" sldId="532"/>
            <ac:cxnSpMk id="26" creationId="{14EE53DC-DC8C-BA44-CB05-4FA5F7100CCE}"/>
          </ac:cxnSpMkLst>
        </pc:cxnChg>
        <pc:cxnChg chg="add mod">
          <ac:chgData name="Ms Alina Arshad" userId="cccdfd85-d35d-4453-9c6f-a463aae40722" providerId="ADAL" clId="{A8F62292-C3D6-4926-9BC9-5B18711B6FF1}" dt="2024-10-06T04:56:29.576" v="918" actId="1036"/>
          <ac:cxnSpMkLst>
            <pc:docMk/>
            <pc:sldMk cId="3545550237" sldId="532"/>
            <ac:cxnSpMk id="27" creationId="{0E38D9F2-EC66-1099-7616-8B9D4D83E30D}"/>
          </ac:cxnSpMkLst>
        </pc:cxnChg>
        <pc:cxnChg chg="add mod">
          <ac:chgData name="Ms Alina Arshad" userId="cccdfd85-d35d-4453-9c6f-a463aae40722" providerId="ADAL" clId="{A8F62292-C3D6-4926-9BC9-5B18711B6FF1}" dt="2024-10-06T04:56:29.576" v="918" actId="1036"/>
          <ac:cxnSpMkLst>
            <pc:docMk/>
            <pc:sldMk cId="3545550237" sldId="532"/>
            <ac:cxnSpMk id="30" creationId="{D60394C6-4F38-BFF4-44B2-F34E378B95D6}"/>
          </ac:cxnSpMkLst>
        </pc:cxnChg>
        <pc:cxnChg chg="add mod">
          <ac:chgData name="Ms Alina Arshad" userId="cccdfd85-d35d-4453-9c6f-a463aae40722" providerId="ADAL" clId="{A8F62292-C3D6-4926-9BC9-5B18711B6FF1}" dt="2024-10-06T04:56:29.576" v="918" actId="1036"/>
          <ac:cxnSpMkLst>
            <pc:docMk/>
            <pc:sldMk cId="3545550237" sldId="532"/>
            <ac:cxnSpMk id="33" creationId="{F67CC95A-7436-8A77-88A6-E5E24734FB89}"/>
          </ac:cxnSpMkLst>
        </pc:cxnChg>
        <pc:cxnChg chg="add mod">
          <ac:chgData name="Ms Alina Arshad" userId="cccdfd85-d35d-4453-9c6f-a463aae40722" providerId="ADAL" clId="{A8F62292-C3D6-4926-9BC9-5B18711B6FF1}" dt="2024-10-06T04:56:29.576" v="918" actId="1036"/>
          <ac:cxnSpMkLst>
            <pc:docMk/>
            <pc:sldMk cId="3545550237" sldId="532"/>
            <ac:cxnSpMk id="37" creationId="{BFE28554-187E-773B-D5CB-CFF822C7723A}"/>
          </ac:cxnSpMkLst>
        </pc:cxnChg>
      </pc:sldChg>
      <pc:sldChg chg="addSp modSp new del mod">
        <pc:chgData name="Ms Alina Arshad" userId="cccdfd85-d35d-4453-9c6f-a463aae40722" providerId="ADAL" clId="{A8F62292-C3D6-4926-9BC9-5B18711B6FF1}" dt="2024-10-06T05:06:24.433" v="1226" actId="47"/>
        <pc:sldMkLst>
          <pc:docMk/>
          <pc:sldMk cId="2054905135" sldId="533"/>
        </pc:sldMkLst>
        <pc:graphicFrameChg chg="add mod modGraphic">
          <ac:chgData name="Ms Alina Arshad" userId="cccdfd85-d35d-4453-9c6f-a463aae40722" providerId="ADAL" clId="{A8F62292-C3D6-4926-9BC9-5B18711B6FF1}" dt="2024-10-06T05:06:02.768" v="1222" actId="1076"/>
          <ac:graphicFrameMkLst>
            <pc:docMk/>
            <pc:sldMk cId="2054905135" sldId="533"/>
            <ac:graphicFrameMk id="2" creationId="{FC398764-79EA-68BC-ECBC-5FC1A79EC2C5}"/>
          </ac:graphicFrameMkLst>
        </pc:graphicFrameChg>
      </pc:sldChg>
      <pc:sldChg chg="addSp modSp new mod">
        <pc:chgData name="Ms Alina Arshad" userId="cccdfd85-d35d-4453-9c6f-a463aae40722" providerId="ADAL" clId="{A8F62292-C3D6-4926-9BC9-5B18711B6FF1}" dt="2024-10-06T05:06:47.625" v="1243" actId="1076"/>
        <pc:sldMkLst>
          <pc:docMk/>
          <pc:sldMk cId="3162381277" sldId="534"/>
        </pc:sldMkLst>
        <pc:spChg chg="mod">
          <ac:chgData name="Ms Alina Arshad" userId="cccdfd85-d35d-4453-9c6f-a463aae40722" providerId="ADAL" clId="{A8F62292-C3D6-4926-9BC9-5B18711B6FF1}" dt="2024-10-06T05:06:40.074" v="1240" actId="14100"/>
          <ac:spMkLst>
            <pc:docMk/>
            <pc:sldMk cId="3162381277" sldId="534"/>
            <ac:spMk id="2" creationId="{485A7A91-CB93-852E-32FB-484830C62884}"/>
          </ac:spMkLst>
        </pc:spChg>
        <pc:graphicFrameChg chg="add mod modGraphic">
          <ac:chgData name="Ms Alina Arshad" userId="cccdfd85-d35d-4453-9c6f-a463aae40722" providerId="ADAL" clId="{A8F62292-C3D6-4926-9BC9-5B18711B6FF1}" dt="2024-10-06T05:06:47.625" v="1243" actId="1076"/>
          <ac:graphicFrameMkLst>
            <pc:docMk/>
            <pc:sldMk cId="3162381277" sldId="534"/>
            <ac:graphicFrameMk id="4" creationId="{BC1A96F8-75CE-398D-1083-6347D11F64B9}"/>
          </ac:graphicFrameMkLst>
        </pc:graphicFrameChg>
      </pc:sldChg>
      <pc:sldChg chg="modSp new mod">
        <pc:chgData name="Ms Alina Arshad" userId="cccdfd85-d35d-4453-9c6f-a463aae40722" providerId="ADAL" clId="{A8F62292-C3D6-4926-9BC9-5B18711B6FF1}" dt="2024-10-06T05:09:35.700" v="1260" actId="20577"/>
        <pc:sldMkLst>
          <pc:docMk/>
          <pc:sldMk cId="1199260640" sldId="535"/>
        </pc:sldMkLst>
        <pc:spChg chg="mod">
          <ac:chgData name="Ms Alina Arshad" userId="cccdfd85-d35d-4453-9c6f-a463aae40722" providerId="ADAL" clId="{A8F62292-C3D6-4926-9BC9-5B18711B6FF1}" dt="2024-10-06T05:09:35.700" v="1260" actId="20577"/>
          <ac:spMkLst>
            <pc:docMk/>
            <pc:sldMk cId="1199260640" sldId="535"/>
            <ac:spMk id="2" creationId="{02106BE8-DF64-9A48-B1D3-308FEDC4CC7F}"/>
          </ac:spMkLst>
        </pc:spChg>
        <pc:spChg chg="mod">
          <ac:chgData name="Ms Alina Arshad" userId="cccdfd85-d35d-4453-9c6f-a463aae40722" providerId="ADAL" clId="{A8F62292-C3D6-4926-9BC9-5B18711B6FF1}" dt="2024-10-06T05:09:12.780" v="1248" actId="207"/>
          <ac:spMkLst>
            <pc:docMk/>
            <pc:sldMk cId="1199260640" sldId="535"/>
            <ac:spMk id="3" creationId="{F572B3B7-8AC4-17B3-8E63-73657D18ED3A}"/>
          </ac:spMkLst>
        </pc:spChg>
      </pc:sldChg>
    </pc:docChg>
  </pc:docChgLst>
  <pc:docChgLst>
    <pc:chgData name="Ms Alina Arshad" userId="cccdfd85-d35d-4453-9c6f-a463aae40722" providerId="ADAL" clId="{2FEB24EE-2666-4060-89BA-CD0A06313B23}"/>
    <pc:docChg chg="custSel addSld delSld modSld">
      <pc:chgData name="Ms Alina Arshad" userId="cccdfd85-d35d-4453-9c6f-a463aae40722" providerId="ADAL" clId="{2FEB24EE-2666-4060-89BA-CD0A06313B23}" dt="2024-09-07T15:30:07.645" v="78" actId="1076"/>
      <pc:docMkLst>
        <pc:docMk/>
      </pc:docMkLst>
      <pc:sldChg chg="modSp mod">
        <pc:chgData name="Ms Alina Arshad" userId="cccdfd85-d35d-4453-9c6f-a463aae40722" providerId="ADAL" clId="{2FEB24EE-2666-4060-89BA-CD0A06313B23}" dt="2024-09-07T15:27:11.022" v="71" actId="20577"/>
        <pc:sldMkLst>
          <pc:docMk/>
          <pc:sldMk cId="0" sldId="372"/>
        </pc:sldMkLst>
        <pc:spChg chg="mod">
          <ac:chgData name="Ms Alina Arshad" userId="cccdfd85-d35d-4453-9c6f-a463aae40722" providerId="ADAL" clId="{2FEB24EE-2666-4060-89BA-CD0A06313B23}" dt="2024-09-07T15:27:11.022" v="71" actId="20577"/>
          <ac:spMkLst>
            <pc:docMk/>
            <pc:sldMk cId="0" sldId="372"/>
            <ac:spMk id="3" creationId="{3CE06910-2266-68E8-32AE-E6FCE586718E}"/>
          </ac:spMkLst>
        </pc:spChg>
      </pc:sldChg>
      <pc:sldChg chg="del">
        <pc:chgData name="Ms Alina Arshad" userId="cccdfd85-d35d-4453-9c6f-a463aae40722" providerId="ADAL" clId="{2FEB24EE-2666-4060-89BA-CD0A06313B23}" dt="2024-09-07T14:11:32.691" v="18" actId="2696"/>
        <pc:sldMkLst>
          <pc:docMk/>
          <pc:sldMk cId="0" sldId="376"/>
        </pc:sldMkLst>
      </pc:sldChg>
      <pc:sldChg chg="del">
        <pc:chgData name="Ms Alina Arshad" userId="cccdfd85-d35d-4453-9c6f-a463aae40722" providerId="ADAL" clId="{2FEB24EE-2666-4060-89BA-CD0A06313B23}" dt="2024-09-07T14:11:32.691" v="18" actId="2696"/>
        <pc:sldMkLst>
          <pc:docMk/>
          <pc:sldMk cId="0" sldId="377"/>
        </pc:sldMkLst>
      </pc:sldChg>
      <pc:sldChg chg="del">
        <pc:chgData name="Ms Alina Arshad" userId="cccdfd85-d35d-4453-9c6f-a463aae40722" providerId="ADAL" clId="{2FEB24EE-2666-4060-89BA-CD0A06313B23}" dt="2024-09-07T14:11:32.691" v="18" actId="2696"/>
        <pc:sldMkLst>
          <pc:docMk/>
          <pc:sldMk cId="0" sldId="387"/>
        </pc:sldMkLst>
      </pc:sldChg>
      <pc:sldChg chg="del">
        <pc:chgData name="Ms Alina Arshad" userId="cccdfd85-d35d-4453-9c6f-a463aae40722" providerId="ADAL" clId="{2FEB24EE-2666-4060-89BA-CD0A06313B23}" dt="2024-09-07T14:11:32.691" v="18" actId="2696"/>
        <pc:sldMkLst>
          <pc:docMk/>
          <pc:sldMk cId="0" sldId="388"/>
        </pc:sldMkLst>
      </pc:sldChg>
      <pc:sldChg chg="modSp del mod">
        <pc:chgData name="Ms Alina Arshad" userId="cccdfd85-d35d-4453-9c6f-a463aae40722" providerId="ADAL" clId="{2FEB24EE-2666-4060-89BA-CD0A06313B23}" dt="2024-09-07T14:11:32.691" v="18" actId="2696"/>
        <pc:sldMkLst>
          <pc:docMk/>
          <pc:sldMk cId="0" sldId="389"/>
        </pc:sldMkLst>
        <pc:spChg chg="mod">
          <ac:chgData name="Ms Alina Arshad" userId="cccdfd85-d35d-4453-9c6f-a463aae40722" providerId="ADAL" clId="{2FEB24EE-2666-4060-89BA-CD0A06313B23}" dt="2024-09-07T14:04:23.480" v="10" actId="5793"/>
          <ac:spMkLst>
            <pc:docMk/>
            <pc:sldMk cId="0" sldId="389"/>
            <ac:spMk id="13315" creationId="{5AEC1019-6C33-068D-89FF-73F14DD73519}"/>
          </ac:spMkLst>
        </pc:spChg>
        <pc:spChg chg="mod">
          <ac:chgData name="Ms Alina Arshad" userId="cccdfd85-d35d-4453-9c6f-a463aae40722" providerId="ADAL" clId="{2FEB24EE-2666-4060-89BA-CD0A06313B23}" dt="2024-09-07T14:04:04.382" v="4" actId="27636"/>
          <ac:spMkLst>
            <pc:docMk/>
            <pc:sldMk cId="0" sldId="389"/>
            <ac:spMk id="24578" creationId="{305B7E1E-5597-3B12-6D73-B24294AD131D}"/>
          </ac:spMkLst>
        </pc:spChg>
      </pc:sldChg>
      <pc:sldChg chg="modSp del mod">
        <pc:chgData name="Ms Alina Arshad" userId="cccdfd85-d35d-4453-9c6f-a463aae40722" providerId="ADAL" clId="{2FEB24EE-2666-4060-89BA-CD0A06313B23}" dt="2024-09-07T14:11:32.691" v="18" actId="2696"/>
        <pc:sldMkLst>
          <pc:docMk/>
          <pc:sldMk cId="0" sldId="391"/>
        </pc:sldMkLst>
        <pc:spChg chg="mod">
          <ac:chgData name="Ms Alina Arshad" userId="cccdfd85-d35d-4453-9c6f-a463aae40722" providerId="ADAL" clId="{2FEB24EE-2666-4060-89BA-CD0A06313B23}" dt="2024-09-07T14:04:40.295" v="17" actId="20577"/>
          <ac:spMkLst>
            <pc:docMk/>
            <pc:sldMk cId="0" sldId="391"/>
            <ac:spMk id="26626" creationId="{0FEEB420-FF9F-896C-19FE-30B0D95ADF93}"/>
          </ac:spMkLst>
        </pc:spChg>
      </pc:sldChg>
      <pc:sldChg chg="modSp add mod">
        <pc:chgData name="Ms Alina Arshad" userId="cccdfd85-d35d-4453-9c6f-a463aae40722" providerId="ADAL" clId="{2FEB24EE-2666-4060-89BA-CD0A06313B23}" dt="2024-09-07T14:26:37.570" v="48" actId="20577"/>
        <pc:sldMkLst>
          <pc:docMk/>
          <pc:sldMk cId="1227695002" sldId="429"/>
        </pc:sldMkLst>
        <pc:spChg chg="mod">
          <ac:chgData name="Ms Alina Arshad" userId="cccdfd85-d35d-4453-9c6f-a463aae40722" providerId="ADAL" clId="{2FEB24EE-2666-4060-89BA-CD0A06313B23}" dt="2024-09-07T14:16:40.823" v="36" actId="14100"/>
          <ac:spMkLst>
            <pc:docMk/>
            <pc:sldMk cId="1227695002" sldId="429"/>
            <ac:spMk id="2" creationId="{00000000-0000-0000-0000-000000000000}"/>
          </ac:spMkLst>
        </pc:spChg>
        <pc:spChg chg="mod">
          <ac:chgData name="Ms Alina Arshad" userId="cccdfd85-d35d-4453-9c6f-a463aae40722" providerId="ADAL" clId="{2FEB24EE-2666-4060-89BA-CD0A06313B23}" dt="2024-09-07T14:26:37.570" v="48" actId="20577"/>
          <ac:spMkLst>
            <pc:docMk/>
            <pc:sldMk cId="1227695002" sldId="429"/>
            <ac:spMk id="3" creationId="{00000000-0000-0000-0000-000000000000}"/>
          </ac:spMkLst>
        </pc:spChg>
      </pc:sldChg>
      <pc:sldChg chg="modSp add mod">
        <pc:chgData name="Ms Alina Arshad" userId="cccdfd85-d35d-4453-9c6f-a463aae40722" providerId="ADAL" clId="{2FEB24EE-2666-4060-89BA-CD0A06313B23}" dt="2024-09-07T14:28:10.057" v="50" actId="20577"/>
        <pc:sldMkLst>
          <pc:docMk/>
          <pc:sldMk cId="4289592975" sldId="430"/>
        </pc:sldMkLst>
        <pc:spChg chg="mod">
          <ac:chgData name="Ms Alina Arshad" userId="cccdfd85-d35d-4453-9c6f-a463aae40722" providerId="ADAL" clId="{2FEB24EE-2666-4060-89BA-CD0A06313B23}" dt="2024-09-07T14:28:10.057" v="50" actId="20577"/>
          <ac:spMkLst>
            <pc:docMk/>
            <pc:sldMk cId="4289592975" sldId="430"/>
            <ac:spMk id="3" creationId="{00000000-0000-0000-0000-000000000000}"/>
          </ac:spMkLst>
        </pc:spChg>
      </pc:sldChg>
      <pc:sldChg chg="modSp add mod">
        <pc:chgData name="Ms Alina Arshad" userId="cccdfd85-d35d-4453-9c6f-a463aae40722" providerId="ADAL" clId="{2FEB24EE-2666-4060-89BA-CD0A06313B23}" dt="2024-09-07T14:33:40.207" v="55" actId="207"/>
        <pc:sldMkLst>
          <pc:docMk/>
          <pc:sldMk cId="1008177089" sldId="433"/>
        </pc:sldMkLst>
        <pc:spChg chg="mod">
          <ac:chgData name="Ms Alina Arshad" userId="cccdfd85-d35d-4453-9c6f-a463aae40722" providerId="ADAL" clId="{2FEB24EE-2666-4060-89BA-CD0A06313B23}" dt="2024-09-07T14:33:40.207" v="55" actId="207"/>
          <ac:spMkLst>
            <pc:docMk/>
            <pc:sldMk cId="1008177089" sldId="433"/>
            <ac:spMk id="3" creationId="{00000000-0000-0000-0000-000000000000}"/>
          </ac:spMkLst>
        </pc:spChg>
      </pc:sldChg>
      <pc:sldChg chg="modSp add mod">
        <pc:chgData name="Ms Alina Arshad" userId="cccdfd85-d35d-4453-9c6f-a463aae40722" providerId="ADAL" clId="{2FEB24EE-2666-4060-89BA-CD0A06313B23}" dt="2024-09-07T14:38:19.708" v="62" actId="20577"/>
        <pc:sldMkLst>
          <pc:docMk/>
          <pc:sldMk cId="4177771332" sldId="434"/>
        </pc:sldMkLst>
        <pc:spChg chg="mod">
          <ac:chgData name="Ms Alina Arshad" userId="cccdfd85-d35d-4453-9c6f-a463aae40722" providerId="ADAL" clId="{2FEB24EE-2666-4060-89BA-CD0A06313B23}" dt="2024-09-07T14:37:16.352" v="58" actId="1076"/>
          <ac:spMkLst>
            <pc:docMk/>
            <pc:sldMk cId="4177771332" sldId="434"/>
            <ac:spMk id="2" creationId="{00000000-0000-0000-0000-000000000000}"/>
          </ac:spMkLst>
        </pc:spChg>
        <pc:spChg chg="mod">
          <ac:chgData name="Ms Alina Arshad" userId="cccdfd85-d35d-4453-9c6f-a463aae40722" providerId="ADAL" clId="{2FEB24EE-2666-4060-89BA-CD0A06313B23}" dt="2024-09-07T14:38:19.708" v="62" actId="20577"/>
          <ac:spMkLst>
            <pc:docMk/>
            <pc:sldMk cId="4177771332" sldId="434"/>
            <ac:spMk id="3" creationId="{00000000-0000-0000-0000-000000000000}"/>
          </ac:spMkLst>
        </pc:spChg>
      </pc:sldChg>
      <pc:sldChg chg="modSp add mod">
        <pc:chgData name="Ms Alina Arshad" userId="cccdfd85-d35d-4453-9c6f-a463aae40722" providerId="ADAL" clId="{2FEB24EE-2666-4060-89BA-CD0A06313B23}" dt="2024-09-07T14:38:53.527" v="63" actId="404"/>
        <pc:sldMkLst>
          <pc:docMk/>
          <pc:sldMk cId="2642975351" sldId="435"/>
        </pc:sldMkLst>
        <pc:spChg chg="mod">
          <ac:chgData name="Ms Alina Arshad" userId="cccdfd85-d35d-4453-9c6f-a463aae40722" providerId="ADAL" clId="{2FEB24EE-2666-4060-89BA-CD0A06313B23}" dt="2024-09-07T14:38:53.527" v="63" actId="404"/>
          <ac:spMkLst>
            <pc:docMk/>
            <pc:sldMk cId="2642975351" sldId="435"/>
            <ac:spMk id="3" creationId="{00000000-0000-0000-0000-000000000000}"/>
          </ac:spMkLst>
        </pc:spChg>
      </pc:sldChg>
      <pc:sldChg chg="modSp add mod">
        <pc:chgData name="Ms Alina Arshad" userId="cccdfd85-d35d-4453-9c6f-a463aae40722" providerId="ADAL" clId="{2FEB24EE-2666-4060-89BA-CD0A06313B23}" dt="2024-09-07T14:42:05.679" v="66" actId="207"/>
        <pc:sldMkLst>
          <pc:docMk/>
          <pc:sldMk cId="8447295" sldId="436"/>
        </pc:sldMkLst>
        <pc:spChg chg="mod">
          <ac:chgData name="Ms Alina Arshad" userId="cccdfd85-d35d-4453-9c6f-a463aae40722" providerId="ADAL" clId="{2FEB24EE-2666-4060-89BA-CD0A06313B23}" dt="2024-09-07T14:41:44.573" v="64" actId="33524"/>
          <ac:spMkLst>
            <pc:docMk/>
            <pc:sldMk cId="8447295" sldId="436"/>
            <ac:spMk id="2" creationId="{00000000-0000-0000-0000-000000000000}"/>
          </ac:spMkLst>
        </pc:spChg>
        <pc:spChg chg="mod">
          <ac:chgData name="Ms Alina Arshad" userId="cccdfd85-d35d-4453-9c6f-a463aae40722" providerId="ADAL" clId="{2FEB24EE-2666-4060-89BA-CD0A06313B23}" dt="2024-09-07T14:42:05.679" v="66" actId="207"/>
          <ac:spMkLst>
            <pc:docMk/>
            <pc:sldMk cId="8447295" sldId="436"/>
            <ac:spMk id="3" creationId="{00000000-0000-0000-0000-000000000000}"/>
          </ac:spMkLst>
        </pc:spChg>
      </pc:sldChg>
      <pc:sldChg chg="modSp mod">
        <pc:chgData name="Ms Alina Arshad" userId="cccdfd85-d35d-4453-9c6f-a463aae40722" providerId="ADAL" clId="{2FEB24EE-2666-4060-89BA-CD0A06313B23}" dt="2024-09-07T15:07:51.624" v="70" actId="20577"/>
        <pc:sldMkLst>
          <pc:docMk/>
          <pc:sldMk cId="1737629093" sldId="438"/>
        </pc:sldMkLst>
        <pc:spChg chg="mod">
          <ac:chgData name="Ms Alina Arshad" userId="cccdfd85-d35d-4453-9c6f-a463aae40722" providerId="ADAL" clId="{2FEB24EE-2666-4060-89BA-CD0A06313B23}" dt="2024-09-07T15:07:51.624" v="70" actId="20577"/>
          <ac:spMkLst>
            <pc:docMk/>
            <pc:sldMk cId="1737629093" sldId="438"/>
            <ac:spMk id="3" creationId="{00000000-0000-0000-0000-000000000000}"/>
          </ac:spMkLst>
        </pc:spChg>
      </pc:sldChg>
      <pc:sldChg chg="addSp modSp">
        <pc:chgData name="Ms Alina Arshad" userId="cccdfd85-d35d-4453-9c6f-a463aae40722" providerId="ADAL" clId="{2FEB24EE-2666-4060-89BA-CD0A06313B23}" dt="2024-09-07T15:30:07.645" v="78" actId="1076"/>
        <pc:sldMkLst>
          <pc:docMk/>
          <pc:sldMk cId="2279120568" sldId="446"/>
        </pc:sldMkLst>
        <pc:spChg chg="mod">
          <ac:chgData name="Ms Alina Arshad" userId="cccdfd85-d35d-4453-9c6f-a463aae40722" providerId="ADAL" clId="{2FEB24EE-2666-4060-89BA-CD0A06313B23}" dt="2024-09-07T15:29:56.694" v="75" actId="14100"/>
          <ac:spMkLst>
            <pc:docMk/>
            <pc:sldMk cId="2279120568" sldId="446"/>
            <ac:spMk id="3" creationId="{00000000-0000-0000-0000-000000000000}"/>
          </ac:spMkLst>
        </pc:spChg>
        <pc:picChg chg="add mod">
          <ac:chgData name="Ms Alina Arshad" userId="cccdfd85-d35d-4453-9c6f-a463aae40722" providerId="ADAL" clId="{2FEB24EE-2666-4060-89BA-CD0A06313B23}" dt="2024-09-07T15:30:07.645" v="78" actId="1076"/>
          <ac:picMkLst>
            <pc:docMk/>
            <pc:sldMk cId="2279120568" sldId="446"/>
            <ac:picMk id="1026" creationId="{33CCDCAF-3759-99D5-6506-736BA3E5DF0B}"/>
          </ac:picMkLst>
        </pc:picChg>
      </pc:sldChg>
    </pc:docChg>
  </pc:docChgLst>
  <pc:docChgLst>
    <pc:chgData name="Ms Alina Arshad" userId="cccdfd85-d35d-4453-9c6f-a463aae40722" providerId="ADAL" clId="{1C05DFB1-C023-4755-8788-6BFDA6690735}"/>
    <pc:docChg chg="undo custSel addSld delSld modSld sldOrd">
      <pc:chgData name="Ms Alina Arshad" userId="cccdfd85-d35d-4453-9c6f-a463aae40722" providerId="ADAL" clId="{1C05DFB1-C023-4755-8788-6BFDA6690735}" dt="2024-09-05T08:41:59.376" v="433" actId="20577"/>
      <pc:docMkLst>
        <pc:docMk/>
      </pc:docMkLst>
      <pc:sldChg chg="addSp delSp modSp mod">
        <pc:chgData name="Ms Alina Arshad" userId="cccdfd85-d35d-4453-9c6f-a463aae40722" providerId="ADAL" clId="{1C05DFB1-C023-4755-8788-6BFDA6690735}" dt="2024-09-05T08:41:59.376" v="433" actId="20577"/>
        <pc:sldMkLst>
          <pc:docMk/>
          <pc:sldMk cId="3322361034" sldId="256"/>
        </pc:sldMkLst>
        <pc:spChg chg="mod">
          <ac:chgData name="Ms Alina Arshad" userId="cccdfd85-d35d-4453-9c6f-a463aae40722" providerId="ADAL" clId="{1C05DFB1-C023-4755-8788-6BFDA6690735}" dt="2024-09-05T08:41:59.376" v="433" actId="20577"/>
          <ac:spMkLst>
            <pc:docMk/>
            <pc:sldMk cId="3322361034" sldId="256"/>
            <ac:spMk id="3" creationId="{44E9F82C-BBA7-3495-1097-BEDB54FFFDF4}"/>
          </ac:spMkLst>
        </pc:spChg>
        <pc:spChg chg="add del">
          <ac:chgData name="Ms Alina Arshad" userId="cccdfd85-d35d-4453-9c6f-a463aae40722" providerId="ADAL" clId="{1C05DFB1-C023-4755-8788-6BFDA6690735}" dt="2024-09-05T07:34:55.610" v="146" actId="22"/>
          <ac:spMkLst>
            <pc:docMk/>
            <pc:sldMk cId="3322361034" sldId="256"/>
            <ac:spMk id="6" creationId="{3CA1EAAA-F942-5EDF-87BE-7AA035157A05}"/>
          </ac:spMkLst>
        </pc:spChg>
      </pc:sldChg>
      <pc:sldChg chg="modSp add mod ord">
        <pc:chgData name="Ms Alina Arshad" userId="cccdfd85-d35d-4453-9c6f-a463aae40722" providerId="ADAL" clId="{1C05DFB1-C023-4755-8788-6BFDA6690735}" dt="2024-09-05T07:56:57.780" v="375"/>
        <pc:sldMkLst>
          <pc:docMk/>
          <pc:sldMk cId="0" sldId="361"/>
        </pc:sldMkLst>
        <pc:spChg chg="mod">
          <ac:chgData name="Ms Alina Arshad" userId="cccdfd85-d35d-4453-9c6f-a463aae40722" providerId="ADAL" clId="{1C05DFB1-C023-4755-8788-6BFDA6690735}" dt="2024-09-05T07:45:06.953" v="192" actId="1076"/>
          <ac:spMkLst>
            <pc:docMk/>
            <pc:sldMk cId="0" sldId="361"/>
            <ac:spMk id="11266" creationId="{CDFEA5A7-DD76-DB88-8CE1-C136689A729E}"/>
          </ac:spMkLst>
        </pc:spChg>
        <pc:picChg chg="mod">
          <ac:chgData name="Ms Alina Arshad" userId="cccdfd85-d35d-4453-9c6f-a463aae40722" providerId="ADAL" clId="{1C05DFB1-C023-4755-8788-6BFDA6690735}" dt="2024-09-05T07:45:09.937" v="193" actId="1076"/>
          <ac:picMkLst>
            <pc:docMk/>
            <pc:sldMk cId="0" sldId="361"/>
            <ac:picMk id="11267" creationId="{E07318DB-010A-9C35-EA2F-B3B619FB4F96}"/>
          </ac:picMkLst>
        </pc:picChg>
      </pc:sldChg>
      <pc:sldChg chg="modSp add mod ord">
        <pc:chgData name="Ms Alina Arshad" userId="cccdfd85-d35d-4453-9c6f-a463aae40722" providerId="ADAL" clId="{1C05DFB1-C023-4755-8788-6BFDA6690735}" dt="2024-09-05T08:14:11.075" v="401"/>
        <pc:sldMkLst>
          <pc:docMk/>
          <pc:sldMk cId="0" sldId="369"/>
        </pc:sldMkLst>
        <pc:spChg chg="mod">
          <ac:chgData name="Ms Alina Arshad" userId="cccdfd85-d35d-4453-9c6f-a463aae40722" providerId="ADAL" clId="{1C05DFB1-C023-4755-8788-6BFDA6690735}" dt="2024-09-05T07:50:23.356" v="262" actId="404"/>
          <ac:spMkLst>
            <pc:docMk/>
            <pc:sldMk cId="0" sldId="369"/>
            <ac:spMk id="4" creationId="{8E987808-8596-9880-3716-1A0FF1EDC058}"/>
          </ac:spMkLst>
        </pc:spChg>
        <pc:spChg chg="mod">
          <ac:chgData name="Ms Alina Arshad" userId="cccdfd85-d35d-4453-9c6f-a463aae40722" providerId="ADAL" clId="{1C05DFB1-C023-4755-8788-6BFDA6690735}" dt="2024-09-05T07:50:03.718" v="254" actId="1076"/>
          <ac:spMkLst>
            <pc:docMk/>
            <pc:sldMk cId="0" sldId="369"/>
            <ac:spMk id="17410" creationId="{DD6089CE-4A31-4A96-1F98-DDBB2C23FF42}"/>
          </ac:spMkLst>
        </pc:spChg>
        <pc:picChg chg="mod">
          <ac:chgData name="Ms Alina Arshad" userId="cccdfd85-d35d-4453-9c6f-a463aae40722" providerId="ADAL" clId="{1C05DFB1-C023-4755-8788-6BFDA6690735}" dt="2024-09-05T07:50:25.414" v="263" actId="1076"/>
          <ac:picMkLst>
            <pc:docMk/>
            <pc:sldMk cId="0" sldId="369"/>
            <ac:picMk id="17412" creationId="{A99781B3-ECFD-C897-E252-4DA1744B8C9F}"/>
          </ac:picMkLst>
        </pc:picChg>
      </pc:sldChg>
      <pc:sldChg chg="modSp add mod ord modAnim">
        <pc:chgData name="Ms Alina Arshad" userId="cccdfd85-d35d-4453-9c6f-a463aae40722" providerId="ADAL" clId="{1C05DFB1-C023-4755-8788-6BFDA6690735}" dt="2024-09-05T08:15:10.231" v="421"/>
        <pc:sldMkLst>
          <pc:docMk/>
          <pc:sldMk cId="0" sldId="370"/>
        </pc:sldMkLst>
        <pc:spChg chg="mod">
          <ac:chgData name="Ms Alina Arshad" userId="cccdfd85-d35d-4453-9c6f-a463aae40722" providerId="ADAL" clId="{1C05DFB1-C023-4755-8788-6BFDA6690735}" dt="2024-09-05T08:15:07.606" v="419" actId="12"/>
          <ac:spMkLst>
            <pc:docMk/>
            <pc:sldMk cId="0" sldId="370"/>
            <ac:spMk id="4" creationId="{1BF07008-22A4-D676-C9D6-7038ABDE0606}"/>
          </ac:spMkLst>
        </pc:spChg>
        <pc:spChg chg="mod">
          <ac:chgData name="Ms Alina Arshad" userId="cccdfd85-d35d-4453-9c6f-a463aae40722" providerId="ADAL" clId="{1C05DFB1-C023-4755-8788-6BFDA6690735}" dt="2024-09-05T07:51:17.485" v="281" actId="1076"/>
          <ac:spMkLst>
            <pc:docMk/>
            <pc:sldMk cId="0" sldId="370"/>
            <ac:spMk id="19458" creationId="{36059FCC-18D6-6332-D685-7C398C657D85}"/>
          </ac:spMkLst>
        </pc:spChg>
        <pc:picChg chg="mod">
          <ac:chgData name="Ms Alina Arshad" userId="cccdfd85-d35d-4453-9c6f-a463aae40722" providerId="ADAL" clId="{1C05DFB1-C023-4755-8788-6BFDA6690735}" dt="2024-09-05T07:51:56.269" v="290" actId="1076"/>
          <ac:picMkLst>
            <pc:docMk/>
            <pc:sldMk cId="0" sldId="370"/>
            <ac:picMk id="19460" creationId="{A9A59423-9CB7-223E-698D-5348E408B2CE}"/>
          </ac:picMkLst>
        </pc:picChg>
      </pc:sldChg>
      <pc:sldChg chg="modSp add mod ord">
        <pc:chgData name="Ms Alina Arshad" userId="cccdfd85-d35d-4453-9c6f-a463aae40722" providerId="ADAL" clId="{1C05DFB1-C023-4755-8788-6BFDA6690735}" dt="2024-09-05T08:14:54.414" v="413"/>
        <pc:sldMkLst>
          <pc:docMk/>
          <pc:sldMk cId="0" sldId="371"/>
        </pc:sldMkLst>
        <pc:spChg chg="mod">
          <ac:chgData name="Ms Alina Arshad" userId="cccdfd85-d35d-4453-9c6f-a463aae40722" providerId="ADAL" clId="{1C05DFB1-C023-4755-8788-6BFDA6690735}" dt="2024-09-05T07:51:07.444" v="278" actId="12"/>
          <ac:spMkLst>
            <pc:docMk/>
            <pc:sldMk cId="0" sldId="371"/>
            <ac:spMk id="6" creationId="{BFF2EC28-54EE-BE7B-18AD-61866F6E4477}"/>
          </ac:spMkLst>
        </pc:spChg>
        <pc:spChg chg="mod">
          <ac:chgData name="Ms Alina Arshad" userId="cccdfd85-d35d-4453-9c6f-a463aae40722" providerId="ADAL" clId="{1C05DFB1-C023-4755-8788-6BFDA6690735}" dt="2024-09-05T07:50:36.990" v="267" actId="1076"/>
          <ac:spMkLst>
            <pc:docMk/>
            <pc:sldMk cId="0" sldId="371"/>
            <ac:spMk id="18434" creationId="{CC853854-2B92-E747-813E-1CCD9BE5A87A}"/>
          </ac:spMkLst>
        </pc:spChg>
      </pc:sldChg>
      <pc:sldChg chg="del">
        <pc:chgData name="Ms Alina Arshad" userId="cccdfd85-d35d-4453-9c6f-a463aae40722" providerId="ADAL" clId="{1C05DFB1-C023-4755-8788-6BFDA6690735}" dt="2024-09-05T06:57:39.431" v="12" actId="47"/>
        <pc:sldMkLst>
          <pc:docMk/>
          <pc:sldMk cId="3002628608" sldId="371"/>
        </pc:sldMkLst>
      </pc:sldChg>
      <pc:sldChg chg="modSp add mod ord">
        <pc:chgData name="Ms Alina Arshad" userId="cccdfd85-d35d-4453-9c6f-a463aae40722" providerId="ADAL" clId="{1C05DFB1-C023-4755-8788-6BFDA6690735}" dt="2024-09-05T08:15:20.321" v="423"/>
        <pc:sldMkLst>
          <pc:docMk/>
          <pc:sldMk cId="0" sldId="372"/>
        </pc:sldMkLst>
        <pc:spChg chg="mod">
          <ac:chgData name="Ms Alina Arshad" userId="cccdfd85-d35d-4453-9c6f-a463aae40722" providerId="ADAL" clId="{1C05DFB1-C023-4755-8788-6BFDA6690735}" dt="2024-09-05T07:52:20.715" v="298" actId="12"/>
          <ac:spMkLst>
            <pc:docMk/>
            <pc:sldMk cId="0" sldId="372"/>
            <ac:spMk id="3" creationId="{3CE06910-2266-68E8-32AE-E6FCE586718E}"/>
          </ac:spMkLst>
        </pc:spChg>
        <pc:spChg chg="mod">
          <ac:chgData name="Ms Alina Arshad" userId="cccdfd85-d35d-4453-9c6f-a463aae40722" providerId="ADAL" clId="{1C05DFB1-C023-4755-8788-6BFDA6690735}" dt="2024-09-05T07:52:06.262" v="293" actId="1076"/>
          <ac:spMkLst>
            <pc:docMk/>
            <pc:sldMk cId="0" sldId="372"/>
            <ac:spMk id="20482" creationId="{66081410-0D97-977C-9351-D99DD14E7278}"/>
          </ac:spMkLst>
        </pc:spChg>
      </pc:sldChg>
      <pc:sldChg chg="modSp add mod">
        <pc:chgData name="Ms Alina Arshad" userId="cccdfd85-d35d-4453-9c6f-a463aae40722" providerId="ADAL" clId="{1C05DFB1-C023-4755-8788-6BFDA6690735}" dt="2024-09-05T07:52:36.823" v="306" actId="12"/>
        <pc:sldMkLst>
          <pc:docMk/>
          <pc:sldMk cId="0" sldId="376"/>
        </pc:sldMkLst>
        <pc:spChg chg="mod">
          <ac:chgData name="Ms Alina Arshad" userId="cccdfd85-d35d-4453-9c6f-a463aae40722" providerId="ADAL" clId="{1C05DFB1-C023-4755-8788-6BFDA6690735}" dt="2024-09-05T07:52:36.823" v="306" actId="12"/>
          <ac:spMkLst>
            <pc:docMk/>
            <pc:sldMk cId="0" sldId="376"/>
            <ac:spMk id="14339" creationId="{94A197E7-6DCB-57DA-E27C-724B31356253}"/>
          </ac:spMkLst>
        </pc:spChg>
        <pc:spChg chg="mod">
          <ac:chgData name="Ms Alina Arshad" userId="cccdfd85-d35d-4453-9c6f-a463aae40722" providerId="ADAL" clId="{1C05DFB1-C023-4755-8788-6BFDA6690735}" dt="2024-09-05T07:52:26.389" v="300" actId="113"/>
          <ac:spMkLst>
            <pc:docMk/>
            <pc:sldMk cId="0" sldId="376"/>
            <ac:spMk id="21506" creationId="{94B96EC9-3772-F192-36A7-9AEC2591F83D}"/>
          </ac:spMkLst>
        </pc:spChg>
      </pc:sldChg>
      <pc:sldChg chg="modSp add mod">
        <pc:chgData name="Ms Alina Arshad" userId="cccdfd85-d35d-4453-9c6f-a463aae40722" providerId="ADAL" clId="{1C05DFB1-C023-4755-8788-6BFDA6690735}" dt="2024-09-05T07:53:06.340" v="318" actId="113"/>
        <pc:sldMkLst>
          <pc:docMk/>
          <pc:sldMk cId="0" sldId="377"/>
        </pc:sldMkLst>
        <pc:spChg chg="mod">
          <ac:chgData name="Ms Alina Arshad" userId="cccdfd85-d35d-4453-9c6f-a463aae40722" providerId="ADAL" clId="{1C05DFB1-C023-4755-8788-6BFDA6690735}" dt="2024-09-05T07:53:06.340" v="318" actId="113"/>
          <ac:spMkLst>
            <pc:docMk/>
            <pc:sldMk cId="0" sldId="377"/>
            <ac:spMk id="14339" creationId="{146A747E-9050-5C65-BC4A-8D4836FF8395}"/>
          </ac:spMkLst>
        </pc:spChg>
        <pc:spChg chg="mod">
          <ac:chgData name="Ms Alina Arshad" userId="cccdfd85-d35d-4453-9c6f-a463aae40722" providerId="ADAL" clId="{1C05DFB1-C023-4755-8788-6BFDA6690735}" dt="2024-09-05T07:52:44.618" v="309" actId="14100"/>
          <ac:spMkLst>
            <pc:docMk/>
            <pc:sldMk cId="0" sldId="377"/>
            <ac:spMk id="22530" creationId="{7FF264FD-3FAC-696B-B23E-80C7D4989C57}"/>
          </ac:spMkLst>
        </pc:spChg>
      </pc:sldChg>
      <pc:sldChg chg="modSp add mod">
        <pc:chgData name="Ms Alina Arshad" userId="cccdfd85-d35d-4453-9c6f-a463aae40722" providerId="ADAL" clId="{1C05DFB1-C023-4755-8788-6BFDA6690735}" dt="2024-09-05T07:47:40.697" v="240" actId="5793"/>
        <pc:sldMkLst>
          <pc:docMk/>
          <pc:sldMk cId="0" sldId="378"/>
        </pc:sldMkLst>
        <pc:spChg chg="mod">
          <ac:chgData name="Ms Alina Arshad" userId="cccdfd85-d35d-4453-9c6f-a463aae40722" providerId="ADAL" clId="{1C05DFB1-C023-4755-8788-6BFDA6690735}" dt="2024-09-05T07:47:40.697" v="240" actId="5793"/>
          <ac:spMkLst>
            <pc:docMk/>
            <pc:sldMk cId="0" sldId="378"/>
            <ac:spMk id="3" creationId="{4D92009B-F46A-5A2A-9F0D-713E31A909F0}"/>
          </ac:spMkLst>
        </pc:spChg>
        <pc:spChg chg="mod">
          <ac:chgData name="Ms Alina Arshad" userId="cccdfd85-d35d-4453-9c6f-a463aae40722" providerId="ADAL" clId="{1C05DFB1-C023-4755-8788-6BFDA6690735}" dt="2024-09-05T07:47:30.328" v="235" actId="1076"/>
          <ac:spMkLst>
            <pc:docMk/>
            <pc:sldMk cId="0" sldId="378"/>
            <ac:spMk id="15362" creationId="{3442C437-2A5E-2C29-35CE-ED5EFF025000}"/>
          </ac:spMkLst>
        </pc:spChg>
      </pc:sldChg>
      <pc:sldChg chg="modSp add mod modAnim">
        <pc:chgData name="Ms Alina Arshad" userId="cccdfd85-d35d-4453-9c6f-a463aae40722" providerId="ADAL" clId="{1C05DFB1-C023-4755-8788-6BFDA6690735}" dt="2024-09-05T08:14:51.102" v="411" actId="20577"/>
        <pc:sldMkLst>
          <pc:docMk/>
          <pc:sldMk cId="0" sldId="379"/>
        </pc:sldMkLst>
        <pc:spChg chg="mod">
          <ac:chgData name="Ms Alina Arshad" userId="cccdfd85-d35d-4453-9c6f-a463aae40722" providerId="ADAL" clId="{1C05DFB1-C023-4755-8788-6BFDA6690735}" dt="2024-09-05T08:14:51.102" v="411" actId="20577"/>
          <ac:spMkLst>
            <pc:docMk/>
            <pc:sldMk cId="0" sldId="379"/>
            <ac:spMk id="3" creationId="{61195190-11D2-11B5-78F3-47F19F95C21B}"/>
          </ac:spMkLst>
        </pc:spChg>
        <pc:spChg chg="mod">
          <ac:chgData name="Ms Alina Arshad" userId="cccdfd85-d35d-4453-9c6f-a463aae40722" providerId="ADAL" clId="{1C05DFB1-C023-4755-8788-6BFDA6690735}" dt="2024-09-05T07:47:52.400" v="243" actId="1076"/>
          <ac:spMkLst>
            <pc:docMk/>
            <pc:sldMk cId="0" sldId="379"/>
            <ac:spMk id="16386" creationId="{0F49AA23-905E-F20F-088A-5E8560F2BB65}"/>
          </ac:spMkLst>
        </pc:spChg>
      </pc:sldChg>
      <pc:sldChg chg="modSp add mod modAnim">
        <pc:chgData name="Ms Alina Arshad" userId="cccdfd85-d35d-4453-9c6f-a463aae40722" providerId="ADAL" clId="{1C05DFB1-C023-4755-8788-6BFDA6690735}" dt="2024-09-05T07:43:18.362" v="180" actId="5793"/>
        <pc:sldMkLst>
          <pc:docMk/>
          <pc:sldMk cId="0" sldId="383"/>
        </pc:sldMkLst>
        <pc:spChg chg="mod">
          <ac:chgData name="Ms Alina Arshad" userId="cccdfd85-d35d-4453-9c6f-a463aae40722" providerId="ADAL" clId="{1C05DFB1-C023-4755-8788-6BFDA6690735}" dt="2024-09-05T07:43:18.362" v="180" actId="5793"/>
          <ac:spMkLst>
            <pc:docMk/>
            <pc:sldMk cId="0" sldId="383"/>
            <ac:spMk id="3" creationId="{C2FC69E0-7DD3-4C45-6AFE-2872EF17DC2F}"/>
          </ac:spMkLst>
        </pc:spChg>
        <pc:spChg chg="mod">
          <ac:chgData name="Ms Alina Arshad" userId="cccdfd85-d35d-4453-9c6f-a463aae40722" providerId="ADAL" clId="{1C05DFB1-C023-4755-8788-6BFDA6690735}" dt="2024-09-05T07:42:53.024" v="172" actId="20577"/>
          <ac:spMkLst>
            <pc:docMk/>
            <pc:sldMk cId="0" sldId="383"/>
            <ac:spMk id="9218" creationId="{7D46923B-4293-0392-7CA6-15541CC5E291}"/>
          </ac:spMkLst>
        </pc:spChg>
      </pc:sldChg>
      <pc:sldChg chg="modSp add mod">
        <pc:chgData name="Ms Alina Arshad" userId="cccdfd85-d35d-4453-9c6f-a463aae40722" providerId="ADAL" clId="{1C05DFB1-C023-4755-8788-6BFDA6690735}" dt="2024-09-05T07:44:56.003" v="189" actId="14100"/>
        <pc:sldMkLst>
          <pc:docMk/>
          <pc:sldMk cId="0" sldId="384"/>
        </pc:sldMkLst>
        <pc:spChg chg="mod">
          <ac:chgData name="Ms Alina Arshad" userId="cccdfd85-d35d-4453-9c6f-a463aae40722" providerId="ADAL" clId="{1C05DFB1-C023-4755-8788-6BFDA6690735}" dt="2024-09-05T07:44:56.003" v="189" actId="14100"/>
          <ac:spMkLst>
            <pc:docMk/>
            <pc:sldMk cId="0" sldId="384"/>
            <ac:spMk id="3" creationId="{C634E1DB-E2BA-2AFF-7108-3E751B986BF9}"/>
          </ac:spMkLst>
        </pc:spChg>
        <pc:spChg chg="mod">
          <ac:chgData name="Ms Alina Arshad" userId="cccdfd85-d35d-4453-9c6f-a463aae40722" providerId="ADAL" clId="{1C05DFB1-C023-4755-8788-6BFDA6690735}" dt="2024-09-05T07:44:40.769" v="183" actId="1076"/>
          <ac:spMkLst>
            <pc:docMk/>
            <pc:sldMk cId="0" sldId="384"/>
            <ac:spMk id="10242" creationId="{50DB1E3C-43B1-2632-8424-D1FFA8841F47}"/>
          </ac:spMkLst>
        </pc:spChg>
      </pc:sldChg>
      <pc:sldChg chg="modSp add mod">
        <pc:chgData name="Ms Alina Arshad" userId="cccdfd85-d35d-4453-9c6f-a463aae40722" providerId="ADAL" clId="{1C05DFB1-C023-4755-8788-6BFDA6690735}" dt="2024-09-05T07:46:39.842" v="219" actId="12"/>
        <pc:sldMkLst>
          <pc:docMk/>
          <pc:sldMk cId="0" sldId="385"/>
        </pc:sldMkLst>
        <pc:spChg chg="mod">
          <ac:chgData name="Ms Alina Arshad" userId="cccdfd85-d35d-4453-9c6f-a463aae40722" providerId="ADAL" clId="{1C05DFB1-C023-4755-8788-6BFDA6690735}" dt="2024-09-05T07:46:39.842" v="219" actId="12"/>
          <ac:spMkLst>
            <pc:docMk/>
            <pc:sldMk cId="0" sldId="385"/>
            <ac:spMk id="3" creationId="{379A78FA-6D74-14F8-2672-ED7E5F387EF1}"/>
          </ac:spMkLst>
        </pc:spChg>
        <pc:spChg chg="mod">
          <ac:chgData name="Ms Alina Arshad" userId="cccdfd85-d35d-4453-9c6f-a463aae40722" providerId="ADAL" clId="{1C05DFB1-C023-4755-8788-6BFDA6690735}" dt="2024-09-05T07:46:15.304" v="212" actId="1076"/>
          <ac:spMkLst>
            <pc:docMk/>
            <pc:sldMk cId="0" sldId="385"/>
            <ac:spMk id="13314" creationId="{732ED189-5E03-CB9F-F411-B5D3F802C357}"/>
          </ac:spMkLst>
        </pc:spChg>
      </pc:sldChg>
      <pc:sldChg chg="modSp add mod">
        <pc:chgData name="Ms Alina Arshad" userId="cccdfd85-d35d-4453-9c6f-a463aae40722" providerId="ADAL" clId="{1C05DFB1-C023-4755-8788-6BFDA6690735}" dt="2024-09-05T07:47:20.829" v="232" actId="403"/>
        <pc:sldMkLst>
          <pc:docMk/>
          <pc:sldMk cId="0" sldId="386"/>
        </pc:sldMkLst>
        <pc:spChg chg="mod">
          <ac:chgData name="Ms Alina Arshad" userId="cccdfd85-d35d-4453-9c6f-a463aae40722" providerId="ADAL" clId="{1C05DFB1-C023-4755-8788-6BFDA6690735}" dt="2024-09-05T07:47:20.829" v="232" actId="403"/>
          <ac:spMkLst>
            <pc:docMk/>
            <pc:sldMk cId="0" sldId="386"/>
            <ac:spMk id="3" creationId="{0ADDFDD8-BEF2-6FD9-6843-39FB18C7F97C}"/>
          </ac:spMkLst>
        </pc:spChg>
        <pc:spChg chg="mod">
          <ac:chgData name="Ms Alina Arshad" userId="cccdfd85-d35d-4453-9c6f-a463aae40722" providerId="ADAL" clId="{1C05DFB1-C023-4755-8788-6BFDA6690735}" dt="2024-09-05T07:46:47.656" v="222" actId="1076"/>
          <ac:spMkLst>
            <pc:docMk/>
            <pc:sldMk cId="0" sldId="386"/>
            <ac:spMk id="14338" creationId="{B83E9FFA-704B-66F4-F1D7-6A91C9C11149}"/>
          </ac:spMkLst>
        </pc:spChg>
      </pc:sldChg>
      <pc:sldChg chg="modSp add mod modAnim">
        <pc:chgData name="Ms Alina Arshad" userId="cccdfd85-d35d-4453-9c6f-a463aae40722" providerId="ADAL" clId="{1C05DFB1-C023-4755-8788-6BFDA6690735}" dt="2024-09-05T07:54:35.206" v="338" actId="20577"/>
        <pc:sldMkLst>
          <pc:docMk/>
          <pc:sldMk cId="0" sldId="387"/>
        </pc:sldMkLst>
        <pc:spChg chg="mod">
          <ac:chgData name="Ms Alina Arshad" userId="cccdfd85-d35d-4453-9c6f-a463aae40722" providerId="ADAL" clId="{1C05DFB1-C023-4755-8788-6BFDA6690735}" dt="2024-09-05T07:54:35.206" v="338" actId="20577"/>
          <ac:spMkLst>
            <pc:docMk/>
            <pc:sldMk cId="0" sldId="387"/>
            <ac:spMk id="13315" creationId="{531687A9-A3D6-897B-44B5-C9FB8F83C570}"/>
          </ac:spMkLst>
        </pc:spChg>
        <pc:spChg chg="mod">
          <ac:chgData name="Ms Alina Arshad" userId="cccdfd85-d35d-4453-9c6f-a463aae40722" providerId="ADAL" clId="{1C05DFB1-C023-4755-8788-6BFDA6690735}" dt="2024-09-05T07:53:54.999" v="320" actId="113"/>
          <ac:spMkLst>
            <pc:docMk/>
            <pc:sldMk cId="0" sldId="387"/>
            <ac:spMk id="23554" creationId="{5CC3658E-AF25-BB3C-3809-6442770ED61D}"/>
          </ac:spMkLst>
        </pc:spChg>
      </pc:sldChg>
      <pc:sldChg chg="modSp add mod">
        <pc:chgData name="Ms Alina Arshad" userId="cccdfd85-d35d-4453-9c6f-a463aae40722" providerId="ADAL" clId="{1C05DFB1-C023-4755-8788-6BFDA6690735}" dt="2024-09-05T07:55:35.887" v="366" actId="404"/>
        <pc:sldMkLst>
          <pc:docMk/>
          <pc:sldMk cId="0" sldId="388"/>
        </pc:sldMkLst>
        <pc:spChg chg="mod">
          <ac:chgData name="Ms Alina Arshad" userId="cccdfd85-d35d-4453-9c6f-a463aae40722" providerId="ADAL" clId="{1C05DFB1-C023-4755-8788-6BFDA6690735}" dt="2024-09-05T07:55:35.887" v="366" actId="404"/>
          <ac:spMkLst>
            <pc:docMk/>
            <pc:sldMk cId="0" sldId="388"/>
            <ac:spMk id="12291" creationId="{A4229261-4050-E940-E2CC-E6C349C00026}"/>
          </ac:spMkLst>
        </pc:spChg>
        <pc:spChg chg="mod">
          <ac:chgData name="Ms Alina Arshad" userId="cccdfd85-d35d-4453-9c6f-a463aae40722" providerId="ADAL" clId="{1C05DFB1-C023-4755-8788-6BFDA6690735}" dt="2024-09-05T07:54:43.782" v="340" actId="113"/>
          <ac:spMkLst>
            <pc:docMk/>
            <pc:sldMk cId="0" sldId="388"/>
            <ac:spMk id="25602" creationId="{B6BE0445-8A2A-E89B-D80A-2E7BB69D894C}"/>
          </ac:spMkLst>
        </pc:spChg>
        <pc:picChg chg="mod">
          <ac:chgData name="Ms Alina Arshad" userId="cccdfd85-d35d-4453-9c6f-a463aae40722" providerId="ADAL" clId="{1C05DFB1-C023-4755-8788-6BFDA6690735}" dt="2024-09-05T07:55:30.652" v="363" actId="1076"/>
          <ac:picMkLst>
            <pc:docMk/>
            <pc:sldMk cId="0" sldId="388"/>
            <ac:picMk id="4" creationId="{DC97E133-31CE-26D9-EDB0-C1FF1455F237}"/>
          </ac:picMkLst>
        </pc:picChg>
      </pc:sldChg>
      <pc:sldChg chg="add">
        <pc:chgData name="Ms Alina Arshad" userId="cccdfd85-d35d-4453-9c6f-a463aae40722" providerId="ADAL" clId="{1C05DFB1-C023-4755-8788-6BFDA6690735}" dt="2024-09-05T07:35:18.954" v="147"/>
        <pc:sldMkLst>
          <pc:docMk/>
          <pc:sldMk cId="0" sldId="389"/>
        </pc:sldMkLst>
      </pc:sldChg>
      <pc:sldChg chg="modSp add mod">
        <pc:chgData name="Ms Alina Arshad" userId="cccdfd85-d35d-4453-9c6f-a463aae40722" providerId="ADAL" clId="{1C05DFB1-C023-4755-8788-6BFDA6690735}" dt="2024-09-05T07:46:09.888" v="210" actId="1076"/>
        <pc:sldMkLst>
          <pc:docMk/>
          <pc:sldMk cId="0" sldId="390"/>
        </pc:sldMkLst>
        <pc:spChg chg="mod">
          <ac:chgData name="Ms Alina Arshad" userId="cccdfd85-d35d-4453-9c6f-a463aae40722" providerId="ADAL" clId="{1C05DFB1-C023-4755-8788-6BFDA6690735}" dt="2024-09-05T07:45:21.202" v="195" actId="207"/>
          <ac:spMkLst>
            <pc:docMk/>
            <pc:sldMk cId="0" sldId="390"/>
            <ac:spMk id="12290" creationId="{8E0F0A77-C487-B84C-9097-D4771F55B8EE}"/>
          </ac:spMkLst>
        </pc:spChg>
        <pc:spChg chg="mod">
          <ac:chgData name="Ms Alina Arshad" userId="cccdfd85-d35d-4453-9c6f-a463aae40722" providerId="ADAL" clId="{1C05DFB1-C023-4755-8788-6BFDA6690735}" dt="2024-09-05T07:46:09.888" v="210" actId="1076"/>
          <ac:spMkLst>
            <pc:docMk/>
            <pc:sldMk cId="0" sldId="390"/>
            <ac:spMk id="14339" creationId="{0243372F-21F0-51E3-14C0-24B5D136C36E}"/>
          </ac:spMkLst>
        </pc:spChg>
      </pc:sldChg>
      <pc:sldChg chg="modSp add mod">
        <pc:chgData name="Ms Alina Arshad" userId="cccdfd85-d35d-4453-9c6f-a463aae40722" providerId="ADAL" clId="{1C05DFB1-C023-4755-8788-6BFDA6690735}" dt="2024-09-05T07:55:45.781" v="369" actId="1076"/>
        <pc:sldMkLst>
          <pc:docMk/>
          <pc:sldMk cId="0" sldId="391"/>
        </pc:sldMkLst>
        <pc:spChg chg="mod">
          <ac:chgData name="Ms Alina Arshad" userId="cccdfd85-d35d-4453-9c6f-a463aae40722" providerId="ADAL" clId="{1C05DFB1-C023-4755-8788-6BFDA6690735}" dt="2024-09-05T07:55:45.781" v="369" actId="1076"/>
          <ac:spMkLst>
            <pc:docMk/>
            <pc:sldMk cId="0" sldId="391"/>
            <ac:spMk id="26626" creationId="{0FEEB420-FF9F-896C-19FE-30B0D95ADF93}"/>
          </ac:spMkLst>
        </pc:spChg>
      </pc:sldChg>
      <pc:sldChg chg="del">
        <pc:chgData name="Ms Alina Arshad" userId="cccdfd85-d35d-4453-9c6f-a463aae40722" providerId="ADAL" clId="{1C05DFB1-C023-4755-8788-6BFDA6690735}" dt="2024-09-05T06:57:35.413" v="0" actId="47"/>
        <pc:sldMkLst>
          <pc:docMk/>
          <pc:sldMk cId="3567501205" sldId="393"/>
        </pc:sldMkLst>
      </pc:sldChg>
      <pc:sldChg chg="del">
        <pc:chgData name="Ms Alina Arshad" userId="cccdfd85-d35d-4453-9c6f-a463aae40722" providerId="ADAL" clId="{1C05DFB1-C023-4755-8788-6BFDA6690735}" dt="2024-09-05T06:57:36.202" v="3" actId="47"/>
        <pc:sldMkLst>
          <pc:docMk/>
          <pc:sldMk cId="2835579431" sldId="396"/>
        </pc:sldMkLst>
      </pc:sldChg>
      <pc:sldChg chg="del">
        <pc:chgData name="Ms Alina Arshad" userId="cccdfd85-d35d-4453-9c6f-a463aae40722" providerId="ADAL" clId="{1C05DFB1-C023-4755-8788-6BFDA6690735}" dt="2024-09-05T06:57:35.685" v="1" actId="47"/>
        <pc:sldMkLst>
          <pc:docMk/>
          <pc:sldMk cId="3038092496" sldId="400"/>
        </pc:sldMkLst>
      </pc:sldChg>
      <pc:sldChg chg="del">
        <pc:chgData name="Ms Alina Arshad" userId="cccdfd85-d35d-4453-9c6f-a463aae40722" providerId="ADAL" clId="{1C05DFB1-C023-4755-8788-6BFDA6690735}" dt="2024-09-05T06:57:35.968" v="2" actId="47"/>
        <pc:sldMkLst>
          <pc:docMk/>
          <pc:sldMk cId="2157527746" sldId="401"/>
        </pc:sldMkLst>
      </pc:sldChg>
      <pc:sldChg chg="del">
        <pc:chgData name="Ms Alina Arshad" userId="cccdfd85-d35d-4453-9c6f-a463aae40722" providerId="ADAL" clId="{1C05DFB1-C023-4755-8788-6BFDA6690735}" dt="2024-09-05T06:57:36.358" v="4" actId="47"/>
        <pc:sldMkLst>
          <pc:docMk/>
          <pc:sldMk cId="2990775597" sldId="402"/>
        </pc:sldMkLst>
      </pc:sldChg>
      <pc:sldChg chg="del">
        <pc:chgData name="Ms Alina Arshad" userId="cccdfd85-d35d-4453-9c6f-a463aae40722" providerId="ADAL" clId="{1C05DFB1-C023-4755-8788-6BFDA6690735}" dt="2024-09-05T06:57:36.546" v="5" actId="47"/>
        <pc:sldMkLst>
          <pc:docMk/>
          <pc:sldMk cId="1130882444" sldId="403"/>
        </pc:sldMkLst>
      </pc:sldChg>
      <pc:sldChg chg="del">
        <pc:chgData name="Ms Alina Arshad" userId="cccdfd85-d35d-4453-9c6f-a463aae40722" providerId="ADAL" clId="{1C05DFB1-C023-4755-8788-6BFDA6690735}" dt="2024-09-05T06:57:36.694" v="6" actId="47"/>
        <pc:sldMkLst>
          <pc:docMk/>
          <pc:sldMk cId="1416402" sldId="404"/>
        </pc:sldMkLst>
      </pc:sldChg>
      <pc:sldChg chg="del">
        <pc:chgData name="Ms Alina Arshad" userId="cccdfd85-d35d-4453-9c6f-a463aae40722" providerId="ADAL" clId="{1C05DFB1-C023-4755-8788-6BFDA6690735}" dt="2024-09-05T06:57:38.006" v="7" actId="47"/>
        <pc:sldMkLst>
          <pc:docMk/>
          <pc:sldMk cId="3071036191" sldId="405"/>
        </pc:sldMkLst>
      </pc:sldChg>
      <pc:sldChg chg="del">
        <pc:chgData name="Ms Alina Arshad" userId="cccdfd85-d35d-4453-9c6f-a463aae40722" providerId="ADAL" clId="{1C05DFB1-C023-4755-8788-6BFDA6690735}" dt="2024-09-05T06:57:38.244" v="8" actId="47"/>
        <pc:sldMkLst>
          <pc:docMk/>
          <pc:sldMk cId="1110637184" sldId="406"/>
        </pc:sldMkLst>
      </pc:sldChg>
      <pc:sldChg chg="del">
        <pc:chgData name="Ms Alina Arshad" userId="cccdfd85-d35d-4453-9c6f-a463aae40722" providerId="ADAL" clId="{1C05DFB1-C023-4755-8788-6BFDA6690735}" dt="2024-09-05T06:57:38.415" v="9" actId="47"/>
        <pc:sldMkLst>
          <pc:docMk/>
          <pc:sldMk cId="261616852" sldId="407"/>
        </pc:sldMkLst>
      </pc:sldChg>
      <pc:sldChg chg="del">
        <pc:chgData name="Ms Alina Arshad" userId="cccdfd85-d35d-4453-9c6f-a463aae40722" providerId="ADAL" clId="{1C05DFB1-C023-4755-8788-6BFDA6690735}" dt="2024-09-05T06:57:38.587" v="10" actId="47"/>
        <pc:sldMkLst>
          <pc:docMk/>
          <pc:sldMk cId="2553615988" sldId="409"/>
        </pc:sldMkLst>
      </pc:sldChg>
      <pc:sldChg chg="del">
        <pc:chgData name="Ms Alina Arshad" userId="cccdfd85-d35d-4453-9c6f-a463aae40722" providerId="ADAL" clId="{1C05DFB1-C023-4755-8788-6BFDA6690735}" dt="2024-09-05T06:57:38.947" v="11" actId="47"/>
        <pc:sldMkLst>
          <pc:docMk/>
          <pc:sldMk cId="515654138" sldId="410"/>
        </pc:sldMkLst>
      </pc:sldChg>
      <pc:sldChg chg="del">
        <pc:chgData name="Ms Alina Arshad" userId="cccdfd85-d35d-4453-9c6f-a463aae40722" providerId="ADAL" clId="{1C05DFB1-C023-4755-8788-6BFDA6690735}" dt="2024-09-05T06:57:39.759" v="13" actId="47"/>
        <pc:sldMkLst>
          <pc:docMk/>
          <pc:sldMk cId="317315783" sldId="412"/>
        </pc:sldMkLst>
      </pc:sldChg>
      <pc:sldChg chg="delSp modSp add del mod">
        <pc:chgData name="Ms Alina Arshad" userId="cccdfd85-d35d-4453-9c6f-a463aae40722" providerId="ADAL" clId="{1C05DFB1-C023-4755-8788-6BFDA6690735}" dt="2024-09-05T07:16:52.386" v="23" actId="47"/>
        <pc:sldMkLst>
          <pc:docMk/>
          <pc:sldMk cId="8447295" sldId="436"/>
        </pc:sldMkLst>
        <pc:spChg chg="mod">
          <ac:chgData name="Ms Alina Arshad" userId="cccdfd85-d35d-4453-9c6f-a463aae40722" providerId="ADAL" clId="{1C05DFB1-C023-4755-8788-6BFDA6690735}" dt="2024-09-05T07:12:06.985" v="21" actId="1076"/>
          <ac:spMkLst>
            <pc:docMk/>
            <pc:sldMk cId="8447295" sldId="436"/>
            <ac:spMk id="2" creationId="{00000000-0000-0000-0000-000000000000}"/>
          </ac:spMkLst>
        </pc:spChg>
        <pc:spChg chg="del">
          <ac:chgData name="Ms Alina Arshad" userId="cccdfd85-d35d-4453-9c6f-a463aae40722" providerId="ADAL" clId="{1C05DFB1-C023-4755-8788-6BFDA6690735}" dt="2024-09-05T07:12:10.600" v="22" actId="478"/>
          <ac:spMkLst>
            <pc:docMk/>
            <pc:sldMk cId="8447295" sldId="436"/>
            <ac:spMk id="4" creationId="{00000000-0000-0000-0000-000000000000}"/>
          </ac:spMkLst>
        </pc:spChg>
      </pc:sldChg>
      <pc:sldChg chg="delSp modSp add mod ord">
        <pc:chgData name="Ms Alina Arshad" userId="cccdfd85-d35d-4453-9c6f-a463aae40722" providerId="ADAL" clId="{1C05DFB1-C023-4755-8788-6BFDA6690735}" dt="2024-09-05T07:56:56.253" v="373"/>
        <pc:sldMkLst>
          <pc:docMk/>
          <pc:sldMk cId="1737629093" sldId="438"/>
        </pc:sldMkLst>
        <pc:spChg chg="mod">
          <ac:chgData name="Ms Alina Arshad" userId="cccdfd85-d35d-4453-9c6f-a463aae40722" providerId="ADAL" clId="{1C05DFB1-C023-4755-8788-6BFDA6690735}" dt="2024-09-05T07:18:13.492" v="31" actId="20577"/>
          <ac:spMkLst>
            <pc:docMk/>
            <pc:sldMk cId="1737629093" sldId="438"/>
            <ac:spMk id="2" creationId="{00000000-0000-0000-0000-000000000000}"/>
          </ac:spMkLst>
        </pc:spChg>
        <pc:spChg chg="mod">
          <ac:chgData name="Ms Alina Arshad" userId="cccdfd85-d35d-4453-9c6f-a463aae40722" providerId="ADAL" clId="{1C05DFB1-C023-4755-8788-6BFDA6690735}" dt="2024-09-05T07:19:24.244" v="46" actId="12"/>
          <ac:spMkLst>
            <pc:docMk/>
            <pc:sldMk cId="1737629093" sldId="438"/>
            <ac:spMk id="3" creationId="{00000000-0000-0000-0000-000000000000}"/>
          </ac:spMkLst>
        </pc:spChg>
        <pc:spChg chg="del">
          <ac:chgData name="Ms Alina Arshad" userId="cccdfd85-d35d-4453-9c6f-a463aae40722" providerId="ADAL" clId="{1C05DFB1-C023-4755-8788-6BFDA6690735}" dt="2024-09-05T07:17:30.423" v="29" actId="478"/>
          <ac:spMkLst>
            <pc:docMk/>
            <pc:sldMk cId="1737629093" sldId="438"/>
            <ac:spMk id="4" creationId="{00000000-0000-0000-0000-000000000000}"/>
          </ac:spMkLst>
        </pc:spChg>
        <pc:spChg chg="del">
          <ac:chgData name="Ms Alina Arshad" userId="cccdfd85-d35d-4453-9c6f-a463aae40722" providerId="ADAL" clId="{1C05DFB1-C023-4755-8788-6BFDA6690735}" dt="2024-09-05T07:17:33.157" v="30" actId="478"/>
          <ac:spMkLst>
            <pc:docMk/>
            <pc:sldMk cId="1737629093" sldId="438"/>
            <ac:spMk id="5" creationId="{00000000-0000-0000-0000-000000000000}"/>
          </ac:spMkLst>
        </pc:spChg>
      </pc:sldChg>
      <pc:sldChg chg="add">
        <pc:chgData name="Ms Alina Arshad" userId="cccdfd85-d35d-4453-9c6f-a463aae40722" providerId="ADAL" clId="{1C05DFB1-C023-4755-8788-6BFDA6690735}" dt="2024-09-05T07:57:33.427" v="377"/>
        <pc:sldMkLst>
          <pc:docMk/>
          <pc:sldMk cId="2841578013" sldId="439"/>
        </pc:sldMkLst>
      </pc:sldChg>
      <pc:sldChg chg="delSp modSp add del mod">
        <pc:chgData name="Ms Alina Arshad" userId="cccdfd85-d35d-4453-9c6f-a463aae40722" providerId="ADAL" clId="{1C05DFB1-C023-4755-8788-6BFDA6690735}" dt="2024-09-05T07:57:27.448" v="376" actId="2696"/>
        <pc:sldMkLst>
          <pc:docMk/>
          <pc:sldMk cId="4097389567" sldId="439"/>
        </pc:sldMkLst>
        <pc:spChg chg="mod">
          <ac:chgData name="Ms Alina Arshad" userId="cccdfd85-d35d-4453-9c6f-a463aae40722" providerId="ADAL" clId="{1C05DFB1-C023-4755-8788-6BFDA6690735}" dt="2024-09-05T07:18:53.327" v="37" actId="27636"/>
          <ac:spMkLst>
            <pc:docMk/>
            <pc:sldMk cId="4097389567" sldId="439"/>
            <ac:spMk id="2" creationId="{00000000-0000-0000-0000-000000000000}"/>
          </ac:spMkLst>
        </pc:spChg>
        <pc:spChg chg="del">
          <ac:chgData name="Ms Alina Arshad" userId="cccdfd85-d35d-4453-9c6f-a463aae40722" providerId="ADAL" clId="{1C05DFB1-C023-4755-8788-6BFDA6690735}" dt="2024-09-05T07:18:55.967" v="38" actId="478"/>
          <ac:spMkLst>
            <pc:docMk/>
            <pc:sldMk cId="4097389567" sldId="439"/>
            <ac:spMk id="4" creationId="{00000000-0000-0000-0000-000000000000}"/>
          </ac:spMkLst>
        </pc:spChg>
        <pc:spChg chg="del">
          <ac:chgData name="Ms Alina Arshad" userId="cccdfd85-d35d-4453-9c6f-a463aae40722" providerId="ADAL" clId="{1C05DFB1-C023-4755-8788-6BFDA6690735}" dt="2024-09-05T07:18:57.947" v="39" actId="478"/>
          <ac:spMkLst>
            <pc:docMk/>
            <pc:sldMk cId="4097389567" sldId="439"/>
            <ac:spMk id="5" creationId="{00000000-0000-0000-0000-000000000000}"/>
          </ac:spMkLst>
        </pc:spChg>
      </pc:sldChg>
      <pc:sldChg chg="delSp modSp add del mod">
        <pc:chgData name="Ms Alina Arshad" userId="cccdfd85-d35d-4453-9c6f-a463aae40722" providerId="ADAL" clId="{1C05DFB1-C023-4755-8788-6BFDA6690735}" dt="2024-09-05T07:57:27.448" v="376" actId="2696"/>
        <pc:sldMkLst>
          <pc:docMk/>
          <pc:sldMk cId="1869326336" sldId="440"/>
        </pc:sldMkLst>
        <pc:spChg chg="mod">
          <ac:chgData name="Ms Alina Arshad" userId="cccdfd85-d35d-4453-9c6f-a463aae40722" providerId="ADAL" clId="{1C05DFB1-C023-4755-8788-6BFDA6690735}" dt="2024-09-05T07:21:34.853" v="52" actId="14100"/>
          <ac:spMkLst>
            <pc:docMk/>
            <pc:sldMk cId="1869326336" sldId="440"/>
            <ac:spMk id="2" creationId="{00000000-0000-0000-0000-000000000000}"/>
          </ac:spMkLst>
        </pc:spChg>
        <pc:spChg chg="del">
          <ac:chgData name="Ms Alina Arshad" userId="cccdfd85-d35d-4453-9c6f-a463aae40722" providerId="ADAL" clId="{1C05DFB1-C023-4755-8788-6BFDA6690735}" dt="2024-09-05T07:21:23.813" v="47" actId="478"/>
          <ac:spMkLst>
            <pc:docMk/>
            <pc:sldMk cId="1869326336" sldId="440"/>
            <ac:spMk id="4" creationId="{00000000-0000-0000-0000-000000000000}"/>
          </ac:spMkLst>
        </pc:spChg>
        <pc:spChg chg="del">
          <ac:chgData name="Ms Alina Arshad" userId="cccdfd85-d35d-4453-9c6f-a463aae40722" providerId="ADAL" clId="{1C05DFB1-C023-4755-8788-6BFDA6690735}" dt="2024-09-05T07:21:25.622" v="48" actId="478"/>
          <ac:spMkLst>
            <pc:docMk/>
            <pc:sldMk cId="1869326336" sldId="440"/>
            <ac:spMk id="5" creationId="{00000000-0000-0000-0000-000000000000}"/>
          </ac:spMkLst>
        </pc:spChg>
        <pc:picChg chg="mod">
          <ac:chgData name="Ms Alina Arshad" userId="cccdfd85-d35d-4453-9c6f-a463aae40722" providerId="ADAL" clId="{1C05DFB1-C023-4755-8788-6BFDA6690735}" dt="2024-09-05T07:21:38.145" v="53" actId="1076"/>
          <ac:picMkLst>
            <pc:docMk/>
            <pc:sldMk cId="1869326336" sldId="440"/>
            <ac:picMk id="6" creationId="{00000000-0000-0000-0000-000000000000}"/>
          </ac:picMkLst>
        </pc:picChg>
      </pc:sldChg>
      <pc:sldChg chg="add">
        <pc:chgData name="Ms Alina Arshad" userId="cccdfd85-d35d-4453-9c6f-a463aae40722" providerId="ADAL" clId="{1C05DFB1-C023-4755-8788-6BFDA6690735}" dt="2024-09-05T07:57:33.427" v="377"/>
        <pc:sldMkLst>
          <pc:docMk/>
          <pc:sldMk cId="3081461208" sldId="440"/>
        </pc:sldMkLst>
      </pc:sldChg>
      <pc:sldChg chg="delSp modSp add del mod">
        <pc:chgData name="Ms Alina Arshad" userId="cccdfd85-d35d-4453-9c6f-a463aae40722" providerId="ADAL" clId="{1C05DFB1-C023-4755-8788-6BFDA6690735}" dt="2024-09-05T07:57:54.173" v="378" actId="2696"/>
        <pc:sldMkLst>
          <pc:docMk/>
          <pc:sldMk cId="2656535664" sldId="441"/>
        </pc:sldMkLst>
        <pc:spChg chg="mod">
          <ac:chgData name="Ms Alina Arshad" userId="cccdfd85-d35d-4453-9c6f-a463aae40722" providerId="ADAL" clId="{1C05DFB1-C023-4755-8788-6BFDA6690735}" dt="2024-09-05T07:21:45.032" v="56" actId="14100"/>
          <ac:spMkLst>
            <pc:docMk/>
            <pc:sldMk cId="2656535664" sldId="441"/>
            <ac:spMk id="2" creationId="{00000000-0000-0000-0000-000000000000}"/>
          </ac:spMkLst>
        </pc:spChg>
        <pc:spChg chg="mod">
          <ac:chgData name="Ms Alina Arshad" userId="cccdfd85-d35d-4453-9c6f-a463aae40722" providerId="ADAL" clId="{1C05DFB1-C023-4755-8788-6BFDA6690735}" dt="2024-09-05T07:23:15.383" v="86" actId="113"/>
          <ac:spMkLst>
            <pc:docMk/>
            <pc:sldMk cId="2656535664" sldId="441"/>
            <ac:spMk id="3" creationId="{00000000-0000-0000-0000-000000000000}"/>
          </ac:spMkLst>
        </pc:spChg>
        <pc:spChg chg="del">
          <ac:chgData name="Ms Alina Arshad" userId="cccdfd85-d35d-4453-9c6f-a463aae40722" providerId="ADAL" clId="{1C05DFB1-C023-4755-8788-6BFDA6690735}" dt="2024-09-05T07:21:47.120" v="57" actId="478"/>
          <ac:spMkLst>
            <pc:docMk/>
            <pc:sldMk cId="2656535664" sldId="441"/>
            <ac:spMk id="4" creationId="{00000000-0000-0000-0000-000000000000}"/>
          </ac:spMkLst>
        </pc:spChg>
        <pc:spChg chg="del">
          <ac:chgData name="Ms Alina Arshad" userId="cccdfd85-d35d-4453-9c6f-a463aae40722" providerId="ADAL" clId="{1C05DFB1-C023-4755-8788-6BFDA6690735}" dt="2024-09-05T07:21:49.444" v="58" actId="478"/>
          <ac:spMkLst>
            <pc:docMk/>
            <pc:sldMk cId="2656535664" sldId="441"/>
            <ac:spMk id="5" creationId="{00000000-0000-0000-0000-000000000000}"/>
          </ac:spMkLst>
        </pc:spChg>
      </pc:sldChg>
      <pc:sldChg chg="add">
        <pc:chgData name="Ms Alina Arshad" userId="cccdfd85-d35d-4453-9c6f-a463aae40722" providerId="ADAL" clId="{1C05DFB1-C023-4755-8788-6BFDA6690735}" dt="2024-09-05T07:58:02.432" v="379"/>
        <pc:sldMkLst>
          <pc:docMk/>
          <pc:sldMk cId="4115417814" sldId="441"/>
        </pc:sldMkLst>
      </pc:sldChg>
      <pc:sldChg chg="delSp modSp add del mod">
        <pc:chgData name="Ms Alina Arshad" userId="cccdfd85-d35d-4453-9c6f-a463aae40722" providerId="ADAL" clId="{1C05DFB1-C023-4755-8788-6BFDA6690735}" dt="2024-09-05T08:17:07.446" v="430" actId="2696"/>
        <pc:sldMkLst>
          <pc:docMk/>
          <pc:sldMk cId="2646742664" sldId="443"/>
        </pc:sldMkLst>
        <pc:spChg chg="mod">
          <ac:chgData name="Ms Alina Arshad" userId="cccdfd85-d35d-4453-9c6f-a463aae40722" providerId="ADAL" clId="{1C05DFB1-C023-4755-8788-6BFDA6690735}" dt="2024-09-05T07:22:01.285" v="62" actId="207"/>
          <ac:spMkLst>
            <pc:docMk/>
            <pc:sldMk cId="2646742664" sldId="443"/>
            <ac:spMk id="2" creationId="{00000000-0000-0000-0000-000000000000}"/>
          </ac:spMkLst>
        </pc:spChg>
        <pc:spChg chg="mod">
          <ac:chgData name="Ms Alina Arshad" userId="cccdfd85-d35d-4453-9c6f-a463aae40722" providerId="ADAL" clId="{1C05DFB1-C023-4755-8788-6BFDA6690735}" dt="2024-09-05T07:23:10.157" v="85" actId="14100"/>
          <ac:spMkLst>
            <pc:docMk/>
            <pc:sldMk cId="2646742664" sldId="443"/>
            <ac:spMk id="3" creationId="{00000000-0000-0000-0000-000000000000}"/>
          </ac:spMkLst>
        </pc:spChg>
        <pc:spChg chg="del">
          <ac:chgData name="Ms Alina Arshad" userId="cccdfd85-d35d-4453-9c6f-a463aae40722" providerId="ADAL" clId="{1C05DFB1-C023-4755-8788-6BFDA6690735}" dt="2024-09-05T07:22:08.503" v="64" actId="478"/>
          <ac:spMkLst>
            <pc:docMk/>
            <pc:sldMk cId="2646742664" sldId="443"/>
            <ac:spMk id="4" creationId="{00000000-0000-0000-0000-000000000000}"/>
          </ac:spMkLst>
        </pc:spChg>
        <pc:spChg chg="del">
          <ac:chgData name="Ms Alina Arshad" userId="cccdfd85-d35d-4453-9c6f-a463aae40722" providerId="ADAL" clId="{1C05DFB1-C023-4755-8788-6BFDA6690735}" dt="2024-09-05T07:22:10.204" v="65" actId="478"/>
          <ac:spMkLst>
            <pc:docMk/>
            <pc:sldMk cId="2646742664" sldId="443"/>
            <ac:spMk id="5"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132114375" sldId="444"/>
        </pc:sldMkLst>
        <pc:spChg chg="mod">
          <ac:chgData name="Ms Alina Arshad" userId="cccdfd85-d35d-4453-9c6f-a463aae40722" providerId="ADAL" clId="{1C05DFB1-C023-4755-8788-6BFDA6690735}" dt="2024-09-05T07:22:21.935" v="68" actId="14100"/>
          <ac:spMkLst>
            <pc:docMk/>
            <pc:sldMk cId="132114375" sldId="444"/>
            <ac:spMk id="2" creationId="{00000000-0000-0000-0000-000000000000}"/>
          </ac:spMkLst>
        </pc:spChg>
        <pc:spChg chg="mod">
          <ac:chgData name="Ms Alina Arshad" userId="cccdfd85-d35d-4453-9c6f-a463aae40722" providerId="ADAL" clId="{1C05DFB1-C023-4755-8788-6BFDA6690735}" dt="2024-09-05T07:22:53.825" v="79" actId="113"/>
          <ac:spMkLst>
            <pc:docMk/>
            <pc:sldMk cId="132114375" sldId="444"/>
            <ac:spMk id="3" creationId="{00000000-0000-0000-0000-000000000000}"/>
          </ac:spMkLst>
        </pc:spChg>
        <pc:spChg chg="del">
          <ac:chgData name="Ms Alina Arshad" userId="cccdfd85-d35d-4453-9c6f-a463aae40722" providerId="ADAL" clId="{1C05DFB1-C023-4755-8788-6BFDA6690735}" dt="2024-09-05T07:22:23.883" v="69" actId="478"/>
          <ac:spMkLst>
            <pc:docMk/>
            <pc:sldMk cId="132114375" sldId="444"/>
            <ac:spMk id="4" creationId="{00000000-0000-0000-0000-000000000000}"/>
          </ac:spMkLst>
        </pc:spChg>
        <pc:spChg chg="del">
          <ac:chgData name="Ms Alina Arshad" userId="cccdfd85-d35d-4453-9c6f-a463aae40722" providerId="ADAL" clId="{1C05DFB1-C023-4755-8788-6BFDA6690735}" dt="2024-09-05T07:22:28.146" v="70" actId="478"/>
          <ac:spMkLst>
            <pc:docMk/>
            <pc:sldMk cId="132114375" sldId="444"/>
            <ac:spMk id="5" creationId="{00000000-0000-0000-0000-000000000000}"/>
          </ac:spMkLst>
        </pc:spChg>
      </pc:sldChg>
      <pc:sldChg chg="add del">
        <pc:chgData name="Ms Alina Arshad" userId="cccdfd85-d35d-4453-9c6f-a463aae40722" providerId="ADAL" clId="{1C05DFB1-C023-4755-8788-6BFDA6690735}" dt="2024-09-05T08:14:26.302" v="402" actId="47"/>
        <pc:sldMkLst>
          <pc:docMk/>
          <pc:sldMk cId="2565756905" sldId="444"/>
        </pc:sldMkLst>
      </pc:sldChg>
      <pc:sldChg chg="add del">
        <pc:chgData name="Ms Alina Arshad" userId="cccdfd85-d35d-4453-9c6f-a463aae40722" providerId="ADAL" clId="{1C05DFB1-C023-4755-8788-6BFDA6690735}" dt="2024-09-05T08:00:24.115" v="399" actId="47"/>
        <pc:sldMkLst>
          <pc:docMk/>
          <pc:sldMk cId="1449205093" sldId="445"/>
        </pc:sldMkLst>
      </pc:sldChg>
      <pc:sldChg chg="delSp modSp add del mod">
        <pc:chgData name="Ms Alina Arshad" userId="cccdfd85-d35d-4453-9c6f-a463aae40722" providerId="ADAL" clId="{1C05DFB1-C023-4755-8788-6BFDA6690735}" dt="2024-09-05T07:58:32.647" v="380" actId="2696"/>
        <pc:sldMkLst>
          <pc:docMk/>
          <pc:sldMk cId="1534966288" sldId="445"/>
        </pc:sldMkLst>
        <pc:spChg chg="mod">
          <ac:chgData name="Ms Alina Arshad" userId="cccdfd85-d35d-4453-9c6f-a463aae40722" providerId="ADAL" clId="{1C05DFB1-C023-4755-8788-6BFDA6690735}" dt="2024-09-05T07:23:30.157" v="89" actId="207"/>
          <ac:spMkLst>
            <pc:docMk/>
            <pc:sldMk cId="1534966288" sldId="445"/>
            <ac:spMk id="2" creationId="{00000000-0000-0000-0000-000000000000}"/>
          </ac:spMkLst>
        </pc:spChg>
        <pc:spChg chg="mod">
          <ac:chgData name="Ms Alina Arshad" userId="cccdfd85-d35d-4453-9c6f-a463aae40722" providerId="ADAL" clId="{1C05DFB1-C023-4755-8788-6BFDA6690735}" dt="2024-09-05T07:25:12.027" v="96" actId="12"/>
          <ac:spMkLst>
            <pc:docMk/>
            <pc:sldMk cId="1534966288" sldId="445"/>
            <ac:spMk id="3" creationId="{00000000-0000-0000-0000-000000000000}"/>
          </ac:spMkLst>
        </pc:spChg>
        <pc:spChg chg="del">
          <ac:chgData name="Ms Alina Arshad" userId="cccdfd85-d35d-4453-9c6f-a463aae40722" providerId="ADAL" clId="{1C05DFB1-C023-4755-8788-6BFDA6690735}" dt="2024-09-05T07:23:37.088" v="92" actId="478"/>
          <ac:spMkLst>
            <pc:docMk/>
            <pc:sldMk cId="1534966288" sldId="445"/>
            <ac:spMk id="4" creationId="{00000000-0000-0000-0000-000000000000}"/>
          </ac:spMkLst>
        </pc:spChg>
        <pc:spChg chg="del">
          <ac:chgData name="Ms Alina Arshad" userId="cccdfd85-d35d-4453-9c6f-a463aae40722" providerId="ADAL" clId="{1C05DFB1-C023-4755-8788-6BFDA6690735}" dt="2024-09-05T07:23:39.624" v="93" actId="478"/>
          <ac:spMkLst>
            <pc:docMk/>
            <pc:sldMk cId="1534966288" sldId="445"/>
            <ac:spMk id="5" creationId="{00000000-0000-0000-0000-000000000000}"/>
          </ac:spMkLst>
        </pc:spChg>
        <pc:picChg chg="mod">
          <ac:chgData name="Ms Alina Arshad" userId="cccdfd85-d35d-4453-9c6f-a463aae40722" providerId="ADAL" clId="{1C05DFB1-C023-4755-8788-6BFDA6690735}" dt="2024-09-05T07:23:35.603" v="91" actId="14100"/>
          <ac:picMkLst>
            <pc:docMk/>
            <pc:sldMk cId="1534966288" sldId="445"/>
            <ac:picMk id="6" creationId="{00000000-0000-0000-0000-000000000000}"/>
          </ac:picMkLst>
        </pc:picChg>
      </pc:sldChg>
      <pc:sldChg chg="delSp modSp add del mod">
        <pc:chgData name="Ms Alina Arshad" userId="cccdfd85-d35d-4453-9c6f-a463aae40722" providerId="ADAL" clId="{1C05DFB1-C023-4755-8788-6BFDA6690735}" dt="2024-09-05T07:58:32.647" v="380" actId="2696"/>
        <pc:sldMkLst>
          <pc:docMk/>
          <pc:sldMk cId="1014349081" sldId="446"/>
        </pc:sldMkLst>
        <pc:spChg chg="mod">
          <ac:chgData name="Ms Alina Arshad" userId="cccdfd85-d35d-4453-9c6f-a463aae40722" providerId="ADAL" clId="{1C05DFB1-C023-4755-8788-6BFDA6690735}" dt="2024-09-05T07:26:17.254" v="98" actId="207"/>
          <ac:spMkLst>
            <pc:docMk/>
            <pc:sldMk cId="1014349081" sldId="446"/>
            <ac:spMk id="2" creationId="{00000000-0000-0000-0000-000000000000}"/>
          </ac:spMkLst>
        </pc:spChg>
        <pc:spChg chg="mod">
          <ac:chgData name="Ms Alina Arshad" userId="cccdfd85-d35d-4453-9c6f-a463aae40722" providerId="ADAL" clId="{1C05DFB1-C023-4755-8788-6BFDA6690735}" dt="2024-09-05T07:26:23.209" v="100" actId="12"/>
          <ac:spMkLst>
            <pc:docMk/>
            <pc:sldMk cId="1014349081" sldId="446"/>
            <ac:spMk id="3" creationId="{00000000-0000-0000-0000-000000000000}"/>
          </ac:spMkLst>
        </pc:spChg>
        <pc:spChg chg="del">
          <ac:chgData name="Ms Alina Arshad" userId="cccdfd85-d35d-4453-9c6f-a463aae40722" providerId="ADAL" clId="{1C05DFB1-C023-4755-8788-6BFDA6690735}" dt="2024-09-05T07:26:26.563" v="101" actId="478"/>
          <ac:spMkLst>
            <pc:docMk/>
            <pc:sldMk cId="1014349081" sldId="446"/>
            <ac:spMk id="4" creationId="{00000000-0000-0000-0000-000000000000}"/>
          </ac:spMkLst>
        </pc:spChg>
        <pc:spChg chg="del">
          <ac:chgData name="Ms Alina Arshad" userId="cccdfd85-d35d-4453-9c6f-a463aae40722" providerId="ADAL" clId="{1C05DFB1-C023-4755-8788-6BFDA6690735}" dt="2024-09-05T07:26:27.910" v="102" actId="478"/>
          <ac:spMkLst>
            <pc:docMk/>
            <pc:sldMk cId="1014349081" sldId="446"/>
            <ac:spMk id="5" creationId="{00000000-0000-0000-0000-000000000000}"/>
          </ac:spMkLst>
        </pc:spChg>
      </pc:sldChg>
      <pc:sldChg chg="modSp add mod">
        <pc:chgData name="Ms Alina Arshad" userId="cccdfd85-d35d-4453-9c6f-a463aae40722" providerId="ADAL" clId="{1C05DFB1-C023-4755-8788-6BFDA6690735}" dt="2024-09-05T08:14:44.713" v="409" actId="20577"/>
        <pc:sldMkLst>
          <pc:docMk/>
          <pc:sldMk cId="2279120568" sldId="446"/>
        </pc:sldMkLst>
        <pc:spChg chg="mod">
          <ac:chgData name="Ms Alina Arshad" userId="cccdfd85-d35d-4453-9c6f-a463aae40722" providerId="ADAL" clId="{1C05DFB1-C023-4755-8788-6BFDA6690735}" dt="2024-09-05T08:14:44.713" v="409" actId="20577"/>
          <ac:spMkLst>
            <pc:docMk/>
            <pc:sldMk cId="2279120568" sldId="446"/>
            <ac:spMk id="2" creationId="{00000000-0000-0000-0000-000000000000}"/>
          </ac:spMkLst>
        </pc:spChg>
      </pc:sldChg>
      <pc:sldChg chg="delSp modSp add del mod">
        <pc:chgData name="Ms Alina Arshad" userId="cccdfd85-d35d-4453-9c6f-a463aae40722" providerId="ADAL" clId="{1C05DFB1-C023-4755-8788-6BFDA6690735}" dt="2024-09-05T07:58:32.647" v="380" actId="2696"/>
        <pc:sldMkLst>
          <pc:docMk/>
          <pc:sldMk cId="674788557" sldId="447"/>
        </pc:sldMkLst>
        <pc:spChg chg="mod">
          <ac:chgData name="Ms Alina Arshad" userId="cccdfd85-d35d-4453-9c6f-a463aae40722" providerId="ADAL" clId="{1C05DFB1-C023-4755-8788-6BFDA6690735}" dt="2024-09-05T07:26:46.771" v="110" actId="5793"/>
          <ac:spMkLst>
            <pc:docMk/>
            <pc:sldMk cId="674788557" sldId="447"/>
            <ac:spMk id="3" creationId="{00000000-0000-0000-0000-000000000000}"/>
          </ac:spMkLst>
        </pc:spChg>
        <pc:spChg chg="del">
          <ac:chgData name="Ms Alina Arshad" userId="cccdfd85-d35d-4453-9c6f-a463aae40722" providerId="ADAL" clId="{1C05DFB1-C023-4755-8788-6BFDA6690735}" dt="2024-09-05T07:26:33.920" v="103" actId="478"/>
          <ac:spMkLst>
            <pc:docMk/>
            <pc:sldMk cId="674788557" sldId="447"/>
            <ac:spMk id="4" creationId="{00000000-0000-0000-0000-000000000000}"/>
          </ac:spMkLst>
        </pc:spChg>
        <pc:spChg chg="del">
          <ac:chgData name="Ms Alina Arshad" userId="cccdfd85-d35d-4453-9c6f-a463aae40722" providerId="ADAL" clId="{1C05DFB1-C023-4755-8788-6BFDA6690735}" dt="2024-09-05T07:26:35.837" v="104" actId="478"/>
          <ac:spMkLst>
            <pc:docMk/>
            <pc:sldMk cId="674788557" sldId="447"/>
            <ac:spMk id="5" creationId="{00000000-0000-0000-0000-000000000000}"/>
          </ac:spMkLst>
        </pc:spChg>
      </pc:sldChg>
      <pc:sldChg chg="modSp add del mod ord">
        <pc:chgData name="Ms Alina Arshad" userId="cccdfd85-d35d-4453-9c6f-a463aae40722" providerId="ADAL" clId="{1C05DFB1-C023-4755-8788-6BFDA6690735}" dt="2024-09-05T08:15:24.936" v="424" actId="47"/>
        <pc:sldMkLst>
          <pc:docMk/>
          <pc:sldMk cId="4044279338" sldId="447"/>
        </pc:sldMkLst>
        <pc:spChg chg="mod">
          <ac:chgData name="Ms Alina Arshad" userId="cccdfd85-d35d-4453-9c6f-a463aae40722" providerId="ADAL" clId="{1C05DFB1-C023-4755-8788-6BFDA6690735}" dt="2024-09-05T08:14:36.068" v="406" actId="207"/>
          <ac:spMkLst>
            <pc:docMk/>
            <pc:sldMk cId="4044279338" sldId="447"/>
            <ac:spMk id="2" creationId="{00000000-0000-0000-0000-000000000000}"/>
          </ac:spMkLst>
        </pc:spChg>
        <pc:spChg chg="mod">
          <ac:chgData name="Ms Alina Arshad" userId="cccdfd85-d35d-4453-9c6f-a463aae40722" providerId="ADAL" clId="{1C05DFB1-C023-4755-8788-6BFDA6690735}" dt="2024-09-05T08:14:40.402" v="407" actId="403"/>
          <ac:spMkLst>
            <pc:docMk/>
            <pc:sldMk cId="4044279338" sldId="447"/>
            <ac:spMk id="3" creationId="{00000000-0000-0000-0000-000000000000}"/>
          </ac:spMkLst>
        </pc:spChg>
      </pc:sldChg>
      <pc:sldChg chg="delSp modSp add del mod">
        <pc:chgData name="Ms Alina Arshad" userId="cccdfd85-d35d-4453-9c6f-a463aae40722" providerId="ADAL" clId="{1C05DFB1-C023-4755-8788-6BFDA6690735}" dt="2024-09-05T08:15:41.873" v="425" actId="47"/>
        <pc:sldMkLst>
          <pc:docMk/>
          <pc:sldMk cId="2809709330" sldId="448"/>
        </pc:sldMkLst>
        <pc:spChg chg="mod">
          <ac:chgData name="Ms Alina Arshad" userId="cccdfd85-d35d-4453-9c6f-a463aae40722" providerId="ADAL" clId="{1C05DFB1-C023-4755-8788-6BFDA6690735}" dt="2024-09-05T07:27:15.172" v="118" actId="1076"/>
          <ac:spMkLst>
            <pc:docMk/>
            <pc:sldMk cId="2809709330" sldId="448"/>
            <ac:spMk id="2" creationId="{00000000-0000-0000-0000-000000000000}"/>
          </ac:spMkLst>
        </pc:spChg>
        <pc:spChg chg="mod">
          <ac:chgData name="Ms Alina Arshad" userId="cccdfd85-d35d-4453-9c6f-a463aae40722" providerId="ADAL" clId="{1C05DFB1-C023-4755-8788-6BFDA6690735}" dt="2024-09-05T07:27:27.486" v="122" actId="12"/>
          <ac:spMkLst>
            <pc:docMk/>
            <pc:sldMk cId="2809709330" sldId="448"/>
            <ac:spMk id="3" creationId="{00000000-0000-0000-0000-000000000000}"/>
          </ac:spMkLst>
        </pc:spChg>
        <pc:spChg chg="del">
          <ac:chgData name="Ms Alina Arshad" userId="cccdfd85-d35d-4453-9c6f-a463aae40722" providerId="ADAL" clId="{1C05DFB1-C023-4755-8788-6BFDA6690735}" dt="2024-09-05T07:27:20.389" v="120" actId="478"/>
          <ac:spMkLst>
            <pc:docMk/>
            <pc:sldMk cId="2809709330" sldId="448"/>
            <ac:spMk id="4" creationId="{00000000-0000-0000-0000-000000000000}"/>
          </ac:spMkLst>
        </pc:spChg>
        <pc:spChg chg="del">
          <ac:chgData name="Ms Alina Arshad" userId="cccdfd85-d35d-4453-9c6f-a463aae40722" providerId="ADAL" clId="{1C05DFB1-C023-4755-8788-6BFDA6690735}" dt="2024-09-05T07:27:17.872" v="119" actId="478"/>
          <ac:spMkLst>
            <pc:docMk/>
            <pc:sldMk cId="2809709330" sldId="448"/>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81688199" sldId="449"/>
        </pc:sldMkLst>
        <pc:spChg chg="mod">
          <ac:chgData name="Ms Alina Arshad" userId="cccdfd85-d35d-4453-9c6f-a463aae40722" providerId="ADAL" clId="{1C05DFB1-C023-4755-8788-6BFDA6690735}" dt="2024-09-05T07:27:33.612" v="124" actId="207"/>
          <ac:spMkLst>
            <pc:docMk/>
            <pc:sldMk cId="1681688199" sldId="449"/>
            <ac:spMk id="2" creationId="{00000000-0000-0000-0000-000000000000}"/>
          </ac:spMkLst>
        </pc:spChg>
        <pc:spChg chg="mod">
          <ac:chgData name="Ms Alina Arshad" userId="cccdfd85-d35d-4453-9c6f-a463aae40722" providerId="ADAL" clId="{1C05DFB1-C023-4755-8788-6BFDA6690735}" dt="2024-09-05T07:27:42.827" v="127" actId="12"/>
          <ac:spMkLst>
            <pc:docMk/>
            <pc:sldMk cId="1681688199" sldId="449"/>
            <ac:spMk id="3" creationId="{00000000-0000-0000-0000-000000000000}"/>
          </ac:spMkLst>
        </pc:spChg>
        <pc:spChg chg="del">
          <ac:chgData name="Ms Alina Arshad" userId="cccdfd85-d35d-4453-9c6f-a463aae40722" providerId="ADAL" clId="{1C05DFB1-C023-4755-8788-6BFDA6690735}" dt="2024-09-05T07:27:36.632" v="125" actId="478"/>
          <ac:spMkLst>
            <pc:docMk/>
            <pc:sldMk cId="1681688199" sldId="449"/>
            <ac:spMk id="4" creationId="{00000000-0000-0000-0000-000000000000}"/>
          </ac:spMkLst>
        </pc:spChg>
        <pc:spChg chg="del">
          <ac:chgData name="Ms Alina Arshad" userId="cccdfd85-d35d-4453-9c6f-a463aae40722" providerId="ADAL" clId="{1C05DFB1-C023-4755-8788-6BFDA6690735}" dt="2024-09-05T07:27:38.225" v="126" actId="478"/>
          <ac:spMkLst>
            <pc:docMk/>
            <pc:sldMk cId="1681688199" sldId="449"/>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242073716" sldId="450"/>
        </pc:sldMkLst>
        <pc:spChg chg="mod">
          <ac:chgData name="Ms Alina Arshad" userId="cccdfd85-d35d-4453-9c6f-a463aae40722" providerId="ADAL" clId="{1C05DFB1-C023-4755-8788-6BFDA6690735}" dt="2024-09-05T07:27:53.868" v="130"/>
          <ac:spMkLst>
            <pc:docMk/>
            <pc:sldMk cId="242073716" sldId="450"/>
            <ac:spMk id="2" creationId="{00000000-0000-0000-0000-000000000000}"/>
          </ac:spMkLst>
        </pc:spChg>
        <pc:spChg chg="mod">
          <ac:chgData name="Ms Alina Arshad" userId="cccdfd85-d35d-4453-9c6f-a463aae40722" providerId="ADAL" clId="{1C05DFB1-C023-4755-8788-6BFDA6690735}" dt="2024-09-05T07:28:27.093" v="141" actId="12"/>
          <ac:spMkLst>
            <pc:docMk/>
            <pc:sldMk cId="242073716" sldId="450"/>
            <ac:spMk id="3" creationId="{00000000-0000-0000-0000-000000000000}"/>
          </ac:spMkLst>
        </pc:spChg>
        <pc:spChg chg="del">
          <ac:chgData name="Ms Alina Arshad" userId="cccdfd85-d35d-4453-9c6f-a463aae40722" providerId="ADAL" clId="{1C05DFB1-C023-4755-8788-6BFDA6690735}" dt="2024-09-05T07:27:58.463" v="131" actId="478"/>
          <ac:spMkLst>
            <pc:docMk/>
            <pc:sldMk cId="242073716" sldId="450"/>
            <ac:spMk id="4" creationId="{00000000-0000-0000-0000-000000000000}"/>
          </ac:spMkLst>
        </pc:spChg>
        <pc:spChg chg="del">
          <ac:chgData name="Ms Alina Arshad" userId="cccdfd85-d35d-4453-9c6f-a463aae40722" providerId="ADAL" clId="{1C05DFB1-C023-4755-8788-6BFDA6690735}" dt="2024-09-05T07:28:01.743" v="132" actId="478"/>
          <ac:spMkLst>
            <pc:docMk/>
            <pc:sldMk cId="242073716" sldId="450"/>
            <ac:spMk id="5" creationId="{00000000-0000-0000-0000-000000000000}"/>
          </ac:spMkLst>
        </pc:spChg>
      </pc:sldChg>
      <pc:sldChg chg="delSp modSp add del mod">
        <pc:chgData name="Ms Alina Arshad" userId="cccdfd85-d35d-4453-9c6f-a463aae40722" providerId="ADAL" clId="{1C05DFB1-C023-4755-8788-6BFDA6690735}" dt="2024-09-05T08:17:07.446" v="430" actId="2696"/>
        <pc:sldMkLst>
          <pc:docMk/>
          <pc:sldMk cId="1637132292" sldId="451"/>
        </pc:sldMkLst>
        <pc:spChg chg="mod">
          <ac:chgData name="Ms Alina Arshad" userId="cccdfd85-d35d-4453-9c6f-a463aae40722" providerId="ADAL" clId="{1C05DFB1-C023-4755-8788-6BFDA6690735}" dt="2024-09-05T07:33:02.749" v="143" actId="113"/>
          <ac:spMkLst>
            <pc:docMk/>
            <pc:sldMk cId="1637132292" sldId="451"/>
            <ac:spMk id="2" creationId="{00000000-0000-0000-0000-000000000000}"/>
          </ac:spMkLst>
        </pc:spChg>
        <pc:spChg chg="del">
          <ac:chgData name="Ms Alina Arshad" userId="cccdfd85-d35d-4453-9c6f-a463aae40722" providerId="ADAL" clId="{1C05DFB1-C023-4755-8788-6BFDA6690735}" dt="2024-09-05T08:16:01.026" v="428" actId="478"/>
          <ac:spMkLst>
            <pc:docMk/>
            <pc:sldMk cId="1637132292" sldId="451"/>
            <ac:spMk id="4" creationId="{00000000-0000-0000-0000-000000000000}"/>
          </ac:spMkLst>
        </pc:spChg>
        <pc:spChg chg="del">
          <ac:chgData name="Ms Alina Arshad" userId="cccdfd85-d35d-4453-9c6f-a463aae40722" providerId="ADAL" clId="{1C05DFB1-C023-4755-8788-6BFDA6690735}" dt="2024-09-05T08:16:02.792" v="429" actId="478"/>
          <ac:spMkLst>
            <pc:docMk/>
            <pc:sldMk cId="1637132292" sldId="451"/>
            <ac:spMk id="5" creationId="{00000000-0000-0000-0000-000000000000}"/>
          </ac:spMkLst>
        </pc:spChg>
        <pc:picChg chg="mod">
          <ac:chgData name="Ms Alina Arshad" userId="cccdfd85-d35d-4453-9c6f-a463aae40722" providerId="ADAL" clId="{1C05DFB1-C023-4755-8788-6BFDA6690735}" dt="2024-09-05T07:33:07.044" v="144" actId="1076"/>
          <ac:picMkLst>
            <pc:docMk/>
            <pc:sldMk cId="1637132292" sldId="451"/>
            <ac:picMk id="7" creationId="{00000000-0000-0000-0000-000000000000}"/>
          </ac:picMkLst>
        </pc:picChg>
      </pc:sldChg>
      <pc:sldChg chg="delSp add del mod">
        <pc:chgData name="Ms Alina Arshad" userId="cccdfd85-d35d-4453-9c6f-a463aae40722" providerId="ADAL" clId="{1C05DFB1-C023-4755-8788-6BFDA6690735}" dt="2024-09-05T08:17:07.446" v="430" actId="2696"/>
        <pc:sldMkLst>
          <pc:docMk/>
          <pc:sldMk cId="723443559" sldId="452"/>
        </pc:sldMkLst>
        <pc:spChg chg="del">
          <ac:chgData name="Ms Alina Arshad" userId="cccdfd85-d35d-4453-9c6f-a463aae40722" providerId="ADAL" clId="{1C05DFB1-C023-4755-8788-6BFDA6690735}" dt="2024-09-05T08:15:53.419" v="426" actId="478"/>
          <ac:spMkLst>
            <pc:docMk/>
            <pc:sldMk cId="723443559" sldId="452"/>
            <ac:spMk id="4" creationId="{00000000-0000-0000-0000-000000000000}"/>
          </ac:spMkLst>
        </pc:spChg>
        <pc:spChg chg="del">
          <ac:chgData name="Ms Alina Arshad" userId="cccdfd85-d35d-4453-9c6f-a463aae40722" providerId="ADAL" clId="{1C05DFB1-C023-4755-8788-6BFDA6690735}" dt="2024-09-05T08:15:55.747" v="427" actId="478"/>
          <ac:spMkLst>
            <pc:docMk/>
            <pc:sldMk cId="723443559" sldId="452"/>
            <ac:spMk id="5" creationId="{00000000-0000-0000-0000-000000000000}"/>
          </ac:spMkLst>
        </pc:spChg>
      </pc:sldChg>
    </pc:docChg>
  </pc:docChgLst>
  <pc:docChgLst>
    <pc:chgData name="Ms Alina Arshad" userId="cccdfd85-d35d-4453-9c6f-a463aae40722" providerId="ADAL" clId="{B4FCDD3C-9C08-4B0D-A58A-4A454E2565E2}"/>
    <pc:docChg chg="custSel delSld modSld sldOrd">
      <pc:chgData name="Ms Alina Arshad" userId="cccdfd85-d35d-4453-9c6f-a463aae40722" providerId="ADAL" clId="{B4FCDD3C-9C08-4B0D-A58A-4A454E2565E2}" dt="2024-10-19T17:01:48.559" v="65" actId="12"/>
      <pc:docMkLst>
        <pc:docMk/>
      </pc:docMkLst>
      <pc:sldChg chg="del">
        <pc:chgData name="Ms Alina Arshad" userId="cccdfd85-d35d-4453-9c6f-a463aae40722" providerId="ADAL" clId="{B4FCDD3C-9C08-4B0D-A58A-4A454E2565E2}" dt="2024-10-15T13:09:44.127" v="7" actId="47"/>
        <pc:sldMkLst>
          <pc:docMk/>
          <pc:sldMk cId="987785057" sldId="258"/>
        </pc:sldMkLst>
      </pc:sldChg>
      <pc:sldChg chg="del">
        <pc:chgData name="Ms Alina Arshad" userId="cccdfd85-d35d-4453-9c6f-a463aae40722" providerId="ADAL" clId="{B4FCDD3C-9C08-4B0D-A58A-4A454E2565E2}" dt="2024-10-15T13:09:45.094" v="9" actId="47"/>
        <pc:sldMkLst>
          <pc:docMk/>
          <pc:sldMk cId="3777174035" sldId="314"/>
        </pc:sldMkLst>
      </pc:sldChg>
      <pc:sldChg chg="del">
        <pc:chgData name="Ms Alina Arshad" userId="cccdfd85-d35d-4453-9c6f-a463aae40722" providerId="ADAL" clId="{B4FCDD3C-9C08-4B0D-A58A-4A454E2565E2}" dt="2024-10-15T13:09:45.552" v="10" actId="47"/>
        <pc:sldMkLst>
          <pc:docMk/>
          <pc:sldMk cId="4181556699" sldId="315"/>
        </pc:sldMkLst>
      </pc:sldChg>
      <pc:sldChg chg="del">
        <pc:chgData name="Ms Alina Arshad" userId="cccdfd85-d35d-4453-9c6f-a463aae40722" providerId="ADAL" clId="{B4FCDD3C-9C08-4B0D-A58A-4A454E2565E2}" dt="2024-10-15T13:09:46.588" v="13" actId="47"/>
        <pc:sldMkLst>
          <pc:docMk/>
          <pc:sldMk cId="1268528167" sldId="316"/>
        </pc:sldMkLst>
      </pc:sldChg>
      <pc:sldChg chg="del">
        <pc:chgData name="Ms Alina Arshad" userId="cccdfd85-d35d-4453-9c6f-a463aae40722" providerId="ADAL" clId="{B4FCDD3C-9C08-4B0D-A58A-4A454E2565E2}" dt="2024-10-15T13:09:47.021" v="14" actId="47"/>
        <pc:sldMkLst>
          <pc:docMk/>
          <pc:sldMk cId="2565091885" sldId="317"/>
        </pc:sldMkLst>
      </pc:sldChg>
      <pc:sldChg chg="del">
        <pc:chgData name="Ms Alina Arshad" userId="cccdfd85-d35d-4453-9c6f-a463aae40722" providerId="ADAL" clId="{B4FCDD3C-9C08-4B0D-A58A-4A454E2565E2}" dt="2024-10-15T13:09:47.348" v="15" actId="47"/>
        <pc:sldMkLst>
          <pc:docMk/>
          <pc:sldMk cId="3888176007" sldId="318"/>
        </pc:sldMkLst>
      </pc:sldChg>
      <pc:sldChg chg="del">
        <pc:chgData name="Ms Alina Arshad" userId="cccdfd85-d35d-4453-9c6f-a463aae40722" providerId="ADAL" clId="{B4FCDD3C-9C08-4B0D-A58A-4A454E2565E2}" dt="2024-10-15T13:09:47.641" v="16" actId="47"/>
        <pc:sldMkLst>
          <pc:docMk/>
          <pc:sldMk cId="3310025659" sldId="319"/>
        </pc:sldMkLst>
      </pc:sldChg>
      <pc:sldChg chg="del">
        <pc:chgData name="Ms Alina Arshad" userId="cccdfd85-d35d-4453-9c6f-a463aae40722" providerId="ADAL" clId="{B4FCDD3C-9C08-4B0D-A58A-4A454E2565E2}" dt="2024-10-15T13:09:49.851" v="18" actId="47"/>
        <pc:sldMkLst>
          <pc:docMk/>
          <pc:sldMk cId="339546399" sldId="320"/>
        </pc:sldMkLst>
      </pc:sldChg>
      <pc:sldChg chg="del">
        <pc:chgData name="Ms Alina Arshad" userId="cccdfd85-d35d-4453-9c6f-a463aae40722" providerId="ADAL" clId="{B4FCDD3C-9C08-4B0D-A58A-4A454E2565E2}" dt="2024-10-15T13:09:50.323" v="19" actId="47"/>
        <pc:sldMkLst>
          <pc:docMk/>
          <pc:sldMk cId="820248258" sldId="321"/>
        </pc:sldMkLst>
      </pc:sldChg>
      <pc:sldChg chg="del">
        <pc:chgData name="Ms Alina Arshad" userId="cccdfd85-d35d-4453-9c6f-a463aae40722" providerId="ADAL" clId="{B4FCDD3C-9C08-4B0D-A58A-4A454E2565E2}" dt="2024-10-15T13:09:50.748" v="20" actId="47"/>
        <pc:sldMkLst>
          <pc:docMk/>
          <pc:sldMk cId="302804215" sldId="322"/>
        </pc:sldMkLst>
      </pc:sldChg>
      <pc:sldChg chg="del">
        <pc:chgData name="Ms Alina Arshad" userId="cccdfd85-d35d-4453-9c6f-a463aae40722" providerId="ADAL" clId="{B4FCDD3C-9C08-4B0D-A58A-4A454E2565E2}" dt="2024-10-15T13:09:51.654" v="21" actId="47"/>
        <pc:sldMkLst>
          <pc:docMk/>
          <pc:sldMk cId="3966666735" sldId="323"/>
        </pc:sldMkLst>
      </pc:sldChg>
      <pc:sldChg chg="del">
        <pc:chgData name="Ms Alina Arshad" userId="cccdfd85-d35d-4453-9c6f-a463aae40722" providerId="ADAL" clId="{B4FCDD3C-9C08-4B0D-A58A-4A454E2565E2}" dt="2024-10-15T13:09:44.623" v="8" actId="47"/>
        <pc:sldMkLst>
          <pc:docMk/>
          <pc:sldMk cId="2110059545" sldId="325"/>
        </pc:sldMkLst>
      </pc:sldChg>
      <pc:sldChg chg="del">
        <pc:chgData name="Ms Alina Arshad" userId="cccdfd85-d35d-4453-9c6f-a463aae40722" providerId="ADAL" clId="{B4FCDD3C-9C08-4B0D-A58A-4A454E2565E2}" dt="2024-10-15T13:09:48.117" v="17" actId="47"/>
        <pc:sldMkLst>
          <pc:docMk/>
          <pc:sldMk cId="1890923545" sldId="326"/>
        </pc:sldMkLst>
      </pc:sldChg>
      <pc:sldChg chg="del">
        <pc:chgData name="Ms Alina Arshad" userId="cccdfd85-d35d-4453-9c6f-a463aae40722" providerId="ADAL" clId="{B4FCDD3C-9C08-4B0D-A58A-4A454E2565E2}" dt="2024-10-15T13:09:52.957" v="23" actId="47"/>
        <pc:sldMkLst>
          <pc:docMk/>
          <pc:sldMk cId="4133473658" sldId="327"/>
        </pc:sldMkLst>
      </pc:sldChg>
      <pc:sldChg chg="del">
        <pc:chgData name="Ms Alina Arshad" userId="cccdfd85-d35d-4453-9c6f-a463aae40722" providerId="ADAL" clId="{B4FCDD3C-9C08-4B0D-A58A-4A454E2565E2}" dt="2024-10-15T13:09:39.175" v="6" actId="47"/>
        <pc:sldMkLst>
          <pc:docMk/>
          <pc:sldMk cId="562791159" sldId="328"/>
        </pc:sldMkLst>
      </pc:sldChg>
      <pc:sldChg chg="del ord">
        <pc:chgData name="Ms Alina Arshad" userId="cccdfd85-d35d-4453-9c6f-a463aae40722" providerId="ADAL" clId="{B4FCDD3C-9C08-4B0D-A58A-4A454E2565E2}" dt="2024-10-15T13:09:53.445" v="24" actId="47"/>
        <pc:sldMkLst>
          <pc:docMk/>
          <pc:sldMk cId="902647392" sldId="329"/>
        </pc:sldMkLst>
      </pc:sldChg>
      <pc:sldChg chg="delSp modSp mod">
        <pc:chgData name="Ms Alina Arshad" userId="cccdfd85-d35d-4453-9c6f-a463aae40722" providerId="ADAL" clId="{B4FCDD3C-9C08-4B0D-A58A-4A454E2565E2}" dt="2024-10-19T16:59:46.909" v="33" actId="313"/>
        <pc:sldMkLst>
          <pc:docMk/>
          <pc:sldMk cId="364105119" sldId="330"/>
        </pc:sldMkLst>
        <pc:spChg chg="mod">
          <ac:chgData name="Ms Alina Arshad" userId="cccdfd85-d35d-4453-9c6f-a463aae40722" providerId="ADAL" clId="{B4FCDD3C-9C08-4B0D-A58A-4A454E2565E2}" dt="2024-10-19T16:59:17.187" v="28" actId="1076"/>
          <ac:spMkLst>
            <pc:docMk/>
            <pc:sldMk cId="364105119" sldId="330"/>
            <ac:spMk id="2" creationId="{00000000-0000-0000-0000-000000000000}"/>
          </ac:spMkLst>
        </pc:spChg>
        <pc:spChg chg="mod">
          <ac:chgData name="Ms Alina Arshad" userId="cccdfd85-d35d-4453-9c6f-a463aae40722" providerId="ADAL" clId="{B4FCDD3C-9C08-4B0D-A58A-4A454E2565E2}" dt="2024-10-19T16:59:46.909" v="33" actId="313"/>
          <ac:spMkLst>
            <pc:docMk/>
            <pc:sldMk cId="364105119" sldId="330"/>
            <ac:spMk id="3" creationId="{00000000-0000-0000-0000-000000000000}"/>
          </ac:spMkLst>
        </pc:spChg>
        <pc:spChg chg="del">
          <ac:chgData name="Ms Alina Arshad" userId="cccdfd85-d35d-4453-9c6f-a463aae40722" providerId="ADAL" clId="{B4FCDD3C-9C08-4B0D-A58A-4A454E2565E2}" dt="2024-10-19T16:59:36.135" v="31" actId="478"/>
          <ac:spMkLst>
            <pc:docMk/>
            <pc:sldMk cId="364105119" sldId="330"/>
            <ac:spMk id="4" creationId="{00000000-0000-0000-0000-000000000000}"/>
          </ac:spMkLst>
        </pc:spChg>
        <pc:spChg chg="del">
          <ac:chgData name="Ms Alina Arshad" userId="cccdfd85-d35d-4453-9c6f-a463aae40722" providerId="ADAL" clId="{B4FCDD3C-9C08-4B0D-A58A-4A454E2565E2}" dt="2024-10-19T16:59:39.781" v="32" actId="478"/>
          <ac:spMkLst>
            <pc:docMk/>
            <pc:sldMk cId="364105119" sldId="330"/>
            <ac:spMk id="5" creationId="{00000000-0000-0000-0000-000000000000}"/>
          </ac:spMkLst>
        </pc:spChg>
      </pc:sldChg>
      <pc:sldChg chg="delSp modSp mod">
        <pc:chgData name="Ms Alina Arshad" userId="cccdfd85-d35d-4453-9c6f-a463aae40722" providerId="ADAL" clId="{B4FCDD3C-9C08-4B0D-A58A-4A454E2565E2}" dt="2024-10-19T17:00:22.086" v="39" actId="478"/>
        <pc:sldMkLst>
          <pc:docMk/>
          <pc:sldMk cId="3507957172" sldId="331"/>
        </pc:sldMkLst>
        <pc:spChg chg="mod">
          <ac:chgData name="Ms Alina Arshad" userId="cccdfd85-d35d-4453-9c6f-a463aae40722" providerId="ADAL" clId="{B4FCDD3C-9C08-4B0D-A58A-4A454E2565E2}" dt="2024-10-19T17:00:08.591" v="35" actId="113"/>
          <ac:spMkLst>
            <pc:docMk/>
            <pc:sldMk cId="3507957172" sldId="331"/>
            <ac:spMk id="2" creationId="{00000000-0000-0000-0000-000000000000}"/>
          </ac:spMkLst>
        </pc:spChg>
        <pc:spChg chg="mod">
          <ac:chgData name="Ms Alina Arshad" userId="cccdfd85-d35d-4453-9c6f-a463aae40722" providerId="ADAL" clId="{B4FCDD3C-9C08-4B0D-A58A-4A454E2565E2}" dt="2024-10-19T17:00:17.249" v="37" actId="12"/>
          <ac:spMkLst>
            <pc:docMk/>
            <pc:sldMk cId="3507957172" sldId="331"/>
            <ac:spMk id="3" creationId="{00000000-0000-0000-0000-000000000000}"/>
          </ac:spMkLst>
        </pc:spChg>
        <pc:spChg chg="del">
          <ac:chgData name="Ms Alina Arshad" userId="cccdfd85-d35d-4453-9c6f-a463aae40722" providerId="ADAL" clId="{B4FCDD3C-9C08-4B0D-A58A-4A454E2565E2}" dt="2024-10-19T17:00:18.825" v="38" actId="478"/>
          <ac:spMkLst>
            <pc:docMk/>
            <pc:sldMk cId="3507957172" sldId="331"/>
            <ac:spMk id="4" creationId="{00000000-0000-0000-0000-000000000000}"/>
          </ac:spMkLst>
        </pc:spChg>
        <pc:spChg chg="del">
          <ac:chgData name="Ms Alina Arshad" userId="cccdfd85-d35d-4453-9c6f-a463aae40722" providerId="ADAL" clId="{B4FCDD3C-9C08-4B0D-A58A-4A454E2565E2}" dt="2024-10-19T17:00:22.086" v="39" actId="478"/>
          <ac:spMkLst>
            <pc:docMk/>
            <pc:sldMk cId="3507957172" sldId="331"/>
            <ac:spMk id="5" creationId="{00000000-0000-0000-0000-000000000000}"/>
          </ac:spMkLst>
        </pc:spChg>
      </pc:sldChg>
      <pc:sldChg chg="delSp modSp mod">
        <pc:chgData name="Ms Alina Arshad" userId="cccdfd85-d35d-4453-9c6f-a463aae40722" providerId="ADAL" clId="{B4FCDD3C-9C08-4B0D-A58A-4A454E2565E2}" dt="2024-10-19T17:00:44.048" v="46" actId="478"/>
        <pc:sldMkLst>
          <pc:docMk/>
          <pc:sldMk cId="2370268370" sldId="332"/>
        </pc:sldMkLst>
        <pc:spChg chg="mod">
          <ac:chgData name="Ms Alina Arshad" userId="cccdfd85-d35d-4453-9c6f-a463aae40722" providerId="ADAL" clId="{B4FCDD3C-9C08-4B0D-A58A-4A454E2565E2}" dt="2024-10-19T17:00:32.181" v="42" actId="14100"/>
          <ac:spMkLst>
            <pc:docMk/>
            <pc:sldMk cId="2370268370" sldId="332"/>
            <ac:spMk id="2" creationId="{00000000-0000-0000-0000-000000000000}"/>
          </ac:spMkLst>
        </pc:spChg>
        <pc:spChg chg="mod">
          <ac:chgData name="Ms Alina Arshad" userId="cccdfd85-d35d-4453-9c6f-a463aae40722" providerId="ADAL" clId="{B4FCDD3C-9C08-4B0D-A58A-4A454E2565E2}" dt="2024-10-19T17:00:37.375" v="44" actId="403"/>
          <ac:spMkLst>
            <pc:docMk/>
            <pc:sldMk cId="2370268370" sldId="332"/>
            <ac:spMk id="3" creationId="{00000000-0000-0000-0000-000000000000}"/>
          </ac:spMkLst>
        </pc:spChg>
        <pc:spChg chg="del">
          <ac:chgData name="Ms Alina Arshad" userId="cccdfd85-d35d-4453-9c6f-a463aae40722" providerId="ADAL" clId="{B4FCDD3C-9C08-4B0D-A58A-4A454E2565E2}" dt="2024-10-19T17:00:39.654" v="45" actId="478"/>
          <ac:spMkLst>
            <pc:docMk/>
            <pc:sldMk cId="2370268370" sldId="332"/>
            <ac:spMk id="4" creationId="{00000000-0000-0000-0000-000000000000}"/>
          </ac:spMkLst>
        </pc:spChg>
        <pc:spChg chg="del">
          <ac:chgData name="Ms Alina Arshad" userId="cccdfd85-d35d-4453-9c6f-a463aae40722" providerId="ADAL" clId="{B4FCDD3C-9C08-4B0D-A58A-4A454E2565E2}" dt="2024-10-19T17:00:44.048" v="46" actId="478"/>
          <ac:spMkLst>
            <pc:docMk/>
            <pc:sldMk cId="2370268370" sldId="332"/>
            <ac:spMk id="5" creationId="{00000000-0000-0000-0000-000000000000}"/>
          </ac:spMkLst>
        </pc:spChg>
      </pc:sldChg>
      <pc:sldChg chg="delSp modSp mod">
        <pc:chgData name="Ms Alina Arshad" userId="cccdfd85-d35d-4453-9c6f-a463aae40722" providerId="ADAL" clId="{B4FCDD3C-9C08-4B0D-A58A-4A454E2565E2}" dt="2024-10-19T17:01:06.557" v="56" actId="478"/>
        <pc:sldMkLst>
          <pc:docMk/>
          <pc:sldMk cId="4266472454" sldId="333"/>
        </pc:sldMkLst>
        <pc:spChg chg="mod">
          <ac:chgData name="Ms Alina Arshad" userId="cccdfd85-d35d-4453-9c6f-a463aae40722" providerId="ADAL" clId="{B4FCDD3C-9C08-4B0D-A58A-4A454E2565E2}" dt="2024-10-19T17:00:50.586" v="48" actId="113"/>
          <ac:spMkLst>
            <pc:docMk/>
            <pc:sldMk cId="4266472454" sldId="333"/>
            <ac:spMk id="2" creationId="{00000000-0000-0000-0000-000000000000}"/>
          </ac:spMkLst>
        </pc:spChg>
        <pc:spChg chg="mod">
          <ac:chgData name="Ms Alina Arshad" userId="cccdfd85-d35d-4453-9c6f-a463aae40722" providerId="ADAL" clId="{B4FCDD3C-9C08-4B0D-A58A-4A454E2565E2}" dt="2024-10-19T17:00:56.931" v="50" actId="1076"/>
          <ac:spMkLst>
            <pc:docMk/>
            <pc:sldMk cId="4266472454" sldId="333"/>
            <ac:spMk id="3" creationId="{00000000-0000-0000-0000-000000000000}"/>
          </ac:spMkLst>
        </pc:spChg>
        <pc:spChg chg="del">
          <ac:chgData name="Ms Alina Arshad" userId="cccdfd85-d35d-4453-9c6f-a463aae40722" providerId="ADAL" clId="{B4FCDD3C-9C08-4B0D-A58A-4A454E2565E2}" dt="2024-10-19T17:01:02.347" v="52" actId="478"/>
          <ac:spMkLst>
            <pc:docMk/>
            <pc:sldMk cId="4266472454" sldId="333"/>
            <ac:spMk id="4" creationId="{00000000-0000-0000-0000-000000000000}"/>
          </ac:spMkLst>
        </pc:spChg>
        <pc:spChg chg="del mod">
          <ac:chgData name="Ms Alina Arshad" userId="cccdfd85-d35d-4453-9c6f-a463aae40722" providerId="ADAL" clId="{B4FCDD3C-9C08-4B0D-A58A-4A454E2565E2}" dt="2024-10-19T17:01:06.557" v="56" actId="478"/>
          <ac:spMkLst>
            <pc:docMk/>
            <pc:sldMk cId="4266472454" sldId="333"/>
            <ac:spMk id="5" creationId="{00000000-0000-0000-0000-000000000000}"/>
          </ac:spMkLst>
        </pc:spChg>
        <pc:picChg chg="mod">
          <ac:chgData name="Ms Alina Arshad" userId="cccdfd85-d35d-4453-9c6f-a463aae40722" providerId="ADAL" clId="{B4FCDD3C-9C08-4B0D-A58A-4A454E2565E2}" dt="2024-10-19T17:01:00.173" v="51" actId="1076"/>
          <ac:picMkLst>
            <pc:docMk/>
            <pc:sldMk cId="4266472454" sldId="333"/>
            <ac:picMk id="6" creationId="{00000000-0000-0000-0000-000000000000}"/>
          </ac:picMkLst>
        </pc:picChg>
      </pc:sldChg>
      <pc:sldChg chg="delSp modSp mod">
        <pc:chgData name="Ms Alina Arshad" userId="cccdfd85-d35d-4453-9c6f-a463aae40722" providerId="ADAL" clId="{B4FCDD3C-9C08-4B0D-A58A-4A454E2565E2}" dt="2024-10-19T17:01:23.136" v="61" actId="1076"/>
        <pc:sldMkLst>
          <pc:docMk/>
          <pc:sldMk cId="3773565437" sldId="337"/>
        </pc:sldMkLst>
        <pc:spChg chg="mod">
          <ac:chgData name="Ms Alina Arshad" userId="cccdfd85-d35d-4453-9c6f-a463aae40722" providerId="ADAL" clId="{B4FCDD3C-9C08-4B0D-A58A-4A454E2565E2}" dt="2024-10-19T17:01:16.808" v="58" actId="113"/>
          <ac:spMkLst>
            <pc:docMk/>
            <pc:sldMk cId="3773565437" sldId="337"/>
            <ac:spMk id="2" creationId="{00000000-0000-0000-0000-000000000000}"/>
          </ac:spMkLst>
        </pc:spChg>
        <pc:spChg chg="del">
          <ac:chgData name="Ms Alina Arshad" userId="cccdfd85-d35d-4453-9c6f-a463aae40722" providerId="ADAL" clId="{B4FCDD3C-9C08-4B0D-A58A-4A454E2565E2}" dt="2024-10-19T17:01:18.625" v="59" actId="478"/>
          <ac:spMkLst>
            <pc:docMk/>
            <pc:sldMk cId="3773565437" sldId="337"/>
            <ac:spMk id="4" creationId="{00000000-0000-0000-0000-000000000000}"/>
          </ac:spMkLst>
        </pc:spChg>
        <pc:spChg chg="del">
          <ac:chgData name="Ms Alina Arshad" userId="cccdfd85-d35d-4453-9c6f-a463aae40722" providerId="ADAL" clId="{B4FCDD3C-9C08-4B0D-A58A-4A454E2565E2}" dt="2024-10-19T17:01:21.236" v="60" actId="478"/>
          <ac:spMkLst>
            <pc:docMk/>
            <pc:sldMk cId="3773565437" sldId="337"/>
            <ac:spMk id="5" creationId="{00000000-0000-0000-0000-000000000000}"/>
          </ac:spMkLst>
        </pc:spChg>
        <pc:picChg chg="mod">
          <ac:chgData name="Ms Alina Arshad" userId="cccdfd85-d35d-4453-9c6f-a463aae40722" providerId="ADAL" clId="{B4FCDD3C-9C08-4B0D-A58A-4A454E2565E2}" dt="2024-10-19T17:01:23.136" v="61" actId="1076"/>
          <ac:picMkLst>
            <pc:docMk/>
            <pc:sldMk cId="3773565437" sldId="337"/>
            <ac:picMk id="6" creationId="{00000000-0000-0000-0000-000000000000}"/>
          </ac:picMkLst>
        </pc:picChg>
      </pc:sldChg>
      <pc:sldChg chg="modSp mod">
        <pc:chgData name="Ms Alina Arshad" userId="cccdfd85-d35d-4453-9c6f-a463aae40722" providerId="ADAL" clId="{B4FCDD3C-9C08-4B0D-A58A-4A454E2565E2}" dt="2024-10-19T17:01:48.559" v="65" actId="12"/>
        <pc:sldMkLst>
          <pc:docMk/>
          <pc:sldMk cId="4279161592" sldId="338"/>
        </pc:sldMkLst>
        <pc:spChg chg="mod">
          <ac:chgData name="Ms Alina Arshad" userId="cccdfd85-d35d-4453-9c6f-a463aae40722" providerId="ADAL" clId="{B4FCDD3C-9C08-4B0D-A58A-4A454E2565E2}" dt="2024-10-19T17:01:28.485" v="63" actId="113"/>
          <ac:spMkLst>
            <pc:docMk/>
            <pc:sldMk cId="4279161592" sldId="338"/>
            <ac:spMk id="2" creationId="{00000000-0000-0000-0000-000000000000}"/>
          </ac:spMkLst>
        </pc:spChg>
        <pc:spChg chg="mod">
          <ac:chgData name="Ms Alina Arshad" userId="cccdfd85-d35d-4453-9c6f-a463aae40722" providerId="ADAL" clId="{B4FCDD3C-9C08-4B0D-A58A-4A454E2565E2}" dt="2024-10-19T17:01:48.559" v="65" actId="12"/>
          <ac:spMkLst>
            <pc:docMk/>
            <pc:sldMk cId="4279161592" sldId="338"/>
            <ac:spMk id="3" creationId="{00000000-0000-0000-0000-000000000000}"/>
          </ac:spMkLst>
        </pc:spChg>
      </pc:sldChg>
      <pc:sldChg chg="del">
        <pc:chgData name="Ms Alina Arshad" userId="cccdfd85-d35d-4453-9c6f-a463aae40722" providerId="ADAL" clId="{B4FCDD3C-9C08-4B0D-A58A-4A454E2565E2}" dt="2024-10-15T13:09:52.521" v="22" actId="47"/>
        <pc:sldMkLst>
          <pc:docMk/>
          <pc:sldMk cId="2667064654" sldId="357"/>
        </pc:sldMkLst>
      </pc:sldChg>
      <pc:sldChg chg="del">
        <pc:chgData name="Ms Alina Arshad" userId="cccdfd85-d35d-4453-9c6f-a463aae40722" providerId="ADAL" clId="{B4FCDD3C-9C08-4B0D-A58A-4A454E2565E2}" dt="2024-10-15T13:09:46.262" v="12" actId="47"/>
        <pc:sldMkLst>
          <pc:docMk/>
          <pc:sldMk cId="2986565107" sldId="359"/>
        </pc:sldMkLst>
      </pc:sldChg>
      <pc:sldChg chg="del">
        <pc:chgData name="Ms Alina Arshad" userId="cccdfd85-d35d-4453-9c6f-a463aae40722" providerId="ADAL" clId="{B4FCDD3C-9C08-4B0D-A58A-4A454E2565E2}" dt="2024-10-15T13:09:45.920" v="11" actId="47"/>
        <pc:sldMkLst>
          <pc:docMk/>
          <pc:sldMk cId="851498927" sldId="360"/>
        </pc:sldMkLst>
      </pc:sldChg>
    </pc:docChg>
  </pc:docChgLst>
  <pc:docChgLst>
    <pc:chgData name="Ms Alina Arshad" userId="cccdfd85-d35d-4453-9c6f-a463aae40722" providerId="ADAL" clId="{AB3ABEC8-FE94-48C4-906D-C8190CA07A46}"/>
    <pc:docChg chg="undo custSel addSld delSld modSld">
      <pc:chgData name="Ms Alina Arshad" userId="cccdfd85-d35d-4453-9c6f-a463aae40722" providerId="ADAL" clId="{AB3ABEC8-FE94-48C4-906D-C8190CA07A46}" dt="2024-10-22T08:27:11.072" v="85" actId="1076"/>
      <pc:docMkLst>
        <pc:docMk/>
      </pc:docMkLst>
      <pc:sldChg chg="addSp delSp modSp new mod">
        <pc:chgData name="Ms Alina Arshad" userId="cccdfd85-d35d-4453-9c6f-a463aae40722" providerId="ADAL" clId="{AB3ABEC8-FE94-48C4-906D-C8190CA07A46}" dt="2024-10-22T05:01:45.937" v="49" actId="20577"/>
        <pc:sldMkLst>
          <pc:docMk/>
          <pc:sldMk cId="2828391413" sldId="357"/>
        </pc:sldMkLst>
        <pc:spChg chg="del">
          <ac:chgData name="Ms Alina Arshad" userId="cccdfd85-d35d-4453-9c6f-a463aae40722" providerId="ADAL" clId="{AB3ABEC8-FE94-48C4-906D-C8190CA07A46}" dt="2024-10-22T05:01:34.432" v="12"/>
          <ac:spMkLst>
            <pc:docMk/>
            <pc:sldMk cId="2828391413" sldId="357"/>
            <ac:spMk id="2" creationId="{1061B3E6-1871-908C-5EB7-D7C01A8CF931}"/>
          </ac:spMkLst>
        </pc:spChg>
        <pc:spChg chg="mod">
          <ac:chgData name="Ms Alina Arshad" userId="cccdfd85-d35d-4453-9c6f-a463aae40722" providerId="ADAL" clId="{AB3ABEC8-FE94-48C4-906D-C8190CA07A46}" dt="2024-10-22T05:01:15.894" v="9" actId="1076"/>
          <ac:spMkLst>
            <pc:docMk/>
            <pc:sldMk cId="2828391413" sldId="357"/>
            <ac:spMk id="3" creationId="{ED177440-5003-96DC-0E2A-BA35A2AF9599}"/>
          </ac:spMkLst>
        </pc:spChg>
        <pc:spChg chg="add mod">
          <ac:chgData name="Ms Alina Arshad" userId="cccdfd85-d35d-4453-9c6f-a463aae40722" providerId="ADAL" clId="{AB3ABEC8-FE94-48C4-906D-C8190CA07A46}" dt="2024-10-22T05:01:45.937" v="49" actId="20577"/>
          <ac:spMkLst>
            <pc:docMk/>
            <pc:sldMk cId="2828391413" sldId="357"/>
            <ac:spMk id="8" creationId="{6460119C-C125-0080-77EA-30C778D86616}"/>
          </ac:spMkLst>
        </pc:spChg>
        <pc:picChg chg="add mod">
          <ac:chgData name="Ms Alina Arshad" userId="cccdfd85-d35d-4453-9c6f-a463aae40722" providerId="ADAL" clId="{AB3ABEC8-FE94-48C4-906D-C8190CA07A46}" dt="2024-10-22T05:00:42.907" v="6" actId="1076"/>
          <ac:picMkLst>
            <pc:docMk/>
            <pc:sldMk cId="2828391413" sldId="357"/>
            <ac:picMk id="5" creationId="{D00F35CB-E1E3-CE96-E369-0A39019A663F}"/>
          </ac:picMkLst>
        </pc:picChg>
        <pc:picChg chg="add mod">
          <ac:chgData name="Ms Alina Arshad" userId="cccdfd85-d35d-4453-9c6f-a463aae40722" providerId="ADAL" clId="{AB3ABEC8-FE94-48C4-906D-C8190CA07A46}" dt="2024-10-22T05:01:21.632" v="11" actId="1076"/>
          <ac:picMkLst>
            <pc:docMk/>
            <pc:sldMk cId="2828391413" sldId="357"/>
            <ac:picMk id="7" creationId="{EFF48B3A-BA13-D26B-5D5B-0D0D3524E8A2}"/>
          </ac:picMkLst>
        </pc:picChg>
      </pc:sldChg>
      <pc:sldChg chg="addSp delSp modSp new mod">
        <pc:chgData name="Ms Alina Arshad" userId="cccdfd85-d35d-4453-9c6f-a463aae40722" providerId="ADAL" clId="{AB3ABEC8-FE94-48C4-906D-C8190CA07A46}" dt="2024-10-22T05:02:39.461" v="59"/>
        <pc:sldMkLst>
          <pc:docMk/>
          <pc:sldMk cId="1618596653" sldId="358"/>
        </pc:sldMkLst>
        <pc:spChg chg="del">
          <ac:chgData name="Ms Alina Arshad" userId="cccdfd85-d35d-4453-9c6f-a463aae40722" providerId="ADAL" clId="{AB3ABEC8-FE94-48C4-906D-C8190CA07A46}" dt="2024-10-22T05:02:39.461" v="59"/>
          <ac:spMkLst>
            <pc:docMk/>
            <pc:sldMk cId="1618596653" sldId="358"/>
            <ac:spMk id="2" creationId="{59AF55F8-7580-0DE8-F74A-79692A1A8FC5}"/>
          </ac:spMkLst>
        </pc:spChg>
        <pc:spChg chg="del">
          <ac:chgData name="Ms Alina Arshad" userId="cccdfd85-d35d-4453-9c6f-a463aae40722" providerId="ADAL" clId="{AB3ABEC8-FE94-48C4-906D-C8190CA07A46}" dt="2024-10-22T05:02:18.163" v="51" actId="22"/>
          <ac:spMkLst>
            <pc:docMk/>
            <pc:sldMk cId="1618596653" sldId="358"/>
            <ac:spMk id="3" creationId="{17756FC4-CF56-6807-B442-4EC9E274AE20}"/>
          </ac:spMkLst>
        </pc:spChg>
        <pc:spChg chg="add mod">
          <ac:chgData name="Ms Alina Arshad" userId="cccdfd85-d35d-4453-9c6f-a463aae40722" providerId="ADAL" clId="{AB3ABEC8-FE94-48C4-906D-C8190CA07A46}" dt="2024-10-22T05:02:39.461" v="59"/>
          <ac:spMkLst>
            <pc:docMk/>
            <pc:sldMk cId="1618596653" sldId="358"/>
            <ac:spMk id="6" creationId="{4C59878E-16E8-FA70-794C-7C8491616DFB}"/>
          </ac:spMkLst>
        </pc:spChg>
        <pc:picChg chg="add mod ord">
          <ac:chgData name="Ms Alina Arshad" userId="cccdfd85-d35d-4453-9c6f-a463aae40722" providerId="ADAL" clId="{AB3ABEC8-FE94-48C4-906D-C8190CA07A46}" dt="2024-10-22T05:02:30.230" v="58" actId="1076"/>
          <ac:picMkLst>
            <pc:docMk/>
            <pc:sldMk cId="1618596653" sldId="358"/>
            <ac:picMk id="5" creationId="{B8830E65-6B7C-A585-FF19-C97A51086BCA}"/>
          </ac:picMkLst>
        </pc:picChg>
      </pc:sldChg>
      <pc:sldChg chg="addSp modSp new mod">
        <pc:chgData name="Ms Alina Arshad" userId="cccdfd85-d35d-4453-9c6f-a463aae40722" providerId="ADAL" clId="{AB3ABEC8-FE94-48C4-906D-C8190CA07A46}" dt="2024-10-22T08:27:11.072" v="85" actId="1076"/>
        <pc:sldMkLst>
          <pc:docMk/>
          <pc:sldMk cId="541004747" sldId="359"/>
        </pc:sldMkLst>
        <pc:spChg chg="add mod">
          <ac:chgData name="Ms Alina Arshad" userId="cccdfd85-d35d-4453-9c6f-a463aae40722" providerId="ADAL" clId="{AB3ABEC8-FE94-48C4-906D-C8190CA07A46}" dt="2024-10-22T08:27:11.072" v="85" actId="1076"/>
          <ac:spMkLst>
            <pc:docMk/>
            <pc:sldMk cId="541004747" sldId="359"/>
            <ac:spMk id="2" creationId="{FD3CC300-74DB-523C-E1DF-758718BAECDB}"/>
          </ac:spMkLst>
        </pc:spChg>
      </pc:sldChg>
      <pc:sldChg chg="addSp delSp modSp new del mod">
        <pc:chgData name="Ms Alina Arshad" userId="cccdfd85-d35d-4453-9c6f-a463aae40722" providerId="ADAL" clId="{AB3ABEC8-FE94-48C4-906D-C8190CA07A46}" dt="2024-10-22T08:26:42.003" v="65" actId="47"/>
        <pc:sldMkLst>
          <pc:docMk/>
          <pc:sldMk cId="2480949911" sldId="359"/>
        </pc:sldMkLst>
        <pc:spChg chg="add del mod">
          <ac:chgData name="Ms Alina Arshad" userId="cccdfd85-d35d-4453-9c6f-a463aae40722" providerId="ADAL" clId="{AB3ABEC8-FE94-48C4-906D-C8190CA07A46}" dt="2024-10-22T05:06:28.549" v="64" actId="22"/>
          <ac:spMkLst>
            <pc:docMk/>
            <pc:sldMk cId="2480949911" sldId="359"/>
            <ac:spMk id="3" creationId="{A909D1EE-BB0F-93B7-0157-52D0D48F58FC}"/>
          </ac:spMkLst>
        </pc:spChg>
      </pc:sldChg>
    </pc:docChg>
  </pc:docChgLst>
  <pc:docChgLst>
    <pc:chgData name="Ms Alina Arshad" userId="cccdfd85-d35d-4453-9c6f-a463aae40722" providerId="ADAL" clId="{6D99148A-78EC-44A5-895B-9E6E7F8E190D}"/>
    <pc:docChg chg="undo custSel delSld modSld">
      <pc:chgData name="Ms Alina Arshad" userId="cccdfd85-d35d-4453-9c6f-a463aae40722" providerId="ADAL" clId="{6D99148A-78EC-44A5-895B-9E6E7F8E190D}" dt="2024-08-30T09:52:56.715" v="36" actId="47"/>
      <pc:docMkLst>
        <pc:docMk/>
      </pc:docMkLst>
      <pc:sldChg chg="modSp mod">
        <pc:chgData name="Ms Alina Arshad" userId="cccdfd85-d35d-4453-9c6f-a463aae40722" providerId="ADAL" clId="{6D99148A-78EC-44A5-895B-9E6E7F8E190D}" dt="2024-08-30T09:51:42.777" v="9" actId="20577"/>
        <pc:sldMkLst>
          <pc:docMk/>
          <pc:sldMk cId="3322361034" sldId="256"/>
        </pc:sldMkLst>
        <pc:spChg chg="mod">
          <ac:chgData name="Ms Alina Arshad" userId="cccdfd85-d35d-4453-9c6f-a463aae40722" providerId="ADAL" clId="{6D99148A-78EC-44A5-895B-9E6E7F8E190D}" dt="2024-08-30T09:51:42.777" v="9" actId="20577"/>
          <ac:spMkLst>
            <pc:docMk/>
            <pc:sldMk cId="3322361034" sldId="256"/>
            <ac:spMk id="3" creationId="{44E9F82C-BBA7-3495-1097-BEDB54FFFDF4}"/>
          </ac:spMkLst>
        </pc:spChg>
      </pc:sldChg>
      <pc:sldChg chg="modNotesTx">
        <pc:chgData name="Ms Alina Arshad" userId="cccdfd85-d35d-4453-9c6f-a463aae40722" providerId="ADAL" clId="{6D99148A-78EC-44A5-895B-9E6E7F8E190D}" dt="2024-08-30T09:52:54.702" v="35" actId="5793"/>
        <pc:sldMkLst>
          <pc:docMk/>
          <pc:sldMk cId="515654138" sldId="410"/>
        </pc:sldMkLst>
      </pc:sldChg>
      <pc:sldChg chg="modSp del mod">
        <pc:chgData name="Ms Alina Arshad" userId="cccdfd85-d35d-4453-9c6f-a463aae40722" providerId="ADAL" clId="{6D99148A-78EC-44A5-895B-9E6E7F8E190D}" dt="2024-08-30T09:52:56.715" v="36" actId="47"/>
        <pc:sldMkLst>
          <pc:docMk/>
          <pc:sldMk cId="2400755825" sldId="414"/>
        </pc:sldMkLst>
        <pc:spChg chg="mod">
          <ac:chgData name="Ms Alina Arshad" userId="cccdfd85-d35d-4453-9c6f-a463aae40722" providerId="ADAL" clId="{6D99148A-78EC-44A5-895B-9E6E7F8E190D}" dt="2024-08-30T09:52:11.454" v="11" actId="27636"/>
          <ac:spMkLst>
            <pc:docMk/>
            <pc:sldMk cId="2400755825" sldId="414"/>
            <ac:spMk id="5" creationId="{6D2D65F8-7067-309B-2162-EDCA7F792D63}"/>
          </ac:spMkLst>
        </pc:spChg>
      </pc:sldChg>
    </pc:docChg>
  </pc:docChgLst>
  <pc:docChgLst>
    <pc:chgData name="Ms Alina Arshad" userId="cccdfd85-d35d-4453-9c6f-a463aae40722" providerId="ADAL" clId="{889ED1B4-3B5C-4371-ABF8-B9437E0A75AE}"/>
    <pc:docChg chg="custSel addSld delSld modSld">
      <pc:chgData name="Ms Alina Arshad" userId="cccdfd85-d35d-4453-9c6f-a463aae40722" providerId="ADAL" clId="{889ED1B4-3B5C-4371-ABF8-B9437E0A75AE}" dt="2024-09-19T05:09:47.152" v="38" actId="47"/>
      <pc:docMkLst>
        <pc:docMk/>
      </pc:docMkLst>
      <pc:sldChg chg="delSp modSp add mod">
        <pc:chgData name="Ms Alina Arshad" userId="cccdfd85-d35d-4453-9c6f-a463aae40722" providerId="ADAL" clId="{889ED1B4-3B5C-4371-ABF8-B9437E0A75AE}" dt="2024-09-13T05:08:52.831" v="31" actId="1076"/>
        <pc:sldMkLst>
          <pc:docMk/>
          <pc:sldMk cId="987785057" sldId="258"/>
        </pc:sldMkLst>
        <pc:spChg chg="del">
          <ac:chgData name="Ms Alina Arshad" userId="cccdfd85-d35d-4453-9c6f-a463aae40722" providerId="ADAL" clId="{889ED1B4-3B5C-4371-ABF8-B9437E0A75AE}" dt="2024-09-13T05:08:43.192" v="28" actId="478"/>
          <ac:spMkLst>
            <pc:docMk/>
            <pc:sldMk cId="987785057" sldId="258"/>
            <ac:spMk id="2" creationId="{00000000-0000-0000-0000-000000000000}"/>
          </ac:spMkLst>
        </pc:spChg>
        <pc:spChg chg="del">
          <ac:chgData name="Ms Alina Arshad" userId="cccdfd85-d35d-4453-9c6f-a463aae40722" providerId="ADAL" clId="{889ED1B4-3B5C-4371-ABF8-B9437E0A75AE}" dt="2024-09-13T05:08:45.155" v="29" actId="478"/>
          <ac:spMkLst>
            <pc:docMk/>
            <pc:sldMk cId="987785057" sldId="258"/>
            <ac:spMk id="5" creationId="{00000000-0000-0000-0000-000000000000}"/>
          </ac:spMkLst>
        </pc:spChg>
        <pc:spChg chg="mod">
          <ac:chgData name="Ms Alina Arshad" userId="cccdfd85-d35d-4453-9c6f-a463aae40722" providerId="ADAL" clId="{889ED1B4-3B5C-4371-ABF8-B9437E0A75AE}" dt="2024-09-13T05:08:49.517" v="30" actId="207"/>
          <ac:spMkLst>
            <pc:docMk/>
            <pc:sldMk cId="987785057" sldId="258"/>
            <ac:spMk id="107522" creationId="{00000000-0000-0000-0000-000000000000}"/>
          </ac:spMkLst>
        </pc:spChg>
        <pc:spChg chg="mod">
          <ac:chgData name="Ms Alina Arshad" userId="cccdfd85-d35d-4453-9c6f-a463aae40722" providerId="ADAL" clId="{889ED1B4-3B5C-4371-ABF8-B9437E0A75AE}" dt="2024-09-13T05:08:52.831" v="31" actId="1076"/>
          <ac:spMkLst>
            <pc:docMk/>
            <pc:sldMk cId="987785057" sldId="258"/>
            <ac:spMk id="107523" creationId="{00000000-0000-0000-0000-000000000000}"/>
          </ac:spMkLst>
        </pc:spChg>
      </pc:sldChg>
      <pc:sldChg chg="add del">
        <pc:chgData name="Ms Alina Arshad" userId="cccdfd85-d35d-4453-9c6f-a463aae40722" providerId="ADAL" clId="{889ED1B4-3B5C-4371-ABF8-B9437E0A75AE}" dt="2024-09-13T05:08:20.368" v="1" actId="47"/>
        <pc:sldMkLst>
          <pc:docMk/>
          <pc:sldMk cId="1032267902" sldId="313"/>
        </pc:sldMkLst>
      </pc:sldChg>
      <pc:sldChg chg="del">
        <pc:chgData name="Ms Alina Arshad" userId="cccdfd85-d35d-4453-9c6f-a463aae40722" providerId="ADAL" clId="{889ED1B4-3B5C-4371-ABF8-B9437E0A75AE}" dt="2024-09-13T05:08:25.525" v="15" actId="47"/>
        <pc:sldMkLst>
          <pc:docMk/>
          <pc:sldMk cId="0" sldId="361"/>
        </pc:sldMkLst>
      </pc:sldChg>
      <pc:sldChg chg="del">
        <pc:chgData name="Ms Alina Arshad" userId="cccdfd85-d35d-4453-9c6f-a463aae40722" providerId="ADAL" clId="{889ED1B4-3B5C-4371-ABF8-B9437E0A75AE}" dt="2024-09-13T05:08:29.024" v="21" actId="47"/>
        <pc:sldMkLst>
          <pc:docMk/>
          <pc:sldMk cId="0" sldId="369"/>
        </pc:sldMkLst>
      </pc:sldChg>
      <pc:sldChg chg="del">
        <pc:chgData name="Ms Alina Arshad" userId="cccdfd85-d35d-4453-9c6f-a463aae40722" providerId="ADAL" clId="{889ED1B4-3B5C-4371-ABF8-B9437E0A75AE}" dt="2024-09-13T05:08:30.024" v="23" actId="47"/>
        <pc:sldMkLst>
          <pc:docMk/>
          <pc:sldMk cId="0" sldId="370"/>
        </pc:sldMkLst>
      </pc:sldChg>
      <pc:sldChg chg="del">
        <pc:chgData name="Ms Alina Arshad" userId="cccdfd85-d35d-4453-9c6f-a463aae40722" providerId="ADAL" clId="{889ED1B4-3B5C-4371-ABF8-B9437E0A75AE}" dt="2024-09-13T05:08:29.227" v="22" actId="47"/>
        <pc:sldMkLst>
          <pc:docMk/>
          <pc:sldMk cId="0" sldId="371"/>
        </pc:sldMkLst>
      </pc:sldChg>
      <pc:sldChg chg="del">
        <pc:chgData name="Ms Alina Arshad" userId="cccdfd85-d35d-4453-9c6f-a463aae40722" providerId="ADAL" clId="{889ED1B4-3B5C-4371-ABF8-B9437E0A75AE}" dt="2024-09-13T05:08:30.367" v="24" actId="47"/>
        <pc:sldMkLst>
          <pc:docMk/>
          <pc:sldMk cId="0" sldId="372"/>
        </pc:sldMkLst>
      </pc:sldChg>
      <pc:sldChg chg="del">
        <pc:chgData name="Ms Alina Arshad" userId="cccdfd85-d35d-4453-9c6f-a463aae40722" providerId="ADAL" clId="{889ED1B4-3B5C-4371-ABF8-B9437E0A75AE}" dt="2024-09-13T05:08:27.859" v="19" actId="47"/>
        <pc:sldMkLst>
          <pc:docMk/>
          <pc:sldMk cId="0" sldId="378"/>
        </pc:sldMkLst>
      </pc:sldChg>
      <pc:sldChg chg="del">
        <pc:chgData name="Ms Alina Arshad" userId="cccdfd85-d35d-4453-9c6f-a463aae40722" providerId="ADAL" clId="{889ED1B4-3B5C-4371-ABF8-B9437E0A75AE}" dt="2024-09-13T05:08:28.383" v="20" actId="47"/>
        <pc:sldMkLst>
          <pc:docMk/>
          <pc:sldMk cId="0" sldId="379"/>
        </pc:sldMkLst>
      </pc:sldChg>
      <pc:sldChg chg="del">
        <pc:chgData name="Ms Alina Arshad" userId="cccdfd85-d35d-4453-9c6f-a463aae40722" providerId="ADAL" clId="{889ED1B4-3B5C-4371-ABF8-B9437E0A75AE}" dt="2024-09-13T05:08:22.493" v="8" actId="47"/>
        <pc:sldMkLst>
          <pc:docMk/>
          <pc:sldMk cId="0" sldId="383"/>
        </pc:sldMkLst>
      </pc:sldChg>
      <pc:sldChg chg="del">
        <pc:chgData name="Ms Alina Arshad" userId="cccdfd85-d35d-4453-9c6f-a463aae40722" providerId="ADAL" clId="{889ED1B4-3B5C-4371-ABF8-B9437E0A75AE}" dt="2024-09-13T05:08:22.727" v="9" actId="47"/>
        <pc:sldMkLst>
          <pc:docMk/>
          <pc:sldMk cId="0" sldId="384"/>
        </pc:sldMkLst>
      </pc:sldChg>
      <pc:sldChg chg="del">
        <pc:chgData name="Ms Alina Arshad" userId="cccdfd85-d35d-4453-9c6f-a463aae40722" providerId="ADAL" clId="{889ED1B4-3B5C-4371-ABF8-B9437E0A75AE}" dt="2024-09-13T05:08:26.559" v="17" actId="47"/>
        <pc:sldMkLst>
          <pc:docMk/>
          <pc:sldMk cId="0" sldId="385"/>
        </pc:sldMkLst>
      </pc:sldChg>
      <pc:sldChg chg="del">
        <pc:chgData name="Ms Alina Arshad" userId="cccdfd85-d35d-4453-9c6f-a463aae40722" providerId="ADAL" clId="{889ED1B4-3B5C-4371-ABF8-B9437E0A75AE}" dt="2024-09-13T05:08:27.218" v="18" actId="47"/>
        <pc:sldMkLst>
          <pc:docMk/>
          <pc:sldMk cId="0" sldId="386"/>
        </pc:sldMkLst>
      </pc:sldChg>
      <pc:sldChg chg="del">
        <pc:chgData name="Ms Alina Arshad" userId="cccdfd85-d35d-4453-9c6f-a463aae40722" providerId="ADAL" clId="{889ED1B4-3B5C-4371-ABF8-B9437E0A75AE}" dt="2024-09-13T05:08:26.278" v="16" actId="47"/>
        <pc:sldMkLst>
          <pc:docMk/>
          <pc:sldMk cId="0" sldId="390"/>
        </pc:sldMkLst>
      </pc:sldChg>
      <pc:sldChg chg="del">
        <pc:chgData name="Ms Alina Arshad" userId="cccdfd85-d35d-4453-9c6f-a463aae40722" providerId="ADAL" clId="{889ED1B4-3B5C-4371-ABF8-B9437E0A75AE}" dt="2024-09-13T05:08:20.618" v="2" actId="47"/>
        <pc:sldMkLst>
          <pc:docMk/>
          <pc:sldMk cId="1227695002" sldId="429"/>
        </pc:sldMkLst>
      </pc:sldChg>
      <pc:sldChg chg="del">
        <pc:chgData name="Ms Alina Arshad" userId="cccdfd85-d35d-4453-9c6f-a463aae40722" providerId="ADAL" clId="{889ED1B4-3B5C-4371-ABF8-B9437E0A75AE}" dt="2024-09-13T05:08:20.900" v="3" actId="47"/>
        <pc:sldMkLst>
          <pc:docMk/>
          <pc:sldMk cId="4289592975" sldId="430"/>
        </pc:sldMkLst>
      </pc:sldChg>
      <pc:sldChg chg="del">
        <pc:chgData name="Ms Alina Arshad" userId="cccdfd85-d35d-4453-9c6f-a463aae40722" providerId="ADAL" clId="{889ED1B4-3B5C-4371-ABF8-B9437E0A75AE}" dt="2024-09-13T05:08:21.118" v="4" actId="47"/>
        <pc:sldMkLst>
          <pc:docMk/>
          <pc:sldMk cId="1008177089" sldId="433"/>
        </pc:sldMkLst>
      </pc:sldChg>
      <pc:sldChg chg="del">
        <pc:chgData name="Ms Alina Arshad" userId="cccdfd85-d35d-4453-9c6f-a463aae40722" providerId="ADAL" clId="{889ED1B4-3B5C-4371-ABF8-B9437E0A75AE}" dt="2024-09-13T05:08:21.337" v="5" actId="47"/>
        <pc:sldMkLst>
          <pc:docMk/>
          <pc:sldMk cId="4177771332" sldId="434"/>
        </pc:sldMkLst>
      </pc:sldChg>
      <pc:sldChg chg="del">
        <pc:chgData name="Ms Alina Arshad" userId="cccdfd85-d35d-4453-9c6f-a463aae40722" providerId="ADAL" clId="{889ED1B4-3B5C-4371-ABF8-B9437E0A75AE}" dt="2024-09-13T05:08:21.446" v="6" actId="47"/>
        <pc:sldMkLst>
          <pc:docMk/>
          <pc:sldMk cId="2642975351" sldId="435"/>
        </pc:sldMkLst>
      </pc:sldChg>
      <pc:sldChg chg="del">
        <pc:chgData name="Ms Alina Arshad" userId="cccdfd85-d35d-4453-9c6f-a463aae40722" providerId="ADAL" clId="{889ED1B4-3B5C-4371-ABF8-B9437E0A75AE}" dt="2024-09-13T05:08:21.634" v="7" actId="47"/>
        <pc:sldMkLst>
          <pc:docMk/>
          <pc:sldMk cId="8447295" sldId="436"/>
        </pc:sldMkLst>
      </pc:sldChg>
      <pc:sldChg chg="del">
        <pc:chgData name="Ms Alina Arshad" userId="cccdfd85-d35d-4453-9c6f-a463aae40722" providerId="ADAL" clId="{889ED1B4-3B5C-4371-ABF8-B9437E0A75AE}" dt="2024-09-13T05:08:24.008" v="10" actId="47"/>
        <pc:sldMkLst>
          <pc:docMk/>
          <pc:sldMk cId="1737629093" sldId="438"/>
        </pc:sldMkLst>
      </pc:sldChg>
      <pc:sldChg chg="del">
        <pc:chgData name="Ms Alina Arshad" userId="cccdfd85-d35d-4453-9c6f-a463aae40722" providerId="ADAL" clId="{889ED1B4-3B5C-4371-ABF8-B9437E0A75AE}" dt="2024-09-13T05:08:24.336" v="12" actId="47"/>
        <pc:sldMkLst>
          <pc:docMk/>
          <pc:sldMk cId="2841578013" sldId="439"/>
        </pc:sldMkLst>
      </pc:sldChg>
      <pc:sldChg chg="del">
        <pc:chgData name="Ms Alina Arshad" userId="cccdfd85-d35d-4453-9c6f-a463aae40722" providerId="ADAL" clId="{889ED1B4-3B5C-4371-ABF8-B9437E0A75AE}" dt="2024-09-13T05:08:25.180" v="13" actId="47"/>
        <pc:sldMkLst>
          <pc:docMk/>
          <pc:sldMk cId="3081461208" sldId="440"/>
        </pc:sldMkLst>
      </pc:sldChg>
      <pc:sldChg chg="del">
        <pc:chgData name="Ms Alina Arshad" userId="cccdfd85-d35d-4453-9c6f-a463aae40722" providerId="ADAL" clId="{889ED1B4-3B5C-4371-ABF8-B9437E0A75AE}" dt="2024-09-13T05:08:24.211" v="11" actId="47"/>
        <pc:sldMkLst>
          <pc:docMk/>
          <pc:sldMk cId="4115417814" sldId="441"/>
        </pc:sldMkLst>
      </pc:sldChg>
      <pc:sldChg chg="del">
        <pc:chgData name="Ms Alina Arshad" userId="cccdfd85-d35d-4453-9c6f-a463aae40722" providerId="ADAL" clId="{889ED1B4-3B5C-4371-ABF8-B9437E0A75AE}" dt="2024-09-13T05:08:30.867" v="25" actId="47"/>
        <pc:sldMkLst>
          <pc:docMk/>
          <pc:sldMk cId="2279120568" sldId="446"/>
        </pc:sldMkLst>
      </pc:sldChg>
      <pc:sldChg chg="del">
        <pc:chgData name="Ms Alina Arshad" userId="cccdfd85-d35d-4453-9c6f-a463aae40722" providerId="ADAL" clId="{889ED1B4-3B5C-4371-ABF8-B9437E0A75AE}" dt="2024-09-13T05:08:25.353" v="14" actId="47"/>
        <pc:sldMkLst>
          <pc:docMk/>
          <pc:sldMk cId="2342459706" sldId="447"/>
        </pc:sldMkLst>
      </pc:sldChg>
      <pc:sldChg chg="modSp add del mod">
        <pc:chgData name="Ms Alina Arshad" userId="cccdfd85-d35d-4453-9c6f-a463aae40722" providerId="ADAL" clId="{889ED1B4-3B5C-4371-ABF8-B9437E0A75AE}" dt="2024-09-13T05:08:37.521" v="27" actId="47"/>
        <pc:sldMkLst>
          <pc:docMk/>
          <pc:sldMk cId="2348086917" sldId="448"/>
        </pc:sldMkLst>
        <pc:spChg chg="mod">
          <ac:chgData name="Ms Alina Arshad" userId="cccdfd85-d35d-4453-9c6f-a463aae40722" providerId="ADAL" clId="{889ED1B4-3B5C-4371-ABF8-B9437E0A75AE}" dt="2024-09-13T05:08:35.856" v="26" actId="6549"/>
          <ac:spMkLst>
            <pc:docMk/>
            <pc:sldMk cId="2348086917" sldId="448"/>
            <ac:spMk id="2" creationId="{00000000-0000-0000-0000-000000000000}"/>
          </ac:spMkLst>
        </pc:spChg>
      </pc:sldChg>
      <pc:sldChg chg="delSp modSp add mod">
        <pc:chgData name="Ms Alina Arshad" userId="cccdfd85-d35d-4453-9c6f-a463aae40722" providerId="ADAL" clId="{889ED1B4-3B5C-4371-ABF8-B9437E0A75AE}" dt="2024-09-13T05:09:06.731" v="36" actId="207"/>
        <pc:sldMkLst>
          <pc:docMk/>
          <pc:sldMk cId="719467134" sldId="458"/>
        </pc:sldMkLst>
        <pc:spChg chg="mod">
          <ac:chgData name="Ms Alina Arshad" userId="cccdfd85-d35d-4453-9c6f-a463aae40722" providerId="ADAL" clId="{889ED1B4-3B5C-4371-ABF8-B9437E0A75AE}" dt="2024-09-13T05:09:06.731" v="36" actId="207"/>
          <ac:spMkLst>
            <pc:docMk/>
            <pc:sldMk cId="719467134" sldId="458"/>
            <ac:spMk id="2" creationId="{00000000-0000-0000-0000-000000000000}"/>
          </ac:spMkLst>
        </pc:spChg>
        <pc:spChg chg="mod">
          <ac:chgData name="Ms Alina Arshad" userId="cccdfd85-d35d-4453-9c6f-a463aae40722" providerId="ADAL" clId="{889ED1B4-3B5C-4371-ABF8-B9437E0A75AE}" dt="2024-09-13T05:09:04.427" v="35" actId="207"/>
          <ac:spMkLst>
            <pc:docMk/>
            <pc:sldMk cId="719467134" sldId="458"/>
            <ac:spMk id="3" creationId="{00000000-0000-0000-0000-000000000000}"/>
          </ac:spMkLst>
        </pc:spChg>
        <pc:spChg chg="del">
          <ac:chgData name="Ms Alina Arshad" userId="cccdfd85-d35d-4453-9c6f-a463aae40722" providerId="ADAL" clId="{889ED1B4-3B5C-4371-ABF8-B9437E0A75AE}" dt="2024-09-13T05:08:59.495" v="33" actId="478"/>
          <ac:spMkLst>
            <pc:docMk/>
            <pc:sldMk cId="719467134" sldId="458"/>
            <ac:spMk id="4" creationId="{00000000-0000-0000-0000-000000000000}"/>
          </ac:spMkLst>
        </pc:spChg>
        <pc:spChg chg="del">
          <ac:chgData name="Ms Alina Arshad" userId="cccdfd85-d35d-4453-9c6f-a463aae40722" providerId="ADAL" clId="{889ED1B4-3B5C-4371-ABF8-B9437E0A75AE}" dt="2024-09-13T05:09:01.600" v="34" actId="478"/>
          <ac:spMkLst>
            <pc:docMk/>
            <pc:sldMk cId="719467134" sldId="458"/>
            <ac:spMk id="5" creationId="{00000000-0000-0000-0000-000000000000}"/>
          </ac:spMkLst>
        </pc:spChg>
      </pc:sldChg>
      <pc:sldChg chg="add">
        <pc:chgData name="Ms Alina Arshad" userId="cccdfd85-d35d-4453-9c6f-a463aae40722" providerId="ADAL" clId="{889ED1B4-3B5C-4371-ABF8-B9437E0A75AE}" dt="2024-09-13T05:08:13.467" v="0"/>
        <pc:sldMkLst>
          <pc:docMk/>
          <pc:sldMk cId="379126886" sldId="459"/>
        </pc:sldMkLst>
      </pc:sldChg>
      <pc:sldChg chg="add">
        <pc:chgData name="Ms Alina Arshad" userId="cccdfd85-d35d-4453-9c6f-a463aae40722" providerId="ADAL" clId="{889ED1B4-3B5C-4371-ABF8-B9437E0A75AE}" dt="2024-09-13T05:08:13.467" v="0"/>
        <pc:sldMkLst>
          <pc:docMk/>
          <pc:sldMk cId="475468520" sldId="461"/>
        </pc:sldMkLst>
      </pc:sldChg>
      <pc:sldChg chg="add">
        <pc:chgData name="Ms Alina Arshad" userId="cccdfd85-d35d-4453-9c6f-a463aae40722" providerId="ADAL" clId="{889ED1B4-3B5C-4371-ABF8-B9437E0A75AE}" dt="2024-09-13T05:08:13.467" v="0"/>
        <pc:sldMkLst>
          <pc:docMk/>
          <pc:sldMk cId="1755260321" sldId="462"/>
        </pc:sldMkLst>
      </pc:sldChg>
      <pc:sldChg chg="add">
        <pc:chgData name="Ms Alina Arshad" userId="cccdfd85-d35d-4453-9c6f-a463aae40722" providerId="ADAL" clId="{889ED1B4-3B5C-4371-ABF8-B9437E0A75AE}" dt="2024-09-13T05:08:13.467" v="0"/>
        <pc:sldMkLst>
          <pc:docMk/>
          <pc:sldMk cId="3175048454" sldId="463"/>
        </pc:sldMkLst>
      </pc:sldChg>
      <pc:sldChg chg="add">
        <pc:chgData name="Ms Alina Arshad" userId="cccdfd85-d35d-4453-9c6f-a463aae40722" providerId="ADAL" clId="{889ED1B4-3B5C-4371-ABF8-B9437E0A75AE}" dt="2024-09-13T05:08:13.467" v="0"/>
        <pc:sldMkLst>
          <pc:docMk/>
          <pc:sldMk cId="2524428318" sldId="464"/>
        </pc:sldMkLst>
      </pc:sldChg>
      <pc:sldChg chg="add">
        <pc:chgData name="Ms Alina Arshad" userId="cccdfd85-d35d-4453-9c6f-a463aae40722" providerId="ADAL" clId="{889ED1B4-3B5C-4371-ABF8-B9437E0A75AE}" dt="2024-09-13T05:08:13.467" v="0"/>
        <pc:sldMkLst>
          <pc:docMk/>
          <pc:sldMk cId="3502560203" sldId="465"/>
        </pc:sldMkLst>
      </pc:sldChg>
      <pc:sldChg chg="add">
        <pc:chgData name="Ms Alina Arshad" userId="cccdfd85-d35d-4453-9c6f-a463aae40722" providerId="ADAL" clId="{889ED1B4-3B5C-4371-ABF8-B9437E0A75AE}" dt="2024-09-13T05:08:13.467" v="0"/>
        <pc:sldMkLst>
          <pc:docMk/>
          <pc:sldMk cId="4240682665" sldId="466"/>
        </pc:sldMkLst>
      </pc:sldChg>
      <pc:sldChg chg="add">
        <pc:chgData name="Ms Alina Arshad" userId="cccdfd85-d35d-4453-9c6f-a463aae40722" providerId="ADAL" clId="{889ED1B4-3B5C-4371-ABF8-B9437E0A75AE}" dt="2024-09-13T05:08:13.467" v="0"/>
        <pc:sldMkLst>
          <pc:docMk/>
          <pc:sldMk cId="1253061490" sldId="467"/>
        </pc:sldMkLst>
      </pc:sldChg>
      <pc:sldChg chg="add">
        <pc:chgData name="Ms Alina Arshad" userId="cccdfd85-d35d-4453-9c6f-a463aae40722" providerId="ADAL" clId="{889ED1B4-3B5C-4371-ABF8-B9437E0A75AE}" dt="2024-09-13T05:08:13.467" v="0"/>
        <pc:sldMkLst>
          <pc:docMk/>
          <pc:sldMk cId="1729599593" sldId="468"/>
        </pc:sldMkLst>
      </pc:sldChg>
      <pc:sldChg chg="add">
        <pc:chgData name="Ms Alina Arshad" userId="cccdfd85-d35d-4453-9c6f-a463aae40722" providerId="ADAL" clId="{889ED1B4-3B5C-4371-ABF8-B9437E0A75AE}" dt="2024-09-13T05:08:13.467" v="0"/>
        <pc:sldMkLst>
          <pc:docMk/>
          <pc:sldMk cId="174372872" sldId="469"/>
        </pc:sldMkLst>
      </pc:sldChg>
      <pc:sldChg chg="add">
        <pc:chgData name="Ms Alina Arshad" userId="cccdfd85-d35d-4453-9c6f-a463aae40722" providerId="ADAL" clId="{889ED1B4-3B5C-4371-ABF8-B9437E0A75AE}" dt="2024-09-13T05:08:13.467" v="0"/>
        <pc:sldMkLst>
          <pc:docMk/>
          <pc:sldMk cId="1593451177" sldId="472"/>
        </pc:sldMkLst>
      </pc:sldChg>
      <pc:sldChg chg="add">
        <pc:chgData name="Ms Alina Arshad" userId="cccdfd85-d35d-4453-9c6f-a463aae40722" providerId="ADAL" clId="{889ED1B4-3B5C-4371-ABF8-B9437E0A75AE}" dt="2024-09-13T05:08:13.467" v="0"/>
        <pc:sldMkLst>
          <pc:docMk/>
          <pc:sldMk cId="3011208458" sldId="473"/>
        </pc:sldMkLst>
      </pc:sldChg>
      <pc:sldChg chg="add">
        <pc:chgData name="Ms Alina Arshad" userId="cccdfd85-d35d-4453-9c6f-a463aae40722" providerId="ADAL" clId="{889ED1B4-3B5C-4371-ABF8-B9437E0A75AE}" dt="2024-09-13T05:08:13.467" v="0"/>
        <pc:sldMkLst>
          <pc:docMk/>
          <pc:sldMk cId="457050581" sldId="475"/>
        </pc:sldMkLst>
      </pc:sldChg>
      <pc:sldChg chg="del">
        <pc:chgData name="Ms Alina Arshad" userId="cccdfd85-d35d-4453-9c6f-a463aae40722" providerId="ADAL" clId="{889ED1B4-3B5C-4371-ABF8-B9437E0A75AE}" dt="2024-09-19T05:09:46.230" v="37" actId="47"/>
        <pc:sldMkLst>
          <pc:docMk/>
          <pc:sldMk cId="1229924645" sldId="476"/>
        </pc:sldMkLst>
      </pc:sldChg>
      <pc:sldChg chg="del">
        <pc:chgData name="Ms Alina Arshad" userId="cccdfd85-d35d-4453-9c6f-a463aae40722" providerId="ADAL" clId="{889ED1B4-3B5C-4371-ABF8-B9437E0A75AE}" dt="2024-09-19T05:09:47.152" v="38" actId="47"/>
        <pc:sldMkLst>
          <pc:docMk/>
          <pc:sldMk cId="2716896203" sldId="477"/>
        </pc:sldMkLst>
      </pc:sldChg>
    </pc:docChg>
  </pc:docChgLst>
  <pc:docChgLst>
    <pc:chgData name="Ms Alina Arshad" userId="cccdfd85-d35d-4453-9c6f-a463aae40722" providerId="ADAL" clId="{03F3768F-5344-4E5A-B293-BE1259BC470C}"/>
    <pc:docChg chg="custSel addSld delSld modSld">
      <pc:chgData name="Ms Alina Arshad" userId="cccdfd85-d35d-4453-9c6f-a463aae40722" providerId="ADAL" clId="{03F3768F-5344-4E5A-B293-BE1259BC470C}" dt="2024-09-17T13:46:43.871" v="246" actId="12"/>
      <pc:docMkLst>
        <pc:docMk/>
      </pc:docMkLst>
      <pc:sldChg chg="del">
        <pc:chgData name="Ms Alina Arshad" userId="cccdfd85-d35d-4453-9c6f-a463aae40722" providerId="ADAL" clId="{03F3768F-5344-4E5A-B293-BE1259BC470C}" dt="2024-09-15T06:19:30.239" v="49" actId="47"/>
        <pc:sldMkLst>
          <pc:docMk/>
          <pc:sldMk cId="987785057" sldId="258"/>
        </pc:sldMkLst>
      </pc:sldChg>
      <pc:sldChg chg="modSp add mod">
        <pc:chgData name="Ms Alina Arshad" userId="cccdfd85-d35d-4453-9c6f-a463aae40722" providerId="ADAL" clId="{03F3768F-5344-4E5A-B293-BE1259BC470C}" dt="2024-09-17T13:39:19.174" v="208" actId="207"/>
        <pc:sldMkLst>
          <pc:docMk/>
          <pc:sldMk cId="0" sldId="386"/>
        </pc:sldMkLst>
        <pc:spChg chg="mod">
          <ac:chgData name="Ms Alina Arshad" userId="cccdfd85-d35d-4453-9c6f-a463aae40722" providerId="ADAL" clId="{03F3768F-5344-4E5A-B293-BE1259BC470C}" dt="2024-09-17T13:39:19.174" v="208" actId="207"/>
          <ac:spMkLst>
            <pc:docMk/>
            <pc:sldMk cId="0" sldId="386"/>
            <ac:spMk id="3" creationId="{746FE3BF-273E-CE1C-B58B-B5937FB4FDCA}"/>
          </ac:spMkLst>
        </pc:spChg>
        <pc:spChg chg="mod">
          <ac:chgData name="Ms Alina Arshad" userId="cccdfd85-d35d-4453-9c6f-a463aae40722" providerId="ADAL" clId="{03F3768F-5344-4E5A-B293-BE1259BC470C}" dt="2024-09-17T13:39:00.053" v="204" actId="1076"/>
          <ac:spMkLst>
            <pc:docMk/>
            <pc:sldMk cId="0" sldId="386"/>
            <ac:spMk id="18434" creationId="{D0231127-0A0A-57D3-2C1F-FC07E3FE6787}"/>
          </ac:spMkLst>
        </pc:spChg>
      </pc:sldChg>
      <pc:sldChg chg="modSp add mod">
        <pc:chgData name="Ms Alina Arshad" userId="cccdfd85-d35d-4453-9c6f-a463aae40722" providerId="ADAL" clId="{03F3768F-5344-4E5A-B293-BE1259BC470C}" dt="2024-09-17T13:39:40.216" v="213" actId="207"/>
        <pc:sldMkLst>
          <pc:docMk/>
          <pc:sldMk cId="0" sldId="387"/>
        </pc:sldMkLst>
        <pc:spChg chg="mod">
          <ac:chgData name="Ms Alina Arshad" userId="cccdfd85-d35d-4453-9c6f-a463aae40722" providerId="ADAL" clId="{03F3768F-5344-4E5A-B293-BE1259BC470C}" dt="2024-09-17T13:39:40.216" v="213" actId="207"/>
          <ac:spMkLst>
            <pc:docMk/>
            <pc:sldMk cId="0" sldId="387"/>
            <ac:spMk id="16386" creationId="{E92B245A-9B5F-2589-B515-A06EFC2B2B4C}"/>
          </ac:spMkLst>
        </pc:spChg>
        <pc:spChg chg="mod">
          <ac:chgData name="Ms Alina Arshad" userId="cccdfd85-d35d-4453-9c6f-a463aae40722" providerId="ADAL" clId="{03F3768F-5344-4E5A-B293-BE1259BC470C}" dt="2024-09-17T13:39:36.480" v="212" actId="207"/>
          <ac:spMkLst>
            <pc:docMk/>
            <pc:sldMk cId="0" sldId="387"/>
            <ac:spMk id="20483" creationId="{22E8BEA8-D2E3-B374-6221-0A36B07C7CA7}"/>
          </ac:spMkLst>
        </pc:spChg>
      </pc:sldChg>
      <pc:sldChg chg="modSp add mod">
        <pc:chgData name="Ms Alina Arshad" userId="cccdfd85-d35d-4453-9c6f-a463aae40722" providerId="ADAL" clId="{03F3768F-5344-4E5A-B293-BE1259BC470C}" dt="2024-09-17T13:40:17.880" v="218" actId="113"/>
        <pc:sldMkLst>
          <pc:docMk/>
          <pc:sldMk cId="0" sldId="388"/>
        </pc:sldMkLst>
        <pc:spChg chg="mod">
          <ac:chgData name="Ms Alina Arshad" userId="cccdfd85-d35d-4453-9c6f-a463aae40722" providerId="ADAL" clId="{03F3768F-5344-4E5A-B293-BE1259BC470C}" dt="2024-09-17T13:40:14.774" v="217" actId="207"/>
          <ac:spMkLst>
            <pc:docMk/>
            <pc:sldMk cId="0" sldId="388"/>
            <ac:spMk id="3" creationId="{CC3D0619-68B9-E6B7-1F59-66EB4AA60045}"/>
          </ac:spMkLst>
        </pc:spChg>
        <pc:spChg chg="mod">
          <ac:chgData name="Ms Alina Arshad" userId="cccdfd85-d35d-4453-9c6f-a463aae40722" providerId="ADAL" clId="{03F3768F-5344-4E5A-B293-BE1259BC470C}" dt="2024-09-17T13:40:17.880" v="218" actId="113"/>
          <ac:spMkLst>
            <pc:docMk/>
            <pc:sldMk cId="0" sldId="388"/>
            <ac:spMk id="17410" creationId="{D2EEC780-56FA-0048-CA6F-E5FBF9128A3B}"/>
          </ac:spMkLst>
        </pc:spChg>
      </pc:sldChg>
      <pc:sldChg chg="modSp add mod">
        <pc:chgData name="Ms Alina Arshad" userId="cccdfd85-d35d-4453-9c6f-a463aae40722" providerId="ADAL" clId="{03F3768F-5344-4E5A-B293-BE1259BC470C}" dt="2024-09-17T13:41:00.101" v="224" actId="207"/>
        <pc:sldMkLst>
          <pc:docMk/>
          <pc:sldMk cId="0" sldId="389"/>
        </pc:sldMkLst>
        <pc:spChg chg="mod">
          <ac:chgData name="Ms Alina Arshad" userId="cccdfd85-d35d-4453-9c6f-a463aae40722" providerId="ADAL" clId="{03F3768F-5344-4E5A-B293-BE1259BC470C}" dt="2024-09-17T13:40:49.971" v="220" actId="113"/>
          <ac:spMkLst>
            <pc:docMk/>
            <pc:sldMk cId="0" sldId="389"/>
            <ac:spMk id="18434" creationId="{9B7DC386-4AC3-0F65-E605-F51840DD5C1C}"/>
          </ac:spMkLst>
        </pc:spChg>
        <pc:spChg chg="mod">
          <ac:chgData name="Ms Alina Arshad" userId="cccdfd85-d35d-4453-9c6f-a463aae40722" providerId="ADAL" clId="{03F3768F-5344-4E5A-B293-BE1259BC470C}" dt="2024-09-17T13:41:00.101" v="224" actId="207"/>
          <ac:spMkLst>
            <pc:docMk/>
            <pc:sldMk cId="0" sldId="389"/>
            <ac:spMk id="19459" creationId="{ACA6224F-9799-178D-D933-1C62B7EC23E3}"/>
          </ac:spMkLst>
        </pc:spChg>
      </pc:sldChg>
      <pc:sldChg chg="modSp add mod">
        <pc:chgData name="Ms Alina Arshad" userId="cccdfd85-d35d-4453-9c6f-a463aae40722" providerId="ADAL" clId="{03F3768F-5344-4E5A-B293-BE1259BC470C}" dt="2024-09-17T13:41:43.983" v="230" actId="207"/>
        <pc:sldMkLst>
          <pc:docMk/>
          <pc:sldMk cId="0" sldId="390"/>
        </pc:sldMkLst>
        <pc:spChg chg="mod">
          <ac:chgData name="Ms Alina Arshad" userId="cccdfd85-d35d-4453-9c6f-a463aae40722" providerId="ADAL" clId="{03F3768F-5344-4E5A-B293-BE1259BC470C}" dt="2024-09-17T13:41:43.983" v="230" actId="207"/>
          <ac:spMkLst>
            <pc:docMk/>
            <pc:sldMk cId="0" sldId="390"/>
            <ac:spMk id="3" creationId="{FDE3EE85-3B99-FA9B-16FB-C60CC3D1A5BD}"/>
          </ac:spMkLst>
        </pc:spChg>
        <pc:spChg chg="mod">
          <ac:chgData name="Ms Alina Arshad" userId="cccdfd85-d35d-4453-9c6f-a463aae40722" providerId="ADAL" clId="{03F3768F-5344-4E5A-B293-BE1259BC470C}" dt="2024-09-17T13:41:27.965" v="225" actId="113"/>
          <ac:spMkLst>
            <pc:docMk/>
            <pc:sldMk cId="0" sldId="390"/>
            <ac:spMk id="19458" creationId="{81C82C7A-DD18-1772-7B91-BA06A9B7ED44}"/>
          </ac:spMkLst>
        </pc:spChg>
      </pc:sldChg>
      <pc:sldChg chg="modSp add mod">
        <pc:chgData name="Ms Alina Arshad" userId="cccdfd85-d35d-4453-9c6f-a463aae40722" providerId="ADAL" clId="{03F3768F-5344-4E5A-B293-BE1259BC470C}" dt="2024-09-17T13:42:49.035" v="235" actId="207"/>
        <pc:sldMkLst>
          <pc:docMk/>
          <pc:sldMk cId="0" sldId="391"/>
        </pc:sldMkLst>
        <pc:spChg chg="mod">
          <ac:chgData name="Ms Alina Arshad" userId="cccdfd85-d35d-4453-9c6f-a463aae40722" providerId="ADAL" clId="{03F3768F-5344-4E5A-B293-BE1259BC470C}" dt="2024-09-17T13:42:49.035" v="235" actId="207"/>
          <ac:spMkLst>
            <pc:docMk/>
            <pc:sldMk cId="0" sldId="391"/>
            <ac:spMk id="3" creationId="{23B298CD-E0BE-E34B-EE83-5EAC5F249733}"/>
          </ac:spMkLst>
        </pc:spChg>
        <pc:spChg chg="mod">
          <ac:chgData name="Ms Alina Arshad" userId="cccdfd85-d35d-4453-9c6f-a463aae40722" providerId="ADAL" clId="{03F3768F-5344-4E5A-B293-BE1259BC470C}" dt="2024-09-17T13:42:36.973" v="231" actId="113"/>
          <ac:spMkLst>
            <pc:docMk/>
            <pc:sldMk cId="0" sldId="391"/>
            <ac:spMk id="20482" creationId="{65E34859-55F2-6869-3330-F00023AA7697}"/>
          </ac:spMkLst>
        </pc:spChg>
      </pc:sldChg>
      <pc:sldChg chg="modSp add mod">
        <pc:chgData name="Ms Alina Arshad" userId="cccdfd85-d35d-4453-9c6f-a463aae40722" providerId="ADAL" clId="{03F3768F-5344-4E5A-B293-BE1259BC470C}" dt="2024-09-17T13:43:11.213" v="241" actId="207"/>
        <pc:sldMkLst>
          <pc:docMk/>
          <pc:sldMk cId="0" sldId="392"/>
        </pc:sldMkLst>
        <pc:spChg chg="mod">
          <ac:chgData name="Ms Alina Arshad" userId="cccdfd85-d35d-4453-9c6f-a463aae40722" providerId="ADAL" clId="{03F3768F-5344-4E5A-B293-BE1259BC470C}" dt="2024-09-17T13:43:11.213" v="241" actId="207"/>
          <ac:spMkLst>
            <pc:docMk/>
            <pc:sldMk cId="0" sldId="392"/>
            <ac:spMk id="3" creationId="{BD3578C5-9FB1-957E-51D3-E5FAC44DF0CB}"/>
          </ac:spMkLst>
        </pc:spChg>
        <pc:spChg chg="mod">
          <ac:chgData name="Ms Alina Arshad" userId="cccdfd85-d35d-4453-9c6f-a463aae40722" providerId="ADAL" clId="{03F3768F-5344-4E5A-B293-BE1259BC470C}" dt="2024-09-17T13:42:59.088" v="237" actId="14100"/>
          <ac:spMkLst>
            <pc:docMk/>
            <pc:sldMk cId="0" sldId="392"/>
            <ac:spMk id="21506" creationId="{284475D3-C7F9-89A6-A9C1-21E2D8ACB125}"/>
          </ac:spMkLst>
        </pc:spChg>
      </pc:sldChg>
      <pc:sldChg chg="modSp add mod">
        <pc:chgData name="Ms Alina Arshad" userId="cccdfd85-d35d-4453-9c6f-a463aae40722" providerId="ADAL" clId="{03F3768F-5344-4E5A-B293-BE1259BC470C}" dt="2024-09-17T13:44:11.378" v="245" actId="14100"/>
        <pc:sldMkLst>
          <pc:docMk/>
          <pc:sldMk cId="0" sldId="394"/>
        </pc:sldMkLst>
        <pc:spChg chg="mod">
          <ac:chgData name="Ms Alina Arshad" userId="cccdfd85-d35d-4453-9c6f-a463aae40722" providerId="ADAL" clId="{03F3768F-5344-4E5A-B293-BE1259BC470C}" dt="2024-09-17T13:44:04.430" v="242" actId="113"/>
          <ac:spMkLst>
            <pc:docMk/>
            <pc:sldMk cId="0" sldId="394"/>
            <ac:spMk id="21506" creationId="{FBD72B6B-756E-622C-CB19-1300F8168DD5}"/>
          </ac:spMkLst>
        </pc:spChg>
        <pc:spChg chg="mod">
          <ac:chgData name="Ms Alina Arshad" userId="cccdfd85-d35d-4453-9c6f-a463aae40722" providerId="ADAL" clId="{03F3768F-5344-4E5A-B293-BE1259BC470C}" dt="2024-09-17T13:44:11.378" v="245" actId="14100"/>
          <ac:spMkLst>
            <pc:docMk/>
            <pc:sldMk cId="0" sldId="394"/>
            <ac:spMk id="26627" creationId="{9B22326B-6B8F-96AA-268A-3F878AE180CC}"/>
          </ac:spMkLst>
        </pc:spChg>
      </pc:sldChg>
      <pc:sldChg chg="modSp add mod">
        <pc:chgData name="Ms Alina Arshad" userId="cccdfd85-d35d-4453-9c6f-a463aae40722" providerId="ADAL" clId="{03F3768F-5344-4E5A-B293-BE1259BC470C}" dt="2024-09-17T13:38:52.277" v="201" actId="113"/>
        <pc:sldMkLst>
          <pc:docMk/>
          <pc:sldMk cId="0" sldId="395"/>
        </pc:sldMkLst>
        <pc:spChg chg="mod">
          <ac:chgData name="Ms Alina Arshad" userId="cccdfd85-d35d-4453-9c6f-a463aae40722" providerId="ADAL" clId="{03F3768F-5344-4E5A-B293-BE1259BC470C}" dt="2024-09-17T13:38:52.277" v="201" actId="113"/>
          <ac:spMkLst>
            <pc:docMk/>
            <pc:sldMk cId="0" sldId="395"/>
            <ac:spMk id="17410" creationId="{A5E5E90F-809A-8C29-0A13-67E8CD91E805}"/>
          </ac:spMkLst>
        </pc:spChg>
        <pc:picChg chg="mod">
          <ac:chgData name="Ms Alina Arshad" userId="cccdfd85-d35d-4453-9c6f-a463aae40722" providerId="ADAL" clId="{03F3768F-5344-4E5A-B293-BE1259BC470C}" dt="2024-09-17T13:38:24.222" v="199" actId="1076"/>
          <ac:picMkLst>
            <pc:docMk/>
            <pc:sldMk cId="0" sldId="395"/>
            <ac:picMk id="17411" creationId="{7C787678-F63B-F6E3-98E0-43A886AF8B91}"/>
          </ac:picMkLst>
        </pc:picChg>
      </pc:sldChg>
      <pc:sldChg chg="addSp modSp new mod">
        <pc:chgData name="Ms Alina Arshad" userId="cccdfd85-d35d-4453-9c6f-a463aae40722" providerId="ADAL" clId="{03F3768F-5344-4E5A-B293-BE1259BC470C}" dt="2024-09-12T11:56:43.426" v="7" actId="1076"/>
        <pc:sldMkLst>
          <pc:docMk/>
          <pc:sldMk cId="2342459706" sldId="447"/>
        </pc:sldMkLst>
        <pc:spChg chg="add mod">
          <ac:chgData name="Ms Alina Arshad" userId="cccdfd85-d35d-4453-9c6f-a463aae40722" providerId="ADAL" clId="{03F3768F-5344-4E5A-B293-BE1259BC470C}" dt="2024-09-12T11:56:43.426" v="7" actId="1076"/>
          <ac:spMkLst>
            <pc:docMk/>
            <pc:sldMk cId="2342459706" sldId="447"/>
            <ac:spMk id="4" creationId="{887797D9-A663-D2C6-552E-4EBC5B78E9D7}"/>
          </ac:spMkLst>
        </pc:spChg>
        <pc:picChg chg="add mod">
          <ac:chgData name="Ms Alina Arshad" userId="cccdfd85-d35d-4453-9c6f-a463aae40722" providerId="ADAL" clId="{03F3768F-5344-4E5A-B293-BE1259BC470C}" dt="2024-09-12T11:56:31.661" v="5" actId="1076"/>
          <ac:picMkLst>
            <pc:docMk/>
            <pc:sldMk cId="2342459706" sldId="447"/>
            <ac:picMk id="2" creationId="{552D4A0C-07D1-C5F2-28BF-77125F167C87}"/>
          </ac:picMkLst>
        </pc:picChg>
      </pc:sldChg>
      <pc:sldChg chg="modSp mod">
        <pc:chgData name="Ms Alina Arshad" userId="cccdfd85-d35d-4453-9c6f-a463aae40722" providerId="ADAL" clId="{03F3768F-5344-4E5A-B293-BE1259BC470C}" dt="2024-09-15T06:19:35.738" v="50" actId="207"/>
        <pc:sldMkLst>
          <pc:docMk/>
          <pc:sldMk cId="719467134" sldId="458"/>
        </pc:sldMkLst>
        <pc:spChg chg="mod">
          <ac:chgData name="Ms Alina Arshad" userId="cccdfd85-d35d-4453-9c6f-a463aae40722" providerId="ADAL" clId="{03F3768F-5344-4E5A-B293-BE1259BC470C}" dt="2024-09-15T06:19:35.738" v="50" actId="207"/>
          <ac:spMkLst>
            <pc:docMk/>
            <pc:sldMk cId="719467134" sldId="458"/>
            <ac:spMk id="2" creationId="{00000000-0000-0000-0000-000000000000}"/>
          </ac:spMkLst>
        </pc:spChg>
        <pc:spChg chg="mod">
          <ac:chgData name="Ms Alina Arshad" userId="cccdfd85-d35d-4453-9c6f-a463aae40722" providerId="ADAL" clId="{03F3768F-5344-4E5A-B293-BE1259BC470C}" dt="2024-09-14T05:26:08.105" v="12" actId="207"/>
          <ac:spMkLst>
            <pc:docMk/>
            <pc:sldMk cId="719467134" sldId="458"/>
            <ac:spMk id="3" creationId="{00000000-0000-0000-0000-000000000000}"/>
          </ac:spMkLst>
        </pc:spChg>
      </pc:sldChg>
      <pc:sldChg chg="delSp modSp mod">
        <pc:chgData name="Ms Alina Arshad" userId="cccdfd85-d35d-4453-9c6f-a463aae40722" providerId="ADAL" clId="{03F3768F-5344-4E5A-B293-BE1259BC470C}" dt="2024-09-14T05:27:05.784" v="23" actId="207"/>
        <pc:sldMkLst>
          <pc:docMk/>
          <pc:sldMk cId="379126886" sldId="459"/>
        </pc:sldMkLst>
        <pc:spChg chg="mod">
          <ac:chgData name="Ms Alina Arshad" userId="cccdfd85-d35d-4453-9c6f-a463aae40722" providerId="ADAL" clId="{03F3768F-5344-4E5A-B293-BE1259BC470C}" dt="2024-09-14T05:27:01.210" v="22" actId="207"/>
          <ac:spMkLst>
            <pc:docMk/>
            <pc:sldMk cId="379126886" sldId="459"/>
            <ac:spMk id="2" creationId="{00000000-0000-0000-0000-000000000000}"/>
          </ac:spMkLst>
        </pc:spChg>
        <pc:spChg chg="mod">
          <ac:chgData name="Ms Alina Arshad" userId="cccdfd85-d35d-4453-9c6f-a463aae40722" providerId="ADAL" clId="{03F3768F-5344-4E5A-B293-BE1259BC470C}" dt="2024-09-14T05:27:05.784" v="23" actId="207"/>
          <ac:spMkLst>
            <pc:docMk/>
            <pc:sldMk cId="379126886" sldId="459"/>
            <ac:spMk id="3" creationId="{00000000-0000-0000-0000-000000000000}"/>
          </ac:spMkLst>
        </pc:spChg>
        <pc:spChg chg="del">
          <ac:chgData name="Ms Alina Arshad" userId="cccdfd85-d35d-4453-9c6f-a463aae40722" providerId="ADAL" clId="{03F3768F-5344-4E5A-B293-BE1259BC470C}" dt="2024-09-14T05:26:52.415" v="20" actId="478"/>
          <ac:spMkLst>
            <pc:docMk/>
            <pc:sldMk cId="379126886" sldId="459"/>
            <ac:spMk id="4" creationId="{00000000-0000-0000-0000-000000000000}"/>
          </ac:spMkLst>
        </pc:spChg>
        <pc:spChg chg="del">
          <ac:chgData name="Ms Alina Arshad" userId="cccdfd85-d35d-4453-9c6f-a463aae40722" providerId="ADAL" clId="{03F3768F-5344-4E5A-B293-BE1259BC470C}" dt="2024-09-14T05:26:54.475" v="21" actId="478"/>
          <ac:spMkLst>
            <pc:docMk/>
            <pc:sldMk cId="379126886" sldId="459"/>
            <ac:spMk id="5" creationId="{00000000-0000-0000-0000-000000000000}"/>
          </ac:spMkLst>
        </pc:spChg>
        <pc:picChg chg="mod">
          <ac:chgData name="Ms Alina Arshad" userId="cccdfd85-d35d-4453-9c6f-a463aae40722" providerId="ADAL" clId="{03F3768F-5344-4E5A-B293-BE1259BC470C}" dt="2024-09-14T05:26:50.845" v="19" actId="1076"/>
          <ac:picMkLst>
            <pc:docMk/>
            <pc:sldMk cId="379126886" sldId="459"/>
            <ac:picMk id="6" creationId="{00000000-0000-0000-0000-000000000000}"/>
          </ac:picMkLst>
        </pc:picChg>
        <pc:picChg chg="mod">
          <ac:chgData name="Ms Alina Arshad" userId="cccdfd85-d35d-4453-9c6f-a463aae40722" providerId="ADAL" clId="{03F3768F-5344-4E5A-B293-BE1259BC470C}" dt="2024-09-14T05:26:46.545" v="18" actId="1076"/>
          <ac:picMkLst>
            <pc:docMk/>
            <pc:sldMk cId="379126886" sldId="459"/>
            <ac:picMk id="7" creationId="{00000000-0000-0000-0000-000000000000}"/>
          </ac:picMkLst>
        </pc:picChg>
      </pc:sldChg>
      <pc:sldChg chg="delSp modSp mod">
        <pc:chgData name="Ms Alina Arshad" userId="cccdfd85-d35d-4453-9c6f-a463aae40722" providerId="ADAL" clId="{03F3768F-5344-4E5A-B293-BE1259BC470C}" dt="2024-09-14T05:27:29.476" v="30" actId="478"/>
        <pc:sldMkLst>
          <pc:docMk/>
          <pc:sldMk cId="475468520" sldId="461"/>
        </pc:sldMkLst>
        <pc:spChg chg="mod">
          <ac:chgData name="Ms Alina Arshad" userId="cccdfd85-d35d-4453-9c6f-a463aae40722" providerId="ADAL" clId="{03F3768F-5344-4E5A-B293-BE1259BC470C}" dt="2024-09-14T05:27:24.384" v="28" actId="20577"/>
          <ac:spMkLst>
            <pc:docMk/>
            <pc:sldMk cId="475468520" sldId="461"/>
            <ac:spMk id="2" creationId="{00000000-0000-0000-0000-000000000000}"/>
          </ac:spMkLst>
        </pc:spChg>
        <pc:spChg chg="del">
          <ac:chgData name="Ms Alina Arshad" userId="cccdfd85-d35d-4453-9c6f-a463aae40722" providerId="ADAL" clId="{03F3768F-5344-4E5A-B293-BE1259BC470C}" dt="2024-09-14T05:27:27.484" v="29" actId="478"/>
          <ac:spMkLst>
            <pc:docMk/>
            <pc:sldMk cId="475468520" sldId="461"/>
            <ac:spMk id="4" creationId="{00000000-0000-0000-0000-000000000000}"/>
          </ac:spMkLst>
        </pc:spChg>
        <pc:spChg chg="del">
          <ac:chgData name="Ms Alina Arshad" userId="cccdfd85-d35d-4453-9c6f-a463aae40722" providerId="ADAL" clId="{03F3768F-5344-4E5A-B293-BE1259BC470C}" dt="2024-09-14T05:27:29.476" v="30" actId="478"/>
          <ac:spMkLst>
            <pc:docMk/>
            <pc:sldMk cId="475468520" sldId="461"/>
            <ac:spMk id="5" creationId="{00000000-0000-0000-0000-000000000000}"/>
          </ac:spMkLst>
        </pc:spChg>
        <pc:picChg chg="mod">
          <ac:chgData name="Ms Alina Arshad" userId="cccdfd85-d35d-4453-9c6f-a463aae40722" providerId="ADAL" clId="{03F3768F-5344-4E5A-B293-BE1259BC470C}" dt="2024-09-14T05:27:12.725" v="24" actId="1076"/>
          <ac:picMkLst>
            <pc:docMk/>
            <pc:sldMk cId="475468520" sldId="461"/>
            <ac:picMk id="7" creationId="{00000000-0000-0000-0000-000000000000}"/>
          </ac:picMkLst>
        </pc:picChg>
      </pc:sldChg>
      <pc:sldChg chg="delSp modSp mod">
        <pc:chgData name="Ms Alina Arshad" userId="cccdfd85-d35d-4453-9c6f-a463aae40722" providerId="ADAL" clId="{03F3768F-5344-4E5A-B293-BE1259BC470C}" dt="2024-09-14T05:28:00.386" v="37" actId="1076"/>
        <pc:sldMkLst>
          <pc:docMk/>
          <pc:sldMk cId="1755260321" sldId="462"/>
        </pc:sldMkLst>
        <pc:spChg chg="mod">
          <ac:chgData name="Ms Alina Arshad" userId="cccdfd85-d35d-4453-9c6f-a463aae40722" providerId="ADAL" clId="{03F3768F-5344-4E5A-B293-BE1259BC470C}" dt="2024-09-14T05:27:46.454" v="33" actId="14100"/>
          <ac:spMkLst>
            <pc:docMk/>
            <pc:sldMk cId="1755260321" sldId="462"/>
            <ac:spMk id="2" creationId="{00000000-0000-0000-0000-000000000000}"/>
          </ac:spMkLst>
        </pc:spChg>
        <pc:spChg chg="del">
          <ac:chgData name="Ms Alina Arshad" userId="cccdfd85-d35d-4453-9c6f-a463aae40722" providerId="ADAL" clId="{03F3768F-5344-4E5A-B293-BE1259BC470C}" dt="2024-09-14T05:27:49.285" v="34" actId="478"/>
          <ac:spMkLst>
            <pc:docMk/>
            <pc:sldMk cId="1755260321" sldId="462"/>
            <ac:spMk id="4" creationId="{00000000-0000-0000-0000-000000000000}"/>
          </ac:spMkLst>
        </pc:spChg>
        <pc:spChg chg="del">
          <ac:chgData name="Ms Alina Arshad" userId="cccdfd85-d35d-4453-9c6f-a463aae40722" providerId="ADAL" clId="{03F3768F-5344-4E5A-B293-BE1259BC470C}" dt="2024-09-14T05:27:52.165" v="35" actId="478"/>
          <ac:spMkLst>
            <pc:docMk/>
            <pc:sldMk cId="1755260321" sldId="462"/>
            <ac:spMk id="5" creationId="{00000000-0000-0000-0000-000000000000}"/>
          </ac:spMkLst>
        </pc:spChg>
        <pc:picChg chg="mod">
          <ac:chgData name="Ms Alina Arshad" userId="cccdfd85-d35d-4453-9c6f-a463aae40722" providerId="ADAL" clId="{03F3768F-5344-4E5A-B293-BE1259BC470C}" dt="2024-09-14T05:28:00.386" v="37" actId="1076"/>
          <ac:picMkLst>
            <pc:docMk/>
            <pc:sldMk cId="1755260321" sldId="462"/>
            <ac:picMk id="8" creationId="{00000000-0000-0000-0000-000000000000}"/>
          </ac:picMkLst>
        </pc:picChg>
      </pc:sldChg>
      <pc:sldChg chg="delSp modSp mod">
        <pc:chgData name="Ms Alina Arshad" userId="cccdfd85-d35d-4453-9c6f-a463aae40722" providerId="ADAL" clId="{03F3768F-5344-4E5A-B293-BE1259BC470C}" dt="2024-09-15T07:26:11.282" v="68" actId="404"/>
        <pc:sldMkLst>
          <pc:docMk/>
          <pc:sldMk cId="3175048454" sldId="463"/>
        </pc:sldMkLst>
        <pc:spChg chg="mod">
          <ac:chgData name="Ms Alina Arshad" userId="cccdfd85-d35d-4453-9c6f-a463aae40722" providerId="ADAL" clId="{03F3768F-5344-4E5A-B293-BE1259BC470C}" dt="2024-09-14T05:28:29.612" v="45" actId="113"/>
          <ac:spMkLst>
            <pc:docMk/>
            <pc:sldMk cId="3175048454" sldId="463"/>
            <ac:spMk id="2" creationId="{00000000-0000-0000-0000-000000000000}"/>
          </ac:spMkLst>
        </pc:spChg>
        <pc:spChg chg="mod">
          <ac:chgData name="Ms Alina Arshad" userId="cccdfd85-d35d-4453-9c6f-a463aae40722" providerId="ADAL" clId="{03F3768F-5344-4E5A-B293-BE1259BC470C}" dt="2024-09-15T07:26:11.282" v="68" actId="404"/>
          <ac:spMkLst>
            <pc:docMk/>
            <pc:sldMk cId="3175048454" sldId="463"/>
            <ac:spMk id="3" creationId="{00000000-0000-0000-0000-000000000000}"/>
          </ac:spMkLst>
        </pc:spChg>
        <pc:spChg chg="del">
          <ac:chgData name="Ms Alina Arshad" userId="cccdfd85-d35d-4453-9c6f-a463aae40722" providerId="ADAL" clId="{03F3768F-5344-4E5A-B293-BE1259BC470C}" dt="2024-09-14T05:28:36.584" v="47" actId="478"/>
          <ac:spMkLst>
            <pc:docMk/>
            <pc:sldMk cId="3175048454" sldId="463"/>
            <ac:spMk id="4" creationId="{00000000-0000-0000-0000-000000000000}"/>
          </ac:spMkLst>
        </pc:spChg>
        <pc:spChg chg="del">
          <ac:chgData name="Ms Alina Arshad" userId="cccdfd85-d35d-4453-9c6f-a463aae40722" providerId="ADAL" clId="{03F3768F-5344-4E5A-B293-BE1259BC470C}" dt="2024-09-14T05:28:38.365" v="48" actId="478"/>
          <ac:spMkLst>
            <pc:docMk/>
            <pc:sldMk cId="3175048454" sldId="463"/>
            <ac:spMk id="5" creationId="{00000000-0000-0000-0000-000000000000}"/>
          </ac:spMkLst>
        </pc:spChg>
      </pc:sldChg>
      <pc:sldChg chg="delSp modSp mod">
        <pc:chgData name="Ms Alina Arshad" userId="cccdfd85-d35d-4453-9c6f-a463aae40722" providerId="ADAL" clId="{03F3768F-5344-4E5A-B293-BE1259BC470C}" dt="2024-09-14T05:28:22.835" v="43" actId="478"/>
        <pc:sldMkLst>
          <pc:docMk/>
          <pc:sldMk cId="2524428318" sldId="464"/>
        </pc:sldMkLst>
        <pc:spChg chg="mod">
          <ac:chgData name="Ms Alina Arshad" userId="cccdfd85-d35d-4453-9c6f-a463aae40722" providerId="ADAL" clId="{03F3768F-5344-4E5A-B293-BE1259BC470C}" dt="2024-09-14T05:28:06.649" v="39" actId="113"/>
          <ac:spMkLst>
            <pc:docMk/>
            <pc:sldMk cId="2524428318" sldId="464"/>
            <ac:spMk id="2" creationId="{00000000-0000-0000-0000-000000000000}"/>
          </ac:spMkLst>
        </pc:spChg>
        <pc:spChg chg="mod">
          <ac:chgData name="Ms Alina Arshad" userId="cccdfd85-d35d-4453-9c6f-a463aae40722" providerId="ADAL" clId="{03F3768F-5344-4E5A-B293-BE1259BC470C}" dt="2024-09-14T05:28:18.686" v="41" actId="12"/>
          <ac:spMkLst>
            <pc:docMk/>
            <pc:sldMk cId="2524428318" sldId="464"/>
            <ac:spMk id="3" creationId="{00000000-0000-0000-0000-000000000000}"/>
          </ac:spMkLst>
        </pc:spChg>
        <pc:spChg chg="del">
          <ac:chgData name="Ms Alina Arshad" userId="cccdfd85-d35d-4453-9c6f-a463aae40722" providerId="ADAL" clId="{03F3768F-5344-4E5A-B293-BE1259BC470C}" dt="2024-09-14T05:28:20.785" v="42" actId="478"/>
          <ac:spMkLst>
            <pc:docMk/>
            <pc:sldMk cId="2524428318" sldId="464"/>
            <ac:spMk id="4" creationId="{00000000-0000-0000-0000-000000000000}"/>
          </ac:spMkLst>
        </pc:spChg>
        <pc:spChg chg="del">
          <ac:chgData name="Ms Alina Arshad" userId="cccdfd85-d35d-4453-9c6f-a463aae40722" providerId="ADAL" clId="{03F3768F-5344-4E5A-B293-BE1259BC470C}" dt="2024-09-14T05:28:22.835" v="43" actId="478"/>
          <ac:spMkLst>
            <pc:docMk/>
            <pc:sldMk cId="2524428318" sldId="464"/>
            <ac:spMk id="5" creationId="{00000000-0000-0000-0000-000000000000}"/>
          </ac:spMkLst>
        </pc:spChg>
      </pc:sldChg>
      <pc:sldChg chg="delSp modSp mod">
        <pc:chgData name="Ms Alina Arshad" userId="cccdfd85-d35d-4453-9c6f-a463aae40722" providerId="ADAL" clId="{03F3768F-5344-4E5A-B293-BE1259BC470C}" dt="2024-09-15T07:26:58.244" v="78" actId="1036"/>
        <pc:sldMkLst>
          <pc:docMk/>
          <pc:sldMk cId="3502560203" sldId="465"/>
        </pc:sldMkLst>
        <pc:spChg chg="mod">
          <ac:chgData name="Ms Alina Arshad" userId="cccdfd85-d35d-4453-9c6f-a463aae40722" providerId="ADAL" clId="{03F3768F-5344-4E5A-B293-BE1259BC470C}" dt="2024-09-15T07:26:39.671" v="72" actId="113"/>
          <ac:spMkLst>
            <pc:docMk/>
            <pc:sldMk cId="3502560203" sldId="465"/>
            <ac:spMk id="2" creationId="{00000000-0000-0000-0000-000000000000}"/>
          </ac:spMkLst>
        </pc:spChg>
        <pc:spChg chg="mod">
          <ac:chgData name="Ms Alina Arshad" userId="cccdfd85-d35d-4453-9c6f-a463aae40722" providerId="ADAL" clId="{03F3768F-5344-4E5A-B293-BE1259BC470C}" dt="2024-09-15T07:26:58.244" v="78" actId="1036"/>
          <ac:spMkLst>
            <pc:docMk/>
            <pc:sldMk cId="3502560203" sldId="465"/>
            <ac:spMk id="3" creationId="{00000000-0000-0000-0000-000000000000}"/>
          </ac:spMkLst>
        </pc:spChg>
        <pc:spChg chg="del">
          <ac:chgData name="Ms Alina Arshad" userId="cccdfd85-d35d-4453-9c6f-a463aae40722" providerId="ADAL" clId="{03F3768F-5344-4E5A-B293-BE1259BC470C}" dt="2024-09-15T07:15:34.293" v="55" actId="478"/>
          <ac:spMkLst>
            <pc:docMk/>
            <pc:sldMk cId="3502560203" sldId="465"/>
            <ac:spMk id="4" creationId="{00000000-0000-0000-0000-000000000000}"/>
          </ac:spMkLst>
        </pc:spChg>
        <pc:spChg chg="del">
          <ac:chgData name="Ms Alina Arshad" userId="cccdfd85-d35d-4453-9c6f-a463aae40722" providerId="ADAL" clId="{03F3768F-5344-4E5A-B293-BE1259BC470C}" dt="2024-09-15T07:15:37.788" v="56" actId="478"/>
          <ac:spMkLst>
            <pc:docMk/>
            <pc:sldMk cId="3502560203" sldId="465"/>
            <ac:spMk id="5" creationId="{00000000-0000-0000-0000-000000000000}"/>
          </ac:spMkLst>
        </pc:spChg>
        <pc:picChg chg="mod">
          <ac:chgData name="Ms Alina Arshad" userId="cccdfd85-d35d-4453-9c6f-a463aae40722" providerId="ADAL" clId="{03F3768F-5344-4E5A-B293-BE1259BC470C}" dt="2024-09-15T07:26:54.568" v="76" actId="1076"/>
          <ac:picMkLst>
            <pc:docMk/>
            <pc:sldMk cId="3502560203" sldId="465"/>
            <ac:picMk id="6" creationId="{00000000-0000-0000-0000-000000000000}"/>
          </ac:picMkLst>
        </pc:picChg>
        <pc:picChg chg="mod">
          <ac:chgData name="Ms Alina Arshad" userId="cccdfd85-d35d-4453-9c6f-a463aae40722" providerId="ADAL" clId="{03F3768F-5344-4E5A-B293-BE1259BC470C}" dt="2024-09-15T07:26:57.173" v="77" actId="1076"/>
          <ac:picMkLst>
            <pc:docMk/>
            <pc:sldMk cId="3502560203" sldId="465"/>
            <ac:picMk id="7" creationId="{00000000-0000-0000-0000-000000000000}"/>
          </ac:picMkLst>
        </pc:picChg>
      </pc:sldChg>
      <pc:sldChg chg="delSp modSp mod">
        <pc:chgData name="Ms Alina Arshad" userId="cccdfd85-d35d-4453-9c6f-a463aae40722" providerId="ADAL" clId="{03F3768F-5344-4E5A-B293-BE1259BC470C}" dt="2024-09-17T13:46:43.871" v="246" actId="12"/>
        <pc:sldMkLst>
          <pc:docMk/>
          <pc:sldMk cId="4240682665" sldId="466"/>
        </pc:sldMkLst>
        <pc:spChg chg="mod">
          <ac:chgData name="Ms Alina Arshad" userId="cccdfd85-d35d-4453-9c6f-a463aae40722" providerId="ADAL" clId="{03F3768F-5344-4E5A-B293-BE1259BC470C}" dt="2024-09-15T07:27:06.716" v="80" actId="113"/>
          <ac:spMkLst>
            <pc:docMk/>
            <pc:sldMk cId="4240682665" sldId="466"/>
            <ac:spMk id="2" creationId="{00000000-0000-0000-0000-000000000000}"/>
          </ac:spMkLst>
        </pc:spChg>
        <pc:spChg chg="mod">
          <ac:chgData name="Ms Alina Arshad" userId="cccdfd85-d35d-4453-9c6f-a463aae40722" providerId="ADAL" clId="{03F3768F-5344-4E5A-B293-BE1259BC470C}" dt="2024-09-17T13:46:43.871" v="246" actId="12"/>
          <ac:spMkLst>
            <pc:docMk/>
            <pc:sldMk cId="4240682665" sldId="466"/>
            <ac:spMk id="3" creationId="{00000000-0000-0000-0000-000000000000}"/>
          </ac:spMkLst>
        </pc:spChg>
        <pc:spChg chg="del">
          <ac:chgData name="Ms Alina Arshad" userId="cccdfd85-d35d-4453-9c6f-a463aae40722" providerId="ADAL" clId="{03F3768F-5344-4E5A-B293-BE1259BC470C}" dt="2024-09-15T07:15:28.002" v="53" actId="478"/>
          <ac:spMkLst>
            <pc:docMk/>
            <pc:sldMk cId="4240682665" sldId="466"/>
            <ac:spMk id="4" creationId="{00000000-0000-0000-0000-000000000000}"/>
          </ac:spMkLst>
        </pc:spChg>
        <pc:spChg chg="del">
          <ac:chgData name="Ms Alina Arshad" userId="cccdfd85-d35d-4453-9c6f-a463aae40722" providerId="ADAL" clId="{03F3768F-5344-4E5A-B293-BE1259BC470C}" dt="2024-09-15T07:15:30.106" v="54" actId="478"/>
          <ac:spMkLst>
            <pc:docMk/>
            <pc:sldMk cId="4240682665" sldId="466"/>
            <ac:spMk id="5" creationId="{00000000-0000-0000-0000-000000000000}"/>
          </ac:spMkLst>
        </pc:spChg>
      </pc:sldChg>
      <pc:sldChg chg="delSp modSp mod">
        <pc:chgData name="Ms Alina Arshad" userId="cccdfd85-d35d-4453-9c6f-a463aae40722" providerId="ADAL" clId="{03F3768F-5344-4E5A-B293-BE1259BC470C}" dt="2024-09-15T07:28:15.867" v="89" actId="1036"/>
        <pc:sldMkLst>
          <pc:docMk/>
          <pc:sldMk cId="1253061490" sldId="467"/>
        </pc:sldMkLst>
        <pc:spChg chg="mod">
          <ac:chgData name="Ms Alina Arshad" userId="cccdfd85-d35d-4453-9c6f-a463aae40722" providerId="ADAL" clId="{03F3768F-5344-4E5A-B293-BE1259BC470C}" dt="2024-09-15T07:28:05.545" v="85" actId="113"/>
          <ac:spMkLst>
            <pc:docMk/>
            <pc:sldMk cId="1253061490" sldId="467"/>
            <ac:spMk id="2" creationId="{00000000-0000-0000-0000-000000000000}"/>
          </ac:spMkLst>
        </pc:spChg>
        <pc:spChg chg="del mod">
          <ac:chgData name="Ms Alina Arshad" userId="cccdfd85-d35d-4453-9c6f-a463aae40722" providerId="ADAL" clId="{03F3768F-5344-4E5A-B293-BE1259BC470C}" dt="2024-09-15T07:28:11.939" v="87" actId="478"/>
          <ac:spMkLst>
            <pc:docMk/>
            <pc:sldMk cId="1253061490" sldId="467"/>
            <ac:spMk id="3" creationId="{00000000-0000-0000-0000-000000000000}"/>
          </ac:spMkLst>
        </pc:spChg>
        <pc:spChg chg="del">
          <ac:chgData name="Ms Alina Arshad" userId="cccdfd85-d35d-4453-9c6f-a463aae40722" providerId="ADAL" clId="{03F3768F-5344-4E5A-B293-BE1259BC470C}" dt="2024-09-15T07:15:42.453" v="57" actId="478"/>
          <ac:spMkLst>
            <pc:docMk/>
            <pc:sldMk cId="1253061490" sldId="467"/>
            <ac:spMk id="4" creationId="{00000000-0000-0000-0000-000000000000}"/>
          </ac:spMkLst>
        </pc:spChg>
        <pc:spChg chg="del">
          <ac:chgData name="Ms Alina Arshad" userId="cccdfd85-d35d-4453-9c6f-a463aae40722" providerId="ADAL" clId="{03F3768F-5344-4E5A-B293-BE1259BC470C}" dt="2024-09-15T07:15:44.657" v="58" actId="478"/>
          <ac:spMkLst>
            <pc:docMk/>
            <pc:sldMk cId="1253061490" sldId="467"/>
            <ac:spMk id="5" creationId="{00000000-0000-0000-0000-000000000000}"/>
          </ac:spMkLst>
        </pc:spChg>
        <pc:picChg chg="mod">
          <ac:chgData name="Ms Alina Arshad" userId="cccdfd85-d35d-4453-9c6f-a463aae40722" providerId="ADAL" clId="{03F3768F-5344-4E5A-B293-BE1259BC470C}" dt="2024-09-15T07:28:15.867" v="89" actId="1036"/>
          <ac:picMkLst>
            <pc:docMk/>
            <pc:sldMk cId="1253061490" sldId="467"/>
            <ac:picMk id="7" creationId="{00000000-0000-0000-0000-000000000000}"/>
          </ac:picMkLst>
        </pc:picChg>
      </pc:sldChg>
      <pc:sldChg chg="delSp modSp mod">
        <pc:chgData name="Ms Alina Arshad" userId="cccdfd85-d35d-4453-9c6f-a463aae40722" providerId="ADAL" clId="{03F3768F-5344-4E5A-B293-BE1259BC470C}" dt="2024-09-15T07:28:25.745" v="92" actId="207"/>
        <pc:sldMkLst>
          <pc:docMk/>
          <pc:sldMk cId="1729599593" sldId="468"/>
        </pc:sldMkLst>
        <pc:spChg chg="mod">
          <ac:chgData name="Ms Alina Arshad" userId="cccdfd85-d35d-4453-9c6f-a463aae40722" providerId="ADAL" clId="{03F3768F-5344-4E5A-B293-BE1259BC470C}" dt="2024-09-15T07:28:25.745" v="92" actId="207"/>
          <ac:spMkLst>
            <pc:docMk/>
            <pc:sldMk cId="1729599593" sldId="468"/>
            <ac:spMk id="2" creationId="{00000000-0000-0000-0000-000000000000}"/>
          </ac:spMkLst>
        </pc:spChg>
        <pc:spChg chg="mod">
          <ac:chgData name="Ms Alina Arshad" userId="cccdfd85-d35d-4453-9c6f-a463aae40722" providerId="ADAL" clId="{03F3768F-5344-4E5A-B293-BE1259BC470C}" dt="2024-09-15T07:28:21.071" v="90" actId="207"/>
          <ac:spMkLst>
            <pc:docMk/>
            <pc:sldMk cId="1729599593" sldId="468"/>
            <ac:spMk id="3" creationId="{00000000-0000-0000-0000-000000000000}"/>
          </ac:spMkLst>
        </pc:spChg>
        <pc:spChg chg="del">
          <ac:chgData name="Ms Alina Arshad" userId="cccdfd85-d35d-4453-9c6f-a463aae40722" providerId="ADAL" clId="{03F3768F-5344-4E5A-B293-BE1259BC470C}" dt="2024-09-15T07:15:51.890" v="59" actId="478"/>
          <ac:spMkLst>
            <pc:docMk/>
            <pc:sldMk cId="1729599593" sldId="468"/>
            <ac:spMk id="4" creationId="{00000000-0000-0000-0000-000000000000}"/>
          </ac:spMkLst>
        </pc:spChg>
        <pc:spChg chg="del">
          <ac:chgData name="Ms Alina Arshad" userId="cccdfd85-d35d-4453-9c6f-a463aae40722" providerId="ADAL" clId="{03F3768F-5344-4E5A-B293-BE1259BC470C}" dt="2024-09-15T07:15:55.306" v="60" actId="478"/>
          <ac:spMkLst>
            <pc:docMk/>
            <pc:sldMk cId="1729599593" sldId="468"/>
            <ac:spMk id="5" creationId="{00000000-0000-0000-0000-000000000000}"/>
          </ac:spMkLst>
        </pc:spChg>
      </pc:sldChg>
      <pc:sldChg chg="delSp modSp mod">
        <pc:chgData name="Ms Alina Arshad" userId="cccdfd85-d35d-4453-9c6f-a463aae40722" providerId="ADAL" clId="{03F3768F-5344-4E5A-B293-BE1259BC470C}" dt="2024-09-15T07:28:38.185" v="97" actId="1076"/>
        <pc:sldMkLst>
          <pc:docMk/>
          <pc:sldMk cId="174372872" sldId="469"/>
        </pc:sldMkLst>
        <pc:spChg chg="del">
          <ac:chgData name="Ms Alina Arshad" userId="cccdfd85-d35d-4453-9c6f-a463aae40722" providerId="ADAL" clId="{03F3768F-5344-4E5A-B293-BE1259BC470C}" dt="2024-09-15T07:28:30.595" v="93" actId="478"/>
          <ac:spMkLst>
            <pc:docMk/>
            <pc:sldMk cId="174372872" sldId="469"/>
            <ac:spMk id="2" creationId="{00000000-0000-0000-0000-000000000000}"/>
          </ac:spMkLst>
        </pc:spChg>
        <pc:spChg chg="del">
          <ac:chgData name="Ms Alina Arshad" userId="cccdfd85-d35d-4453-9c6f-a463aae40722" providerId="ADAL" clId="{03F3768F-5344-4E5A-B293-BE1259BC470C}" dt="2024-09-15T07:15:59.748" v="61" actId="478"/>
          <ac:spMkLst>
            <pc:docMk/>
            <pc:sldMk cId="174372872" sldId="469"/>
            <ac:spMk id="4" creationId="{00000000-0000-0000-0000-000000000000}"/>
          </ac:spMkLst>
        </pc:spChg>
        <pc:spChg chg="del">
          <ac:chgData name="Ms Alina Arshad" userId="cccdfd85-d35d-4453-9c6f-a463aae40722" providerId="ADAL" clId="{03F3768F-5344-4E5A-B293-BE1259BC470C}" dt="2024-09-15T07:16:02.767" v="62" actId="478"/>
          <ac:spMkLst>
            <pc:docMk/>
            <pc:sldMk cId="174372872" sldId="469"/>
            <ac:spMk id="5" creationId="{00000000-0000-0000-0000-000000000000}"/>
          </ac:spMkLst>
        </pc:spChg>
        <pc:picChg chg="mod">
          <ac:chgData name="Ms Alina Arshad" userId="cccdfd85-d35d-4453-9c6f-a463aae40722" providerId="ADAL" clId="{03F3768F-5344-4E5A-B293-BE1259BC470C}" dt="2024-09-15T07:28:38.185" v="97" actId="1076"/>
          <ac:picMkLst>
            <pc:docMk/>
            <pc:sldMk cId="174372872" sldId="469"/>
            <ac:picMk id="6" creationId="{00000000-0000-0000-0000-000000000000}"/>
          </ac:picMkLst>
        </pc:picChg>
      </pc:sldChg>
      <pc:sldChg chg="delSp modSp mod">
        <pc:chgData name="Ms Alina Arshad" userId="cccdfd85-d35d-4453-9c6f-a463aae40722" providerId="ADAL" clId="{03F3768F-5344-4E5A-B293-BE1259BC470C}" dt="2024-09-15T07:28:59.921" v="103" actId="207"/>
        <pc:sldMkLst>
          <pc:docMk/>
          <pc:sldMk cId="1593451177" sldId="472"/>
        </pc:sldMkLst>
        <pc:spChg chg="mod">
          <ac:chgData name="Ms Alina Arshad" userId="cccdfd85-d35d-4453-9c6f-a463aae40722" providerId="ADAL" clId="{03F3768F-5344-4E5A-B293-BE1259BC470C}" dt="2024-09-15T07:28:59.921" v="103" actId="207"/>
          <ac:spMkLst>
            <pc:docMk/>
            <pc:sldMk cId="1593451177" sldId="472"/>
            <ac:spMk id="2" creationId="{00000000-0000-0000-0000-000000000000}"/>
          </ac:spMkLst>
        </pc:spChg>
        <pc:spChg chg="mod">
          <ac:chgData name="Ms Alina Arshad" userId="cccdfd85-d35d-4453-9c6f-a463aae40722" providerId="ADAL" clId="{03F3768F-5344-4E5A-B293-BE1259BC470C}" dt="2024-09-15T07:28:55.842" v="101" actId="207"/>
          <ac:spMkLst>
            <pc:docMk/>
            <pc:sldMk cId="1593451177" sldId="472"/>
            <ac:spMk id="3" creationId="{00000000-0000-0000-0000-000000000000}"/>
          </ac:spMkLst>
        </pc:spChg>
        <pc:spChg chg="del">
          <ac:chgData name="Ms Alina Arshad" userId="cccdfd85-d35d-4453-9c6f-a463aae40722" providerId="ADAL" clId="{03F3768F-5344-4E5A-B293-BE1259BC470C}" dt="2024-09-15T07:18:11.404" v="66" actId="478"/>
          <ac:spMkLst>
            <pc:docMk/>
            <pc:sldMk cId="1593451177" sldId="472"/>
            <ac:spMk id="4" creationId="{00000000-0000-0000-0000-000000000000}"/>
          </ac:spMkLst>
        </pc:spChg>
        <pc:spChg chg="del">
          <ac:chgData name="Ms Alina Arshad" userId="cccdfd85-d35d-4453-9c6f-a463aae40722" providerId="ADAL" clId="{03F3768F-5344-4E5A-B293-BE1259BC470C}" dt="2024-09-15T07:18:13.819" v="67" actId="478"/>
          <ac:spMkLst>
            <pc:docMk/>
            <pc:sldMk cId="1593451177" sldId="472"/>
            <ac:spMk id="5" creationId="{00000000-0000-0000-0000-000000000000}"/>
          </ac:spMkLst>
        </pc:spChg>
      </pc:sldChg>
      <pc:sldChg chg="delSp modSp mod">
        <pc:chgData name="Ms Alina Arshad" userId="cccdfd85-d35d-4453-9c6f-a463aae40722" providerId="ADAL" clId="{03F3768F-5344-4E5A-B293-BE1259BC470C}" dt="2024-09-15T07:27:35.272" v="83" actId="113"/>
        <pc:sldMkLst>
          <pc:docMk/>
          <pc:sldMk cId="3011208458" sldId="473"/>
        </pc:sldMkLst>
        <pc:spChg chg="mod">
          <ac:chgData name="Ms Alina Arshad" userId="cccdfd85-d35d-4453-9c6f-a463aae40722" providerId="ADAL" clId="{03F3768F-5344-4E5A-B293-BE1259BC470C}" dt="2024-09-15T07:27:35.272" v="83" actId="113"/>
          <ac:spMkLst>
            <pc:docMk/>
            <pc:sldMk cId="3011208458" sldId="473"/>
            <ac:spMk id="2" creationId="{00000000-0000-0000-0000-000000000000}"/>
          </ac:spMkLst>
        </pc:spChg>
        <pc:spChg chg="mod">
          <ac:chgData name="Ms Alina Arshad" userId="cccdfd85-d35d-4453-9c6f-a463aae40722" providerId="ADAL" clId="{03F3768F-5344-4E5A-B293-BE1259BC470C}" dt="2024-09-15T07:26:33.422" v="70" actId="5793"/>
          <ac:spMkLst>
            <pc:docMk/>
            <pc:sldMk cId="3011208458" sldId="473"/>
            <ac:spMk id="3" creationId="{00000000-0000-0000-0000-000000000000}"/>
          </ac:spMkLst>
        </pc:spChg>
        <pc:spChg chg="del">
          <ac:chgData name="Ms Alina Arshad" userId="cccdfd85-d35d-4453-9c6f-a463aae40722" providerId="ADAL" clId="{03F3768F-5344-4E5A-B293-BE1259BC470C}" dt="2024-09-15T06:55:50.682" v="51" actId="478"/>
          <ac:spMkLst>
            <pc:docMk/>
            <pc:sldMk cId="3011208458" sldId="473"/>
            <ac:spMk id="4" creationId="{00000000-0000-0000-0000-000000000000}"/>
          </ac:spMkLst>
        </pc:spChg>
        <pc:spChg chg="del">
          <ac:chgData name="Ms Alina Arshad" userId="cccdfd85-d35d-4453-9c6f-a463aae40722" providerId="ADAL" clId="{03F3768F-5344-4E5A-B293-BE1259BC470C}" dt="2024-09-15T06:55:53.265" v="52" actId="478"/>
          <ac:spMkLst>
            <pc:docMk/>
            <pc:sldMk cId="3011208458" sldId="473"/>
            <ac:spMk id="5" creationId="{00000000-0000-0000-0000-000000000000}"/>
          </ac:spMkLst>
        </pc:spChg>
      </pc:sldChg>
      <pc:sldChg chg="delSp modSp mod">
        <pc:chgData name="Ms Alina Arshad" userId="cccdfd85-d35d-4453-9c6f-a463aae40722" providerId="ADAL" clId="{03F3768F-5344-4E5A-B293-BE1259BC470C}" dt="2024-09-15T07:28:49.455" v="100" actId="207"/>
        <pc:sldMkLst>
          <pc:docMk/>
          <pc:sldMk cId="457050581" sldId="475"/>
        </pc:sldMkLst>
        <pc:spChg chg="mod">
          <ac:chgData name="Ms Alina Arshad" userId="cccdfd85-d35d-4453-9c6f-a463aae40722" providerId="ADAL" clId="{03F3768F-5344-4E5A-B293-BE1259BC470C}" dt="2024-09-15T07:28:44.663" v="99" actId="113"/>
          <ac:spMkLst>
            <pc:docMk/>
            <pc:sldMk cId="457050581" sldId="475"/>
            <ac:spMk id="2" creationId="{00000000-0000-0000-0000-000000000000}"/>
          </ac:spMkLst>
        </pc:spChg>
        <pc:spChg chg="mod">
          <ac:chgData name="Ms Alina Arshad" userId="cccdfd85-d35d-4453-9c6f-a463aae40722" providerId="ADAL" clId="{03F3768F-5344-4E5A-B293-BE1259BC470C}" dt="2024-09-15T07:28:49.455" v="100" actId="207"/>
          <ac:spMkLst>
            <pc:docMk/>
            <pc:sldMk cId="457050581" sldId="475"/>
            <ac:spMk id="3" creationId="{00000000-0000-0000-0000-000000000000}"/>
          </ac:spMkLst>
        </pc:spChg>
        <pc:spChg chg="del">
          <ac:chgData name="Ms Alina Arshad" userId="cccdfd85-d35d-4453-9c6f-a463aae40722" providerId="ADAL" clId="{03F3768F-5344-4E5A-B293-BE1259BC470C}" dt="2024-09-15T07:16:06.344" v="63" actId="478"/>
          <ac:spMkLst>
            <pc:docMk/>
            <pc:sldMk cId="457050581" sldId="475"/>
            <ac:spMk id="4" creationId="{00000000-0000-0000-0000-000000000000}"/>
          </ac:spMkLst>
        </pc:spChg>
        <pc:spChg chg="del">
          <ac:chgData name="Ms Alina Arshad" userId="cccdfd85-d35d-4453-9c6f-a463aae40722" providerId="ADAL" clId="{03F3768F-5344-4E5A-B293-BE1259BC470C}" dt="2024-09-15T07:16:09.550" v="64" actId="478"/>
          <ac:spMkLst>
            <pc:docMk/>
            <pc:sldMk cId="457050581" sldId="475"/>
            <ac:spMk id="5" creationId="{00000000-0000-0000-0000-000000000000}"/>
          </ac:spMkLst>
        </pc:spChg>
      </pc:sldChg>
      <pc:sldChg chg="addSp modSp new mod">
        <pc:chgData name="Ms Alina Arshad" userId="cccdfd85-d35d-4453-9c6f-a463aae40722" providerId="ADAL" clId="{03F3768F-5344-4E5A-B293-BE1259BC470C}" dt="2024-09-15T14:22:14.265" v="119" actId="1076"/>
        <pc:sldMkLst>
          <pc:docMk/>
          <pc:sldMk cId="1229924645" sldId="476"/>
        </pc:sldMkLst>
        <pc:spChg chg="add mod">
          <ac:chgData name="Ms Alina Arshad" userId="cccdfd85-d35d-4453-9c6f-a463aae40722" providerId="ADAL" clId="{03F3768F-5344-4E5A-B293-BE1259BC470C}" dt="2024-09-15T14:22:14.265" v="119" actId="1076"/>
          <ac:spMkLst>
            <pc:docMk/>
            <pc:sldMk cId="1229924645" sldId="476"/>
            <ac:spMk id="3" creationId="{9E02BD07-5194-85B6-EFCE-6195A5F9FA2D}"/>
          </ac:spMkLst>
        </pc:spChg>
      </pc:sldChg>
      <pc:sldChg chg="addSp modSp new mod">
        <pc:chgData name="Ms Alina Arshad" userId="cccdfd85-d35d-4453-9c6f-a463aae40722" providerId="ADAL" clId="{03F3768F-5344-4E5A-B293-BE1259BC470C}" dt="2024-09-15T14:22:56.262" v="125" actId="1076"/>
        <pc:sldMkLst>
          <pc:docMk/>
          <pc:sldMk cId="2716896203" sldId="477"/>
        </pc:sldMkLst>
        <pc:picChg chg="add mod">
          <ac:chgData name="Ms Alina Arshad" userId="cccdfd85-d35d-4453-9c6f-a463aae40722" providerId="ADAL" clId="{03F3768F-5344-4E5A-B293-BE1259BC470C}" dt="2024-09-15T14:22:56.262" v="125" actId="1076"/>
          <ac:picMkLst>
            <pc:docMk/>
            <pc:sldMk cId="2716896203" sldId="477"/>
            <ac:picMk id="3" creationId="{CEC37F5B-D7E9-C7D7-A3FC-A6BFAA6D7D52}"/>
          </ac:picMkLst>
        </pc:picChg>
      </pc:sldChg>
      <pc:sldChg chg="addSp delSp modSp new mod">
        <pc:chgData name="Ms Alina Arshad" userId="cccdfd85-d35d-4453-9c6f-a463aae40722" providerId="ADAL" clId="{03F3768F-5344-4E5A-B293-BE1259BC470C}" dt="2024-09-15T14:37:15.065" v="188" actId="1076"/>
        <pc:sldMkLst>
          <pc:docMk/>
          <pc:sldMk cId="1539764836" sldId="478"/>
        </pc:sldMkLst>
        <pc:spChg chg="add del mod">
          <ac:chgData name="Ms Alina Arshad" userId="cccdfd85-d35d-4453-9c6f-a463aae40722" providerId="ADAL" clId="{03F3768F-5344-4E5A-B293-BE1259BC470C}" dt="2024-09-15T14:35:58.164" v="175" actId="478"/>
          <ac:spMkLst>
            <pc:docMk/>
            <pc:sldMk cId="1539764836" sldId="478"/>
            <ac:spMk id="3" creationId="{DE9F3615-82D7-D530-232F-134EC036A9F8}"/>
          </ac:spMkLst>
        </pc:spChg>
        <pc:spChg chg="add del mod">
          <ac:chgData name="Ms Alina Arshad" userId="cccdfd85-d35d-4453-9c6f-a463aae40722" providerId="ADAL" clId="{03F3768F-5344-4E5A-B293-BE1259BC470C}" dt="2024-09-15T14:36:00.568" v="176" actId="478"/>
          <ac:spMkLst>
            <pc:docMk/>
            <pc:sldMk cId="1539764836" sldId="478"/>
            <ac:spMk id="5" creationId="{FFB33835-B197-8C99-1F1B-D7A9E740DC8C}"/>
          </ac:spMkLst>
        </pc:spChg>
        <pc:picChg chg="add mod">
          <ac:chgData name="Ms Alina Arshad" userId="cccdfd85-d35d-4453-9c6f-a463aae40722" providerId="ADAL" clId="{03F3768F-5344-4E5A-B293-BE1259BC470C}" dt="2024-09-15T14:37:10.667" v="187" actId="14100"/>
          <ac:picMkLst>
            <pc:docMk/>
            <pc:sldMk cId="1539764836" sldId="478"/>
            <ac:picMk id="7" creationId="{F8D8019B-1533-A540-0238-00FE1B71E986}"/>
          </ac:picMkLst>
        </pc:picChg>
        <pc:picChg chg="add mod">
          <ac:chgData name="Ms Alina Arshad" userId="cccdfd85-d35d-4453-9c6f-a463aae40722" providerId="ADAL" clId="{03F3768F-5344-4E5A-B293-BE1259BC470C}" dt="2024-09-15T14:37:15.065" v="188" actId="1076"/>
          <ac:picMkLst>
            <pc:docMk/>
            <pc:sldMk cId="1539764836" sldId="478"/>
            <ac:picMk id="9" creationId="{7456819B-0B75-7F65-462A-907D44DEE7F2}"/>
          </ac:picMkLst>
        </pc:picChg>
      </pc:sldChg>
      <pc:sldChg chg="addSp modSp new mod">
        <pc:chgData name="Ms Alina Arshad" userId="cccdfd85-d35d-4453-9c6f-a463aae40722" providerId="ADAL" clId="{03F3768F-5344-4E5A-B293-BE1259BC470C}" dt="2024-09-15T14:38:10.439" v="195" actId="1076"/>
        <pc:sldMkLst>
          <pc:docMk/>
          <pc:sldMk cId="3784571307" sldId="479"/>
        </pc:sldMkLst>
        <pc:picChg chg="add mod">
          <ac:chgData name="Ms Alina Arshad" userId="cccdfd85-d35d-4453-9c6f-a463aae40722" providerId="ADAL" clId="{03F3768F-5344-4E5A-B293-BE1259BC470C}" dt="2024-09-15T14:38:10.439" v="195" actId="1076"/>
          <ac:picMkLst>
            <pc:docMk/>
            <pc:sldMk cId="3784571307" sldId="479"/>
            <ac:picMk id="3" creationId="{86476297-C38B-769A-0DB1-48DC457E7C6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B90151-A221-46B3-A769-373FDD9A38FB}" type="datetimeFigureOut">
              <a:rPr lang="en-US" smtClean="0"/>
              <a:t>10/22/2024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4BEA5B-0F90-491B-8570-2B3910989086}" type="slidenum">
              <a:rPr lang="en-US" smtClean="0"/>
              <a:t>‹#›</a:t>
            </a:fld>
            <a:endParaRPr lang="en-US" dirty="0"/>
          </a:p>
        </p:txBody>
      </p:sp>
    </p:spTree>
    <p:extLst>
      <p:ext uri="{BB962C8B-B14F-4D97-AF65-F5344CB8AC3E}">
        <p14:creationId xmlns:p14="http://schemas.microsoft.com/office/powerpoint/2010/main" val="30161351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4BEA5B-0F90-491B-8570-2B3910989086}" type="slidenum">
              <a:rPr lang="en-US" smtClean="0"/>
              <a:t>1</a:t>
            </a:fld>
            <a:endParaRPr lang="en-US" dirty="0"/>
          </a:p>
        </p:txBody>
      </p:sp>
    </p:spTree>
    <p:extLst>
      <p:ext uri="{BB962C8B-B14F-4D97-AF65-F5344CB8AC3E}">
        <p14:creationId xmlns:p14="http://schemas.microsoft.com/office/powerpoint/2010/main" val="2600137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2</a:t>
            </a:fld>
            <a:endParaRPr lang="en-US" dirty="0"/>
          </a:p>
        </p:txBody>
      </p:sp>
    </p:spTree>
    <p:extLst>
      <p:ext uri="{BB962C8B-B14F-4D97-AF65-F5344CB8AC3E}">
        <p14:creationId xmlns:p14="http://schemas.microsoft.com/office/powerpoint/2010/main" val="4965038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We prepare a copy of the program under test and make a change in a statement of the program. This changed version of the program is known as a mutant of the original program. </a:t>
            </a:r>
          </a:p>
          <a:p>
            <a:r>
              <a:rPr lang="en-US" sz="1200" dirty="0"/>
              <a:t>The </a:t>
            </a:r>
            <a:r>
              <a:rPr lang="en-US" sz="1200" dirty="0" err="1"/>
              <a:t>behaviour</a:t>
            </a:r>
            <a:r>
              <a:rPr lang="en-US" sz="1200" dirty="0"/>
              <a:t> of the mutant may be different from the original program due to the introduction of a change. </a:t>
            </a:r>
          </a:p>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3</a:t>
            </a:fld>
            <a:endParaRPr lang="en-US"/>
          </a:p>
        </p:txBody>
      </p:sp>
    </p:spTree>
    <p:extLst>
      <p:ext uri="{BB962C8B-B14F-4D97-AF65-F5344CB8AC3E}">
        <p14:creationId xmlns:p14="http://schemas.microsoft.com/office/powerpoint/2010/main" val="7728159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41B017E-9405-4A24-9E72-ABBA234FC5F9}" type="slidenum">
              <a:rPr lang="en-US" smtClean="0"/>
              <a:t>5</a:t>
            </a:fld>
            <a:endParaRPr lang="en-US"/>
          </a:p>
        </p:txBody>
      </p:sp>
    </p:spTree>
    <p:extLst>
      <p:ext uri="{BB962C8B-B14F-4D97-AF65-F5344CB8AC3E}">
        <p14:creationId xmlns:p14="http://schemas.microsoft.com/office/powerpoint/2010/main" val="2924546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15440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25736940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07025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365086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32397107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33411842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3194977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169B51B5-5729-4227-8149-0FFB0D6660E2}" type="datetimeFigureOut">
              <a:rPr lang="en-US" smtClean="0"/>
              <a:t>10/22/2024</a:t>
            </a:fld>
            <a:endParaRPr lang="en-US" dirty="0"/>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47AE719-0370-4FEF-9E76-542079ADE761}" type="slidenum">
              <a:rPr lang="en-US" smtClean="0"/>
              <a:t>‹#›</a:t>
            </a:fld>
            <a:endParaRPr lang="en-US" dirty="0"/>
          </a:p>
        </p:txBody>
      </p:sp>
    </p:spTree>
    <p:extLst>
      <p:ext uri="{BB962C8B-B14F-4D97-AF65-F5344CB8AC3E}">
        <p14:creationId xmlns:p14="http://schemas.microsoft.com/office/powerpoint/2010/main" val="3396684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3248418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2421544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69B51B5-5729-4227-8149-0FFB0D6660E2}" type="datetimeFigureOut">
              <a:rPr lang="en-US" smtClean="0"/>
              <a:t>10/22/2024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47AE719-0370-4FEF-9E76-542079ADE761}" type="slidenum">
              <a:rPr lang="en-US" smtClean="0"/>
              <a:t>‹#›</a:t>
            </a:fld>
            <a:endParaRPr lang="en-US" dirty="0"/>
          </a:p>
        </p:txBody>
      </p:sp>
    </p:spTree>
    <p:extLst>
      <p:ext uri="{BB962C8B-B14F-4D97-AF65-F5344CB8AC3E}">
        <p14:creationId xmlns:p14="http://schemas.microsoft.com/office/powerpoint/2010/main" val="34026627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169B51B5-5729-4227-8149-0FFB0D6660E2}" type="datetimeFigureOut">
              <a:rPr lang="en-US" smtClean="0"/>
              <a:t>10/22/2024</a:t>
            </a:fld>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47AE719-0370-4FEF-9E76-542079ADE761}" type="slidenum">
              <a:rPr lang="en-US" smtClean="0"/>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00099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4B019-E1ED-7643-5A50-74CEA7F41E88}"/>
              </a:ext>
            </a:extLst>
          </p:cNvPr>
          <p:cNvSpPr>
            <a:spLocks noGrp="1"/>
          </p:cNvSpPr>
          <p:nvPr>
            <p:ph type="ctrTitle"/>
          </p:nvPr>
        </p:nvSpPr>
        <p:spPr>
          <a:xfrm>
            <a:off x="90535" y="116380"/>
            <a:ext cx="11588435" cy="3065732"/>
          </a:xfrm>
        </p:spPr>
        <p:txBody>
          <a:bodyPr/>
          <a:lstStyle/>
          <a:p>
            <a:pPr algn="ctr"/>
            <a:br>
              <a:rPr lang="en-US" b="1" dirty="0">
                <a:solidFill>
                  <a:schemeClr val="tx1"/>
                </a:solidFill>
              </a:rPr>
            </a:br>
            <a:r>
              <a:rPr lang="en-US" sz="7200" b="1" dirty="0">
                <a:solidFill>
                  <a:schemeClr val="tx1"/>
                </a:solidFill>
              </a:rPr>
              <a:t>Software Quality Engineering</a:t>
            </a:r>
            <a:endParaRPr lang="en-US" sz="7200" dirty="0"/>
          </a:p>
        </p:txBody>
      </p:sp>
      <p:sp>
        <p:nvSpPr>
          <p:cNvPr id="3" name="Subtitle 2">
            <a:extLst>
              <a:ext uri="{FF2B5EF4-FFF2-40B4-BE49-F238E27FC236}">
                <a16:creationId xmlns:a16="http://schemas.microsoft.com/office/drawing/2014/main" id="{44E9F82C-BBA7-3495-1097-BEDB54FFFDF4}"/>
              </a:ext>
            </a:extLst>
          </p:cNvPr>
          <p:cNvSpPr>
            <a:spLocks noGrp="1"/>
          </p:cNvSpPr>
          <p:nvPr>
            <p:ph type="subTitle" idx="1"/>
          </p:nvPr>
        </p:nvSpPr>
        <p:spPr>
          <a:xfrm>
            <a:off x="1066800" y="3807809"/>
            <a:ext cx="10058400" cy="1922731"/>
          </a:xfrm>
        </p:spPr>
        <p:txBody>
          <a:bodyPr>
            <a:normAutofit fontScale="92500" lnSpcReduction="20000"/>
          </a:bodyPr>
          <a:lstStyle/>
          <a:p>
            <a:pPr algn="ctr"/>
            <a:r>
              <a:rPr lang="en-US" sz="4400" b="1" dirty="0">
                <a:solidFill>
                  <a:schemeClr val="tx1"/>
                </a:solidFill>
                <a:cs typeface="Times New Roman" panose="02020603050405020304" pitchFamily="18" charset="0"/>
              </a:rPr>
              <a:t>Lecture 2</a:t>
            </a:r>
          </a:p>
          <a:p>
            <a:pPr algn="ctr"/>
            <a:r>
              <a:rPr lang="en-US" sz="4400" b="1" dirty="0">
                <a:solidFill>
                  <a:schemeClr val="tx1"/>
                </a:solidFill>
                <a:cs typeface="Times New Roman" panose="02020603050405020304" pitchFamily="18" charset="0"/>
              </a:rPr>
              <a:t>Part II-software testing</a:t>
            </a:r>
          </a:p>
          <a:p>
            <a:pPr algn="ctr"/>
            <a:r>
              <a:rPr lang="en-US" sz="4400" b="1" dirty="0">
                <a:solidFill>
                  <a:schemeClr val="tx1"/>
                </a:solidFill>
                <a:cs typeface="Times New Roman" panose="02020603050405020304" pitchFamily="18" charset="0"/>
              </a:rPr>
              <a:t>Structural testing</a:t>
            </a:r>
          </a:p>
          <a:p>
            <a:endParaRPr lang="en-US" dirty="0">
              <a:solidFill>
                <a:schemeClr val="tx1"/>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75DE143E-53E3-798D-07E7-8D85DD770A95}"/>
              </a:ext>
            </a:extLst>
          </p:cNvPr>
          <p:cNvSpPr txBox="1"/>
          <p:nvPr/>
        </p:nvSpPr>
        <p:spPr>
          <a:xfrm>
            <a:off x="7923640" y="5712251"/>
            <a:ext cx="4397722" cy="523220"/>
          </a:xfrm>
          <a:prstGeom prst="rect">
            <a:avLst/>
          </a:prstGeom>
          <a:noFill/>
        </p:spPr>
        <p:txBody>
          <a:bodyPr wrap="square">
            <a:spAutoFit/>
          </a:bodyPr>
          <a:lstStyle/>
          <a:p>
            <a:pPr algn="ctr"/>
            <a:r>
              <a:rPr lang="en-US" sz="2800" dirty="0">
                <a:cs typeface="Times New Roman" panose="02020603050405020304" pitchFamily="18" charset="0"/>
              </a:rPr>
              <a:t>alina.arshad@nu.edu.pk</a:t>
            </a:r>
            <a:endParaRPr lang="en-US" sz="2800" dirty="0">
              <a:solidFill>
                <a:schemeClr val="tx1"/>
              </a:solidFill>
              <a:cs typeface="Times New Roman" panose="02020603050405020304" pitchFamily="18" charset="0"/>
            </a:endParaRPr>
          </a:p>
        </p:txBody>
      </p:sp>
    </p:spTree>
    <p:extLst>
      <p:ext uri="{BB962C8B-B14F-4D97-AF65-F5344CB8AC3E}">
        <p14:creationId xmlns:p14="http://schemas.microsoft.com/office/powerpoint/2010/main" val="33223610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14149"/>
            <a:ext cx="10058400" cy="1123211"/>
          </a:xfrm>
        </p:spPr>
        <p:txBody>
          <a:bodyPr/>
          <a:lstStyle/>
          <a:p>
            <a:r>
              <a:rPr lang="en-US" b="1" dirty="0">
                <a:solidFill>
                  <a:schemeClr val="tx1"/>
                </a:solidFill>
              </a:rPr>
              <a:t>Mutation testing</a:t>
            </a:r>
          </a:p>
        </p:txBody>
      </p:sp>
      <p:sp>
        <p:nvSpPr>
          <p:cNvPr id="3" name="Content Placeholder 2"/>
          <p:cNvSpPr>
            <a:spLocks noGrp="1"/>
          </p:cNvSpPr>
          <p:nvPr>
            <p:ph idx="1"/>
          </p:nvPr>
        </p:nvSpPr>
        <p:spPr>
          <a:xfrm>
            <a:off x="581192" y="1880558"/>
            <a:ext cx="11029615" cy="4233639"/>
          </a:xfrm>
        </p:spPr>
        <p:txBody>
          <a:bodyPr>
            <a:normAutofit/>
          </a:bodyPr>
          <a:lstStyle/>
          <a:p>
            <a:pPr marL="0" indent="0" algn="just">
              <a:buNone/>
            </a:pPr>
            <a:r>
              <a:rPr lang="en-US" dirty="0">
                <a:solidFill>
                  <a:schemeClr val="tx1"/>
                </a:solidFill>
              </a:rPr>
              <a:t>Popular technique to assess the effectiveness of a test suite. </a:t>
            </a:r>
          </a:p>
          <a:p>
            <a:pPr algn="just">
              <a:buFont typeface="Arial" panose="020B0604020202020204" pitchFamily="34" charset="0"/>
              <a:buChar char="•"/>
            </a:pPr>
            <a:r>
              <a:rPr lang="en-US" dirty="0">
                <a:solidFill>
                  <a:schemeClr val="tx1"/>
                </a:solidFill>
              </a:rPr>
              <a:t>A large number of test cases for any program can be generated but can't execute all of them due to time or resources.</a:t>
            </a:r>
          </a:p>
          <a:p>
            <a:pPr algn="just">
              <a:buFont typeface="Arial" panose="020B0604020202020204" pitchFamily="34" charset="0"/>
              <a:buChar char="•"/>
            </a:pPr>
            <a:r>
              <a:rPr lang="en-US" dirty="0">
                <a:solidFill>
                  <a:schemeClr val="tx1"/>
                </a:solidFill>
              </a:rPr>
              <a:t>So the idea is to select a few test cases using any testing technique and prepare a test suite. </a:t>
            </a:r>
          </a:p>
          <a:p>
            <a:pPr algn="just">
              <a:buFont typeface="Arial" panose="020B0604020202020204" pitchFamily="34" charset="0"/>
              <a:buChar char="•"/>
            </a:pPr>
            <a:r>
              <a:rPr lang="en-US" dirty="0">
                <a:solidFill>
                  <a:schemeClr val="tx1"/>
                </a:solidFill>
              </a:rPr>
              <a:t>But how to assess the effectiveness of a selected test suite? Is this test suite adequate for the program? </a:t>
            </a:r>
          </a:p>
          <a:p>
            <a:pPr algn="just">
              <a:buFont typeface="Arial" panose="020B0604020202020204" pitchFamily="34" charset="0"/>
              <a:buChar char="•"/>
            </a:pPr>
            <a:r>
              <a:rPr lang="en-US" dirty="0">
                <a:solidFill>
                  <a:schemeClr val="tx1"/>
                </a:solidFill>
              </a:rPr>
              <a:t>If the test suite is not able to make the program fail, there may be one of the following reasons:</a:t>
            </a:r>
          </a:p>
          <a:p>
            <a:pPr algn="just">
              <a:buFont typeface="Arial" panose="020B0604020202020204" pitchFamily="34" charset="0"/>
              <a:buChar char="•"/>
            </a:pPr>
            <a:r>
              <a:rPr lang="en-US" dirty="0">
                <a:solidFill>
                  <a:schemeClr val="tx1"/>
                </a:solidFill>
              </a:rPr>
              <a:t>The test suite is effective but hardly any errors are there in the program. How will a test suite detect errors when they are not there?</a:t>
            </a:r>
          </a:p>
          <a:p>
            <a:pPr algn="just">
              <a:buFont typeface="Arial" panose="020B0604020202020204" pitchFamily="34" charset="0"/>
              <a:buChar char="•"/>
            </a:pPr>
            <a:r>
              <a:rPr lang="en-US" dirty="0">
                <a:solidFill>
                  <a:schemeClr val="tx1"/>
                </a:solidFill>
              </a:rPr>
              <a:t>The test suite is not effective and could not find any errors. Although there may be  errors, they could not be detected due to poor selection of test suite. How will errors be detected when the test suite is not effective?</a:t>
            </a:r>
          </a:p>
          <a:p>
            <a:pPr algn="just"/>
            <a:endParaRPr lang="en-US" dirty="0"/>
          </a:p>
        </p:txBody>
      </p:sp>
    </p:spTree>
    <p:extLst>
      <p:ext uri="{BB962C8B-B14F-4D97-AF65-F5344CB8AC3E}">
        <p14:creationId xmlns:p14="http://schemas.microsoft.com/office/powerpoint/2010/main" val="380266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Mutation and Mutants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US" sz="2000" dirty="0">
                <a:solidFill>
                  <a:schemeClr val="tx1"/>
                </a:solidFill>
              </a:rPr>
              <a:t>Mutation testing may help us to assess the effectiveness of a test suite and may also enhance the test suite, if it is not adequate for a program.</a:t>
            </a:r>
          </a:p>
          <a:p>
            <a:pPr>
              <a:buFont typeface="Arial" panose="020B0604020202020204" pitchFamily="34" charset="0"/>
              <a:buChar char="•"/>
            </a:pPr>
            <a:r>
              <a:rPr lang="en-US" sz="2000" dirty="0">
                <a:solidFill>
                  <a:schemeClr val="tx1"/>
                </a:solidFill>
              </a:rPr>
              <a:t>Mutation is the process of changing a program. </a:t>
            </a:r>
          </a:p>
          <a:p>
            <a:pPr>
              <a:buFont typeface="Arial" panose="020B0604020202020204" pitchFamily="34" charset="0"/>
              <a:buChar char="•"/>
            </a:pPr>
            <a:r>
              <a:rPr lang="en-US" sz="2000" dirty="0">
                <a:solidFill>
                  <a:schemeClr val="tx1"/>
                </a:solidFill>
              </a:rPr>
              <a:t>This change may be limited to one, two or very few changes in the program. </a:t>
            </a:r>
          </a:p>
        </p:txBody>
      </p:sp>
    </p:spTree>
    <p:extLst>
      <p:ext uri="{BB962C8B-B14F-4D97-AF65-F5344CB8AC3E}">
        <p14:creationId xmlns:p14="http://schemas.microsoft.com/office/powerpoint/2010/main" val="2631992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87104"/>
            <a:ext cx="10058400" cy="827180"/>
          </a:xfrm>
        </p:spPr>
        <p:txBody>
          <a:bodyPr/>
          <a:lstStyle/>
          <a:p>
            <a:r>
              <a:rPr lang="en-US" b="1" dirty="0">
                <a:solidFill>
                  <a:schemeClr val="tx1"/>
                </a:solidFill>
              </a:rPr>
              <a:t>Mutation and Mutants</a:t>
            </a:r>
          </a:p>
        </p:txBody>
      </p:sp>
      <p:sp>
        <p:nvSpPr>
          <p:cNvPr id="3" name="Content Placeholder 2"/>
          <p:cNvSpPr>
            <a:spLocks noGrp="1"/>
          </p:cNvSpPr>
          <p:nvPr>
            <p:ph idx="1"/>
          </p:nvPr>
        </p:nvSpPr>
        <p:spPr/>
        <p:txBody>
          <a:bodyPr>
            <a:normAutofit/>
          </a:bodyPr>
          <a:lstStyle/>
          <a:p>
            <a:pPr algn="just">
              <a:buFont typeface="Arial" panose="020B0604020202020204" pitchFamily="34" charset="0"/>
              <a:buChar char="•"/>
            </a:pPr>
            <a:r>
              <a:rPr lang="en-US" sz="2000" dirty="0">
                <a:solidFill>
                  <a:schemeClr val="tx1"/>
                </a:solidFill>
              </a:rPr>
              <a:t>To mutate a program means to change a program. We generally make only one or two changes in order to assess the effectiveness of the selected test suite</a:t>
            </a:r>
          </a:p>
          <a:p>
            <a:pPr algn="just">
              <a:buFont typeface="Arial" panose="020B0604020202020204" pitchFamily="34" charset="0"/>
              <a:buChar char="•"/>
            </a:pPr>
            <a:r>
              <a:rPr lang="en-US" sz="2000" dirty="0">
                <a:solidFill>
                  <a:schemeClr val="tx1"/>
                </a:solidFill>
              </a:rPr>
              <a:t>We may make many mutants of a program by making small changes in the program. </a:t>
            </a:r>
          </a:p>
          <a:p>
            <a:pPr algn="just">
              <a:buFont typeface="Arial" panose="020B0604020202020204" pitchFamily="34" charset="0"/>
              <a:buChar char="•"/>
            </a:pPr>
            <a:r>
              <a:rPr lang="en-US" sz="2000" dirty="0">
                <a:solidFill>
                  <a:schemeClr val="tx1"/>
                </a:solidFill>
              </a:rPr>
              <a:t>Every mutant will have a different change in a program. </a:t>
            </a:r>
          </a:p>
          <a:p>
            <a:pPr algn="just">
              <a:buFont typeface="Arial" panose="020B0604020202020204" pitchFamily="34" charset="0"/>
              <a:buChar char="•"/>
            </a:pPr>
            <a:r>
              <a:rPr lang="en-US" sz="2000" dirty="0">
                <a:solidFill>
                  <a:schemeClr val="tx1"/>
                </a:solidFill>
              </a:rPr>
              <a:t>Every change of a program may give a different output as compared to the original program.</a:t>
            </a:r>
          </a:p>
          <a:p>
            <a:pPr algn="just">
              <a:buFont typeface="Arial" panose="020B0604020202020204" pitchFamily="34" charset="0"/>
              <a:buChar char="•"/>
            </a:pPr>
            <a:r>
              <a:rPr lang="en-US" sz="2000" dirty="0">
                <a:solidFill>
                  <a:schemeClr val="tx1"/>
                </a:solidFill>
              </a:rPr>
              <a:t>The original program and mutant are syntactically correct and should compile correctly.  </a:t>
            </a:r>
          </a:p>
          <a:p>
            <a:pPr algn="just">
              <a:buFont typeface="Arial" panose="020B0604020202020204" pitchFamily="34" charset="0"/>
              <a:buChar char="•"/>
            </a:pPr>
            <a:endParaRPr lang="en-US" sz="2000" dirty="0">
              <a:solidFill>
                <a:schemeClr val="tx1"/>
              </a:solidFill>
            </a:endParaRPr>
          </a:p>
        </p:txBody>
      </p:sp>
    </p:spTree>
    <p:extLst>
      <p:ext uri="{BB962C8B-B14F-4D97-AF65-F5344CB8AC3E}">
        <p14:creationId xmlns:p14="http://schemas.microsoft.com/office/powerpoint/2010/main" val="1272390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300251"/>
            <a:ext cx="10058400" cy="1450757"/>
          </a:xfrm>
        </p:spPr>
        <p:txBody>
          <a:bodyPr>
            <a:normAutofit/>
          </a:bodyPr>
          <a:lstStyle/>
          <a:p>
            <a:r>
              <a:rPr lang="en-US" dirty="0">
                <a:solidFill>
                  <a:schemeClr val="tx1"/>
                </a:solidFill>
              </a:rPr>
              <a:t>Example: find the largest number amongst three numbers.</a:t>
            </a:r>
          </a:p>
        </p:txBody>
      </p:sp>
      <p:pic>
        <p:nvPicPr>
          <p:cNvPr id="6" name="Content Placeholder 5"/>
          <p:cNvPicPr>
            <a:picLocks noGrp="1" noChangeAspect="1"/>
          </p:cNvPicPr>
          <p:nvPr>
            <p:ph idx="1"/>
          </p:nvPr>
        </p:nvPicPr>
        <p:blipFill>
          <a:blip r:embed="rId3"/>
          <a:stretch>
            <a:fillRect/>
          </a:stretch>
        </p:blipFill>
        <p:spPr>
          <a:xfrm>
            <a:off x="753722" y="1897811"/>
            <a:ext cx="5164000" cy="4744529"/>
          </a:xfrm>
          <a:prstGeom prst="rect">
            <a:avLst/>
          </a:prstGeom>
        </p:spPr>
      </p:pic>
      <p:pic>
        <p:nvPicPr>
          <p:cNvPr id="7" name="Picture 6"/>
          <p:cNvPicPr>
            <a:picLocks noChangeAspect="1"/>
          </p:cNvPicPr>
          <p:nvPr/>
        </p:nvPicPr>
        <p:blipFill>
          <a:blip r:embed="rId4"/>
          <a:stretch>
            <a:fillRect/>
          </a:stretch>
        </p:blipFill>
        <p:spPr>
          <a:xfrm>
            <a:off x="5917722" y="2084717"/>
            <a:ext cx="5313870" cy="2297502"/>
          </a:xfrm>
          <a:prstGeom prst="rect">
            <a:avLst/>
          </a:prstGeom>
        </p:spPr>
      </p:pic>
    </p:spTree>
    <p:extLst>
      <p:ext uri="{BB962C8B-B14F-4D97-AF65-F5344CB8AC3E}">
        <p14:creationId xmlns:p14="http://schemas.microsoft.com/office/powerpoint/2010/main" val="2870650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3507" y="228102"/>
            <a:ext cx="10058400" cy="1450757"/>
          </a:xfrm>
        </p:spPr>
        <p:txBody>
          <a:bodyPr/>
          <a:lstStyle/>
          <a:p>
            <a:r>
              <a:rPr lang="en-US" b="1" dirty="0">
                <a:solidFill>
                  <a:schemeClr val="tx1"/>
                </a:solidFill>
              </a:rPr>
              <a:t>First order mutant of the example program </a:t>
            </a:r>
          </a:p>
        </p:txBody>
      </p:sp>
      <p:sp>
        <p:nvSpPr>
          <p:cNvPr id="3" name="Content Placeholder 2"/>
          <p:cNvSpPr>
            <a:spLocks noGrp="1"/>
          </p:cNvSpPr>
          <p:nvPr>
            <p:ph idx="1"/>
          </p:nvPr>
        </p:nvSpPr>
        <p:spPr>
          <a:xfrm>
            <a:off x="241540" y="1984076"/>
            <a:ext cx="5375664" cy="3874724"/>
          </a:xfrm>
        </p:spPr>
        <p:txBody>
          <a:bodyPr>
            <a:normAutofit/>
          </a:bodyPr>
          <a:lstStyle/>
          <a:p>
            <a:pPr algn="just">
              <a:buFont typeface="Arial" panose="020B0604020202020204" pitchFamily="34" charset="0"/>
              <a:buChar char="•"/>
            </a:pPr>
            <a:r>
              <a:rPr lang="en-US" dirty="0">
                <a:solidFill>
                  <a:schemeClr val="tx1"/>
                </a:solidFill>
              </a:rPr>
              <a:t>Many changes can be made in the program.</a:t>
            </a:r>
          </a:p>
          <a:p>
            <a:pPr algn="just">
              <a:buFont typeface="Arial" panose="020B0604020202020204" pitchFamily="34" charset="0"/>
              <a:buChar char="•"/>
            </a:pPr>
            <a:r>
              <a:rPr lang="en-US" dirty="0">
                <a:solidFill>
                  <a:schemeClr val="tx1"/>
                </a:solidFill>
              </a:rPr>
              <a:t> Mutant M</a:t>
            </a:r>
            <a:r>
              <a:rPr lang="en-US" baseline="-25000" dirty="0">
                <a:solidFill>
                  <a:schemeClr val="tx1"/>
                </a:solidFill>
              </a:rPr>
              <a:t>1</a:t>
            </a:r>
            <a:r>
              <a:rPr lang="en-US" dirty="0">
                <a:solidFill>
                  <a:schemeClr val="tx1"/>
                </a:solidFill>
              </a:rPr>
              <a:t> is obtained by replacing the operator ‘&gt;’ of line number 11 by the operator ‘ =’. </a:t>
            </a:r>
          </a:p>
          <a:p>
            <a:pPr algn="just">
              <a:buFont typeface="Arial" panose="020B0604020202020204" pitchFamily="34" charset="0"/>
              <a:buChar char="•"/>
            </a:pPr>
            <a:r>
              <a:rPr lang="en-US" dirty="0">
                <a:solidFill>
                  <a:schemeClr val="tx1"/>
                </a:solidFill>
              </a:rPr>
              <a:t>Mutant M</a:t>
            </a:r>
            <a:r>
              <a:rPr lang="en-US" baseline="-25000" dirty="0">
                <a:solidFill>
                  <a:schemeClr val="tx1"/>
                </a:solidFill>
              </a:rPr>
              <a:t>2</a:t>
            </a:r>
            <a:r>
              <a:rPr lang="en-US" dirty="0">
                <a:solidFill>
                  <a:schemeClr val="tx1"/>
                </a:solidFill>
              </a:rPr>
              <a:t>  is obtained by changing the operator ‘&gt;’ of line number 20 to operator ‘&lt;’.</a:t>
            </a:r>
          </a:p>
          <a:p>
            <a:pPr algn="just">
              <a:buFont typeface="Arial" panose="020B0604020202020204" pitchFamily="34" charset="0"/>
              <a:buChar char="•"/>
            </a:pPr>
            <a:r>
              <a:rPr lang="en-US" dirty="0">
                <a:solidFill>
                  <a:schemeClr val="tx1"/>
                </a:solidFill>
              </a:rPr>
              <a:t>These changes are simple changes. Only one change has been made in the original program to obtain mutant  M</a:t>
            </a:r>
            <a:r>
              <a:rPr lang="en-US" baseline="-25000" dirty="0">
                <a:solidFill>
                  <a:schemeClr val="tx1"/>
                </a:solidFill>
              </a:rPr>
              <a:t>1</a:t>
            </a:r>
            <a:r>
              <a:rPr lang="en-US" dirty="0">
                <a:solidFill>
                  <a:schemeClr val="tx1"/>
                </a:solidFill>
              </a:rPr>
              <a:t> and mutant M</a:t>
            </a:r>
            <a:r>
              <a:rPr lang="en-US" baseline="-25000" dirty="0">
                <a:solidFill>
                  <a:schemeClr val="tx1"/>
                </a:solidFill>
              </a:rPr>
              <a:t>2</a:t>
            </a:r>
            <a:r>
              <a:rPr lang="en-US" dirty="0">
                <a:solidFill>
                  <a:schemeClr val="tx1"/>
                </a:solidFill>
              </a:rPr>
              <a:t>.</a:t>
            </a:r>
          </a:p>
        </p:txBody>
      </p:sp>
      <p:pic>
        <p:nvPicPr>
          <p:cNvPr id="6" name="Picture 5"/>
          <p:cNvPicPr>
            <a:picLocks noChangeAspect="1"/>
          </p:cNvPicPr>
          <p:nvPr/>
        </p:nvPicPr>
        <p:blipFill>
          <a:blip r:embed="rId2"/>
          <a:stretch>
            <a:fillRect/>
          </a:stretch>
        </p:blipFill>
        <p:spPr>
          <a:xfrm>
            <a:off x="5740034" y="1779405"/>
            <a:ext cx="5993604" cy="1045921"/>
          </a:xfrm>
          <a:prstGeom prst="rect">
            <a:avLst/>
          </a:prstGeom>
        </p:spPr>
      </p:pic>
      <p:pic>
        <p:nvPicPr>
          <p:cNvPr id="7" name="Picture 6"/>
          <p:cNvPicPr>
            <a:picLocks noChangeAspect="1"/>
          </p:cNvPicPr>
          <p:nvPr/>
        </p:nvPicPr>
        <p:blipFill>
          <a:blip r:embed="rId3"/>
          <a:stretch>
            <a:fillRect/>
          </a:stretch>
        </p:blipFill>
        <p:spPr>
          <a:xfrm>
            <a:off x="5740034" y="3859570"/>
            <a:ext cx="5993604" cy="1196324"/>
          </a:xfrm>
          <a:prstGeom prst="rect">
            <a:avLst/>
          </a:prstGeom>
        </p:spPr>
      </p:pic>
      <p:sp>
        <p:nvSpPr>
          <p:cNvPr id="9" name="TextBox 8"/>
          <p:cNvSpPr txBox="1"/>
          <p:nvPr/>
        </p:nvSpPr>
        <p:spPr>
          <a:xfrm>
            <a:off x="8264106" y="5858800"/>
            <a:ext cx="1259456" cy="45719"/>
          </a:xfrm>
          <a:prstGeom prst="rect">
            <a:avLst/>
          </a:prstGeom>
          <a:noFill/>
        </p:spPr>
        <p:txBody>
          <a:bodyPr wrap="square" rtlCol="0">
            <a:spAutoFit/>
          </a:bodyPr>
          <a:lstStyle/>
          <a:p>
            <a:endParaRPr lang="en-US" dirty="0"/>
          </a:p>
        </p:txBody>
      </p:sp>
      <p:sp>
        <p:nvSpPr>
          <p:cNvPr id="10" name="TextBox 9"/>
          <p:cNvSpPr txBox="1"/>
          <p:nvPr/>
        </p:nvSpPr>
        <p:spPr>
          <a:xfrm>
            <a:off x="7511291" y="3134289"/>
            <a:ext cx="3174520" cy="369332"/>
          </a:xfrm>
          <a:prstGeom prst="rect">
            <a:avLst/>
          </a:prstGeom>
          <a:noFill/>
        </p:spPr>
        <p:txBody>
          <a:bodyPr wrap="square" rtlCol="0">
            <a:spAutoFit/>
          </a:bodyPr>
          <a:lstStyle/>
          <a:p>
            <a:r>
              <a:rPr lang="en-US" dirty="0"/>
              <a:t>M</a:t>
            </a:r>
            <a:r>
              <a:rPr lang="en-US" baseline="-25000" dirty="0"/>
              <a:t>1:</a:t>
            </a:r>
            <a:r>
              <a:rPr lang="en-US" dirty="0"/>
              <a:t> First order mutant</a:t>
            </a:r>
          </a:p>
        </p:txBody>
      </p:sp>
      <p:sp>
        <p:nvSpPr>
          <p:cNvPr id="11" name="TextBox 10"/>
          <p:cNvSpPr txBox="1"/>
          <p:nvPr/>
        </p:nvSpPr>
        <p:spPr>
          <a:xfrm>
            <a:off x="7711326" y="5148861"/>
            <a:ext cx="3174520" cy="369332"/>
          </a:xfrm>
          <a:prstGeom prst="rect">
            <a:avLst/>
          </a:prstGeom>
          <a:noFill/>
        </p:spPr>
        <p:txBody>
          <a:bodyPr wrap="square" rtlCol="0">
            <a:spAutoFit/>
          </a:bodyPr>
          <a:lstStyle/>
          <a:p>
            <a:r>
              <a:rPr lang="en-US" dirty="0"/>
              <a:t>M</a:t>
            </a:r>
            <a:r>
              <a:rPr lang="en-US" baseline="-25000" dirty="0"/>
              <a:t>2:</a:t>
            </a:r>
            <a:r>
              <a:rPr lang="en-US" dirty="0"/>
              <a:t> First order mutant</a:t>
            </a:r>
          </a:p>
        </p:txBody>
      </p:sp>
    </p:spTree>
    <p:extLst>
      <p:ext uri="{BB962C8B-B14F-4D97-AF65-F5344CB8AC3E}">
        <p14:creationId xmlns:p14="http://schemas.microsoft.com/office/powerpoint/2010/main" val="2975843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4"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wipe(down)">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circle(in)">
                                      <p:cBhvr>
                                        <p:cTn id="21" dur="2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5142" y="824757"/>
            <a:ext cx="10058400" cy="891199"/>
          </a:xfrm>
        </p:spPr>
        <p:txBody>
          <a:bodyPr/>
          <a:lstStyle/>
          <a:p>
            <a:r>
              <a:rPr lang="en-US" b="1" dirty="0">
                <a:solidFill>
                  <a:schemeClr val="tx1"/>
                </a:solidFill>
              </a:rPr>
              <a:t>High order mutant</a:t>
            </a:r>
          </a:p>
        </p:txBody>
      </p:sp>
      <p:sp>
        <p:nvSpPr>
          <p:cNvPr id="3" name="Content Placeholder 2"/>
          <p:cNvSpPr>
            <a:spLocks noGrp="1"/>
          </p:cNvSpPr>
          <p:nvPr>
            <p:ph idx="1"/>
          </p:nvPr>
        </p:nvSpPr>
        <p:spPr>
          <a:xfrm>
            <a:off x="581192" y="1715956"/>
            <a:ext cx="11029615" cy="4142843"/>
          </a:xfrm>
        </p:spPr>
        <p:txBody>
          <a:bodyPr/>
          <a:lstStyle/>
          <a:p>
            <a:pPr algn="just">
              <a:buFont typeface="Arial" panose="020B0604020202020204" pitchFamily="34" charset="0"/>
              <a:buChar char="•"/>
            </a:pPr>
            <a:r>
              <a:rPr lang="en-US" dirty="0">
                <a:solidFill>
                  <a:schemeClr val="tx1"/>
                </a:solidFill>
              </a:rPr>
              <a:t>The mutants generated by making only one change are known as first order mutants. </a:t>
            </a:r>
          </a:p>
          <a:p>
            <a:pPr algn="just">
              <a:buFont typeface="Arial" panose="020B0604020202020204" pitchFamily="34" charset="0"/>
              <a:buChar char="•"/>
            </a:pPr>
            <a:r>
              <a:rPr lang="en-US" dirty="0">
                <a:solidFill>
                  <a:schemeClr val="tx1"/>
                </a:solidFill>
              </a:rPr>
              <a:t>We may obtain second order mutants by making two simple changes in the program and third order mutants by making three simple changes, and so on. </a:t>
            </a:r>
          </a:p>
          <a:p>
            <a:pPr algn="just">
              <a:buFont typeface="Arial" panose="020B0604020202020204" pitchFamily="34" charset="0"/>
              <a:buChar char="•"/>
            </a:pPr>
            <a:r>
              <a:rPr lang="en-US" dirty="0">
                <a:solidFill>
                  <a:schemeClr val="tx1"/>
                </a:solidFill>
              </a:rPr>
              <a:t>The second order mutant of the example program can be obtained by making two changes in the program and thus changing operator ‘&gt;’ of line number 11 to operator ‘&lt;’ and operator ‘&gt;’ of line number 20 to ‘ &gt;=’ .</a:t>
            </a:r>
          </a:p>
          <a:p>
            <a:pPr algn="just">
              <a:buFont typeface="Arial" panose="020B0604020202020204" pitchFamily="34" charset="0"/>
              <a:buChar char="•"/>
            </a:pPr>
            <a:r>
              <a:rPr lang="en-US" dirty="0">
                <a:solidFill>
                  <a:schemeClr val="tx1"/>
                </a:solidFill>
              </a:rPr>
              <a:t>The second order mutants and above are called higher order mutants. </a:t>
            </a:r>
          </a:p>
          <a:p>
            <a:pPr algn="just">
              <a:buFont typeface="Arial" panose="020B0604020202020204" pitchFamily="34" charset="0"/>
              <a:buChar char="•"/>
            </a:pPr>
            <a:r>
              <a:rPr lang="en-US" dirty="0">
                <a:solidFill>
                  <a:schemeClr val="tx1"/>
                </a:solidFill>
              </a:rPr>
              <a:t>Generally, in practice, we prefer to use only first order mutants in order to simplify the process of mutation.</a:t>
            </a:r>
          </a:p>
        </p:txBody>
      </p:sp>
    </p:spTree>
    <p:extLst>
      <p:ext uri="{BB962C8B-B14F-4D97-AF65-F5344CB8AC3E}">
        <p14:creationId xmlns:p14="http://schemas.microsoft.com/office/powerpoint/2010/main" val="2728092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18866"/>
            <a:ext cx="10058400" cy="918494"/>
          </a:xfrm>
        </p:spPr>
        <p:txBody>
          <a:bodyPr/>
          <a:lstStyle/>
          <a:p>
            <a:r>
              <a:rPr lang="en-US" b="1" dirty="0">
                <a:solidFill>
                  <a:schemeClr val="tx1"/>
                </a:solidFill>
              </a:rPr>
              <a:t>Second order mutant</a:t>
            </a:r>
          </a:p>
        </p:txBody>
      </p:sp>
      <p:pic>
        <p:nvPicPr>
          <p:cNvPr id="6" name="Content Placeholder 5"/>
          <p:cNvPicPr>
            <a:picLocks noGrp="1" noChangeAspect="1"/>
          </p:cNvPicPr>
          <p:nvPr>
            <p:ph idx="1"/>
          </p:nvPr>
        </p:nvPicPr>
        <p:blipFill>
          <a:blip r:embed="rId2"/>
          <a:stretch>
            <a:fillRect/>
          </a:stretch>
        </p:blipFill>
        <p:spPr>
          <a:xfrm>
            <a:off x="1204823" y="2013688"/>
            <a:ext cx="9782354" cy="3485072"/>
          </a:xfrm>
          <a:prstGeom prst="rect">
            <a:avLst/>
          </a:prstGeom>
        </p:spPr>
      </p:pic>
    </p:spTree>
    <p:extLst>
      <p:ext uri="{BB962C8B-B14F-4D97-AF65-F5344CB8AC3E}">
        <p14:creationId xmlns:p14="http://schemas.microsoft.com/office/powerpoint/2010/main" val="1152589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Mutation Operators</a:t>
            </a:r>
          </a:p>
        </p:txBody>
      </p:sp>
      <p:sp>
        <p:nvSpPr>
          <p:cNvPr id="3" name="Content Placeholder 2"/>
          <p:cNvSpPr>
            <a:spLocks noGrp="1"/>
          </p:cNvSpPr>
          <p:nvPr>
            <p:ph idx="1"/>
          </p:nvPr>
        </p:nvSpPr>
        <p:spPr>
          <a:xfrm>
            <a:off x="908740" y="1920215"/>
            <a:ext cx="10446198" cy="3788459"/>
          </a:xfrm>
        </p:spPr>
        <p:txBody>
          <a:bodyPr>
            <a:normAutofit/>
          </a:bodyPr>
          <a:lstStyle/>
          <a:p>
            <a:pPr algn="just">
              <a:buFont typeface="Arial" panose="020B0604020202020204" pitchFamily="34" charset="0"/>
              <a:buChar char="•"/>
            </a:pPr>
            <a:r>
              <a:rPr lang="en-US" dirty="0">
                <a:solidFill>
                  <a:schemeClr val="tx1"/>
                </a:solidFill>
              </a:rPr>
              <a:t>Mutants are produced by applying mutant operators.  An operator is essentially a grammatical rule that changes a single expression to another expression. The changed expression should be grammatically correct as per the used language. </a:t>
            </a:r>
          </a:p>
          <a:p>
            <a:pPr algn="just">
              <a:buFont typeface="Arial" panose="020B0604020202020204" pitchFamily="34" charset="0"/>
              <a:buChar char="•"/>
            </a:pPr>
            <a:r>
              <a:rPr lang="en-US" dirty="0">
                <a:solidFill>
                  <a:schemeClr val="tx1"/>
                </a:solidFill>
              </a:rPr>
              <a:t>If one or more mutant operators are applied to all expressions of a program, we may be able to generate a large set of mutants. </a:t>
            </a:r>
          </a:p>
          <a:p>
            <a:pPr algn="just">
              <a:buFont typeface="Arial" panose="020B0604020202020204" pitchFamily="34" charset="0"/>
              <a:buChar char="•"/>
            </a:pPr>
            <a:r>
              <a:rPr lang="en-US" dirty="0">
                <a:solidFill>
                  <a:schemeClr val="tx1"/>
                </a:solidFill>
              </a:rPr>
              <a:t>We should measure the degree to which the program is changed. If the original expression is x + 1, and the mutant for that expression is x + 2, that is considered as a lesser change as compared to a mutant where the changed expression is (y * 2) by changing both operands and the operator.</a:t>
            </a:r>
          </a:p>
          <a:p>
            <a:pPr algn="just">
              <a:buFont typeface="Arial" panose="020B0604020202020204" pitchFamily="34" charset="0"/>
              <a:buChar char="•"/>
            </a:pPr>
            <a:r>
              <a:rPr lang="en-US" dirty="0">
                <a:solidFill>
                  <a:schemeClr val="tx1"/>
                </a:solidFill>
              </a:rPr>
              <a:t>If x – y is changed to x – 5 to make a mutant, then we should not use the value of y to be equal to 5. If we do so, the fault will not be revealed. </a:t>
            </a:r>
          </a:p>
          <a:p>
            <a:pPr algn="just"/>
            <a:endParaRPr lang="en-US" dirty="0"/>
          </a:p>
        </p:txBody>
      </p:sp>
    </p:spTree>
    <p:extLst>
      <p:ext uri="{BB962C8B-B14F-4D97-AF65-F5344CB8AC3E}">
        <p14:creationId xmlns:p14="http://schemas.microsoft.com/office/powerpoint/2010/main" val="28363770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lstStyle/>
          <a:p>
            <a:r>
              <a:rPr lang="en-US" b="1" dirty="0">
                <a:solidFill>
                  <a:schemeClr val="tx1"/>
                </a:solidFill>
              </a:rPr>
              <a:t>Mutation Operators</a:t>
            </a:r>
          </a:p>
        </p:txBody>
      </p:sp>
      <p:sp>
        <p:nvSpPr>
          <p:cNvPr id="3" name="Content Placeholder 2"/>
          <p:cNvSpPr>
            <a:spLocks noGrp="1"/>
          </p:cNvSpPr>
          <p:nvPr>
            <p:ph idx="1"/>
          </p:nvPr>
        </p:nvSpPr>
        <p:spPr/>
        <p:txBody>
          <a:bodyPr>
            <a:normAutofit/>
          </a:bodyPr>
          <a:lstStyle/>
          <a:p>
            <a:r>
              <a:rPr lang="en-US" sz="2400" dirty="0">
                <a:solidFill>
                  <a:schemeClr val="tx1"/>
                </a:solidFill>
              </a:rPr>
              <a:t>Some of the mutant operators for object oriented languages like Java, C++ are given as:</a:t>
            </a:r>
          </a:p>
          <a:p>
            <a:pPr lvl="1"/>
            <a:r>
              <a:rPr lang="en-US" sz="2000" dirty="0">
                <a:solidFill>
                  <a:schemeClr val="tx1"/>
                </a:solidFill>
              </a:rPr>
              <a:t>Static modifier change</a:t>
            </a:r>
          </a:p>
          <a:p>
            <a:pPr lvl="1"/>
            <a:r>
              <a:rPr lang="en-US" sz="2000" dirty="0">
                <a:solidFill>
                  <a:schemeClr val="tx1"/>
                </a:solidFill>
              </a:rPr>
              <a:t>Changing the access modifier, like public to private.</a:t>
            </a:r>
          </a:p>
          <a:p>
            <a:pPr lvl="1"/>
            <a:r>
              <a:rPr lang="en-US" sz="2000" dirty="0">
                <a:solidFill>
                  <a:schemeClr val="tx1"/>
                </a:solidFill>
              </a:rPr>
              <a:t>Argument order change</a:t>
            </a:r>
          </a:p>
          <a:p>
            <a:pPr lvl="1"/>
            <a:r>
              <a:rPr lang="en-US" sz="2000" dirty="0">
                <a:solidFill>
                  <a:schemeClr val="tx1"/>
                </a:solidFill>
              </a:rPr>
              <a:t>Super Keyword change</a:t>
            </a:r>
          </a:p>
          <a:p>
            <a:pPr lvl="1"/>
            <a:r>
              <a:rPr lang="en-US" sz="2000" dirty="0">
                <a:solidFill>
                  <a:schemeClr val="tx1"/>
                </a:solidFill>
              </a:rPr>
              <a:t>Operator change</a:t>
            </a:r>
          </a:p>
          <a:p>
            <a:pPr lvl="1"/>
            <a:r>
              <a:rPr lang="en-US" sz="2000" dirty="0">
                <a:solidFill>
                  <a:schemeClr val="tx1"/>
                </a:solidFill>
              </a:rPr>
              <a:t>Any operand change by a numeric value.</a:t>
            </a:r>
          </a:p>
        </p:txBody>
      </p:sp>
    </p:spTree>
    <p:extLst>
      <p:ext uri="{BB962C8B-B14F-4D97-AF65-F5344CB8AC3E}">
        <p14:creationId xmlns:p14="http://schemas.microsoft.com/office/powerpoint/2010/main" val="21105650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52695"/>
            <a:ext cx="10058400" cy="784665"/>
          </a:xfrm>
        </p:spPr>
        <p:txBody>
          <a:bodyPr/>
          <a:lstStyle/>
          <a:p>
            <a:r>
              <a:rPr lang="en-US" b="1" dirty="0">
                <a:solidFill>
                  <a:schemeClr val="tx1"/>
                </a:solidFill>
              </a:rPr>
              <a:t>Mutation Score</a:t>
            </a:r>
          </a:p>
        </p:txBody>
      </p:sp>
      <p:sp>
        <p:nvSpPr>
          <p:cNvPr id="3" name="Content Placeholder 2"/>
          <p:cNvSpPr>
            <a:spLocks noGrp="1"/>
          </p:cNvSpPr>
          <p:nvPr>
            <p:ph idx="1"/>
          </p:nvPr>
        </p:nvSpPr>
        <p:spPr>
          <a:xfrm>
            <a:off x="758613" y="1869814"/>
            <a:ext cx="10453870" cy="3678303"/>
          </a:xfrm>
        </p:spPr>
        <p:txBody>
          <a:bodyPr>
            <a:normAutofit/>
          </a:bodyPr>
          <a:lstStyle/>
          <a:p>
            <a:pPr algn="just"/>
            <a:r>
              <a:rPr lang="en-US" sz="2000" dirty="0">
                <a:solidFill>
                  <a:schemeClr val="tx1"/>
                </a:solidFill>
              </a:rPr>
              <a:t>When we execute a mutant using a test suite, we may have any of the following outcomes:</a:t>
            </a:r>
          </a:p>
          <a:p>
            <a:pPr lvl="1" algn="just"/>
            <a:r>
              <a:rPr lang="en-US" sz="2000" dirty="0">
                <a:solidFill>
                  <a:schemeClr val="tx1"/>
                </a:solidFill>
              </a:rPr>
              <a:t>The results of the program are affected by the change and any test case of the test suite detects it. If this happens, then the mutant is called a killed mutant.</a:t>
            </a:r>
          </a:p>
          <a:p>
            <a:pPr lvl="1" algn="just"/>
            <a:r>
              <a:rPr lang="en-US" sz="2000" dirty="0">
                <a:solidFill>
                  <a:schemeClr val="tx1"/>
                </a:solidFill>
              </a:rPr>
              <a:t>The results of the program are not affected by the change and any test case of the test  suite does not detect the mutation. The mutant is called a live mutant.</a:t>
            </a:r>
          </a:p>
          <a:p>
            <a:pPr algn="just"/>
            <a:r>
              <a:rPr lang="en-US" sz="2000" dirty="0">
                <a:solidFill>
                  <a:schemeClr val="tx1"/>
                </a:solidFill>
              </a:rPr>
              <a:t>The mutation score associated with a test suite and its mutants is calculated as:</a:t>
            </a:r>
          </a:p>
          <a:p>
            <a:pPr algn="just"/>
            <a:endParaRPr lang="en-US" sz="2000" dirty="0">
              <a:solidFill>
                <a:schemeClr val="tx1"/>
              </a:solidFill>
            </a:endParaRPr>
          </a:p>
        </p:txBody>
      </p:sp>
      <p:pic>
        <p:nvPicPr>
          <p:cNvPr id="6" name="Picture 5"/>
          <p:cNvPicPr>
            <a:picLocks noChangeAspect="1"/>
          </p:cNvPicPr>
          <p:nvPr/>
        </p:nvPicPr>
        <p:blipFill>
          <a:blip r:embed="rId2"/>
          <a:stretch>
            <a:fillRect/>
          </a:stretch>
        </p:blipFill>
        <p:spPr>
          <a:xfrm>
            <a:off x="3942027" y="3948984"/>
            <a:ext cx="4038600" cy="714375"/>
          </a:xfrm>
          <a:prstGeom prst="rect">
            <a:avLst/>
          </a:prstGeom>
        </p:spPr>
      </p:pic>
    </p:spTree>
    <p:extLst>
      <p:ext uri="{BB962C8B-B14F-4D97-AF65-F5344CB8AC3E}">
        <p14:creationId xmlns:p14="http://schemas.microsoft.com/office/powerpoint/2010/main" val="1937937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88906"/>
            <a:ext cx="10058400" cy="748454"/>
          </a:xfrm>
        </p:spPr>
        <p:txBody>
          <a:bodyPr/>
          <a:lstStyle/>
          <a:p>
            <a:r>
              <a:rPr lang="en-US" b="1" dirty="0">
                <a:solidFill>
                  <a:schemeClr val="tx1"/>
                </a:solidFill>
              </a:rPr>
              <a:t>mutation score</a:t>
            </a:r>
          </a:p>
        </p:txBody>
      </p:sp>
      <p:sp>
        <p:nvSpPr>
          <p:cNvPr id="3" name="Content Placeholder 2"/>
          <p:cNvSpPr>
            <a:spLocks noGrp="1"/>
          </p:cNvSpPr>
          <p:nvPr>
            <p:ph idx="1"/>
          </p:nvPr>
        </p:nvSpPr>
        <p:spPr/>
        <p:txBody>
          <a:bodyPr>
            <a:normAutofit lnSpcReduction="10000"/>
          </a:bodyPr>
          <a:lstStyle/>
          <a:p>
            <a:pPr>
              <a:buFont typeface="Arial" panose="020B0604020202020204" pitchFamily="34" charset="0"/>
              <a:buChar char="•"/>
            </a:pPr>
            <a:r>
              <a:rPr lang="en-US" dirty="0">
                <a:solidFill>
                  <a:schemeClr val="tx1"/>
                </a:solidFill>
              </a:rPr>
              <a:t>The mutation score measures how sensitive the program is to the changes and how accurate the test suite is. </a:t>
            </a:r>
          </a:p>
          <a:p>
            <a:pPr>
              <a:buFont typeface="Arial" panose="020B0604020202020204" pitchFamily="34" charset="0"/>
              <a:buChar char="•"/>
            </a:pPr>
            <a:r>
              <a:rPr lang="en-US" dirty="0">
                <a:solidFill>
                  <a:schemeClr val="tx1"/>
                </a:solidFill>
              </a:rPr>
              <a:t>A mutation score is always between 0 and 1. </a:t>
            </a:r>
          </a:p>
          <a:p>
            <a:pPr>
              <a:buFont typeface="Arial" panose="020B0604020202020204" pitchFamily="34" charset="0"/>
              <a:buChar char="•"/>
            </a:pPr>
            <a:r>
              <a:rPr lang="en-US" dirty="0">
                <a:solidFill>
                  <a:schemeClr val="tx1"/>
                </a:solidFill>
              </a:rPr>
              <a:t>A higher value of  mutation score indicates the effectiveness of the test suite although effectiveness also depends </a:t>
            </a:r>
          </a:p>
          <a:p>
            <a:pPr>
              <a:buFont typeface="Arial" panose="020B0604020202020204" pitchFamily="34" charset="0"/>
              <a:buChar char="•"/>
            </a:pPr>
            <a:r>
              <a:rPr lang="en-US" dirty="0">
                <a:solidFill>
                  <a:schemeClr val="tx1"/>
                </a:solidFill>
              </a:rPr>
              <a:t>on the types of faults that the mutation operators are designed to represent.</a:t>
            </a:r>
          </a:p>
          <a:p>
            <a:pPr>
              <a:buFont typeface="Arial" panose="020B0604020202020204" pitchFamily="34" charset="0"/>
              <a:buChar char="•"/>
            </a:pPr>
            <a:r>
              <a:rPr lang="en-US" dirty="0">
                <a:solidFill>
                  <a:schemeClr val="tx1"/>
                </a:solidFill>
              </a:rPr>
              <a:t>The live mutants are important for us and should be analyzed thoroughly. </a:t>
            </a:r>
          </a:p>
          <a:p>
            <a:pPr>
              <a:buFont typeface="Arial" panose="020B0604020202020204" pitchFamily="34" charset="0"/>
              <a:buChar char="•"/>
            </a:pPr>
            <a:r>
              <a:rPr lang="en-US" dirty="0">
                <a:solidFill>
                  <a:schemeClr val="tx1"/>
                </a:solidFill>
              </a:rPr>
              <a:t>Why is it that any test case of the test suite not able to detect the changed </a:t>
            </a:r>
            <a:r>
              <a:rPr lang="en-US" dirty="0" err="1">
                <a:solidFill>
                  <a:schemeClr val="tx1"/>
                </a:solidFill>
              </a:rPr>
              <a:t>behaviour</a:t>
            </a:r>
            <a:r>
              <a:rPr lang="en-US" dirty="0">
                <a:solidFill>
                  <a:schemeClr val="tx1"/>
                </a:solidFill>
              </a:rPr>
              <a:t> of the program? </a:t>
            </a:r>
          </a:p>
          <a:p>
            <a:pPr>
              <a:buFont typeface="Arial" panose="020B0604020202020204" pitchFamily="34" charset="0"/>
              <a:buChar char="•"/>
            </a:pPr>
            <a:r>
              <a:rPr lang="en-US" dirty="0">
                <a:solidFill>
                  <a:schemeClr val="tx1"/>
                </a:solidFill>
              </a:rPr>
              <a:t>One of the reasons may be that the changed statement was not executed by these test cases. If executed, then also it has no effect on the </a:t>
            </a:r>
            <a:r>
              <a:rPr lang="en-US" dirty="0" err="1">
                <a:solidFill>
                  <a:schemeClr val="tx1"/>
                </a:solidFill>
              </a:rPr>
              <a:t>behaviour</a:t>
            </a:r>
            <a:r>
              <a:rPr lang="en-US" dirty="0">
                <a:solidFill>
                  <a:schemeClr val="tx1"/>
                </a:solidFill>
              </a:rPr>
              <a:t> of the program. </a:t>
            </a:r>
          </a:p>
        </p:txBody>
      </p:sp>
    </p:spTree>
    <p:extLst>
      <p:ext uri="{BB962C8B-B14F-4D97-AF65-F5344CB8AC3E}">
        <p14:creationId xmlns:p14="http://schemas.microsoft.com/office/powerpoint/2010/main" val="40397117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668740"/>
            <a:ext cx="10058400" cy="1068620"/>
          </a:xfrm>
        </p:spPr>
        <p:txBody>
          <a:bodyPr>
            <a:normAutofit fontScale="90000"/>
          </a:bodyPr>
          <a:lstStyle/>
          <a:p>
            <a:r>
              <a:rPr lang="en-US" b="1" dirty="0">
                <a:solidFill>
                  <a:schemeClr val="tx1"/>
                </a:solidFill>
              </a:rPr>
              <a:t>Example: program to find the largest of three numbers</a:t>
            </a:r>
          </a:p>
        </p:txBody>
      </p:sp>
      <p:sp>
        <p:nvSpPr>
          <p:cNvPr id="3" name="Content Placeholder 2"/>
          <p:cNvSpPr>
            <a:spLocks noGrp="1"/>
          </p:cNvSpPr>
          <p:nvPr>
            <p:ph idx="1"/>
          </p:nvPr>
        </p:nvSpPr>
        <p:spPr>
          <a:xfrm>
            <a:off x="1097280" y="1885438"/>
            <a:ext cx="9728528" cy="965179"/>
          </a:xfrm>
        </p:spPr>
        <p:txBody>
          <a:bodyPr/>
          <a:lstStyle/>
          <a:p>
            <a:r>
              <a:rPr lang="en-US" b="1" dirty="0">
                <a:solidFill>
                  <a:schemeClr val="tx1"/>
                </a:solidFill>
              </a:rPr>
              <a:t>Generate five mutants (M</a:t>
            </a:r>
            <a:r>
              <a:rPr lang="en-US" b="1" baseline="-25000" dirty="0">
                <a:solidFill>
                  <a:schemeClr val="tx1"/>
                </a:solidFill>
              </a:rPr>
              <a:t>1</a:t>
            </a:r>
            <a:r>
              <a:rPr lang="en-US" b="1" dirty="0">
                <a:solidFill>
                  <a:schemeClr val="tx1"/>
                </a:solidFill>
              </a:rPr>
              <a:t>  to M</a:t>
            </a:r>
            <a:r>
              <a:rPr lang="en-US" b="1" baseline="-25000" dirty="0">
                <a:solidFill>
                  <a:schemeClr val="tx1"/>
                </a:solidFill>
              </a:rPr>
              <a:t>5</a:t>
            </a:r>
            <a:r>
              <a:rPr lang="en-US" b="1" dirty="0">
                <a:solidFill>
                  <a:schemeClr val="tx1"/>
                </a:solidFill>
              </a:rPr>
              <a:t> ) and calculate the mutation score of this test suite.</a:t>
            </a:r>
          </a:p>
          <a:p>
            <a:endParaRPr lang="en-US" b="1" dirty="0">
              <a:solidFill>
                <a:schemeClr val="tx1"/>
              </a:solidFill>
            </a:endParaRPr>
          </a:p>
        </p:txBody>
      </p:sp>
      <p:pic>
        <p:nvPicPr>
          <p:cNvPr id="7" name="Picture 6"/>
          <p:cNvPicPr>
            <a:picLocks noChangeAspect="1"/>
          </p:cNvPicPr>
          <p:nvPr/>
        </p:nvPicPr>
        <p:blipFill>
          <a:blip r:embed="rId2"/>
          <a:stretch>
            <a:fillRect/>
          </a:stretch>
        </p:blipFill>
        <p:spPr>
          <a:xfrm>
            <a:off x="2337956" y="2998695"/>
            <a:ext cx="7577048" cy="1932164"/>
          </a:xfrm>
          <a:prstGeom prst="rect">
            <a:avLst/>
          </a:prstGeom>
        </p:spPr>
      </p:pic>
    </p:spTree>
    <p:extLst>
      <p:ext uri="{BB962C8B-B14F-4D97-AF65-F5344CB8AC3E}">
        <p14:creationId xmlns:p14="http://schemas.microsoft.com/office/powerpoint/2010/main" val="920152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46161"/>
            <a:ext cx="10058400" cy="891199"/>
          </a:xfrm>
        </p:spPr>
        <p:txBody>
          <a:bodyPr/>
          <a:lstStyle/>
          <a:p>
            <a:r>
              <a:rPr lang="en-US" b="1" dirty="0">
                <a:solidFill>
                  <a:schemeClr val="tx1"/>
                </a:solidFill>
              </a:rPr>
              <a:t>Five mutants</a:t>
            </a:r>
          </a:p>
        </p:txBody>
      </p:sp>
      <p:pic>
        <p:nvPicPr>
          <p:cNvPr id="6" name="Content Placeholder 5"/>
          <p:cNvPicPr>
            <a:picLocks noGrp="1" noChangeAspect="1"/>
          </p:cNvPicPr>
          <p:nvPr>
            <p:ph idx="1"/>
          </p:nvPr>
        </p:nvPicPr>
        <p:blipFill>
          <a:blip r:embed="rId2"/>
          <a:stretch>
            <a:fillRect/>
          </a:stretch>
        </p:blipFill>
        <p:spPr>
          <a:xfrm>
            <a:off x="428618" y="1877743"/>
            <a:ext cx="11334763" cy="3485071"/>
          </a:xfrm>
          <a:prstGeom prst="rect">
            <a:avLst/>
          </a:prstGeom>
        </p:spPr>
      </p:pic>
    </p:spTree>
    <p:extLst>
      <p:ext uri="{BB962C8B-B14F-4D97-AF65-F5344CB8AC3E}">
        <p14:creationId xmlns:p14="http://schemas.microsoft.com/office/powerpoint/2010/main" val="4094110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859809"/>
            <a:ext cx="10058400" cy="877551"/>
          </a:xfrm>
        </p:spPr>
        <p:txBody>
          <a:bodyPr/>
          <a:lstStyle/>
          <a:p>
            <a:r>
              <a:rPr lang="en-US" b="1" dirty="0">
                <a:solidFill>
                  <a:schemeClr val="tx1"/>
                </a:solidFill>
              </a:rPr>
              <a:t>Program results after executing mutants</a:t>
            </a:r>
          </a:p>
        </p:txBody>
      </p:sp>
      <p:pic>
        <p:nvPicPr>
          <p:cNvPr id="6" name="Content Placeholder 5"/>
          <p:cNvPicPr>
            <a:picLocks noGrp="1" noChangeAspect="1"/>
          </p:cNvPicPr>
          <p:nvPr>
            <p:ph idx="1"/>
          </p:nvPr>
        </p:nvPicPr>
        <p:blipFill>
          <a:blip r:embed="rId2"/>
          <a:stretch>
            <a:fillRect/>
          </a:stretch>
        </p:blipFill>
        <p:spPr>
          <a:xfrm>
            <a:off x="1299713" y="2037610"/>
            <a:ext cx="9592574" cy="3683554"/>
          </a:xfrm>
          <a:prstGeom prst="rect">
            <a:avLst/>
          </a:prstGeom>
        </p:spPr>
      </p:pic>
    </p:spTree>
    <p:extLst>
      <p:ext uri="{BB962C8B-B14F-4D97-AF65-F5344CB8AC3E}">
        <p14:creationId xmlns:p14="http://schemas.microsoft.com/office/powerpoint/2010/main" val="3796521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764275"/>
            <a:ext cx="10058400" cy="973085"/>
          </a:xfrm>
        </p:spPr>
        <p:txBody>
          <a:bodyPr/>
          <a:lstStyle/>
          <a:p>
            <a:r>
              <a:rPr lang="en-US" b="1" dirty="0">
                <a:solidFill>
                  <a:schemeClr val="tx1"/>
                </a:solidFill>
              </a:rPr>
              <a:t>Program results after executing mutants</a:t>
            </a:r>
          </a:p>
        </p:txBody>
      </p:sp>
      <p:pic>
        <p:nvPicPr>
          <p:cNvPr id="6" name="Content Placeholder 5"/>
          <p:cNvPicPr>
            <a:picLocks noGrp="1" noChangeAspect="1"/>
          </p:cNvPicPr>
          <p:nvPr>
            <p:ph idx="1"/>
          </p:nvPr>
        </p:nvPicPr>
        <p:blipFill>
          <a:blip r:embed="rId2"/>
          <a:stretch>
            <a:fillRect/>
          </a:stretch>
        </p:blipFill>
        <p:spPr>
          <a:xfrm>
            <a:off x="1097280" y="1933089"/>
            <a:ext cx="10386203" cy="3858135"/>
          </a:xfrm>
          <a:prstGeom prst="rect">
            <a:avLst/>
          </a:prstGeom>
        </p:spPr>
      </p:pic>
    </p:spTree>
    <p:extLst>
      <p:ext uri="{BB962C8B-B14F-4D97-AF65-F5344CB8AC3E}">
        <p14:creationId xmlns:p14="http://schemas.microsoft.com/office/powerpoint/2010/main" val="301380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chemeClr val="tx1"/>
                </a:solidFill>
              </a:rPr>
              <a:t>Mutation score</a:t>
            </a:r>
          </a:p>
        </p:txBody>
      </p:sp>
      <p:pic>
        <p:nvPicPr>
          <p:cNvPr id="6" name="Content Placeholder 5"/>
          <p:cNvPicPr>
            <a:picLocks noGrp="1" noChangeAspect="1"/>
          </p:cNvPicPr>
          <p:nvPr>
            <p:ph idx="1"/>
          </p:nvPr>
        </p:nvPicPr>
        <p:blipFill>
          <a:blip r:embed="rId2"/>
          <a:stretch>
            <a:fillRect/>
          </a:stretch>
        </p:blipFill>
        <p:spPr>
          <a:xfrm>
            <a:off x="3187656" y="2149905"/>
            <a:ext cx="6038491" cy="1933200"/>
          </a:xfrm>
          <a:prstGeom prst="rect">
            <a:avLst/>
          </a:prstGeom>
        </p:spPr>
      </p:pic>
    </p:spTree>
    <p:extLst>
      <p:ext uri="{BB962C8B-B14F-4D97-AF65-F5344CB8AC3E}">
        <p14:creationId xmlns:p14="http://schemas.microsoft.com/office/powerpoint/2010/main" val="3254965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D177440-5003-96DC-0E2A-BA35A2AF9599}"/>
              </a:ext>
            </a:extLst>
          </p:cNvPr>
          <p:cNvSpPr>
            <a:spLocks noGrp="1"/>
          </p:cNvSpPr>
          <p:nvPr>
            <p:ph idx="1"/>
          </p:nvPr>
        </p:nvSpPr>
        <p:spPr>
          <a:xfrm>
            <a:off x="1097280" y="1809875"/>
            <a:ext cx="10058400" cy="4023360"/>
          </a:xfrm>
        </p:spPr>
        <p:txBody>
          <a:bodyPr/>
          <a:lstStyle/>
          <a:p>
            <a:r>
              <a:rPr lang="en-US" dirty="0"/>
              <a:t>Higher the mutant score, better is the effectiveness of the test suite. The mutant M2 is live in the example. We may have to write a specific test case to kill this mutant. The additional test case is given in Table 4.28.</a:t>
            </a:r>
          </a:p>
        </p:txBody>
      </p:sp>
      <p:pic>
        <p:nvPicPr>
          <p:cNvPr id="5" name="Picture 4">
            <a:extLst>
              <a:ext uri="{FF2B5EF4-FFF2-40B4-BE49-F238E27FC236}">
                <a16:creationId xmlns:a16="http://schemas.microsoft.com/office/drawing/2014/main" id="{D00F35CB-E1E3-CE96-E369-0A39019A663F}"/>
              </a:ext>
            </a:extLst>
          </p:cNvPr>
          <p:cNvPicPr>
            <a:picLocks noChangeAspect="1"/>
          </p:cNvPicPr>
          <p:nvPr/>
        </p:nvPicPr>
        <p:blipFill>
          <a:blip r:embed="rId2"/>
          <a:stretch>
            <a:fillRect/>
          </a:stretch>
        </p:blipFill>
        <p:spPr>
          <a:xfrm>
            <a:off x="1271195" y="2749212"/>
            <a:ext cx="9884485" cy="1359576"/>
          </a:xfrm>
          <a:prstGeom prst="rect">
            <a:avLst/>
          </a:prstGeom>
        </p:spPr>
      </p:pic>
      <p:pic>
        <p:nvPicPr>
          <p:cNvPr id="7" name="Picture 6">
            <a:extLst>
              <a:ext uri="{FF2B5EF4-FFF2-40B4-BE49-F238E27FC236}">
                <a16:creationId xmlns:a16="http://schemas.microsoft.com/office/drawing/2014/main" id="{EFF48B3A-BA13-D26B-5D5B-0D0D3524E8A2}"/>
              </a:ext>
            </a:extLst>
          </p:cNvPr>
          <p:cNvPicPr>
            <a:picLocks noChangeAspect="1"/>
          </p:cNvPicPr>
          <p:nvPr/>
        </p:nvPicPr>
        <p:blipFill>
          <a:blip r:embed="rId3"/>
          <a:stretch>
            <a:fillRect/>
          </a:stretch>
        </p:blipFill>
        <p:spPr>
          <a:xfrm>
            <a:off x="1439675" y="4108788"/>
            <a:ext cx="9716005" cy="2280837"/>
          </a:xfrm>
          <a:prstGeom prst="rect">
            <a:avLst/>
          </a:prstGeom>
        </p:spPr>
      </p:pic>
      <p:sp>
        <p:nvSpPr>
          <p:cNvPr id="8" name="Title 1">
            <a:extLst>
              <a:ext uri="{FF2B5EF4-FFF2-40B4-BE49-F238E27FC236}">
                <a16:creationId xmlns:a16="http://schemas.microsoft.com/office/drawing/2014/main" id="{6460119C-C125-0080-77EA-30C778D86616}"/>
              </a:ext>
            </a:extLst>
          </p:cNvPr>
          <p:cNvSpPr>
            <a:spLocks noGrp="1"/>
          </p:cNvSpPr>
          <p:nvPr>
            <p:ph type="title"/>
          </p:nvPr>
        </p:nvSpPr>
        <p:spPr>
          <a:xfrm>
            <a:off x="1096963" y="287338"/>
            <a:ext cx="10058400" cy="1449387"/>
          </a:xfrm>
        </p:spPr>
        <p:txBody>
          <a:bodyPr/>
          <a:lstStyle/>
          <a:p>
            <a:r>
              <a:rPr lang="en-US" b="1" dirty="0">
                <a:solidFill>
                  <a:schemeClr val="tx1"/>
                </a:solidFill>
              </a:rPr>
              <a:t>Live mutants</a:t>
            </a:r>
          </a:p>
        </p:txBody>
      </p:sp>
    </p:spTree>
    <p:extLst>
      <p:ext uri="{BB962C8B-B14F-4D97-AF65-F5344CB8AC3E}">
        <p14:creationId xmlns:p14="http://schemas.microsoft.com/office/powerpoint/2010/main" val="28283914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830E65-6B7C-A585-FF19-C97A51086BCA}"/>
              </a:ext>
            </a:extLst>
          </p:cNvPr>
          <p:cNvPicPr>
            <a:picLocks noGrp="1" noChangeAspect="1"/>
          </p:cNvPicPr>
          <p:nvPr>
            <p:ph idx="1"/>
          </p:nvPr>
        </p:nvPicPr>
        <p:blipFill>
          <a:blip r:embed="rId2"/>
          <a:stretch>
            <a:fillRect/>
          </a:stretch>
        </p:blipFill>
        <p:spPr>
          <a:xfrm>
            <a:off x="308721" y="2198254"/>
            <a:ext cx="10987948" cy="3592945"/>
          </a:xfrm>
        </p:spPr>
      </p:pic>
      <p:sp>
        <p:nvSpPr>
          <p:cNvPr id="6" name="Title 1">
            <a:extLst>
              <a:ext uri="{FF2B5EF4-FFF2-40B4-BE49-F238E27FC236}">
                <a16:creationId xmlns:a16="http://schemas.microsoft.com/office/drawing/2014/main" id="{4C59878E-16E8-FA70-794C-7C8491616DFB}"/>
              </a:ext>
            </a:extLst>
          </p:cNvPr>
          <p:cNvSpPr>
            <a:spLocks noGrp="1"/>
          </p:cNvSpPr>
          <p:nvPr>
            <p:ph type="title"/>
          </p:nvPr>
        </p:nvSpPr>
        <p:spPr>
          <a:xfrm>
            <a:off x="1096963" y="287338"/>
            <a:ext cx="10058400" cy="1449387"/>
          </a:xfrm>
        </p:spPr>
        <p:txBody>
          <a:bodyPr/>
          <a:lstStyle/>
          <a:p>
            <a:r>
              <a:rPr lang="en-US" b="1" dirty="0">
                <a:solidFill>
                  <a:schemeClr val="tx1"/>
                </a:solidFill>
              </a:rPr>
              <a:t>Program results after executing mutants</a:t>
            </a:r>
          </a:p>
        </p:txBody>
      </p:sp>
    </p:spTree>
    <p:extLst>
      <p:ext uri="{BB962C8B-B14F-4D97-AF65-F5344CB8AC3E}">
        <p14:creationId xmlns:p14="http://schemas.microsoft.com/office/powerpoint/2010/main" val="16185966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C300-74DB-523C-E1DF-758718BAECDB}"/>
              </a:ext>
            </a:extLst>
          </p:cNvPr>
          <p:cNvSpPr txBox="1">
            <a:spLocks/>
          </p:cNvSpPr>
          <p:nvPr/>
        </p:nvSpPr>
        <p:spPr>
          <a:xfrm>
            <a:off x="4078288" y="2916238"/>
            <a:ext cx="4208462" cy="1449387"/>
          </a:xfrm>
          <a:prstGeom prst="rect">
            <a:avLst/>
          </a:prstGeom>
        </p:spPr>
        <p:txBody>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b="1" dirty="0">
                <a:solidFill>
                  <a:schemeClr val="tx1"/>
                </a:solidFill>
              </a:rPr>
              <a:t>Class activity</a:t>
            </a:r>
          </a:p>
        </p:txBody>
      </p:sp>
    </p:spTree>
    <p:extLst>
      <p:ext uri="{BB962C8B-B14F-4D97-AF65-F5344CB8AC3E}">
        <p14:creationId xmlns:p14="http://schemas.microsoft.com/office/powerpoint/2010/main" val="54100474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Retrospect</Template>
  <TotalTime>1579</TotalTime>
  <Words>1172</Words>
  <Application>Microsoft Office PowerPoint</Application>
  <PresentationFormat>Widescreen</PresentationFormat>
  <Paragraphs>80</Paragraphs>
  <Slides>20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Aptos</vt:lpstr>
      <vt:lpstr>Arial</vt:lpstr>
      <vt:lpstr>Calibri</vt:lpstr>
      <vt:lpstr>Calibri Light</vt:lpstr>
      <vt:lpstr>Times New Roman</vt:lpstr>
      <vt:lpstr>Retrospect</vt:lpstr>
      <vt:lpstr> Software Quality Engineering</vt:lpstr>
      <vt:lpstr>Mutation testing</vt:lpstr>
      <vt:lpstr>Mutation and Mutants</vt:lpstr>
      <vt:lpstr>Mutation and Mutants</vt:lpstr>
      <vt:lpstr>Example: find the largest number amongst three numbers.</vt:lpstr>
      <vt:lpstr>First order mutant of the example program </vt:lpstr>
      <vt:lpstr>High order mutant</vt:lpstr>
      <vt:lpstr>Second order mutant</vt:lpstr>
      <vt:lpstr>Mutation Operators</vt:lpstr>
      <vt:lpstr>Mutation Operators</vt:lpstr>
      <vt:lpstr>Mutation Score</vt:lpstr>
      <vt:lpstr>mutation score</vt:lpstr>
      <vt:lpstr>Example: program to find the largest of three numbers</vt:lpstr>
      <vt:lpstr>Five mutants</vt:lpstr>
      <vt:lpstr>Program results after executing mutants</vt:lpstr>
      <vt:lpstr>Program results after executing mutants</vt:lpstr>
      <vt:lpstr>Mutation score</vt:lpstr>
      <vt:lpstr>Live mutants</vt:lpstr>
      <vt:lpstr>Program results after executing mutants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Alina Arshad</dc:creator>
  <cp:lastModifiedBy>Ms Alina Arshad</cp:lastModifiedBy>
  <cp:revision>28</cp:revision>
  <dcterms:created xsi:type="dcterms:W3CDTF">2024-08-09T06:58:16Z</dcterms:created>
  <dcterms:modified xsi:type="dcterms:W3CDTF">2024-10-22T08:27:11Z</dcterms:modified>
</cp:coreProperties>
</file>