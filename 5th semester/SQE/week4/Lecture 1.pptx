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429" r:id="rId3"/>
    <p:sldId id="430" r:id="rId4"/>
    <p:sldId id="433" r:id="rId5"/>
    <p:sldId id="434" r:id="rId6"/>
    <p:sldId id="435" r:id="rId7"/>
    <p:sldId id="436" r:id="rId8"/>
    <p:sldId id="383" r:id="rId9"/>
    <p:sldId id="384" r:id="rId10"/>
    <p:sldId id="438" r:id="rId11"/>
    <p:sldId id="441" r:id="rId12"/>
    <p:sldId id="439" r:id="rId13"/>
    <p:sldId id="440" r:id="rId14"/>
    <p:sldId id="447" r:id="rId15"/>
    <p:sldId id="361" r:id="rId16"/>
    <p:sldId id="390" r:id="rId17"/>
    <p:sldId id="385" r:id="rId18"/>
    <p:sldId id="386" r:id="rId19"/>
    <p:sldId id="378" r:id="rId20"/>
    <p:sldId id="379" r:id="rId21"/>
    <p:sldId id="369" r:id="rId22"/>
    <p:sldId id="371" r:id="rId23"/>
    <p:sldId id="370" r:id="rId24"/>
    <p:sldId id="372" r:id="rId25"/>
    <p:sldId id="446" r:id="rId26"/>
    <p:sldId id="27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B24EE-2666-4060-89BA-CD0A06313B23}" v="37" dt="2024-09-12T11:57:49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6590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2DC180FD-F18C-4625-AB1F-E76E8B18C48B}"/>
    <pc:docChg chg="undo custSel addSld delSld modSld">
      <pc:chgData name="Ms Alina Arshad" userId="cccdfd85-d35d-4453-9c6f-a463aae40722" providerId="ADAL" clId="{2DC180FD-F18C-4625-AB1F-E76E8B18C48B}" dt="2024-09-03T05:38:11.505" v="436" actId="5793"/>
      <pc:docMkLst>
        <pc:docMk/>
      </pc:docMkLst>
      <pc:sldChg chg="modSp mod">
        <pc:chgData name="Ms Alina Arshad" userId="cccdfd85-d35d-4453-9c6f-a463aae40722" providerId="ADAL" clId="{2DC180FD-F18C-4625-AB1F-E76E8B18C48B}" dt="2024-09-02T08:51:50.113" v="330"/>
        <pc:sldMkLst>
          <pc:docMk/>
          <pc:sldMk cId="3322361034" sldId="256"/>
        </pc:sldMkLst>
        <pc:spChg chg="mod">
          <ac:chgData name="Ms Alina Arshad" userId="cccdfd85-d35d-4453-9c6f-a463aae40722" providerId="ADAL" clId="{2DC180FD-F18C-4625-AB1F-E76E8B18C48B}" dt="2024-09-02T08:51:50.113" v="330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2DC180FD-F18C-4625-AB1F-E76E8B18C48B}" dt="2024-08-30T04:31:20.525" v="5" actId="47"/>
        <pc:sldMkLst>
          <pc:docMk/>
          <pc:sldMk cId="0" sldId="350"/>
        </pc:sldMkLst>
      </pc:sldChg>
      <pc:sldChg chg="del">
        <pc:chgData name="Ms Alina Arshad" userId="cccdfd85-d35d-4453-9c6f-a463aae40722" providerId="ADAL" clId="{2DC180FD-F18C-4625-AB1F-E76E8B18C48B}" dt="2024-08-30T04:31:21.134" v="7" actId="47"/>
        <pc:sldMkLst>
          <pc:docMk/>
          <pc:sldMk cId="0" sldId="351"/>
        </pc:sldMkLst>
      </pc:sldChg>
      <pc:sldChg chg="del">
        <pc:chgData name="Ms Alina Arshad" userId="cccdfd85-d35d-4453-9c6f-a463aae40722" providerId="ADAL" clId="{2DC180FD-F18C-4625-AB1F-E76E8B18C48B}" dt="2024-08-30T04:31:21.759" v="9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2DC180FD-F18C-4625-AB1F-E76E8B18C48B}" dt="2024-08-30T04:31:22.331" v="11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2DC180FD-F18C-4625-AB1F-E76E8B18C48B}" dt="2024-08-30T04:31:22.800" v="12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2DC180FD-F18C-4625-AB1F-E76E8B18C48B}" dt="2024-08-30T04:31:20.197" v="4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2DC180FD-F18C-4625-AB1F-E76E8B18C48B}" dt="2024-08-30T04:31:21.431" v="8" actId="47"/>
        <pc:sldMkLst>
          <pc:docMk/>
          <pc:sldMk cId="0" sldId="356"/>
        </pc:sldMkLst>
      </pc:sldChg>
      <pc:sldChg chg="del">
        <pc:chgData name="Ms Alina Arshad" userId="cccdfd85-d35d-4453-9c6f-a463aae40722" providerId="ADAL" clId="{2DC180FD-F18C-4625-AB1F-E76E8B18C48B}" dt="2024-08-30T04:31:22.034" v="10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2DC180FD-F18C-4625-AB1F-E76E8B18C48B}" dt="2024-08-30T04:31:25.753" v="19" actId="47"/>
        <pc:sldMkLst>
          <pc:docMk/>
          <pc:sldMk cId="0" sldId="359"/>
        </pc:sldMkLst>
      </pc:sldChg>
      <pc:sldChg chg="del">
        <pc:chgData name="Ms Alina Arshad" userId="cccdfd85-d35d-4453-9c6f-a463aae40722" providerId="ADAL" clId="{2DC180FD-F18C-4625-AB1F-E76E8B18C48B}" dt="2024-08-30T04:31:26.112" v="20" actId="47"/>
        <pc:sldMkLst>
          <pc:docMk/>
          <pc:sldMk cId="0" sldId="360"/>
        </pc:sldMkLst>
      </pc:sldChg>
      <pc:sldChg chg="del">
        <pc:chgData name="Ms Alina Arshad" userId="cccdfd85-d35d-4453-9c6f-a463aae40722" providerId="ADAL" clId="{2DC180FD-F18C-4625-AB1F-E76E8B18C48B}" dt="2024-08-30T04:31:27.753" v="23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2DC180FD-F18C-4625-AB1F-E76E8B18C48B}" dt="2024-08-30T04:31:25.237" v="18" actId="47"/>
        <pc:sldMkLst>
          <pc:docMk/>
          <pc:sldMk cId="0" sldId="369"/>
        </pc:sldMkLst>
      </pc:sldChg>
      <pc:sldChg chg="modSp add mod">
        <pc:chgData name="Ms Alina Arshad" userId="cccdfd85-d35d-4453-9c6f-a463aae40722" providerId="ADAL" clId="{2DC180FD-F18C-4625-AB1F-E76E8B18C48B}" dt="2024-08-30T05:02:55.440" v="315" actId="20577"/>
        <pc:sldMkLst>
          <pc:docMk/>
          <pc:sldMk cId="3002628608" sldId="371"/>
        </pc:sldMkLst>
        <pc:spChg chg="mod">
          <ac:chgData name="Ms Alina Arshad" userId="cccdfd85-d35d-4453-9c6f-a463aae40722" providerId="ADAL" clId="{2DC180FD-F18C-4625-AB1F-E76E8B18C48B}" dt="2024-08-30T05:02:41.621" v="307" actId="113"/>
          <ac:spMkLst>
            <pc:docMk/>
            <pc:sldMk cId="3002628608" sldId="37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55.440" v="315" actId="20577"/>
          <ac:spMkLst>
            <pc:docMk/>
            <pc:sldMk cId="3002628608" sldId="371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0.853" v="6" actId="47"/>
        <pc:sldMkLst>
          <pc:docMk/>
          <pc:sldMk cId="0" sldId="374"/>
        </pc:sldMkLst>
      </pc:sldChg>
      <pc:sldChg chg="del">
        <pc:chgData name="Ms Alina Arshad" userId="cccdfd85-d35d-4453-9c6f-a463aae40722" providerId="ADAL" clId="{2DC180FD-F18C-4625-AB1F-E76E8B18C48B}" dt="2024-08-30T04:31:19.806" v="3" actId="47"/>
        <pc:sldMkLst>
          <pc:docMk/>
          <pc:sldMk cId="0" sldId="377"/>
        </pc:sldMkLst>
      </pc:sldChg>
      <pc:sldChg chg="del">
        <pc:chgData name="Ms Alina Arshad" userId="cccdfd85-d35d-4453-9c6f-a463aae40722" providerId="ADAL" clId="{2DC180FD-F18C-4625-AB1F-E76E8B18C48B}" dt="2024-08-30T04:31:26.972" v="22" actId="47"/>
        <pc:sldMkLst>
          <pc:docMk/>
          <pc:sldMk cId="511546327" sldId="385"/>
        </pc:sldMkLst>
      </pc:sldChg>
      <pc:sldChg chg="del">
        <pc:chgData name="Ms Alina Arshad" userId="cccdfd85-d35d-4453-9c6f-a463aae40722" providerId="ADAL" clId="{2DC180FD-F18C-4625-AB1F-E76E8B18C48B}" dt="2024-08-30T04:31:18.931" v="1" actId="47"/>
        <pc:sldMkLst>
          <pc:docMk/>
          <pc:sldMk cId="0" sldId="387"/>
        </pc:sldMkLst>
      </pc:sldChg>
      <pc:sldChg chg="del">
        <pc:chgData name="Ms Alina Arshad" userId="cccdfd85-d35d-4453-9c6f-a463aae40722" providerId="ADAL" clId="{2DC180FD-F18C-4625-AB1F-E76E8B18C48B}" dt="2024-08-30T04:31:19.462" v="2" actId="47"/>
        <pc:sldMkLst>
          <pc:docMk/>
          <pc:sldMk cId="0" sldId="388"/>
        </pc:sldMkLst>
      </pc:sldChg>
      <pc:sldChg chg="del">
        <pc:chgData name="Ms Alina Arshad" userId="cccdfd85-d35d-4453-9c6f-a463aae40722" providerId="ADAL" clId="{2DC180FD-F18C-4625-AB1F-E76E8B18C48B}" dt="2024-08-30T04:31:26.628" v="21" actId="47"/>
        <pc:sldMkLst>
          <pc:docMk/>
          <pc:sldMk cId="0" sldId="389"/>
        </pc:sldMkLst>
      </pc:sldChg>
      <pc:sldChg chg="del">
        <pc:chgData name="Ms Alina Arshad" userId="cccdfd85-d35d-4453-9c6f-a463aae40722" providerId="ADAL" clId="{2DC180FD-F18C-4625-AB1F-E76E8B18C48B}" dt="2024-08-30T04:31:23.175" v="13" actId="47"/>
        <pc:sldMkLst>
          <pc:docMk/>
          <pc:sldMk cId="938158308" sldId="390"/>
        </pc:sldMkLst>
      </pc:sldChg>
      <pc:sldChg chg="del">
        <pc:chgData name="Ms Alina Arshad" userId="cccdfd85-d35d-4453-9c6f-a463aae40722" providerId="ADAL" clId="{2DC180FD-F18C-4625-AB1F-E76E8B18C48B}" dt="2024-08-30T04:31:23.441" v="14" actId="47"/>
        <pc:sldMkLst>
          <pc:docMk/>
          <pc:sldMk cId="3237861477" sldId="391"/>
        </pc:sldMkLst>
      </pc:sldChg>
      <pc:sldChg chg="del">
        <pc:chgData name="Ms Alina Arshad" userId="cccdfd85-d35d-4453-9c6f-a463aae40722" providerId="ADAL" clId="{2DC180FD-F18C-4625-AB1F-E76E8B18C48B}" dt="2024-08-30T04:31:24.191" v="15" actId="47"/>
        <pc:sldMkLst>
          <pc:docMk/>
          <pc:sldMk cId="3171797292" sldId="392"/>
        </pc:sldMkLst>
      </pc:sldChg>
      <pc:sldChg chg="modSp add mod modNotesTx">
        <pc:chgData name="Ms Alina Arshad" userId="cccdfd85-d35d-4453-9c6f-a463aae40722" providerId="ADAL" clId="{2DC180FD-F18C-4625-AB1F-E76E8B18C48B}" dt="2024-09-03T05:36:37.436" v="434" actId="207"/>
        <pc:sldMkLst>
          <pc:docMk/>
          <pc:sldMk cId="3567501205" sldId="393"/>
        </pc:sldMkLst>
        <pc:spChg chg="mod">
          <ac:chgData name="Ms Alina Arshad" userId="cccdfd85-d35d-4453-9c6f-a463aae40722" providerId="ADAL" clId="{2DC180FD-F18C-4625-AB1F-E76E8B18C48B}" dt="2024-09-03T04:36:57.156" v="374" actId="207"/>
          <ac:spMkLst>
            <pc:docMk/>
            <pc:sldMk cId="3567501205" sldId="39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6:37.436" v="434" actId="207"/>
          <ac:spMkLst>
            <pc:docMk/>
            <pc:sldMk cId="3567501205" sldId="393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4.519" v="16" actId="47"/>
        <pc:sldMkLst>
          <pc:docMk/>
          <pc:sldMk cId="3643065844" sldId="394"/>
        </pc:sldMkLst>
      </pc:sldChg>
      <pc:sldChg chg="del">
        <pc:chgData name="Ms Alina Arshad" userId="cccdfd85-d35d-4453-9c6f-a463aae40722" providerId="ADAL" clId="{2DC180FD-F18C-4625-AB1F-E76E8B18C48B}" dt="2024-08-30T04:31:28.940" v="25" actId="47"/>
        <pc:sldMkLst>
          <pc:docMk/>
          <pc:sldMk cId="129645018" sldId="395"/>
        </pc:sldMkLst>
      </pc:sldChg>
      <pc:sldChg chg="modSp add mod">
        <pc:chgData name="Ms Alina Arshad" userId="cccdfd85-d35d-4453-9c6f-a463aae40722" providerId="ADAL" clId="{2DC180FD-F18C-4625-AB1F-E76E8B18C48B}" dt="2024-09-03T05:38:11.505" v="436" actId="5793"/>
        <pc:sldMkLst>
          <pc:docMk/>
          <pc:sldMk cId="2835579431" sldId="396"/>
        </pc:sldMkLst>
        <pc:spChg chg="mod">
          <ac:chgData name="Ms Alina Arshad" userId="cccdfd85-d35d-4453-9c6f-a463aae40722" providerId="ADAL" clId="{2DC180FD-F18C-4625-AB1F-E76E8B18C48B}" dt="2024-08-30T04:34:29.245" v="73" actId="113"/>
          <ac:spMkLst>
            <pc:docMk/>
            <pc:sldMk cId="2835579431" sldId="396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3T05:38:11.505" v="436" actId="5793"/>
          <ac:spMkLst>
            <pc:docMk/>
            <pc:sldMk cId="2835579431" sldId="396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2DC180FD-F18C-4625-AB1F-E76E8B18C48B}" dt="2024-08-30T04:31:29.442" v="26" actId="47"/>
        <pc:sldMkLst>
          <pc:docMk/>
          <pc:sldMk cId="2801136258" sldId="397"/>
        </pc:sldMkLst>
      </pc:sldChg>
      <pc:sldChg chg="del">
        <pc:chgData name="Ms Alina Arshad" userId="cccdfd85-d35d-4453-9c6f-a463aae40722" providerId="ADAL" clId="{2DC180FD-F18C-4625-AB1F-E76E8B18C48B}" dt="2024-08-30T04:31:25.003" v="17" actId="47"/>
        <pc:sldMkLst>
          <pc:docMk/>
          <pc:sldMk cId="2310894512" sldId="398"/>
        </pc:sldMkLst>
      </pc:sldChg>
      <pc:sldChg chg="del">
        <pc:chgData name="Ms Alina Arshad" userId="cccdfd85-d35d-4453-9c6f-a463aae40722" providerId="ADAL" clId="{2DC180FD-F18C-4625-AB1F-E76E8B18C48B}" dt="2024-08-30T04:31:28.097" v="24" actId="47"/>
        <pc:sldMkLst>
          <pc:docMk/>
          <pc:sldMk cId="4103277343" sldId="399"/>
        </pc:sldMkLst>
      </pc:sldChg>
      <pc:sldChg chg="modSp add mod modAnim">
        <pc:chgData name="Ms Alina Arshad" userId="cccdfd85-d35d-4453-9c6f-a463aae40722" providerId="ADAL" clId="{2DC180FD-F18C-4625-AB1F-E76E8B18C48B}" dt="2024-09-02T09:08:18.724" v="341" actId="14100"/>
        <pc:sldMkLst>
          <pc:docMk/>
          <pc:sldMk cId="3038092496" sldId="400"/>
        </pc:sldMkLst>
        <pc:spChg chg="mod">
          <ac:chgData name="Ms Alina Arshad" userId="cccdfd85-d35d-4453-9c6f-a463aae40722" providerId="ADAL" clId="{2DC180FD-F18C-4625-AB1F-E76E8B18C48B}" dt="2024-09-02T09:08:15.561" v="340" actId="113"/>
          <ac:spMkLst>
            <pc:docMk/>
            <pc:sldMk cId="3038092496" sldId="40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08:18.724" v="341" actId="14100"/>
          <ac:spMkLst>
            <pc:docMk/>
            <pc:sldMk cId="3038092496" sldId="400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6:37:53.683" v="329" actId="207"/>
        <pc:sldMkLst>
          <pc:docMk/>
          <pc:sldMk cId="2157527746" sldId="401"/>
        </pc:sldMkLst>
        <pc:spChg chg="del mod">
          <ac:chgData name="Ms Alina Arshad" userId="cccdfd85-d35d-4453-9c6f-a463aae40722" providerId="ADAL" clId="{2DC180FD-F18C-4625-AB1F-E76E8B18C48B}" dt="2024-08-30T04:34:15.526" v="70" actId="478"/>
          <ac:spMkLst>
            <pc:docMk/>
            <pc:sldMk cId="2157527746" sldId="401"/>
            <ac:spMk id="4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6:37:53.683" v="329" actId="207"/>
          <ac:spMkLst>
            <pc:docMk/>
            <pc:sldMk cId="2157527746" sldId="401"/>
            <ac:spMk id="7" creationId="{E6A48FC6-A99B-4FA8-A440-FEC0FDD782EA}"/>
          </ac:spMkLst>
        </pc:spChg>
        <pc:picChg chg="mod">
          <ac:chgData name="Ms Alina Arshad" userId="cccdfd85-d35d-4453-9c6f-a463aae40722" providerId="ADAL" clId="{2DC180FD-F18C-4625-AB1F-E76E8B18C48B}" dt="2024-08-30T04:34:21.717" v="71" actId="1076"/>
          <ac:picMkLst>
            <pc:docMk/>
            <pc:sldMk cId="2157527746" sldId="401"/>
            <ac:picMk id="1026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8-30T04:40:39.796" v="191" actId="207"/>
        <pc:sldMkLst>
          <pc:docMk/>
          <pc:sldMk cId="2990775597" sldId="402"/>
        </pc:sldMkLst>
        <pc:spChg chg="mod">
          <ac:chgData name="Ms Alina Arshad" userId="cccdfd85-d35d-4453-9c6f-a463aae40722" providerId="ADAL" clId="{2DC180FD-F18C-4625-AB1F-E76E8B18C48B}" dt="2024-08-30T04:37:33.296" v="176" actId="14100"/>
          <ac:spMkLst>
            <pc:docMk/>
            <pc:sldMk cId="2990775597" sldId="40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40:39.796" v="191" actId="207"/>
          <ac:spMkLst>
            <pc:docMk/>
            <pc:sldMk cId="2990775597" sldId="402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6:55.922" v="361" actId="403"/>
        <pc:sldMkLst>
          <pc:docMk/>
          <pc:sldMk cId="1130882444" sldId="403"/>
        </pc:sldMkLst>
        <pc:spChg chg="mod">
          <ac:chgData name="Ms Alina Arshad" userId="cccdfd85-d35d-4453-9c6f-a463aae40722" providerId="ADAL" clId="{2DC180FD-F18C-4625-AB1F-E76E8B18C48B}" dt="2024-08-30T04:48:46.558" v="208" actId="14100"/>
          <ac:spMkLst>
            <pc:docMk/>
            <pc:sldMk cId="1130882444" sldId="403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6:55.922" v="361" actId="403"/>
          <ac:spMkLst>
            <pc:docMk/>
            <pc:sldMk cId="1130882444" sldId="40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17.369" v="217" actId="207"/>
        <pc:sldMkLst>
          <pc:docMk/>
          <pc:sldMk cId="1416402" sldId="404"/>
        </pc:sldMkLst>
        <pc:spChg chg="mod">
          <ac:chgData name="Ms Alina Arshad" userId="cccdfd85-d35d-4453-9c6f-a463aae40722" providerId="ADAL" clId="{2DC180FD-F18C-4625-AB1F-E76E8B18C48B}" dt="2024-08-30T04:53:59.536" v="213" actId="1076"/>
          <ac:spMkLst>
            <pc:docMk/>
            <pc:sldMk cId="1416402" sldId="404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4:54:17.369" v="217" actId="207"/>
          <ac:spMkLst>
            <pc:docMk/>
            <pc:sldMk cId="1416402" sldId="40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4:54:51.487" v="230" actId="207"/>
        <pc:sldMkLst>
          <pc:docMk/>
          <pc:sldMk cId="3071036191" sldId="405"/>
        </pc:sldMkLst>
        <pc:spChg chg="mod">
          <ac:chgData name="Ms Alina Arshad" userId="cccdfd85-d35d-4453-9c6f-a463aae40722" providerId="ADAL" clId="{2DC180FD-F18C-4625-AB1F-E76E8B18C48B}" dt="2024-08-30T04:54:27.659" v="219" actId="207"/>
          <ac:spMkLst>
            <pc:docMk/>
            <pc:sldMk cId="3071036191" sldId="405"/>
            <ac:spMk id="2" creationId="{E0D201D3-B15F-4934-887A-5FCE7F2DF401}"/>
          </ac:spMkLst>
        </pc:spChg>
        <pc:spChg chg="mod">
          <ac:chgData name="Ms Alina Arshad" userId="cccdfd85-d35d-4453-9c6f-a463aae40722" providerId="ADAL" clId="{2DC180FD-F18C-4625-AB1F-E76E8B18C48B}" dt="2024-08-30T04:54:51.487" v="230" actId="207"/>
          <ac:spMkLst>
            <pc:docMk/>
            <pc:sldMk cId="3071036191" sldId="405"/>
            <ac:spMk id="3" creationId="{B06DAE9B-D257-4D59-AF08-5FC3CA34B519}"/>
          </ac:spMkLst>
        </pc:spChg>
      </pc:sldChg>
      <pc:sldChg chg="addSp delSp modSp add mod">
        <pc:chgData name="Ms Alina Arshad" userId="cccdfd85-d35d-4453-9c6f-a463aae40722" providerId="ADAL" clId="{2DC180FD-F18C-4625-AB1F-E76E8B18C48B}" dt="2024-09-02T09:18:24.468" v="367" actId="1076"/>
        <pc:sldMkLst>
          <pc:docMk/>
          <pc:sldMk cId="1110637184" sldId="406"/>
        </pc:sldMkLst>
        <pc:spChg chg="mod">
          <ac:chgData name="Ms Alina Arshad" userId="cccdfd85-d35d-4453-9c6f-a463aae40722" providerId="ADAL" clId="{2DC180FD-F18C-4625-AB1F-E76E8B18C48B}" dt="2024-08-30T04:55:02.050" v="234" actId="113"/>
          <ac:spMkLst>
            <pc:docMk/>
            <pc:sldMk cId="1110637184" sldId="406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2DC180FD-F18C-4625-AB1F-E76E8B18C48B}" dt="2024-09-02T09:18:24.468" v="367" actId="1076"/>
          <ac:picMkLst>
            <pc:docMk/>
            <pc:sldMk cId="1110637184" sldId="406"/>
            <ac:picMk id="1026" creationId="{2323452F-E9F2-364A-6D76-808115144BEA}"/>
          </ac:picMkLst>
        </pc:picChg>
        <pc:picChg chg="del mod">
          <ac:chgData name="Ms Alina Arshad" userId="cccdfd85-d35d-4453-9c6f-a463aae40722" providerId="ADAL" clId="{2DC180FD-F18C-4625-AB1F-E76E8B18C48B}" dt="2024-09-02T09:18:18.784" v="362" actId="478"/>
          <ac:picMkLst>
            <pc:docMk/>
            <pc:sldMk cId="1110637184" sldId="406"/>
            <ac:picMk id="2050" creationId="{00000000-0000-0000-0000-000000000000}"/>
          </ac:picMkLst>
        </pc:picChg>
      </pc:sldChg>
      <pc:sldChg chg="modSp add mod">
        <pc:chgData name="Ms Alina Arshad" userId="cccdfd85-d35d-4453-9c6f-a463aae40722" providerId="ADAL" clId="{2DC180FD-F18C-4625-AB1F-E76E8B18C48B}" dt="2024-09-02T09:18:45.418" v="368" actId="207"/>
        <pc:sldMkLst>
          <pc:docMk/>
          <pc:sldMk cId="261616852" sldId="407"/>
        </pc:sldMkLst>
        <pc:spChg chg="mod">
          <ac:chgData name="Ms Alina Arshad" userId="cccdfd85-d35d-4453-9c6f-a463aae40722" providerId="ADAL" clId="{2DC180FD-F18C-4625-AB1F-E76E8B18C48B}" dt="2024-08-30T04:56:00.727" v="248" actId="1076"/>
          <ac:spMkLst>
            <pc:docMk/>
            <pc:sldMk cId="261616852" sldId="407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8:45.418" v="368" actId="207"/>
          <ac:spMkLst>
            <pc:docMk/>
            <pc:sldMk cId="261616852" sldId="40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4:56:30.069" v="255" actId="47"/>
        <pc:sldMkLst>
          <pc:docMk/>
          <pc:sldMk cId="2685411724" sldId="408"/>
        </pc:sldMkLst>
        <pc:spChg chg="mod">
          <ac:chgData name="Ms Alina Arshad" userId="cccdfd85-d35d-4453-9c6f-a463aae40722" providerId="ADAL" clId="{2DC180FD-F18C-4625-AB1F-E76E8B18C48B}" dt="2024-08-30T04:56:05.438" v="249" actId="21"/>
          <ac:spMkLst>
            <pc:docMk/>
            <pc:sldMk cId="2685411724" sldId="408"/>
            <ac:spMk id="3" creationId="{00000000-0000-0000-0000-000000000000}"/>
          </ac:spMkLst>
        </pc:spChg>
      </pc:sldChg>
      <pc:sldChg chg="modSp add mod modAnim">
        <pc:chgData name="Ms Alina Arshad" userId="cccdfd85-d35d-4453-9c6f-a463aae40722" providerId="ADAL" clId="{2DC180FD-F18C-4625-AB1F-E76E8B18C48B}" dt="2024-09-02T09:19:48.597" v="373" actId="14"/>
        <pc:sldMkLst>
          <pc:docMk/>
          <pc:sldMk cId="2553615988" sldId="409"/>
        </pc:sldMkLst>
        <pc:spChg chg="mod">
          <ac:chgData name="Ms Alina Arshad" userId="cccdfd85-d35d-4453-9c6f-a463aae40722" providerId="ADAL" clId="{2DC180FD-F18C-4625-AB1F-E76E8B18C48B}" dt="2024-08-30T04:57:40.923" v="273" actId="403"/>
          <ac:spMkLst>
            <pc:docMk/>
            <pc:sldMk cId="2553615988" sldId="409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9-02T09:19:48.597" v="373" actId="14"/>
          <ac:spMkLst>
            <pc:docMk/>
            <pc:sldMk cId="2553615988" sldId="40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DC180FD-F18C-4625-AB1F-E76E8B18C48B}" dt="2024-08-30T05:01:52.923" v="293" actId="33524"/>
        <pc:sldMkLst>
          <pc:docMk/>
          <pc:sldMk cId="515654138" sldId="410"/>
        </pc:sldMkLst>
        <pc:spChg chg="mod">
          <ac:chgData name="Ms Alina Arshad" userId="cccdfd85-d35d-4453-9c6f-a463aae40722" providerId="ADAL" clId="{2DC180FD-F18C-4625-AB1F-E76E8B18C48B}" dt="2024-08-30T04:59:04.600" v="284" actId="403"/>
          <ac:spMkLst>
            <pc:docMk/>
            <pc:sldMk cId="515654138" sldId="410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1:52.923" v="293" actId="33524"/>
          <ac:spMkLst>
            <pc:docMk/>
            <pc:sldMk cId="515654138" sldId="41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2DC180FD-F18C-4625-AB1F-E76E8B18C48B}" dt="2024-08-30T05:03:27.610" v="321" actId="47"/>
        <pc:sldMkLst>
          <pc:docMk/>
          <pc:sldMk cId="1166324033" sldId="411"/>
        </pc:sldMkLst>
        <pc:spChg chg="mod">
          <ac:chgData name="Ms Alina Arshad" userId="cccdfd85-d35d-4453-9c6f-a463aae40722" providerId="ADAL" clId="{2DC180FD-F18C-4625-AB1F-E76E8B18C48B}" dt="2024-08-30T05:02:32.228" v="305" actId="14100"/>
          <ac:spMkLst>
            <pc:docMk/>
            <pc:sldMk cId="1166324033" sldId="411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2:25.322" v="299" actId="27636"/>
          <ac:spMkLst>
            <pc:docMk/>
            <pc:sldMk cId="1166324033" sldId="411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2DC180FD-F18C-4625-AB1F-E76E8B18C48B}" dt="2024-08-30T05:03:15.926" v="319" actId="478"/>
        <pc:sldMkLst>
          <pc:docMk/>
          <pc:sldMk cId="317315783" sldId="412"/>
        </pc:sldMkLst>
        <pc:spChg chg="mod">
          <ac:chgData name="Ms Alina Arshad" userId="cccdfd85-d35d-4453-9c6f-a463aae40722" providerId="ADAL" clId="{2DC180FD-F18C-4625-AB1F-E76E8B18C48B}" dt="2024-08-30T05:03:11.221" v="317" actId="113"/>
          <ac:spMkLst>
            <pc:docMk/>
            <pc:sldMk cId="317315783" sldId="412"/>
            <ac:spMk id="2" creationId="{00000000-0000-0000-0000-000000000000}"/>
          </ac:spMkLst>
        </pc:spChg>
        <pc:spChg chg="mod">
          <ac:chgData name="Ms Alina Arshad" userId="cccdfd85-d35d-4453-9c6f-a463aae40722" providerId="ADAL" clId="{2DC180FD-F18C-4625-AB1F-E76E8B18C48B}" dt="2024-08-30T05:03:07.056" v="316" actId="207"/>
          <ac:spMkLst>
            <pc:docMk/>
            <pc:sldMk cId="317315783" sldId="412"/>
            <ac:spMk id="3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4.398" v="318" actId="478"/>
          <ac:spMkLst>
            <pc:docMk/>
            <pc:sldMk cId="317315783" sldId="412"/>
            <ac:spMk id="4" creationId="{00000000-0000-0000-0000-000000000000}"/>
          </ac:spMkLst>
        </pc:spChg>
        <pc:spChg chg="del">
          <ac:chgData name="Ms Alina Arshad" userId="cccdfd85-d35d-4453-9c6f-a463aae40722" providerId="ADAL" clId="{2DC180FD-F18C-4625-AB1F-E76E8B18C48B}" dt="2024-08-30T05:03:15.926" v="319" actId="478"/>
          <ac:spMkLst>
            <pc:docMk/>
            <pc:sldMk cId="317315783" sldId="412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2DC180FD-F18C-4625-AB1F-E76E8B18C48B}" dt="2024-08-30T05:04:12.713" v="328" actId="47"/>
        <pc:sldMkLst>
          <pc:docMk/>
          <pc:sldMk cId="3728980149" sldId="413"/>
        </pc:sldMkLst>
      </pc:sldChg>
      <pc:sldChg chg="new del">
        <pc:chgData name="Ms Alina Arshad" userId="cccdfd85-d35d-4453-9c6f-a463aae40722" providerId="ADAL" clId="{2DC180FD-F18C-4625-AB1F-E76E8B18C48B}" dt="2024-08-30T05:03:53.190" v="323" actId="47"/>
        <pc:sldMkLst>
          <pc:docMk/>
          <pc:sldMk cId="1613639856" sldId="414"/>
        </pc:sldMkLst>
      </pc:sldChg>
      <pc:sldChg chg="addSp delSp modSp new mod">
        <pc:chgData name="Ms Alina Arshad" userId="cccdfd85-d35d-4453-9c6f-a463aae40722" providerId="ADAL" clId="{2DC180FD-F18C-4625-AB1F-E76E8B18C48B}" dt="2024-08-30T05:04:09.868" v="327" actId="478"/>
        <pc:sldMkLst>
          <pc:docMk/>
          <pc:sldMk cId="2400755825" sldId="414"/>
        </pc:sldMkLst>
        <pc:spChg chg="del">
          <ac:chgData name="Ms Alina Arshad" userId="cccdfd85-d35d-4453-9c6f-a463aae40722" providerId="ADAL" clId="{2DC180FD-F18C-4625-AB1F-E76E8B18C48B}" dt="2024-08-30T05:04:09.868" v="327" actId="478"/>
          <ac:spMkLst>
            <pc:docMk/>
            <pc:sldMk cId="2400755825" sldId="414"/>
            <ac:spMk id="2" creationId="{12C4D42B-3827-A9BA-1272-BAAED7039507}"/>
          </ac:spMkLst>
        </pc:spChg>
        <pc:spChg chg="del">
          <ac:chgData name="Ms Alina Arshad" userId="cccdfd85-d35d-4453-9c6f-a463aae40722" providerId="ADAL" clId="{2DC180FD-F18C-4625-AB1F-E76E8B18C48B}" dt="2024-08-30T05:04:08.047" v="326" actId="478"/>
          <ac:spMkLst>
            <pc:docMk/>
            <pc:sldMk cId="2400755825" sldId="414"/>
            <ac:spMk id="3" creationId="{279481B2-0BCE-C230-6D15-9B44E227864D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4" creationId="{B7916EF2-DCF0-0573-80BA-3C20ED469E9E}"/>
          </ac:spMkLst>
        </pc:spChg>
        <pc:spChg chg="add mod">
          <ac:chgData name="Ms Alina Arshad" userId="cccdfd85-d35d-4453-9c6f-a463aae40722" providerId="ADAL" clId="{2DC180FD-F18C-4625-AB1F-E76E8B18C48B}" dt="2024-08-30T05:04:05.804" v="325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6D99148A-78EC-44A5-895B-9E6E7F8E190D}"/>
    <pc:docChg chg="undo custSel delSld modSld">
      <pc:chgData name="Ms Alina Arshad" userId="cccdfd85-d35d-4453-9c6f-a463aae40722" providerId="ADAL" clId="{6D99148A-78EC-44A5-895B-9E6E7F8E190D}" dt="2024-08-30T09:52:56.715" v="36" actId="47"/>
      <pc:docMkLst>
        <pc:docMk/>
      </pc:docMkLst>
      <pc:sldChg chg="modSp mod">
        <pc:chgData name="Ms Alina Arshad" userId="cccdfd85-d35d-4453-9c6f-a463aae40722" providerId="ADAL" clId="{6D99148A-78EC-44A5-895B-9E6E7F8E190D}" dt="2024-08-30T09:51:42.777" v="9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6D99148A-78EC-44A5-895B-9E6E7F8E190D}" dt="2024-08-30T09:51:42.777" v="9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NotesTx">
        <pc:chgData name="Ms Alina Arshad" userId="cccdfd85-d35d-4453-9c6f-a463aae40722" providerId="ADAL" clId="{6D99148A-78EC-44A5-895B-9E6E7F8E190D}" dt="2024-08-30T09:52:54.702" v="35" actId="5793"/>
        <pc:sldMkLst>
          <pc:docMk/>
          <pc:sldMk cId="515654138" sldId="410"/>
        </pc:sldMkLst>
      </pc:sldChg>
      <pc:sldChg chg="modSp del mod">
        <pc:chgData name="Ms Alina Arshad" userId="cccdfd85-d35d-4453-9c6f-a463aae40722" providerId="ADAL" clId="{6D99148A-78EC-44A5-895B-9E6E7F8E190D}" dt="2024-08-30T09:52:56.715" v="36" actId="47"/>
        <pc:sldMkLst>
          <pc:docMk/>
          <pc:sldMk cId="2400755825" sldId="414"/>
        </pc:sldMkLst>
        <pc:spChg chg="mod">
          <ac:chgData name="Ms Alina Arshad" userId="cccdfd85-d35d-4453-9c6f-a463aae40722" providerId="ADAL" clId="{6D99148A-78EC-44A5-895B-9E6E7F8E190D}" dt="2024-08-30T09:52:11.454" v="11" actId="27636"/>
          <ac:spMkLst>
            <pc:docMk/>
            <pc:sldMk cId="2400755825" sldId="414"/>
            <ac:spMk id="5" creationId="{6D2D65F8-7067-309B-2162-EDCA7F792D63}"/>
          </ac:spMkLst>
        </pc:spChg>
      </pc:sldChg>
    </pc:docChg>
  </pc:docChgLst>
  <pc:docChgLst>
    <pc:chgData name="Ms Alina Arshad" userId="cccdfd85-d35d-4453-9c6f-a463aae40722" providerId="ADAL" clId="{9D070D90-1526-4C33-8966-8ADF4EF98FAB}"/>
    <pc:docChg chg="undo custSel addSld delSld modSld sldOrd">
      <pc:chgData name="Ms Alina Arshad" userId="cccdfd85-d35d-4453-9c6f-a463aae40722" providerId="ADAL" clId="{9D070D90-1526-4C33-8966-8ADF4EF98FAB}" dt="2024-08-27T08:37:18.370" v="480" actId="1076"/>
      <pc:docMkLst>
        <pc:docMk/>
      </pc:docMkLst>
      <pc:sldChg chg="delSp modSp mod modAnim">
        <pc:chgData name="Ms Alina Arshad" userId="cccdfd85-d35d-4453-9c6f-a463aae40722" providerId="ADAL" clId="{9D070D90-1526-4C33-8966-8ADF4EF98FAB}" dt="2024-08-26T08:55:30.162" v="20" actId="27636"/>
        <pc:sldMkLst>
          <pc:docMk/>
          <pc:sldMk cId="0" sldId="351"/>
        </pc:sldMkLst>
        <pc:spChg chg="mod">
          <ac:chgData name="Ms Alina Arshad" userId="cccdfd85-d35d-4453-9c6f-a463aae40722" providerId="ADAL" clId="{9D070D90-1526-4C33-8966-8ADF4EF98FAB}" dt="2024-08-26T08:55:30.162" v="20" actId="27636"/>
          <ac:spMkLst>
            <pc:docMk/>
            <pc:sldMk cId="0" sldId="351"/>
            <ac:spMk id="3" creationId="{C0C22FA1-E5B0-AD82-96B5-C98C4EA3D56C}"/>
          </ac:spMkLst>
        </pc:spChg>
        <pc:grpChg chg="del">
          <ac:chgData name="Ms Alina Arshad" userId="cccdfd85-d35d-4453-9c6f-a463aae40722" providerId="ADAL" clId="{9D070D90-1526-4C33-8966-8ADF4EF98FAB}" dt="2024-08-26T08:52:15.902" v="6" actId="478"/>
          <ac:grpSpMkLst>
            <pc:docMk/>
            <pc:sldMk cId="0" sldId="351"/>
            <ac:grpSpMk id="2" creationId="{7F9631C9-A4A1-9EC8-8B28-D2C54EDAAC8E}"/>
          </ac:grpSpMkLst>
        </pc:grpChg>
      </pc:sldChg>
      <pc:sldChg chg="modSp mod">
        <pc:chgData name="Ms Alina Arshad" userId="cccdfd85-d35d-4453-9c6f-a463aae40722" providerId="ADAL" clId="{9D070D90-1526-4C33-8966-8ADF4EF98FAB}" dt="2024-08-27T08:37:18.370" v="480" actId="1076"/>
        <pc:sldMkLst>
          <pc:docMk/>
          <pc:sldMk cId="0" sldId="354"/>
        </pc:sldMkLst>
        <pc:spChg chg="mod">
          <ac:chgData name="Ms Alina Arshad" userId="cccdfd85-d35d-4453-9c6f-a463aae40722" providerId="ADAL" clId="{9D070D90-1526-4C33-8966-8ADF4EF98FAB}" dt="2024-08-27T08:37:18.370" v="480" actId="1076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9D070D90-1526-4C33-8966-8ADF4EF98FAB}" dt="2024-08-27T08:37:15.907" v="479" actId="1076"/>
          <ac:spMkLst>
            <pc:docMk/>
            <pc:sldMk cId="0" sldId="354"/>
            <ac:spMk id="25603" creationId="{BF524721-A574-8A8A-2F01-CF97DC19A676}"/>
          </ac:spMkLst>
        </pc:spChg>
      </pc:sldChg>
      <pc:sldChg chg="modSp mod">
        <pc:chgData name="Ms Alina Arshad" userId="cccdfd85-d35d-4453-9c6f-a463aae40722" providerId="ADAL" clId="{9D070D90-1526-4C33-8966-8ADF4EF98FAB}" dt="2024-08-26T08:55:46.777" v="21" actId="1076"/>
        <pc:sldMkLst>
          <pc:docMk/>
          <pc:sldMk cId="0" sldId="356"/>
        </pc:sldMkLst>
        <pc:spChg chg="mod">
          <ac:chgData name="Ms Alina Arshad" userId="cccdfd85-d35d-4453-9c6f-a463aae40722" providerId="ADAL" clId="{9D070D90-1526-4C33-8966-8ADF4EF98FAB}" dt="2024-08-26T06:59:26.289" v="3" actId="207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9D070D90-1526-4C33-8966-8ADF4EF98FAB}" dt="2024-08-26T08:55:46.777" v="21" actId="1076"/>
          <ac:spMkLst>
            <pc:docMk/>
            <pc:sldMk cId="0" sldId="356"/>
            <ac:spMk id="21506" creationId="{2FDC0C03-1A50-AFEA-680D-11CB0080FD7C}"/>
          </ac:spMkLst>
        </pc:spChg>
      </pc:sldChg>
      <pc:sldChg chg="modSp mod">
        <pc:chgData name="Ms Alina Arshad" userId="cccdfd85-d35d-4453-9c6f-a463aae40722" providerId="ADAL" clId="{9D070D90-1526-4C33-8966-8ADF4EF98FAB}" dt="2024-08-26T08:57:57.549" v="23" actId="207"/>
        <pc:sldMkLst>
          <pc:docMk/>
          <pc:sldMk cId="0" sldId="357"/>
        </pc:sldMkLst>
        <pc:spChg chg="mod">
          <ac:chgData name="Ms Alina Arshad" userId="cccdfd85-d35d-4453-9c6f-a463aae40722" providerId="ADAL" clId="{9D070D90-1526-4C33-8966-8ADF4EF98FAB}" dt="2024-08-26T08:57:57.549" v="23" actId="207"/>
          <ac:spMkLst>
            <pc:docMk/>
            <pc:sldMk cId="0" sldId="357"/>
            <ac:spMk id="23554" creationId="{715C96A0-76EB-2410-6028-7CC970A627D0}"/>
          </ac:spMkLst>
        </pc:spChg>
      </pc:sldChg>
      <pc:sldChg chg="modSp mod">
        <pc:chgData name="Ms Alina Arshad" userId="cccdfd85-d35d-4453-9c6f-a463aae40722" providerId="ADAL" clId="{9D070D90-1526-4C33-8966-8ADF4EF98FAB}" dt="2024-08-26T08:59:32.937" v="31" actId="113"/>
        <pc:sldMkLst>
          <pc:docMk/>
          <pc:sldMk cId="0" sldId="359"/>
        </pc:sldMkLst>
        <pc:spChg chg="mod">
          <ac:chgData name="Ms Alina Arshad" userId="cccdfd85-d35d-4453-9c6f-a463aae40722" providerId="ADAL" clId="{9D070D90-1526-4C33-8966-8ADF4EF98FAB}" dt="2024-08-26T08:59:32.937" v="31" actId="113"/>
          <ac:spMkLst>
            <pc:docMk/>
            <pc:sldMk cId="0" sldId="359"/>
            <ac:spMk id="27650" creationId="{3601D225-8BCB-CD61-89F6-BD0091383FA4}"/>
          </ac:spMkLst>
        </pc:spChg>
      </pc:sldChg>
      <pc:sldChg chg="modSp mod">
        <pc:chgData name="Ms Alina Arshad" userId="cccdfd85-d35d-4453-9c6f-a463aae40722" providerId="ADAL" clId="{9D070D90-1526-4C33-8966-8ADF4EF98FAB}" dt="2024-08-26T09:01:41.296" v="33" actId="207"/>
        <pc:sldMkLst>
          <pc:docMk/>
          <pc:sldMk cId="0" sldId="360"/>
        </pc:sldMkLst>
        <pc:spChg chg="mod">
          <ac:chgData name="Ms Alina Arshad" userId="cccdfd85-d35d-4453-9c6f-a463aae40722" providerId="ADAL" clId="{9D070D90-1526-4C33-8966-8ADF4EF98FAB}" dt="2024-08-26T09:01:41.296" v="33" actId="207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9D070D90-1526-4C33-8966-8ADF4EF98FAB}" dt="2024-08-26T08:59:33.484" v="32" actId="113"/>
          <ac:spMkLst>
            <pc:docMk/>
            <pc:sldMk cId="0" sldId="360"/>
            <ac:spMk id="28674" creationId="{5DF05B7C-3FB9-7AAD-79F2-F672F7AE8C7B}"/>
          </ac:spMkLst>
        </pc:spChg>
      </pc:sldChg>
      <pc:sldChg chg="modSp mod">
        <pc:chgData name="Ms Alina Arshad" userId="cccdfd85-d35d-4453-9c6f-a463aae40722" providerId="ADAL" clId="{9D070D90-1526-4C33-8966-8ADF4EF98FAB}" dt="2024-08-26T08:59:31.922" v="30" actId="113"/>
        <pc:sldMkLst>
          <pc:docMk/>
          <pc:sldMk cId="0" sldId="369"/>
        </pc:sldMkLst>
        <pc:spChg chg="mod">
          <ac:chgData name="Ms Alina Arshad" userId="cccdfd85-d35d-4453-9c6f-a463aae40722" providerId="ADAL" clId="{9D070D90-1526-4C33-8966-8ADF4EF98FAB}" dt="2024-08-26T08:59:31.922" v="30" actId="113"/>
          <ac:spMkLst>
            <pc:docMk/>
            <pc:sldMk cId="0" sldId="369"/>
            <ac:spMk id="26626" creationId="{A4F027D1-2AC1-1C80-C6CA-8BCE00F02C1D}"/>
          </ac:spMkLst>
        </pc:spChg>
      </pc:sldChg>
      <pc:sldChg chg="del">
        <pc:chgData name="Ms Alina Arshad" userId="cccdfd85-d35d-4453-9c6f-a463aae40722" providerId="ADAL" clId="{9D070D90-1526-4C33-8966-8ADF4EF98FAB}" dt="2024-08-26T09:03:11.641" v="34" actId="47"/>
        <pc:sldMkLst>
          <pc:docMk/>
          <pc:sldMk cId="3002628608" sldId="371"/>
        </pc:sldMkLst>
      </pc:sldChg>
      <pc:sldChg chg="modSp del mod">
        <pc:chgData name="Ms Alina Arshad" userId="cccdfd85-d35d-4453-9c6f-a463aae40722" providerId="ADAL" clId="{9D070D90-1526-4C33-8966-8ADF4EF98FAB}" dt="2024-08-26T09:03:53.121" v="36" actId="47"/>
        <pc:sldMkLst>
          <pc:docMk/>
          <pc:sldMk cId="0" sldId="372"/>
        </pc:sldMkLst>
        <pc:spChg chg="mod">
          <ac:chgData name="Ms Alina Arshad" userId="cccdfd85-d35d-4453-9c6f-a463aae40722" providerId="ADAL" clId="{9D070D90-1526-4C33-8966-8ADF4EF98FAB}" dt="2024-08-26T09:03:17.065" v="35" actId="207"/>
          <ac:spMkLst>
            <pc:docMk/>
            <pc:sldMk cId="0" sldId="372"/>
            <ac:spMk id="33794" creationId="{21B4FF6A-7A53-1B02-2C5F-197ADE8BB9A5}"/>
          </ac:spMkLst>
        </pc:spChg>
      </pc:sldChg>
      <pc:sldChg chg="modSp mod ord">
        <pc:chgData name="Ms Alina Arshad" userId="cccdfd85-d35d-4453-9c6f-a463aae40722" providerId="ADAL" clId="{9D070D90-1526-4C33-8966-8ADF4EF98FAB}" dt="2024-08-26T09:04:28.044" v="40"/>
        <pc:sldMkLst>
          <pc:docMk/>
          <pc:sldMk cId="511546327" sldId="385"/>
        </pc:sldMkLst>
        <pc:spChg chg="mod">
          <ac:chgData name="Ms Alina Arshad" userId="cccdfd85-d35d-4453-9c6f-a463aae40722" providerId="ADAL" clId="{9D070D90-1526-4C33-8966-8ADF4EF98FAB}" dt="2024-08-26T09:03:57.994" v="37" actId="207"/>
          <ac:spMkLst>
            <pc:docMk/>
            <pc:sldMk cId="511546327" sldId="385"/>
            <ac:spMk id="2" creationId="{00000000-0000-0000-0000-000000000000}"/>
          </ac:spMkLst>
        </pc:spChg>
        <pc:picChg chg="mod">
          <ac:chgData name="Ms Alina Arshad" userId="cccdfd85-d35d-4453-9c6f-a463aae40722" providerId="ADAL" clId="{9D070D90-1526-4C33-8966-8ADF4EF98FAB}" dt="2024-08-26T09:04:01.816" v="38" actId="1076"/>
          <ac:picMkLst>
            <pc:docMk/>
            <pc:sldMk cId="511546327" sldId="385"/>
            <ac:picMk id="6" creationId="{00000000-0000-0000-0000-000000000000}"/>
          </ac:picMkLst>
        </pc:picChg>
      </pc:sldChg>
      <pc:sldChg chg="del">
        <pc:chgData name="Ms Alina Arshad" userId="cccdfd85-d35d-4453-9c6f-a463aae40722" providerId="ADAL" clId="{9D070D90-1526-4C33-8966-8ADF4EF98FAB}" dt="2024-08-26T09:04:38.339" v="41" actId="47"/>
        <pc:sldMkLst>
          <pc:docMk/>
          <pc:sldMk cId="938158308" sldId="390"/>
        </pc:sldMkLst>
        <pc:spChg chg="mod">
          <ac:chgData name="Ms Alina Arshad" userId="cccdfd85-d35d-4453-9c6f-a463aae40722" providerId="ADAL" clId="{9D070D90-1526-4C33-8966-8ADF4EF98FAB}" dt="2024-08-26T09:06:18.885" v="52" actId="14100"/>
          <ac:spMkLst>
            <pc:docMk/>
            <pc:sldMk cId="938158308" sldId="390"/>
            <ac:spMk id="2" creationId="{CCD37E2F-361C-46F4-BD07-2D803DB23F9E}"/>
          </ac:spMkLst>
        </pc:spChg>
        <pc:spChg chg="mod">
          <ac:chgData name="Ms Alina Arshad" userId="cccdfd85-d35d-4453-9c6f-a463aae40722" providerId="ADAL" clId="{9D070D90-1526-4C33-8966-8ADF4EF98FAB}" dt="2024-08-26T09:06:10.008" v="47" actId="207"/>
          <ac:spMkLst>
            <pc:docMk/>
            <pc:sldMk cId="938158308" sldId="390"/>
            <ac:spMk id="3" creationId="{F59BCEDC-C5D1-42CB-8414-D9DBEA47ECB0}"/>
          </ac:spMkLst>
        </pc:spChg>
        <pc:spChg chg="del">
          <ac:chgData name="Ms Alina Arshad" userId="cccdfd85-d35d-4453-9c6f-a463aae40722" providerId="ADAL" clId="{9D070D90-1526-4C33-8966-8ADF4EF98FAB}" dt="2024-08-26T09:05:58.458" v="43" actId="478"/>
          <ac:spMkLst>
            <pc:docMk/>
            <pc:sldMk cId="938158308" sldId="390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1.138" v="44" actId="478"/>
          <ac:spMkLst>
            <pc:docMk/>
            <pc:sldMk cId="938158308" sldId="390"/>
            <ac:spMk id="5" creationId="{00000000-0000-0000-0000-000000000000}"/>
          </ac:spMkLst>
        </pc:spChg>
      </pc:sldChg>
      <pc:sldChg chg="delSp modSp add mod">
        <pc:chgData name="Ms Alina Arshad" userId="cccdfd85-d35d-4453-9c6f-a463aae40722" providerId="ADAL" clId="{9D070D90-1526-4C33-8966-8ADF4EF98FAB}" dt="2024-08-26T09:06:52.848" v="55" actId="1076"/>
        <pc:sldMkLst>
          <pc:docMk/>
          <pc:sldMk cId="3237861477" sldId="391"/>
        </pc:sldMkLst>
        <pc:spChg chg="mod">
          <ac:chgData name="Ms Alina Arshad" userId="cccdfd85-d35d-4453-9c6f-a463aae40722" providerId="ADAL" clId="{9D070D90-1526-4C33-8966-8ADF4EF98FAB}" dt="2024-08-26T09:06:52.848" v="55" actId="1076"/>
          <ac:spMkLst>
            <pc:docMk/>
            <pc:sldMk cId="3237861477" sldId="391"/>
            <ac:spMk id="2" creationId="{EDA72679-0F98-43B0-9C8E-609711DDE88A}"/>
          </ac:spMkLst>
        </pc:spChg>
        <pc:spChg chg="mod">
          <ac:chgData name="Ms Alina Arshad" userId="cccdfd85-d35d-4453-9c6f-a463aae40722" providerId="ADAL" clId="{9D070D90-1526-4C33-8966-8ADF4EF98FAB}" dt="2024-08-26T09:06:49.005" v="53" actId="207"/>
          <ac:spMkLst>
            <pc:docMk/>
            <pc:sldMk cId="3237861477" sldId="391"/>
            <ac:spMk id="3" creationId="{9F621F65-B7BE-4B1B-8A4D-34D27C89D961}"/>
          </ac:spMkLst>
        </pc:spChg>
        <pc:spChg chg="del">
          <ac:chgData name="Ms Alina Arshad" userId="cccdfd85-d35d-4453-9c6f-a463aae40722" providerId="ADAL" clId="{9D070D90-1526-4C33-8966-8ADF4EF98FAB}" dt="2024-08-26T09:06:04.744" v="45" actId="478"/>
          <ac:spMkLst>
            <pc:docMk/>
            <pc:sldMk cId="3237861477" sldId="391"/>
            <ac:spMk id="4" creationId="{00000000-0000-0000-0000-000000000000}"/>
          </ac:spMkLst>
        </pc:spChg>
        <pc:spChg chg="del">
          <ac:chgData name="Ms Alina Arshad" userId="cccdfd85-d35d-4453-9c6f-a463aae40722" providerId="ADAL" clId="{9D070D90-1526-4C33-8966-8ADF4EF98FAB}" dt="2024-08-26T09:06:06.196" v="46" actId="478"/>
          <ac:spMkLst>
            <pc:docMk/>
            <pc:sldMk cId="3237861477" sldId="391"/>
            <ac:spMk id="5" creationId="{00000000-0000-0000-0000-000000000000}"/>
          </ac:spMkLst>
        </pc:spChg>
      </pc:sldChg>
      <pc:sldChg chg="modSp new mod ord">
        <pc:chgData name="Ms Alina Arshad" userId="cccdfd85-d35d-4453-9c6f-a463aae40722" providerId="ADAL" clId="{9D070D90-1526-4C33-8966-8ADF4EF98FAB}" dt="2024-08-26T09:14:19.288" v="94"/>
        <pc:sldMkLst>
          <pc:docMk/>
          <pc:sldMk cId="3171797292" sldId="392"/>
        </pc:sldMkLst>
        <pc:spChg chg="mod">
          <ac:chgData name="Ms Alina Arshad" userId="cccdfd85-d35d-4453-9c6f-a463aae40722" providerId="ADAL" clId="{9D070D90-1526-4C33-8966-8ADF4EF98FAB}" dt="2024-08-26T09:08:44.241" v="76" actId="207"/>
          <ac:spMkLst>
            <pc:docMk/>
            <pc:sldMk cId="3171797292" sldId="392"/>
            <ac:spMk id="2" creationId="{71C7E6DC-E247-A1A6-4433-2D99DE757456}"/>
          </ac:spMkLst>
        </pc:spChg>
        <pc:spChg chg="mod">
          <ac:chgData name="Ms Alina Arshad" userId="cccdfd85-d35d-4453-9c6f-a463aae40722" providerId="ADAL" clId="{9D070D90-1526-4C33-8966-8ADF4EF98FAB}" dt="2024-08-26T09:09:47.517" v="87" actId="207"/>
          <ac:spMkLst>
            <pc:docMk/>
            <pc:sldMk cId="3171797292" sldId="392"/>
            <ac:spMk id="3" creationId="{8945664E-4C57-92F9-8D47-FA41D2EC3675}"/>
          </ac:spMkLst>
        </pc:spChg>
      </pc:sldChg>
      <pc:sldChg chg="new del">
        <pc:chgData name="Ms Alina Arshad" userId="cccdfd85-d35d-4453-9c6f-a463aae40722" providerId="ADAL" clId="{9D070D90-1526-4C33-8966-8ADF4EF98FAB}" dt="2024-08-26T09:08:28.926" v="57" actId="47"/>
        <pc:sldMkLst>
          <pc:docMk/>
          <pc:sldMk cId="3427654478" sldId="392"/>
        </pc:sldMkLst>
      </pc:sldChg>
      <pc:sldChg chg="delSp new del mod">
        <pc:chgData name="Ms Alina Arshad" userId="cccdfd85-d35d-4453-9c6f-a463aae40722" providerId="ADAL" clId="{9D070D90-1526-4C33-8966-8ADF4EF98FAB}" dt="2024-08-26T09:16:59.706" v="226" actId="47"/>
        <pc:sldMkLst>
          <pc:docMk/>
          <pc:sldMk cId="1468559554" sldId="393"/>
        </pc:sldMkLst>
        <pc:spChg chg="del">
          <ac:chgData name="Ms Alina Arshad" userId="cccdfd85-d35d-4453-9c6f-a463aae40722" providerId="ADAL" clId="{9D070D90-1526-4C33-8966-8ADF4EF98FAB}" dt="2024-08-26T09:14:10.928" v="92" actId="478"/>
          <ac:spMkLst>
            <pc:docMk/>
            <pc:sldMk cId="1468559554" sldId="393"/>
            <ac:spMk id="2" creationId="{7B3096DD-7254-94FB-B361-91D1E30F9BF0}"/>
          </ac:spMkLst>
        </pc:spChg>
        <pc:spChg chg="del">
          <ac:chgData name="Ms Alina Arshad" userId="cccdfd85-d35d-4453-9c6f-a463aae40722" providerId="ADAL" clId="{9D070D90-1526-4C33-8966-8ADF4EF98FAB}" dt="2024-08-26T09:14:09.350" v="91" actId="478"/>
          <ac:spMkLst>
            <pc:docMk/>
            <pc:sldMk cId="1468559554" sldId="393"/>
            <ac:spMk id="3" creationId="{D78851B1-4A44-FD00-8C39-D0F0F275E549}"/>
          </ac:spMkLst>
        </pc:spChg>
      </pc:sldChg>
      <pc:sldChg chg="modSp new mod">
        <pc:chgData name="Ms Alina Arshad" userId="cccdfd85-d35d-4453-9c6f-a463aae40722" providerId="ADAL" clId="{9D070D90-1526-4C33-8966-8ADF4EF98FAB}" dt="2024-08-26T09:16:54.548" v="225"/>
        <pc:sldMkLst>
          <pc:docMk/>
          <pc:sldMk cId="3643065844" sldId="394"/>
        </pc:sldMkLst>
        <pc:spChg chg="mod">
          <ac:chgData name="Ms Alina Arshad" userId="cccdfd85-d35d-4453-9c6f-a463aae40722" providerId="ADAL" clId="{9D070D90-1526-4C33-8966-8ADF4EF98FAB}" dt="2024-08-26T09:16:54.548" v="225"/>
          <ac:spMkLst>
            <pc:docMk/>
            <pc:sldMk cId="3643065844" sldId="394"/>
            <ac:spMk id="2" creationId="{56FB64E0-A331-330A-441B-B3C636221533}"/>
          </ac:spMkLst>
        </pc:spChg>
        <pc:spChg chg="mod">
          <ac:chgData name="Ms Alina Arshad" userId="cccdfd85-d35d-4453-9c6f-a463aae40722" providerId="ADAL" clId="{9D070D90-1526-4C33-8966-8ADF4EF98FAB}" dt="2024-08-26T09:16:41.558" v="224" actId="20577"/>
          <ac:spMkLst>
            <pc:docMk/>
            <pc:sldMk cId="3643065844" sldId="394"/>
            <ac:spMk id="3" creationId="{22ACE35B-3318-313E-A6ED-E9C39A6CC46C}"/>
          </ac:spMkLst>
        </pc:spChg>
      </pc:sldChg>
      <pc:sldChg chg="addSp modSp new mod">
        <pc:chgData name="Ms Alina Arshad" userId="cccdfd85-d35d-4453-9c6f-a463aae40722" providerId="ADAL" clId="{9D070D90-1526-4C33-8966-8ADF4EF98FAB}" dt="2024-08-26T09:19:42.253" v="237" actId="1076"/>
        <pc:sldMkLst>
          <pc:docMk/>
          <pc:sldMk cId="129645018" sldId="395"/>
        </pc:sldMkLst>
        <pc:spChg chg="add mod">
          <ac:chgData name="Ms Alina Arshad" userId="cccdfd85-d35d-4453-9c6f-a463aae40722" providerId="ADAL" clId="{9D070D90-1526-4C33-8966-8ADF4EF98FAB}" dt="2024-08-26T09:19:10.813" v="231" actId="1076"/>
          <ac:spMkLst>
            <pc:docMk/>
            <pc:sldMk cId="129645018" sldId="395"/>
            <ac:spMk id="3" creationId="{AE48E4DB-1020-2267-9323-EA4B0A7A40F7}"/>
          </ac:spMkLst>
        </pc:spChg>
        <pc:spChg chg="add mod">
          <ac:chgData name="Ms Alina Arshad" userId="cccdfd85-d35d-4453-9c6f-a463aae40722" providerId="ADAL" clId="{9D070D90-1526-4C33-8966-8ADF4EF98FAB}" dt="2024-08-26T09:19:42.253" v="237" actId="1076"/>
          <ac:spMkLst>
            <pc:docMk/>
            <pc:sldMk cId="129645018" sldId="395"/>
            <ac:spMk id="4" creationId="{E314460D-0C28-0074-04BC-D8A2FC53EC0F}"/>
          </ac:spMkLst>
        </pc:spChg>
      </pc:sldChg>
      <pc:sldChg chg="addSp delSp modSp new del mod">
        <pc:chgData name="Ms Alina Arshad" userId="cccdfd85-d35d-4453-9c6f-a463aae40722" providerId="ADAL" clId="{9D070D90-1526-4C33-8966-8ADF4EF98FAB}" dt="2024-08-26T09:50:52.084" v="253" actId="47"/>
        <pc:sldMkLst>
          <pc:docMk/>
          <pc:sldMk cId="195136698" sldId="396"/>
        </pc:sldMkLst>
        <pc:spChg chg="del">
          <ac:chgData name="Ms Alina Arshad" userId="cccdfd85-d35d-4453-9c6f-a463aae40722" providerId="ADAL" clId="{9D070D90-1526-4C33-8966-8ADF4EF98FAB}" dt="2024-08-26T09:50:10.617" v="243" actId="478"/>
          <ac:spMkLst>
            <pc:docMk/>
            <pc:sldMk cId="195136698" sldId="396"/>
            <ac:spMk id="2" creationId="{339A6985-72FC-5A91-A4DF-3F5B5298DCF8}"/>
          </ac:spMkLst>
        </pc:spChg>
        <pc:spChg chg="del">
          <ac:chgData name="Ms Alina Arshad" userId="cccdfd85-d35d-4453-9c6f-a463aae40722" providerId="ADAL" clId="{9D070D90-1526-4C33-8966-8ADF4EF98FAB}" dt="2024-08-26T09:49:52.682" v="240" actId="478"/>
          <ac:spMkLst>
            <pc:docMk/>
            <pc:sldMk cId="195136698" sldId="396"/>
            <ac:spMk id="3" creationId="{7878009F-28FC-5074-A45A-CC4FA57569B8}"/>
          </ac:spMkLst>
        </pc:spChg>
        <pc:spChg chg="add mod">
          <ac:chgData name="Ms Alina Arshad" userId="cccdfd85-d35d-4453-9c6f-a463aae40722" providerId="ADAL" clId="{9D070D90-1526-4C33-8966-8ADF4EF98FAB}" dt="2024-08-26T09:49:59.992" v="242" actId="14100"/>
          <ac:spMkLst>
            <pc:docMk/>
            <pc:sldMk cId="195136698" sldId="396"/>
            <ac:spMk id="4" creationId="{EC782C3C-54D3-9B18-19A8-E0A2A4D1DF4A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5" creationId="{DD9F2442-6369-3A35-4A3E-0B47D0C8A4F0}"/>
          </ac:spMkLst>
        </pc:spChg>
        <pc:spChg chg="add">
          <ac:chgData name="Ms Alina Arshad" userId="cccdfd85-d35d-4453-9c6f-a463aae40722" providerId="ADAL" clId="{9D070D90-1526-4C33-8966-8ADF4EF98FAB}" dt="2024-08-26T09:49:45.156" v="239"/>
          <ac:spMkLst>
            <pc:docMk/>
            <pc:sldMk cId="195136698" sldId="396"/>
            <ac:spMk id="6" creationId="{DFEC5ACE-098C-E847-DA0F-9EEFCAC48C76}"/>
          </ac:spMkLst>
        </pc:spChg>
      </pc:sldChg>
      <pc:sldChg chg="addSp delSp modSp new mod">
        <pc:chgData name="Ms Alina Arshad" userId="cccdfd85-d35d-4453-9c6f-a463aae40722" providerId="ADAL" clId="{9D070D90-1526-4C33-8966-8ADF4EF98FAB}" dt="2024-08-27T04:54:01.181" v="478" actId="20577"/>
        <pc:sldMkLst>
          <pc:docMk/>
          <pc:sldMk cId="2801136258" sldId="397"/>
        </pc:sldMkLst>
        <pc:spChg chg="add mod">
          <ac:chgData name="Ms Alina Arshad" userId="cccdfd85-d35d-4453-9c6f-a463aae40722" providerId="ADAL" clId="{9D070D90-1526-4C33-8966-8ADF4EF98FAB}" dt="2024-08-27T04:54:01.181" v="478" actId="20577"/>
          <ac:spMkLst>
            <pc:docMk/>
            <pc:sldMk cId="2801136258" sldId="397"/>
            <ac:spMk id="2" creationId="{0AA35CFD-1519-F917-F636-053D59CFD9D1}"/>
          </ac:spMkLst>
        </pc:spChg>
        <pc:spChg chg="add">
          <ac:chgData name="Ms Alina Arshad" userId="cccdfd85-d35d-4453-9c6f-a463aae40722" providerId="ADAL" clId="{9D070D90-1526-4C33-8966-8ADF4EF98FAB}" dt="2024-08-27T04:49:53.463" v="336"/>
          <ac:spMkLst>
            <pc:docMk/>
            <pc:sldMk cId="2801136258" sldId="397"/>
            <ac:spMk id="3" creationId="{1A518913-A396-ACDA-F801-842CC2F63381}"/>
          </ac:spMkLst>
        </pc:spChg>
        <pc:spChg chg="add del mod">
          <ac:chgData name="Ms Alina Arshad" userId="cccdfd85-d35d-4453-9c6f-a463aae40722" providerId="ADAL" clId="{9D070D90-1526-4C33-8966-8ADF4EF98FAB}" dt="2024-08-26T09:51:37.534" v="264" actId="478"/>
          <ac:spMkLst>
            <pc:docMk/>
            <pc:sldMk cId="2801136258" sldId="397"/>
            <ac:spMk id="3" creationId="{D417D5B8-68C8-6DC5-BEEC-D1BEBA8C2A61}"/>
          </ac:spMkLst>
        </pc:spChg>
        <pc:spChg chg="add mod">
          <ac:chgData name="Ms Alina Arshad" userId="cccdfd85-d35d-4453-9c6f-a463aae40722" providerId="ADAL" clId="{9D070D90-1526-4C33-8966-8ADF4EF98FAB}" dt="2024-08-26T09:51:57.527" v="269" actId="1076"/>
          <ac:spMkLst>
            <pc:docMk/>
            <pc:sldMk cId="2801136258" sldId="397"/>
            <ac:spMk id="4" creationId="{9F6CA550-4BA9-D211-315D-511871109AFE}"/>
          </ac:spMkLst>
        </pc:spChg>
      </pc:sldChg>
      <pc:sldChg chg="new del">
        <pc:chgData name="Ms Alina Arshad" userId="cccdfd85-d35d-4453-9c6f-a463aae40722" providerId="ADAL" clId="{9D070D90-1526-4C33-8966-8ADF4EF98FAB}" dt="2024-08-27T04:43:07.654" v="271" actId="47"/>
        <pc:sldMkLst>
          <pc:docMk/>
          <pc:sldMk cId="1625032331" sldId="398"/>
        </pc:sldMkLst>
      </pc:sldChg>
      <pc:sldChg chg="addSp modSp new mod">
        <pc:chgData name="Ms Alina Arshad" userId="cccdfd85-d35d-4453-9c6f-a463aae40722" providerId="ADAL" clId="{9D070D90-1526-4C33-8966-8ADF4EF98FAB}" dt="2024-08-27T04:46:49.038" v="312" actId="21"/>
        <pc:sldMkLst>
          <pc:docMk/>
          <pc:sldMk cId="2310894512" sldId="398"/>
        </pc:sldMkLst>
        <pc:graphicFrameChg chg="add mod modGraphic">
          <ac:chgData name="Ms Alina Arshad" userId="cccdfd85-d35d-4453-9c6f-a463aae40722" providerId="ADAL" clId="{9D070D90-1526-4C33-8966-8ADF4EF98FAB}" dt="2024-08-27T04:46:49.038" v="312" actId="21"/>
          <ac:graphicFrameMkLst>
            <pc:docMk/>
            <pc:sldMk cId="2310894512" sldId="398"/>
            <ac:graphicFrameMk id="2" creationId="{0805F1E4-B84C-1BA4-9718-16AA4D217A43}"/>
          </ac:graphicFrameMkLst>
        </pc:graphicFrameChg>
      </pc:sldChg>
      <pc:sldChg chg="addSp modSp new mod">
        <pc:chgData name="Ms Alina Arshad" userId="cccdfd85-d35d-4453-9c6f-a463aae40722" providerId="ADAL" clId="{9D070D90-1526-4C33-8966-8ADF4EF98FAB}" dt="2024-08-27T04:48:27.289" v="332" actId="1076"/>
        <pc:sldMkLst>
          <pc:docMk/>
          <pc:sldMk cId="4103277343" sldId="399"/>
        </pc:sldMkLst>
        <pc:spChg chg="add mod">
          <ac:chgData name="Ms Alina Arshad" userId="cccdfd85-d35d-4453-9c6f-a463aae40722" providerId="ADAL" clId="{9D070D90-1526-4C33-8966-8ADF4EF98FAB}" dt="2024-08-27T04:48:27.289" v="332" actId="1076"/>
          <ac:spMkLst>
            <pc:docMk/>
            <pc:sldMk cId="4103277343" sldId="399"/>
            <ac:spMk id="4" creationId="{4C670BC4-2223-4809-FDC3-575B071F5472}"/>
          </ac:spMkLst>
        </pc:spChg>
        <pc:graphicFrameChg chg="add mod modGraphic">
          <ac:chgData name="Ms Alina Arshad" userId="cccdfd85-d35d-4453-9c6f-a463aae40722" providerId="ADAL" clId="{9D070D90-1526-4C33-8966-8ADF4EF98FAB}" dt="2024-08-27T04:48:11.618" v="325" actId="1076"/>
          <ac:graphicFrameMkLst>
            <pc:docMk/>
            <pc:sldMk cId="4103277343" sldId="399"/>
            <ac:graphicFrameMk id="2" creationId="{6D781DE9-F107-AAE6-19E7-A44FE0997EAB}"/>
          </ac:graphicFrameMkLst>
        </pc:graphicFrameChg>
      </pc:sldChg>
    </pc:docChg>
  </pc:docChgLst>
  <pc:docChgLst>
    <pc:chgData name="Ms Alina Arshad" userId="cccdfd85-d35d-4453-9c6f-a463aae40722" providerId="ADAL" clId="{1C05DFB1-C023-4755-8788-6BFDA6690735}"/>
    <pc:docChg chg="undo custSel addSld delSld modSld sldOrd">
      <pc:chgData name="Ms Alina Arshad" userId="cccdfd85-d35d-4453-9c6f-a463aae40722" providerId="ADAL" clId="{1C05DFB1-C023-4755-8788-6BFDA6690735}" dt="2024-09-05T08:41:59.376" v="433" actId="20577"/>
      <pc:docMkLst>
        <pc:docMk/>
      </pc:docMkLst>
      <pc:sldChg chg="addSp delSp modSp mod">
        <pc:chgData name="Ms Alina Arshad" userId="cccdfd85-d35d-4453-9c6f-a463aae40722" providerId="ADAL" clId="{1C05DFB1-C023-4755-8788-6BFDA6690735}" dt="2024-09-05T08:41:59.376" v="433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1C05DFB1-C023-4755-8788-6BFDA6690735}" dt="2024-09-05T08:41:59.376" v="433" actId="20577"/>
          <ac:spMkLst>
            <pc:docMk/>
            <pc:sldMk cId="3322361034" sldId="256"/>
            <ac:spMk id="3" creationId="{44E9F82C-BBA7-3495-1097-BEDB54FFFDF4}"/>
          </ac:spMkLst>
        </pc:spChg>
        <pc:spChg chg="add del">
          <ac:chgData name="Ms Alina Arshad" userId="cccdfd85-d35d-4453-9c6f-a463aae40722" providerId="ADAL" clId="{1C05DFB1-C023-4755-8788-6BFDA6690735}" dt="2024-09-05T07:34:55.610" v="146" actId="22"/>
          <ac:spMkLst>
            <pc:docMk/>
            <pc:sldMk cId="3322361034" sldId="256"/>
            <ac:spMk id="6" creationId="{3CA1EAAA-F942-5EDF-87BE-7AA035157A05}"/>
          </ac:spMkLst>
        </pc:spChg>
      </pc:sldChg>
      <pc:sldChg chg="modSp add mod ord">
        <pc:chgData name="Ms Alina Arshad" userId="cccdfd85-d35d-4453-9c6f-a463aae40722" providerId="ADAL" clId="{1C05DFB1-C023-4755-8788-6BFDA6690735}" dt="2024-09-05T07:56:57.780" v="375"/>
        <pc:sldMkLst>
          <pc:docMk/>
          <pc:sldMk cId="0" sldId="361"/>
        </pc:sldMkLst>
        <pc:spChg chg="mod">
          <ac:chgData name="Ms Alina Arshad" userId="cccdfd85-d35d-4453-9c6f-a463aae40722" providerId="ADAL" clId="{1C05DFB1-C023-4755-8788-6BFDA6690735}" dt="2024-09-05T07:45:06.953" v="192" actId="1076"/>
          <ac:spMkLst>
            <pc:docMk/>
            <pc:sldMk cId="0" sldId="361"/>
            <ac:spMk id="11266" creationId="{CDFEA5A7-DD76-DB88-8CE1-C136689A729E}"/>
          </ac:spMkLst>
        </pc:spChg>
        <pc:picChg chg="mod">
          <ac:chgData name="Ms Alina Arshad" userId="cccdfd85-d35d-4453-9c6f-a463aae40722" providerId="ADAL" clId="{1C05DFB1-C023-4755-8788-6BFDA6690735}" dt="2024-09-05T07:45:09.937" v="193" actId="1076"/>
          <ac:picMkLst>
            <pc:docMk/>
            <pc:sldMk cId="0" sldId="361"/>
            <ac:picMk id="11267" creationId="{E07318DB-010A-9C35-EA2F-B3B619FB4F96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11.075" v="401"/>
        <pc:sldMkLst>
          <pc:docMk/>
          <pc:sldMk cId="0" sldId="369"/>
        </pc:sldMkLst>
        <pc:spChg chg="mod">
          <ac:chgData name="Ms Alina Arshad" userId="cccdfd85-d35d-4453-9c6f-a463aae40722" providerId="ADAL" clId="{1C05DFB1-C023-4755-8788-6BFDA6690735}" dt="2024-09-05T07:50:23.356" v="262" actId="404"/>
          <ac:spMkLst>
            <pc:docMk/>
            <pc:sldMk cId="0" sldId="369"/>
            <ac:spMk id="4" creationId="{8E987808-8596-9880-3716-1A0FF1EDC058}"/>
          </ac:spMkLst>
        </pc:spChg>
        <pc:spChg chg="mod">
          <ac:chgData name="Ms Alina Arshad" userId="cccdfd85-d35d-4453-9c6f-a463aae40722" providerId="ADAL" clId="{1C05DFB1-C023-4755-8788-6BFDA6690735}" dt="2024-09-05T07:50:03.718" v="254" actId="1076"/>
          <ac:spMkLst>
            <pc:docMk/>
            <pc:sldMk cId="0" sldId="369"/>
            <ac:spMk id="17410" creationId="{DD6089CE-4A31-4A96-1F98-DDBB2C23FF42}"/>
          </ac:spMkLst>
        </pc:spChg>
        <pc:picChg chg="mod">
          <ac:chgData name="Ms Alina Arshad" userId="cccdfd85-d35d-4453-9c6f-a463aae40722" providerId="ADAL" clId="{1C05DFB1-C023-4755-8788-6BFDA6690735}" dt="2024-09-05T07:50:25.414" v="263" actId="1076"/>
          <ac:picMkLst>
            <pc:docMk/>
            <pc:sldMk cId="0" sldId="369"/>
            <ac:picMk id="17412" creationId="{A99781B3-ECFD-C897-E252-4DA1744B8C9F}"/>
          </ac:picMkLst>
        </pc:picChg>
      </pc:sldChg>
      <pc:sldChg chg="modSp add mod ord modAnim">
        <pc:chgData name="Ms Alina Arshad" userId="cccdfd85-d35d-4453-9c6f-a463aae40722" providerId="ADAL" clId="{1C05DFB1-C023-4755-8788-6BFDA6690735}" dt="2024-09-05T08:15:10.231" v="421"/>
        <pc:sldMkLst>
          <pc:docMk/>
          <pc:sldMk cId="0" sldId="370"/>
        </pc:sldMkLst>
        <pc:spChg chg="mod">
          <ac:chgData name="Ms Alina Arshad" userId="cccdfd85-d35d-4453-9c6f-a463aae40722" providerId="ADAL" clId="{1C05DFB1-C023-4755-8788-6BFDA6690735}" dt="2024-09-05T08:15:07.606" v="419" actId="12"/>
          <ac:spMkLst>
            <pc:docMk/>
            <pc:sldMk cId="0" sldId="370"/>
            <ac:spMk id="4" creationId="{1BF07008-22A4-D676-C9D6-7038ABDE0606}"/>
          </ac:spMkLst>
        </pc:spChg>
        <pc:spChg chg="mod">
          <ac:chgData name="Ms Alina Arshad" userId="cccdfd85-d35d-4453-9c6f-a463aae40722" providerId="ADAL" clId="{1C05DFB1-C023-4755-8788-6BFDA6690735}" dt="2024-09-05T07:51:17.485" v="281" actId="1076"/>
          <ac:spMkLst>
            <pc:docMk/>
            <pc:sldMk cId="0" sldId="370"/>
            <ac:spMk id="19458" creationId="{36059FCC-18D6-6332-D685-7C398C657D85}"/>
          </ac:spMkLst>
        </pc:spChg>
        <pc:picChg chg="mod">
          <ac:chgData name="Ms Alina Arshad" userId="cccdfd85-d35d-4453-9c6f-a463aae40722" providerId="ADAL" clId="{1C05DFB1-C023-4755-8788-6BFDA6690735}" dt="2024-09-05T07:51:56.269" v="290" actId="1076"/>
          <ac:picMkLst>
            <pc:docMk/>
            <pc:sldMk cId="0" sldId="370"/>
            <ac:picMk id="19460" creationId="{A9A59423-9CB7-223E-698D-5348E408B2CE}"/>
          </ac:picMkLst>
        </pc:picChg>
      </pc:sldChg>
      <pc:sldChg chg="modSp add mod ord">
        <pc:chgData name="Ms Alina Arshad" userId="cccdfd85-d35d-4453-9c6f-a463aae40722" providerId="ADAL" clId="{1C05DFB1-C023-4755-8788-6BFDA6690735}" dt="2024-09-05T08:14:54.414" v="413"/>
        <pc:sldMkLst>
          <pc:docMk/>
          <pc:sldMk cId="0" sldId="371"/>
        </pc:sldMkLst>
        <pc:spChg chg="mod">
          <ac:chgData name="Ms Alina Arshad" userId="cccdfd85-d35d-4453-9c6f-a463aae40722" providerId="ADAL" clId="{1C05DFB1-C023-4755-8788-6BFDA6690735}" dt="2024-09-05T07:51:07.444" v="278" actId="12"/>
          <ac:spMkLst>
            <pc:docMk/>
            <pc:sldMk cId="0" sldId="371"/>
            <ac:spMk id="6" creationId="{BFF2EC28-54EE-BE7B-18AD-61866F6E4477}"/>
          </ac:spMkLst>
        </pc:spChg>
        <pc:spChg chg="mod">
          <ac:chgData name="Ms Alina Arshad" userId="cccdfd85-d35d-4453-9c6f-a463aae40722" providerId="ADAL" clId="{1C05DFB1-C023-4755-8788-6BFDA6690735}" dt="2024-09-05T07:50:36.990" v="267" actId="1076"/>
          <ac:spMkLst>
            <pc:docMk/>
            <pc:sldMk cId="0" sldId="371"/>
            <ac:spMk id="18434" creationId="{CC853854-2B92-E747-813E-1CCD9BE5A87A}"/>
          </ac:spMkLst>
        </pc:spChg>
      </pc:sldChg>
      <pc:sldChg chg="del">
        <pc:chgData name="Ms Alina Arshad" userId="cccdfd85-d35d-4453-9c6f-a463aae40722" providerId="ADAL" clId="{1C05DFB1-C023-4755-8788-6BFDA6690735}" dt="2024-09-05T06:57:39.431" v="12" actId="47"/>
        <pc:sldMkLst>
          <pc:docMk/>
          <pc:sldMk cId="3002628608" sldId="371"/>
        </pc:sldMkLst>
      </pc:sldChg>
      <pc:sldChg chg="modSp add mod ord">
        <pc:chgData name="Ms Alina Arshad" userId="cccdfd85-d35d-4453-9c6f-a463aae40722" providerId="ADAL" clId="{1C05DFB1-C023-4755-8788-6BFDA6690735}" dt="2024-09-05T08:15:20.321" v="423"/>
        <pc:sldMkLst>
          <pc:docMk/>
          <pc:sldMk cId="0" sldId="372"/>
        </pc:sldMkLst>
        <pc:spChg chg="mod">
          <ac:chgData name="Ms Alina Arshad" userId="cccdfd85-d35d-4453-9c6f-a463aae40722" providerId="ADAL" clId="{1C05DFB1-C023-4755-8788-6BFDA6690735}" dt="2024-09-05T07:52:20.715" v="298" actId="12"/>
          <ac:spMkLst>
            <pc:docMk/>
            <pc:sldMk cId="0" sldId="372"/>
            <ac:spMk id="3" creationId="{3CE06910-2266-68E8-32AE-E6FCE586718E}"/>
          </ac:spMkLst>
        </pc:spChg>
        <pc:spChg chg="mod">
          <ac:chgData name="Ms Alina Arshad" userId="cccdfd85-d35d-4453-9c6f-a463aae40722" providerId="ADAL" clId="{1C05DFB1-C023-4755-8788-6BFDA6690735}" dt="2024-09-05T07:52:06.262" v="293" actId="1076"/>
          <ac:spMkLst>
            <pc:docMk/>
            <pc:sldMk cId="0" sldId="372"/>
            <ac:spMk id="20482" creationId="{66081410-0D97-977C-9351-D99DD14E7278}"/>
          </ac:spMkLst>
        </pc:spChg>
      </pc:sldChg>
      <pc:sldChg chg="modSp add mod">
        <pc:chgData name="Ms Alina Arshad" userId="cccdfd85-d35d-4453-9c6f-a463aae40722" providerId="ADAL" clId="{1C05DFB1-C023-4755-8788-6BFDA6690735}" dt="2024-09-05T07:52:36.823" v="306" actId="12"/>
        <pc:sldMkLst>
          <pc:docMk/>
          <pc:sldMk cId="0" sldId="376"/>
        </pc:sldMkLst>
        <pc:spChg chg="mod">
          <ac:chgData name="Ms Alina Arshad" userId="cccdfd85-d35d-4453-9c6f-a463aae40722" providerId="ADAL" clId="{1C05DFB1-C023-4755-8788-6BFDA6690735}" dt="2024-09-05T07:52:36.823" v="306" actId="12"/>
          <ac:spMkLst>
            <pc:docMk/>
            <pc:sldMk cId="0" sldId="376"/>
            <ac:spMk id="14339" creationId="{94A197E7-6DCB-57DA-E27C-724B31356253}"/>
          </ac:spMkLst>
        </pc:spChg>
        <pc:spChg chg="mod">
          <ac:chgData name="Ms Alina Arshad" userId="cccdfd85-d35d-4453-9c6f-a463aae40722" providerId="ADAL" clId="{1C05DFB1-C023-4755-8788-6BFDA6690735}" dt="2024-09-05T07:52:26.389" v="300" actId="113"/>
          <ac:spMkLst>
            <pc:docMk/>
            <pc:sldMk cId="0" sldId="376"/>
            <ac:spMk id="21506" creationId="{94B96EC9-3772-F192-36A7-9AEC2591F83D}"/>
          </ac:spMkLst>
        </pc:spChg>
      </pc:sldChg>
      <pc:sldChg chg="modSp add mod">
        <pc:chgData name="Ms Alina Arshad" userId="cccdfd85-d35d-4453-9c6f-a463aae40722" providerId="ADAL" clId="{1C05DFB1-C023-4755-8788-6BFDA6690735}" dt="2024-09-05T07:53:06.340" v="318" actId="113"/>
        <pc:sldMkLst>
          <pc:docMk/>
          <pc:sldMk cId="0" sldId="377"/>
        </pc:sldMkLst>
        <pc:spChg chg="mod">
          <ac:chgData name="Ms Alina Arshad" userId="cccdfd85-d35d-4453-9c6f-a463aae40722" providerId="ADAL" clId="{1C05DFB1-C023-4755-8788-6BFDA6690735}" dt="2024-09-05T07:53:06.340" v="318" actId="113"/>
          <ac:spMkLst>
            <pc:docMk/>
            <pc:sldMk cId="0" sldId="377"/>
            <ac:spMk id="14339" creationId="{146A747E-9050-5C65-BC4A-8D4836FF8395}"/>
          </ac:spMkLst>
        </pc:spChg>
        <pc:spChg chg="mod">
          <ac:chgData name="Ms Alina Arshad" userId="cccdfd85-d35d-4453-9c6f-a463aae40722" providerId="ADAL" clId="{1C05DFB1-C023-4755-8788-6BFDA6690735}" dt="2024-09-05T07:52:44.618" v="309" actId="14100"/>
          <ac:spMkLst>
            <pc:docMk/>
            <pc:sldMk cId="0" sldId="377"/>
            <ac:spMk id="22530" creationId="{7FF264FD-3FAC-696B-B23E-80C7D4989C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40.697" v="240" actId="5793"/>
        <pc:sldMkLst>
          <pc:docMk/>
          <pc:sldMk cId="0" sldId="378"/>
        </pc:sldMkLst>
        <pc:spChg chg="mod">
          <ac:chgData name="Ms Alina Arshad" userId="cccdfd85-d35d-4453-9c6f-a463aae40722" providerId="ADAL" clId="{1C05DFB1-C023-4755-8788-6BFDA6690735}" dt="2024-09-05T07:47:40.697" v="240" actId="5793"/>
          <ac:spMkLst>
            <pc:docMk/>
            <pc:sldMk cId="0" sldId="378"/>
            <ac:spMk id="3" creationId="{4D92009B-F46A-5A2A-9F0D-713E31A909F0}"/>
          </ac:spMkLst>
        </pc:spChg>
        <pc:spChg chg="mod">
          <ac:chgData name="Ms Alina Arshad" userId="cccdfd85-d35d-4453-9c6f-a463aae40722" providerId="ADAL" clId="{1C05DFB1-C023-4755-8788-6BFDA6690735}" dt="2024-09-05T07:47:30.328" v="235" actId="1076"/>
          <ac:spMkLst>
            <pc:docMk/>
            <pc:sldMk cId="0" sldId="378"/>
            <ac:spMk id="15362" creationId="{3442C437-2A5E-2C29-35CE-ED5EFF025000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8:14:51.102" v="411" actId="20577"/>
        <pc:sldMkLst>
          <pc:docMk/>
          <pc:sldMk cId="0" sldId="379"/>
        </pc:sldMkLst>
        <pc:spChg chg="mod">
          <ac:chgData name="Ms Alina Arshad" userId="cccdfd85-d35d-4453-9c6f-a463aae40722" providerId="ADAL" clId="{1C05DFB1-C023-4755-8788-6BFDA6690735}" dt="2024-09-05T08:14:51.102" v="411" actId="20577"/>
          <ac:spMkLst>
            <pc:docMk/>
            <pc:sldMk cId="0" sldId="379"/>
            <ac:spMk id="3" creationId="{61195190-11D2-11B5-78F3-47F19F95C21B}"/>
          </ac:spMkLst>
        </pc:spChg>
        <pc:spChg chg="mod">
          <ac:chgData name="Ms Alina Arshad" userId="cccdfd85-d35d-4453-9c6f-a463aae40722" providerId="ADAL" clId="{1C05DFB1-C023-4755-8788-6BFDA6690735}" dt="2024-09-05T07:47:52.400" v="243" actId="1076"/>
          <ac:spMkLst>
            <pc:docMk/>
            <pc:sldMk cId="0" sldId="379"/>
            <ac:spMk id="16386" creationId="{0F49AA23-905E-F20F-088A-5E8560F2BB65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43:18.362" v="180" actId="5793"/>
        <pc:sldMkLst>
          <pc:docMk/>
          <pc:sldMk cId="0" sldId="383"/>
        </pc:sldMkLst>
        <pc:spChg chg="mod">
          <ac:chgData name="Ms Alina Arshad" userId="cccdfd85-d35d-4453-9c6f-a463aae40722" providerId="ADAL" clId="{1C05DFB1-C023-4755-8788-6BFDA6690735}" dt="2024-09-05T07:43:18.362" v="180" actId="5793"/>
          <ac:spMkLst>
            <pc:docMk/>
            <pc:sldMk cId="0" sldId="383"/>
            <ac:spMk id="3" creationId="{C2FC69E0-7DD3-4C45-6AFE-2872EF17DC2F}"/>
          </ac:spMkLst>
        </pc:spChg>
        <pc:spChg chg="mod">
          <ac:chgData name="Ms Alina Arshad" userId="cccdfd85-d35d-4453-9c6f-a463aae40722" providerId="ADAL" clId="{1C05DFB1-C023-4755-8788-6BFDA6690735}" dt="2024-09-05T07:42:53.024" v="172" actId="20577"/>
          <ac:spMkLst>
            <pc:docMk/>
            <pc:sldMk cId="0" sldId="383"/>
            <ac:spMk id="9218" creationId="{7D46923B-4293-0392-7CA6-15541CC5E291}"/>
          </ac:spMkLst>
        </pc:spChg>
      </pc:sldChg>
      <pc:sldChg chg="modSp add mod">
        <pc:chgData name="Ms Alina Arshad" userId="cccdfd85-d35d-4453-9c6f-a463aae40722" providerId="ADAL" clId="{1C05DFB1-C023-4755-8788-6BFDA6690735}" dt="2024-09-05T07:44:56.003" v="189" actId="14100"/>
        <pc:sldMkLst>
          <pc:docMk/>
          <pc:sldMk cId="0" sldId="384"/>
        </pc:sldMkLst>
        <pc:spChg chg="mod">
          <ac:chgData name="Ms Alina Arshad" userId="cccdfd85-d35d-4453-9c6f-a463aae40722" providerId="ADAL" clId="{1C05DFB1-C023-4755-8788-6BFDA6690735}" dt="2024-09-05T07:44:56.003" v="189" actId="14100"/>
          <ac:spMkLst>
            <pc:docMk/>
            <pc:sldMk cId="0" sldId="384"/>
            <ac:spMk id="3" creationId="{C634E1DB-E2BA-2AFF-7108-3E751B986BF9}"/>
          </ac:spMkLst>
        </pc:spChg>
        <pc:spChg chg="mod">
          <ac:chgData name="Ms Alina Arshad" userId="cccdfd85-d35d-4453-9c6f-a463aae40722" providerId="ADAL" clId="{1C05DFB1-C023-4755-8788-6BFDA6690735}" dt="2024-09-05T07:44:40.769" v="183" actId="1076"/>
          <ac:spMkLst>
            <pc:docMk/>
            <pc:sldMk cId="0" sldId="384"/>
            <ac:spMk id="10242" creationId="{50DB1E3C-43B1-2632-8424-D1FFA8841F47}"/>
          </ac:spMkLst>
        </pc:spChg>
      </pc:sldChg>
      <pc:sldChg chg="modSp add mod">
        <pc:chgData name="Ms Alina Arshad" userId="cccdfd85-d35d-4453-9c6f-a463aae40722" providerId="ADAL" clId="{1C05DFB1-C023-4755-8788-6BFDA6690735}" dt="2024-09-05T07:46:39.842" v="219" actId="12"/>
        <pc:sldMkLst>
          <pc:docMk/>
          <pc:sldMk cId="0" sldId="385"/>
        </pc:sldMkLst>
        <pc:spChg chg="mod">
          <ac:chgData name="Ms Alina Arshad" userId="cccdfd85-d35d-4453-9c6f-a463aae40722" providerId="ADAL" clId="{1C05DFB1-C023-4755-8788-6BFDA6690735}" dt="2024-09-05T07:46:39.842" v="219" actId="12"/>
          <ac:spMkLst>
            <pc:docMk/>
            <pc:sldMk cId="0" sldId="385"/>
            <ac:spMk id="3" creationId="{379A78FA-6D74-14F8-2672-ED7E5F387EF1}"/>
          </ac:spMkLst>
        </pc:spChg>
        <pc:spChg chg="mod">
          <ac:chgData name="Ms Alina Arshad" userId="cccdfd85-d35d-4453-9c6f-a463aae40722" providerId="ADAL" clId="{1C05DFB1-C023-4755-8788-6BFDA6690735}" dt="2024-09-05T07:46:15.304" v="212" actId="1076"/>
          <ac:spMkLst>
            <pc:docMk/>
            <pc:sldMk cId="0" sldId="385"/>
            <ac:spMk id="13314" creationId="{732ED189-5E03-CB9F-F411-B5D3F802C357}"/>
          </ac:spMkLst>
        </pc:spChg>
      </pc:sldChg>
      <pc:sldChg chg="modSp add mod">
        <pc:chgData name="Ms Alina Arshad" userId="cccdfd85-d35d-4453-9c6f-a463aae40722" providerId="ADAL" clId="{1C05DFB1-C023-4755-8788-6BFDA6690735}" dt="2024-09-05T07:47:20.829" v="232" actId="403"/>
        <pc:sldMkLst>
          <pc:docMk/>
          <pc:sldMk cId="0" sldId="386"/>
        </pc:sldMkLst>
        <pc:spChg chg="mod">
          <ac:chgData name="Ms Alina Arshad" userId="cccdfd85-d35d-4453-9c6f-a463aae40722" providerId="ADAL" clId="{1C05DFB1-C023-4755-8788-6BFDA6690735}" dt="2024-09-05T07:47:20.829" v="232" actId="403"/>
          <ac:spMkLst>
            <pc:docMk/>
            <pc:sldMk cId="0" sldId="386"/>
            <ac:spMk id="3" creationId="{0ADDFDD8-BEF2-6FD9-6843-39FB18C7F97C}"/>
          </ac:spMkLst>
        </pc:spChg>
        <pc:spChg chg="mod">
          <ac:chgData name="Ms Alina Arshad" userId="cccdfd85-d35d-4453-9c6f-a463aae40722" providerId="ADAL" clId="{1C05DFB1-C023-4755-8788-6BFDA6690735}" dt="2024-09-05T07:46:47.656" v="222" actId="1076"/>
          <ac:spMkLst>
            <pc:docMk/>
            <pc:sldMk cId="0" sldId="386"/>
            <ac:spMk id="14338" creationId="{B83E9FFA-704B-66F4-F1D7-6A91C9C11149}"/>
          </ac:spMkLst>
        </pc:spChg>
      </pc:sldChg>
      <pc:sldChg chg="modSp add mod modAnim">
        <pc:chgData name="Ms Alina Arshad" userId="cccdfd85-d35d-4453-9c6f-a463aae40722" providerId="ADAL" clId="{1C05DFB1-C023-4755-8788-6BFDA6690735}" dt="2024-09-05T07:54:35.206" v="338" actId="20577"/>
        <pc:sldMkLst>
          <pc:docMk/>
          <pc:sldMk cId="0" sldId="387"/>
        </pc:sldMkLst>
        <pc:spChg chg="mod">
          <ac:chgData name="Ms Alina Arshad" userId="cccdfd85-d35d-4453-9c6f-a463aae40722" providerId="ADAL" clId="{1C05DFB1-C023-4755-8788-6BFDA6690735}" dt="2024-09-05T07:54:35.206" v="338" actId="20577"/>
          <ac:spMkLst>
            <pc:docMk/>
            <pc:sldMk cId="0" sldId="387"/>
            <ac:spMk id="13315" creationId="{531687A9-A3D6-897B-44B5-C9FB8F83C570}"/>
          </ac:spMkLst>
        </pc:spChg>
        <pc:spChg chg="mod">
          <ac:chgData name="Ms Alina Arshad" userId="cccdfd85-d35d-4453-9c6f-a463aae40722" providerId="ADAL" clId="{1C05DFB1-C023-4755-8788-6BFDA6690735}" dt="2024-09-05T07:53:54.999" v="320" actId="113"/>
          <ac:spMkLst>
            <pc:docMk/>
            <pc:sldMk cId="0" sldId="387"/>
            <ac:spMk id="23554" creationId="{5CC3658E-AF25-BB3C-3809-6442770ED61D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35.887" v="366" actId="404"/>
        <pc:sldMkLst>
          <pc:docMk/>
          <pc:sldMk cId="0" sldId="388"/>
        </pc:sldMkLst>
        <pc:spChg chg="mod">
          <ac:chgData name="Ms Alina Arshad" userId="cccdfd85-d35d-4453-9c6f-a463aae40722" providerId="ADAL" clId="{1C05DFB1-C023-4755-8788-6BFDA6690735}" dt="2024-09-05T07:55:35.887" v="366" actId="404"/>
          <ac:spMkLst>
            <pc:docMk/>
            <pc:sldMk cId="0" sldId="388"/>
            <ac:spMk id="12291" creationId="{A4229261-4050-E940-E2CC-E6C349C00026}"/>
          </ac:spMkLst>
        </pc:spChg>
        <pc:spChg chg="mod">
          <ac:chgData name="Ms Alina Arshad" userId="cccdfd85-d35d-4453-9c6f-a463aae40722" providerId="ADAL" clId="{1C05DFB1-C023-4755-8788-6BFDA6690735}" dt="2024-09-05T07:54:43.782" v="340" actId="113"/>
          <ac:spMkLst>
            <pc:docMk/>
            <pc:sldMk cId="0" sldId="388"/>
            <ac:spMk id="25602" creationId="{B6BE0445-8A2A-E89B-D80A-2E7BB69D894C}"/>
          </ac:spMkLst>
        </pc:spChg>
        <pc:picChg chg="mod">
          <ac:chgData name="Ms Alina Arshad" userId="cccdfd85-d35d-4453-9c6f-a463aae40722" providerId="ADAL" clId="{1C05DFB1-C023-4755-8788-6BFDA6690735}" dt="2024-09-05T07:55:30.652" v="363" actId="1076"/>
          <ac:picMkLst>
            <pc:docMk/>
            <pc:sldMk cId="0" sldId="388"/>
            <ac:picMk id="4" creationId="{DC97E133-31CE-26D9-EDB0-C1FF1455F237}"/>
          </ac:picMkLst>
        </pc:picChg>
      </pc:sldChg>
      <pc:sldChg chg="add">
        <pc:chgData name="Ms Alina Arshad" userId="cccdfd85-d35d-4453-9c6f-a463aae40722" providerId="ADAL" clId="{1C05DFB1-C023-4755-8788-6BFDA6690735}" dt="2024-09-05T07:35:18.954" v="147"/>
        <pc:sldMkLst>
          <pc:docMk/>
          <pc:sldMk cId="0" sldId="389"/>
        </pc:sldMkLst>
      </pc:sldChg>
      <pc:sldChg chg="modSp add mod">
        <pc:chgData name="Ms Alina Arshad" userId="cccdfd85-d35d-4453-9c6f-a463aae40722" providerId="ADAL" clId="{1C05DFB1-C023-4755-8788-6BFDA6690735}" dt="2024-09-05T07:46:09.888" v="210" actId="1076"/>
        <pc:sldMkLst>
          <pc:docMk/>
          <pc:sldMk cId="0" sldId="390"/>
        </pc:sldMkLst>
        <pc:spChg chg="mod">
          <ac:chgData name="Ms Alina Arshad" userId="cccdfd85-d35d-4453-9c6f-a463aae40722" providerId="ADAL" clId="{1C05DFB1-C023-4755-8788-6BFDA6690735}" dt="2024-09-05T07:45:21.202" v="195" actId="207"/>
          <ac:spMkLst>
            <pc:docMk/>
            <pc:sldMk cId="0" sldId="390"/>
            <ac:spMk id="12290" creationId="{8E0F0A77-C487-B84C-9097-D4771F55B8EE}"/>
          </ac:spMkLst>
        </pc:spChg>
        <pc:spChg chg="mod">
          <ac:chgData name="Ms Alina Arshad" userId="cccdfd85-d35d-4453-9c6f-a463aae40722" providerId="ADAL" clId="{1C05DFB1-C023-4755-8788-6BFDA6690735}" dt="2024-09-05T07:46:09.888" v="210" actId="1076"/>
          <ac:spMkLst>
            <pc:docMk/>
            <pc:sldMk cId="0" sldId="390"/>
            <ac:spMk id="14339" creationId="{0243372F-21F0-51E3-14C0-24B5D136C36E}"/>
          </ac:spMkLst>
        </pc:spChg>
      </pc:sldChg>
      <pc:sldChg chg="modSp add mod">
        <pc:chgData name="Ms Alina Arshad" userId="cccdfd85-d35d-4453-9c6f-a463aae40722" providerId="ADAL" clId="{1C05DFB1-C023-4755-8788-6BFDA6690735}" dt="2024-09-05T07:55:45.781" v="369" actId="1076"/>
        <pc:sldMkLst>
          <pc:docMk/>
          <pc:sldMk cId="0" sldId="391"/>
        </pc:sldMkLst>
        <pc:spChg chg="mod">
          <ac:chgData name="Ms Alina Arshad" userId="cccdfd85-d35d-4453-9c6f-a463aae40722" providerId="ADAL" clId="{1C05DFB1-C023-4755-8788-6BFDA6690735}" dt="2024-09-05T07:55:45.781" v="369" actId="1076"/>
          <ac:spMkLst>
            <pc:docMk/>
            <pc:sldMk cId="0" sldId="391"/>
            <ac:spMk id="26626" creationId="{0FEEB420-FF9F-896C-19FE-30B0D95ADF93}"/>
          </ac:spMkLst>
        </pc:spChg>
      </pc:sldChg>
      <pc:sldChg chg="del">
        <pc:chgData name="Ms Alina Arshad" userId="cccdfd85-d35d-4453-9c6f-a463aae40722" providerId="ADAL" clId="{1C05DFB1-C023-4755-8788-6BFDA6690735}" dt="2024-09-05T06:57:35.413" v="0" actId="47"/>
        <pc:sldMkLst>
          <pc:docMk/>
          <pc:sldMk cId="3567501205" sldId="393"/>
        </pc:sldMkLst>
      </pc:sldChg>
      <pc:sldChg chg="del">
        <pc:chgData name="Ms Alina Arshad" userId="cccdfd85-d35d-4453-9c6f-a463aae40722" providerId="ADAL" clId="{1C05DFB1-C023-4755-8788-6BFDA6690735}" dt="2024-09-05T06:57:36.202" v="3" actId="47"/>
        <pc:sldMkLst>
          <pc:docMk/>
          <pc:sldMk cId="2835579431" sldId="396"/>
        </pc:sldMkLst>
      </pc:sldChg>
      <pc:sldChg chg="del">
        <pc:chgData name="Ms Alina Arshad" userId="cccdfd85-d35d-4453-9c6f-a463aae40722" providerId="ADAL" clId="{1C05DFB1-C023-4755-8788-6BFDA6690735}" dt="2024-09-05T06:57:35.685" v="1" actId="47"/>
        <pc:sldMkLst>
          <pc:docMk/>
          <pc:sldMk cId="3038092496" sldId="400"/>
        </pc:sldMkLst>
      </pc:sldChg>
      <pc:sldChg chg="del">
        <pc:chgData name="Ms Alina Arshad" userId="cccdfd85-d35d-4453-9c6f-a463aae40722" providerId="ADAL" clId="{1C05DFB1-C023-4755-8788-6BFDA6690735}" dt="2024-09-05T06:57:35.968" v="2" actId="47"/>
        <pc:sldMkLst>
          <pc:docMk/>
          <pc:sldMk cId="2157527746" sldId="401"/>
        </pc:sldMkLst>
      </pc:sldChg>
      <pc:sldChg chg="del">
        <pc:chgData name="Ms Alina Arshad" userId="cccdfd85-d35d-4453-9c6f-a463aae40722" providerId="ADAL" clId="{1C05DFB1-C023-4755-8788-6BFDA6690735}" dt="2024-09-05T06:57:36.358" v="4" actId="47"/>
        <pc:sldMkLst>
          <pc:docMk/>
          <pc:sldMk cId="2990775597" sldId="402"/>
        </pc:sldMkLst>
      </pc:sldChg>
      <pc:sldChg chg="del">
        <pc:chgData name="Ms Alina Arshad" userId="cccdfd85-d35d-4453-9c6f-a463aae40722" providerId="ADAL" clId="{1C05DFB1-C023-4755-8788-6BFDA6690735}" dt="2024-09-05T06:57:36.546" v="5" actId="47"/>
        <pc:sldMkLst>
          <pc:docMk/>
          <pc:sldMk cId="1130882444" sldId="403"/>
        </pc:sldMkLst>
      </pc:sldChg>
      <pc:sldChg chg="del">
        <pc:chgData name="Ms Alina Arshad" userId="cccdfd85-d35d-4453-9c6f-a463aae40722" providerId="ADAL" clId="{1C05DFB1-C023-4755-8788-6BFDA6690735}" dt="2024-09-05T06:57:36.694" v="6" actId="47"/>
        <pc:sldMkLst>
          <pc:docMk/>
          <pc:sldMk cId="1416402" sldId="404"/>
        </pc:sldMkLst>
      </pc:sldChg>
      <pc:sldChg chg="del">
        <pc:chgData name="Ms Alina Arshad" userId="cccdfd85-d35d-4453-9c6f-a463aae40722" providerId="ADAL" clId="{1C05DFB1-C023-4755-8788-6BFDA6690735}" dt="2024-09-05T06:57:38.006" v="7" actId="47"/>
        <pc:sldMkLst>
          <pc:docMk/>
          <pc:sldMk cId="3071036191" sldId="405"/>
        </pc:sldMkLst>
      </pc:sldChg>
      <pc:sldChg chg="del">
        <pc:chgData name="Ms Alina Arshad" userId="cccdfd85-d35d-4453-9c6f-a463aae40722" providerId="ADAL" clId="{1C05DFB1-C023-4755-8788-6BFDA6690735}" dt="2024-09-05T06:57:38.244" v="8" actId="47"/>
        <pc:sldMkLst>
          <pc:docMk/>
          <pc:sldMk cId="1110637184" sldId="406"/>
        </pc:sldMkLst>
      </pc:sldChg>
      <pc:sldChg chg="del">
        <pc:chgData name="Ms Alina Arshad" userId="cccdfd85-d35d-4453-9c6f-a463aae40722" providerId="ADAL" clId="{1C05DFB1-C023-4755-8788-6BFDA6690735}" dt="2024-09-05T06:57:38.415" v="9" actId="47"/>
        <pc:sldMkLst>
          <pc:docMk/>
          <pc:sldMk cId="261616852" sldId="407"/>
        </pc:sldMkLst>
      </pc:sldChg>
      <pc:sldChg chg="del">
        <pc:chgData name="Ms Alina Arshad" userId="cccdfd85-d35d-4453-9c6f-a463aae40722" providerId="ADAL" clId="{1C05DFB1-C023-4755-8788-6BFDA6690735}" dt="2024-09-05T06:57:38.587" v="10" actId="47"/>
        <pc:sldMkLst>
          <pc:docMk/>
          <pc:sldMk cId="2553615988" sldId="409"/>
        </pc:sldMkLst>
      </pc:sldChg>
      <pc:sldChg chg="del">
        <pc:chgData name="Ms Alina Arshad" userId="cccdfd85-d35d-4453-9c6f-a463aae40722" providerId="ADAL" clId="{1C05DFB1-C023-4755-8788-6BFDA6690735}" dt="2024-09-05T06:57:38.947" v="11" actId="47"/>
        <pc:sldMkLst>
          <pc:docMk/>
          <pc:sldMk cId="515654138" sldId="410"/>
        </pc:sldMkLst>
      </pc:sldChg>
      <pc:sldChg chg="del">
        <pc:chgData name="Ms Alina Arshad" userId="cccdfd85-d35d-4453-9c6f-a463aae40722" providerId="ADAL" clId="{1C05DFB1-C023-4755-8788-6BFDA6690735}" dt="2024-09-05T06:57:39.759" v="13" actId="47"/>
        <pc:sldMkLst>
          <pc:docMk/>
          <pc:sldMk cId="317315783" sldId="412"/>
        </pc:sldMkLst>
      </pc:sldChg>
      <pc:sldChg chg="delSp modSp add del mod">
        <pc:chgData name="Ms Alina Arshad" userId="cccdfd85-d35d-4453-9c6f-a463aae40722" providerId="ADAL" clId="{1C05DFB1-C023-4755-8788-6BFDA6690735}" dt="2024-09-05T07:16:52.386" v="23" actId="47"/>
        <pc:sldMkLst>
          <pc:docMk/>
          <pc:sldMk cId="8447295" sldId="436"/>
        </pc:sldMkLst>
        <pc:spChg chg="mod">
          <ac:chgData name="Ms Alina Arshad" userId="cccdfd85-d35d-4453-9c6f-a463aae40722" providerId="ADAL" clId="{1C05DFB1-C023-4755-8788-6BFDA6690735}" dt="2024-09-05T07:12:06.985" v="21" actId="1076"/>
          <ac:spMkLst>
            <pc:docMk/>
            <pc:sldMk cId="8447295" sldId="436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2:10.600" v="22" actId="478"/>
          <ac:spMkLst>
            <pc:docMk/>
            <pc:sldMk cId="8447295" sldId="436"/>
            <ac:spMk id="4" creationId="{00000000-0000-0000-0000-000000000000}"/>
          </ac:spMkLst>
        </pc:spChg>
      </pc:sldChg>
      <pc:sldChg chg="delSp modSp add mod ord">
        <pc:chgData name="Ms Alina Arshad" userId="cccdfd85-d35d-4453-9c6f-a463aae40722" providerId="ADAL" clId="{1C05DFB1-C023-4755-8788-6BFDA6690735}" dt="2024-09-05T07:56:56.253" v="373"/>
        <pc:sldMkLst>
          <pc:docMk/>
          <pc:sldMk cId="1737629093" sldId="438"/>
        </pc:sldMkLst>
        <pc:spChg chg="mod">
          <ac:chgData name="Ms Alina Arshad" userId="cccdfd85-d35d-4453-9c6f-a463aae40722" providerId="ADAL" clId="{1C05DFB1-C023-4755-8788-6BFDA6690735}" dt="2024-09-05T07:18:13.492" v="31" actId="20577"/>
          <ac:spMkLst>
            <pc:docMk/>
            <pc:sldMk cId="1737629093" sldId="43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19:24.244" v="46" actId="12"/>
          <ac:spMkLst>
            <pc:docMk/>
            <pc:sldMk cId="1737629093" sldId="43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0.423" v="29" actId="478"/>
          <ac:spMkLst>
            <pc:docMk/>
            <pc:sldMk cId="1737629093" sldId="43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7:33.157" v="30" actId="478"/>
          <ac:spMkLst>
            <pc:docMk/>
            <pc:sldMk cId="1737629093" sldId="438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2841578013" sldId="439"/>
        </pc:sldMkLst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4097389567" sldId="439"/>
        </pc:sldMkLst>
        <pc:spChg chg="mod">
          <ac:chgData name="Ms Alina Arshad" userId="cccdfd85-d35d-4453-9c6f-a463aae40722" providerId="ADAL" clId="{1C05DFB1-C023-4755-8788-6BFDA6690735}" dt="2024-09-05T07:18:53.327" v="37" actId="27636"/>
          <ac:spMkLst>
            <pc:docMk/>
            <pc:sldMk cId="4097389567" sldId="439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5.967" v="38" actId="478"/>
          <ac:spMkLst>
            <pc:docMk/>
            <pc:sldMk cId="4097389567" sldId="43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18:57.947" v="39" actId="478"/>
          <ac:spMkLst>
            <pc:docMk/>
            <pc:sldMk cId="4097389567" sldId="43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7:27.448" v="376" actId="2696"/>
        <pc:sldMkLst>
          <pc:docMk/>
          <pc:sldMk cId="1869326336" sldId="440"/>
        </pc:sldMkLst>
        <pc:spChg chg="mod">
          <ac:chgData name="Ms Alina Arshad" userId="cccdfd85-d35d-4453-9c6f-a463aae40722" providerId="ADAL" clId="{1C05DFB1-C023-4755-8788-6BFDA6690735}" dt="2024-09-05T07:21:34.853" v="52" actId="14100"/>
          <ac:spMkLst>
            <pc:docMk/>
            <pc:sldMk cId="1869326336" sldId="440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3.813" v="47" actId="478"/>
          <ac:spMkLst>
            <pc:docMk/>
            <pc:sldMk cId="1869326336" sldId="44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25.622" v="48" actId="478"/>
          <ac:spMkLst>
            <pc:docMk/>
            <pc:sldMk cId="1869326336" sldId="440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1:38.145" v="53" actId="1076"/>
          <ac:picMkLst>
            <pc:docMk/>
            <pc:sldMk cId="1869326336" sldId="440"/>
            <ac:picMk id="6" creationId="{00000000-0000-0000-0000-000000000000}"/>
          </ac:picMkLst>
        </pc:picChg>
      </pc:sldChg>
      <pc:sldChg chg="add">
        <pc:chgData name="Ms Alina Arshad" userId="cccdfd85-d35d-4453-9c6f-a463aae40722" providerId="ADAL" clId="{1C05DFB1-C023-4755-8788-6BFDA6690735}" dt="2024-09-05T07:57:33.427" v="377"/>
        <pc:sldMkLst>
          <pc:docMk/>
          <pc:sldMk cId="3081461208" sldId="440"/>
        </pc:sldMkLst>
      </pc:sldChg>
      <pc:sldChg chg="delSp modSp add del mod">
        <pc:chgData name="Ms Alina Arshad" userId="cccdfd85-d35d-4453-9c6f-a463aae40722" providerId="ADAL" clId="{1C05DFB1-C023-4755-8788-6BFDA6690735}" dt="2024-09-05T07:57:54.173" v="378" actId="2696"/>
        <pc:sldMkLst>
          <pc:docMk/>
          <pc:sldMk cId="2656535664" sldId="441"/>
        </pc:sldMkLst>
        <pc:spChg chg="mod">
          <ac:chgData name="Ms Alina Arshad" userId="cccdfd85-d35d-4453-9c6f-a463aae40722" providerId="ADAL" clId="{1C05DFB1-C023-4755-8788-6BFDA6690735}" dt="2024-09-05T07:21:45.032" v="56" actId="14100"/>
          <ac:spMkLst>
            <pc:docMk/>
            <pc:sldMk cId="2656535664" sldId="441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5.383" v="86" actId="113"/>
          <ac:spMkLst>
            <pc:docMk/>
            <pc:sldMk cId="2656535664" sldId="441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7.120" v="57" actId="478"/>
          <ac:spMkLst>
            <pc:docMk/>
            <pc:sldMk cId="2656535664" sldId="44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1:49.444" v="58" actId="478"/>
          <ac:spMkLst>
            <pc:docMk/>
            <pc:sldMk cId="2656535664" sldId="441"/>
            <ac:spMk id="5" creationId="{00000000-0000-0000-0000-000000000000}"/>
          </ac:spMkLst>
        </pc:spChg>
      </pc:sldChg>
      <pc:sldChg chg="add">
        <pc:chgData name="Ms Alina Arshad" userId="cccdfd85-d35d-4453-9c6f-a463aae40722" providerId="ADAL" clId="{1C05DFB1-C023-4755-8788-6BFDA6690735}" dt="2024-09-05T07:58:02.432" v="379"/>
        <pc:sldMkLst>
          <pc:docMk/>
          <pc:sldMk cId="4115417814" sldId="441"/>
        </pc:sldMkLst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646742664" sldId="443"/>
        </pc:sldMkLst>
        <pc:spChg chg="mod">
          <ac:chgData name="Ms Alina Arshad" userId="cccdfd85-d35d-4453-9c6f-a463aae40722" providerId="ADAL" clId="{1C05DFB1-C023-4755-8788-6BFDA6690735}" dt="2024-09-05T07:22:01.285" v="62" actId="207"/>
          <ac:spMkLst>
            <pc:docMk/>
            <pc:sldMk cId="2646742664" sldId="443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3:10.157" v="85" actId="14100"/>
          <ac:spMkLst>
            <pc:docMk/>
            <pc:sldMk cId="2646742664" sldId="443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08.503" v="64" actId="478"/>
          <ac:spMkLst>
            <pc:docMk/>
            <pc:sldMk cId="2646742664" sldId="443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10.204" v="65" actId="478"/>
          <ac:spMkLst>
            <pc:docMk/>
            <pc:sldMk cId="2646742664" sldId="443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32114375" sldId="444"/>
        </pc:sldMkLst>
        <pc:spChg chg="mod">
          <ac:chgData name="Ms Alina Arshad" userId="cccdfd85-d35d-4453-9c6f-a463aae40722" providerId="ADAL" clId="{1C05DFB1-C023-4755-8788-6BFDA6690735}" dt="2024-09-05T07:22:21.935" v="68" actId="14100"/>
          <ac:spMkLst>
            <pc:docMk/>
            <pc:sldMk cId="132114375" sldId="444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2:53.825" v="79" actId="113"/>
          <ac:spMkLst>
            <pc:docMk/>
            <pc:sldMk cId="132114375" sldId="444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3.883" v="69" actId="478"/>
          <ac:spMkLst>
            <pc:docMk/>
            <pc:sldMk cId="132114375" sldId="444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2:28.146" v="70" actId="478"/>
          <ac:spMkLst>
            <pc:docMk/>
            <pc:sldMk cId="132114375" sldId="444"/>
            <ac:spMk id="5" creationId="{00000000-0000-0000-0000-000000000000}"/>
          </ac:spMkLst>
        </pc:spChg>
      </pc:sldChg>
      <pc:sldChg chg="add del">
        <pc:chgData name="Ms Alina Arshad" userId="cccdfd85-d35d-4453-9c6f-a463aae40722" providerId="ADAL" clId="{1C05DFB1-C023-4755-8788-6BFDA6690735}" dt="2024-09-05T08:14:26.302" v="402" actId="47"/>
        <pc:sldMkLst>
          <pc:docMk/>
          <pc:sldMk cId="2565756905" sldId="444"/>
        </pc:sldMkLst>
      </pc:sldChg>
      <pc:sldChg chg="add del">
        <pc:chgData name="Ms Alina Arshad" userId="cccdfd85-d35d-4453-9c6f-a463aae40722" providerId="ADAL" clId="{1C05DFB1-C023-4755-8788-6BFDA6690735}" dt="2024-09-05T08:00:24.115" v="399" actId="47"/>
        <pc:sldMkLst>
          <pc:docMk/>
          <pc:sldMk cId="1449205093" sldId="445"/>
        </pc:sldMkLst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534966288" sldId="445"/>
        </pc:sldMkLst>
        <pc:spChg chg="mod">
          <ac:chgData name="Ms Alina Arshad" userId="cccdfd85-d35d-4453-9c6f-a463aae40722" providerId="ADAL" clId="{1C05DFB1-C023-4755-8788-6BFDA6690735}" dt="2024-09-05T07:23:30.157" v="89" actId="207"/>
          <ac:spMkLst>
            <pc:docMk/>
            <pc:sldMk cId="1534966288" sldId="445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5:12.027" v="96" actId="12"/>
          <ac:spMkLst>
            <pc:docMk/>
            <pc:sldMk cId="1534966288" sldId="445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7.088" v="92" actId="478"/>
          <ac:spMkLst>
            <pc:docMk/>
            <pc:sldMk cId="1534966288" sldId="445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3:39.624" v="93" actId="478"/>
          <ac:spMkLst>
            <pc:docMk/>
            <pc:sldMk cId="1534966288" sldId="445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23:35.603" v="91" actId="14100"/>
          <ac:picMkLst>
            <pc:docMk/>
            <pc:sldMk cId="1534966288" sldId="445"/>
            <ac:picMk id="6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1014349081" sldId="446"/>
        </pc:sldMkLst>
        <pc:spChg chg="mod">
          <ac:chgData name="Ms Alina Arshad" userId="cccdfd85-d35d-4453-9c6f-a463aae40722" providerId="ADAL" clId="{1C05DFB1-C023-4755-8788-6BFDA6690735}" dt="2024-09-05T07:26:17.254" v="98" actId="207"/>
          <ac:spMkLst>
            <pc:docMk/>
            <pc:sldMk cId="1014349081" sldId="446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6:23.209" v="100" actId="12"/>
          <ac:spMkLst>
            <pc:docMk/>
            <pc:sldMk cId="1014349081" sldId="446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6.563" v="101" actId="478"/>
          <ac:spMkLst>
            <pc:docMk/>
            <pc:sldMk cId="1014349081" sldId="446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27.910" v="102" actId="478"/>
          <ac:spMkLst>
            <pc:docMk/>
            <pc:sldMk cId="1014349081" sldId="44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1C05DFB1-C023-4755-8788-6BFDA6690735}" dt="2024-09-05T08:14:44.713" v="409" actId="20577"/>
        <pc:sldMkLst>
          <pc:docMk/>
          <pc:sldMk cId="2279120568" sldId="446"/>
        </pc:sldMkLst>
        <pc:spChg chg="mod">
          <ac:chgData name="Ms Alina Arshad" userId="cccdfd85-d35d-4453-9c6f-a463aae40722" providerId="ADAL" clId="{1C05DFB1-C023-4755-8788-6BFDA6690735}" dt="2024-09-05T08:14:44.713" v="409" actId="20577"/>
          <ac:spMkLst>
            <pc:docMk/>
            <pc:sldMk cId="2279120568" sldId="446"/>
            <ac:spMk id="2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7:58:32.647" v="380" actId="2696"/>
        <pc:sldMkLst>
          <pc:docMk/>
          <pc:sldMk cId="674788557" sldId="447"/>
        </pc:sldMkLst>
        <pc:spChg chg="mod">
          <ac:chgData name="Ms Alina Arshad" userId="cccdfd85-d35d-4453-9c6f-a463aae40722" providerId="ADAL" clId="{1C05DFB1-C023-4755-8788-6BFDA6690735}" dt="2024-09-05T07:26:46.771" v="110" actId="5793"/>
          <ac:spMkLst>
            <pc:docMk/>
            <pc:sldMk cId="674788557" sldId="447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3.920" v="103" actId="478"/>
          <ac:spMkLst>
            <pc:docMk/>
            <pc:sldMk cId="674788557" sldId="447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6:35.837" v="104" actId="478"/>
          <ac:spMkLst>
            <pc:docMk/>
            <pc:sldMk cId="674788557" sldId="447"/>
            <ac:spMk id="5" creationId="{00000000-0000-0000-0000-000000000000}"/>
          </ac:spMkLst>
        </pc:spChg>
      </pc:sldChg>
      <pc:sldChg chg="modSp add del mod ord">
        <pc:chgData name="Ms Alina Arshad" userId="cccdfd85-d35d-4453-9c6f-a463aae40722" providerId="ADAL" clId="{1C05DFB1-C023-4755-8788-6BFDA6690735}" dt="2024-09-05T08:15:24.936" v="424" actId="47"/>
        <pc:sldMkLst>
          <pc:docMk/>
          <pc:sldMk cId="4044279338" sldId="447"/>
        </pc:sldMkLst>
        <pc:spChg chg="mod">
          <ac:chgData name="Ms Alina Arshad" userId="cccdfd85-d35d-4453-9c6f-a463aae40722" providerId="ADAL" clId="{1C05DFB1-C023-4755-8788-6BFDA6690735}" dt="2024-09-05T08:14:36.068" v="406" actId="207"/>
          <ac:spMkLst>
            <pc:docMk/>
            <pc:sldMk cId="4044279338" sldId="447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8:14:40.402" v="407" actId="403"/>
          <ac:spMkLst>
            <pc:docMk/>
            <pc:sldMk cId="4044279338" sldId="447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5:41.873" v="425" actId="47"/>
        <pc:sldMkLst>
          <pc:docMk/>
          <pc:sldMk cId="2809709330" sldId="448"/>
        </pc:sldMkLst>
        <pc:spChg chg="mod">
          <ac:chgData name="Ms Alina Arshad" userId="cccdfd85-d35d-4453-9c6f-a463aae40722" providerId="ADAL" clId="{1C05DFB1-C023-4755-8788-6BFDA6690735}" dt="2024-09-05T07:27:15.172" v="118" actId="1076"/>
          <ac:spMkLst>
            <pc:docMk/>
            <pc:sldMk cId="2809709330" sldId="448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27.486" v="122" actId="12"/>
          <ac:spMkLst>
            <pc:docMk/>
            <pc:sldMk cId="2809709330" sldId="448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20.389" v="120" actId="478"/>
          <ac:spMkLst>
            <pc:docMk/>
            <pc:sldMk cId="2809709330" sldId="448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17.872" v="119" actId="478"/>
          <ac:spMkLst>
            <pc:docMk/>
            <pc:sldMk cId="2809709330" sldId="448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81688199" sldId="449"/>
        </pc:sldMkLst>
        <pc:spChg chg="mod">
          <ac:chgData name="Ms Alina Arshad" userId="cccdfd85-d35d-4453-9c6f-a463aae40722" providerId="ADAL" clId="{1C05DFB1-C023-4755-8788-6BFDA6690735}" dt="2024-09-05T07:27:33.612" v="124" actId="207"/>
          <ac:spMkLst>
            <pc:docMk/>
            <pc:sldMk cId="1681688199" sldId="449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7:42.827" v="127" actId="12"/>
          <ac:spMkLst>
            <pc:docMk/>
            <pc:sldMk cId="1681688199" sldId="449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6.632" v="125" actId="478"/>
          <ac:spMkLst>
            <pc:docMk/>
            <pc:sldMk cId="1681688199" sldId="449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38.225" v="126" actId="478"/>
          <ac:spMkLst>
            <pc:docMk/>
            <pc:sldMk cId="1681688199" sldId="449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242073716" sldId="450"/>
        </pc:sldMkLst>
        <pc:spChg chg="mod">
          <ac:chgData name="Ms Alina Arshad" userId="cccdfd85-d35d-4453-9c6f-a463aae40722" providerId="ADAL" clId="{1C05DFB1-C023-4755-8788-6BFDA6690735}" dt="2024-09-05T07:27:53.868" v="130"/>
          <ac:spMkLst>
            <pc:docMk/>
            <pc:sldMk cId="242073716" sldId="450"/>
            <ac:spMk id="2" creationId="{00000000-0000-0000-0000-000000000000}"/>
          </ac:spMkLst>
        </pc:spChg>
        <pc:spChg chg="mod">
          <ac:chgData name="Ms Alina Arshad" userId="cccdfd85-d35d-4453-9c6f-a463aae40722" providerId="ADAL" clId="{1C05DFB1-C023-4755-8788-6BFDA6690735}" dt="2024-09-05T07:28:27.093" v="141" actId="12"/>
          <ac:spMkLst>
            <pc:docMk/>
            <pc:sldMk cId="242073716" sldId="450"/>
            <ac:spMk id="3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7:58.463" v="131" actId="478"/>
          <ac:spMkLst>
            <pc:docMk/>
            <pc:sldMk cId="242073716" sldId="450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7:28:01.743" v="132" actId="478"/>
          <ac:spMkLst>
            <pc:docMk/>
            <pc:sldMk cId="242073716" sldId="450"/>
            <ac:spMk id="5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1637132292" sldId="451"/>
        </pc:sldMkLst>
        <pc:spChg chg="mod">
          <ac:chgData name="Ms Alina Arshad" userId="cccdfd85-d35d-4453-9c6f-a463aae40722" providerId="ADAL" clId="{1C05DFB1-C023-4755-8788-6BFDA6690735}" dt="2024-09-05T07:33:02.749" v="143" actId="113"/>
          <ac:spMkLst>
            <pc:docMk/>
            <pc:sldMk cId="1637132292" sldId="451"/>
            <ac:spMk id="2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1.026" v="428" actId="478"/>
          <ac:spMkLst>
            <pc:docMk/>
            <pc:sldMk cId="1637132292" sldId="451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6:02.792" v="429" actId="478"/>
          <ac:spMkLst>
            <pc:docMk/>
            <pc:sldMk cId="1637132292" sldId="451"/>
            <ac:spMk id="5" creationId="{00000000-0000-0000-0000-000000000000}"/>
          </ac:spMkLst>
        </pc:spChg>
        <pc:picChg chg="mod">
          <ac:chgData name="Ms Alina Arshad" userId="cccdfd85-d35d-4453-9c6f-a463aae40722" providerId="ADAL" clId="{1C05DFB1-C023-4755-8788-6BFDA6690735}" dt="2024-09-05T07:33:07.044" v="144" actId="1076"/>
          <ac:picMkLst>
            <pc:docMk/>
            <pc:sldMk cId="1637132292" sldId="451"/>
            <ac:picMk id="7" creationId="{00000000-0000-0000-0000-000000000000}"/>
          </ac:picMkLst>
        </pc:picChg>
      </pc:sldChg>
      <pc:sldChg chg="delSp add del mod">
        <pc:chgData name="Ms Alina Arshad" userId="cccdfd85-d35d-4453-9c6f-a463aae40722" providerId="ADAL" clId="{1C05DFB1-C023-4755-8788-6BFDA6690735}" dt="2024-09-05T08:17:07.446" v="430" actId="2696"/>
        <pc:sldMkLst>
          <pc:docMk/>
          <pc:sldMk cId="723443559" sldId="452"/>
        </pc:sldMkLst>
        <pc:spChg chg="del">
          <ac:chgData name="Ms Alina Arshad" userId="cccdfd85-d35d-4453-9c6f-a463aae40722" providerId="ADAL" clId="{1C05DFB1-C023-4755-8788-6BFDA6690735}" dt="2024-09-05T08:15:53.419" v="426" actId="478"/>
          <ac:spMkLst>
            <pc:docMk/>
            <pc:sldMk cId="723443559" sldId="452"/>
            <ac:spMk id="4" creationId="{00000000-0000-0000-0000-000000000000}"/>
          </ac:spMkLst>
        </pc:spChg>
        <pc:spChg chg="del">
          <ac:chgData name="Ms Alina Arshad" userId="cccdfd85-d35d-4453-9c6f-a463aae40722" providerId="ADAL" clId="{1C05DFB1-C023-4755-8788-6BFDA6690735}" dt="2024-09-05T08:15:55.747" v="427" actId="478"/>
          <ac:spMkLst>
            <pc:docMk/>
            <pc:sldMk cId="723443559" sldId="452"/>
            <ac:spMk id="5" creationId="{00000000-0000-0000-0000-000000000000}"/>
          </ac:spMkLst>
        </pc:spChg>
      </pc:sldChg>
    </pc:docChg>
  </pc:docChgLst>
  <pc:docChgLst>
    <pc:chgData name="Ms Alina Arshad" userId="cccdfd85-d35d-4453-9c6f-a463aae40722" providerId="ADAL" clId="{2FEB24EE-2666-4060-89BA-CD0A06313B23}"/>
    <pc:docChg chg="custSel addSld delSld modSld">
      <pc:chgData name="Ms Alina Arshad" userId="cccdfd85-d35d-4453-9c6f-a463aae40722" providerId="ADAL" clId="{2FEB24EE-2666-4060-89BA-CD0A06313B23}" dt="2024-09-12T11:57:49.870" v="79"/>
      <pc:docMkLst>
        <pc:docMk/>
      </pc:docMkLst>
      <pc:sldChg chg="modSp mod">
        <pc:chgData name="Ms Alina Arshad" userId="cccdfd85-d35d-4453-9c6f-a463aae40722" providerId="ADAL" clId="{2FEB24EE-2666-4060-89BA-CD0A06313B23}" dt="2024-09-07T14:12:40.520" v="22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2FEB24EE-2666-4060-89BA-CD0A06313B23}" dt="2024-09-07T14:12:40.520" v="22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modSp mod">
        <pc:chgData name="Ms Alina Arshad" userId="cccdfd85-d35d-4453-9c6f-a463aae40722" providerId="ADAL" clId="{2FEB24EE-2666-4060-89BA-CD0A06313B23}" dt="2024-09-07T15:27:11.022" v="71" actId="20577"/>
        <pc:sldMkLst>
          <pc:docMk/>
          <pc:sldMk cId="0" sldId="372"/>
        </pc:sldMkLst>
        <pc:spChg chg="mod">
          <ac:chgData name="Ms Alina Arshad" userId="cccdfd85-d35d-4453-9c6f-a463aae40722" providerId="ADAL" clId="{2FEB24EE-2666-4060-89BA-CD0A06313B23}" dt="2024-09-07T15:27:11.022" v="71" actId="20577"/>
          <ac:spMkLst>
            <pc:docMk/>
            <pc:sldMk cId="0" sldId="372"/>
            <ac:spMk id="3" creationId="{3CE06910-2266-68E8-32AE-E6FCE586718E}"/>
          </ac:spMkLst>
        </pc:spChg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6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7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7"/>
        </pc:sldMkLst>
      </pc:sldChg>
      <pc:sldChg chg="del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8"/>
        </pc:sldMkLst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89"/>
        </pc:sldMkLst>
        <pc:spChg chg="mod">
          <ac:chgData name="Ms Alina Arshad" userId="cccdfd85-d35d-4453-9c6f-a463aae40722" providerId="ADAL" clId="{2FEB24EE-2666-4060-89BA-CD0A06313B23}" dt="2024-09-07T14:04:23.480" v="10" actId="5793"/>
          <ac:spMkLst>
            <pc:docMk/>
            <pc:sldMk cId="0" sldId="389"/>
            <ac:spMk id="13315" creationId="{5AEC1019-6C33-068D-89FF-73F14DD73519}"/>
          </ac:spMkLst>
        </pc:spChg>
        <pc:spChg chg="mod">
          <ac:chgData name="Ms Alina Arshad" userId="cccdfd85-d35d-4453-9c6f-a463aae40722" providerId="ADAL" clId="{2FEB24EE-2666-4060-89BA-CD0A06313B23}" dt="2024-09-07T14:04:04.382" v="4" actId="27636"/>
          <ac:spMkLst>
            <pc:docMk/>
            <pc:sldMk cId="0" sldId="389"/>
            <ac:spMk id="24578" creationId="{305B7E1E-5597-3B12-6D73-B24294AD131D}"/>
          </ac:spMkLst>
        </pc:spChg>
      </pc:sldChg>
      <pc:sldChg chg="modSp del mod">
        <pc:chgData name="Ms Alina Arshad" userId="cccdfd85-d35d-4453-9c6f-a463aae40722" providerId="ADAL" clId="{2FEB24EE-2666-4060-89BA-CD0A06313B23}" dt="2024-09-07T14:11:32.691" v="18" actId="2696"/>
        <pc:sldMkLst>
          <pc:docMk/>
          <pc:sldMk cId="0" sldId="391"/>
        </pc:sldMkLst>
        <pc:spChg chg="mod">
          <ac:chgData name="Ms Alina Arshad" userId="cccdfd85-d35d-4453-9c6f-a463aae40722" providerId="ADAL" clId="{2FEB24EE-2666-4060-89BA-CD0A06313B23}" dt="2024-09-07T14:04:40.295" v="17" actId="20577"/>
          <ac:spMkLst>
            <pc:docMk/>
            <pc:sldMk cId="0" sldId="391"/>
            <ac:spMk id="26626" creationId="{0FEEB420-FF9F-896C-19FE-30B0D95ADF93}"/>
          </ac:spMkLst>
        </pc:spChg>
      </pc:sldChg>
      <pc:sldChg chg="modSp add mod">
        <pc:chgData name="Ms Alina Arshad" userId="cccdfd85-d35d-4453-9c6f-a463aae40722" providerId="ADAL" clId="{2FEB24EE-2666-4060-89BA-CD0A06313B23}" dt="2024-09-07T14:26:37.570" v="48" actId="20577"/>
        <pc:sldMkLst>
          <pc:docMk/>
          <pc:sldMk cId="1227695002" sldId="429"/>
        </pc:sldMkLst>
        <pc:spChg chg="mod">
          <ac:chgData name="Ms Alina Arshad" userId="cccdfd85-d35d-4453-9c6f-a463aae40722" providerId="ADAL" clId="{2FEB24EE-2666-4060-89BA-CD0A06313B23}" dt="2024-09-07T14:16:40.823" v="36" actId="14100"/>
          <ac:spMkLst>
            <pc:docMk/>
            <pc:sldMk cId="1227695002" sldId="429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26:37.570" v="48" actId="20577"/>
          <ac:spMkLst>
            <pc:docMk/>
            <pc:sldMk cId="1227695002" sldId="42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28:10.057" v="50" actId="20577"/>
        <pc:sldMkLst>
          <pc:docMk/>
          <pc:sldMk cId="4289592975" sldId="430"/>
        </pc:sldMkLst>
        <pc:spChg chg="mod">
          <ac:chgData name="Ms Alina Arshad" userId="cccdfd85-d35d-4453-9c6f-a463aae40722" providerId="ADAL" clId="{2FEB24EE-2666-4060-89BA-CD0A06313B23}" dt="2024-09-07T14:28:10.057" v="50" actId="20577"/>
          <ac:spMkLst>
            <pc:docMk/>
            <pc:sldMk cId="4289592975" sldId="43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3:40.207" v="55" actId="207"/>
        <pc:sldMkLst>
          <pc:docMk/>
          <pc:sldMk cId="1008177089" sldId="433"/>
        </pc:sldMkLst>
        <pc:spChg chg="mod">
          <ac:chgData name="Ms Alina Arshad" userId="cccdfd85-d35d-4453-9c6f-a463aae40722" providerId="ADAL" clId="{2FEB24EE-2666-4060-89BA-CD0A06313B23}" dt="2024-09-07T14:33:40.207" v="55" actId="207"/>
          <ac:spMkLst>
            <pc:docMk/>
            <pc:sldMk cId="1008177089" sldId="43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19.708" v="62" actId="20577"/>
        <pc:sldMkLst>
          <pc:docMk/>
          <pc:sldMk cId="4177771332" sldId="434"/>
        </pc:sldMkLst>
        <pc:spChg chg="mod">
          <ac:chgData name="Ms Alina Arshad" userId="cccdfd85-d35d-4453-9c6f-a463aae40722" providerId="ADAL" clId="{2FEB24EE-2666-4060-89BA-CD0A06313B23}" dt="2024-09-07T14:37:16.352" v="58" actId="1076"/>
          <ac:spMkLst>
            <pc:docMk/>
            <pc:sldMk cId="4177771332" sldId="434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38:19.708" v="62" actId="20577"/>
          <ac:spMkLst>
            <pc:docMk/>
            <pc:sldMk cId="4177771332" sldId="43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38:53.527" v="63" actId="404"/>
        <pc:sldMkLst>
          <pc:docMk/>
          <pc:sldMk cId="2642975351" sldId="435"/>
        </pc:sldMkLst>
        <pc:spChg chg="mod">
          <ac:chgData name="Ms Alina Arshad" userId="cccdfd85-d35d-4453-9c6f-a463aae40722" providerId="ADAL" clId="{2FEB24EE-2666-4060-89BA-CD0A06313B23}" dt="2024-09-07T14:38:53.527" v="63" actId="404"/>
          <ac:spMkLst>
            <pc:docMk/>
            <pc:sldMk cId="2642975351" sldId="435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2FEB24EE-2666-4060-89BA-CD0A06313B23}" dt="2024-09-07T14:42:05.679" v="66" actId="207"/>
        <pc:sldMkLst>
          <pc:docMk/>
          <pc:sldMk cId="8447295" sldId="436"/>
        </pc:sldMkLst>
        <pc:spChg chg="mod">
          <ac:chgData name="Ms Alina Arshad" userId="cccdfd85-d35d-4453-9c6f-a463aae40722" providerId="ADAL" clId="{2FEB24EE-2666-4060-89BA-CD0A06313B23}" dt="2024-09-07T14:41:44.573" v="64" actId="33524"/>
          <ac:spMkLst>
            <pc:docMk/>
            <pc:sldMk cId="8447295" sldId="436"/>
            <ac:spMk id="2" creationId="{00000000-0000-0000-0000-000000000000}"/>
          </ac:spMkLst>
        </pc:spChg>
        <pc:spChg chg="mod">
          <ac:chgData name="Ms Alina Arshad" userId="cccdfd85-d35d-4453-9c6f-a463aae40722" providerId="ADAL" clId="{2FEB24EE-2666-4060-89BA-CD0A06313B23}" dt="2024-09-07T14:42:05.679" v="66" actId="207"/>
          <ac:spMkLst>
            <pc:docMk/>
            <pc:sldMk cId="8447295" sldId="43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2FEB24EE-2666-4060-89BA-CD0A06313B23}" dt="2024-09-07T15:07:51.624" v="70" actId="20577"/>
        <pc:sldMkLst>
          <pc:docMk/>
          <pc:sldMk cId="1737629093" sldId="438"/>
        </pc:sldMkLst>
        <pc:spChg chg="mod">
          <ac:chgData name="Ms Alina Arshad" userId="cccdfd85-d35d-4453-9c6f-a463aae40722" providerId="ADAL" clId="{2FEB24EE-2666-4060-89BA-CD0A06313B23}" dt="2024-09-07T15:07:51.624" v="70" actId="20577"/>
          <ac:spMkLst>
            <pc:docMk/>
            <pc:sldMk cId="1737629093" sldId="438"/>
            <ac:spMk id="3" creationId="{00000000-0000-0000-0000-000000000000}"/>
          </ac:spMkLst>
        </pc:spChg>
      </pc:sldChg>
      <pc:sldChg chg="addSp modSp">
        <pc:chgData name="Ms Alina Arshad" userId="cccdfd85-d35d-4453-9c6f-a463aae40722" providerId="ADAL" clId="{2FEB24EE-2666-4060-89BA-CD0A06313B23}" dt="2024-09-07T15:30:07.645" v="78" actId="1076"/>
        <pc:sldMkLst>
          <pc:docMk/>
          <pc:sldMk cId="2279120568" sldId="446"/>
        </pc:sldMkLst>
        <pc:spChg chg="mod">
          <ac:chgData name="Ms Alina Arshad" userId="cccdfd85-d35d-4453-9c6f-a463aae40722" providerId="ADAL" clId="{2FEB24EE-2666-4060-89BA-CD0A06313B23}" dt="2024-09-07T15:29:56.694" v="75" actId="14100"/>
          <ac:spMkLst>
            <pc:docMk/>
            <pc:sldMk cId="2279120568" sldId="446"/>
            <ac:spMk id="3" creationId="{00000000-0000-0000-0000-000000000000}"/>
          </ac:spMkLst>
        </pc:spChg>
        <pc:picChg chg="add mod">
          <ac:chgData name="Ms Alina Arshad" userId="cccdfd85-d35d-4453-9c6f-a463aae40722" providerId="ADAL" clId="{2FEB24EE-2666-4060-89BA-CD0A06313B23}" dt="2024-09-07T15:30:07.645" v="78" actId="1076"/>
          <ac:picMkLst>
            <pc:docMk/>
            <pc:sldMk cId="2279120568" sldId="446"/>
            <ac:picMk id="1026" creationId="{33CCDCAF-3759-99D5-6506-736BA3E5DF0B}"/>
          </ac:picMkLst>
        </pc:picChg>
      </pc:sldChg>
      <pc:sldChg chg="add">
        <pc:chgData name="Ms Alina Arshad" userId="cccdfd85-d35d-4453-9c6f-a463aae40722" providerId="ADAL" clId="{2FEB24EE-2666-4060-89BA-CD0A06313B23}" dt="2024-09-12T11:57:49.870" v="79"/>
        <pc:sldMkLst>
          <pc:docMk/>
          <pc:sldMk cId="2342459706" sldId="447"/>
        </pc:sldMkLst>
      </pc:sldChg>
    </pc:docChg>
  </pc:docChgLst>
  <pc:docChgLst>
    <pc:chgData name="Ms Alina Arshad" userId="cccdfd85-d35d-4453-9c6f-a463aae40722" providerId="ADAL" clId="{EADAEE91-4A7C-4065-A245-779568A60DD0}"/>
    <pc:docChg chg="undo custSel addSld delSld modSld sldOrd">
      <pc:chgData name="Ms Alina Arshad" userId="cccdfd85-d35d-4453-9c6f-a463aae40722" providerId="ADAL" clId="{EADAEE91-4A7C-4065-A245-779568A60DD0}" dt="2024-08-25T15:14:04.534" v="324" actId="2696"/>
      <pc:docMkLst>
        <pc:docMk/>
      </pc:docMkLst>
      <pc:sldChg chg="del">
        <pc:chgData name="Ms Alina Arshad" userId="cccdfd85-d35d-4453-9c6f-a463aae40722" providerId="ADAL" clId="{EADAEE91-4A7C-4065-A245-779568A60DD0}" dt="2024-08-25T13:34:30.844" v="2" actId="47"/>
        <pc:sldMkLst>
          <pc:docMk/>
          <pc:sldMk cId="3829966237" sldId="341"/>
        </pc:sldMkLst>
      </pc:sldChg>
      <pc:sldChg chg="del">
        <pc:chgData name="Ms Alina Arshad" userId="cccdfd85-d35d-4453-9c6f-a463aae40722" providerId="ADAL" clId="{EADAEE91-4A7C-4065-A245-779568A60DD0}" dt="2024-08-25T13:34:31.597" v="3" actId="47"/>
        <pc:sldMkLst>
          <pc:docMk/>
          <pc:sldMk cId="1130609535" sldId="342"/>
        </pc:sldMkLst>
      </pc:sldChg>
      <pc:sldChg chg="delSp modSp del mod">
        <pc:chgData name="Ms Alina Arshad" userId="cccdfd85-d35d-4453-9c6f-a463aae40722" providerId="ADAL" clId="{EADAEE91-4A7C-4065-A245-779568A60DD0}" dt="2024-08-25T15:09:29.508" v="302" actId="47"/>
        <pc:sldMkLst>
          <pc:docMk/>
          <pc:sldMk cId="47593581" sldId="345"/>
        </pc:sldMkLst>
        <pc:spChg chg="mod">
          <ac:chgData name="Ms Alina Arshad" userId="cccdfd85-d35d-4453-9c6f-a463aae40722" providerId="ADAL" clId="{EADAEE91-4A7C-4065-A245-779568A60DD0}" dt="2024-08-25T13:41:42.034" v="13" actId="14100"/>
          <ac:spMkLst>
            <pc:docMk/>
            <pc:sldMk cId="47593581" sldId="345"/>
            <ac:spMk id="2" creationId="{7E51EDD7-5122-4590-8B7F-DC837E23C380}"/>
          </ac:spMkLst>
        </pc:spChg>
        <pc:spChg chg="mod">
          <ac:chgData name="Ms Alina Arshad" userId="cccdfd85-d35d-4453-9c6f-a463aae40722" providerId="ADAL" clId="{EADAEE91-4A7C-4065-A245-779568A60DD0}" dt="2024-08-25T13:58:46.017" v="100" actId="12"/>
          <ac:spMkLst>
            <pc:docMk/>
            <pc:sldMk cId="47593581" sldId="345"/>
            <ac:spMk id="3" creationId="{2DFF783D-CE62-42B7-AF33-34074E4461A2}"/>
          </ac:spMkLst>
        </pc:spChg>
        <pc:spChg chg="del">
          <ac:chgData name="Ms Alina Arshad" userId="cccdfd85-d35d-4453-9c6f-a463aae40722" providerId="ADAL" clId="{EADAEE91-4A7C-4065-A245-779568A60DD0}" dt="2024-08-25T13:41:32.883" v="10" actId="478"/>
          <ac:spMkLst>
            <pc:docMk/>
            <pc:sldMk cId="47593581" sldId="34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34.842" v="11" actId="478"/>
          <ac:spMkLst>
            <pc:docMk/>
            <pc:sldMk cId="47593581" sldId="345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0.905" v="303" actId="47"/>
        <pc:sldMkLst>
          <pc:docMk/>
          <pc:sldMk cId="4118113692" sldId="346"/>
        </pc:sldMkLst>
        <pc:spChg chg="mod">
          <ac:chgData name="Ms Alina Arshad" userId="cccdfd85-d35d-4453-9c6f-a463aae40722" providerId="ADAL" clId="{EADAEE91-4A7C-4065-A245-779568A60DD0}" dt="2024-08-25T13:42:05.951" v="20" actId="1076"/>
          <ac:spMkLst>
            <pc:docMk/>
            <pc:sldMk cId="4118113692" sldId="346"/>
            <ac:spMk id="2" creationId="{189AF601-8D70-417E-83F0-4C2544ACF381}"/>
          </ac:spMkLst>
        </pc:spChg>
        <pc:spChg chg="mod">
          <ac:chgData name="Ms Alina Arshad" userId="cccdfd85-d35d-4453-9c6f-a463aae40722" providerId="ADAL" clId="{EADAEE91-4A7C-4065-A245-779568A60DD0}" dt="2024-08-25T13:42:08.883" v="21" actId="207"/>
          <ac:spMkLst>
            <pc:docMk/>
            <pc:sldMk cId="4118113692" sldId="346"/>
            <ac:spMk id="3" creationId="{7994D1C3-C6BD-49FE-ADD7-107918564080}"/>
          </ac:spMkLst>
        </pc:spChg>
        <pc:spChg chg="del">
          <ac:chgData name="Ms Alina Arshad" userId="cccdfd85-d35d-4453-9c6f-a463aae40722" providerId="ADAL" clId="{EADAEE91-4A7C-4065-A245-779568A60DD0}" dt="2024-08-25T13:41:52.482" v="15" actId="478"/>
          <ac:spMkLst>
            <pc:docMk/>
            <pc:sldMk cId="4118113692" sldId="34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54.245" v="16" actId="478"/>
          <ac:spMkLst>
            <pc:docMk/>
            <pc:sldMk cId="4118113692" sldId="346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1.592" v="304" actId="47"/>
        <pc:sldMkLst>
          <pc:docMk/>
          <pc:sldMk cId="1592470958" sldId="347"/>
        </pc:sldMkLst>
        <pc:spChg chg="mod">
          <ac:chgData name="Ms Alina Arshad" userId="cccdfd85-d35d-4453-9c6f-a463aae40722" providerId="ADAL" clId="{EADAEE91-4A7C-4065-A245-779568A60DD0}" dt="2024-08-25T13:42:20.300" v="24" actId="1076"/>
          <ac:spMkLst>
            <pc:docMk/>
            <pc:sldMk cId="1592470958" sldId="347"/>
            <ac:spMk id="2" creationId="{4095D5A0-FF21-4C13-A9F4-11F27B882005}"/>
          </ac:spMkLst>
        </pc:spChg>
        <pc:spChg chg="mod">
          <ac:chgData name="Ms Alina Arshad" userId="cccdfd85-d35d-4453-9c6f-a463aae40722" providerId="ADAL" clId="{EADAEE91-4A7C-4065-A245-779568A60DD0}" dt="2024-08-25T13:42:28.221" v="27" actId="255"/>
          <ac:spMkLst>
            <pc:docMk/>
            <pc:sldMk cId="1592470958" sldId="347"/>
            <ac:spMk id="3" creationId="{D93D2A2A-F7B4-4BEE-A16C-64E5A2B22228}"/>
          </ac:spMkLst>
        </pc:spChg>
        <pc:spChg chg="del">
          <ac:chgData name="Ms Alina Arshad" userId="cccdfd85-d35d-4453-9c6f-a463aae40722" providerId="ADAL" clId="{EADAEE91-4A7C-4065-A245-779568A60DD0}" dt="2024-08-25T13:42:31.109" v="28" actId="478"/>
          <ac:spMkLst>
            <pc:docMk/>
            <pc:sldMk cId="1592470958" sldId="34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2:33.014" v="29" actId="478"/>
          <ac:spMkLst>
            <pc:docMk/>
            <pc:sldMk cId="1592470958" sldId="347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177" v="305" actId="47"/>
        <pc:sldMkLst>
          <pc:docMk/>
          <pc:sldMk cId="2505751039" sldId="348"/>
        </pc:sldMkLst>
        <pc:spChg chg="mod">
          <ac:chgData name="Ms Alina Arshad" userId="cccdfd85-d35d-4453-9c6f-a463aae40722" providerId="ADAL" clId="{EADAEE91-4A7C-4065-A245-779568A60DD0}" dt="2024-08-25T13:42:47.129" v="31" actId="1076"/>
          <ac:spMkLst>
            <pc:docMk/>
            <pc:sldMk cId="2505751039" sldId="348"/>
            <ac:spMk id="2" creationId="{09840C44-A6AE-44E7-AB9D-97CB7C1C0B3B}"/>
          </ac:spMkLst>
        </pc:spChg>
        <pc:spChg chg="mod">
          <ac:chgData name="Ms Alina Arshad" userId="cccdfd85-d35d-4453-9c6f-a463aae40722" providerId="ADAL" clId="{EADAEE91-4A7C-4065-A245-779568A60DD0}" dt="2024-08-25T13:42:54.716" v="33" actId="207"/>
          <ac:spMkLst>
            <pc:docMk/>
            <pc:sldMk cId="2505751039" sldId="348"/>
            <ac:spMk id="3" creationId="{D9B437DC-A3DB-401E-B265-1B37EED2AEE1}"/>
          </ac:spMkLst>
        </pc:spChg>
        <pc:spChg chg="del">
          <ac:chgData name="Ms Alina Arshad" userId="cccdfd85-d35d-4453-9c6f-a463aae40722" providerId="ADAL" clId="{EADAEE91-4A7C-4065-A245-779568A60DD0}" dt="2024-08-25T13:42:58.434" v="34" actId="478"/>
          <ac:spMkLst>
            <pc:docMk/>
            <pc:sldMk cId="2505751039" sldId="348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01.831" v="35" actId="478"/>
          <ac:spMkLst>
            <pc:docMk/>
            <pc:sldMk cId="2505751039" sldId="348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2.959" v="306" actId="47"/>
        <pc:sldMkLst>
          <pc:docMk/>
          <pc:sldMk cId="662195488" sldId="349"/>
        </pc:sldMkLst>
        <pc:spChg chg="mod">
          <ac:chgData name="Ms Alina Arshad" userId="cccdfd85-d35d-4453-9c6f-a463aae40722" providerId="ADAL" clId="{EADAEE91-4A7C-4065-A245-779568A60DD0}" dt="2024-08-25T13:43:11.222" v="38" actId="207"/>
          <ac:spMkLst>
            <pc:docMk/>
            <pc:sldMk cId="662195488" sldId="349"/>
            <ac:spMk id="2" creationId="{E948826E-E54E-49E5-A1BB-A247D73F4654}"/>
          </ac:spMkLst>
        </pc:spChg>
        <pc:spChg chg="mod">
          <ac:chgData name="Ms Alina Arshad" userId="cccdfd85-d35d-4453-9c6f-a463aae40722" providerId="ADAL" clId="{EADAEE91-4A7C-4065-A245-779568A60DD0}" dt="2024-08-25T13:43:30.275" v="42" actId="207"/>
          <ac:spMkLst>
            <pc:docMk/>
            <pc:sldMk cId="662195488" sldId="349"/>
            <ac:spMk id="3" creationId="{73CAB96E-5D26-4FBA-93D4-48E335D0109C}"/>
          </ac:spMkLst>
        </pc:spChg>
        <pc:spChg chg="del">
          <ac:chgData name="Ms Alina Arshad" userId="cccdfd85-d35d-4453-9c6f-a463aae40722" providerId="ADAL" clId="{EADAEE91-4A7C-4065-A245-779568A60DD0}" dt="2024-08-25T13:43:21.984" v="40" actId="478"/>
          <ac:spMkLst>
            <pc:docMk/>
            <pc:sldMk cId="662195488" sldId="34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25.868" v="41" actId="478"/>
          <ac:spMkLst>
            <pc:docMk/>
            <pc:sldMk cId="662195488" sldId="349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19.557" v="149" actId="207"/>
        <pc:sldMkLst>
          <pc:docMk/>
          <pc:sldMk cId="0" sldId="350"/>
        </pc:sldMkLst>
        <pc:spChg chg="mod">
          <ac:chgData name="Ms Alina Arshad" userId="cccdfd85-d35d-4453-9c6f-a463aae40722" providerId="ADAL" clId="{EADAEE91-4A7C-4065-A245-779568A60DD0}" dt="2024-08-25T14:58:19.557" v="149" actId="207"/>
          <ac:spMkLst>
            <pc:docMk/>
            <pc:sldMk cId="0" sldId="350"/>
            <ac:spMk id="18434" creationId="{A577BD20-D1FF-1BEE-9621-64AB62F59F87}"/>
          </ac:spMkLst>
        </pc:spChg>
      </pc:sldChg>
      <pc:sldChg chg="modSp add mod">
        <pc:chgData name="Ms Alina Arshad" userId="cccdfd85-d35d-4453-9c6f-a463aae40722" providerId="ADAL" clId="{EADAEE91-4A7C-4065-A245-779568A60DD0}" dt="2024-08-25T14:59:22.631" v="165" actId="27636"/>
        <pc:sldMkLst>
          <pc:docMk/>
          <pc:sldMk cId="0" sldId="351"/>
        </pc:sldMkLst>
        <pc:spChg chg="mod">
          <ac:chgData name="Ms Alina Arshad" userId="cccdfd85-d35d-4453-9c6f-a463aae40722" providerId="ADAL" clId="{EADAEE91-4A7C-4065-A245-779568A60DD0}" dt="2024-08-25T14:59:22.631" v="165" actId="27636"/>
          <ac:spMkLst>
            <pc:docMk/>
            <pc:sldMk cId="0" sldId="351"/>
            <ac:spMk id="3" creationId="{C0C22FA1-E5B0-AD82-96B5-C98C4EA3D56C}"/>
          </ac:spMkLst>
        </pc:spChg>
        <pc:spChg chg="mod">
          <ac:chgData name="Ms Alina Arshad" userId="cccdfd85-d35d-4453-9c6f-a463aae40722" providerId="ADAL" clId="{EADAEE91-4A7C-4065-A245-779568A60DD0}" dt="2024-08-25T14:58:57.020" v="157" actId="1076"/>
          <ac:spMkLst>
            <pc:docMk/>
            <pc:sldMk cId="0" sldId="351"/>
            <ac:spMk id="20482" creationId="{BBAA9927-7645-6E75-19D7-0A3279220EA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0" creationId="{633463A3-DE25-CA28-40E4-8C3D91E4450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1" creationId="{D7881945-A53A-8D17-791D-162E4ADC9F1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5" creationId="{30D2EC8A-7B00-E22A-A5F0-C7C377536AE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6" creationId="{42E8223A-9727-18BC-F219-76783C6B798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7" creationId="{8CC3DB45-73B0-CB58-0A96-E1B87974EC7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8" creationId="{6B2D9AAB-1FD8-024E-2C7E-CD197AB3F16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499" creationId="{B21B324D-B54B-AB2A-35F9-0B2633DCB2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0" creationId="{368DA16C-FD8C-D0D7-7F0E-66A1775A49F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1" creationId="{BBE25917-92B5-29DD-2D43-C206AE6FAD3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2" creationId="{5B7BB921-3413-4F30-B079-54C603A5CA8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3" creationId="{33B1CDDC-6023-5CD5-5C24-0D8879304E02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4" creationId="{64F24335-C1B3-911B-8406-E9E34E828CE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6" creationId="{9B3659CD-6C1E-2B5A-5A04-DE082428E6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8" creationId="{B622AB96-288F-81CD-5E4A-A96A8645BC6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09" creationId="{89A1CA44-16E9-8216-7022-7920138E5E17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0" creationId="{EE6AD805-7BC0-6284-A5A6-E5975E600F6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1" creationId="{1C9AA088-7E22-4D43-1279-63DD018115A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2" creationId="{BB11CD00-1F5F-6793-EC2D-87C49775945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3" creationId="{FCC19961-6BBD-7936-C553-6162DC2475FF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4" creationId="{43DD98F7-450E-0791-BFCC-67C8C437F2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5" creationId="{909C4666-C7D2-5CFD-2A9D-E6C939F855DB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6" creationId="{F559048E-5AEA-BFAA-4AB2-A79BD77B4E6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8" creationId="{A73BE407-30D4-0E52-57AB-73F9CF23B9C0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19" creationId="{3D2DE760-CDA8-026D-2727-1D2422A40053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2" creationId="{724AC8D3-447F-303D-8B23-332CAB41837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3" creationId="{F261ED58-EC46-D0CB-EF10-36FDD01A018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4" creationId="{2978236F-238F-63A3-A9C6-1BC14C387C7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5" creationId="{3A10A80B-598C-6F80-B20E-D83391B4DAFE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6" creationId="{DE8A2B8B-C132-773A-4325-63EA471A82E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7" creationId="{A7378887-B4EE-0D36-3B40-BF7373A0A75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8" creationId="{CBA19445-DC40-B276-D8A2-FB7B5D7C693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29" creationId="{3D9C512B-90B6-61AE-0FE2-301DA8BF6166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2" creationId="{01F75FB1-FA05-E792-5677-1408EBFE489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5" creationId="{B248B2D8-4FD5-CC0D-B842-158AE12C4F7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6" creationId="{BC821949-4409-B6D2-0B76-CF34243713C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7" creationId="{D2F2A971-F446-C273-87FD-620558105FC1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8" creationId="{8D694FCD-8075-29AA-7B6F-E3033267B8FA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39" creationId="{C2E3A1C5-308C-D8E1-DF3B-D3F66602494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0" creationId="{3D348CA4-5DDE-5C56-5FA0-AF17C8561F35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1" creationId="{AFBDDBF6-D876-C151-24EF-4F8278F2BA34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2" creationId="{DBB3D900-774B-536F-785C-E839802B58ED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3" creationId="{0952B678-AF27-EA9B-4BB4-76D04C4889D8}"/>
          </ac:spMkLst>
        </pc:spChg>
        <pc:spChg chg="mod">
          <ac:chgData name="Ms Alina Arshad" userId="cccdfd85-d35d-4453-9c6f-a463aae40722" providerId="ADAL" clId="{EADAEE91-4A7C-4065-A245-779568A60DD0}" dt="2024-08-25T14:59:06.519" v="160" actId="1076"/>
          <ac:spMkLst>
            <pc:docMk/>
            <pc:sldMk cId="0" sldId="351"/>
            <ac:spMk id="20544" creationId="{82380CB0-76D2-D7C4-10F0-DE56CAED63AE}"/>
          </ac:spMkLst>
        </pc:s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" creationId="{7F9631C9-A4A1-9EC8-8B28-D2C54EDAAC8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5" creationId="{B7A9110E-17AF-7A9A-94CA-09682B01ADA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6" creationId="{C87A5648-2ED0-13A1-E987-3804502F5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7" creationId="{FEF07A09-23EB-692B-E7F8-931D9A1688D3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8" creationId="{4F49DAD8-804A-D178-31DD-036F4BAAAE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89" creationId="{95027C7D-621B-B27C-733C-C9EC585D5C2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2" creationId="{054DD1F6-623A-E71F-F6E2-064F30277D1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3" creationId="{6ECA2E41-720C-F599-9154-426F329E4A5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494" creationId="{1E4BF6B6-F9CB-5FE1-F3F4-5BA86F870DB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5" creationId="{93453CF6-B129-40D6-76E3-5DC20D6CDA59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07" creationId="{DFBB99D5-D52B-1F57-9535-CF9B7EE26221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17" creationId="{264FBE28-AF63-C31F-376E-2E336D6CE572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0" creationId="{FC154E7D-4B1D-54F5-535F-267395724150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21" creationId="{D3F057E2-1931-2A47-5DEE-9A1C6D847247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0" creationId="{9329A31E-5CC2-8249-4436-0A6A6E596555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1" creationId="{84BB47A9-E83E-AEFB-27FA-6B66D827416E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3" creationId="{201B7CCB-5F34-F678-758F-0661DE8D959C}"/>
          </ac:grpSpMkLst>
        </pc:grpChg>
        <pc:grpChg chg="mod">
          <ac:chgData name="Ms Alina Arshad" userId="cccdfd85-d35d-4453-9c6f-a463aae40722" providerId="ADAL" clId="{EADAEE91-4A7C-4065-A245-779568A60DD0}" dt="2024-08-25T14:59:06.519" v="160" actId="1076"/>
          <ac:grpSpMkLst>
            <pc:docMk/>
            <pc:sldMk cId="0" sldId="351"/>
            <ac:grpSpMk id="20534" creationId="{0E9C74A4-0952-6E8E-DB45-32A6E2651681}"/>
          </ac:grpSpMkLst>
        </pc:grpChg>
      </pc:sldChg>
      <pc:sldChg chg="modSp add mod modAnim">
        <pc:chgData name="Ms Alina Arshad" userId="cccdfd85-d35d-4453-9c6f-a463aae40722" providerId="ADAL" clId="{EADAEE91-4A7C-4065-A245-779568A60DD0}" dt="2024-08-25T15:02:43.628" v="201" actId="12"/>
        <pc:sldMkLst>
          <pc:docMk/>
          <pc:sldMk cId="0" sldId="352"/>
        </pc:sldMkLst>
        <pc:spChg chg="mod">
          <ac:chgData name="Ms Alina Arshad" userId="cccdfd85-d35d-4453-9c6f-a463aae40722" providerId="ADAL" clId="{EADAEE91-4A7C-4065-A245-779568A60DD0}" dt="2024-08-25T15:02:43.628" v="201" actId="12"/>
          <ac:spMkLst>
            <pc:docMk/>
            <pc:sldMk cId="0" sldId="352"/>
            <ac:spMk id="2052" creationId="{B4DE60EB-A6E8-8EBF-8E19-B399561545C9}"/>
          </ac:spMkLst>
        </pc:spChg>
        <pc:spChg chg="mod">
          <ac:chgData name="Ms Alina Arshad" userId="cccdfd85-d35d-4453-9c6f-a463aae40722" providerId="ADAL" clId="{EADAEE91-4A7C-4065-A245-779568A60DD0}" dt="2024-08-25T15:01:36.327" v="178" actId="207"/>
          <ac:spMkLst>
            <pc:docMk/>
            <pc:sldMk cId="0" sldId="352"/>
            <ac:spMk id="22530" creationId="{81E4A2DE-EED4-BE27-0CBC-60AC4B3515B2}"/>
          </ac:spMkLst>
        </pc:spChg>
        <pc:graphicFrameChg chg="mod">
          <ac:chgData name="Ms Alina Arshad" userId="cccdfd85-d35d-4453-9c6f-a463aae40722" providerId="ADAL" clId="{EADAEE91-4A7C-4065-A245-779568A60DD0}" dt="2024-08-25T15:01:54.126" v="183" actId="1076"/>
          <ac:graphicFrameMkLst>
            <pc:docMk/>
            <pc:sldMk cId="0" sldId="352"/>
            <ac:graphicFrameMk id="2050" creationId="{69F5B8D4-45C1-7EAE-504B-933840C40481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4:31.039" v="226" actId="1076"/>
        <pc:sldMkLst>
          <pc:docMk/>
          <pc:sldMk cId="0" sldId="353"/>
        </pc:sldMkLst>
        <pc:spChg chg="mod">
          <ac:chgData name="Ms Alina Arshad" userId="cccdfd85-d35d-4453-9c6f-a463aae40722" providerId="ADAL" clId="{EADAEE91-4A7C-4065-A245-779568A60DD0}" dt="2024-08-25T15:04:31.039" v="226" actId="1076"/>
          <ac:spMkLst>
            <pc:docMk/>
            <pc:sldMk cId="0" sldId="353"/>
            <ac:spMk id="12" creationId="{1B6A82AF-111F-D1BE-2D7D-3590FC2DDAC9}"/>
          </ac:spMkLst>
        </pc:spChg>
        <pc:spChg chg="mod">
          <ac:chgData name="Ms Alina Arshad" userId="cccdfd85-d35d-4453-9c6f-a463aae40722" providerId="ADAL" clId="{EADAEE91-4A7C-4065-A245-779568A60DD0}" dt="2024-08-25T15:04:18.556" v="222" actId="207"/>
          <ac:spMkLst>
            <pc:docMk/>
            <pc:sldMk cId="0" sldId="353"/>
            <ac:spMk id="13" creationId="{40BD6F9F-8B0E-8151-5595-E398BA5B69BC}"/>
          </ac:spMkLst>
        </pc:spChg>
        <pc:spChg chg="mod">
          <ac:chgData name="Ms Alina Arshad" userId="cccdfd85-d35d-4453-9c6f-a463aae40722" providerId="ADAL" clId="{EADAEE91-4A7C-4065-A245-779568A60DD0}" dt="2024-08-25T15:03:57.441" v="219" actId="207"/>
          <ac:spMkLst>
            <pc:docMk/>
            <pc:sldMk cId="0" sldId="353"/>
            <ac:spMk id="24578" creationId="{A6AAA39F-8495-7D22-ACDD-646A2CF1F432}"/>
          </ac:spMkLst>
        </pc:spChg>
        <pc:spChg chg="mod">
          <ac:chgData name="Ms Alina Arshad" userId="cccdfd85-d35d-4453-9c6f-a463aae40722" providerId="ADAL" clId="{EADAEE91-4A7C-4065-A245-779568A60DD0}" dt="2024-08-25T15:04:21.653" v="223" actId="207"/>
          <ac:spMkLst>
            <pc:docMk/>
            <pc:sldMk cId="0" sldId="353"/>
            <ac:spMk id="24579" creationId="{1D3E6F96-66D0-4256-B3BD-7CD77460DDD7}"/>
          </ac:spMkLst>
        </pc:spChg>
        <pc:spChg chg="mod">
          <ac:chgData name="Ms Alina Arshad" userId="cccdfd85-d35d-4453-9c6f-a463aae40722" providerId="ADAL" clId="{EADAEE91-4A7C-4065-A245-779568A60DD0}" dt="2024-08-25T15:04:25.363" v="224" actId="113"/>
          <ac:spMkLst>
            <pc:docMk/>
            <pc:sldMk cId="0" sldId="353"/>
            <ac:spMk id="24581" creationId="{AC6072E2-E180-4510-5672-05CB4006ADFA}"/>
          </ac:spMkLst>
        </pc:spChg>
      </pc:sldChg>
      <pc:sldChg chg="modSp add mod">
        <pc:chgData name="Ms Alina Arshad" userId="cccdfd85-d35d-4453-9c6f-a463aae40722" providerId="ADAL" clId="{EADAEE91-4A7C-4065-A245-779568A60DD0}" dt="2024-08-25T15:04:55.549" v="232" actId="113"/>
        <pc:sldMkLst>
          <pc:docMk/>
          <pc:sldMk cId="0" sldId="354"/>
        </pc:sldMkLst>
        <pc:spChg chg="mod">
          <ac:chgData name="Ms Alina Arshad" userId="cccdfd85-d35d-4453-9c6f-a463aae40722" providerId="ADAL" clId="{EADAEE91-4A7C-4065-A245-779568A60DD0}" dt="2024-08-25T15:04:44.641" v="229" actId="207"/>
          <ac:spMkLst>
            <pc:docMk/>
            <pc:sldMk cId="0" sldId="354"/>
            <ac:spMk id="8" creationId="{643E073A-7DD6-73B9-FE08-31C2814707E7}"/>
          </ac:spMkLst>
        </pc:spChg>
        <pc:spChg chg="mod">
          <ac:chgData name="Ms Alina Arshad" userId="cccdfd85-d35d-4453-9c6f-a463aae40722" providerId="ADAL" clId="{EADAEE91-4A7C-4065-A245-779568A60DD0}" dt="2024-08-25T15:04:55.549" v="232" actId="113"/>
          <ac:spMkLst>
            <pc:docMk/>
            <pc:sldMk cId="0" sldId="354"/>
            <ac:spMk id="15" creationId="{220352EF-14A6-A74A-D1D9-AE269D4104D5}"/>
          </ac:spMkLst>
        </pc:spChg>
        <pc:spChg chg="mod">
          <ac:chgData name="Ms Alina Arshad" userId="cccdfd85-d35d-4453-9c6f-a463aae40722" providerId="ADAL" clId="{EADAEE91-4A7C-4065-A245-779568A60DD0}" dt="2024-08-25T15:04:37.382" v="227" actId="207"/>
          <ac:spMkLst>
            <pc:docMk/>
            <pc:sldMk cId="0" sldId="354"/>
            <ac:spMk id="25602" creationId="{763249DC-6058-8C52-C85A-8BDD92970B7F}"/>
          </ac:spMkLst>
        </pc:spChg>
        <pc:spChg chg="mod">
          <ac:chgData name="Ms Alina Arshad" userId="cccdfd85-d35d-4453-9c6f-a463aae40722" providerId="ADAL" clId="{EADAEE91-4A7C-4065-A245-779568A60DD0}" dt="2024-08-25T15:04:41.757" v="228" actId="207"/>
          <ac:spMkLst>
            <pc:docMk/>
            <pc:sldMk cId="0" sldId="354"/>
            <ac:spMk id="25603" creationId="{BF524721-A574-8A8A-2F01-CF97DC19A676}"/>
          </ac:spMkLst>
        </pc:spChg>
        <pc:spChg chg="mod">
          <ac:chgData name="Ms Alina Arshad" userId="cccdfd85-d35d-4453-9c6f-a463aae40722" providerId="ADAL" clId="{EADAEE91-4A7C-4065-A245-779568A60DD0}" dt="2024-08-25T15:04:51.278" v="231" actId="1076"/>
          <ac:spMkLst>
            <pc:docMk/>
            <pc:sldMk cId="0" sldId="354"/>
            <ac:spMk id="25605" creationId="{4AD958AC-ED29-36C3-55AE-161AB81FAC71}"/>
          </ac:spMkLst>
        </pc:spChg>
      </pc:sldChg>
      <pc:sldChg chg="modSp add mod">
        <pc:chgData name="Ms Alina Arshad" userId="cccdfd85-d35d-4453-9c6f-a463aae40722" providerId="ADAL" clId="{EADAEE91-4A7C-4065-A245-779568A60DD0}" dt="2024-08-25T14:58:07.978" v="147" actId="207"/>
        <pc:sldMkLst>
          <pc:docMk/>
          <pc:sldMk cId="0" sldId="355"/>
        </pc:sldMkLst>
        <pc:spChg chg="mod">
          <ac:chgData name="Ms Alina Arshad" userId="cccdfd85-d35d-4453-9c6f-a463aae40722" providerId="ADAL" clId="{EADAEE91-4A7C-4065-A245-779568A60DD0}" dt="2024-08-25T14:58:07.978" v="147" actId="207"/>
          <ac:spMkLst>
            <pc:docMk/>
            <pc:sldMk cId="0" sldId="355"/>
            <ac:spMk id="3" creationId="{D85BE8BD-8465-2E9F-8E33-04A29E3523A4}"/>
          </ac:spMkLst>
        </pc:spChg>
        <pc:spChg chg="mod">
          <ac:chgData name="Ms Alina Arshad" userId="cccdfd85-d35d-4453-9c6f-a463aae40722" providerId="ADAL" clId="{EADAEE91-4A7C-4065-A245-779568A60DD0}" dt="2024-08-25T14:57:47.486" v="142" actId="207"/>
          <ac:spMkLst>
            <pc:docMk/>
            <pc:sldMk cId="0" sldId="355"/>
            <ac:spMk id="17410" creationId="{C3FC1DD1-B58D-09D5-C15F-8926BFD5C267}"/>
          </ac:spMkLst>
        </pc:spChg>
      </pc:sldChg>
      <pc:sldChg chg="modSp add mod modAnim">
        <pc:chgData name="Ms Alina Arshad" userId="cccdfd85-d35d-4453-9c6f-a463aae40722" providerId="ADAL" clId="{EADAEE91-4A7C-4065-A245-779568A60DD0}" dt="2024-08-25T15:03:12.680" v="212" actId="12"/>
        <pc:sldMkLst>
          <pc:docMk/>
          <pc:sldMk cId="0" sldId="356"/>
        </pc:sldMkLst>
        <pc:spChg chg="mod">
          <ac:chgData name="Ms Alina Arshad" userId="cccdfd85-d35d-4453-9c6f-a463aae40722" providerId="ADAL" clId="{EADAEE91-4A7C-4065-A245-779568A60DD0}" dt="2024-08-25T15:03:12.680" v="212" actId="12"/>
          <ac:spMkLst>
            <pc:docMk/>
            <pc:sldMk cId="0" sldId="356"/>
            <ac:spMk id="3" creationId="{A0C26980-5FCF-11CE-42EA-C789EFC81BF9}"/>
          </ac:spMkLst>
        </pc:spChg>
        <pc:spChg chg="mod">
          <ac:chgData name="Ms Alina Arshad" userId="cccdfd85-d35d-4453-9c6f-a463aae40722" providerId="ADAL" clId="{EADAEE91-4A7C-4065-A245-779568A60DD0}" dt="2024-08-25T14:59:50.347" v="170" actId="1076"/>
          <ac:spMkLst>
            <pc:docMk/>
            <pc:sldMk cId="0" sldId="356"/>
            <ac:spMk id="6" creationId="{E1E67165-1674-230D-4202-24CCC9DB983B}"/>
          </ac:spMkLst>
        </pc:spChg>
        <pc:spChg chg="mod">
          <ac:chgData name="Ms Alina Arshad" userId="cccdfd85-d35d-4453-9c6f-a463aae40722" providerId="ADAL" clId="{EADAEE91-4A7C-4065-A245-779568A60DD0}" dt="2024-08-25T14:59:34.753" v="167" actId="207"/>
          <ac:spMkLst>
            <pc:docMk/>
            <pc:sldMk cId="0" sldId="356"/>
            <ac:spMk id="21506" creationId="{2FDC0C03-1A50-AFEA-680D-11CB0080FD7C}"/>
          </ac:spMkLst>
        </pc:spChg>
        <pc:graphicFrameChg chg="mod">
          <ac:chgData name="Ms Alina Arshad" userId="cccdfd85-d35d-4453-9c6f-a463aae40722" providerId="ADAL" clId="{EADAEE91-4A7C-4065-A245-779568A60DD0}" dt="2024-08-25T14:59:45.178" v="169" actId="1076"/>
          <ac:graphicFrameMkLst>
            <pc:docMk/>
            <pc:sldMk cId="0" sldId="356"/>
            <ac:graphicFrameMk id="21509" creationId="{81D7D4B2-F8DF-09C0-AA5D-0071884A3BF6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3:39.380" v="218" actId="1036"/>
        <pc:sldMkLst>
          <pc:docMk/>
          <pc:sldMk cId="0" sldId="357"/>
        </pc:sldMkLst>
        <pc:spChg chg="mod">
          <ac:chgData name="Ms Alina Arshad" userId="cccdfd85-d35d-4453-9c6f-a463aae40722" providerId="ADAL" clId="{EADAEE91-4A7C-4065-A245-779568A60DD0}" dt="2024-08-25T15:03:35.390" v="215" actId="1076"/>
          <ac:spMkLst>
            <pc:docMk/>
            <pc:sldMk cId="0" sldId="357"/>
            <ac:spMk id="23554" creationId="{715C96A0-76EB-2410-6028-7CC970A627D0}"/>
          </ac:spMkLst>
        </pc:spChg>
        <pc:graphicFrameChg chg="mod">
          <ac:chgData name="Ms Alina Arshad" userId="cccdfd85-d35d-4453-9c6f-a463aae40722" providerId="ADAL" clId="{EADAEE91-4A7C-4065-A245-779568A60DD0}" dt="2024-08-25T15:03:39.380" v="218" actId="1036"/>
          <ac:graphicFrameMkLst>
            <pc:docMk/>
            <pc:sldMk cId="0" sldId="357"/>
            <ac:graphicFrameMk id="4" creationId="{B1D77928-E685-A06F-FA78-FDDCC75A6255}"/>
          </ac:graphicFrameMkLst>
        </pc:graphicFrameChg>
      </pc:sldChg>
      <pc:sldChg chg="modSp add mod">
        <pc:chgData name="Ms Alina Arshad" userId="cccdfd85-d35d-4453-9c6f-a463aae40722" providerId="ADAL" clId="{EADAEE91-4A7C-4065-A245-779568A60DD0}" dt="2024-08-25T15:05:45.451" v="243" actId="14100"/>
        <pc:sldMkLst>
          <pc:docMk/>
          <pc:sldMk cId="0" sldId="359"/>
        </pc:sldMkLst>
        <pc:spChg chg="mod">
          <ac:chgData name="Ms Alina Arshad" userId="cccdfd85-d35d-4453-9c6f-a463aae40722" providerId="ADAL" clId="{EADAEE91-4A7C-4065-A245-779568A60DD0}" dt="2024-08-25T15:05:45.451" v="243" actId="14100"/>
          <ac:spMkLst>
            <pc:docMk/>
            <pc:sldMk cId="0" sldId="359"/>
            <ac:spMk id="3" creationId="{69781428-DBFB-ECB6-E9C1-D0A247A45649}"/>
          </ac:spMkLst>
        </pc:spChg>
        <pc:spChg chg="mod">
          <ac:chgData name="Ms Alina Arshad" userId="cccdfd85-d35d-4453-9c6f-a463aae40722" providerId="ADAL" clId="{EADAEE91-4A7C-4065-A245-779568A60DD0}" dt="2024-08-25T15:05:24.436" v="236" actId="207"/>
          <ac:spMkLst>
            <pc:docMk/>
            <pc:sldMk cId="0" sldId="359"/>
            <ac:spMk id="27650" creationId="{3601D225-8BCB-CD61-89F6-BD0091383FA4}"/>
          </ac:spMkLst>
        </pc:spChg>
      </pc:sldChg>
      <pc:sldChg chg="modSp add mod">
        <pc:chgData name="Ms Alina Arshad" userId="cccdfd85-d35d-4453-9c6f-a463aae40722" providerId="ADAL" clId="{EADAEE91-4A7C-4065-A245-779568A60DD0}" dt="2024-08-25T15:06:27.309" v="255" actId="1076"/>
        <pc:sldMkLst>
          <pc:docMk/>
          <pc:sldMk cId="0" sldId="360"/>
        </pc:sldMkLst>
        <pc:spChg chg="mod">
          <ac:chgData name="Ms Alina Arshad" userId="cccdfd85-d35d-4453-9c6f-a463aae40722" providerId="ADAL" clId="{EADAEE91-4A7C-4065-A245-779568A60DD0}" dt="2024-08-25T15:06:12.105" v="252" actId="14100"/>
          <ac:spMkLst>
            <pc:docMk/>
            <pc:sldMk cId="0" sldId="360"/>
            <ac:spMk id="3" creationId="{5A29B148-68E9-42A4-AAEF-21C44FB97CC8}"/>
          </ac:spMkLst>
        </pc:spChg>
        <pc:spChg chg="mod">
          <ac:chgData name="Ms Alina Arshad" userId="cccdfd85-d35d-4453-9c6f-a463aae40722" providerId="ADAL" clId="{EADAEE91-4A7C-4065-A245-779568A60DD0}" dt="2024-08-25T15:06:27.309" v="255" actId="1076"/>
          <ac:spMkLst>
            <pc:docMk/>
            <pc:sldMk cId="0" sldId="360"/>
            <ac:spMk id="28674" creationId="{5DF05B7C-3FB9-7AAD-79F2-F672F7AE8C7B}"/>
          </ac:spMkLst>
        </pc:spChg>
      </pc:sldChg>
      <pc:sldChg chg="delSp del mod">
        <pc:chgData name="Ms Alina Arshad" userId="cccdfd85-d35d-4453-9c6f-a463aae40722" providerId="ADAL" clId="{EADAEE91-4A7C-4065-A245-779568A60DD0}" dt="2024-08-25T15:14:04.534" v="324" actId="2696"/>
        <pc:sldMkLst>
          <pc:docMk/>
          <pc:sldMk cId="1781116589" sldId="366"/>
        </pc:sldMkLst>
        <pc:spChg chg="del">
          <ac:chgData name="Ms Alina Arshad" userId="cccdfd85-d35d-4453-9c6f-a463aae40722" providerId="ADAL" clId="{EADAEE91-4A7C-4065-A245-779568A60DD0}" dt="2024-08-25T13:49:30.341" v="85" actId="478"/>
          <ac:spMkLst>
            <pc:docMk/>
            <pc:sldMk cId="1781116589" sldId="366"/>
            <ac:spMk id="4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646350301" sldId="367"/>
        </pc:sldMkLst>
        <pc:spChg chg="mod">
          <ac:chgData name="Ms Alina Arshad" userId="cccdfd85-d35d-4453-9c6f-a463aae40722" providerId="ADAL" clId="{EADAEE91-4A7C-4065-A245-779568A60DD0}" dt="2024-08-25T15:13:28.452" v="322" actId="207"/>
          <ac:spMkLst>
            <pc:docMk/>
            <pc:sldMk cId="2646350301" sldId="367"/>
            <ac:spMk id="3" creationId="{2518979F-5DCB-4663-9049-A6A42C1D2313}"/>
          </ac:spMkLst>
        </pc:spChg>
        <pc:spChg chg="del">
          <ac:chgData name="Ms Alina Arshad" userId="cccdfd85-d35d-4453-9c6f-a463aae40722" providerId="ADAL" clId="{EADAEE91-4A7C-4065-A245-779568A60DD0}" dt="2024-08-25T13:49:36.906" v="86" actId="478"/>
          <ac:spMkLst>
            <pc:docMk/>
            <pc:sldMk cId="2646350301" sldId="367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42.150" v="87" actId="478"/>
          <ac:spMkLst>
            <pc:docMk/>
            <pc:sldMk cId="2646350301" sldId="367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15.486" v="296" actId="207"/>
        <pc:sldMkLst>
          <pc:docMk/>
          <pc:sldMk cId="0" sldId="368"/>
        </pc:sldMkLst>
        <pc:spChg chg="mod">
          <ac:chgData name="Ms Alina Arshad" userId="cccdfd85-d35d-4453-9c6f-a463aae40722" providerId="ADAL" clId="{EADAEE91-4A7C-4065-A245-779568A60DD0}" dt="2024-08-25T15:08:15.486" v="296" actId="207"/>
          <ac:spMkLst>
            <pc:docMk/>
            <pc:sldMk cId="0" sldId="368"/>
            <ac:spMk id="31746" creationId="{3F73AF0F-32BB-BF3D-2A46-896C3B9747AB}"/>
          </ac:spMkLst>
        </pc:spChg>
      </pc:sldChg>
      <pc:sldChg chg="modSp add mod">
        <pc:chgData name="Ms Alina Arshad" userId="cccdfd85-d35d-4453-9c6f-a463aae40722" providerId="ADAL" clId="{EADAEE91-4A7C-4065-A245-779568A60DD0}" dt="2024-08-25T15:05:05.625" v="234" actId="207"/>
        <pc:sldMkLst>
          <pc:docMk/>
          <pc:sldMk cId="0" sldId="369"/>
        </pc:sldMkLst>
        <pc:spChg chg="mod">
          <ac:chgData name="Ms Alina Arshad" userId="cccdfd85-d35d-4453-9c6f-a463aae40722" providerId="ADAL" clId="{EADAEE91-4A7C-4065-A245-779568A60DD0}" dt="2024-08-25T15:05:05.625" v="234" actId="207"/>
          <ac:spMkLst>
            <pc:docMk/>
            <pc:sldMk cId="0" sldId="369"/>
            <ac:spMk id="26626" creationId="{A4F027D1-2AC1-1C80-C6CA-8BCE00F02C1D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894339878" sldId="370"/>
        </pc:sldMkLst>
        <pc:spChg chg="del">
          <ac:chgData name="Ms Alina Arshad" userId="cccdfd85-d35d-4453-9c6f-a463aae40722" providerId="ADAL" clId="{EADAEE91-4A7C-4065-A245-779568A60DD0}" dt="2024-08-25T13:51:31.553" v="92" actId="478"/>
          <ac:spMkLst>
            <pc:docMk/>
            <pc:sldMk cId="894339878" sldId="370"/>
            <ac:spMk id="2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3.286" v="93" actId="478"/>
          <ac:spMkLst>
            <pc:docMk/>
            <pc:sldMk cId="894339878" sldId="370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38.988" v="299" actId="1076"/>
        <pc:sldMkLst>
          <pc:docMk/>
          <pc:sldMk cId="3002628608" sldId="371"/>
        </pc:sldMkLst>
        <pc:spChg chg="mod">
          <ac:chgData name="Ms Alina Arshad" userId="cccdfd85-d35d-4453-9c6f-a463aae40722" providerId="ADAL" clId="{EADAEE91-4A7C-4065-A245-779568A60DD0}" dt="2024-08-25T15:08:38.988" v="299" actId="1076"/>
          <ac:spMkLst>
            <pc:docMk/>
            <pc:sldMk cId="3002628608" sldId="371"/>
            <ac:spMk id="4" creationId="{94D4E49B-D791-29C0-F6A5-C1046AC56CDE}"/>
          </ac:spMkLst>
        </pc:spChg>
        <pc:spChg chg="mod">
          <ac:chgData name="Ms Alina Arshad" userId="cccdfd85-d35d-4453-9c6f-a463aae40722" providerId="ADAL" clId="{EADAEE91-4A7C-4065-A245-779568A60DD0}" dt="2024-08-25T15:08:30.414" v="298" actId="1076"/>
          <ac:spMkLst>
            <pc:docMk/>
            <pc:sldMk cId="3002628608" sldId="371"/>
            <ac:spMk id="32770" creationId="{FA441A40-7A87-2958-591E-25A88C4756ED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51.078" v="301" actId="207"/>
        <pc:sldMkLst>
          <pc:docMk/>
          <pc:sldMk cId="0" sldId="372"/>
        </pc:sldMkLst>
        <pc:spChg chg="mod">
          <ac:chgData name="Ms Alina Arshad" userId="cccdfd85-d35d-4453-9c6f-a463aae40722" providerId="ADAL" clId="{EADAEE91-4A7C-4065-A245-779568A60DD0}" dt="2024-08-25T15:08:51.078" v="301" actId="207"/>
          <ac:spMkLst>
            <pc:docMk/>
            <pc:sldMk cId="0" sldId="372"/>
            <ac:spMk id="33794" creationId="{21B4FF6A-7A53-1B02-2C5F-197ADE8BB9A5}"/>
          </ac:spMkLst>
        </pc:spChg>
      </pc:sldChg>
      <pc:sldChg chg="delSp mod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2581933320" sldId="373"/>
        </pc:sldMkLst>
        <pc:spChg chg="del">
          <ac:chgData name="Ms Alina Arshad" userId="cccdfd85-d35d-4453-9c6f-a463aae40722" providerId="ADAL" clId="{EADAEE91-4A7C-4065-A245-779568A60DD0}" dt="2024-08-25T13:51:25.425" v="90" actId="478"/>
          <ac:spMkLst>
            <pc:docMk/>
            <pc:sldMk cId="2581933320" sldId="373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27.178" v="91" actId="478"/>
          <ac:spMkLst>
            <pc:docMk/>
            <pc:sldMk cId="2581933320" sldId="373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51:23.578" v="89" actId="1076"/>
          <ac:picMkLst>
            <pc:docMk/>
            <pc:sldMk cId="2581933320" sldId="373"/>
            <ac:picMk id="4" creationId="{47E901C3-88FE-4B0F-8736-32CA0B98907C}"/>
          </ac:picMkLst>
        </pc:picChg>
      </pc:sldChg>
      <pc:sldChg chg="modSp add mod">
        <pc:chgData name="Ms Alina Arshad" userId="cccdfd85-d35d-4453-9c6f-a463aae40722" providerId="ADAL" clId="{EADAEE91-4A7C-4065-A245-779568A60DD0}" dt="2024-08-25T14:58:46.193" v="155" actId="14100"/>
        <pc:sldMkLst>
          <pc:docMk/>
          <pc:sldMk cId="0" sldId="374"/>
        </pc:sldMkLst>
        <pc:spChg chg="mod">
          <ac:chgData name="Ms Alina Arshad" userId="cccdfd85-d35d-4453-9c6f-a463aae40722" providerId="ADAL" clId="{EADAEE91-4A7C-4065-A245-779568A60DD0}" dt="2024-08-25T14:58:41.662" v="153" actId="1076"/>
          <ac:spMkLst>
            <pc:docMk/>
            <pc:sldMk cId="0" sldId="374"/>
            <ac:spMk id="19458" creationId="{257D38D8-EC6F-DB19-5669-DB3AFD529775}"/>
          </ac:spMkLst>
        </pc:spChg>
        <pc:picChg chg="mod">
          <ac:chgData name="Ms Alina Arshad" userId="cccdfd85-d35d-4453-9c6f-a463aae40722" providerId="ADAL" clId="{EADAEE91-4A7C-4065-A245-779568A60DD0}" dt="2024-08-25T14:58:46.193" v="155" actId="14100"/>
          <ac:picMkLst>
            <pc:docMk/>
            <pc:sldMk cId="0" sldId="374"/>
            <ac:picMk id="19459" creationId="{08D96F9A-03EF-D418-E75A-0E6D82E325DD}"/>
          </ac:picMkLst>
        </pc:picChg>
      </pc:sldChg>
      <pc:sldChg chg="del">
        <pc:chgData name="Ms Alina Arshad" userId="cccdfd85-d35d-4453-9c6f-a463aae40722" providerId="ADAL" clId="{EADAEE91-4A7C-4065-A245-779568A60DD0}" dt="2024-08-25T13:34:25.062" v="0" actId="47"/>
        <pc:sldMkLst>
          <pc:docMk/>
          <pc:sldMk cId="50377824" sldId="375"/>
        </pc:sldMkLst>
      </pc:sldChg>
      <pc:sldChg chg="del">
        <pc:chgData name="Ms Alina Arshad" userId="cccdfd85-d35d-4453-9c6f-a463aae40722" providerId="ADAL" clId="{EADAEE91-4A7C-4065-A245-779568A60DD0}" dt="2024-08-25T13:34:25.561" v="1" actId="47"/>
        <pc:sldMkLst>
          <pc:docMk/>
          <pc:sldMk cId="387448209" sldId="376"/>
        </pc:sldMkLst>
      </pc:sldChg>
      <pc:sldChg chg="modSp add mod">
        <pc:chgData name="Ms Alina Arshad" userId="cccdfd85-d35d-4453-9c6f-a463aae40722" providerId="ADAL" clId="{EADAEE91-4A7C-4065-A245-779568A60DD0}" dt="2024-08-25T15:10:28.603" v="313" actId="14100"/>
        <pc:sldMkLst>
          <pc:docMk/>
          <pc:sldMk cId="0" sldId="377"/>
        </pc:sldMkLst>
        <pc:spChg chg="mod">
          <ac:chgData name="Ms Alina Arshad" userId="cccdfd85-d35d-4453-9c6f-a463aae40722" providerId="ADAL" clId="{EADAEE91-4A7C-4065-A245-779568A60DD0}" dt="2024-08-25T15:10:28.603" v="313" actId="14100"/>
          <ac:spMkLst>
            <pc:docMk/>
            <pc:sldMk cId="0" sldId="377"/>
            <ac:spMk id="3" creationId="{9C77C349-0A59-5576-A92B-0169D43EA6ED}"/>
          </ac:spMkLst>
        </pc:spChg>
        <pc:spChg chg="mod">
          <ac:chgData name="Ms Alina Arshad" userId="cccdfd85-d35d-4453-9c6f-a463aae40722" providerId="ADAL" clId="{EADAEE91-4A7C-4065-A245-779568A60DD0}" dt="2024-08-25T14:57:11.438" v="131" actId="207"/>
          <ac:spMkLst>
            <pc:docMk/>
            <pc:sldMk cId="0" sldId="377"/>
            <ac:spMk id="16386" creationId="{D17D7E4F-39CA-AA82-79C3-3E53DD62665E}"/>
          </ac:spMkLst>
        </pc:spChg>
      </pc:sldChg>
      <pc:sldChg chg="del">
        <pc:chgData name="Ms Alina Arshad" userId="cccdfd85-d35d-4453-9c6f-a463aae40722" providerId="ADAL" clId="{EADAEE91-4A7C-4065-A245-779568A60DD0}" dt="2024-08-25T13:35:28.486" v="4" actId="2696"/>
        <pc:sldMkLst>
          <pc:docMk/>
          <pc:sldMk cId="878700326" sldId="377"/>
        </pc:sldMkLst>
      </pc:sldChg>
      <pc:sldChg chg="delSp modSp del mod ord">
        <pc:chgData name="Ms Alina Arshad" userId="cccdfd85-d35d-4453-9c6f-a463aae40722" providerId="ADAL" clId="{EADAEE91-4A7C-4065-A245-779568A60DD0}" dt="2024-08-25T15:10:58.195" v="314" actId="47"/>
        <pc:sldMkLst>
          <pc:docMk/>
          <pc:sldMk cId="4064093034" sldId="378"/>
        </pc:sldMkLst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2" creationId="{5968DE79-4CF3-4764-A498-BFA5C2621DBE}"/>
          </ac:spMkLst>
        </pc:spChg>
        <pc:spChg chg="mod">
          <ac:chgData name="Ms Alina Arshad" userId="cccdfd85-d35d-4453-9c6f-a463aae40722" providerId="ADAL" clId="{EADAEE91-4A7C-4065-A245-779568A60DD0}" dt="2024-08-25T14:52:44.627" v="101" actId="207"/>
          <ac:spMkLst>
            <pc:docMk/>
            <pc:sldMk cId="4064093034" sldId="378"/>
            <ac:spMk id="3" creationId="{43DC346B-280B-4E52-8205-38BC91F5925A}"/>
          </ac:spMkLst>
        </pc:spChg>
        <pc:spChg chg="del">
          <ac:chgData name="Ms Alina Arshad" userId="cccdfd85-d35d-4453-9c6f-a463aae40722" providerId="ADAL" clId="{EADAEE91-4A7C-4065-A245-779568A60DD0}" dt="2024-08-25T13:41:07.411" v="7" actId="478"/>
          <ac:spMkLst>
            <pc:docMk/>
            <pc:sldMk cId="4064093034" sldId="378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1:10.096" v="8" actId="478"/>
          <ac:spMkLst>
            <pc:docMk/>
            <pc:sldMk cId="4064093034" sldId="378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1:13.480" v="9" actId="1076"/>
          <ac:picMkLst>
            <pc:docMk/>
            <pc:sldMk cId="4064093034" sldId="378"/>
            <ac:picMk id="4" creationId="{3DBBE8BF-96C3-4767-8BE0-EE4991F19397}"/>
          </ac:picMkLst>
        </pc:picChg>
      </pc:sldChg>
      <pc:sldChg chg="delSp modSp del mod">
        <pc:chgData name="Ms Alina Arshad" userId="cccdfd85-d35d-4453-9c6f-a463aae40722" providerId="ADAL" clId="{EADAEE91-4A7C-4065-A245-779568A60DD0}" dt="2024-08-25T14:53:42.332" v="102" actId="47"/>
        <pc:sldMkLst>
          <pc:docMk/>
          <pc:sldMk cId="1461775536" sldId="379"/>
        </pc:sldMkLst>
        <pc:spChg chg="mod">
          <ac:chgData name="Ms Alina Arshad" userId="cccdfd85-d35d-4453-9c6f-a463aae40722" providerId="ADAL" clId="{EADAEE91-4A7C-4065-A245-779568A60DD0}" dt="2024-08-25T13:43:42.744" v="45" actId="1076"/>
          <ac:spMkLst>
            <pc:docMk/>
            <pc:sldMk cId="1461775536" sldId="379"/>
            <ac:spMk id="2" creationId="{D78211DC-DCD2-47C1-B8A3-58D1AA2D7DC9}"/>
          </ac:spMkLst>
        </pc:spChg>
        <pc:spChg chg="mod">
          <ac:chgData name="Ms Alina Arshad" userId="cccdfd85-d35d-4453-9c6f-a463aae40722" providerId="ADAL" clId="{EADAEE91-4A7C-4065-A245-779568A60DD0}" dt="2024-08-25T13:43:54.193" v="49" actId="14100"/>
          <ac:spMkLst>
            <pc:docMk/>
            <pc:sldMk cId="1461775536" sldId="379"/>
            <ac:spMk id="3" creationId="{C5C165DD-8B1C-4A87-83B9-18B35B126F92}"/>
          </ac:spMkLst>
        </pc:spChg>
        <pc:spChg chg="del">
          <ac:chgData name="Ms Alina Arshad" userId="cccdfd85-d35d-4453-9c6f-a463aae40722" providerId="ADAL" clId="{EADAEE91-4A7C-4065-A245-779568A60DD0}" dt="2024-08-25T13:43:56.477" v="50" actId="478"/>
          <ac:spMkLst>
            <pc:docMk/>
            <pc:sldMk cId="1461775536" sldId="379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3:59.873" v="51" actId="478"/>
          <ac:spMkLst>
            <pc:docMk/>
            <pc:sldMk cId="1461775536" sldId="379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43.340" v="103" actId="47"/>
        <pc:sldMkLst>
          <pc:docMk/>
          <pc:sldMk cId="1822324932" sldId="380"/>
        </pc:sldMkLst>
        <pc:spChg chg="mod">
          <ac:chgData name="Ms Alina Arshad" userId="cccdfd85-d35d-4453-9c6f-a463aae40722" providerId="ADAL" clId="{EADAEE91-4A7C-4065-A245-779568A60DD0}" dt="2024-08-25T13:44:11.452" v="54" actId="207"/>
          <ac:spMkLst>
            <pc:docMk/>
            <pc:sldMk cId="1822324932" sldId="380"/>
            <ac:spMk id="2" creationId="{D0A3B775-4D7B-444A-BAC6-72B54826614E}"/>
          </ac:spMkLst>
        </pc:spChg>
        <pc:spChg chg="mod">
          <ac:chgData name="Ms Alina Arshad" userId="cccdfd85-d35d-4453-9c6f-a463aae40722" providerId="ADAL" clId="{EADAEE91-4A7C-4065-A245-779568A60DD0}" dt="2024-08-25T13:44:52.564" v="58" actId="255"/>
          <ac:spMkLst>
            <pc:docMk/>
            <pc:sldMk cId="1822324932" sldId="380"/>
            <ac:spMk id="3" creationId="{EAB04FEA-9BA2-4990-A45A-478A844BEA75}"/>
          </ac:spMkLst>
        </pc:spChg>
        <pc:spChg chg="del">
          <ac:chgData name="Ms Alina Arshad" userId="cccdfd85-d35d-4453-9c6f-a463aae40722" providerId="ADAL" clId="{EADAEE91-4A7C-4065-A245-779568A60DD0}" dt="2024-08-25T13:44:16.661" v="55" actId="478"/>
          <ac:spMkLst>
            <pc:docMk/>
            <pc:sldMk cId="1822324932" sldId="380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4:41.318" v="56" actId="478"/>
          <ac:spMkLst>
            <pc:docMk/>
            <pc:sldMk cId="1822324932" sldId="380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4:53:50.254" v="104" actId="47"/>
        <pc:sldMkLst>
          <pc:docMk/>
          <pc:sldMk cId="4242572248" sldId="381"/>
        </pc:sldMkLst>
        <pc:spChg chg="mod">
          <ac:chgData name="Ms Alina Arshad" userId="cccdfd85-d35d-4453-9c6f-a463aae40722" providerId="ADAL" clId="{EADAEE91-4A7C-4065-A245-779568A60DD0}" dt="2024-08-25T13:45:14.185" v="61" actId="207"/>
          <ac:spMkLst>
            <pc:docMk/>
            <pc:sldMk cId="4242572248" sldId="381"/>
            <ac:spMk id="2" creationId="{4F73BFD3-DE5B-4C37-8B49-6083EEF64986}"/>
          </ac:spMkLst>
        </pc:spChg>
        <pc:spChg chg="mod">
          <ac:chgData name="Ms Alina Arshad" userId="cccdfd85-d35d-4453-9c6f-a463aae40722" providerId="ADAL" clId="{EADAEE91-4A7C-4065-A245-779568A60DD0}" dt="2024-08-25T13:45:18.401" v="62" actId="207"/>
          <ac:spMkLst>
            <pc:docMk/>
            <pc:sldMk cId="4242572248" sldId="381"/>
            <ac:spMk id="3" creationId="{F2238212-6622-4C4B-824C-18A1C8DB74A1}"/>
          </ac:spMkLst>
        </pc:spChg>
        <pc:spChg chg="del">
          <ac:chgData name="Ms Alina Arshad" userId="cccdfd85-d35d-4453-9c6f-a463aae40722" providerId="ADAL" clId="{EADAEE91-4A7C-4065-A245-779568A60DD0}" dt="2024-08-25T13:45:22.876" v="63" actId="478"/>
          <ac:spMkLst>
            <pc:docMk/>
            <pc:sldMk cId="4242572248" sldId="381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5:32.146" v="64" actId="478"/>
          <ac:spMkLst>
            <pc:docMk/>
            <pc:sldMk cId="4242572248" sldId="381"/>
            <ac:spMk id="5" creationId="{00000000-0000-0000-0000-000000000000}"/>
          </ac:spMkLst>
        </pc:spChg>
      </pc:sldChg>
      <pc:sldChg chg="delSp modSp del mod">
        <pc:chgData name="Ms Alina Arshad" userId="cccdfd85-d35d-4453-9c6f-a463aae40722" providerId="ADAL" clId="{EADAEE91-4A7C-4065-A245-779568A60DD0}" dt="2024-08-25T15:09:34.247" v="307" actId="47"/>
        <pc:sldMkLst>
          <pc:docMk/>
          <pc:sldMk cId="2023843453" sldId="382"/>
        </pc:sldMkLst>
        <pc:spChg chg="mod">
          <ac:chgData name="Ms Alina Arshad" userId="cccdfd85-d35d-4453-9c6f-a463aae40722" providerId="ADAL" clId="{EADAEE91-4A7C-4065-A245-779568A60DD0}" dt="2024-08-25T13:45:46.060" v="68" actId="207"/>
          <ac:spMkLst>
            <pc:docMk/>
            <pc:sldMk cId="2023843453" sldId="382"/>
            <ac:spMk id="2" creationId="{538BF2FB-FC35-43EB-BA77-A3228EA47211}"/>
          </ac:spMkLst>
        </pc:spChg>
        <pc:spChg chg="mod">
          <ac:chgData name="Ms Alina Arshad" userId="cccdfd85-d35d-4453-9c6f-a463aae40722" providerId="ADAL" clId="{EADAEE91-4A7C-4065-A245-779568A60DD0}" dt="2024-08-25T13:46:00.816" v="72" actId="14100"/>
          <ac:spMkLst>
            <pc:docMk/>
            <pc:sldMk cId="2023843453" sldId="382"/>
            <ac:spMk id="3" creationId="{5AE28F7A-B346-45F1-9C9B-99DF1EEE1C65}"/>
          </ac:spMkLst>
        </pc:spChg>
        <pc:spChg chg="del">
          <ac:chgData name="Ms Alina Arshad" userId="cccdfd85-d35d-4453-9c6f-a463aae40722" providerId="ADAL" clId="{EADAEE91-4A7C-4065-A245-779568A60DD0}" dt="2024-08-25T13:46:07.394" v="74" actId="478"/>
          <ac:spMkLst>
            <pc:docMk/>
            <pc:sldMk cId="2023843453" sldId="382"/>
            <ac:spMk id="5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6:09.421" v="75" actId="478"/>
          <ac:spMkLst>
            <pc:docMk/>
            <pc:sldMk cId="2023843453" sldId="382"/>
            <ac:spMk id="6" creationId="{00000000-0000-0000-0000-000000000000}"/>
          </ac:spMkLst>
        </pc:spChg>
        <pc:picChg chg="mod">
          <ac:chgData name="Ms Alina Arshad" userId="cccdfd85-d35d-4453-9c6f-a463aae40722" providerId="ADAL" clId="{EADAEE91-4A7C-4065-A245-779568A60DD0}" dt="2024-08-25T13:46:04.469" v="73" actId="1076"/>
          <ac:picMkLst>
            <pc:docMk/>
            <pc:sldMk cId="2023843453" sldId="382"/>
            <ac:picMk id="4" creationId="{E3038F35-9107-48C4-8C73-EA2DFE362B9E}"/>
          </ac:picMkLst>
        </pc:picChg>
      </pc:sldChg>
      <pc:sldChg chg="delSp modSp del mod ord">
        <pc:chgData name="Ms Alina Arshad" userId="cccdfd85-d35d-4453-9c6f-a463aae40722" providerId="ADAL" clId="{EADAEE91-4A7C-4065-A245-779568A60DD0}" dt="2024-08-25T15:09:35.215" v="308" actId="47"/>
        <pc:sldMkLst>
          <pc:docMk/>
          <pc:sldMk cId="938158308" sldId="383"/>
        </pc:sldMkLst>
        <pc:spChg chg="mod">
          <ac:chgData name="Ms Alina Arshad" userId="cccdfd85-d35d-4453-9c6f-a463aae40722" providerId="ADAL" clId="{EADAEE91-4A7C-4065-A245-779568A60DD0}" dt="2024-08-25T13:46:30.186" v="80" actId="207"/>
          <ac:spMkLst>
            <pc:docMk/>
            <pc:sldMk cId="938158308" sldId="383"/>
            <ac:spMk id="2" creationId="{CCD37E2F-361C-46F4-BD07-2D803DB23F9E}"/>
          </ac:spMkLst>
        </pc:spChg>
        <pc:spChg chg="del">
          <ac:chgData name="Ms Alina Arshad" userId="cccdfd85-d35d-4453-9c6f-a463aae40722" providerId="ADAL" clId="{EADAEE91-4A7C-4065-A245-779568A60DD0}" dt="2024-08-25T13:51:54.195" v="98" actId="478"/>
          <ac:spMkLst>
            <pc:docMk/>
            <pc:sldMk cId="938158308" sldId="383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56.090" v="99" actId="478"/>
          <ac:spMkLst>
            <pc:docMk/>
            <pc:sldMk cId="938158308" sldId="383"/>
            <ac:spMk id="5" creationId="{00000000-0000-0000-0000-000000000000}"/>
          </ac:spMkLst>
        </pc:spChg>
      </pc:sldChg>
      <pc:sldChg chg="delSp del mod">
        <pc:chgData name="Ms Alina Arshad" userId="cccdfd85-d35d-4453-9c6f-a463aae40722" providerId="ADAL" clId="{EADAEE91-4A7C-4065-A245-779568A60DD0}" dt="2024-08-25T15:09:36.010" v="309" actId="47"/>
        <pc:sldMkLst>
          <pc:docMk/>
          <pc:sldMk cId="3237861477" sldId="384"/>
        </pc:sldMkLst>
        <pc:spChg chg="del">
          <ac:chgData name="Ms Alina Arshad" userId="cccdfd85-d35d-4453-9c6f-a463aae40722" providerId="ADAL" clId="{EADAEE91-4A7C-4065-A245-779568A60DD0}" dt="2024-08-25T13:48:33.764" v="81" actId="478"/>
          <ac:spMkLst>
            <pc:docMk/>
            <pc:sldMk cId="3237861477" sldId="384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9:21.739" v="84" actId="478"/>
          <ac:spMkLst>
            <pc:docMk/>
            <pc:sldMk cId="3237861477" sldId="384"/>
            <ac:spMk id="5" creationId="{00000000-0000-0000-0000-000000000000}"/>
          </ac:spMkLst>
        </pc:spChg>
      </pc:sldChg>
      <pc:sldChg chg="delSp mod">
        <pc:chgData name="Ms Alina Arshad" userId="cccdfd85-d35d-4453-9c6f-a463aae40722" providerId="ADAL" clId="{EADAEE91-4A7C-4065-A245-779568A60DD0}" dt="2024-08-25T13:48:49.110" v="83" actId="478"/>
        <pc:sldMkLst>
          <pc:docMk/>
          <pc:sldMk cId="511546327" sldId="385"/>
        </pc:sldMkLst>
        <pc:spChg chg="del">
          <ac:chgData name="Ms Alina Arshad" userId="cccdfd85-d35d-4453-9c6f-a463aae40722" providerId="ADAL" clId="{EADAEE91-4A7C-4065-A245-779568A60DD0}" dt="2024-08-25T13:48:45.157" v="82" actId="478"/>
          <ac:spMkLst>
            <pc:docMk/>
            <pc:sldMk cId="511546327" sldId="385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48:49.110" v="83" actId="478"/>
          <ac:spMkLst>
            <pc:docMk/>
            <pc:sldMk cId="511546327" sldId="385"/>
            <ac:spMk id="5" creationId="{00000000-0000-0000-0000-000000000000}"/>
          </ac:spMkLst>
        </pc:spChg>
      </pc:sldChg>
      <pc:sldChg chg="delSp add del mod">
        <pc:chgData name="Ms Alina Arshad" userId="cccdfd85-d35d-4453-9c6f-a463aae40722" providerId="ADAL" clId="{EADAEE91-4A7C-4065-A245-779568A60DD0}" dt="2024-08-25T15:13:48.352" v="323" actId="2696"/>
        <pc:sldMkLst>
          <pc:docMk/>
          <pc:sldMk cId="1584583967" sldId="386"/>
        </pc:sldMkLst>
        <pc:spChg chg="del">
          <ac:chgData name="Ms Alina Arshad" userId="cccdfd85-d35d-4453-9c6f-a463aae40722" providerId="ADAL" clId="{EADAEE91-4A7C-4065-A245-779568A60DD0}" dt="2024-08-25T13:51:36.422" v="94" actId="478"/>
          <ac:spMkLst>
            <pc:docMk/>
            <pc:sldMk cId="1584583967" sldId="386"/>
            <ac:spMk id="4" creationId="{00000000-0000-0000-0000-000000000000}"/>
          </ac:spMkLst>
        </pc:spChg>
        <pc:spChg chg="del">
          <ac:chgData name="Ms Alina Arshad" userId="cccdfd85-d35d-4453-9c6f-a463aae40722" providerId="ADAL" clId="{EADAEE91-4A7C-4065-A245-779568A60DD0}" dt="2024-08-25T13:51:38.372" v="95" actId="478"/>
          <ac:spMkLst>
            <pc:docMk/>
            <pc:sldMk cId="1584583967" sldId="386"/>
            <ac:spMk id="5" creationId="{00000000-0000-0000-0000-000000000000}"/>
          </ac:spMkLst>
        </pc:spChg>
      </pc:sldChg>
      <pc:sldChg chg="modSp add mod">
        <pc:chgData name="Ms Alina Arshad" userId="cccdfd85-d35d-4453-9c6f-a463aae40722" providerId="ADAL" clId="{EADAEE91-4A7C-4065-A245-779568A60DD0}" dt="2024-08-25T14:56:27.787" v="121" actId="207"/>
        <pc:sldMkLst>
          <pc:docMk/>
          <pc:sldMk cId="0" sldId="387"/>
        </pc:sldMkLst>
        <pc:spChg chg="mod">
          <ac:chgData name="Ms Alina Arshad" userId="cccdfd85-d35d-4453-9c6f-a463aae40722" providerId="ADAL" clId="{EADAEE91-4A7C-4065-A245-779568A60DD0}" dt="2024-08-25T14:56:03.653" v="117" actId="207"/>
          <ac:spMkLst>
            <pc:docMk/>
            <pc:sldMk cId="0" sldId="387"/>
            <ac:spMk id="14338" creationId="{81533B99-E9C6-177C-C5E3-C137C5976086}"/>
          </ac:spMkLst>
        </pc:spChg>
        <pc:spChg chg="mod">
          <ac:chgData name="Ms Alina Arshad" userId="cccdfd85-d35d-4453-9c6f-a463aae40722" providerId="ADAL" clId="{EADAEE91-4A7C-4065-A245-779568A60DD0}" dt="2024-08-25T14:56:27.787" v="121" actId="207"/>
          <ac:spMkLst>
            <pc:docMk/>
            <pc:sldMk cId="0" sldId="387"/>
            <ac:spMk id="29699" creationId="{B29985D4-6109-961B-1AE6-8442985EB065}"/>
          </ac:spMkLst>
        </pc:spChg>
      </pc:sldChg>
      <pc:sldChg chg="modSp add mod">
        <pc:chgData name="Ms Alina Arshad" userId="cccdfd85-d35d-4453-9c6f-a463aae40722" providerId="ADAL" clId="{EADAEE91-4A7C-4065-A245-779568A60DD0}" dt="2024-08-25T15:10:23.068" v="312" actId="255"/>
        <pc:sldMkLst>
          <pc:docMk/>
          <pc:sldMk cId="0" sldId="388"/>
        </pc:sldMkLst>
        <pc:spChg chg="mod">
          <ac:chgData name="Ms Alina Arshad" userId="cccdfd85-d35d-4453-9c6f-a463aae40722" providerId="ADAL" clId="{EADAEE91-4A7C-4065-A245-779568A60DD0}" dt="2024-08-25T15:10:23.068" v="312" actId="255"/>
          <ac:spMkLst>
            <pc:docMk/>
            <pc:sldMk cId="0" sldId="388"/>
            <ac:spMk id="3" creationId="{AC66B0F0-3DFF-05B3-759F-1E7F3B2FAA83}"/>
          </ac:spMkLst>
        </pc:spChg>
        <pc:spChg chg="mod">
          <ac:chgData name="Ms Alina Arshad" userId="cccdfd85-d35d-4453-9c6f-a463aae40722" providerId="ADAL" clId="{EADAEE91-4A7C-4065-A245-779568A60DD0}" dt="2024-08-25T14:56:36.138" v="123" actId="207"/>
          <ac:spMkLst>
            <pc:docMk/>
            <pc:sldMk cId="0" sldId="388"/>
            <ac:spMk id="15362" creationId="{B5D5958D-6E5F-9718-7AE6-E98B7E13C061}"/>
          </ac:spMkLst>
        </pc:spChg>
      </pc:sldChg>
      <pc:sldChg chg="addSp delSp modSp add mod">
        <pc:chgData name="Ms Alina Arshad" userId="cccdfd85-d35d-4453-9c6f-a463aae40722" providerId="ADAL" clId="{EADAEE91-4A7C-4065-A245-779568A60DD0}" dt="2024-08-25T15:07:59.774" v="292" actId="1076"/>
        <pc:sldMkLst>
          <pc:docMk/>
          <pc:sldMk cId="0" sldId="389"/>
        </pc:sldMkLst>
        <pc:spChg chg="add del mod">
          <ac:chgData name="Ms Alina Arshad" userId="cccdfd85-d35d-4453-9c6f-a463aae40722" providerId="ADAL" clId="{EADAEE91-4A7C-4065-A245-779568A60DD0}" dt="2024-08-25T15:07:37.186" v="260" actId="478"/>
          <ac:spMkLst>
            <pc:docMk/>
            <pc:sldMk cId="0" sldId="389"/>
            <ac:spMk id="2" creationId="{0CE23F3B-4239-597E-A5B0-E94D1CCE768F}"/>
          </ac:spMkLst>
        </pc:spChg>
        <pc:spChg chg="add mod">
          <ac:chgData name="Ms Alina Arshad" userId="cccdfd85-d35d-4453-9c6f-a463aae40722" providerId="ADAL" clId="{EADAEE91-4A7C-4065-A245-779568A60DD0}" dt="2024-08-25T15:07:59.774" v="292" actId="1076"/>
          <ac:spMkLst>
            <pc:docMk/>
            <pc:sldMk cId="0" sldId="389"/>
            <ac:spMk id="3" creationId="{0173BDB6-055B-979D-8CAA-5632A73BCD82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4" creationId="{7FFE77F7-77BD-6779-7B8A-D5B59F9F753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5" creationId="{C4414AD6-34B1-DAA7-03FC-7EC433EC04E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6" creationId="{2E05F920-12EE-20C9-465F-E850967F1A78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7" creationId="{36DDBCEF-D6D2-C158-E99C-C9CDC65F8F3D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8" creationId="{17AE233E-13F0-77C2-B86F-7FEFD7F1B9F0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9" creationId="{E7365357-B5DB-3CEF-F010-5742156B8C1B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0" creationId="{8CE65B31-5F33-1B6C-2F06-BE41749D91AA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1" creationId="{FA3B8632-49AD-498A-2A42-49E15FDFC5F6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2" creationId="{6655D55A-3EB4-FB45-E5DF-E05B85B6EFC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3" creationId="{692A058E-6B2D-06E0-A7A9-05EC5DC3395C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4" creationId="{23AB970B-A864-362B-B887-403304B23151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5" creationId="{A5773E1F-E06B-EAEB-0D02-BD6A2BF6D1E7}"/>
          </ac:spMkLst>
        </pc:spChg>
        <pc:spChg chg="add mod">
          <ac:chgData name="Ms Alina Arshad" userId="cccdfd85-d35d-4453-9c6f-a463aae40722" providerId="ADAL" clId="{EADAEE91-4A7C-4065-A245-779568A60DD0}" dt="2024-08-25T15:07:55.518" v="291" actId="1038"/>
          <ac:spMkLst>
            <pc:docMk/>
            <pc:sldMk cId="0" sldId="389"/>
            <ac:spMk id="16" creationId="{879FA89E-6923-A723-4FD9-B6426E00E8D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8" creationId="{3F6F46F1-E6AC-8DD6-6673-7538B5C3F5B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699" creationId="{FC5184A2-F2B9-49F6-1654-ACACAB5C79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0" creationId="{F4DE8B67-78F5-A9E1-6315-6FAB587D180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29701" creationId="{C2D1E451-E89C-E4E6-FD6F-C8D7A163B35D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2" creationId="{B08645AD-AE88-D2C7-F504-F425F4BE939B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3" creationId="{5B6FBF83-817F-D141-D33E-459F0621F826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4" creationId="{DB589E3A-BF2E-E221-E6B6-993A216E442E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5" creationId="{38F3E364-724E-BA6F-FE49-BD3C10B1F1B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6" creationId="{D01EE884-8180-E26C-E572-2C33F3FCE09C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7" creationId="{6CB2A977-4DC5-7FC7-496F-3B2CA32A8D68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8" creationId="{65EBF1BE-A165-21EE-2058-AE2B633A1A64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29" creationId="{AB1D4614-1815-DA2B-F9AF-FACE083AC6E5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0" creationId="{AB4D4B83-29AA-CEA2-851B-BB35CCE63FAF}"/>
          </ac:spMkLst>
        </pc:spChg>
        <pc:spChg chg="del">
          <ac:chgData name="Ms Alina Arshad" userId="cccdfd85-d35d-4453-9c6f-a463aae40722" providerId="ADAL" clId="{EADAEE91-4A7C-4065-A245-779568A60DD0}" dt="2024-08-25T15:07:25.790" v="256" actId="478"/>
          <ac:spMkLst>
            <pc:docMk/>
            <pc:sldMk cId="0" sldId="389"/>
            <ac:spMk id="34831" creationId="{9AEF8E35-1583-35F5-98AC-117CF0E426B7}"/>
          </ac:spMkLst>
        </pc:spChg>
      </pc:sldChg>
      <pc:sldChg chg="modSp add mod">
        <pc:chgData name="Ms Alina Arshad" userId="cccdfd85-d35d-4453-9c6f-a463aae40722" providerId="ADAL" clId="{EADAEE91-4A7C-4065-A245-779568A60DD0}" dt="2024-08-25T15:08:07.810" v="294" actId="207"/>
        <pc:sldMkLst>
          <pc:docMk/>
          <pc:sldMk cId="938158308" sldId="390"/>
        </pc:sldMkLst>
        <pc:spChg chg="mod">
          <ac:chgData name="Ms Alina Arshad" userId="cccdfd85-d35d-4453-9c6f-a463aae40722" providerId="ADAL" clId="{EADAEE91-4A7C-4065-A245-779568A60DD0}" dt="2024-08-25T15:08:07.810" v="294" actId="207"/>
          <ac:spMkLst>
            <pc:docMk/>
            <pc:sldMk cId="938158308" sldId="390"/>
            <ac:spMk id="30722" creationId="{F873CBB7-56F4-3671-10D2-8B22B4B800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me any example of process 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77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good test case has a high probability of showing  a failure condition. Hence, test case designers should identify weak areas of the program and design test cases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accordingly.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1B017E-9405-4A24-9E72-ABBA234FC5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19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</a:t>
            </a:r>
          </a:p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software testing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05526" y="527552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86627"/>
            <a:ext cx="10789814" cy="117072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What techniques should be applied during development?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62125"/>
            <a:ext cx="11029615" cy="343852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No single A&amp;T techniques can serve all purposes,</a:t>
            </a:r>
          </a:p>
          <a:p>
            <a:r>
              <a:rPr lang="en-US" sz="2000" dirty="0">
                <a:solidFill>
                  <a:schemeClr val="tx1"/>
                </a:solidFill>
              </a:rPr>
              <a:t>The primary reasons for combining techniques are: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Effectiveness for different classes of faults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Differences in purpose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Tradeoffs in cost and assurance</a:t>
            </a:r>
          </a:p>
        </p:txBody>
      </p:sp>
    </p:spTree>
    <p:extLst>
      <p:ext uri="{BB962C8B-B14F-4D97-AF65-F5344CB8AC3E}">
        <p14:creationId xmlns:p14="http://schemas.microsoft.com/office/powerpoint/2010/main" val="122769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1" y="847725"/>
            <a:ext cx="11249024" cy="88963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How can we assess the readiness of a product?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A&amp;T during development aim at revealing faults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A&amp;T cannot last indefinitely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We must specify the required level of dependability and determine when that level has been attained.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9592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505" y="987212"/>
            <a:ext cx="10058400" cy="748454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Assessing dependability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236431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tx1"/>
                </a:solidFill>
              </a:rPr>
              <a:t>Randomly generated tests following an operational profile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Alpha test : </a:t>
            </a:r>
            <a:r>
              <a:rPr lang="en-US" sz="2400" dirty="0">
                <a:solidFill>
                  <a:schemeClr val="tx1"/>
                </a:solidFill>
              </a:rPr>
              <a:t>tests performed by users in a controlled environment, observed by the development organization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/>
                </a:solidFill>
              </a:rPr>
              <a:t>Beta test: </a:t>
            </a:r>
            <a:r>
              <a:rPr lang="en-US" sz="2400" dirty="0">
                <a:solidFill>
                  <a:schemeClr val="tx1"/>
                </a:solidFill>
              </a:rPr>
              <a:t>tests performed by real users in their own environment, performing actual tasks without interference or close monitoring</a:t>
            </a:r>
          </a:p>
        </p:txBody>
      </p:sp>
    </p:spTree>
    <p:extLst>
      <p:ext uri="{BB962C8B-B14F-4D97-AF65-F5344CB8AC3E}">
        <p14:creationId xmlns:p14="http://schemas.microsoft.com/office/powerpoint/2010/main" val="1008177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66" y="263527"/>
            <a:ext cx="10942668" cy="145075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How can we control the quality of successive releases?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9148" y="1845734"/>
            <a:ext cx="10226532" cy="4023360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</a:rPr>
              <a:t>Software test and analysis does not stop at the first release.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Software products operate for many years, and undergo many changes: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They adapt to environment changes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They evolve to serve new and changing user requirements.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</a:rPr>
              <a:t>Quality tasks are performed after delivery like test and analysis of new and modified code.</a:t>
            </a:r>
          </a:p>
        </p:txBody>
      </p:sp>
    </p:spTree>
    <p:extLst>
      <p:ext uri="{BB962C8B-B14F-4D97-AF65-F5344CB8AC3E}">
        <p14:creationId xmlns:p14="http://schemas.microsoft.com/office/powerpoint/2010/main" val="4177771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How can the development process itself be improved?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same defects are encountered in project after project </a:t>
            </a:r>
          </a:p>
          <a:p>
            <a:r>
              <a:rPr lang="en-US" dirty="0">
                <a:solidFill>
                  <a:schemeClr val="tx1"/>
                </a:solidFill>
              </a:rPr>
              <a:t>An important goal of the improving the quality process is to improve the process by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 identifying and removing weaknesses in the development process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identifying and removing weaknesses in test and analysis that allow them to remain undetected</a:t>
            </a:r>
          </a:p>
        </p:txBody>
      </p:sp>
    </p:spTree>
    <p:extLst>
      <p:ext uri="{BB962C8B-B14F-4D97-AF65-F5344CB8AC3E}">
        <p14:creationId xmlns:p14="http://schemas.microsoft.com/office/powerpoint/2010/main" val="264297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" y="263527"/>
            <a:ext cx="11003280" cy="145075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 four-step process to improve fault analysis and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Define the data to be collected and implementing procedures for collecting them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Analyze collected data to identify important fault classes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Analyze selected fault classes to identify weaknesses in development and quality measures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Adjust the quality and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8447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7D46923B-4293-0392-7CA6-15541CC5E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693" y="7620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Definition of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C69E0-7DD3-4C45-6AFE-2872EF17DC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8915" y="1954305"/>
            <a:ext cx="9875931" cy="3675529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process</a:t>
            </a:r>
            <a:r>
              <a:rPr lang="en-US" sz="2400" dirty="0"/>
              <a:t> of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operating a system </a:t>
            </a:r>
            <a:r>
              <a:rPr lang="en-US" sz="2400" dirty="0"/>
              <a:t>or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component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under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specified conditions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observing or recording </a:t>
            </a: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results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tx1"/>
                </a:solidFill>
              </a:rPr>
              <a:t>and making an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evaluation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of some aspect of the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system or component</a:t>
            </a:r>
            <a:r>
              <a:rPr lang="en-US" sz="2400" dirty="0"/>
              <a:t>. 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process</a:t>
            </a:r>
            <a:r>
              <a:rPr lang="en-US" sz="2400" dirty="0"/>
              <a:t> of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analyzing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 software item to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detect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differences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betwe</a:t>
            </a:r>
            <a:r>
              <a:rPr lang="en-US" sz="2400" dirty="0"/>
              <a:t>e</a:t>
            </a:r>
            <a:r>
              <a:rPr lang="en-US" sz="2400" dirty="0">
                <a:solidFill>
                  <a:schemeClr val="tx1"/>
                </a:solidFill>
              </a:rPr>
              <a:t>n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existing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and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required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conditions (that is, bugs) and to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evaluate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the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features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of the software item.</a:t>
            </a:r>
          </a:p>
          <a:p>
            <a:pPr marL="0" indent="0" algn="just">
              <a:buNone/>
              <a:defRPr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 algn="just">
              <a:buNone/>
              <a:defRPr/>
            </a:pPr>
            <a:r>
              <a:rPr lang="nl-NL" sz="2400" b="1" dirty="0">
                <a:solidFill>
                  <a:schemeClr val="tx1"/>
                </a:solidFill>
              </a:rPr>
              <a:t>IEEE Std 610.12 (IEEE, 1990)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50DB1E3C-43B1-2632-8424-D1FFA8841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17" y="8382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Another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4E1DB-E2BA-2AFF-7108-3E751B986BF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136775" y="1600200"/>
            <a:ext cx="8153400" cy="3429001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en-US" i="1" dirty="0">
              <a:solidFill>
                <a:schemeClr val="accent3">
                  <a:lumMod val="75000"/>
                </a:schemeClr>
              </a:solidFill>
              <a:latin typeface="Trebuchet MS" pitchFamily="34" charset="0"/>
            </a:endParaRPr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en-US" sz="2400" b="1" i="1" dirty="0">
                <a:solidFill>
                  <a:schemeClr val="accent3">
                    <a:lumMod val="75000"/>
                  </a:schemeClr>
                </a:solidFill>
                <a:latin typeface="Trebuchet MS" pitchFamily="34" charset="0"/>
              </a:rPr>
              <a:t>Testing is the process of executing a program</a:t>
            </a:r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en-US" sz="2400" b="1" i="1" dirty="0">
                <a:solidFill>
                  <a:schemeClr val="accent3">
                    <a:lumMod val="75000"/>
                  </a:schemeClr>
                </a:solidFill>
                <a:latin typeface="Trebuchet MS" pitchFamily="34" charset="0"/>
              </a:rPr>
              <a:t>with intention of finding errors.</a:t>
            </a:r>
          </a:p>
          <a:p>
            <a:pPr algn="ctr">
              <a:buFont typeface="Wingdings" panose="05000000000000000000" pitchFamily="2" charset="2"/>
              <a:buNone/>
              <a:defRPr/>
            </a:pPr>
            <a:endParaRPr lang="en-US" i="1" dirty="0">
              <a:solidFill>
                <a:schemeClr val="accent3">
                  <a:lumMod val="75000"/>
                </a:schemeClr>
              </a:solidFill>
              <a:latin typeface="Trebuchet MS" pitchFamily="34" charset="0"/>
            </a:endParaRPr>
          </a:p>
          <a:p>
            <a:pPr algn="r">
              <a:buFont typeface="Wingdings" panose="05000000000000000000" pitchFamily="2" charset="2"/>
              <a:buNone/>
              <a:defRPr/>
            </a:pPr>
            <a:r>
              <a:rPr lang="en-US" sz="2400" b="1" dirty="0">
                <a:solidFill>
                  <a:schemeClr val="tx1"/>
                </a:solidFill>
              </a:rPr>
              <a:t>Glenford Myers</a:t>
            </a:r>
            <a:endParaRPr lang="en-US" sz="2400" b="1" i="1" dirty="0">
              <a:solidFill>
                <a:schemeClr val="tx1"/>
              </a:solidFill>
              <a:latin typeface="Trebuchet MS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577" y="1040897"/>
            <a:ext cx="10614906" cy="72463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Test, Test Case and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629" y="1905955"/>
            <a:ext cx="11029615" cy="4252798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Test and test case terms are synonyms and may be used interchangeably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test case consists of inputs given to the program and its expected outputs. Inputs may also contain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 precondition(s) (circumstances that hold prior to test case execution), if any, and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actual inputs identified by some testing methods. Expected output may contain post-condition(s) (circumstances after the execution of a test case), if any, and outputs which may come as a result when selected inputs are given to the software.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Every test case will have a unique identification number.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During testing, we  give selected inputs to the program and note the observed output(s).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Comparison of observed output(s) with the expected output(s)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they are the same, the test case is successful.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 they are different, that is the failure condition with selected input(s) and this should be recorded properly in order to find the cause of failure. </a:t>
            </a:r>
          </a:p>
        </p:txBody>
      </p:sp>
    </p:spTree>
    <p:extLst>
      <p:ext uri="{BB962C8B-B14F-4D97-AF65-F5344CB8AC3E}">
        <p14:creationId xmlns:p14="http://schemas.microsoft.com/office/powerpoint/2010/main" val="1737629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90282"/>
            <a:ext cx="10058400" cy="1047078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The set of test cases is called a test suite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 suite of all test cases,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 suite of all successful test cases and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test suite of all unsuccessful test cases. </a:t>
            </a:r>
          </a:p>
        </p:txBody>
      </p:sp>
    </p:spTree>
    <p:extLst>
      <p:ext uri="{BB962C8B-B14F-4D97-AF65-F5344CB8AC3E}">
        <p14:creationId xmlns:p14="http://schemas.microsoft.com/office/powerpoint/2010/main" val="411541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066800"/>
            <a:ext cx="10058400" cy="6705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Test case template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074" y="1842377"/>
            <a:ext cx="9881937" cy="394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78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90282"/>
            <a:ext cx="10058400" cy="1091901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Test case template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976" y="1946756"/>
            <a:ext cx="9512968" cy="32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61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552D4A0C-07D1-C5F2-28BF-77125F167C87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79" y="659762"/>
            <a:ext cx="10359000" cy="5538475"/>
          </a:xfrm>
          <a:prstGeom prst="rect">
            <a:avLst/>
          </a:prstGeom>
          <a:noFill/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7797D9-A663-D2C6-552E-4EBC5B78E9D7}"/>
              </a:ext>
            </a:extLst>
          </p:cNvPr>
          <p:cNvSpPr txBox="1"/>
          <p:nvPr/>
        </p:nvSpPr>
        <p:spPr>
          <a:xfrm>
            <a:off x="618979" y="170071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Test case template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45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CDFEA5A7-DD76-DB88-8CE1-C136689A7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340" y="712694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Bugs – one of the certainties</a:t>
            </a:r>
          </a:p>
        </p:txBody>
      </p:sp>
      <p:pic>
        <p:nvPicPr>
          <p:cNvPr id="11267" name="Picture 6" descr="f2f4401f-3ec6-46c7-a050-af21c17ad083-original.png">
            <a:extLst>
              <a:ext uri="{FF2B5EF4-FFF2-40B4-BE49-F238E27FC236}">
                <a16:creationId xmlns:a16="http://schemas.microsoft.com/office/drawing/2014/main" id="{E07318DB-010A-9C35-EA2F-B3B619FB4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284" y="1954307"/>
            <a:ext cx="376237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8E0F0A77-C487-B84C-9097-D4771F55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Software Testing Myths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0243372F-21F0-51E3-14C0-24B5D136C36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8604" y="1855694"/>
            <a:ext cx="10314791" cy="4392706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400" b="1" dirty="0">
                <a:solidFill>
                  <a:schemeClr val="accent2"/>
                </a:solidFill>
              </a:rPr>
              <a:t>Complete testing is possible 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tx1"/>
                </a:solidFill>
              </a:rPr>
              <a:t>If you plan properly, it is possible to test software completely, identify and fix all the defects</a:t>
            </a:r>
            <a:r>
              <a:rPr lang="en-US" sz="2400" dirty="0"/>
              <a:t>. </a:t>
            </a:r>
          </a:p>
          <a:p>
            <a:pPr algn="just">
              <a:defRPr/>
            </a:pPr>
            <a:r>
              <a:rPr lang="en-US" sz="2400" b="1" dirty="0">
                <a:solidFill>
                  <a:schemeClr val="accent4"/>
                </a:solidFill>
              </a:rPr>
              <a:t>Best practices </a:t>
            </a:r>
            <a:r>
              <a:rPr lang="en-US" sz="2400" dirty="0"/>
              <a:t>- I</a:t>
            </a:r>
            <a:r>
              <a:rPr lang="en-US" sz="2400" dirty="0">
                <a:solidFill>
                  <a:schemeClr val="tx1"/>
                </a:solidFill>
              </a:rPr>
              <a:t>mproving quality is simple &amp; straight forward, just follow the best practices.</a:t>
            </a:r>
          </a:p>
          <a:p>
            <a:pPr algn="just">
              <a:defRPr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Testing is demonstration of Zero defect 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tx1"/>
                </a:solidFill>
              </a:rPr>
              <a:t>Testing is completed for this product and test team has signed off the product. This product does not have any defect now.</a:t>
            </a:r>
          </a:p>
          <a:p>
            <a:pPr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Anyone can become tester </a:t>
            </a:r>
            <a:r>
              <a:rPr lang="en-US" sz="2400" dirty="0"/>
              <a:t>- </a:t>
            </a:r>
            <a:r>
              <a:rPr lang="en-US" sz="2400" dirty="0">
                <a:solidFill>
                  <a:schemeClr val="tx1"/>
                </a:solidFill>
              </a:rPr>
              <a:t>you should have ability to read and follow instructions, that's it. Testing is not a creative job and does not require special trainings or skills and that's why there are not many professional testers around.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6" dur="10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3" dur="10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732ED189-5E03-CB9F-F411-B5D3F802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16" y="762000"/>
            <a:ext cx="8153400" cy="990600"/>
          </a:xfrm>
        </p:spPr>
        <p:txBody>
          <a:bodyPr/>
          <a:lstStyle/>
          <a:p>
            <a:r>
              <a:rPr lang="en-US" altLang="en-US" b="1" dirty="0"/>
              <a:t>Objectives of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78FA-6D74-14F8-2672-ED7E5F387EF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0235" y="2017058"/>
            <a:ext cx="10004612" cy="4078941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  <a:defRPr/>
            </a:pPr>
            <a:r>
              <a:rPr lang="en-US" sz="2800" i="1" dirty="0">
                <a:solidFill>
                  <a:schemeClr val="accent5">
                    <a:lumMod val="50000"/>
                  </a:schemeClr>
                </a:solidFill>
              </a:rPr>
              <a:t>Primary objective of testing is to find errors and not to prove that there are no errors.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z="2400" b="1" dirty="0"/>
              <a:t>Objectives of testing can be classified into: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Direct objectives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Indirect objectives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83E9FFA-704B-66F4-F1D7-6A91C9C1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187" y="7620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Objectives of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DFDD8-BEF2-6FD9-6843-39FB18C7F9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6187" y="1891552"/>
            <a:ext cx="10270378" cy="4204447"/>
          </a:xfrm>
        </p:spPr>
        <p:txBody>
          <a:bodyPr/>
          <a:lstStyle/>
          <a:p>
            <a:pPr>
              <a:buClr>
                <a:schemeClr val="accent1">
                  <a:lumMod val="75000"/>
                </a:schemeClr>
              </a:buClr>
              <a:defRPr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Direct objectives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To identify and reveal as many errors as possible in the tested software.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To bring the tested software, after correction of the identified errors and retesting, to an acceptable level of quality.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To perform the required tests efficiently and effectively, within budgetary and scheduling limitations.</a:t>
            </a:r>
          </a:p>
          <a:p>
            <a:pPr>
              <a:buClr>
                <a:schemeClr val="accent1">
                  <a:lumMod val="75000"/>
                </a:schemeClr>
              </a:buClr>
              <a:defRPr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Indirect objective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To compile a record of software errors for use in error prevention (by corrective and preventive actions).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442C437-2A5E-2C29-35CE-ED5EFF02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694765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Software test classifications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2009B-F46A-5A2A-9F0D-713E31A909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3411" y="1878106"/>
            <a:ext cx="8153400" cy="44958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Software tests may be classified according: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to the testing concept or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to the requirements classification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0F49AA23-905E-F20F-088A-5E8560F2B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353" y="762000"/>
            <a:ext cx="8382000" cy="990600"/>
          </a:xfrm>
        </p:spPr>
        <p:txBody>
          <a:bodyPr/>
          <a:lstStyle/>
          <a:p>
            <a:r>
              <a:rPr lang="en-US" altLang="en-US" sz="3800" b="1" dirty="0">
                <a:solidFill>
                  <a:schemeClr val="tx1"/>
                </a:solidFill>
              </a:rPr>
              <a:t>Classification according to testing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95190-11D2-11B5-78F3-47F19F95C2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8188" y="1909482"/>
            <a:ext cx="10416988" cy="4186518"/>
          </a:xfrm>
        </p:spPr>
        <p:txBody>
          <a:bodyPr/>
          <a:lstStyle/>
          <a:p>
            <a:pPr algn="just">
              <a:defRPr/>
            </a:pPr>
            <a:r>
              <a:rPr lang="en-US" sz="2400" dirty="0"/>
              <a:t>Two opposing concepts for testing a software:</a:t>
            </a:r>
          </a:p>
          <a:p>
            <a:pPr marL="835025" lvl="1" indent="-514350">
              <a:buFont typeface="+mj-lt"/>
              <a:buAutoNum type="arabicPeriod"/>
              <a:defRPr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Functional aspects</a:t>
            </a:r>
          </a:p>
          <a:p>
            <a:pPr marL="835025" lvl="1" indent="-514350">
              <a:buFont typeface="+mj-lt"/>
              <a:buAutoNum type="arabicPeriod"/>
              <a:defRPr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Internal structure</a:t>
            </a:r>
          </a:p>
          <a:p>
            <a:pPr marL="0" lvl="1" indent="0" algn="just">
              <a:spcBef>
                <a:spcPts val="700"/>
              </a:spcBef>
              <a:buClr>
                <a:schemeClr val="accent2"/>
              </a:buClr>
              <a:buSzPct val="60000"/>
              <a:buNone/>
              <a:defRPr/>
            </a:pPr>
            <a:r>
              <a:rPr lang="en-US" sz="2400" dirty="0"/>
              <a:t>Based on the above two opposing concepts or approaches to software quality two testing classes have been developed.</a:t>
            </a:r>
          </a:p>
          <a:p>
            <a:pPr marL="835025" lvl="1" indent="-514350">
              <a:buFont typeface="+mj-lt"/>
              <a:buAutoNum type="arabicPeriod"/>
              <a:defRPr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Black box testing</a:t>
            </a:r>
          </a:p>
          <a:p>
            <a:pPr marL="835025" lvl="1" indent="-514350">
              <a:buFont typeface="+mj-lt"/>
              <a:buAutoNum type="arabicPeriod"/>
              <a:defRPr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White box testing</a:t>
            </a:r>
          </a:p>
          <a:p>
            <a:pPr marL="835025" lvl="1" indent="-514350">
              <a:buFont typeface="+mj-lt"/>
              <a:buAutoNum type="arabicPeriod"/>
              <a:defRPr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Grey box 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D6089CE-4A31-4A96-1F98-DDBB2C23F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1340" y="712694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Black Box Testing – IEEE Definitions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987808-8596-9880-3716-1A0FF1EDC05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87506" y="1775012"/>
            <a:ext cx="10309412" cy="317798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  <a:defRPr/>
            </a:pPr>
            <a:r>
              <a:rPr lang="en-US" sz="2400" i="1" dirty="0">
                <a:solidFill>
                  <a:schemeClr val="accent2"/>
                </a:solidFill>
              </a:rPr>
              <a:t>Testing that ignores the internal mechanism of a system or component and focuses solely on the outputs generated in response to selected inputs and execution conditions.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400" i="1" dirty="0">
                <a:solidFill>
                  <a:schemeClr val="tx1"/>
                </a:solidFill>
              </a:rPr>
              <a:t>Testing conducted to evaluate the compliance of a system or component with specified functional requirements.</a:t>
            </a:r>
          </a:p>
        </p:txBody>
      </p:sp>
      <p:pic>
        <p:nvPicPr>
          <p:cNvPr id="17412" name="Content Placeholder 4" descr="BlackBoxTesting.png">
            <a:extLst>
              <a:ext uri="{FF2B5EF4-FFF2-40B4-BE49-F238E27FC236}">
                <a16:creationId xmlns:a16="http://schemas.microsoft.com/office/drawing/2014/main" id="{A99781B3-ECFD-C897-E252-4DA1744B8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953" y="3886200"/>
            <a:ext cx="4724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4">
            <a:extLst>
              <a:ext uri="{FF2B5EF4-FFF2-40B4-BE49-F238E27FC236}">
                <a16:creationId xmlns:a16="http://schemas.microsoft.com/office/drawing/2014/main" id="{CC853854-2B92-E747-813E-1CCD9BE5A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235" y="676835"/>
            <a:ext cx="9160622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Black Box Testing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2EC28-54EE-BE7B-18AD-61866F6E447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9224" y="1739152"/>
            <a:ext cx="10255623" cy="4356847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Testing without knowledge of the internal working of the code being tested.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Also known as functionality testing.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It is subjected to inputs and its outputs are verified for conformance to functional specification.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Attempts to find the following errors: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Incorrect or missing functions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Interface errors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Performance errors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36059FCC-18D6-6332-D685-7C398C65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222" y="8001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White Box Testing – IEEE 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07008-22A4-D676-C9D6-7038ABDE060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7222" y="1790700"/>
            <a:ext cx="9187516" cy="3926541"/>
          </a:xfrm>
        </p:spPr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US" sz="2400" b="1" i="1" dirty="0">
                <a:solidFill>
                  <a:schemeClr val="accent1">
                    <a:lumMod val="75000"/>
                  </a:schemeClr>
                </a:solidFill>
              </a:rPr>
              <a:t>Testing that takes into account the internal mechanism of a system or component.</a:t>
            </a:r>
          </a:p>
        </p:txBody>
      </p:sp>
      <p:pic>
        <p:nvPicPr>
          <p:cNvPr id="19460" name="Content Placeholder 4" descr="whitebox.jpg">
            <a:extLst>
              <a:ext uri="{FF2B5EF4-FFF2-40B4-BE49-F238E27FC236}">
                <a16:creationId xmlns:a16="http://schemas.microsoft.com/office/drawing/2014/main" id="{A9A59423-9CB7-223E-698D-5348E408B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9" y="2844053"/>
            <a:ext cx="5990425" cy="2942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6081410-0D97-977C-9351-D99DD14E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34" y="7620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</a:rPr>
              <a:t>White Box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06910-2266-68E8-32AE-E6FCE586718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3434" y="1752600"/>
            <a:ext cx="10503460" cy="44958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600" dirty="0">
                <a:solidFill>
                  <a:schemeClr val="tx1"/>
                </a:solidFill>
              </a:rPr>
              <a:t>Testing based on an analysis of internal workings and structure of a piece of software. 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600" dirty="0">
                <a:solidFill>
                  <a:schemeClr val="tx1"/>
                </a:solidFill>
              </a:rPr>
              <a:t>Source code is available to the tester to test the internal working.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600" dirty="0">
                <a:solidFill>
                  <a:schemeClr val="tx1"/>
                </a:solidFill>
              </a:rPr>
              <a:t>Also known as Glass Box testing.</a:t>
            </a: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en-US" sz="2600" dirty="0">
                <a:solidFill>
                  <a:schemeClr val="tx1"/>
                </a:solidFill>
              </a:rPr>
              <a:t>Logical paths are tested by providing test cases that exercise specific sets of conditions and/or loops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Grey Box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knowledge of system’s architecture to create a more complete set of black box tests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Verifying auditing and logging information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 each function is the system really updating all internal state correctly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System-added information (timestamps, checksums, etc.)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“Looking for Scraps”</a:t>
            </a:r>
          </a:p>
          <a:p>
            <a:pPr algn="just"/>
            <a:endParaRPr lang="en-US" dirty="0"/>
          </a:p>
        </p:txBody>
      </p:sp>
      <p:pic>
        <p:nvPicPr>
          <p:cNvPr id="1026" name="Picture 2" descr="Gray Box Testing - Software Testing - GeeksforGeeks">
            <a:extLst>
              <a:ext uri="{FF2B5EF4-FFF2-40B4-BE49-F238E27FC236}">
                <a16:creationId xmlns:a16="http://schemas.microsoft.com/office/drawing/2014/main" id="{33CCDCAF-3759-99D5-6506-736BA3E5D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987" y="4024621"/>
            <a:ext cx="7710985" cy="195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120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880</TotalTime>
  <Words>1214</Words>
  <Application>Microsoft Office PowerPoint</Application>
  <PresentationFormat>Widescreen</PresentationFormat>
  <Paragraphs>126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Calibri</vt:lpstr>
      <vt:lpstr>Calibri Light</vt:lpstr>
      <vt:lpstr>Times New Roman</vt:lpstr>
      <vt:lpstr>Trebuchet MS</vt:lpstr>
      <vt:lpstr>Wingdings</vt:lpstr>
      <vt:lpstr>Retrospect</vt:lpstr>
      <vt:lpstr> Software Quality Engineering</vt:lpstr>
      <vt:lpstr>What techniques should be applied during development?</vt:lpstr>
      <vt:lpstr>How can we assess the readiness of a product?</vt:lpstr>
      <vt:lpstr>Assessing dependability </vt:lpstr>
      <vt:lpstr>How can we control the quality of successive releases?</vt:lpstr>
      <vt:lpstr>How can the development process itself be improved?</vt:lpstr>
      <vt:lpstr>A four-step process to improve fault analysis and process</vt:lpstr>
      <vt:lpstr>Definition of testing</vt:lpstr>
      <vt:lpstr>Another definition</vt:lpstr>
      <vt:lpstr>Test, Test Case and Test Suite</vt:lpstr>
      <vt:lpstr>Test suite</vt:lpstr>
      <vt:lpstr>Test case template</vt:lpstr>
      <vt:lpstr>Test case template</vt:lpstr>
      <vt:lpstr>PowerPoint Presentation</vt:lpstr>
      <vt:lpstr>Bugs – one of the certainties</vt:lpstr>
      <vt:lpstr>Software Testing Myths</vt:lpstr>
      <vt:lpstr>Objectives of testing</vt:lpstr>
      <vt:lpstr>Objectives of testing</vt:lpstr>
      <vt:lpstr>Software test classifications </vt:lpstr>
      <vt:lpstr>Classification according to testing concept</vt:lpstr>
      <vt:lpstr>Black Box Testing – IEEE Definitions</vt:lpstr>
      <vt:lpstr>Black Box Testing</vt:lpstr>
      <vt:lpstr>White Box Testing – IEEE Definition</vt:lpstr>
      <vt:lpstr>White Box Testing</vt:lpstr>
      <vt:lpstr>Grey Box Testing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28</cp:revision>
  <dcterms:created xsi:type="dcterms:W3CDTF">2024-08-09T06:58:16Z</dcterms:created>
  <dcterms:modified xsi:type="dcterms:W3CDTF">2024-09-12T11:57:51Z</dcterms:modified>
</cp:coreProperties>
</file>