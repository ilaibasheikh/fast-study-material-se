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376" r:id="rId3"/>
    <p:sldId id="377" r:id="rId4"/>
    <p:sldId id="387" r:id="rId5"/>
    <p:sldId id="389" r:id="rId6"/>
    <p:sldId id="388" r:id="rId7"/>
    <p:sldId id="391" r:id="rId8"/>
    <p:sldId id="442" r:id="rId9"/>
    <p:sldId id="443" r:id="rId10"/>
    <p:sldId id="449" r:id="rId11"/>
    <p:sldId id="450" r:id="rId12"/>
    <p:sldId id="451" r:id="rId13"/>
    <p:sldId id="452" r:id="rId14"/>
    <p:sldId id="453" r:id="rId15"/>
    <p:sldId id="455" r:id="rId16"/>
    <p:sldId id="454" r:id="rId17"/>
    <p:sldId id="456" r:id="rId18"/>
    <p:sldId id="457" r:id="rId19"/>
    <p:sldId id="458" r:id="rId20"/>
    <p:sldId id="459"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9B1CA-89FC-4B27-92AA-664DF5881516}" v="6" dt="2024-09-09T07:51:16.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83" autoAdjust="0"/>
  </p:normalViewPr>
  <p:slideViewPr>
    <p:cSldViewPr snapToGrid="0">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02638E59-C79E-47A1-A0E6-15FB3AF57D6E}"/>
    <pc:docChg chg="undo custSel addSld delSld modSld">
      <pc:chgData name="Ms Alina Arshad" userId="cccdfd85-d35d-4453-9c6f-a463aae40722" providerId="ADAL" clId="{02638E59-C79E-47A1-A0E6-15FB3AF57D6E}" dt="2024-08-27T14:53:00.384" v="308" actId="14100"/>
      <pc:docMkLst>
        <pc:docMk/>
      </pc:docMkLst>
      <pc:sldChg chg="delSp modSp mod">
        <pc:chgData name="Ms Alina Arshad" userId="cccdfd85-d35d-4453-9c6f-a463aae40722" providerId="ADAL" clId="{02638E59-C79E-47A1-A0E6-15FB3AF57D6E}" dt="2024-08-27T14:45:21.255" v="301" actId="1076"/>
        <pc:sldMkLst>
          <pc:docMk/>
          <pc:sldMk cId="1406944082" sldId="358"/>
        </pc:sldMkLst>
        <pc:spChg chg="mod">
          <ac:chgData name="Ms Alina Arshad" userId="cccdfd85-d35d-4453-9c6f-a463aae40722" providerId="ADAL" clId="{02638E59-C79E-47A1-A0E6-15FB3AF57D6E}" dt="2024-08-27T14:42:41.930" v="275" actId="207"/>
          <ac:spMkLst>
            <pc:docMk/>
            <pc:sldMk cId="1406944082" sldId="358"/>
            <ac:spMk id="2" creationId="{00000000-0000-0000-0000-000000000000}"/>
          </ac:spMkLst>
        </pc:spChg>
        <pc:spChg chg="mod">
          <ac:chgData name="Ms Alina Arshad" userId="cccdfd85-d35d-4453-9c6f-a463aae40722" providerId="ADAL" clId="{02638E59-C79E-47A1-A0E6-15FB3AF57D6E}" dt="2024-08-27T14:45:21.255" v="301" actId="1076"/>
          <ac:spMkLst>
            <pc:docMk/>
            <pc:sldMk cId="1406944082" sldId="358"/>
            <ac:spMk id="3" creationId="{00000000-0000-0000-0000-000000000000}"/>
          </ac:spMkLst>
        </pc:spChg>
        <pc:spChg chg="del">
          <ac:chgData name="Ms Alina Arshad" userId="cccdfd85-d35d-4453-9c6f-a463aae40722" providerId="ADAL" clId="{02638E59-C79E-47A1-A0E6-15FB3AF57D6E}" dt="2024-08-26T15:24:12.429" v="160" actId="478"/>
          <ac:spMkLst>
            <pc:docMk/>
            <pc:sldMk cId="1406944082" sldId="358"/>
            <ac:spMk id="4" creationId="{00000000-0000-0000-0000-000000000000}"/>
          </ac:spMkLst>
        </pc:spChg>
        <pc:spChg chg="del">
          <ac:chgData name="Ms Alina Arshad" userId="cccdfd85-d35d-4453-9c6f-a463aae40722" providerId="ADAL" clId="{02638E59-C79E-47A1-A0E6-15FB3AF57D6E}" dt="2024-08-26T15:24:14.062" v="161" actId="478"/>
          <ac:spMkLst>
            <pc:docMk/>
            <pc:sldMk cId="1406944082" sldId="358"/>
            <ac:spMk id="5" creationId="{00000000-0000-0000-0000-000000000000}"/>
          </ac:spMkLst>
        </pc:spChg>
      </pc:sldChg>
      <pc:sldChg chg="delSp modSp mod">
        <pc:chgData name="Ms Alina Arshad" userId="cccdfd85-d35d-4453-9c6f-a463aae40722" providerId="ADAL" clId="{02638E59-C79E-47A1-A0E6-15FB3AF57D6E}" dt="2024-08-27T14:48:10.802" v="302" actId="20577"/>
        <pc:sldMkLst>
          <pc:docMk/>
          <pc:sldMk cId="2115952897" sldId="359"/>
        </pc:sldMkLst>
        <pc:spChg chg="mod">
          <ac:chgData name="Ms Alina Arshad" userId="cccdfd85-d35d-4453-9c6f-a463aae40722" providerId="ADAL" clId="{02638E59-C79E-47A1-A0E6-15FB3AF57D6E}" dt="2024-08-26T15:24:22.718" v="163" actId="113"/>
          <ac:spMkLst>
            <pc:docMk/>
            <pc:sldMk cId="2115952897" sldId="359"/>
            <ac:spMk id="2" creationId="{00000000-0000-0000-0000-000000000000}"/>
          </ac:spMkLst>
        </pc:spChg>
        <pc:spChg chg="mod">
          <ac:chgData name="Ms Alina Arshad" userId="cccdfd85-d35d-4453-9c6f-a463aae40722" providerId="ADAL" clId="{02638E59-C79E-47A1-A0E6-15FB3AF57D6E}" dt="2024-08-27T14:48:10.802" v="302" actId="20577"/>
          <ac:spMkLst>
            <pc:docMk/>
            <pc:sldMk cId="2115952897" sldId="359"/>
            <ac:spMk id="3" creationId="{00000000-0000-0000-0000-000000000000}"/>
          </ac:spMkLst>
        </pc:spChg>
        <pc:spChg chg="del">
          <ac:chgData name="Ms Alina Arshad" userId="cccdfd85-d35d-4453-9c6f-a463aae40722" providerId="ADAL" clId="{02638E59-C79E-47A1-A0E6-15FB3AF57D6E}" dt="2024-08-26T15:24:30.839" v="165" actId="478"/>
          <ac:spMkLst>
            <pc:docMk/>
            <pc:sldMk cId="2115952897" sldId="359"/>
            <ac:spMk id="4" creationId="{00000000-0000-0000-0000-000000000000}"/>
          </ac:spMkLst>
        </pc:spChg>
        <pc:spChg chg="del">
          <ac:chgData name="Ms Alina Arshad" userId="cccdfd85-d35d-4453-9c6f-a463aae40722" providerId="ADAL" clId="{02638E59-C79E-47A1-A0E6-15FB3AF57D6E}" dt="2024-08-26T15:24:32.579" v="166" actId="478"/>
          <ac:spMkLst>
            <pc:docMk/>
            <pc:sldMk cId="2115952897" sldId="359"/>
            <ac:spMk id="5" creationId="{00000000-0000-0000-0000-000000000000}"/>
          </ac:spMkLst>
        </pc:spChg>
      </pc:sldChg>
      <pc:sldChg chg="delSp modSp mod">
        <pc:chgData name="Ms Alina Arshad" userId="cccdfd85-d35d-4453-9c6f-a463aae40722" providerId="ADAL" clId="{02638E59-C79E-47A1-A0E6-15FB3AF57D6E}" dt="2024-08-26T15:24:55.404" v="173" actId="478"/>
        <pc:sldMkLst>
          <pc:docMk/>
          <pc:sldMk cId="3064447784" sldId="360"/>
        </pc:sldMkLst>
        <pc:spChg chg="mod">
          <ac:chgData name="Ms Alina Arshad" userId="cccdfd85-d35d-4453-9c6f-a463aae40722" providerId="ADAL" clId="{02638E59-C79E-47A1-A0E6-15FB3AF57D6E}" dt="2024-08-26T15:24:41.428" v="168" actId="113"/>
          <ac:spMkLst>
            <pc:docMk/>
            <pc:sldMk cId="3064447784" sldId="360"/>
            <ac:spMk id="2" creationId="{00000000-0000-0000-0000-000000000000}"/>
          </ac:spMkLst>
        </pc:spChg>
        <pc:spChg chg="mod">
          <ac:chgData name="Ms Alina Arshad" userId="cccdfd85-d35d-4453-9c6f-a463aae40722" providerId="ADAL" clId="{02638E59-C79E-47A1-A0E6-15FB3AF57D6E}" dt="2024-08-26T15:24:51.359" v="171" actId="1076"/>
          <ac:spMkLst>
            <pc:docMk/>
            <pc:sldMk cId="3064447784" sldId="360"/>
            <ac:spMk id="3" creationId="{00000000-0000-0000-0000-000000000000}"/>
          </ac:spMkLst>
        </pc:spChg>
        <pc:spChg chg="del">
          <ac:chgData name="Ms Alina Arshad" userId="cccdfd85-d35d-4453-9c6f-a463aae40722" providerId="ADAL" clId="{02638E59-C79E-47A1-A0E6-15FB3AF57D6E}" dt="2024-08-26T15:24:53.655" v="172" actId="478"/>
          <ac:spMkLst>
            <pc:docMk/>
            <pc:sldMk cId="3064447784" sldId="360"/>
            <ac:spMk id="4" creationId="{00000000-0000-0000-0000-000000000000}"/>
          </ac:spMkLst>
        </pc:spChg>
        <pc:spChg chg="del">
          <ac:chgData name="Ms Alina Arshad" userId="cccdfd85-d35d-4453-9c6f-a463aae40722" providerId="ADAL" clId="{02638E59-C79E-47A1-A0E6-15FB3AF57D6E}" dt="2024-08-26T15:24:55.404" v="173" actId="478"/>
          <ac:spMkLst>
            <pc:docMk/>
            <pc:sldMk cId="3064447784" sldId="360"/>
            <ac:spMk id="5" creationId="{00000000-0000-0000-0000-000000000000}"/>
          </ac:spMkLst>
        </pc:spChg>
      </pc:sldChg>
      <pc:sldChg chg="delSp modSp mod">
        <pc:chgData name="Ms Alina Arshad" userId="cccdfd85-d35d-4453-9c6f-a463aae40722" providerId="ADAL" clId="{02638E59-C79E-47A1-A0E6-15FB3AF57D6E}" dt="2024-08-27T14:53:00.384" v="308" actId="14100"/>
        <pc:sldMkLst>
          <pc:docMk/>
          <pc:sldMk cId="2172419699" sldId="363"/>
        </pc:sldMkLst>
        <pc:spChg chg="mod">
          <ac:chgData name="Ms Alina Arshad" userId="cccdfd85-d35d-4453-9c6f-a463aae40722" providerId="ADAL" clId="{02638E59-C79E-47A1-A0E6-15FB3AF57D6E}" dt="2024-08-26T15:25:38.020" v="185" actId="1076"/>
          <ac:spMkLst>
            <pc:docMk/>
            <pc:sldMk cId="2172419699" sldId="363"/>
            <ac:spMk id="2" creationId="{00000000-0000-0000-0000-000000000000}"/>
          </ac:spMkLst>
        </pc:spChg>
        <pc:spChg chg="del">
          <ac:chgData name="Ms Alina Arshad" userId="cccdfd85-d35d-4453-9c6f-a463aae40722" providerId="ADAL" clId="{02638E59-C79E-47A1-A0E6-15FB3AF57D6E}" dt="2024-08-26T15:25:47.990" v="189" actId="478"/>
          <ac:spMkLst>
            <pc:docMk/>
            <pc:sldMk cId="2172419699" sldId="363"/>
            <ac:spMk id="4" creationId="{00000000-0000-0000-0000-000000000000}"/>
          </ac:spMkLst>
        </pc:spChg>
        <pc:spChg chg="del">
          <ac:chgData name="Ms Alina Arshad" userId="cccdfd85-d35d-4453-9c6f-a463aae40722" providerId="ADAL" clId="{02638E59-C79E-47A1-A0E6-15FB3AF57D6E}" dt="2024-08-26T15:25:51.889" v="190" actId="478"/>
          <ac:spMkLst>
            <pc:docMk/>
            <pc:sldMk cId="2172419699" sldId="363"/>
            <ac:spMk id="5" creationId="{00000000-0000-0000-0000-000000000000}"/>
          </ac:spMkLst>
        </pc:spChg>
        <pc:graphicFrameChg chg="mod modGraphic">
          <ac:chgData name="Ms Alina Arshad" userId="cccdfd85-d35d-4453-9c6f-a463aae40722" providerId="ADAL" clId="{02638E59-C79E-47A1-A0E6-15FB3AF57D6E}" dt="2024-08-27T14:53:00.384" v="308" actId="14100"/>
          <ac:graphicFrameMkLst>
            <pc:docMk/>
            <pc:sldMk cId="2172419699" sldId="363"/>
            <ac:graphicFrameMk id="6" creationId="{00000000-0000-0000-0000-000000000000}"/>
          </ac:graphicFrameMkLst>
        </pc:graphicFrameChg>
      </pc:sldChg>
      <pc:sldChg chg="delSp modSp mod">
        <pc:chgData name="Ms Alina Arshad" userId="cccdfd85-d35d-4453-9c6f-a463aae40722" providerId="ADAL" clId="{02638E59-C79E-47A1-A0E6-15FB3AF57D6E}" dt="2024-08-26T15:26:48.278" v="205" actId="478"/>
        <pc:sldMkLst>
          <pc:docMk/>
          <pc:sldMk cId="1503862493" sldId="364"/>
        </pc:sldMkLst>
        <pc:spChg chg="mod">
          <ac:chgData name="Ms Alina Arshad" userId="cccdfd85-d35d-4453-9c6f-a463aae40722" providerId="ADAL" clId="{02638E59-C79E-47A1-A0E6-15FB3AF57D6E}" dt="2024-08-26T15:26:26.876" v="195" actId="1076"/>
          <ac:spMkLst>
            <pc:docMk/>
            <pc:sldMk cId="1503862493" sldId="364"/>
            <ac:spMk id="2" creationId="{00000000-0000-0000-0000-000000000000}"/>
          </ac:spMkLst>
        </pc:spChg>
        <pc:spChg chg="del">
          <ac:chgData name="Ms Alina Arshad" userId="cccdfd85-d35d-4453-9c6f-a463aae40722" providerId="ADAL" clId="{02638E59-C79E-47A1-A0E6-15FB3AF57D6E}" dt="2024-08-26T15:26:46.206" v="204" actId="478"/>
          <ac:spMkLst>
            <pc:docMk/>
            <pc:sldMk cId="1503862493" sldId="364"/>
            <ac:spMk id="4" creationId="{00000000-0000-0000-0000-000000000000}"/>
          </ac:spMkLst>
        </pc:spChg>
        <pc:spChg chg="del">
          <ac:chgData name="Ms Alina Arshad" userId="cccdfd85-d35d-4453-9c6f-a463aae40722" providerId="ADAL" clId="{02638E59-C79E-47A1-A0E6-15FB3AF57D6E}" dt="2024-08-26T15:26:48.278" v="205" actId="478"/>
          <ac:spMkLst>
            <pc:docMk/>
            <pc:sldMk cId="1503862493" sldId="364"/>
            <ac:spMk id="5" creationId="{00000000-0000-0000-0000-000000000000}"/>
          </ac:spMkLst>
        </pc:spChg>
        <pc:graphicFrameChg chg="mod modGraphic">
          <ac:chgData name="Ms Alina Arshad" userId="cccdfd85-d35d-4453-9c6f-a463aae40722" providerId="ADAL" clId="{02638E59-C79E-47A1-A0E6-15FB3AF57D6E}" dt="2024-08-26T15:26:42.071" v="203" actId="404"/>
          <ac:graphicFrameMkLst>
            <pc:docMk/>
            <pc:sldMk cId="1503862493" sldId="364"/>
            <ac:graphicFrameMk id="6" creationId="{00000000-0000-0000-0000-000000000000}"/>
          </ac:graphicFrameMkLst>
        </pc:graphicFrameChg>
      </pc:sldChg>
      <pc:sldChg chg="delSp modSp mod">
        <pc:chgData name="Ms Alina Arshad" userId="cccdfd85-d35d-4453-9c6f-a463aae40722" providerId="ADAL" clId="{02638E59-C79E-47A1-A0E6-15FB3AF57D6E}" dt="2024-08-26T15:27:25.731" v="217" actId="478"/>
        <pc:sldMkLst>
          <pc:docMk/>
          <pc:sldMk cId="2200988931" sldId="365"/>
        </pc:sldMkLst>
        <pc:spChg chg="mod">
          <ac:chgData name="Ms Alina Arshad" userId="cccdfd85-d35d-4453-9c6f-a463aae40722" providerId="ADAL" clId="{02638E59-C79E-47A1-A0E6-15FB3AF57D6E}" dt="2024-08-26T15:27:18.807" v="214" actId="1076"/>
          <ac:spMkLst>
            <pc:docMk/>
            <pc:sldMk cId="2200988931" sldId="365"/>
            <ac:spMk id="2" creationId="{00000000-0000-0000-0000-000000000000}"/>
          </ac:spMkLst>
        </pc:spChg>
        <pc:spChg chg="del">
          <ac:chgData name="Ms Alina Arshad" userId="cccdfd85-d35d-4453-9c6f-a463aae40722" providerId="ADAL" clId="{02638E59-C79E-47A1-A0E6-15FB3AF57D6E}" dt="2024-08-26T15:27:24.126" v="216" actId="478"/>
          <ac:spMkLst>
            <pc:docMk/>
            <pc:sldMk cId="2200988931" sldId="365"/>
            <ac:spMk id="4" creationId="{00000000-0000-0000-0000-000000000000}"/>
          </ac:spMkLst>
        </pc:spChg>
        <pc:spChg chg="del">
          <ac:chgData name="Ms Alina Arshad" userId="cccdfd85-d35d-4453-9c6f-a463aae40722" providerId="ADAL" clId="{02638E59-C79E-47A1-A0E6-15FB3AF57D6E}" dt="2024-08-26T15:27:25.731" v="217" actId="478"/>
          <ac:spMkLst>
            <pc:docMk/>
            <pc:sldMk cId="2200988931" sldId="365"/>
            <ac:spMk id="5" creationId="{00000000-0000-0000-0000-000000000000}"/>
          </ac:spMkLst>
        </pc:spChg>
        <pc:graphicFrameChg chg="mod modGraphic">
          <ac:chgData name="Ms Alina Arshad" userId="cccdfd85-d35d-4453-9c6f-a463aae40722" providerId="ADAL" clId="{02638E59-C79E-47A1-A0E6-15FB3AF57D6E}" dt="2024-08-26T15:27:20.984" v="215" actId="14100"/>
          <ac:graphicFrameMkLst>
            <pc:docMk/>
            <pc:sldMk cId="2200988931" sldId="365"/>
            <ac:graphicFrameMk id="6" creationId="{00000000-0000-0000-0000-000000000000}"/>
          </ac:graphicFrameMkLst>
        </pc:graphicFrameChg>
      </pc:sldChg>
      <pc:sldChg chg="delSp modSp add mod modNotesTx">
        <pc:chgData name="Ms Alina Arshad" userId="cccdfd85-d35d-4453-9c6f-a463aae40722" providerId="ADAL" clId="{02638E59-C79E-47A1-A0E6-15FB3AF57D6E}" dt="2024-08-27T13:10:42.664" v="220"/>
        <pc:sldMkLst>
          <pc:docMk/>
          <pc:sldMk cId="1781116589" sldId="366"/>
        </pc:sldMkLst>
        <pc:spChg chg="mod">
          <ac:chgData name="Ms Alina Arshad" userId="cccdfd85-d35d-4453-9c6f-a463aae40722" providerId="ADAL" clId="{02638E59-C79E-47A1-A0E6-15FB3AF57D6E}" dt="2024-08-26T15:12:01.243" v="7" actId="14100"/>
          <ac:spMkLst>
            <pc:docMk/>
            <pc:sldMk cId="1781116589" sldId="366"/>
            <ac:spMk id="2" creationId="{A0C090D7-D05F-45D3-A318-37E6B78F5C67}"/>
          </ac:spMkLst>
        </pc:spChg>
        <pc:spChg chg="mod">
          <ac:chgData name="Ms Alina Arshad" userId="cccdfd85-d35d-4453-9c6f-a463aae40722" providerId="ADAL" clId="{02638E59-C79E-47A1-A0E6-15FB3AF57D6E}" dt="2024-08-27T13:07:10.295" v="219" actId="207"/>
          <ac:spMkLst>
            <pc:docMk/>
            <pc:sldMk cId="1781116589" sldId="366"/>
            <ac:spMk id="3" creationId="{F20DB1B1-9585-4CAB-B934-942F3A84346C}"/>
          </ac:spMkLst>
        </pc:spChg>
        <pc:spChg chg="del">
          <ac:chgData name="Ms Alina Arshad" userId="cccdfd85-d35d-4453-9c6f-a463aae40722" providerId="ADAL" clId="{02638E59-C79E-47A1-A0E6-15FB3AF57D6E}" dt="2024-08-27T13:06:54.971" v="218" actId="478"/>
          <ac:spMkLst>
            <pc:docMk/>
            <pc:sldMk cId="1781116589" sldId="366"/>
            <ac:spMk id="5" creationId="{00000000-0000-0000-0000-000000000000}"/>
          </ac:spMkLst>
        </pc:spChg>
      </pc:sldChg>
      <pc:sldChg chg="modSp add mod">
        <pc:chgData name="Ms Alina Arshad" userId="cccdfd85-d35d-4453-9c6f-a463aae40722" providerId="ADAL" clId="{02638E59-C79E-47A1-A0E6-15FB3AF57D6E}" dt="2024-08-26T15:12:46.392" v="13" actId="207"/>
        <pc:sldMkLst>
          <pc:docMk/>
          <pc:sldMk cId="2646350301" sldId="367"/>
        </pc:sldMkLst>
        <pc:spChg chg="mod">
          <ac:chgData name="Ms Alina Arshad" userId="cccdfd85-d35d-4453-9c6f-a463aae40722" providerId="ADAL" clId="{02638E59-C79E-47A1-A0E6-15FB3AF57D6E}" dt="2024-08-26T15:12:32.496" v="10" actId="207"/>
          <ac:spMkLst>
            <pc:docMk/>
            <pc:sldMk cId="2646350301" sldId="367"/>
            <ac:spMk id="2" creationId="{155C348D-F69B-45D0-ACBD-3F5BF256BF5D}"/>
          </ac:spMkLst>
        </pc:spChg>
        <pc:spChg chg="mod">
          <ac:chgData name="Ms Alina Arshad" userId="cccdfd85-d35d-4453-9c6f-a463aae40722" providerId="ADAL" clId="{02638E59-C79E-47A1-A0E6-15FB3AF57D6E}" dt="2024-08-26T15:12:46.392" v="13" actId="207"/>
          <ac:spMkLst>
            <pc:docMk/>
            <pc:sldMk cId="2646350301" sldId="367"/>
            <ac:spMk id="3" creationId="{2518979F-5DCB-4663-9049-A6A42C1D2313}"/>
          </ac:spMkLst>
        </pc:spChg>
      </pc:sldChg>
      <pc:sldChg chg="modSp add del mod">
        <pc:chgData name="Ms Alina Arshad" userId="cccdfd85-d35d-4453-9c6f-a463aae40722" providerId="ADAL" clId="{02638E59-C79E-47A1-A0E6-15FB3AF57D6E}" dt="2024-08-27T13:39:30.174" v="226" actId="207"/>
        <pc:sldMkLst>
          <pc:docMk/>
          <pc:sldMk cId="894339878" sldId="370"/>
        </pc:sldMkLst>
        <pc:spChg chg="mod">
          <ac:chgData name="Ms Alina Arshad" userId="cccdfd85-d35d-4453-9c6f-a463aae40722" providerId="ADAL" clId="{02638E59-C79E-47A1-A0E6-15FB3AF57D6E}" dt="2024-08-26T15:14:12.772" v="34" actId="255"/>
          <ac:spMkLst>
            <pc:docMk/>
            <pc:sldMk cId="894339878" sldId="370"/>
            <ac:spMk id="3" creationId="{F719AF17-4A50-442D-8BAE-92C5A7A642D6}"/>
          </ac:spMkLst>
        </pc:spChg>
        <pc:spChg chg="mod">
          <ac:chgData name="Ms Alina Arshad" userId="cccdfd85-d35d-4453-9c6f-a463aae40722" providerId="ADAL" clId="{02638E59-C79E-47A1-A0E6-15FB3AF57D6E}" dt="2024-08-27T13:39:30.174" v="226" actId="207"/>
          <ac:spMkLst>
            <pc:docMk/>
            <pc:sldMk cId="894339878" sldId="370"/>
            <ac:spMk id="4" creationId="{27B26C27-5244-43B2-BAF4-DCEE004C3DB8}"/>
          </ac:spMkLst>
        </pc:spChg>
      </pc:sldChg>
      <pc:sldChg chg="delSp modSp mod modNotesTx">
        <pc:chgData name="Ms Alina Arshad" userId="cccdfd85-d35d-4453-9c6f-a463aae40722" providerId="ADAL" clId="{02638E59-C79E-47A1-A0E6-15FB3AF57D6E}" dt="2024-08-27T13:45:47.805" v="229" actId="20577"/>
        <pc:sldMkLst>
          <pc:docMk/>
          <pc:sldMk cId="3075587618" sldId="371"/>
        </pc:sldMkLst>
        <pc:spChg chg="mod">
          <ac:chgData name="Ms Alina Arshad" userId="cccdfd85-d35d-4453-9c6f-a463aae40722" providerId="ADAL" clId="{02638E59-C79E-47A1-A0E6-15FB3AF57D6E}" dt="2024-08-26T15:16:12.623" v="63" actId="113"/>
          <ac:spMkLst>
            <pc:docMk/>
            <pc:sldMk cId="3075587618" sldId="371"/>
            <ac:spMk id="2" creationId="{00DCA1DC-987D-45F4-BAA9-25C5AE5DFAED}"/>
          </ac:spMkLst>
        </pc:spChg>
        <pc:spChg chg="mod">
          <ac:chgData name="Ms Alina Arshad" userId="cccdfd85-d35d-4453-9c6f-a463aae40722" providerId="ADAL" clId="{02638E59-C79E-47A1-A0E6-15FB3AF57D6E}" dt="2024-08-27T13:44:51.598" v="227" actId="207"/>
          <ac:spMkLst>
            <pc:docMk/>
            <pc:sldMk cId="3075587618" sldId="371"/>
            <ac:spMk id="3" creationId="{1C4C16D6-1702-42BB-9140-AAAFC8AE4A27}"/>
          </ac:spMkLst>
        </pc:spChg>
        <pc:spChg chg="del">
          <ac:chgData name="Ms Alina Arshad" userId="cccdfd85-d35d-4453-9c6f-a463aae40722" providerId="ADAL" clId="{02638E59-C79E-47A1-A0E6-15FB3AF57D6E}" dt="2024-08-26T15:16:27.154" v="64" actId="478"/>
          <ac:spMkLst>
            <pc:docMk/>
            <pc:sldMk cId="3075587618" sldId="371"/>
            <ac:spMk id="4" creationId="{00000000-0000-0000-0000-000000000000}"/>
          </ac:spMkLst>
        </pc:spChg>
        <pc:spChg chg="del mod">
          <ac:chgData name="Ms Alina Arshad" userId="cccdfd85-d35d-4453-9c6f-a463aae40722" providerId="ADAL" clId="{02638E59-C79E-47A1-A0E6-15FB3AF57D6E}" dt="2024-08-26T15:16:32.739" v="67" actId="478"/>
          <ac:spMkLst>
            <pc:docMk/>
            <pc:sldMk cId="3075587618" sldId="371"/>
            <ac:spMk id="5" creationId="{00000000-0000-0000-0000-000000000000}"/>
          </ac:spMkLst>
        </pc:spChg>
      </pc:sldChg>
      <pc:sldChg chg="addSp delSp modSp add del mod">
        <pc:chgData name="Ms Alina Arshad" userId="cccdfd85-d35d-4453-9c6f-a463aae40722" providerId="ADAL" clId="{02638E59-C79E-47A1-A0E6-15FB3AF57D6E}" dt="2024-08-27T13:39:24.538" v="225" actId="1036"/>
        <pc:sldMkLst>
          <pc:docMk/>
          <pc:sldMk cId="2581933320" sldId="373"/>
        </pc:sldMkLst>
        <pc:spChg chg="mod">
          <ac:chgData name="Ms Alina Arshad" userId="cccdfd85-d35d-4453-9c6f-a463aae40722" providerId="ADAL" clId="{02638E59-C79E-47A1-A0E6-15FB3AF57D6E}" dt="2024-08-27T13:35:02.890" v="221" actId="207"/>
          <ac:spMkLst>
            <pc:docMk/>
            <pc:sldMk cId="2581933320" sldId="373"/>
            <ac:spMk id="2" creationId="{B9909D96-40BC-4DFD-AECF-A509D6DA7F7B}"/>
          </ac:spMkLst>
        </pc:spChg>
        <pc:spChg chg="mod">
          <ac:chgData name="Ms Alina Arshad" userId="cccdfd85-d35d-4453-9c6f-a463aae40722" providerId="ADAL" clId="{02638E59-C79E-47A1-A0E6-15FB3AF57D6E}" dt="2024-08-27T13:35:11.759" v="222" actId="207"/>
          <ac:spMkLst>
            <pc:docMk/>
            <pc:sldMk cId="2581933320" sldId="373"/>
            <ac:spMk id="3" creationId="{2A850F42-06ED-4BE7-9DC3-7A21FA0AAEAB}"/>
          </ac:spMkLst>
        </pc:spChg>
        <pc:spChg chg="add del">
          <ac:chgData name="Ms Alina Arshad" userId="cccdfd85-d35d-4453-9c6f-a463aae40722" providerId="ADAL" clId="{02638E59-C79E-47A1-A0E6-15FB3AF57D6E}" dt="2024-08-27T13:39:16.661" v="224" actId="22"/>
          <ac:spMkLst>
            <pc:docMk/>
            <pc:sldMk cId="2581933320" sldId="373"/>
            <ac:spMk id="6" creationId="{01436485-7875-51F4-313E-7B9A9832A6BE}"/>
          </ac:spMkLst>
        </pc:spChg>
        <pc:picChg chg="mod">
          <ac:chgData name="Ms Alina Arshad" userId="cccdfd85-d35d-4453-9c6f-a463aae40722" providerId="ADAL" clId="{02638E59-C79E-47A1-A0E6-15FB3AF57D6E}" dt="2024-08-27T13:39:24.538" v="225" actId="1036"/>
          <ac:picMkLst>
            <pc:docMk/>
            <pc:sldMk cId="2581933320" sldId="373"/>
            <ac:picMk id="4" creationId="{47E901C3-88FE-4B0F-8736-32CA0B98907C}"/>
          </ac:picMkLst>
        </pc:picChg>
      </pc:sldChg>
      <pc:sldChg chg="delSp modSp mod">
        <pc:chgData name="Ms Alina Arshad" userId="cccdfd85-d35d-4453-9c6f-a463aae40722" providerId="ADAL" clId="{02638E59-C79E-47A1-A0E6-15FB3AF57D6E}" dt="2024-08-27T14:00:31.441" v="266" actId="1076"/>
        <pc:sldMkLst>
          <pc:docMk/>
          <pc:sldMk cId="2678606632" sldId="374"/>
        </pc:sldMkLst>
        <pc:spChg chg="mod">
          <ac:chgData name="Ms Alina Arshad" userId="cccdfd85-d35d-4453-9c6f-a463aae40722" providerId="ADAL" clId="{02638E59-C79E-47A1-A0E6-15FB3AF57D6E}" dt="2024-08-27T14:00:30.405" v="265" actId="1076"/>
          <ac:spMkLst>
            <pc:docMk/>
            <pc:sldMk cId="2678606632" sldId="374"/>
            <ac:spMk id="2" creationId="{3BFABFD2-2351-445F-90A6-6410DDD74A73}"/>
          </ac:spMkLst>
        </pc:spChg>
        <pc:spChg chg="del">
          <ac:chgData name="Ms Alina Arshad" userId="cccdfd85-d35d-4453-9c6f-a463aae40722" providerId="ADAL" clId="{02638E59-C79E-47A1-A0E6-15FB3AF57D6E}" dt="2024-08-26T15:19:02.867" v="102" actId="478"/>
          <ac:spMkLst>
            <pc:docMk/>
            <pc:sldMk cId="2678606632" sldId="374"/>
            <ac:spMk id="3" creationId="{00000000-0000-0000-0000-000000000000}"/>
          </ac:spMkLst>
        </pc:spChg>
        <pc:spChg chg="del">
          <ac:chgData name="Ms Alina Arshad" userId="cccdfd85-d35d-4453-9c6f-a463aae40722" providerId="ADAL" clId="{02638E59-C79E-47A1-A0E6-15FB3AF57D6E}" dt="2024-08-26T15:19:04.783" v="103" actId="478"/>
          <ac:spMkLst>
            <pc:docMk/>
            <pc:sldMk cId="2678606632" sldId="374"/>
            <ac:spMk id="5" creationId="{00000000-0000-0000-0000-000000000000}"/>
          </ac:spMkLst>
        </pc:spChg>
        <pc:picChg chg="mod">
          <ac:chgData name="Ms Alina Arshad" userId="cccdfd85-d35d-4453-9c6f-a463aae40722" providerId="ADAL" clId="{02638E59-C79E-47A1-A0E6-15FB3AF57D6E}" dt="2024-08-27T14:00:31.441" v="266" actId="1076"/>
          <ac:picMkLst>
            <pc:docMk/>
            <pc:sldMk cId="2678606632" sldId="374"/>
            <ac:picMk id="4" creationId="{33A687BE-3C40-46B6-B9EB-C383E868B5F5}"/>
          </ac:picMkLst>
        </pc:picChg>
      </pc:sldChg>
      <pc:sldChg chg="delSp modSp mod">
        <pc:chgData name="Ms Alina Arshad" userId="cccdfd85-d35d-4453-9c6f-a463aae40722" providerId="ADAL" clId="{02638E59-C79E-47A1-A0E6-15FB3AF57D6E}" dt="2024-08-27T14:03:05.496" v="267" actId="207"/>
        <pc:sldMkLst>
          <pc:docMk/>
          <pc:sldMk cId="1482969484" sldId="375"/>
        </pc:sldMkLst>
        <pc:spChg chg="mod">
          <ac:chgData name="Ms Alina Arshad" userId="cccdfd85-d35d-4453-9c6f-a463aae40722" providerId="ADAL" clId="{02638E59-C79E-47A1-A0E6-15FB3AF57D6E}" dt="2024-08-26T15:19:20.040" v="107" actId="113"/>
          <ac:spMkLst>
            <pc:docMk/>
            <pc:sldMk cId="1482969484" sldId="375"/>
            <ac:spMk id="2" creationId="{829B49C1-8683-4E3F-A879-5163736B8C50}"/>
          </ac:spMkLst>
        </pc:spChg>
        <pc:spChg chg="mod">
          <ac:chgData name="Ms Alina Arshad" userId="cccdfd85-d35d-4453-9c6f-a463aae40722" providerId="ADAL" clId="{02638E59-C79E-47A1-A0E6-15FB3AF57D6E}" dt="2024-08-27T14:03:05.496" v="267" actId="207"/>
          <ac:spMkLst>
            <pc:docMk/>
            <pc:sldMk cId="1482969484" sldId="375"/>
            <ac:spMk id="3" creationId="{76698101-AE6A-4BBF-B546-517298494D5C}"/>
          </ac:spMkLst>
        </pc:spChg>
        <pc:spChg chg="del">
          <ac:chgData name="Ms Alina Arshad" userId="cccdfd85-d35d-4453-9c6f-a463aae40722" providerId="ADAL" clId="{02638E59-C79E-47A1-A0E6-15FB3AF57D6E}" dt="2024-08-26T15:19:25.922" v="108" actId="478"/>
          <ac:spMkLst>
            <pc:docMk/>
            <pc:sldMk cId="1482969484" sldId="375"/>
            <ac:spMk id="4" creationId="{00000000-0000-0000-0000-000000000000}"/>
          </ac:spMkLst>
        </pc:spChg>
        <pc:spChg chg="del">
          <ac:chgData name="Ms Alina Arshad" userId="cccdfd85-d35d-4453-9c6f-a463aae40722" providerId="ADAL" clId="{02638E59-C79E-47A1-A0E6-15FB3AF57D6E}" dt="2024-08-26T15:19:27.675" v="109" actId="478"/>
          <ac:spMkLst>
            <pc:docMk/>
            <pc:sldMk cId="1482969484" sldId="375"/>
            <ac:spMk id="5" creationId="{00000000-0000-0000-0000-000000000000}"/>
          </ac:spMkLst>
        </pc:spChg>
      </pc:sldChg>
      <pc:sldChg chg="delSp modSp mod">
        <pc:chgData name="Ms Alina Arshad" userId="cccdfd85-d35d-4453-9c6f-a463aae40722" providerId="ADAL" clId="{02638E59-C79E-47A1-A0E6-15FB3AF57D6E}" dt="2024-08-26T15:22:17.002" v="129" actId="1076"/>
        <pc:sldMkLst>
          <pc:docMk/>
          <pc:sldMk cId="642482422" sldId="376"/>
        </pc:sldMkLst>
        <pc:spChg chg="mod">
          <ac:chgData name="Ms Alina Arshad" userId="cccdfd85-d35d-4453-9c6f-a463aae40722" providerId="ADAL" clId="{02638E59-C79E-47A1-A0E6-15FB3AF57D6E}" dt="2024-08-26T15:21:12.249" v="114" actId="1076"/>
          <ac:spMkLst>
            <pc:docMk/>
            <pc:sldMk cId="642482422" sldId="376"/>
            <ac:spMk id="2" creationId="{DFB40191-D16F-458B-9F22-34C968F86048}"/>
          </ac:spMkLst>
        </pc:spChg>
        <pc:spChg chg="del mod">
          <ac:chgData name="Ms Alina Arshad" userId="cccdfd85-d35d-4453-9c6f-a463aae40722" providerId="ADAL" clId="{02638E59-C79E-47A1-A0E6-15FB3AF57D6E}" dt="2024-08-26T15:21:35.169" v="121" actId="478"/>
          <ac:spMkLst>
            <pc:docMk/>
            <pc:sldMk cId="642482422" sldId="376"/>
            <ac:spMk id="3" creationId="{00000000-0000-0000-0000-000000000000}"/>
          </ac:spMkLst>
        </pc:spChg>
        <pc:spChg chg="mod">
          <ac:chgData name="Ms Alina Arshad" userId="cccdfd85-d35d-4453-9c6f-a463aae40722" providerId="ADAL" clId="{02638E59-C79E-47A1-A0E6-15FB3AF57D6E}" dt="2024-08-26T15:22:17.002" v="129" actId="1076"/>
          <ac:spMkLst>
            <pc:docMk/>
            <pc:sldMk cId="642482422" sldId="376"/>
            <ac:spMk id="5" creationId="{067DF56C-00F5-4B01-B7A3-2FD84D720FEE}"/>
          </ac:spMkLst>
        </pc:spChg>
        <pc:spChg chg="del">
          <ac:chgData name="Ms Alina Arshad" userId="cccdfd85-d35d-4453-9c6f-a463aae40722" providerId="ADAL" clId="{02638E59-C79E-47A1-A0E6-15FB3AF57D6E}" dt="2024-08-26T15:21:37.714" v="122" actId="478"/>
          <ac:spMkLst>
            <pc:docMk/>
            <pc:sldMk cId="642482422" sldId="376"/>
            <ac:spMk id="6" creationId="{00000000-0000-0000-0000-000000000000}"/>
          </ac:spMkLst>
        </pc:spChg>
        <pc:picChg chg="mod">
          <ac:chgData name="Ms Alina Arshad" userId="cccdfd85-d35d-4453-9c6f-a463aae40722" providerId="ADAL" clId="{02638E59-C79E-47A1-A0E6-15FB3AF57D6E}" dt="2024-08-26T15:22:13.464" v="128" actId="1076"/>
          <ac:picMkLst>
            <pc:docMk/>
            <pc:sldMk cId="642482422" sldId="376"/>
            <ac:picMk id="4" creationId="{6550D0BB-28D8-448E-9B76-9FBDB43C7D03}"/>
          </ac:picMkLst>
        </pc:picChg>
      </pc:sldChg>
      <pc:sldChg chg="delSp modSp mod">
        <pc:chgData name="Ms Alina Arshad" userId="cccdfd85-d35d-4453-9c6f-a463aae40722" providerId="ADAL" clId="{02638E59-C79E-47A1-A0E6-15FB3AF57D6E}" dt="2024-08-27T14:41:43.168" v="273" actId="207"/>
        <pc:sldMkLst>
          <pc:docMk/>
          <pc:sldMk cId="1677014207" sldId="377"/>
        </pc:sldMkLst>
        <pc:spChg chg="mod">
          <ac:chgData name="Ms Alina Arshad" userId="cccdfd85-d35d-4453-9c6f-a463aae40722" providerId="ADAL" clId="{02638E59-C79E-47A1-A0E6-15FB3AF57D6E}" dt="2024-08-26T15:22:40.205" v="137" actId="113"/>
          <ac:spMkLst>
            <pc:docMk/>
            <pc:sldMk cId="1677014207" sldId="377"/>
            <ac:spMk id="2" creationId="{AEE3B738-55D2-4EC0-88A9-3F5ABB238D79}"/>
          </ac:spMkLst>
        </pc:spChg>
        <pc:spChg chg="mod">
          <ac:chgData name="Ms Alina Arshad" userId="cccdfd85-d35d-4453-9c6f-a463aae40722" providerId="ADAL" clId="{02638E59-C79E-47A1-A0E6-15FB3AF57D6E}" dt="2024-08-27T14:41:43.168" v="273" actId="207"/>
          <ac:spMkLst>
            <pc:docMk/>
            <pc:sldMk cId="1677014207" sldId="377"/>
            <ac:spMk id="3" creationId="{367300C0-5CF2-4030-965C-BD1A8BC2D5D9}"/>
          </ac:spMkLst>
        </pc:spChg>
        <pc:spChg chg="del">
          <ac:chgData name="Ms Alina Arshad" userId="cccdfd85-d35d-4453-9c6f-a463aae40722" providerId="ADAL" clId="{02638E59-C79E-47A1-A0E6-15FB3AF57D6E}" dt="2024-08-26T15:22:25.034" v="130" actId="478"/>
          <ac:spMkLst>
            <pc:docMk/>
            <pc:sldMk cId="1677014207" sldId="377"/>
            <ac:spMk id="4" creationId="{00000000-0000-0000-0000-000000000000}"/>
          </ac:spMkLst>
        </pc:spChg>
        <pc:spChg chg="del mod">
          <ac:chgData name="Ms Alina Arshad" userId="cccdfd85-d35d-4453-9c6f-a463aae40722" providerId="ADAL" clId="{02638E59-C79E-47A1-A0E6-15FB3AF57D6E}" dt="2024-08-26T15:22:31.073" v="134" actId="478"/>
          <ac:spMkLst>
            <pc:docMk/>
            <pc:sldMk cId="1677014207" sldId="377"/>
            <ac:spMk id="5" creationId="{00000000-0000-0000-0000-000000000000}"/>
          </ac:spMkLst>
        </pc:spChg>
      </pc:sldChg>
      <pc:sldChg chg="delSp modSp mod">
        <pc:chgData name="Ms Alina Arshad" userId="cccdfd85-d35d-4453-9c6f-a463aae40722" providerId="ADAL" clId="{02638E59-C79E-47A1-A0E6-15FB3AF57D6E}" dt="2024-08-27T14:14:40.336" v="271" actId="207"/>
        <pc:sldMkLst>
          <pc:docMk/>
          <pc:sldMk cId="668555099" sldId="378"/>
        </pc:sldMkLst>
        <pc:spChg chg="mod">
          <ac:chgData name="Ms Alina Arshad" userId="cccdfd85-d35d-4453-9c6f-a463aae40722" providerId="ADAL" clId="{02638E59-C79E-47A1-A0E6-15FB3AF57D6E}" dt="2024-08-26T15:23:50.548" v="148" actId="14100"/>
          <ac:spMkLst>
            <pc:docMk/>
            <pc:sldMk cId="668555099" sldId="378"/>
            <ac:spMk id="2" creationId="{61EA7016-4B8F-45B8-AEDE-18B1246D6904}"/>
          </ac:spMkLst>
        </pc:spChg>
        <pc:spChg chg="mod">
          <ac:chgData name="Ms Alina Arshad" userId="cccdfd85-d35d-4453-9c6f-a463aae40722" providerId="ADAL" clId="{02638E59-C79E-47A1-A0E6-15FB3AF57D6E}" dt="2024-08-27T14:14:40.336" v="271" actId="207"/>
          <ac:spMkLst>
            <pc:docMk/>
            <pc:sldMk cId="668555099" sldId="378"/>
            <ac:spMk id="3" creationId="{A4322F44-F855-4F72-B693-ED59782EF581}"/>
          </ac:spMkLst>
        </pc:spChg>
        <pc:spChg chg="del">
          <ac:chgData name="Ms Alina Arshad" userId="cccdfd85-d35d-4453-9c6f-a463aae40722" providerId="ADAL" clId="{02638E59-C79E-47A1-A0E6-15FB3AF57D6E}" dt="2024-08-26T15:23:14.469" v="139" actId="478"/>
          <ac:spMkLst>
            <pc:docMk/>
            <pc:sldMk cId="668555099" sldId="378"/>
            <ac:spMk id="4" creationId="{00000000-0000-0000-0000-000000000000}"/>
          </ac:spMkLst>
        </pc:spChg>
        <pc:spChg chg="del">
          <ac:chgData name="Ms Alina Arshad" userId="cccdfd85-d35d-4453-9c6f-a463aae40722" providerId="ADAL" clId="{02638E59-C79E-47A1-A0E6-15FB3AF57D6E}" dt="2024-08-26T15:23:16.941" v="140" actId="478"/>
          <ac:spMkLst>
            <pc:docMk/>
            <pc:sldMk cId="668555099" sldId="378"/>
            <ac:spMk id="5" creationId="{00000000-0000-0000-0000-000000000000}"/>
          </ac:spMkLst>
        </pc:spChg>
      </pc:sldChg>
      <pc:sldChg chg="delSp modSp mod">
        <pc:chgData name="Ms Alina Arshad" userId="cccdfd85-d35d-4453-9c6f-a463aae40722" providerId="ADAL" clId="{02638E59-C79E-47A1-A0E6-15FB3AF57D6E}" dt="2024-08-26T15:15:51.331" v="58" actId="478"/>
        <pc:sldMkLst>
          <pc:docMk/>
          <pc:sldMk cId="856986137" sldId="380"/>
        </pc:sldMkLst>
        <pc:spChg chg="del">
          <ac:chgData name="Ms Alina Arshad" userId="cccdfd85-d35d-4453-9c6f-a463aae40722" providerId="ADAL" clId="{02638E59-C79E-47A1-A0E6-15FB3AF57D6E}" dt="2024-08-26T15:15:49.267" v="57" actId="478"/>
          <ac:spMkLst>
            <pc:docMk/>
            <pc:sldMk cId="856986137" sldId="380"/>
            <ac:spMk id="2" creationId="{00000000-0000-0000-0000-000000000000}"/>
          </ac:spMkLst>
        </pc:spChg>
        <pc:spChg chg="mod">
          <ac:chgData name="Ms Alina Arshad" userId="cccdfd85-d35d-4453-9c6f-a463aae40722" providerId="ADAL" clId="{02638E59-C79E-47A1-A0E6-15FB3AF57D6E}" dt="2024-08-26T15:15:24.290" v="56" actId="113"/>
          <ac:spMkLst>
            <pc:docMk/>
            <pc:sldMk cId="856986137" sldId="380"/>
            <ac:spMk id="4" creationId="{27B26C27-5244-43B2-BAF4-DCEE004C3DB8}"/>
          </ac:spMkLst>
        </pc:spChg>
        <pc:spChg chg="del">
          <ac:chgData name="Ms Alina Arshad" userId="cccdfd85-d35d-4453-9c6f-a463aae40722" providerId="ADAL" clId="{02638E59-C79E-47A1-A0E6-15FB3AF57D6E}" dt="2024-08-26T15:15:51.331" v="58" actId="478"/>
          <ac:spMkLst>
            <pc:docMk/>
            <pc:sldMk cId="856986137" sldId="380"/>
            <ac:spMk id="5" creationId="{00000000-0000-0000-0000-000000000000}"/>
          </ac:spMkLst>
        </pc:spChg>
      </pc:sldChg>
      <pc:sldChg chg="del">
        <pc:chgData name="Ms Alina Arshad" userId="cccdfd85-d35d-4453-9c6f-a463aae40722" providerId="ADAL" clId="{02638E59-C79E-47A1-A0E6-15FB3AF57D6E}" dt="2024-08-25T13:50:55.590" v="0" actId="2696"/>
        <pc:sldMkLst>
          <pc:docMk/>
          <pc:sldMk cId="1584583967" sldId="381"/>
        </pc:sldMkLst>
      </pc:sldChg>
      <pc:sldChg chg="delSp modSp mod">
        <pc:chgData name="Ms Alina Arshad" userId="cccdfd85-d35d-4453-9c6f-a463aae40722" providerId="ADAL" clId="{02638E59-C79E-47A1-A0E6-15FB3AF57D6E}" dt="2024-08-27T13:46:53.855" v="259" actId="20577"/>
        <pc:sldMkLst>
          <pc:docMk/>
          <pc:sldMk cId="2289773963" sldId="382"/>
        </pc:sldMkLst>
        <pc:spChg chg="mod">
          <ac:chgData name="Ms Alina Arshad" userId="cccdfd85-d35d-4453-9c6f-a463aae40722" providerId="ADAL" clId="{02638E59-C79E-47A1-A0E6-15FB3AF57D6E}" dt="2024-08-27T13:46:09.403" v="230" actId="207"/>
          <ac:spMkLst>
            <pc:docMk/>
            <pc:sldMk cId="2289773963" sldId="382"/>
            <ac:spMk id="2" creationId="{C1D51806-7C89-48B8-84EF-E6D6AA8B1064}"/>
          </ac:spMkLst>
        </pc:spChg>
        <pc:spChg chg="mod">
          <ac:chgData name="Ms Alina Arshad" userId="cccdfd85-d35d-4453-9c6f-a463aae40722" providerId="ADAL" clId="{02638E59-C79E-47A1-A0E6-15FB3AF57D6E}" dt="2024-08-27T13:46:53.855" v="259" actId="20577"/>
          <ac:spMkLst>
            <pc:docMk/>
            <pc:sldMk cId="2289773963" sldId="382"/>
            <ac:spMk id="3" creationId="{38D3A1D2-3603-4C7B-996A-04D0322876AD}"/>
          </ac:spMkLst>
        </pc:spChg>
        <pc:spChg chg="del">
          <ac:chgData name="Ms Alina Arshad" userId="cccdfd85-d35d-4453-9c6f-a463aae40722" providerId="ADAL" clId="{02638E59-C79E-47A1-A0E6-15FB3AF57D6E}" dt="2024-08-26T15:17:16.618" v="76" actId="478"/>
          <ac:spMkLst>
            <pc:docMk/>
            <pc:sldMk cId="2289773963" sldId="382"/>
            <ac:spMk id="4" creationId="{00000000-0000-0000-0000-000000000000}"/>
          </ac:spMkLst>
        </pc:spChg>
        <pc:spChg chg="del">
          <ac:chgData name="Ms Alina Arshad" userId="cccdfd85-d35d-4453-9c6f-a463aae40722" providerId="ADAL" clId="{02638E59-C79E-47A1-A0E6-15FB3AF57D6E}" dt="2024-08-26T15:17:18.474" v="77" actId="478"/>
          <ac:spMkLst>
            <pc:docMk/>
            <pc:sldMk cId="2289773963" sldId="382"/>
            <ac:spMk id="5" creationId="{00000000-0000-0000-0000-000000000000}"/>
          </ac:spMkLst>
        </pc:spChg>
      </pc:sldChg>
      <pc:sldChg chg="delSp modSp mod">
        <pc:chgData name="Ms Alina Arshad" userId="cccdfd85-d35d-4453-9c6f-a463aae40722" providerId="ADAL" clId="{02638E59-C79E-47A1-A0E6-15FB3AF57D6E}" dt="2024-08-26T15:18:16.135" v="88" actId="207"/>
        <pc:sldMkLst>
          <pc:docMk/>
          <pc:sldMk cId="2495083571" sldId="383"/>
        </pc:sldMkLst>
        <pc:spChg chg="mod">
          <ac:chgData name="Ms Alina Arshad" userId="cccdfd85-d35d-4453-9c6f-a463aae40722" providerId="ADAL" clId="{02638E59-C79E-47A1-A0E6-15FB3AF57D6E}" dt="2024-08-26T15:18:06.791" v="85" actId="113"/>
          <ac:spMkLst>
            <pc:docMk/>
            <pc:sldMk cId="2495083571" sldId="383"/>
            <ac:spMk id="2" creationId="{3C8FF925-8124-4A57-B18C-899EC69DC5CA}"/>
          </ac:spMkLst>
        </pc:spChg>
        <pc:spChg chg="mod">
          <ac:chgData name="Ms Alina Arshad" userId="cccdfd85-d35d-4453-9c6f-a463aae40722" providerId="ADAL" clId="{02638E59-C79E-47A1-A0E6-15FB3AF57D6E}" dt="2024-08-26T15:18:16.135" v="88" actId="207"/>
          <ac:spMkLst>
            <pc:docMk/>
            <pc:sldMk cId="2495083571" sldId="383"/>
            <ac:spMk id="3" creationId="{56A09ED3-BDC9-4E81-B181-0D00BC41E863}"/>
          </ac:spMkLst>
        </pc:spChg>
        <pc:spChg chg="del">
          <ac:chgData name="Ms Alina Arshad" userId="cccdfd85-d35d-4453-9c6f-a463aae40722" providerId="ADAL" clId="{02638E59-C79E-47A1-A0E6-15FB3AF57D6E}" dt="2024-08-26T15:18:09.318" v="86" actId="478"/>
          <ac:spMkLst>
            <pc:docMk/>
            <pc:sldMk cId="2495083571" sldId="383"/>
            <ac:spMk id="4" creationId="{00000000-0000-0000-0000-000000000000}"/>
          </ac:spMkLst>
        </pc:spChg>
        <pc:spChg chg="del">
          <ac:chgData name="Ms Alina Arshad" userId="cccdfd85-d35d-4453-9c6f-a463aae40722" providerId="ADAL" clId="{02638E59-C79E-47A1-A0E6-15FB3AF57D6E}" dt="2024-08-26T15:18:11.226" v="87" actId="478"/>
          <ac:spMkLst>
            <pc:docMk/>
            <pc:sldMk cId="2495083571" sldId="383"/>
            <ac:spMk id="5" creationId="{00000000-0000-0000-0000-000000000000}"/>
          </ac:spMkLst>
        </pc:spChg>
      </pc:sldChg>
      <pc:sldChg chg="delSp modSp mod">
        <pc:chgData name="Ms Alina Arshad" userId="cccdfd85-d35d-4453-9c6f-a463aae40722" providerId="ADAL" clId="{02638E59-C79E-47A1-A0E6-15FB3AF57D6E}" dt="2024-08-26T15:18:46.587" v="96" actId="478"/>
        <pc:sldMkLst>
          <pc:docMk/>
          <pc:sldMk cId="2862048384" sldId="384"/>
        </pc:sldMkLst>
        <pc:spChg chg="mod">
          <ac:chgData name="Ms Alina Arshad" userId="cccdfd85-d35d-4453-9c6f-a463aae40722" providerId="ADAL" clId="{02638E59-C79E-47A1-A0E6-15FB3AF57D6E}" dt="2024-08-26T15:18:30.244" v="91" actId="113"/>
          <ac:spMkLst>
            <pc:docMk/>
            <pc:sldMk cId="2862048384" sldId="384"/>
            <ac:spMk id="2" creationId="{00000000-0000-0000-0000-000000000000}"/>
          </ac:spMkLst>
        </pc:spChg>
        <pc:spChg chg="del">
          <ac:chgData name="Ms Alina Arshad" userId="cccdfd85-d35d-4453-9c6f-a463aae40722" providerId="ADAL" clId="{02638E59-C79E-47A1-A0E6-15FB3AF57D6E}" dt="2024-08-26T15:18:44.819" v="95" actId="478"/>
          <ac:spMkLst>
            <pc:docMk/>
            <pc:sldMk cId="2862048384" sldId="384"/>
            <ac:spMk id="4" creationId="{00000000-0000-0000-0000-000000000000}"/>
          </ac:spMkLst>
        </pc:spChg>
        <pc:spChg chg="del">
          <ac:chgData name="Ms Alina Arshad" userId="cccdfd85-d35d-4453-9c6f-a463aae40722" providerId="ADAL" clId="{02638E59-C79E-47A1-A0E6-15FB3AF57D6E}" dt="2024-08-26T15:18:46.587" v="96" actId="478"/>
          <ac:spMkLst>
            <pc:docMk/>
            <pc:sldMk cId="2862048384" sldId="384"/>
            <ac:spMk id="5" creationId="{00000000-0000-0000-0000-000000000000}"/>
          </ac:spMkLst>
        </pc:spChg>
        <pc:picChg chg="mod">
          <ac:chgData name="Ms Alina Arshad" userId="cccdfd85-d35d-4453-9c6f-a463aae40722" providerId="ADAL" clId="{02638E59-C79E-47A1-A0E6-15FB3AF57D6E}" dt="2024-08-26T15:18:43.047" v="94" actId="1076"/>
          <ac:picMkLst>
            <pc:docMk/>
            <pc:sldMk cId="2862048384" sldId="384"/>
            <ac:picMk id="6" creationId="{00000000-0000-0000-0000-000000000000}"/>
          </ac:picMkLst>
        </pc:picChg>
      </pc:sldChg>
      <pc:sldChg chg="delSp modSp mod">
        <pc:chgData name="Ms Alina Arshad" userId="cccdfd85-d35d-4453-9c6f-a463aae40722" providerId="ADAL" clId="{02638E59-C79E-47A1-A0E6-15FB3AF57D6E}" dt="2024-08-27T14:49:09.655" v="303" actId="113"/>
        <pc:sldMkLst>
          <pc:docMk/>
          <pc:sldMk cId="2459502712" sldId="385"/>
        </pc:sldMkLst>
        <pc:spChg chg="mod">
          <ac:chgData name="Ms Alina Arshad" userId="cccdfd85-d35d-4453-9c6f-a463aae40722" providerId="ADAL" clId="{02638E59-C79E-47A1-A0E6-15FB3AF57D6E}" dt="2024-08-27T14:49:09.655" v="303" actId="113"/>
          <ac:spMkLst>
            <pc:docMk/>
            <pc:sldMk cId="2459502712" sldId="385"/>
            <ac:spMk id="2" creationId="{00000000-0000-0000-0000-000000000000}"/>
          </ac:spMkLst>
        </pc:spChg>
        <pc:spChg chg="del">
          <ac:chgData name="Ms Alina Arshad" userId="cccdfd85-d35d-4453-9c6f-a463aae40722" providerId="ADAL" clId="{02638E59-C79E-47A1-A0E6-15FB3AF57D6E}" dt="2024-08-26T15:25:08.409" v="176" actId="478"/>
          <ac:spMkLst>
            <pc:docMk/>
            <pc:sldMk cId="2459502712" sldId="385"/>
            <ac:spMk id="4" creationId="{00000000-0000-0000-0000-000000000000}"/>
          </ac:spMkLst>
        </pc:spChg>
        <pc:spChg chg="del">
          <ac:chgData name="Ms Alina Arshad" userId="cccdfd85-d35d-4453-9c6f-a463aae40722" providerId="ADAL" clId="{02638E59-C79E-47A1-A0E6-15FB3AF57D6E}" dt="2024-08-26T15:25:14.413" v="177" actId="478"/>
          <ac:spMkLst>
            <pc:docMk/>
            <pc:sldMk cId="2459502712" sldId="385"/>
            <ac:spMk id="5" creationId="{00000000-0000-0000-0000-000000000000}"/>
          </ac:spMkLst>
        </pc:spChg>
        <pc:graphicFrameChg chg="mod modGraphic">
          <ac:chgData name="Ms Alina Arshad" userId="cccdfd85-d35d-4453-9c6f-a463aae40722" providerId="ADAL" clId="{02638E59-C79E-47A1-A0E6-15FB3AF57D6E}" dt="2024-08-26T15:25:05.427" v="175" actId="14100"/>
          <ac:graphicFrameMkLst>
            <pc:docMk/>
            <pc:sldMk cId="2459502712" sldId="385"/>
            <ac:graphicFrameMk id="6" creationId="{00000000-0000-0000-0000-000000000000}"/>
          </ac:graphicFrameMkLst>
        </pc:graphicFrameChg>
      </pc:sldChg>
      <pc:sldChg chg="modSp add mod">
        <pc:chgData name="Ms Alina Arshad" userId="cccdfd85-d35d-4453-9c6f-a463aae40722" providerId="ADAL" clId="{02638E59-C79E-47A1-A0E6-15FB3AF57D6E}" dt="2024-08-26T15:15:07.131" v="51" actId="113"/>
        <pc:sldMkLst>
          <pc:docMk/>
          <pc:sldMk cId="1584583967" sldId="386"/>
        </pc:sldMkLst>
        <pc:spChg chg="mod">
          <ac:chgData name="Ms Alina Arshad" userId="cccdfd85-d35d-4453-9c6f-a463aae40722" providerId="ADAL" clId="{02638E59-C79E-47A1-A0E6-15FB3AF57D6E}" dt="2024-08-26T15:15:07.131" v="51" actId="113"/>
          <ac:spMkLst>
            <pc:docMk/>
            <pc:sldMk cId="1584583967" sldId="386"/>
            <ac:spMk id="2" creationId="{00000000-0000-0000-0000-000000000000}"/>
          </ac:spMkLst>
        </pc:spChg>
        <pc:picChg chg="mod">
          <ac:chgData name="Ms Alina Arshad" userId="cccdfd85-d35d-4453-9c6f-a463aae40722" providerId="ADAL" clId="{02638E59-C79E-47A1-A0E6-15FB3AF57D6E}" dt="2024-08-26T15:14:48.570" v="46" actId="1076"/>
          <ac:picMkLst>
            <pc:docMk/>
            <pc:sldMk cId="1584583967" sldId="386"/>
            <ac:picMk id="6" creationId="{00000000-0000-0000-0000-000000000000}"/>
          </ac:picMkLst>
        </pc:picChg>
        <pc:picChg chg="mod">
          <ac:chgData name="Ms Alina Arshad" userId="cccdfd85-d35d-4453-9c6f-a463aae40722" providerId="ADAL" clId="{02638E59-C79E-47A1-A0E6-15FB3AF57D6E}" dt="2024-08-26T15:15:02.003" v="50" actId="14100"/>
          <ac:picMkLst>
            <pc:docMk/>
            <pc:sldMk cId="1584583967" sldId="386"/>
            <ac:picMk id="7" creationId="{00000000-0000-0000-0000-000000000000}"/>
          </ac:picMkLst>
        </pc:picChg>
      </pc:sldChg>
    </pc:docChg>
  </pc:docChgLst>
  <pc:docChgLst>
    <pc:chgData name="Ms Alina Arshad" userId="cccdfd85-d35d-4453-9c6f-a463aae40722" providerId="ADAL" clId="{3C49B1CA-89FC-4B27-92AA-664DF5881516}"/>
    <pc:docChg chg="custSel addSld delSld modSld sldOrd">
      <pc:chgData name="Ms Alina Arshad" userId="cccdfd85-d35d-4453-9c6f-a463aae40722" providerId="ADAL" clId="{3C49B1CA-89FC-4B27-92AA-664DF5881516}" dt="2024-09-10T05:10:30.167" v="138"/>
      <pc:docMkLst>
        <pc:docMk/>
      </pc:docMkLst>
      <pc:sldChg chg="modSp mod">
        <pc:chgData name="Ms Alina Arshad" userId="cccdfd85-d35d-4453-9c6f-a463aae40722" providerId="ADAL" clId="{3C49B1CA-89FC-4B27-92AA-664DF5881516}" dt="2024-09-05T08:42:50.725" v="117" actId="1076"/>
        <pc:sldMkLst>
          <pc:docMk/>
          <pc:sldMk cId="3322361034" sldId="256"/>
        </pc:sldMkLst>
        <pc:spChg chg="mod">
          <ac:chgData name="Ms Alina Arshad" userId="cccdfd85-d35d-4453-9c6f-a463aae40722" providerId="ADAL" clId="{3C49B1CA-89FC-4B27-92AA-664DF5881516}" dt="2024-09-05T08:42:50.725" v="117" actId="1076"/>
          <ac:spMkLst>
            <pc:docMk/>
            <pc:sldMk cId="3322361034" sldId="256"/>
            <ac:spMk id="2" creationId="{3B74B019-E1ED-7643-5A50-74CEA7F41E88}"/>
          </ac:spMkLst>
        </pc:spChg>
        <pc:spChg chg="mod">
          <ac:chgData name="Ms Alina Arshad" userId="cccdfd85-d35d-4453-9c6f-a463aae40722" providerId="ADAL" clId="{3C49B1CA-89FC-4B27-92AA-664DF5881516}" dt="2024-09-05T08:42:20.369" v="114" actId="20577"/>
          <ac:spMkLst>
            <pc:docMk/>
            <pc:sldMk cId="3322361034" sldId="256"/>
            <ac:spMk id="3" creationId="{44E9F82C-BBA7-3495-1097-BEDB54FFFDF4}"/>
          </ac:spMkLst>
        </pc:spChg>
      </pc:sldChg>
      <pc:sldChg chg="del">
        <pc:chgData name="Ms Alina Arshad" userId="cccdfd85-d35d-4453-9c6f-a463aae40722" providerId="ADAL" clId="{3C49B1CA-89FC-4B27-92AA-664DF5881516}" dt="2024-09-05T08:16:46.409" v="1" actId="47"/>
        <pc:sldMkLst>
          <pc:docMk/>
          <pc:sldMk cId="0" sldId="348"/>
        </pc:sldMkLst>
      </pc:sldChg>
      <pc:sldChg chg="del">
        <pc:chgData name="Ms Alina Arshad" userId="cccdfd85-d35d-4453-9c6f-a463aae40722" providerId="ADAL" clId="{3C49B1CA-89FC-4B27-92AA-664DF5881516}" dt="2024-09-05T08:16:47.080" v="5" actId="47"/>
        <pc:sldMkLst>
          <pc:docMk/>
          <pc:sldMk cId="0" sldId="351"/>
        </pc:sldMkLst>
      </pc:sldChg>
      <pc:sldChg chg="del">
        <pc:chgData name="Ms Alina Arshad" userId="cccdfd85-d35d-4453-9c6f-a463aae40722" providerId="ADAL" clId="{3C49B1CA-89FC-4B27-92AA-664DF5881516}" dt="2024-09-05T08:16:47.549" v="8" actId="47"/>
        <pc:sldMkLst>
          <pc:docMk/>
          <pc:sldMk cId="0" sldId="357"/>
        </pc:sldMkLst>
      </pc:sldChg>
      <pc:sldChg chg="del">
        <pc:chgData name="Ms Alina Arshad" userId="cccdfd85-d35d-4453-9c6f-a463aae40722" providerId="ADAL" clId="{3C49B1CA-89FC-4B27-92AA-664DF5881516}" dt="2024-09-05T08:16:46.893" v="4" actId="47"/>
        <pc:sldMkLst>
          <pc:docMk/>
          <pc:sldMk cId="0" sldId="369"/>
        </pc:sldMkLst>
      </pc:sldChg>
      <pc:sldChg chg="del">
        <pc:chgData name="Ms Alina Arshad" userId="cccdfd85-d35d-4453-9c6f-a463aae40722" providerId="ADAL" clId="{3C49B1CA-89FC-4B27-92AA-664DF5881516}" dt="2024-09-05T08:16:48.424" v="11" actId="47"/>
        <pc:sldMkLst>
          <pc:docMk/>
          <pc:sldMk cId="0" sldId="372"/>
        </pc:sldMkLst>
      </pc:sldChg>
      <pc:sldChg chg="modSp mod">
        <pc:chgData name="Ms Alina Arshad" userId="cccdfd85-d35d-4453-9c6f-a463aae40722" providerId="ADAL" clId="{3C49B1CA-89FC-4B27-92AA-664DF5881516}" dt="2024-09-09T06:15:16.653" v="120" actId="33524"/>
        <pc:sldMkLst>
          <pc:docMk/>
          <pc:sldMk cId="0" sldId="376"/>
        </pc:sldMkLst>
        <pc:spChg chg="mod">
          <ac:chgData name="Ms Alina Arshad" userId="cccdfd85-d35d-4453-9c6f-a463aae40722" providerId="ADAL" clId="{3C49B1CA-89FC-4B27-92AA-664DF5881516}" dt="2024-09-09T06:15:16.653" v="120" actId="33524"/>
          <ac:spMkLst>
            <pc:docMk/>
            <pc:sldMk cId="0" sldId="376"/>
            <ac:spMk id="14339" creationId="{94A197E7-6DCB-57DA-E27C-724B31356253}"/>
          </ac:spMkLst>
        </pc:spChg>
      </pc:sldChg>
      <pc:sldChg chg="modSp">
        <pc:chgData name="Ms Alina Arshad" userId="cccdfd85-d35d-4453-9c6f-a463aae40722" providerId="ADAL" clId="{3C49B1CA-89FC-4B27-92AA-664DF5881516}" dt="2024-09-09T07:51:16.035" v="134" actId="20577"/>
        <pc:sldMkLst>
          <pc:docMk/>
          <pc:sldMk cId="0" sldId="388"/>
        </pc:sldMkLst>
        <pc:spChg chg="mod">
          <ac:chgData name="Ms Alina Arshad" userId="cccdfd85-d35d-4453-9c6f-a463aae40722" providerId="ADAL" clId="{3C49B1CA-89FC-4B27-92AA-664DF5881516}" dt="2024-09-09T07:51:16.035" v="134" actId="20577"/>
          <ac:spMkLst>
            <pc:docMk/>
            <pc:sldMk cId="0" sldId="388"/>
            <ac:spMk id="12291" creationId="{A4229261-4050-E940-E2CC-E6C349C00026}"/>
          </ac:spMkLst>
        </pc:spChg>
      </pc:sldChg>
      <pc:sldChg chg="del">
        <pc:chgData name="Ms Alina Arshad" userId="cccdfd85-d35d-4453-9c6f-a463aae40722" providerId="ADAL" clId="{3C49B1CA-89FC-4B27-92AA-664DF5881516}" dt="2024-09-05T08:16:46.206" v="0" actId="47"/>
        <pc:sldMkLst>
          <pc:docMk/>
          <pc:sldMk cId="0" sldId="390"/>
        </pc:sldMkLst>
      </pc:sldChg>
      <pc:sldChg chg="del">
        <pc:chgData name="Ms Alina Arshad" userId="cccdfd85-d35d-4453-9c6f-a463aae40722" providerId="ADAL" clId="{3C49B1CA-89FC-4B27-92AA-664DF5881516}" dt="2024-09-05T08:16:46.549" v="2" actId="47"/>
        <pc:sldMkLst>
          <pc:docMk/>
          <pc:sldMk cId="0" sldId="391"/>
        </pc:sldMkLst>
      </pc:sldChg>
      <pc:sldChg chg="del">
        <pc:chgData name="Ms Alina Arshad" userId="cccdfd85-d35d-4453-9c6f-a463aae40722" providerId="ADAL" clId="{3C49B1CA-89FC-4B27-92AA-664DF5881516}" dt="2024-09-05T08:16:47.955" v="9" actId="47"/>
        <pc:sldMkLst>
          <pc:docMk/>
          <pc:sldMk cId="0" sldId="392"/>
        </pc:sldMkLst>
      </pc:sldChg>
      <pc:sldChg chg="del">
        <pc:chgData name="Ms Alina Arshad" userId="cccdfd85-d35d-4453-9c6f-a463aae40722" providerId="ADAL" clId="{3C49B1CA-89FC-4B27-92AA-664DF5881516}" dt="2024-09-05T08:16:48.236" v="10" actId="47"/>
        <pc:sldMkLst>
          <pc:docMk/>
          <pc:sldMk cId="0" sldId="393"/>
        </pc:sldMkLst>
      </pc:sldChg>
      <pc:sldChg chg="del">
        <pc:chgData name="Ms Alina Arshad" userId="cccdfd85-d35d-4453-9c6f-a463aae40722" providerId="ADAL" clId="{3C49B1CA-89FC-4B27-92AA-664DF5881516}" dt="2024-09-05T08:16:48.580" v="12" actId="47"/>
        <pc:sldMkLst>
          <pc:docMk/>
          <pc:sldMk cId="0" sldId="394"/>
        </pc:sldMkLst>
      </pc:sldChg>
      <pc:sldChg chg="del">
        <pc:chgData name="Ms Alina Arshad" userId="cccdfd85-d35d-4453-9c6f-a463aae40722" providerId="ADAL" clId="{3C49B1CA-89FC-4B27-92AA-664DF5881516}" dt="2024-09-05T08:16:49.049" v="13" actId="47"/>
        <pc:sldMkLst>
          <pc:docMk/>
          <pc:sldMk cId="0" sldId="395"/>
        </pc:sldMkLst>
      </pc:sldChg>
      <pc:sldChg chg="del">
        <pc:chgData name="Ms Alina Arshad" userId="cccdfd85-d35d-4453-9c6f-a463aae40722" providerId="ADAL" clId="{3C49B1CA-89FC-4B27-92AA-664DF5881516}" dt="2024-09-05T08:16:49.237" v="14" actId="47"/>
        <pc:sldMkLst>
          <pc:docMk/>
          <pc:sldMk cId="0" sldId="396"/>
        </pc:sldMkLst>
      </pc:sldChg>
      <pc:sldChg chg="del">
        <pc:chgData name="Ms Alina Arshad" userId="cccdfd85-d35d-4453-9c6f-a463aae40722" providerId="ADAL" clId="{3C49B1CA-89FC-4B27-92AA-664DF5881516}" dt="2024-09-05T08:16:49.377" v="15" actId="47"/>
        <pc:sldMkLst>
          <pc:docMk/>
          <pc:sldMk cId="0" sldId="397"/>
        </pc:sldMkLst>
      </pc:sldChg>
      <pc:sldChg chg="del">
        <pc:chgData name="Ms Alina Arshad" userId="cccdfd85-d35d-4453-9c6f-a463aae40722" providerId="ADAL" clId="{3C49B1CA-89FC-4B27-92AA-664DF5881516}" dt="2024-09-05T08:16:49.846" v="16" actId="47"/>
        <pc:sldMkLst>
          <pc:docMk/>
          <pc:sldMk cId="0" sldId="398"/>
        </pc:sldMkLst>
      </pc:sldChg>
      <pc:sldChg chg="del">
        <pc:chgData name="Ms Alina Arshad" userId="cccdfd85-d35d-4453-9c6f-a463aae40722" providerId="ADAL" clId="{3C49B1CA-89FC-4B27-92AA-664DF5881516}" dt="2024-09-05T08:16:46.784" v="3" actId="47"/>
        <pc:sldMkLst>
          <pc:docMk/>
          <pc:sldMk cId="965936624" sldId="405"/>
        </pc:sldMkLst>
      </pc:sldChg>
      <pc:sldChg chg="del">
        <pc:chgData name="Ms Alina Arshad" userId="cccdfd85-d35d-4453-9c6f-a463aae40722" providerId="ADAL" clId="{3C49B1CA-89FC-4B27-92AA-664DF5881516}" dt="2024-09-05T08:16:47.205" v="6" actId="47"/>
        <pc:sldMkLst>
          <pc:docMk/>
          <pc:sldMk cId="1515025612" sldId="420"/>
        </pc:sldMkLst>
      </pc:sldChg>
      <pc:sldChg chg="del">
        <pc:chgData name="Ms Alina Arshad" userId="cccdfd85-d35d-4453-9c6f-a463aae40722" providerId="ADAL" clId="{3C49B1CA-89FC-4B27-92AA-664DF5881516}" dt="2024-09-05T08:16:47.408" v="7" actId="47"/>
        <pc:sldMkLst>
          <pc:docMk/>
          <pc:sldMk cId="4009753738" sldId="422"/>
        </pc:sldMkLst>
      </pc:sldChg>
      <pc:sldChg chg="del">
        <pc:chgData name="Ms Alina Arshad" userId="cccdfd85-d35d-4453-9c6f-a463aae40722" providerId="ADAL" clId="{3C49B1CA-89FC-4B27-92AA-664DF5881516}" dt="2024-09-05T08:16:50.190" v="17" actId="47"/>
        <pc:sldMkLst>
          <pc:docMk/>
          <pc:sldMk cId="1539825836" sldId="425"/>
        </pc:sldMkLst>
      </pc:sldChg>
      <pc:sldChg chg="del">
        <pc:chgData name="Ms Alina Arshad" userId="cccdfd85-d35d-4453-9c6f-a463aae40722" providerId="ADAL" clId="{3C49B1CA-89FC-4B27-92AA-664DF5881516}" dt="2024-09-05T08:16:50.439" v="18" actId="47"/>
        <pc:sldMkLst>
          <pc:docMk/>
          <pc:sldMk cId="1652878671" sldId="426"/>
        </pc:sldMkLst>
      </pc:sldChg>
      <pc:sldChg chg="delSp modSp add mod">
        <pc:chgData name="Ms Alina Arshad" userId="cccdfd85-d35d-4453-9c6f-a463aae40722" providerId="ADAL" clId="{3C49B1CA-89FC-4B27-92AA-664DF5881516}" dt="2024-09-09T07:52:44.470" v="136" actId="113"/>
        <pc:sldMkLst>
          <pc:docMk/>
          <pc:sldMk cId="1931638572" sldId="442"/>
        </pc:sldMkLst>
        <pc:spChg chg="mod">
          <ac:chgData name="Ms Alina Arshad" userId="cccdfd85-d35d-4453-9c6f-a463aae40722" providerId="ADAL" clId="{3C49B1CA-89FC-4B27-92AA-664DF5881516}" dt="2024-09-09T07:49:37.557" v="124" actId="207"/>
          <ac:spMkLst>
            <pc:docMk/>
            <pc:sldMk cId="1931638572" sldId="442"/>
            <ac:spMk id="2" creationId="{00000000-0000-0000-0000-000000000000}"/>
          </ac:spMkLst>
        </pc:spChg>
        <pc:spChg chg="mod">
          <ac:chgData name="Ms Alina Arshad" userId="cccdfd85-d35d-4453-9c6f-a463aae40722" providerId="ADAL" clId="{3C49B1CA-89FC-4B27-92AA-664DF5881516}" dt="2024-09-09T07:52:44.470" v="136" actId="113"/>
          <ac:spMkLst>
            <pc:docMk/>
            <pc:sldMk cId="1931638572" sldId="442"/>
            <ac:spMk id="3" creationId="{00000000-0000-0000-0000-000000000000}"/>
          </ac:spMkLst>
        </pc:spChg>
        <pc:spChg chg="del">
          <ac:chgData name="Ms Alina Arshad" userId="cccdfd85-d35d-4453-9c6f-a463aae40722" providerId="ADAL" clId="{3C49B1CA-89FC-4B27-92AA-664DF5881516}" dt="2024-09-09T07:49:46.492" v="125" actId="478"/>
          <ac:spMkLst>
            <pc:docMk/>
            <pc:sldMk cId="1931638572" sldId="442"/>
            <ac:spMk id="4" creationId="{00000000-0000-0000-0000-000000000000}"/>
          </ac:spMkLst>
        </pc:spChg>
        <pc:spChg chg="del">
          <ac:chgData name="Ms Alina Arshad" userId="cccdfd85-d35d-4453-9c6f-a463aae40722" providerId="ADAL" clId="{3C49B1CA-89FC-4B27-92AA-664DF5881516}" dt="2024-09-09T07:49:48.523" v="126" actId="478"/>
          <ac:spMkLst>
            <pc:docMk/>
            <pc:sldMk cId="1931638572" sldId="442"/>
            <ac:spMk id="5" creationId="{00000000-0000-0000-0000-000000000000}"/>
          </ac:spMkLst>
        </pc:spChg>
      </pc:sldChg>
      <pc:sldChg chg="modSp add mod">
        <pc:chgData name="Ms Alina Arshad" userId="cccdfd85-d35d-4453-9c6f-a463aae40722" providerId="ADAL" clId="{3C49B1CA-89FC-4B27-92AA-664DF5881516}" dt="2024-09-05T08:20:12.052" v="22" actId="113"/>
        <pc:sldMkLst>
          <pc:docMk/>
          <pc:sldMk cId="2646742664" sldId="443"/>
        </pc:sldMkLst>
        <pc:spChg chg="mod">
          <ac:chgData name="Ms Alina Arshad" userId="cccdfd85-d35d-4453-9c6f-a463aae40722" providerId="ADAL" clId="{3C49B1CA-89FC-4B27-92AA-664DF5881516}" dt="2024-09-05T08:20:12.052" v="22" actId="113"/>
          <ac:spMkLst>
            <pc:docMk/>
            <pc:sldMk cId="2646742664" sldId="443"/>
            <ac:spMk id="2" creationId="{00000000-0000-0000-0000-000000000000}"/>
          </ac:spMkLst>
        </pc:spChg>
      </pc:sldChg>
      <pc:sldChg chg="modSp add mod">
        <pc:chgData name="Ms Alina Arshad" userId="cccdfd85-d35d-4453-9c6f-a463aae40722" providerId="ADAL" clId="{3C49B1CA-89FC-4B27-92AA-664DF5881516}" dt="2024-09-05T08:39:51.117" v="98" actId="207"/>
        <pc:sldMkLst>
          <pc:docMk/>
          <pc:sldMk cId="1681688199" sldId="449"/>
        </pc:sldMkLst>
        <pc:spChg chg="mod">
          <ac:chgData name="Ms Alina Arshad" userId="cccdfd85-d35d-4453-9c6f-a463aae40722" providerId="ADAL" clId="{3C49B1CA-89FC-4B27-92AA-664DF5881516}" dt="2024-09-05T08:39:51.117" v="98" actId="207"/>
          <ac:spMkLst>
            <pc:docMk/>
            <pc:sldMk cId="1681688199" sldId="449"/>
            <ac:spMk id="3" creationId="{00000000-0000-0000-0000-000000000000}"/>
          </ac:spMkLst>
        </pc:spChg>
      </pc:sldChg>
      <pc:sldChg chg="modSp add mod">
        <pc:chgData name="Ms Alina Arshad" userId="cccdfd85-d35d-4453-9c6f-a463aae40722" providerId="ADAL" clId="{3C49B1CA-89FC-4B27-92AA-664DF5881516}" dt="2024-09-05T08:40:01.536" v="99" actId="1076"/>
        <pc:sldMkLst>
          <pc:docMk/>
          <pc:sldMk cId="242073716" sldId="450"/>
        </pc:sldMkLst>
        <pc:spChg chg="mod">
          <ac:chgData name="Ms Alina Arshad" userId="cccdfd85-d35d-4453-9c6f-a463aae40722" providerId="ADAL" clId="{3C49B1CA-89FC-4B27-92AA-664DF5881516}" dt="2024-09-05T08:40:01.536" v="99" actId="1076"/>
          <ac:spMkLst>
            <pc:docMk/>
            <pc:sldMk cId="242073716" sldId="450"/>
            <ac:spMk id="3" creationId="{00000000-0000-0000-0000-000000000000}"/>
          </ac:spMkLst>
        </pc:spChg>
      </pc:sldChg>
      <pc:sldChg chg="modSp add mod">
        <pc:chgData name="Ms Alina Arshad" userId="cccdfd85-d35d-4453-9c6f-a463aae40722" providerId="ADAL" clId="{3C49B1CA-89FC-4B27-92AA-664DF5881516}" dt="2024-09-05T08:40:22.068" v="103" actId="1076"/>
        <pc:sldMkLst>
          <pc:docMk/>
          <pc:sldMk cId="1637132292" sldId="451"/>
        </pc:sldMkLst>
        <pc:spChg chg="mod">
          <ac:chgData name="Ms Alina Arshad" userId="cccdfd85-d35d-4453-9c6f-a463aae40722" providerId="ADAL" clId="{3C49B1CA-89FC-4B27-92AA-664DF5881516}" dt="2024-09-05T08:40:19.396" v="102" actId="403"/>
          <ac:spMkLst>
            <pc:docMk/>
            <pc:sldMk cId="1637132292" sldId="451"/>
            <ac:spMk id="3" creationId="{00000000-0000-0000-0000-000000000000}"/>
          </ac:spMkLst>
        </pc:spChg>
        <pc:picChg chg="mod">
          <ac:chgData name="Ms Alina Arshad" userId="cccdfd85-d35d-4453-9c6f-a463aae40722" providerId="ADAL" clId="{3C49B1CA-89FC-4B27-92AA-664DF5881516}" dt="2024-09-05T08:40:22.068" v="103" actId="1076"/>
          <ac:picMkLst>
            <pc:docMk/>
            <pc:sldMk cId="1637132292" sldId="451"/>
            <ac:picMk id="7" creationId="{00000000-0000-0000-0000-000000000000}"/>
          </ac:picMkLst>
        </pc:picChg>
      </pc:sldChg>
      <pc:sldChg chg="modSp add mod">
        <pc:chgData name="Ms Alina Arshad" userId="cccdfd85-d35d-4453-9c6f-a463aae40722" providerId="ADAL" clId="{3C49B1CA-89FC-4B27-92AA-664DF5881516}" dt="2024-09-05T08:21:03.421" v="39" actId="12"/>
        <pc:sldMkLst>
          <pc:docMk/>
          <pc:sldMk cId="723443559" sldId="452"/>
        </pc:sldMkLst>
        <pc:spChg chg="mod">
          <ac:chgData name="Ms Alina Arshad" userId="cccdfd85-d35d-4453-9c6f-a463aae40722" providerId="ADAL" clId="{3C49B1CA-89FC-4B27-92AA-664DF5881516}" dt="2024-09-05T08:20:58.126" v="37" actId="207"/>
          <ac:spMkLst>
            <pc:docMk/>
            <pc:sldMk cId="723443559" sldId="452"/>
            <ac:spMk id="2" creationId="{00000000-0000-0000-0000-000000000000}"/>
          </ac:spMkLst>
        </pc:spChg>
        <pc:spChg chg="mod">
          <ac:chgData name="Ms Alina Arshad" userId="cccdfd85-d35d-4453-9c6f-a463aae40722" providerId="ADAL" clId="{3C49B1CA-89FC-4B27-92AA-664DF5881516}" dt="2024-09-05T08:21:03.421" v="39" actId="12"/>
          <ac:spMkLst>
            <pc:docMk/>
            <pc:sldMk cId="723443559" sldId="452"/>
            <ac:spMk id="3" creationId="{00000000-0000-0000-0000-000000000000}"/>
          </ac:spMkLst>
        </pc:spChg>
      </pc:sldChg>
      <pc:sldChg chg="delSp modSp add mod">
        <pc:chgData name="Ms Alina Arshad" userId="cccdfd85-d35d-4453-9c6f-a463aae40722" providerId="ADAL" clId="{3C49B1CA-89FC-4B27-92AA-664DF5881516}" dt="2024-09-05T08:29:55.975" v="50" actId="113"/>
        <pc:sldMkLst>
          <pc:docMk/>
          <pc:sldMk cId="2188536982" sldId="453"/>
        </pc:sldMkLst>
        <pc:spChg chg="mod">
          <ac:chgData name="Ms Alina Arshad" userId="cccdfd85-d35d-4453-9c6f-a463aae40722" providerId="ADAL" clId="{3C49B1CA-89FC-4B27-92AA-664DF5881516}" dt="2024-09-05T08:29:55.975" v="50" actId="113"/>
          <ac:spMkLst>
            <pc:docMk/>
            <pc:sldMk cId="2188536982" sldId="453"/>
            <ac:spMk id="2" creationId="{00000000-0000-0000-0000-000000000000}"/>
          </ac:spMkLst>
        </pc:spChg>
        <pc:spChg chg="mod">
          <ac:chgData name="Ms Alina Arshad" userId="cccdfd85-d35d-4453-9c6f-a463aae40722" providerId="ADAL" clId="{3C49B1CA-89FC-4B27-92AA-664DF5881516}" dt="2024-09-05T08:21:50.332" v="49" actId="1076"/>
          <ac:spMkLst>
            <pc:docMk/>
            <pc:sldMk cId="2188536982" sldId="453"/>
            <ac:spMk id="3" creationId="{00000000-0000-0000-0000-000000000000}"/>
          </ac:spMkLst>
        </pc:spChg>
        <pc:spChg chg="del">
          <ac:chgData name="Ms Alina Arshad" userId="cccdfd85-d35d-4453-9c6f-a463aae40722" providerId="ADAL" clId="{3C49B1CA-89FC-4B27-92AA-664DF5881516}" dt="2024-09-05T08:21:36.473" v="46" actId="478"/>
          <ac:spMkLst>
            <pc:docMk/>
            <pc:sldMk cId="2188536982" sldId="453"/>
            <ac:spMk id="4" creationId="{00000000-0000-0000-0000-000000000000}"/>
          </ac:spMkLst>
        </pc:spChg>
        <pc:spChg chg="del">
          <ac:chgData name="Ms Alina Arshad" userId="cccdfd85-d35d-4453-9c6f-a463aae40722" providerId="ADAL" clId="{3C49B1CA-89FC-4B27-92AA-664DF5881516}" dt="2024-09-05T08:21:38.457" v="47" actId="478"/>
          <ac:spMkLst>
            <pc:docMk/>
            <pc:sldMk cId="2188536982" sldId="453"/>
            <ac:spMk id="5" creationId="{00000000-0000-0000-0000-000000000000}"/>
          </ac:spMkLst>
        </pc:spChg>
      </pc:sldChg>
      <pc:sldChg chg="delSp modSp add mod">
        <pc:chgData name="Ms Alina Arshad" userId="cccdfd85-d35d-4453-9c6f-a463aae40722" providerId="ADAL" clId="{3C49B1CA-89FC-4B27-92AA-664DF5881516}" dt="2024-09-05T08:20:48.784" v="33" actId="478"/>
        <pc:sldMkLst>
          <pc:docMk/>
          <pc:sldMk cId="3707357664" sldId="454"/>
        </pc:sldMkLst>
        <pc:spChg chg="mod">
          <ac:chgData name="Ms Alina Arshad" userId="cccdfd85-d35d-4453-9c6f-a463aae40722" providerId="ADAL" clId="{3C49B1CA-89FC-4B27-92AA-664DF5881516}" dt="2024-09-05T08:20:36.030" v="26" actId="14100"/>
          <ac:spMkLst>
            <pc:docMk/>
            <pc:sldMk cId="3707357664" sldId="454"/>
            <ac:spMk id="2" creationId="{00000000-0000-0000-0000-000000000000}"/>
          </ac:spMkLst>
        </pc:spChg>
        <pc:spChg chg="mod">
          <ac:chgData name="Ms Alina Arshad" userId="cccdfd85-d35d-4453-9c6f-a463aae40722" providerId="ADAL" clId="{3C49B1CA-89FC-4B27-92AA-664DF5881516}" dt="2024-09-05T08:20:45.428" v="31" actId="113"/>
          <ac:spMkLst>
            <pc:docMk/>
            <pc:sldMk cId="3707357664" sldId="454"/>
            <ac:spMk id="3" creationId="{00000000-0000-0000-0000-000000000000}"/>
          </ac:spMkLst>
        </pc:spChg>
        <pc:spChg chg="del">
          <ac:chgData name="Ms Alina Arshad" userId="cccdfd85-d35d-4453-9c6f-a463aae40722" providerId="ADAL" clId="{3C49B1CA-89FC-4B27-92AA-664DF5881516}" dt="2024-09-05T08:20:47.815" v="32" actId="478"/>
          <ac:spMkLst>
            <pc:docMk/>
            <pc:sldMk cId="3707357664" sldId="454"/>
            <ac:spMk id="4" creationId="{00000000-0000-0000-0000-000000000000}"/>
          </ac:spMkLst>
        </pc:spChg>
        <pc:spChg chg="del">
          <ac:chgData name="Ms Alina Arshad" userId="cccdfd85-d35d-4453-9c6f-a463aae40722" providerId="ADAL" clId="{3C49B1CA-89FC-4B27-92AA-664DF5881516}" dt="2024-09-05T08:20:48.784" v="33" actId="478"/>
          <ac:spMkLst>
            <pc:docMk/>
            <pc:sldMk cId="3707357664" sldId="454"/>
            <ac:spMk id="5" creationId="{00000000-0000-0000-0000-000000000000}"/>
          </ac:spMkLst>
        </pc:spChg>
        <pc:picChg chg="mod">
          <ac:chgData name="Ms Alina Arshad" userId="cccdfd85-d35d-4453-9c6f-a463aae40722" providerId="ADAL" clId="{3C49B1CA-89FC-4B27-92AA-664DF5881516}" dt="2024-09-05T08:20:40.449" v="29" actId="1076"/>
          <ac:picMkLst>
            <pc:docMk/>
            <pc:sldMk cId="3707357664" sldId="454"/>
            <ac:picMk id="6" creationId="{00000000-0000-0000-0000-000000000000}"/>
          </ac:picMkLst>
        </pc:picChg>
        <pc:picChg chg="mod">
          <ac:chgData name="Ms Alina Arshad" userId="cccdfd85-d35d-4453-9c6f-a463aae40722" providerId="ADAL" clId="{3C49B1CA-89FC-4B27-92AA-664DF5881516}" dt="2024-09-05T08:20:39.449" v="28" actId="1076"/>
          <ac:picMkLst>
            <pc:docMk/>
            <pc:sldMk cId="3707357664" sldId="454"/>
            <ac:picMk id="7" creationId="{00000000-0000-0000-0000-000000000000}"/>
          </ac:picMkLst>
        </pc:picChg>
      </pc:sldChg>
      <pc:sldChg chg="delSp modSp add mod ord">
        <pc:chgData name="Ms Alina Arshad" userId="cccdfd85-d35d-4453-9c6f-a463aae40722" providerId="ADAL" clId="{3C49B1CA-89FC-4B27-92AA-664DF5881516}" dt="2024-09-10T05:10:30.167" v="138"/>
        <pc:sldMkLst>
          <pc:docMk/>
          <pc:sldMk cId="4041934467" sldId="455"/>
        </pc:sldMkLst>
        <pc:spChg chg="mod">
          <ac:chgData name="Ms Alina Arshad" userId="cccdfd85-d35d-4453-9c6f-a463aae40722" providerId="ADAL" clId="{3C49B1CA-89FC-4B27-92AA-664DF5881516}" dt="2024-09-05T08:30:47.068" v="72" actId="207"/>
          <ac:spMkLst>
            <pc:docMk/>
            <pc:sldMk cId="4041934467" sldId="455"/>
            <ac:spMk id="2" creationId="{00000000-0000-0000-0000-000000000000}"/>
          </ac:spMkLst>
        </pc:spChg>
        <pc:spChg chg="mod">
          <ac:chgData name="Ms Alina Arshad" userId="cccdfd85-d35d-4453-9c6f-a463aae40722" providerId="ADAL" clId="{3C49B1CA-89FC-4B27-92AA-664DF5881516}" dt="2024-09-05T08:30:55.072" v="76" actId="5793"/>
          <ac:spMkLst>
            <pc:docMk/>
            <pc:sldMk cId="4041934467" sldId="455"/>
            <ac:spMk id="3" creationId="{00000000-0000-0000-0000-000000000000}"/>
          </ac:spMkLst>
        </pc:spChg>
        <pc:spChg chg="del">
          <ac:chgData name="Ms Alina Arshad" userId="cccdfd85-d35d-4453-9c6f-a463aae40722" providerId="ADAL" clId="{3C49B1CA-89FC-4B27-92AA-664DF5881516}" dt="2024-09-05T08:30:42.116" v="68" actId="478"/>
          <ac:spMkLst>
            <pc:docMk/>
            <pc:sldMk cId="4041934467" sldId="455"/>
            <ac:spMk id="4" creationId="{00000000-0000-0000-0000-000000000000}"/>
          </ac:spMkLst>
        </pc:spChg>
        <pc:spChg chg="del mod">
          <ac:chgData name="Ms Alina Arshad" userId="cccdfd85-d35d-4453-9c6f-a463aae40722" providerId="ADAL" clId="{3C49B1CA-89FC-4B27-92AA-664DF5881516}" dt="2024-09-05T08:30:44.007" v="70" actId="478"/>
          <ac:spMkLst>
            <pc:docMk/>
            <pc:sldMk cId="4041934467" sldId="455"/>
            <ac:spMk id="5" creationId="{00000000-0000-0000-0000-000000000000}"/>
          </ac:spMkLst>
        </pc:spChg>
      </pc:sldChg>
      <pc:sldChg chg="delSp modSp add mod">
        <pc:chgData name="Ms Alina Arshad" userId="cccdfd85-d35d-4453-9c6f-a463aae40722" providerId="ADAL" clId="{3C49B1CA-89FC-4B27-92AA-664DF5881516}" dt="2024-09-05T08:30:23.090" v="60" actId="478"/>
        <pc:sldMkLst>
          <pc:docMk/>
          <pc:sldMk cId="2841636631" sldId="456"/>
        </pc:sldMkLst>
        <pc:spChg chg="mod">
          <ac:chgData name="Ms Alina Arshad" userId="cccdfd85-d35d-4453-9c6f-a463aae40722" providerId="ADAL" clId="{3C49B1CA-89FC-4B27-92AA-664DF5881516}" dt="2024-09-05T08:30:06.667" v="52" actId="207"/>
          <ac:spMkLst>
            <pc:docMk/>
            <pc:sldMk cId="2841636631" sldId="456"/>
            <ac:spMk id="2" creationId="{00000000-0000-0000-0000-000000000000}"/>
          </ac:spMkLst>
        </pc:spChg>
        <pc:spChg chg="mod">
          <ac:chgData name="Ms Alina Arshad" userId="cccdfd85-d35d-4453-9c6f-a463aae40722" providerId="ADAL" clId="{3C49B1CA-89FC-4B27-92AA-664DF5881516}" dt="2024-09-05T08:30:13.873" v="55" actId="207"/>
          <ac:spMkLst>
            <pc:docMk/>
            <pc:sldMk cId="2841636631" sldId="456"/>
            <ac:spMk id="3" creationId="{00000000-0000-0000-0000-000000000000}"/>
          </ac:spMkLst>
        </pc:spChg>
        <pc:spChg chg="del">
          <ac:chgData name="Ms Alina Arshad" userId="cccdfd85-d35d-4453-9c6f-a463aae40722" providerId="ADAL" clId="{3C49B1CA-89FC-4B27-92AA-664DF5881516}" dt="2024-09-05T08:30:21.372" v="59" actId="478"/>
          <ac:spMkLst>
            <pc:docMk/>
            <pc:sldMk cId="2841636631" sldId="456"/>
            <ac:spMk id="4" creationId="{00000000-0000-0000-0000-000000000000}"/>
          </ac:spMkLst>
        </pc:spChg>
        <pc:spChg chg="del">
          <ac:chgData name="Ms Alina Arshad" userId="cccdfd85-d35d-4453-9c6f-a463aae40722" providerId="ADAL" clId="{3C49B1CA-89FC-4B27-92AA-664DF5881516}" dt="2024-09-05T08:30:23.090" v="60" actId="478"/>
          <ac:spMkLst>
            <pc:docMk/>
            <pc:sldMk cId="2841636631" sldId="456"/>
            <ac:spMk id="5" creationId="{00000000-0000-0000-0000-000000000000}"/>
          </ac:spMkLst>
        </pc:spChg>
        <pc:picChg chg="mod">
          <ac:chgData name="Ms Alina Arshad" userId="cccdfd85-d35d-4453-9c6f-a463aae40722" providerId="ADAL" clId="{3C49B1CA-89FC-4B27-92AA-664DF5881516}" dt="2024-09-05T08:30:15.310" v="56" actId="1076"/>
          <ac:picMkLst>
            <pc:docMk/>
            <pc:sldMk cId="2841636631" sldId="456"/>
            <ac:picMk id="6" creationId="{00000000-0000-0000-0000-000000000000}"/>
          </ac:picMkLst>
        </pc:picChg>
        <pc:picChg chg="mod">
          <ac:chgData name="Ms Alina Arshad" userId="cccdfd85-d35d-4453-9c6f-a463aae40722" providerId="ADAL" clId="{3C49B1CA-89FC-4B27-92AA-664DF5881516}" dt="2024-09-05T08:30:16.498" v="57" actId="1076"/>
          <ac:picMkLst>
            <pc:docMk/>
            <pc:sldMk cId="2841636631" sldId="456"/>
            <ac:picMk id="7" creationId="{00000000-0000-0000-0000-000000000000}"/>
          </ac:picMkLst>
        </pc:picChg>
        <pc:picChg chg="mod">
          <ac:chgData name="Ms Alina Arshad" userId="cccdfd85-d35d-4453-9c6f-a463aae40722" providerId="ADAL" clId="{3C49B1CA-89FC-4B27-92AA-664DF5881516}" dt="2024-09-05T08:30:19.450" v="58" actId="1076"/>
          <ac:picMkLst>
            <pc:docMk/>
            <pc:sldMk cId="2841636631" sldId="456"/>
            <ac:picMk id="8" creationId="{00000000-0000-0000-0000-000000000000}"/>
          </ac:picMkLst>
        </pc:picChg>
      </pc:sldChg>
      <pc:sldChg chg="delSp modSp add mod">
        <pc:chgData name="Ms Alina Arshad" userId="cccdfd85-d35d-4453-9c6f-a463aae40722" providerId="ADAL" clId="{3C49B1CA-89FC-4B27-92AA-664DF5881516}" dt="2024-09-05T08:30:37.040" v="67" actId="1076"/>
        <pc:sldMkLst>
          <pc:docMk/>
          <pc:sldMk cId="3282492495" sldId="457"/>
        </pc:sldMkLst>
        <pc:spChg chg="del">
          <ac:chgData name="Ms Alina Arshad" userId="cccdfd85-d35d-4453-9c6f-a463aae40722" providerId="ADAL" clId="{3C49B1CA-89FC-4B27-92AA-664DF5881516}" dt="2024-09-05T08:30:27.574" v="61" actId="478"/>
          <ac:spMkLst>
            <pc:docMk/>
            <pc:sldMk cId="3282492495" sldId="457"/>
            <ac:spMk id="2" creationId="{00000000-0000-0000-0000-000000000000}"/>
          </ac:spMkLst>
        </pc:spChg>
        <pc:spChg chg="del">
          <ac:chgData name="Ms Alina Arshad" userId="cccdfd85-d35d-4453-9c6f-a463aae40722" providerId="ADAL" clId="{3C49B1CA-89FC-4B27-92AA-664DF5881516}" dt="2024-09-05T08:30:33.572" v="65" actId="478"/>
          <ac:spMkLst>
            <pc:docMk/>
            <pc:sldMk cId="3282492495" sldId="457"/>
            <ac:spMk id="4" creationId="{00000000-0000-0000-0000-000000000000}"/>
          </ac:spMkLst>
        </pc:spChg>
        <pc:spChg chg="del">
          <ac:chgData name="Ms Alina Arshad" userId="cccdfd85-d35d-4453-9c6f-a463aae40722" providerId="ADAL" clId="{3C49B1CA-89FC-4B27-92AA-664DF5881516}" dt="2024-09-05T08:30:35.369" v="66" actId="478"/>
          <ac:spMkLst>
            <pc:docMk/>
            <pc:sldMk cId="3282492495" sldId="457"/>
            <ac:spMk id="5" creationId="{00000000-0000-0000-0000-000000000000}"/>
          </ac:spMkLst>
        </pc:spChg>
        <pc:picChg chg="mod">
          <ac:chgData name="Ms Alina Arshad" userId="cccdfd85-d35d-4453-9c6f-a463aae40722" providerId="ADAL" clId="{3C49B1CA-89FC-4B27-92AA-664DF5881516}" dt="2024-09-05T08:30:37.040" v="67" actId="1076"/>
          <ac:picMkLst>
            <pc:docMk/>
            <pc:sldMk cId="3282492495" sldId="457"/>
            <ac:picMk id="6" creationId="{00000000-0000-0000-0000-000000000000}"/>
          </ac:picMkLst>
        </pc:picChg>
      </pc:sldChg>
      <pc:sldChg chg="delSp modSp add mod">
        <pc:chgData name="Ms Alina Arshad" userId="cccdfd85-d35d-4453-9c6f-a463aae40722" providerId="ADAL" clId="{3C49B1CA-89FC-4B27-92AA-664DF5881516}" dt="2024-09-05T08:32:04.647" v="97" actId="207"/>
        <pc:sldMkLst>
          <pc:docMk/>
          <pc:sldMk cId="719467134" sldId="458"/>
        </pc:sldMkLst>
        <pc:spChg chg="mod">
          <ac:chgData name="Ms Alina Arshad" userId="cccdfd85-d35d-4453-9c6f-a463aae40722" providerId="ADAL" clId="{3C49B1CA-89FC-4B27-92AA-664DF5881516}" dt="2024-09-05T08:31:01.883" v="78" actId="113"/>
          <ac:spMkLst>
            <pc:docMk/>
            <pc:sldMk cId="719467134" sldId="458"/>
            <ac:spMk id="2" creationId="{00000000-0000-0000-0000-000000000000}"/>
          </ac:spMkLst>
        </pc:spChg>
        <pc:spChg chg="mod">
          <ac:chgData name="Ms Alina Arshad" userId="cccdfd85-d35d-4453-9c6f-a463aae40722" providerId="ADAL" clId="{3C49B1CA-89FC-4B27-92AA-664DF5881516}" dt="2024-09-05T08:32:04.647" v="97" actId="207"/>
          <ac:spMkLst>
            <pc:docMk/>
            <pc:sldMk cId="719467134" sldId="458"/>
            <ac:spMk id="3" creationId="{00000000-0000-0000-0000-000000000000}"/>
          </ac:spMkLst>
        </pc:spChg>
        <pc:spChg chg="del">
          <ac:chgData name="Ms Alina Arshad" userId="cccdfd85-d35d-4453-9c6f-a463aae40722" providerId="ADAL" clId="{3C49B1CA-89FC-4B27-92AA-664DF5881516}" dt="2024-09-05T08:31:10.943" v="80" actId="478"/>
          <ac:spMkLst>
            <pc:docMk/>
            <pc:sldMk cId="719467134" sldId="458"/>
            <ac:spMk id="4" creationId="{00000000-0000-0000-0000-000000000000}"/>
          </ac:spMkLst>
        </pc:spChg>
        <pc:spChg chg="del">
          <ac:chgData name="Ms Alina Arshad" userId="cccdfd85-d35d-4453-9c6f-a463aae40722" providerId="ADAL" clId="{3C49B1CA-89FC-4B27-92AA-664DF5881516}" dt="2024-09-05T08:31:13.427" v="81" actId="478"/>
          <ac:spMkLst>
            <pc:docMk/>
            <pc:sldMk cId="719467134" sldId="458"/>
            <ac:spMk id="5" creationId="{00000000-0000-0000-0000-000000000000}"/>
          </ac:spMkLst>
        </pc:spChg>
      </pc:sldChg>
      <pc:sldChg chg="delSp modSp add mod">
        <pc:chgData name="Ms Alina Arshad" userId="cccdfd85-d35d-4453-9c6f-a463aae40722" providerId="ADAL" clId="{3C49B1CA-89FC-4B27-92AA-664DF5881516}" dt="2024-09-05T08:31:59.600" v="96" actId="1076"/>
        <pc:sldMkLst>
          <pc:docMk/>
          <pc:sldMk cId="379126886" sldId="459"/>
        </pc:sldMkLst>
        <pc:spChg chg="mod">
          <ac:chgData name="Ms Alina Arshad" userId="cccdfd85-d35d-4453-9c6f-a463aae40722" providerId="ADAL" clId="{3C49B1CA-89FC-4B27-92AA-664DF5881516}" dt="2024-09-05T08:31:30.137" v="84" actId="14100"/>
          <ac:spMkLst>
            <pc:docMk/>
            <pc:sldMk cId="379126886" sldId="459"/>
            <ac:spMk id="2" creationId="{00000000-0000-0000-0000-000000000000}"/>
          </ac:spMkLst>
        </pc:spChg>
        <pc:spChg chg="mod">
          <ac:chgData name="Ms Alina Arshad" userId="cccdfd85-d35d-4453-9c6f-a463aae40722" providerId="ADAL" clId="{3C49B1CA-89FC-4B27-92AA-664DF5881516}" dt="2024-09-05T08:31:46.557" v="90" actId="207"/>
          <ac:spMkLst>
            <pc:docMk/>
            <pc:sldMk cId="379126886" sldId="459"/>
            <ac:spMk id="3" creationId="{00000000-0000-0000-0000-000000000000}"/>
          </ac:spMkLst>
        </pc:spChg>
        <pc:spChg chg="del">
          <ac:chgData name="Ms Alina Arshad" userId="cccdfd85-d35d-4453-9c6f-a463aae40722" providerId="ADAL" clId="{3C49B1CA-89FC-4B27-92AA-664DF5881516}" dt="2024-09-05T08:31:33.028" v="85" actId="478"/>
          <ac:spMkLst>
            <pc:docMk/>
            <pc:sldMk cId="379126886" sldId="459"/>
            <ac:spMk id="4" creationId="{00000000-0000-0000-0000-000000000000}"/>
          </ac:spMkLst>
        </pc:spChg>
        <pc:spChg chg="del">
          <ac:chgData name="Ms Alina Arshad" userId="cccdfd85-d35d-4453-9c6f-a463aae40722" providerId="ADAL" clId="{3C49B1CA-89FC-4B27-92AA-664DF5881516}" dt="2024-09-05T08:31:34.352" v="86" actId="478"/>
          <ac:spMkLst>
            <pc:docMk/>
            <pc:sldMk cId="379126886" sldId="459"/>
            <ac:spMk id="5" creationId="{00000000-0000-0000-0000-000000000000}"/>
          </ac:spMkLst>
        </pc:spChg>
        <pc:picChg chg="mod">
          <ac:chgData name="Ms Alina Arshad" userId="cccdfd85-d35d-4453-9c6f-a463aae40722" providerId="ADAL" clId="{3C49B1CA-89FC-4B27-92AA-664DF5881516}" dt="2024-09-05T08:31:59.600" v="96" actId="1076"/>
          <ac:picMkLst>
            <pc:docMk/>
            <pc:sldMk cId="379126886" sldId="459"/>
            <ac:picMk id="6" creationId="{00000000-0000-0000-0000-000000000000}"/>
          </ac:picMkLst>
        </pc:picChg>
        <pc:picChg chg="mod">
          <ac:chgData name="Ms Alina Arshad" userId="cccdfd85-d35d-4453-9c6f-a463aae40722" providerId="ADAL" clId="{3C49B1CA-89FC-4B27-92AA-664DF5881516}" dt="2024-09-05T08:31:58.023" v="95" actId="1076"/>
          <ac:picMkLst>
            <pc:docMk/>
            <pc:sldMk cId="379126886" sldId="459"/>
            <ac:picMk id="7" creationId="{00000000-0000-0000-0000-000000000000}"/>
          </ac:picMkLst>
        </pc:picChg>
      </pc:sldChg>
      <pc:sldChg chg="del">
        <pc:chgData name="Ms Alina Arshad" userId="cccdfd85-d35d-4453-9c6f-a463aae40722" providerId="ADAL" clId="{3C49B1CA-89FC-4B27-92AA-664DF5881516}" dt="2024-09-09T07:49:31.089" v="122" actId="47"/>
        <pc:sldMkLst>
          <pc:docMk/>
          <pc:sldMk cId="4061781745" sldId="460"/>
        </pc:sldMkLst>
      </pc:sldChg>
    </pc:docChg>
  </pc:docChgLst>
  <pc:docChgLst>
    <pc:chgData name="Ms Alina Arshad" userId="cccdfd85-d35d-4453-9c6f-a463aae40722" providerId="ADAL" clId="{34DF1E67-BA1F-457F-A50F-FA7EDD8BD332}"/>
    <pc:docChg chg="custSel addSld delSld modSld">
      <pc:chgData name="Ms Alina Arshad" userId="cccdfd85-d35d-4453-9c6f-a463aae40722" providerId="ADAL" clId="{34DF1E67-BA1F-457F-A50F-FA7EDD8BD332}" dt="2024-09-09T12:53:25.399" v="16" actId="207"/>
      <pc:docMkLst>
        <pc:docMk/>
      </pc:docMkLst>
      <pc:sldChg chg="modSp mod">
        <pc:chgData name="Ms Alina Arshad" userId="cccdfd85-d35d-4453-9c6f-a463aae40722" providerId="ADAL" clId="{34DF1E67-BA1F-457F-A50F-FA7EDD8BD332}" dt="2024-09-07T15:31:56.240" v="15" actId="20577"/>
        <pc:sldMkLst>
          <pc:docMk/>
          <pc:sldMk cId="3322361034" sldId="256"/>
        </pc:sldMkLst>
        <pc:spChg chg="mod">
          <ac:chgData name="Ms Alina Arshad" userId="cccdfd85-d35d-4453-9c6f-a463aae40722" providerId="ADAL" clId="{34DF1E67-BA1F-457F-A50F-FA7EDD8BD332}" dt="2024-09-07T15:31:56.240" v="15" actId="20577"/>
          <ac:spMkLst>
            <pc:docMk/>
            <pc:sldMk cId="3322361034" sldId="256"/>
            <ac:spMk id="3" creationId="{44E9F82C-BBA7-3495-1097-BEDB54FFFDF4}"/>
          </ac:spMkLst>
        </pc:spChg>
      </pc:sldChg>
      <pc:sldChg chg="add">
        <pc:chgData name="Ms Alina Arshad" userId="cccdfd85-d35d-4453-9c6f-a463aae40722" providerId="ADAL" clId="{34DF1E67-BA1F-457F-A50F-FA7EDD8BD332}" dt="2024-09-07T14:11:39.337" v="11"/>
        <pc:sldMkLst>
          <pc:docMk/>
          <pc:sldMk cId="0" sldId="376"/>
        </pc:sldMkLst>
      </pc:sldChg>
      <pc:sldChg chg="add">
        <pc:chgData name="Ms Alina Arshad" userId="cccdfd85-d35d-4453-9c6f-a463aae40722" providerId="ADAL" clId="{34DF1E67-BA1F-457F-A50F-FA7EDD8BD332}" dt="2024-09-07T14:11:39.337" v="11"/>
        <pc:sldMkLst>
          <pc:docMk/>
          <pc:sldMk cId="0" sldId="377"/>
        </pc:sldMkLst>
      </pc:sldChg>
      <pc:sldChg chg="add">
        <pc:chgData name="Ms Alina Arshad" userId="cccdfd85-d35d-4453-9c6f-a463aae40722" providerId="ADAL" clId="{34DF1E67-BA1F-457F-A50F-FA7EDD8BD332}" dt="2024-09-07T14:11:39.337" v="11"/>
        <pc:sldMkLst>
          <pc:docMk/>
          <pc:sldMk cId="0" sldId="387"/>
        </pc:sldMkLst>
      </pc:sldChg>
      <pc:sldChg chg="add">
        <pc:chgData name="Ms Alina Arshad" userId="cccdfd85-d35d-4453-9c6f-a463aae40722" providerId="ADAL" clId="{34DF1E67-BA1F-457F-A50F-FA7EDD8BD332}" dt="2024-09-07T14:11:39.337" v="11"/>
        <pc:sldMkLst>
          <pc:docMk/>
          <pc:sldMk cId="0" sldId="388"/>
        </pc:sldMkLst>
      </pc:sldChg>
      <pc:sldChg chg="add">
        <pc:chgData name="Ms Alina Arshad" userId="cccdfd85-d35d-4453-9c6f-a463aae40722" providerId="ADAL" clId="{34DF1E67-BA1F-457F-A50F-FA7EDD8BD332}" dt="2024-09-07T14:11:39.337" v="11"/>
        <pc:sldMkLst>
          <pc:docMk/>
          <pc:sldMk cId="0" sldId="389"/>
        </pc:sldMkLst>
      </pc:sldChg>
      <pc:sldChg chg="add">
        <pc:chgData name="Ms Alina Arshad" userId="cccdfd85-d35d-4453-9c6f-a463aae40722" providerId="ADAL" clId="{34DF1E67-BA1F-457F-A50F-FA7EDD8BD332}" dt="2024-09-07T14:11:39.337" v="11"/>
        <pc:sldMkLst>
          <pc:docMk/>
          <pc:sldMk cId="0" sldId="391"/>
        </pc:sldMkLst>
      </pc:sldChg>
      <pc:sldChg chg="add del">
        <pc:chgData name="Ms Alina Arshad" userId="cccdfd85-d35d-4453-9c6f-a463aae40722" providerId="ADAL" clId="{34DF1E67-BA1F-457F-A50F-FA7EDD8BD332}" dt="2024-09-07T14:10:32.706" v="1"/>
        <pc:sldMkLst>
          <pc:docMk/>
          <pc:sldMk cId="1227695002" sldId="429"/>
        </pc:sldMkLst>
      </pc:sldChg>
      <pc:sldChg chg="add del">
        <pc:chgData name="Ms Alina Arshad" userId="cccdfd85-d35d-4453-9c6f-a463aae40722" providerId="ADAL" clId="{34DF1E67-BA1F-457F-A50F-FA7EDD8BD332}" dt="2024-09-07T14:10:32.706" v="1"/>
        <pc:sldMkLst>
          <pc:docMk/>
          <pc:sldMk cId="4289592975" sldId="430"/>
        </pc:sldMkLst>
      </pc:sldChg>
      <pc:sldChg chg="add del">
        <pc:chgData name="Ms Alina Arshad" userId="cccdfd85-d35d-4453-9c6f-a463aae40722" providerId="ADAL" clId="{34DF1E67-BA1F-457F-A50F-FA7EDD8BD332}" dt="2024-09-07T14:10:32.706" v="1"/>
        <pc:sldMkLst>
          <pc:docMk/>
          <pc:sldMk cId="1008177089" sldId="433"/>
        </pc:sldMkLst>
      </pc:sldChg>
      <pc:sldChg chg="add del">
        <pc:chgData name="Ms Alina Arshad" userId="cccdfd85-d35d-4453-9c6f-a463aae40722" providerId="ADAL" clId="{34DF1E67-BA1F-457F-A50F-FA7EDD8BD332}" dt="2024-09-07T14:10:32.706" v="1"/>
        <pc:sldMkLst>
          <pc:docMk/>
          <pc:sldMk cId="4177771332" sldId="434"/>
        </pc:sldMkLst>
      </pc:sldChg>
      <pc:sldChg chg="add del">
        <pc:chgData name="Ms Alina Arshad" userId="cccdfd85-d35d-4453-9c6f-a463aae40722" providerId="ADAL" clId="{34DF1E67-BA1F-457F-A50F-FA7EDD8BD332}" dt="2024-09-07T14:10:32.706" v="1"/>
        <pc:sldMkLst>
          <pc:docMk/>
          <pc:sldMk cId="2642975351" sldId="435"/>
        </pc:sldMkLst>
      </pc:sldChg>
      <pc:sldChg chg="add del">
        <pc:chgData name="Ms Alina Arshad" userId="cccdfd85-d35d-4453-9c6f-a463aae40722" providerId="ADAL" clId="{34DF1E67-BA1F-457F-A50F-FA7EDD8BD332}" dt="2024-09-07T14:10:32.706" v="1"/>
        <pc:sldMkLst>
          <pc:docMk/>
          <pc:sldMk cId="8447295" sldId="436"/>
        </pc:sldMkLst>
      </pc:sldChg>
      <pc:sldChg chg="modSp mod">
        <pc:chgData name="Ms Alina Arshad" userId="cccdfd85-d35d-4453-9c6f-a463aae40722" providerId="ADAL" clId="{34DF1E67-BA1F-457F-A50F-FA7EDD8BD332}" dt="2024-09-09T12:53:25.399" v="16" actId="207"/>
        <pc:sldMkLst>
          <pc:docMk/>
          <pc:sldMk cId="2646742664" sldId="443"/>
        </pc:sldMkLst>
        <pc:spChg chg="mod">
          <ac:chgData name="Ms Alina Arshad" userId="cccdfd85-d35d-4453-9c6f-a463aae40722" providerId="ADAL" clId="{34DF1E67-BA1F-457F-A50F-FA7EDD8BD332}" dt="2024-09-09T12:53:25.399" v="16" actId="207"/>
          <ac:spMkLst>
            <pc:docMk/>
            <pc:sldMk cId="2646742664" sldId="443"/>
            <ac:spMk id="3" creationId="{00000000-0000-0000-0000-000000000000}"/>
          </ac:spMkLst>
        </pc:spChg>
      </pc:sldChg>
      <pc:sldChg chg="delSp modSp add mod">
        <pc:chgData name="Ms Alina Arshad" userId="cccdfd85-d35d-4453-9c6f-a463aae40722" providerId="ADAL" clId="{34DF1E67-BA1F-457F-A50F-FA7EDD8BD332}" dt="2024-09-07T14:11:06.273" v="10" actId="207"/>
        <pc:sldMkLst>
          <pc:docMk/>
          <pc:sldMk cId="4061781745" sldId="460"/>
        </pc:sldMkLst>
        <pc:spChg chg="mod">
          <ac:chgData name="Ms Alina Arshad" userId="cccdfd85-d35d-4453-9c6f-a463aae40722" providerId="ADAL" clId="{34DF1E67-BA1F-457F-A50F-FA7EDD8BD332}" dt="2024-09-07T14:10:57.524" v="6" actId="207"/>
          <ac:spMkLst>
            <pc:docMk/>
            <pc:sldMk cId="4061781745" sldId="460"/>
            <ac:spMk id="2" creationId="{00000000-0000-0000-0000-000000000000}"/>
          </ac:spMkLst>
        </pc:spChg>
        <pc:spChg chg="mod">
          <ac:chgData name="Ms Alina Arshad" userId="cccdfd85-d35d-4453-9c6f-a463aae40722" providerId="ADAL" clId="{34DF1E67-BA1F-457F-A50F-FA7EDD8BD332}" dt="2024-09-07T14:11:06.273" v="10" actId="207"/>
          <ac:spMkLst>
            <pc:docMk/>
            <pc:sldMk cId="4061781745" sldId="460"/>
            <ac:spMk id="3" creationId="{00000000-0000-0000-0000-000000000000}"/>
          </ac:spMkLst>
        </pc:spChg>
        <pc:spChg chg="del">
          <ac:chgData name="Ms Alina Arshad" userId="cccdfd85-d35d-4453-9c6f-a463aae40722" providerId="ADAL" clId="{34DF1E67-BA1F-457F-A50F-FA7EDD8BD332}" dt="2024-09-07T14:10:46.299" v="3" actId="478"/>
          <ac:spMkLst>
            <pc:docMk/>
            <pc:sldMk cId="4061781745" sldId="460"/>
            <ac:spMk id="4" creationId="{00000000-0000-0000-0000-000000000000}"/>
          </ac:spMkLst>
        </pc:spChg>
        <pc:spChg chg="del">
          <ac:chgData name="Ms Alina Arshad" userId="cccdfd85-d35d-4453-9c6f-a463aae40722" providerId="ADAL" clId="{34DF1E67-BA1F-457F-A50F-FA7EDD8BD332}" dt="2024-09-07T14:10:47.844" v="4" actId="478"/>
          <ac:spMkLst>
            <pc:docMk/>
            <pc:sldMk cId="4061781745" sldId="460"/>
            <ac:spMk id="5" creationId="{00000000-0000-0000-0000-000000000000}"/>
          </ac:spMkLst>
        </pc:spChg>
      </pc:sldChg>
    </pc:docChg>
  </pc:docChgLst>
  <pc:docChgLst>
    <pc:chgData name="Ms Alina Arshad" userId="cccdfd85-d35d-4453-9c6f-a463aae40722" providerId="ADAL" clId="{366A310D-27BB-4D75-94C9-F63C168084E5}"/>
    <pc:docChg chg="addSld delSld modSld">
      <pc:chgData name="Ms Alina Arshad" userId="cccdfd85-d35d-4453-9c6f-a463aae40722" providerId="ADAL" clId="{366A310D-27BB-4D75-94C9-F63C168084E5}" dt="2024-09-04T09:45:55.603" v="18" actId="207"/>
      <pc:docMkLst>
        <pc:docMk/>
      </pc:docMkLst>
      <pc:sldChg chg="modSp mod">
        <pc:chgData name="Ms Alina Arshad" userId="cccdfd85-d35d-4453-9c6f-a463aae40722" providerId="ADAL" clId="{366A310D-27BB-4D75-94C9-F63C168084E5}" dt="2024-09-04T09:10:48.093" v="8" actId="14100"/>
        <pc:sldMkLst>
          <pc:docMk/>
          <pc:sldMk cId="3322361034" sldId="256"/>
        </pc:sldMkLst>
        <pc:spChg chg="mod">
          <ac:chgData name="Ms Alina Arshad" userId="cccdfd85-d35d-4453-9c6f-a463aae40722" providerId="ADAL" clId="{366A310D-27BB-4D75-94C9-F63C168084E5}" dt="2024-09-04T09:10:48.093" v="8" actId="14100"/>
          <ac:spMkLst>
            <pc:docMk/>
            <pc:sldMk cId="3322361034" sldId="256"/>
            <ac:spMk id="2" creationId="{3B74B019-E1ED-7643-5A50-74CEA7F41E88}"/>
          </ac:spMkLst>
        </pc:spChg>
      </pc:sldChg>
      <pc:sldChg chg="modSp">
        <pc:chgData name="Ms Alina Arshad" userId="cccdfd85-d35d-4453-9c6f-a463aae40722" providerId="ADAL" clId="{366A310D-27BB-4D75-94C9-F63C168084E5}" dt="2024-09-04T09:45:25.889" v="14" actId="207"/>
        <pc:sldMkLst>
          <pc:docMk/>
          <pc:sldMk cId="0" sldId="396"/>
        </pc:sldMkLst>
        <pc:spChg chg="mod">
          <ac:chgData name="Ms Alina Arshad" userId="cccdfd85-d35d-4453-9c6f-a463aae40722" providerId="ADAL" clId="{366A310D-27BB-4D75-94C9-F63C168084E5}" dt="2024-09-04T09:45:25.889" v="14" actId="207"/>
          <ac:spMkLst>
            <pc:docMk/>
            <pc:sldMk cId="0" sldId="396"/>
            <ac:spMk id="3" creationId="{B6B28990-D426-37D3-4812-E9223FC1CAA3}"/>
          </ac:spMkLst>
        </pc:spChg>
      </pc:sldChg>
      <pc:sldChg chg="modSp add mod">
        <pc:chgData name="Ms Alina Arshad" userId="cccdfd85-d35d-4453-9c6f-a463aae40722" providerId="ADAL" clId="{366A310D-27BB-4D75-94C9-F63C168084E5}" dt="2024-09-04T09:45:49.837" v="17" actId="207"/>
        <pc:sldMkLst>
          <pc:docMk/>
          <pc:sldMk cId="1539825836" sldId="425"/>
        </pc:sldMkLst>
        <pc:spChg chg="mod">
          <ac:chgData name="Ms Alina Arshad" userId="cccdfd85-d35d-4453-9c6f-a463aae40722" providerId="ADAL" clId="{366A310D-27BB-4D75-94C9-F63C168084E5}" dt="2024-09-04T09:45:49.837" v="17" actId="207"/>
          <ac:spMkLst>
            <pc:docMk/>
            <pc:sldMk cId="1539825836" sldId="425"/>
            <ac:spMk id="3" creationId="{00000000-0000-0000-0000-000000000000}"/>
          </ac:spMkLst>
        </pc:spChg>
      </pc:sldChg>
      <pc:sldChg chg="del">
        <pc:chgData name="Ms Alina Arshad" userId="cccdfd85-d35d-4453-9c6f-a463aae40722" providerId="ADAL" clId="{366A310D-27BB-4D75-94C9-F63C168084E5}" dt="2024-09-04T09:45:41.379" v="15" actId="2696"/>
        <pc:sldMkLst>
          <pc:docMk/>
          <pc:sldMk cId="2563999751" sldId="425"/>
        </pc:sldMkLst>
      </pc:sldChg>
      <pc:sldChg chg="modSp del mod">
        <pc:chgData name="Ms Alina Arshad" userId="cccdfd85-d35d-4453-9c6f-a463aae40722" providerId="ADAL" clId="{366A310D-27BB-4D75-94C9-F63C168084E5}" dt="2024-09-04T09:45:41.379" v="15" actId="2696"/>
        <pc:sldMkLst>
          <pc:docMk/>
          <pc:sldMk cId="503109780" sldId="426"/>
        </pc:sldMkLst>
        <pc:spChg chg="mod">
          <ac:chgData name="Ms Alina Arshad" userId="cccdfd85-d35d-4453-9c6f-a463aae40722" providerId="ADAL" clId="{366A310D-27BB-4D75-94C9-F63C168084E5}" dt="2024-09-04T09:40:44.338" v="12" actId="12"/>
          <ac:spMkLst>
            <pc:docMk/>
            <pc:sldMk cId="503109780" sldId="426"/>
            <ac:spMk id="3" creationId="{00000000-0000-0000-0000-000000000000}"/>
          </ac:spMkLst>
        </pc:spChg>
      </pc:sldChg>
      <pc:sldChg chg="modSp add mod">
        <pc:chgData name="Ms Alina Arshad" userId="cccdfd85-d35d-4453-9c6f-a463aae40722" providerId="ADAL" clId="{366A310D-27BB-4D75-94C9-F63C168084E5}" dt="2024-09-04T09:45:55.603" v="18" actId="207"/>
        <pc:sldMkLst>
          <pc:docMk/>
          <pc:sldMk cId="1652878671" sldId="426"/>
        </pc:sldMkLst>
        <pc:spChg chg="mod">
          <ac:chgData name="Ms Alina Arshad" userId="cccdfd85-d35d-4453-9c6f-a463aae40722" providerId="ADAL" clId="{366A310D-27BB-4D75-94C9-F63C168084E5}" dt="2024-09-04T09:45:55.603" v="18" actId="207"/>
          <ac:spMkLst>
            <pc:docMk/>
            <pc:sldMk cId="1652878671" sldId="426"/>
            <ac:spMk id="3" creationId="{00000000-0000-0000-0000-000000000000}"/>
          </ac:spMkLst>
        </pc:spChg>
      </pc:sldChg>
    </pc:docChg>
  </pc:docChgLst>
  <pc:docChgLst>
    <pc:chgData name="Ms Alina Arshad" userId="cccdfd85-d35d-4453-9c6f-a463aae40722" providerId="ADAL" clId="{7CEE0510-F1C1-47AE-910A-D69FA532249C}"/>
    <pc:docChg chg="custSel modSld">
      <pc:chgData name="Ms Alina Arshad" userId="cccdfd85-d35d-4453-9c6f-a463aae40722" providerId="ADAL" clId="{7CEE0510-F1C1-47AE-910A-D69FA532249C}" dt="2024-08-28T06:51:19.120" v="40" actId="20577"/>
      <pc:docMkLst>
        <pc:docMk/>
      </pc:docMkLst>
      <pc:sldChg chg="modSp mod">
        <pc:chgData name="Ms Alina Arshad" userId="cccdfd85-d35d-4453-9c6f-a463aae40722" providerId="ADAL" clId="{7CEE0510-F1C1-47AE-910A-D69FA532249C}" dt="2024-08-28T06:51:19.120" v="40" actId="20577"/>
        <pc:sldMkLst>
          <pc:docMk/>
          <pc:sldMk cId="2459502712" sldId="385"/>
        </pc:sldMkLst>
        <pc:graphicFrameChg chg="modGraphic">
          <ac:chgData name="Ms Alina Arshad" userId="cccdfd85-d35d-4453-9c6f-a463aae40722" providerId="ADAL" clId="{7CEE0510-F1C1-47AE-910A-D69FA532249C}" dt="2024-08-28T06:51:19.120" v="40" actId="20577"/>
          <ac:graphicFrameMkLst>
            <pc:docMk/>
            <pc:sldMk cId="2459502712" sldId="385"/>
            <ac:graphicFrameMk id="6" creationId="{00000000-0000-0000-0000-000000000000}"/>
          </ac:graphicFrameMkLst>
        </pc:graphicFrameChg>
      </pc:sldChg>
    </pc:docChg>
  </pc:docChgLst>
  <pc:docChgLst>
    <pc:chgData name="Ms Alina Arshad" userId="cccdfd85-d35d-4453-9c6f-a463aae40722" providerId="ADAL" clId="{61AA69F3-B1E5-447C-A4B1-319BF9318022}"/>
    <pc:docChg chg="undo custSel addSld delSld modSld sldOrd">
      <pc:chgData name="Ms Alina Arshad" userId="cccdfd85-d35d-4453-9c6f-a463aae40722" providerId="ADAL" clId="{61AA69F3-B1E5-447C-A4B1-319BF9318022}" dt="2024-09-03T15:54:24.680" v="405" actId="113"/>
      <pc:docMkLst>
        <pc:docMk/>
      </pc:docMkLst>
      <pc:sldChg chg="modSp mod">
        <pc:chgData name="Ms Alina Arshad" userId="cccdfd85-d35d-4453-9c6f-a463aae40722" providerId="ADAL" clId="{61AA69F3-B1E5-447C-A4B1-319BF9318022}" dt="2024-09-03T15:31:07.274" v="403" actId="20577"/>
        <pc:sldMkLst>
          <pc:docMk/>
          <pc:sldMk cId="3322361034" sldId="256"/>
        </pc:sldMkLst>
        <pc:spChg chg="mod">
          <ac:chgData name="Ms Alina Arshad" userId="cccdfd85-d35d-4453-9c6f-a463aae40722" providerId="ADAL" clId="{61AA69F3-B1E5-447C-A4B1-319BF9318022}" dt="2024-09-03T15:31:07.274" v="403" actId="20577"/>
          <ac:spMkLst>
            <pc:docMk/>
            <pc:sldMk cId="3322361034" sldId="256"/>
            <ac:spMk id="3" creationId="{44E9F82C-BBA7-3495-1097-BEDB54FFFDF4}"/>
          </ac:spMkLst>
        </pc:spChg>
      </pc:sldChg>
      <pc:sldChg chg="modSp add del mod">
        <pc:chgData name="Ms Alina Arshad" userId="cccdfd85-d35d-4453-9c6f-a463aae40722" providerId="ADAL" clId="{61AA69F3-B1E5-447C-A4B1-319BF9318022}" dt="2024-09-02T15:07:36.367" v="35" actId="47"/>
        <pc:sldMkLst>
          <pc:docMk/>
          <pc:sldMk cId="0" sldId="290"/>
        </pc:sldMkLst>
        <pc:spChg chg="mod">
          <ac:chgData name="Ms Alina Arshad" userId="cccdfd85-d35d-4453-9c6f-a463aae40722" providerId="ADAL" clId="{61AA69F3-B1E5-447C-A4B1-319BF9318022}" dt="2024-09-02T15:07:20.416" v="2" actId="21"/>
          <ac:spMkLst>
            <pc:docMk/>
            <pc:sldMk cId="0" sldId="290"/>
            <ac:spMk id="2050" creationId="{9787269C-9CA2-9828-32A6-1B7AA30D2C87}"/>
          </ac:spMkLst>
        </pc:spChg>
      </pc:sldChg>
      <pc:sldChg chg="modSp add del mod">
        <pc:chgData name="Ms Alina Arshad" userId="cccdfd85-d35d-4453-9c6f-a463aae40722" providerId="ADAL" clId="{61AA69F3-B1E5-447C-A4B1-319BF9318022}" dt="2024-09-02T15:08:19.148" v="44" actId="47"/>
        <pc:sldMkLst>
          <pc:docMk/>
          <pc:sldMk cId="0" sldId="314"/>
        </pc:sldMkLst>
        <pc:spChg chg="mod">
          <ac:chgData name="Ms Alina Arshad" userId="cccdfd85-d35d-4453-9c6f-a463aae40722" providerId="ADAL" clId="{61AA69F3-B1E5-447C-A4B1-319BF9318022}" dt="2024-09-02T15:08:15.030" v="43" actId="1076"/>
          <ac:spMkLst>
            <pc:docMk/>
            <pc:sldMk cId="0" sldId="314"/>
            <ac:spMk id="12290" creationId="{3F748913-179D-A7EF-C1EF-EE08F7D07528}"/>
          </ac:spMkLst>
        </pc:spChg>
        <pc:spChg chg="mod">
          <ac:chgData name="Ms Alina Arshad" userId="cccdfd85-d35d-4453-9c6f-a463aae40722" providerId="ADAL" clId="{61AA69F3-B1E5-447C-A4B1-319BF9318022}" dt="2024-09-02T15:08:11.658" v="42" actId="14100"/>
          <ac:spMkLst>
            <pc:docMk/>
            <pc:sldMk cId="0" sldId="314"/>
            <ac:spMk id="12291" creationId="{A17CAF94-3500-10E5-9663-09ABBD760EEC}"/>
          </ac:spMkLst>
        </pc:spChg>
      </pc:sldChg>
      <pc:sldChg chg="add del">
        <pc:chgData name="Ms Alina Arshad" userId="cccdfd85-d35d-4453-9c6f-a463aae40722" providerId="ADAL" clId="{61AA69F3-B1E5-447C-A4B1-319BF9318022}" dt="2024-09-03T15:29:08.397" v="318" actId="47"/>
        <pc:sldMkLst>
          <pc:docMk/>
          <pc:sldMk cId="0" sldId="347"/>
        </pc:sldMkLst>
      </pc:sldChg>
      <pc:sldChg chg="modSp add mod">
        <pc:chgData name="Ms Alina Arshad" userId="cccdfd85-d35d-4453-9c6f-a463aae40722" providerId="ADAL" clId="{61AA69F3-B1E5-447C-A4B1-319BF9318022}" dt="2024-09-03T15:54:24.680" v="405" actId="113"/>
        <pc:sldMkLst>
          <pc:docMk/>
          <pc:sldMk cId="0" sldId="348"/>
        </pc:sldMkLst>
        <pc:spChg chg="mod">
          <ac:chgData name="Ms Alina Arshad" userId="cccdfd85-d35d-4453-9c6f-a463aae40722" providerId="ADAL" clId="{61AA69F3-B1E5-447C-A4B1-319BF9318022}" dt="2024-09-03T15:54:24.680" v="405" actId="113"/>
          <ac:spMkLst>
            <pc:docMk/>
            <pc:sldMk cId="0" sldId="348"/>
            <ac:spMk id="13314" creationId="{351CBA9A-A144-3A93-E0B1-3DD8A14CF469}"/>
          </ac:spMkLst>
        </pc:spChg>
        <pc:spChg chg="mod">
          <ac:chgData name="Ms Alina Arshad" userId="cccdfd85-d35d-4453-9c6f-a463aae40722" providerId="ADAL" clId="{61AA69F3-B1E5-447C-A4B1-319BF9318022}" dt="2024-09-02T15:09:13.240" v="55" actId="207"/>
          <ac:spMkLst>
            <pc:docMk/>
            <pc:sldMk cId="0" sldId="348"/>
            <ac:spMk id="14339" creationId="{256866B2-AE0C-3AB3-F985-D4FEE53C5BC4}"/>
          </ac:spMkLst>
        </pc:spChg>
      </pc:sldChg>
      <pc:sldChg chg="modSp add mod">
        <pc:chgData name="Ms Alina Arshad" userId="cccdfd85-d35d-4453-9c6f-a463aae40722" providerId="ADAL" clId="{61AA69F3-B1E5-447C-A4B1-319BF9318022}" dt="2024-09-02T15:14:03.201" v="114" actId="207"/>
        <pc:sldMkLst>
          <pc:docMk/>
          <pc:sldMk cId="0" sldId="351"/>
        </pc:sldMkLst>
        <pc:spChg chg="mod">
          <ac:chgData name="Ms Alina Arshad" userId="cccdfd85-d35d-4453-9c6f-a463aae40722" providerId="ADAL" clId="{61AA69F3-B1E5-447C-A4B1-319BF9318022}" dt="2024-09-02T15:13:40.086" v="109" actId="1076"/>
          <ac:spMkLst>
            <pc:docMk/>
            <pc:sldMk cId="0" sldId="351"/>
            <ac:spMk id="16386" creationId="{F7606D33-4E8E-B748-88A1-EDEAA5C11A9C}"/>
          </ac:spMkLst>
        </pc:spChg>
        <pc:spChg chg="mod">
          <ac:chgData name="Ms Alina Arshad" userId="cccdfd85-d35d-4453-9c6f-a463aae40722" providerId="ADAL" clId="{61AA69F3-B1E5-447C-A4B1-319BF9318022}" dt="2024-09-02T15:14:03.201" v="114" actId="207"/>
          <ac:spMkLst>
            <pc:docMk/>
            <pc:sldMk cId="0" sldId="351"/>
            <ac:spMk id="16387" creationId="{8F313A45-0B16-A22C-A378-5ABC0F4EF573}"/>
          </ac:spMkLst>
        </pc:spChg>
      </pc:sldChg>
      <pc:sldChg chg="modSp add mod">
        <pc:chgData name="Ms Alina Arshad" userId="cccdfd85-d35d-4453-9c6f-a463aae40722" providerId="ADAL" clId="{61AA69F3-B1E5-447C-A4B1-319BF9318022}" dt="2024-09-02T15:15:10.538" v="127" actId="14100"/>
        <pc:sldMkLst>
          <pc:docMk/>
          <pc:sldMk cId="0" sldId="357"/>
        </pc:sldMkLst>
        <pc:spChg chg="mod">
          <ac:chgData name="Ms Alina Arshad" userId="cccdfd85-d35d-4453-9c6f-a463aae40722" providerId="ADAL" clId="{61AA69F3-B1E5-447C-A4B1-319BF9318022}" dt="2024-09-02T15:14:17.568" v="117" actId="1076"/>
          <ac:spMkLst>
            <pc:docMk/>
            <pc:sldMk cId="0" sldId="357"/>
            <ac:spMk id="17410" creationId="{5537A4B9-B39A-579D-C3BC-C397847D6B0D}"/>
          </ac:spMkLst>
        </pc:spChg>
        <pc:spChg chg="mod">
          <ac:chgData name="Ms Alina Arshad" userId="cccdfd85-d35d-4453-9c6f-a463aae40722" providerId="ADAL" clId="{61AA69F3-B1E5-447C-A4B1-319BF9318022}" dt="2024-09-02T15:15:10.538" v="127" actId="14100"/>
          <ac:spMkLst>
            <pc:docMk/>
            <pc:sldMk cId="0" sldId="357"/>
            <ac:spMk id="17411" creationId="{689ADAC9-CBEB-2DBA-72EB-70D48463F7AA}"/>
          </ac:spMkLst>
        </pc:spChg>
      </pc:sldChg>
      <pc:sldChg chg="del">
        <pc:chgData name="Ms Alina Arshad" userId="cccdfd85-d35d-4453-9c6f-a463aae40722" providerId="ADAL" clId="{61AA69F3-B1E5-447C-A4B1-319BF9318022}" dt="2024-09-02T15:21:55.240" v="245" actId="47"/>
        <pc:sldMkLst>
          <pc:docMk/>
          <pc:sldMk cId="1406944082" sldId="358"/>
        </pc:sldMkLst>
      </pc:sldChg>
      <pc:sldChg chg="del">
        <pc:chgData name="Ms Alina Arshad" userId="cccdfd85-d35d-4453-9c6f-a463aae40722" providerId="ADAL" clId="{61AA69F3-B1E5-447C-A4B1-319BF9318022}" dt="2024-09-02T15:21:56.061" v="246" actId="47"/>
        <pc:sldMkLst>
          <pc:docMk/>
          <pc:sldMk cId="2115952897" sldId="359"/>
        </pc:sldMkLst>
      </pc:sldChg>
      <pc:sldChg chg="del">
        <pc:chgData name="Ms Alina Arshad" userId="cccdfd85-d35d-4453-9c6f-a463aae40722" providerId="ADAL" clId="{61AA69F3-B1E5-447C-A4B1-319BF9318022}" dt="2024-09-02T15:21:56.932" v="247" actId="47"/>
        <pc:sldMkLst>
          <pc:docMk/>
          <pc:sldMk cId="3064447784" sldId="360"/>
        </pc:sldMkLst>
      </pc:sldChg>
      <pc:sldChg chg="del">
        <pc:chgData name="Ms Alina Arshad" userId="cccdfd85-d35d-4453-9c6f-a463aae40722" providerId="ADAL" clId="{61AA69F3-B1E5-447C-A4B1-319BF9318022}" dt="2024-09-02T15:21:58.036" v="249" actId="47"/>
        <pc:sldMkLst>
          <pc:docMk/>
          <pc:sldMk cId="2172419699" sldId="363"/>
        </pc:sldMkLst>
      </pc:sldChg>
      <pc:sldChg chg="del">
        <pc:chgData name="Ms Alina Arshad" userId="cccdfd85-d35d-4453-9c6f-a463aae40722" providerId="ADAL" clId="{61AA69F3-B1E5-447C-A4B1-319BF9318022}" dt="2024-09-02T15:21:58.870" v="250" actId="47"/>
        <pc:sldMkLst>
          <pc:docMk/>
          <pc:sldMk cId="1503862493" sldId="364"/>
        </pc:sldMkLst>
      </pc:sldChg>
      <pc:sldChg chg="del">
        <pc:chgData name="Ms Alina Arshad" userId="cccdfd85-d35d-4453-9c6f-a463aae40722" providerId="ADAL" clId="{61AA69F3-B1E5-447C-A4B1-319BF9318022}" dt="2024-09-02T15:21:59.806" v="251" actId="47"/>
        <pc:sldMkLst>
          <pc:docMk/>
          <pc:sldMk cId="2200988931" sldId="365"/>
        </pc:sldMkLst>
      </pc:sldChg>
      <pc:sldChg chg="del">
        <pc:chgData name="Ms Alina Arshad" userId="cccdfd85-d35d-4453-9c6f-a463aae40722" providerId="ADAL" clId="{61AA69F3-B1E5-447C-A4B1-319BF9318022}" dt="2024-09-02T15:21:49.247" v="230" actId="47"/>
        <pc:sldMkLst>
          <pc:docMk/>
          <pc:sldMk cId="1781116589" sldId="366"/>
        </pc:sldMkLst>
      </pc:sldChg>
      <pc:sldChg chg="del">
        <pc:chgData name="Ms Alina Arshad" userId="cccdfd85-d35d-4453-9c6f-a463aae40722" providerId="ADAL" clId="{61AA69F3-B1E5-447C-A4B1-319BF9318022}" dt="2024-09-02T15:21:49.737" v="231" actId="47"/>
        <pc:sldMkLst>
          <pc:docMk/>
          <pc:sldMk cId="2646350301" sldId="367"/>
        </pc:sldMkLst>
      </pc:sldChg>
      <pc:sldChg chg="modSp add mod">
        <pc:chgData name="Ms Alina Arshad" userId="cccdfd85-d35d-4453-9c6f-a463aae40722" providerId="ADAL" clId="{61AA69F3-B1E5-447C-A4B1-319BF9318022}" dt="2024-09-02T15:11:26.060" v="103" actId="113"/>
        <pc:sldMkLst>
          <pc:docMk/>
          <pc:sldMk cId="0" sldId="369"/>
        </pc:sldMkLst>
        <pc:spChg chg="mod">
          <ac:chgData name="Ms Alina Arshad" userId="cccdfd85-d35d-4453-9c6f-a463aae40722" providerId="ADAL" clId="{61AA69F3-B1E5-447C-A4B1-319BF9318022}" dt="2024-09-02T15:11:26.060" v="103" actId="113"/>
          <ac:spMkLst>
            <pc:docMk/>
            <pc:sldMk cId="0" sldId="369"/>
            <ac:spMk id="15362" creationId="{2F17A306-C35F-32F2-751B-58D5D8ACDDC8}"/>
          </ac:spMkLst>
        </pc:spChg>
        <pc:spChg chg="mod">
          <ac:chgData name="Ms Alina Arshad" userId="cccdfd85-d35d-4453-9c6f-a463aae40722" providerId="ADAL" clId="{61AA69F3-B1E5-447C-A4B1-319BF9318022}" dt="2024-09-02T15:11:17.418" v="100" actId="207"/>
          <ac:spMkLst>
            <pc:docMk/>
            <pc:sldMk cId="0" sldId="369"/>
            <ac:spMk id="15363" creationId="{9D087D70-FEE9-7E5B-0C24-0A8BD1C3950B}"/>
          </ac:spMkLst>
        </pc:spChg>
      </pc:sldChg>
      <pc:sldChg chg="del">
        <pc:chgData name="Ms Alina Arshad" userId="cccdfd85-d35d-4453-9c6f-a463aae40722" providerId="ADAL" clId="{61AA69F3-B1E5-447C-A4B1-319BF9318022}" dt="2024-09-02T15:21:50.107" v="233" actId="47"/>
        <pc:sldMkLst>
          <pc:docMk/>
          <pc:sldMk cId="894339878" sldId="370"/>
        </pc:sldMkLst>
      </pc:sldChg>
      <pc:sldChg chg="del">
        <pc:chgData name="Ms Alina Arshad" userId="cccdfd85-d35d-4453-9c6f-a463aae40722" providerId="ADAL" clId="{61AA69F3-B1E5-447C-A4B1-319BF9318022}" dt="2024-09-02T15:21:50.719" v="236" actId="47"/>
        <pc:sldMkLst>
          <pc:docMk/>
          <pc:sldMk cId="3075587618" sldId="371"/>
        </pc:sldMkLst>
      </pc:sldChg>
      <pc:sldChg chg="modSp add mod">
        <pc:chgData name="Ms Alina Arshad" userId="cccdfd85-d35d-4453-9c6f-a463aae40722" providerId="ADAL" clId="{61AA69F3-B1E5-447C-A4B1-319BF9318022}" dt="2024-09-03T15:20:58.836" v="314" actId="20577"/>
        <pc:sldMkLst>
          <pc:docMk/>
          <pc:sldMk cId="0" sldId="372"/>
        </pc:sldMkLst>
        <pc:spChg chg="mod">
          <ac:chgData name="Ms Alina Arshad" userId="cccdfd85-d35d-4453-9c6f-a463aae40722" providerId="ADAL" clId="{61AA69F3-B1E5-447C-A4B1-319BF9318022}" dt="2024-09-02T15:17:30.384" v="169" actId="27636"/>
          <ac:spMkLst>
            <pc:docMk/>
            <pc:sldMk cId="0" sldId="372"/>
            <ac:spMk id="20482" creationId="{3AFC9EEE-90EA-5972-8983-E4DEFCEA8995}"/>
          </ac:spMkLst>
        </pc:spChg>
        <pc:spChg chg="mod">
          <ac:chgData name="Ms Alina Arshad" userId="cccdfd85-d35d-4453-9c6f-a463aae40722" providerId="ADAL" clId="{61AA69F3-B1E5-447C-A4B1-319BF9318022}" dt="2024-09-03T15:20:58.836" v="314" actId="20577"/>
          <ac:spMkLst>
            <pc:docMk/>
            <pc:sldMk cId="0" sldId="372"/>
            <ac:spMk id="20483" creationId="{3E38ED36-A255-2938-67D8-AB7034B87C39}"/>
          </ac:spMkLst>
        </pc:spChg>
      </pc:sldChg>
      <pc:sldChg chg="del">
        <pc:chgData name="Ms Alina Arshad" userId="cccdfd85-d35d-4453-9c6f-a463aae40722" providerId="ADAL" clId="{61AA69F3-B1E5-447C-A4B1-319BF9318022}" dt="2024-09-02T15:21:49.950" v="232" actId="47"/>
        <pc:sldMkLst>
          <pc:docMk/>
          <pc:sldMk cId="2581933320" sldId="373"/>
        </pc:sldMkLst>
      </pc:sldChg>
      <pc:sldChg chg="del">
        <pc:chgData name="Ms Alina Arshad" userId="cccdfd85-d35d-4453-9c6f-a463aae40722" providerId="ADAL" clId="{61AA69F3-B1E5-447C-A4B1-319BF9318022}" dt="2024-09-02T15:21:52.276" v="240" actId="47"/>
        <pc:sldMkLst>
          <pc:docMk/>
          <pc:sldMk cId="2678606632" sldId="374"/>
        </pc:sldMkLst>
      </pc:sldChg>
      <pc:sldChg chg="del">
        <pc:chgData name="Ms Alina Arshad" userId="cccdfd85-d35d-4453-9c6f-a463aae40722" providerId="ADAL" clId="{61AA69F3-B1E5-447C-A4B1-319BF9318022}" dt="2024-09-02T15:21:52.776" v="241" actId="47"/>
        <pc:sldMkLst>
          <pc:docMk/>
          <pc:sldMk cId="1482969484" sldId="375"/>
        </pc:sldMkLst>
      </pc:sldChg>
      <pc:sldChg chg="del">
        <pc:chgData name="Ms Alina Arshad" userId="cccdfd85-d35d-4453-9c6f-a463aae40722" providerId="ADAL" clId="{61AA69F3-B1E5-447C-A4B1-319BF9318022}" dt="2024-09-02T15:21:53.218" v="242" actId="47"/>
        <pc:sldMkLst>
          <pc:docMk/>
          <pc:sldMk cId="642482422" sldId="376"/>
        </pc:sldMkLst>
      </pc:sldChg>
      <pc:sldChg chg="del">
        <pc:chgData name="Ms Alina Arshad" userId="cccdfd85-d35d-4453-9c6f-a463aae40722" providerId="ADAL" clId="{61AA69F3-B1E5-447C-A4B1-319BF9318022}" dt="2024-09-02T15:21:53.669" v="243" actId="47"/>
        <pc:sldMkLst>
          <pc:docMk/>
          <pc:sldMk cId="1677014207" sldId="377"/>
        </pc:sldMkLst>
      </pc:sldChg>
      <pc:sldChg chg="del">
        <pc:chgData name="Ms Alina Arshad" userId="cccdfd85-d35d-4453-9c6f-a463aae40722" providerId="ADAL" clId="{61AA69F3-B1E5-447C-A4B1-319BF9318022}" dt="2024-09-02T15:21:54.405" v="244" actId="47"/>
        <pc:sldMkLst>
          <pc:docMk/>
          <pc:sldMk cId="668555099" sldId="378"/>
        </pc:sldMkLst>
      </pc:sldChg>
      <pc:sldChg chg="add del">
        <pc:chgData name="Ms Alina Arshad" userId="cccdfd85-d35d-4453-9c6f-a463aae40722" providerId="ADAL" clId="{61AA69F3-B1E5-447C-A4B1-319BF9318022}" dt="2024-09-03T15:29:13.589" v="319" actId="47"/>
        <pc:sldMkLst>
          <pc:docMk/>
          <pc:sldMk cId="0" sldId="379"/>
        </pc:sldMkLst>
      </pc:sldChg>
      <pc:sldChg chg="del">
        <pc:chgData name="Ms Alina Arshad" userId="cccdfd85-d35d-4453-9c6f-a463aae40722" providerId="ADAL" clId="{61AA69F3-B1E5-447C-A4B1-319BF9318022}" dt="2024-09-02T15:21:50.500" v="235" actId="47"/>
        <pc:sldMkLst>
          <pc:docMk/>
          <pc:sldMk cId="856986137" sldId="380"/>
        </pc:sldMkLst>
      </pc:sldChg>
      <pc:sldChg chg="del">
        <pc:chgData name="Ms Alina Arshad" userId="cccdfd85-d35d-4453-9c6f-a463aae40722" providerId="ADAL" clId="{61AA69F3-B1E5-447C-A4B1-319BF9318022}" dt="2024-09-02T15:21:51.078" v="237" actId="47"/>
        <pc:sldMkLst>
          <pc:docMk/>
          <pc:sldMk cId="2289773963" sldId="382"/>
        </pc:sldMkLst>
      </pc:sldChg>
      <pc:sldChg chg="del">
        <pc:chgData name="Ms Alina Arshad" userId="cccdfd85-d35d-4453-9c6f-a463aae40722" providerId="ADAL" clId="{61AA69F3-B1E5-447C-A4B1-319BF9318022}" dt="2024-09-02T15:21:51.365" v="238" actId="47"/>
        <pc:sldMkLst>
          <pc:docMk/>
          <pc:sldMk cId="2495083571" sldId="383"/>
        </pc:sldMkLst>
      </pc:sldChg>
      <pc:sldChg chg="del">
        <pc:chgData name="Ms Alina Arshad" userId="cccdfd85-d35d-4453-9c6f-a463aae40722" providerId="ADAL" clId="{61AA69F3-B1E5-447C-A4B1-319BF9318022}" dt="2024-09-02T15:21:51.839" v="239" actId="47"/>
        <pc:sldMkLst>
          <pc:docMk/>
          <pc:sldMk cId="2862048384" sldId="384"/>
        </pc:sldMkLst>
      </pc:sldChg>
      <pc:sldChg chg="del">
        <pc:chgData name="Ms Alina Arshad" userId="cccdfd85-d35d-4453-9c6f-a463aae40722" providerId="ADAL" clId="{61AA69F3-B1E5-447C-A4B1-319BF9318022}" dt="2024-09-02T15:21:57.603" v="248" actId="47"/>
        <pc:sldMkLst>
          <pc:docMk/>
          <pc:sldMk cId="2459502712" sldId="385"/>
        </pc:sldMkLst>
      </pc:sldChg>
      <pc:sldChg chg="del">
        <pc:chgData name="Ms Alina Arshad" userId="cccdfd85-d35d-4453-9c6f-a463aae40722" providerId="ADAL" clId="{61AA69F3-B1E5-447C-A4B1-319BF9318022}" dt="2024-09-02T15:21:50.299" v="234" actId="47"/>
        <pc:sldMkLst>
          <pc:docMk/>
          <pc:sldMk cId="1584583967" sldId="386"/>
        </pc:sldMkLst>
      </pc:sldChg>
      <pc:sldChg chg="add del">
        <pc:chgData name="Ms Alina Arshad" userId="cccdfd85-d35d-4453-9c6f-a463aae40722" providerId="ADAL" clId="{61AA69F3-B1E5-447C-A4B1-319BF9318022}" dt="2024-09-03T15:29:16.146" v="326" actId="47"/>
        <pc:sldMkLst>
          <pc:docMk/>
          <pc:sldMk cId="0" sldId="387"/>
        </pc:sldMkLst>
      </pc:sldChg>
      <pc:sldChg chg="add del">
        <pc:chgData name="Ms Alina Arshad" userId="cccdfd85-d35d-4453-9c6f-a463aae40722" providerId="ADAL" clId="{61AA69F3-B1E5-447C-A4B1-319BF9318022}" dt="2024-09-03T15:29:07.077" v="316" actId="47"/>
        <pc:sldMkLst>
          <pc:docMk/>
          <pc:sldMk cId="0" sldId="388"/>
        </pc:sldMkLst>
      </pc:sldChg>
      <pc:sldChg chg="add del">
        <pc:chgData name="Ms Alina Arshad" userId="cccdfd85-d35d-4453-9c6f-a463aae40722" providerId="ADAL" clId="{61AA69F3-B1E5-447C-A4B1-319BF9318022}" dt="2024-09-03T15:29:07.962" v="317" actId="47"/>
        <pc:sldMkLst>
          <pc:docMk/>
          <pc:sldMk cId="0" sldId="389"/>
        </pc:sldMkLst>
      </pc:sldChg>
      <pc:sldChg chg="addSp delSp modSp add mod ord">
        <pc:chgData name="Ms Alina Arshad" userId="cccdfd85-d35d-4453-9c6f-a463aae40722" providerId="ADAL" clId="{61AA69F3-B1E5-447C-A4B1-319BF9318022}" dt="2024-09-02T15:22:24.016" v="252" actId="207"/>
        <pc:sldMkLst>
          <pc:docMk/>
          <pc:sldMk cId="0" sldId="390"/>
        </pc:sldMkLst>
        <pc:spChg chg="add del mod">
          <ac:chgData name="Ms Alina Arshad" userId="cccdfd85-d35d-4453-9c6f-a463aae40722" providerId="ADAL" clId="{61AA69F3-B1E5-447C-A4B1-319BF9318022}" dt="2024-09-02T15:09:21.157" v="56" actId="478"/>
          <ac:spMkLst>
            <pc:docMk/>
            <pc:sldMk cId="0" sldId="390"/>
            <ac:spMk id="3" creationId="{B9A453C1-029D-F240-C443-B3C7B5810132}"/>
          </ac:spMkLst>
        </pc:spChg>
        <pc:spChg chg="del">
          <ac:chgData name="Ms Alina Arshad" userId="cccdfd85-d35d-4453-9c6f-a463aae40722" providerId="ADAL" clId="{61AA69F3-B1E5-447C-A4B1-319BF9318022}" dt="2024-09-02T15:07:56.804" v="38" actId="478"/>
          <ac:spMkLst>
            <pc:docMk/>
            <pc:sldMk cId="0" sldId="390"/>
            <ac:spMk id="10242" creationId="{BA3A5F98-3314-4DA6-E23D-D1A163657F82}"/>
          </ac:spMkLst>
        </pc:spChg>
        <pc:spChg chg="mod">
          <ac:chgData name="Ms Alina Arshad" userId="cccdfd85-d35d-4453-9c6f-a463aae40722" providerId="ADAL" clId="{61AA69F3-B1E5-447C-A4B1-319BF9318022}" dt="2024-09-02T15:22:24.016" v="252" actId="207"/>
          <ac:spMkLst>
            <pc:docMk/>
            <pc:sldMk cId="0" sldId="390"/>
            <ac:spMk id="10243" creationId="{D2EBA8CF-4DD3-2641-6942-B55DF9B04948}"/>
          </ac:spMkLst>
        </pc:spChg>
      </pc:sldChg>
      <pc:sldChg chg="modSp add mod">
        <pc:chgData name="Ms Alina Arshad" userId="cccdfd85-d35d-4453-9c6f-a463aae40722" providerId="ADAL" clId="{61AA69F3-B1E5-447C-A4B1-319BF9318022}" dt="2024-09-03T14:36:22.387" v="300" actId="1076"/>
        <pc:sldMkLst>
          <pc:docMk/>
          <pc:sldMk cId="0" sldId="391"/>
        </pc:sldMkLst>
        <pc:spChg chg="mod">
          <ac:chgData name="Ms Alina Arshad" userId="cccdfd85-d35d-4453-9c6f-a463aae40722" providerId="ADAL" clId="{61AA69F3-B1E5-447C-A4B1-319BF9318022}" dt="2024-09-03T14:36:22.387" v="300" actId="1076"/>
          <ac:spMkLst>
            <pc:docMk/>
            <pc:sldMk cId="0" sldId="391"/>
            <ac:spMk id="8" creationId="{4B7B8EBB-9DB8-2121-14A9-160B9D5F6B9B}"/>
          </ac:spMkLst>
        </pc:spChg>
        <pc:spChg chg="mod">
          <ac:chgData name="Ms Alina Arshad" userId="cccdfd85-d35d-4453-9c6f-a463aae40722" providerId="ADAL" clId="{61AA69F3-B1E5-447C-A4B1-319BF9318022}" dt="2024-09-02T15:09:26.098" v="57" actId="207"/>
          <ac:spMkLst>
            <pc:docMk/>
            <pc:sldMk cId="0" sldId="391"/>
            <ac:spMk id="14338" creationId="{178BF65F-64CF-8765-4643-4218A1366A93}"/>
          </ac:spMkLst>
        </pc:spChg>
        <pc:spChg chg="mod">
          <ac:chgData name="Ms Alina Arshad" userId="cccdfd85-d35d-4453-9c6f-a463aae40722" providerId="ADAL" clId="{61AA69F3-B1E5-447C-A4B1-319BF9318022}" dt="2024-09-02T15:10:20.171" v="69" actId="207"/>
          <ac:spMkLst>
            <pc:docMk/>
            <pc:sldMk cId="0" sldId="391"/>
            <ac:spMk id="14339" creationId="{126E4A18-D837-E559-D170-586465641E5B}"/>
          </ac:spMkLst>
        </pc:spChg>
        <pc:spChg chg="mod">
          <ac:chgData name="Ms Alina Arshad" userId="cccdfd85-d35d-4453-9c6f-a463aae40722" providerId="ADAL" clId="{61AA69F3-B1E5-447C-A4B1-319BF9318022}" dt="2024-09-03T14:36:14.879" v="297" actId="1076"/>
          <ac:spMkLst>
            <pc:docMk/>
            <pc:sldMk cId="0" sldId="391"/>
            <ac:spMk id="14340" creationId="{2E7C0FA2-7D57-694F-A7B8-315B045FC347}"/>
          </ac:spMkLst>
        </pc:spChg>
        <pc:spChg chg="mod">
          <ac:chgData name="Ms Alina Arshad" userId="cccdfd85-d35d-4453-9c6f-a463aae40722" providerId="ADAL" clId="{61AA69F3-B1E5-447C-A4B1-319BF9318022}" dt="2024-09-02T15:10:15.538" v="68" actId="113"/>
          <ac:spMkLst>
            <pc:docMk/>
            <pc:sldMk cId="0" sldId="391"/>
            <ac:spMk id="14341" creationId="{9B4A666E-5A9C-485A-01AA-B393E9471744}"/>
          </ac:spMkLst>
        </pc:spChg>
        <pc:picChg chg="mod">
          <ac:chgData name="Ms Alina Arshad" userId="cccdfd85-d35d-4453-9c6f-a463aae40722" providerId="ADAL" clId="{61AA69F3-B1E5-447C-A4B1-319BF9318022}" dt="2024-09-02T15:09:42.157" v="61" actId="1076"/>
          <ac:picMkLst>
            <pc:docMk/>
            <pc:sldMk cId="0" sldId="391"/>
            <ac:picMk id="14343" creationId="{62145043-50B9-EE92-8D27-400F4C8013F5}"/>
          </ac:picMkLst>
        </pc:picChg>
        <pc:picChg chg="mod">
          <ac:chgData name="Ms Alina Arshad" userId="cccdfd85-d35d-4453-9c6f-a463aae40722" providerId="ADAL" clId="{61AA69F3-B1E5-447C-A4B1-319BF9318022}" dt="2024-09-03T14:36:18.016" v="298" actId="1076"/>
          <ac:picMkLst>
            <pc:docMk/>
            <pc:sldMk cId="0" sldId="391"/>
            <ac:picMk id="14344" creationId="{AE6E7A52-AA22-642A-1A5A-354F6524558B}"/>
          </ac:picMkLst>
        </pc:picChg>
      </pc:sldChg>
      <pc:sldChg chg="modSp add mod">
        <pc:chgData name="Ms Alina Arshad" userId="cccdfd85-d35d-4453-9c6f-a463aae40722" providerId="ADAL" clId="{61AA69F3-B1E5-447C-A4B1-319BF9318022}" dt="2024-09-02T15:15:41.689" v="136" actId="14100"/>
        <pc:sldMkLst>
          <pc:docMk/>
          <pc:sldMk cId="0" sldId="392"/>
        </pc:sldMkLst>
        <pc:spChg chg="mod">
          <ac:chgData name="Ms Alina Arshad" userId="cccdfd85-d35d-4453-9c6f-a463aae40722" providerId="ADAL" clId="{61AA69F3-B1E5-447C-A4B1-319BF9318022}" dt="2024-09-02T15:15:22.961" v="130" actId="1076"/>
          <ac:spMkLst>
            <pc:docMk/>
            <pc:sldMk cId="0" sldId="392"/>
            <ac:spMk id="18434" creationId="{6722D93A-0D1F-145E-84A0-2629E476BFE3}"/>
          </ac:spMkLst>
        </pc:spChg>
        <pc:spChg chg="mod">
          <ac:chgData name="Ms Alina Arshad" userId="cccdfd85-d35d-4453-9c6f-a463aae40722" providerId="ADAL" clId="{61AA69F3-B1E5-447C-A4B1-319BF9318022}" dt="2024-09-02T15:15:41.689" v="136" actId="14100"/>
          <ac:spMkLst>
            <pc:docMk/>
            <pc:sldMk cId="0" sldId="392"/>
            <ac:spMk id="18435" creationId="{AEBCD9F5-B0DE-8D92-CD2D-5AEE452A8AD6}"/>
          </ac:spMkLst>
        </pc:spChg>
      </pc:sldChg>
      <pc:sldChg chg="modSp add mod">
        <pc:chgData name="Ms Alina Arshad" userId="cccdfd85-d35d-4453-9c6f-a463aae40722" providerId="ADAL" clId="{61AA69F3-B1E5-447C-A4B1-319BF9318022}" dt="2024-09-03T15:08:42.440" v="312" actId="14100"/>
        <pc:sldMkLst>
          <pc:docMk/>
          <pc:sldMk cId="0" sldId="393"/>
        </pc:sldMkLst>
        <pc:spChg chg="mod">
          <ac:chgData name="Ms Alina Arshad" userId="cccdfd85-d35d-4453-9c6f-a463aae40722" providerId="ADAL" clId="{61AA69F3-B1E5-447C-A4B1-319BF9318022}" dt="2024-09-02T15:15:55.275" v="139" actId="14100"/>
          <ac:spMkLst>
            <pc:docMk/>
            <pc:sldMk cId="0" sldId="393"/>
            <ac:spMk id="19458" creationId="{0F5096FE-7AF8-EAE0-3033-E7A5148B9482}"/>
          </ac:spMkLst>
        </pc:spChg>
        <pc:spChg chg="mod">
          <ac:chgData name="Ms Alina Arshad" userId="cccdfd85-d35d-4453-9c6f-a463aae40722" providerId="ADAL" clId="{61AA69F3-B1E5-447C-A4B1-319BF9318022}" dt="2024-09-03T15:08:42.440" v="312" actId="14100"/>
          <ac:spMkLst>
            <pc:docMk/>
            <pc:sldMk cId="0" sldId="393"/>
            <ac:spMk id="19459" creationId="{30445B9E-7609-2C13-9F7E-060ADA67CFFB}"/>
          </ac:spMkLst>
        </pc:spChg>
        <pc:picChg chg="mod">
          <ac:chgData name="Ms Alina Arshad" userId="cccdfd85-d35d-4453-9c6f-a463aae40722" providerId="ADAL" clId="{61AA69F3-B1E5-447C-A4B1-319BF9318022}" dt="2024-09-02T15:15:59.121" v="140" actId="1076"/>
          <ac:picMkLst>
            <pc:docMk/>
            <pc:sldMk cId="0" sldId="393"/>
            <ac:picMk id="19460" creationId="{F8DD2940-6587-2E51-5762-4ADEEAF55E8D}"/>
          </ac:picMkLst>
        </pc:picChg>
      </pc:sldChg>
      <pc:sldChg chg="modSp add mod">
        <pc:chgData name="Ms Alina Arshad" userId="cccdfd85-d35d-4453-9c6f-a463aae40722" providerId="ADAL" clId="{61AA69F3-B1E5-447C-A4B1-319BF9318022}" dt="2024-09-02T15:18:19.199" v="183" actId="12"/>
        <pc:sldMkLst>
          <pc:docMk/>
          <pc:sldMk cId="0" sldId="394"/>
        </pc:sldMkLst>
        <pc:spChg chg="mod">
          <ac:chgData name="Ms Alina Arshad" userId="cccdfd85-d35d-4453-9c6f-a463aae40722" providerId="ADAL" clId="{61AA69F3-B1E5-447C-A4B1-319BF9318022}" dt="2024-09-02T15:18:01.304" v="177" actId="113"/>
          <ac:spMkLst>
            <pc:docMk/>
            <pc:sldMk cId="0" sldId="394"/>
            <ac:spMk id="21506" creationId="{445C03E4-AB80-345E-E995-A1F28EC06CB0}"/>
          </ac:spMkLst>
        </pc:spChg>
        <pc:spChg chg="mod">
          <ac:chgData name="Ms Alina Arshad" userId="cccdfd85-d35d-4453-9c6f-a463aae40722" providerId="ADAL" clId="{61AA69F3-B1E5-447C-A4B1-319BF9318022}" dt="2024-09-02T15:18:19.199" v="183" actId="12"/>
          <ac:spMkLst>
            <pc:docMk/>
            <pc:sldMk cId="0" sldId="394"/>
            <ac:spMk id="21507" creationId="{09CC6E6F-D0D1-F41F-1B12-DC08240D3715}"/>
          </ac:spMkLst>
        </pc:spChg>
      </pc:sldChg>
      <pc:sldChg chg="modSp add mod">
        <pc:chgData name="Ms Alina Arshad" userId="cccdfd85-d35d-4453-9c6f-a463aae40722" providerId="ADAL" clId="{61AA69F3-B1E5-447C-A4B1-319BF9318022}" dt="2024-09-03T15:23:23.344" v="315" actId="20577"/>
        <pc:sldMkLst>
          <pc:docMk/>
          <pc:sldMk cId="0" sldId="395"/>
        </pc:sldMkLst>
        <pc:spChg chg="mod">
          <ac:chgData name="Ms Alina Arshad" userId="cccdfd85-d35d-4453-9c6f-a463aae40722" providerId="ADAL" clId="{61AA69F3-B1E5-447C-A4B1-319BF9318022}" dt="2024-09-02T15:19:01.485" v="185" actId="113"/>
          <ac:spMkLst>
            <pc:docMk/>
            <pc:sldMk cId="0" sldId="395"/>
            <ac:spMk id="22530" creationId="{F0402E37-889B-8B94-CACA-AF3D6C94AAA2}"/>
          </ac:spMkLst>
        </pc:spChg>
        <pc:spChg chg="mod">
          <ac:chgData name="Ms Alina Arshad" userId="cccdfd85-d35d-4453-9c6f-a463aae40722" providerId="ADAL" clId="{61AA69F3-B1E5-447C-A4B1-319BF9318022}" dt="2024-09-03T15:23:23.344" v="315" actId="20577"/>
          <ac:spMkLst>
            <pc:docMk/>
            <pc:sldMk cId="0" sldId="395"/>
            <ac:spMk id="22531" creationId="{863DC0FB-39D9-5FCE-7116-2F06C79D1A5C}"/>
          </ac:spMkLst>
        </pc:spChg>
      </pc:sldChg>
      <pc:sldChg chg="modSp add mod">
        <pc:chgData name="Ms Alina Arshad" userId="cccdfd85-d35d-4453-9c6f-a463aae40722" providerId="ADAL" clId="{61AA69F3-B1E5-447C-A4B1-319BF9318022}" dt="2024-09-02T15:20:10.152" v="204" actId="403"/>
        <pc:sldMkLst>
          <pc:docMk/>
          <pc:sldMk cId="0" sldId="396"/>
        </pc:sldMkLst>
        <pc:spChg chg="mod">
          <ac:chgData name="Ms Alina Arshad" userId="cccdfd85-d35d-4453-9c6f-a463aae40722" providerId="ADAL" clId="{61AA69F3-B1E5-447C-A4B1-319BF9318022}" dt="2024-09-02T15:20:10.152" v="204" actId="403"/>
          <ac:spMkLst>
            <pc:docMk/>
            <pc:sldMk cId="0" sldId="396"/>
            <ac:spMk id="3" creationId="{B6B28990-D426-37D3-4812-E9223FC1CAA3}"/>
          </ac:spMkLst>
        </pc:spChg>
        <pc:spChg chg="mod">
          <ac:chgData name="Ms Alina Arshad" userId="cccdfd85-d35d-4453-9c6f-a463aae40722" providerId="ADAL" clId="{61AA69F3-B1E5-447C-A4B1-319BF9318022}" dt="2024-09-02T15:19:54.310" v="199" actId="207"/>
          <ac:spMkLst>
            <pc:docMk/>
            <pc:sldMk cId="0" sldId="396"/>
            <ac:spMk id="23554" creationId="{46BD68B2-C317-CFC5-35FD-DDF5F4452F08}"/>
          </ac:spMkLst>
        </pc:spChg>
      </pc:sldChg>
      <pc:sldChg chg="modSp add mod">
        <pc:chgData name="Ms Alina Arshad" userId="cccdfd85-d35d-4453-9c6f-a463aae40722" providerId="ADAL" clId="{61AA69F3-B1E5-447C-A4B1-319BF9318022}" dt="2024-09-02T15:20:55.050" v="215" actId="5793"/>
        <pc:sldMkLst>
          <pc:docMk/>
          <pc:sldMk cId="0" sldId="397"/>
        </pc:sldMkLst>
        <pc:spChg chg="mod">
          <ac:chgData name="Ms Alina Arshad" userId="cccdfd85-d35d-4453-9c6f-a463aae40722" providerId="ADAL" clId="{61AA69F3-B1E5-447C-A4B1-319BF9318022}" dt="2024-09-02T15:20:55.050" v="215" actId="5793"/>
          <ac:spMkLst>
            <pc:docMk/>
            <pc:sldMk cId="0" sldId="397"/>
            <ac:spMk id="3" creationId="{ED2820C0-8635-D65B-40B6-B347DB28E1C3}"/>
          </ac:spMkLst>
        </pc:spChg>
        <pc:spChg chg="mod">
          <ac:chgData name="Ms Alina Arshad" userId="cccdfd85-d35d-4453-9c6f-a463aae40722" providerId="ADAL" clId="{61AA69F3-B1E5-447C-A4B1-319BF9318022}" dt="2024-09-02T15:20:24.637" v="207" actId="14100"/>
          <ac:spMkLst>
            <pc:docMk/>
            <pc:sldMk cId="0" sldId="397"/>
            <ac:spMk id="24578" creationId="{9E9EFE51-6BE5-4EA8-1761-CD7FB6B30495}"/>
          </ac:spMkLst>
        </pc:spChg>
      </pc:sldChg>
      <pc:sldChg chg="modSp add mod">
        <pc:chgData name="Ms Alina Arshad" userId="cccdfd85-d35d-4453-9c6f-a463aae40722" providerId="ADAL" clId="{61AA69F3-B1E5-447C-A4B1-319BF9318022}" dt="2024-09-02T15:21:30.955" v="229" actId="14100"/>
        <pc:sldMkLst>
          <pc:docMk/>
          <pc:sldMk cId="0" sldId="398"/>
        </pc:sldMkLst>
        <pc:spChg chg="mod">
          <ac:chgData name="Ms Alina Arshad" userId="cccdfd85-d35d-4453-9c6f-a463aae40722" providerId="ADAL" clId="{61AA69F3-B1E5-447C-A4B1-319BF9318022}" dt="2024-09-02T15:21:30.955" v="229" actId="14100"/>
          <ac:spMkLst>
            <pc:docMk/>
            <pc:sldMk cId="0" sldId="398"/>
            <ac:spMk id="3" creationId="{1801B9EB-D481-BF88-7EBA-D339121B115E}"/>
          </ac:spMkLst>
        </pc:spChg>
        <pc:spChg chg="mod">
          <ac:chgData name="Ms Alina Arshad" userId="cccdfd85-d35d-4453-9c6f-a463aae40722" providerId="ADAL" clId="{61AA69F3-B1E5-447C-A4B1-319BF9318022}" dt="2024-09-02T15:21:11.057" v="223" actId="207"/>
          <ac:spMkLst>
            <pc:docMk/>
            <pc:sldMk cId="0" sldId="398"/>
            <ac:spMk id="25602" creationId="{CA2021C2-5EF7-6C28-61B0-54C3361B8DA2}"/>
          </ac:spMkLst>
        </pc:spChg>
      </pc:sldChg>
      <pc:sldChg chg="add del">
        <pc:chgData name="Ms Alina Arshad" userId="cccdfd85-d35d-4453-9c6f-a463aae40722" providerId="ADAL" clId="{61AA69F3-B1E5-447C-A4B1-319BF9318022}" dt="2024-09-03T15:29:13.788" v="320" actId="47"/>
        <pc:sldMkLst>
          <pc:docMk/>
          <pc:sldMk cId="0" sldId="399"/>
        </pc:sldMkLst>
      </pc:sldChg>
      <pc:sldChg chg="add del">
        <pc:chgData name="Ms Alina Arshad" userId="cccdfd85-d35d-4453-9c6f-a463aae40722" providerId="ADAL" clId="{61AA69F3-B1E5-447C-A4B1-319BF9318022}" dt="2024-09-03T15:29:14.018" v="321" actId="47"/>
        <pc:sldMkLst>
          <pc:docMk/>
          <pc:sldMk cId="0" sldId="400"/>
        </pc:sldMkLst>
      </pc:sldChg>
      <pc:sldChg chg="add del">
        <pc:chgData name="Ms Alina Arshad" userId="cccdfd85-d35d-4453-9c6f-a463aae40722" providerId="ADAL" clId="{61AA69F3-B1E5-447C-A4B1-319BF9318022}" dt="2024-09-03T15:29:14.462" v="322" actId="47"/>
        <pc:sldMkLst>
          <pc:docMk/>
          <pc:sldMk cId="0" sldId="401"/>
        </pc:sldMkLst>
      </pc:sldChg>
      <pc:sldChg chg="add del">
        <pc:chgData name="Ms Alina Arshad" userId="cccdfd85-d35d-4453-9c6f-a463aae40722" providerId="ADAL" clId="{61AA69F3-B1E5-447C-A4B1-319BF9318022}" dt="2024-09-03T15:29:14.916" v="323" actId="47"/>
        <pc:sldMkLst>
          <pc:docMk/>
          <pc:sldMk cId="0" sldId="402"/>
        </pc:sldMkLst>
      </pc:sldChg>
      <pc:sldChg chg="add del">
        <pc:chgData name="Ms Alina Arshad" userId="cccdfd85-d35d-4453-9c6f-a463aae40722" providerId="ADAL" clId="{61AA69F3-B1E5-447C-A4B1-319BF9318022}" dt="2024-09-03T15:29:15.364" v="324" actId="47"/>
        <pc:sldMkLst>
          <pc:docMk/>
          <pc:sldMk cId="0" sldId="403"/>
        </pc:sldMkLst>
      </pc:sldChg>
      <pc:sldChg chg="add del">
        <pc:chgData name="Ms Alina Arshad" userId="cccdfd85-d35d-4453-9c6f-a463aae40722" providerId="ADAL" clId="{61AA69F3-B1E5-447C-A4B1-319BF9318022}" dt="2024-09-03T15:29:15.749" v="325" actId="47"/>
        <pc:sldMkLst>
          <pc:docMk/>
          <pc:sldMk cId="0" sldId="404"/>
        </pc:sldMkLst>
      </pc:sldChg>
      <pc:sldChg chg="addSp delSp modSp new mod">
        <pc:chgData name="Ms Alina Arshad" userId="cccdfd85-d35d-4453-9c6f-a463aae40722" providerId="ADAL" clId="{61AA69F3-B1E5-447C-A4B1-319BF9318022}" dt="2024-09-03T14:48:10.764" v="306" actId="1036"/>
        <pc:sldMkLst>
          <pc:docMk/>
          <pc:sldMk cId="965936624" sldId="405"/>
        </pc:sldMkLst>
        <pc:spChg chg="mod">
          <ac:chgData name="Ms Alina Arshad" userId="cccdfd85-d35d-4453-9c6f-a463aae40722" providerId="ADAL" clId="{61AA69F3-B1E5-447C-A4B1-319BF9318022}" dt="2024-09-03T14:36:42.627" v="302" actId="1076"/>
          <ac:spMkLst>
            <pc:docMk/>
            <pc:sldMk cId="965936624" sldId="405"/>
            <ac:spMk id="2" creationId="{30F57BF3-F5F5-C0A6-72AB-CE608E30712D}"/>
          </ac:spMkLst>
        </pc:spChg>
        <pc:spChg chg="del">
          <ac:chgData name="Ms Alina Arshad" userId="cccdfd85-d35d-4453-9c6f-a463aae40722" providerId="ADAL" clId="{61AA69F3-B1E5-447C-A4B1-319BF9318022}" dt="2024-09-02T15:25:15.569" v="254" actId="478"/>
          <ac:spMkLst>
            <pc:docMk/>
            <pc:sldMk cId="965936624" sldId="405"/>
            <ac:spMk id="3" creationId="{938B5C8B-F7B7-0E8A-4AD4-9B61F1D67E99}"/>
          </ac:spMkLst>
        </pc:spChg>
        <pc:picChg chg="add mod">
          <ac:chgData name="Ms Alina Arshad" userId="cccdfd85-d35d-4453-9c6f-a463aae40722" providerId="ADAL" clId="{61AA69F3-B1E5-447C-A4B1-319BF9318022}" dt="2024-09-03T14:48:10.764" v="306" actId="1036"/>
          <ac:picMkLst>
            <pc:docMk/>
            <pc:sldMk cId="965936624" sldId="405"/>
            <ac:picMk id="4" creationId="{44A45838-6958-16D0-5E00-D7DBABB8917F}"/>
          </ac:picMkLst>
        </pc:picChg>
      </pc:sldChg>
      <pc:sldChg chg="delSp modSp add mod">
        <pc:chgData name="Ms Alina Arshad" userId="cccdfd85-d35d-4453-9c6f-a463aae40722" providerId="ADAL" clId="{61AA69F3-B1E5-447C-A4B1-319BF9318022}" dt="2024-09-02T15:28:22.295" v="273" actId="113"/>
        <pc:sldMkLst>
          <pc:docMk/>
          <pc:sldMk cId="1515025612" sldId="420"/>
        </pc:sldMkLst>
        <pc:spChg chg="del mod">
          <ac:chgData name="Ms Alina Arshad" userId="cccdfd85-d35d-4453-9c6f-a463aae40722" providerId="ADAL" clId="{61AA69F3-B1E5-447C-A4B1-319BF9318022}" dt="2024-09-02T15:27:13.259" v="264" actId="478"/>
          <ac:spMkLst>
            <pc:docMk/>
            <pc:sldMk cId="1515025612" sldId="420"/>
            <ac:spMk id="2" creationId="{00000000-0000-0000-0000-000000000000}"/>
          </ac:spMkLst>
        </pc:spChg>
        <pc:spChg chg="del">
          <ac:chgData name="Ms Alina Arshad" userId="cccdfd85-d35d-4453-9c6f-a463aae40722" providerId="ADAL" clId="{61AA69F3-B1E5-447C-A4B1-319BF9318022}" dt="2024-09-02T15:27:22.376" v="267" actId="478"/>
          <ac:spMkLst>
            <pc:docMk/>
            <pc:sldMk cId="1515025612" sldId="420"/>
            <ac:spMk id="4" creationId="{00000000-0000-0000-0000-000000000000}"/>
          </ac:spMkLst>
        </pc:spChg>
        <pc:spChg chg="del">
          <ac:chgData name="Ms Alina Arshad" userId="cccdfd85-d35d-4453-9c6f-a463aae40722" providerId="ADAL" clId="{61AA69F3-B1E5-447C-A4B1-319BF9318022}" dt="2024-09-02T15:27:24.313" v="268" actId="478"/>
          <ac:spMkLst>
            <pc:docMk/>
            <pc:sldMk cId="1515025612" sldId="420"/>
            <ac:spMk id="5" creationId="{00000000-0000-0000-0000-000000000000}"/>
          </ac:spMkLst>
        </pc:spChg>
        <pc:spChg chg="mod">
          <ac:chgData name="Ms Alina Arshad" userId="cccdfd85-d35d-4453-9c6f-a463aae40722" providerId="ADAL" clId="{61AA69F3-B1E5-447C-A4B1-319BF9318022}" dt="2024-09-02T15:28:22.295" v="273" actId="113"/>
          <ac:spMkLst>
            <pc:docMk/>
            <pc:sldMk cId="1515025612" sldId="420"/>
            <ac:spMk id="10" creationId="{00000000-0000-0000-0000-000000000000}"/>
          </ac:spMkLst>
        </pc:spChg>
        <pc:picChg chg="mod">
          <ac:chgData name="Ms Alina Arshad" userId="cccdfd85-d35d-4453-9c6f-a463aae40722" providerId="ADAL" clId="{61AA69F3-B1E5-447C-A4B1-319BF9318022}" dt="2024-09-02T15:27:16.709" v="265" actId="1076"/>
          <ac:picMkLst>
            <pc:docMk/>
            <pc:sldMk cId="1515025612" sldId="420"/>
            <ac:picMk id="9" creationId="{00000000-0000-0000-0000-000000000000}"/>
          </ac:picMkLst>
        </pc:picChg>
      </pc:sldChg>
      <pc:sldChg chg="delSp modSp add mod">
        <pc:chgData name="Ms Alina Arshad" userId="cccdfd85-d35d-4453-9c6f-a463aae40722" providerId="ADAL" clId="{61AA69F3-B1E5-447C-A4B1-319BF9318022}" dt="2024-09-03T15:01:36.965" v="309" actId="20577"/>
        <pc:sldMkLst>
          <pc:docMk/>
          <pc:sldMk cId="4009753738" sldId="422"/>
        </pc:sldMkLst>
        <pc:spChg chg="mod">
          <ac:chgData name="Ms Alina Arshad" userId="cccdfd85-d35d-4453-9c6f-a463aae40722" providerId="ADAL" clId="{61AA69F3-B1E5-447C-A4B1-319BF9318022}" dt="2024-09-02T15:28:39.886" v="278" actId="207"/>
          <ac:spMkLst>
            <pc:docMk/>
            <pc:sldMk cId="4009753738" sldId="422"/>
            <ac:spMk id="2" creationId="{00000000-0000-0000-0000-000000000000}"/>
          </ac:spMkLst>
        </pc:spChg>
        <pc:spChg chg="mod">
          <ac:chgData name="Ms Alina Arshad" userId="cccdfd85-d35d-4453-9c6f-a463aae40722" providerId="ADAL" clId="{61AA69F3-B1E5-447C-A4B1-319BF9318022}" dt="2024-09-03T15:01:36.965" v="309" actId="20577"/>
          <ac:spMkLst>
            <pc:docMk/>
            <pc:sldMk cId="4009753738" sldId="422"/>
            <ac:spMk id="3" creationId="{00000000-0000-0000-0000-000000000000}"/>
          </ac:spMkLst>
        </pc:spChg>
        <pc:spChg chg="del">
          <ac:chgData name="Ms Alina Arshad" userId="cccdfd85-d35d-4453-9c6f-a463aae40722" providerId="ADAL" clId="{61AA69F3-B1E5-447C-A4B1-319BF9318022}" dt="2024-09-02T15:28:27.862" v="274" actId="478"/>
          <ac:spMkLst>
            <pc:docMk/>
            <pc:sldMk cId="4009753738" sldId="422"/>
            <ac:spMk id="4" creationId="{00000000-0000-0000-0000-000000000000}"/>
          </ac:spMkLst>
        </pc:spChg>
        <pc:spChg chg="del">
          <ac:chgData name="Ms Alina Arshad" userId="cccdfd85-d35d-4453-9c6f-a463aae40722" providerId="ADAL" clId="{61AA69F3-B1E5-447C-A4B1-319BF9318022}" dt="2024-09-02T15:28:30.124" v="275" actId="478"/>
          <ac:spMkLst>
            <pc:docMk/>
            <pc:sldMk cId="4009753738" sldId="422"/>
            <ac:spMk id="5" creationId="{00000000-0000-0000-0000-000000000000}"/>
          </ac:spMkLst>
        </pc:spChg>
      </pc:sldChg>
      <pc:sldChg chg="delSp modSp add mod">
        <pc:chgData name="Ms Alina Arshad" userId="cccdfd85-d35d-4453-9c6f-a463aae40722" providerId="ADAL" clId="{61AA69F3-B1E5-447C-A4B1-319BF9318022}" dt="2024-09-02T15:29:11.602" v="288" actId="478"/>
        <pc:sldMkLst>
          <pc:docMk/>
          <pc:sldMk cId="2563999751" sldId="425"/>
        </pc:sldMkLst>
        <pc:spChg chg="mod">
          <ac:chgData name="Ms Alina Arshad" userId="cccdfd85-d35d-4453-9c6f-a463aae40722" providerId="ADAL" clId="{61AA69F3-B1E5-447C-A4B1-319BF9318022}" dt="2024-09-02T15:28:58.380" v="283" actId="113"/>
          <ac:spMkLst>
            <pc:docMk/>
            <pc:sldMk cId="2563999751" sldId="425"/>
            <ac:spMk id="2" creationId="{00000000-0000-0000-0000-000000000000}"/>
          </ac:spMkLst>
        </pc:spChg>
        <pc:spChg chg="mod">
          <ac:chgData name="Ms Alina Arshad" userId="cccdfd85-d35d-4453-9c6f-a463aae40722" providerId="ADAL" clId="{61AA69F3-B1E5-447C-A4B1-319BF9318022}" dt="2024-09-02T15:29:05.689" v="285" actId="12"/>
          <ac:spMkLst>
            <pc:docMk/>
            <pc:sldMk cId="2563999751" sldId="425"/>
            <ac:spMk id="3" creationId="{00000000-0000-0000-0000-000000000000}"/>
          </ac:spMkLst>
        </pc:spChg>
        <pc:spChg chg="del mod">
          <ac:chgData name="Ms Alina Arshad" userId="cccdfd85-d35d-4453-9c6f-a463aae40722" providerId="ADAL" clId="{61AA69F3-B1E5-447C-A4B1-319BF9318022}" dt="2024-09-02T15:29:09.911" v="287" actId="478"/>
          <ac:spMkLst>
            <pc:docMk/>
            <pc:sldMk cId="2563999751" sldId="425"/>
            <ac:spMk id="4" creationId="{00000000-0000-0000-0000-000000000000}"/>
          </ac:spMkLst>
        </pc:spChg>
        <pc:spChg chg="del">
          <ac:chgData name="Ms Alina Arshad" userId="cccdfd85-d35d-4453-9c6f-a463aae40722" providerId="ADAL" clId="{61AA69F3-B1E5-447C-A4B1-319BF9318022}" dt="2024-09-02T15:29:11.602" v="288" actId="478"/>
          <ac:spMkLst>
            <pc:docMk/>
            <pc:sldMk cId="2563999751" sldId="425"/>
            <ac:spMk id="5" creationId="{00000000-0000-0000-0000-000000000000}"/>
          </ac:spMkLst>
        </pc:spChg>
      </pc:sldChg>
      <pc:sldChg chg="delSp modSp add mod">
        <pc:chgData name="Ms Alina Arshad" userId="cccdfd85-d35d-4453-9c6f-a463aae40722" providerId="ADAL" clId="{61AA69F3-B1E5-447C-A4B1-319BF9318022}" dt="2024-09-02T15:29:33.374" v="295" actId="478"/>
        <pc:sldMkLst>
          <pc:docMk/>
          <pc:sldMk cId="503109780" sldId="426"/>
        </pc:sldMkLst>
        <pc:spChg chg="mod">
          <ac:chgData name="Ms Alina Arshad" userId="cccdfd85-d35d-4453-9c6f-a463aae40722" providerId="ADAL" clId="{61AA69F3-B1E5-447C-A4B1-319BF9318022}" dt="2024-09-02T15:29:21.463" v="291" actId="14100"/>
          <ac:spMkLst>
            <pc:docMk/>
            <pc:sldMk cId="503109780" sldId="426"/>
            <ac:spMk id="2" creationId="{00000000-0000-0000-0000-000000000000}"/>
          </ac:spMkLst>
        </pc:spChg>
        <pc:spChg chg="mod">
          <ac:chgData name="Ms Alina Arshad" userId="cccdfd85-d35d-4453-9c6f-a463aae40722" providerId="ADAL" clId="{61AA69F3-B1E5-447C-A4B1-319BF9318022}" dt="2024-09-02T15:29:29.414" v="293" actId="12"/>
          <ac:spMkLst>
            <pc:docMk/>
            <pc:sldMk cId="503109780" sldId="426"/>
            <ac:spMk id="3" creationId="{00000000-0000-0000-0000-000000000000}"/>
          </ac:spMkLst>
        </pc:spChg>
        <pc:spChg chg="del">
          <ac:chgData name="Ms Alina Arshad" userId="cccdfd85-d35d-4453-9c6f-a463aae40722" providerId="ADAL" clId="{61AA69F3-B1E5-447C-A4B1-319BF9318022}" dt="2024-09-02T15:29:31.115" v="294" actId="478"/>
          <ac:spMkLst>
            <pc:docMk/>
            <pc:sldMk cId="503109780" sldId="426"/>
            <ac:spMk id="4" creationId="{00000000-0000-0000-0000-000000000000}"/>
          </ac:spMkLst>
        </pc:spChg>
        <pc:spChg chg="del">
          <ac:chgData name="Ms Alina Arshad" userId="cccdfd85-d35d-4453-9c6f-a463aae40722" providerId="ADAL" clId="{61AA69F3-B1E5-447C-A4B1-319BF9318022}" dt="2024-09-02T15:29:33.374" v="295" actId="478"/>
          <ac:spMkLst>
            <pc:docMk/>
            <pc:sldMk cId="503109780" sldId="42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9/9/2024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very illusive and has many meanings. What do we understand when we say ‘everything’? We</a:t>
            </a:r>
          </a:p>
          <a:p>
            <a:r>
              <a:rPr lang="en-US" dirty="0"/>
              <a:t>may expect one, two or all of the following when we refer to ‘everything’:</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11</a:t>
            </a:fld>
            <a:endParaRPr lang="en-US"/>
          </a:p>
        </p:txBody>
      </p:sp>
    </p:spTree>
    <p:extLst>
      <p:ext uri="{BB962C8B-B14F-4D97-AF65-F5344CB8AC3E}">
        <p14:creationId xmlns:p14="http://schemas.microsoft.com/office/powerpoint/2010/main" val="214339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Observed output(s) is (are) compared with expected output(s) for selected input(s) with preconditions, if any. The software is treated as a black </a:t>
            </a:r>
            <a:r>
              <a:rPr lang="en-US" baseline="0" dirty="0"/>
              <a:t> box.</a:t>
            </a:r>
          </a:p>
          <a:p>
            <a:r>
              <a:rPr lang="en-US" dirty="0"/>
              <a:t>This black box knowledge is sufficient to design a good number of test cases. Many activities are performed in real life with only black box knowledge like </a:t>
            </a:r>
          </a:p>
        </p:txBody>
      </p:sp>
      <p:sp>
        <p:nvSpPr>
          <p:cNvPr id="4" name="Slide Number Placeholder 3"/>
          <p:cNvSpPr>
            <a:spLocks noGrp="1"/>
          </p:cNvSpPr>
          <p:nvPr>
            <p:ph type="sldNum" sz="quarter" idx="10"/>
          </p:nvPr>
        </p:nvSpPr>
        <p:spPr/>
        <p:txBody>
          <a:bodyPr/>
          <a:lstStyle/>
          <a:p>
            <a:fld id="{741B017E-9405-4A24-9E72-ABBA234FC5F9}" type="slidenum">
              <a:rPr lang="en-US" smtClean="0"/>
              <a:t>12</a:t>
            </a:fld>
            <a:endParaRPr lang="en-US"/>
          </a:p>
        </p:txBody>
      </p:sp>
    </p:spTree>
    <p:extLst>
      <p:ext uri="{BB962C8B-B14F-4D97-AF65-F5344CB8AC3E}">
        <p14:creationId xmlns:p14="http://schemas.microsoft.com/office/powerpoint/2010/main" val="2500659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a car, using a cell phone, operating a computer, </a:t>
            </a:r>
            <a:r>
              <a:rPr lang="en-US" dirty="0" err="1"/>
              <a:t>etc</a:t>
            </a:r>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13</a:t>
            </a:fld>
            <a:endParaRPr lang="en-US"/>
          </a:p>
        </p:txBody>
      </p:sp>
    </p:spTree>
    <p:extLst>
      <p:ext uri="{BB962C8B-B14F-4D97-AF65-F5344CB8AC3E}">
        <p14:creationId xmlns:p14="http://schemas.microsoft.com/office/powerpoint/2010/main" val="3469019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can significantly reduce the number of test cases and </a:t>
            </a:r>
          </a:p>
        </p:txBody>
      </p:sp>
      <p:sp>
        <p:nvSpPr>
          <p:cNvPr id="4" name="Slide Number Placeholder 3"/>
          <p:cNvSpPr>
            <a:spLocks noGrp="1"/>
          </p:cNvSpPr>
          <p:nvPr>
            <p:ph type="sldNum" sz="quarter" idx="10"/>
          </p:nvPr>
        </p:nvSpPr>
        <p:spPr/>
        <p:txBody>
          <a:bodyPr/>
          <a:lstStyle/>
          <a:p>
            <a:fld id="{741B017E-9405-4A24-9E72-ABBA234FC5F9}" type="slidenum">
              <a:rPr lang="en-US" smtClean="0"/>
              <a:t>15</a:t>
            </a:fld>
            <a:endParaRPr lang="en-US"/>
          </a:p>
        </p:txBody>
      </p:sp>
    </p:spTree>
    <p:extLst>
      <p:ext uri="{BB962C8B-B14F-4D97-AF65-F5344CB8AC3E}">
        <p14:creationId xmlns:p14="http://schemas.microsoft.com/office/powerpoint/2010/main" val="3507990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 take another example</a:t>
            </a:r>
          </a:p>
        </p:txBody>
      </p:sp>
      <p:sp>
        <p:nvSpPr>
          <p:cNvPr id="4" name="Slide Number Placeholder 3"/>
          <p:cNvSpPr>
            <a:spLocks noGrp="1"/>
          </p:cNvSpPr>
          <p:nvPr>
            <p:ph type="sldNum" sz="quarter" idx="10"/>
          </p:nvPr>
        </p:nvSpPr>
        <p:spPr/>
        <p:txBody>
          <a:bodyPr/>
          <a:lstStyle/>
          <a:p>
            <a:fld id="{741B017E-9405-4A24-9E72-ABBA234FC5F9}" type="slidenum">
              <a:rPr lang="en-US" smtClean="0"/>
              <a:t>16</a:t>
            </a:fld>
            <a:endParaRPr lang="en-US"/>
          </a:p>
        </p:txBody>
      </p:sp>
    </p:spTree>
    <p:extLst>
      <p:ext uri="{BB962C8B-B14F-4D97-AF65-F5344CB8AC3E}">
        <p14:creationId xmlns:p14="http://schemas.microsoft.com/office/powerpoint/2010/main" val="3421643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test cases do not test any new thing and they just execute the same lines of source code again and again. </a:t>
            </a:r>
          </a:p>
        </p:txBody>
      </p:sp>
      <p:sp>
        <p:nvSpPr>
          <p:cNvPr id="4" name="Slide Number Placeholder 3"/>
          <p:cNvSpPr>
            <a:spLocks noGrp="1"/>
          </p:cNvSpPr>
          <p:nvPr>
            <p:ph type="sldNum" sz="quarter" idx="10"/>
          </p:nvPr>
        </p:nvSpPr>
        <p:spPr/>
        <p:txBody>
          <a:bodyPr/>
          <a:lstStyle/>
          <a:p>
            <a:fld id="{741B017E-9405-4A24-9E72-ABBA234FC5F9}" type="slidenum">
              <a:rPr lang="en-US" smtClean="0"/>
              <a:t>19</a:t>
            </a:fld>
            <a:endParaRPr lang="en-US"/>
          </a:p>
        </p:txBody>
      </p:sp>
    </p:spTree>
    <p:extLst>
      <p:ext uri="{BB962C8B-B14F-4D97-AF65-F5344CB8AC3E}">
        <p14:creationId xmlns:p14="http://schemas.microsoft.com/office/powerpoint/2010/main" val="2991820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410199" y="1962150"/>
            <a:ext cx="11135170" cy="1219962"/>
          </a:xfrm>
        </p:spPr>
        <p:txBody>
          <a:bodyPr>
            <a:normAutofit/>
          </a:bodyPr>
          <a:lstStyle/>
          <a:p>
            <a:pPr algn="ctr"/>
            <a:r>
              <a:rPr lang="en-US" sz="6600" b="1" dirty="0">
                <a:solidFill>
                  <a:schemeClr val="tx1"/>
                </a:solidFill>
              </a:rPr>
              <a:t>Software Quality Engineering</a:t>
            </a:r>
            <a:endParaRPr lang="en-US" sz="66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100051" y="3675888"/>
            <a:ext cx="10058400" cy="1922731"/>
          </a:xfrm>
        </p:spPr>
        <p:txBody>
          <a:bodyPr>
            <a:normAutofit/>
          </a:bodyPr>
          <a:lstStyle/>
          <a:p>
            <a:pPr algn="ctr"/>
            <a:r>
              <a:rPr lang="en-US" sz="4400" b="1">
                <a:solidFill>
                  <a:schemeClr val="tx1"/>
                </a:solidFill>
                <a:cs typeface="Times New Roman" panose="02020603050405020304" pitchFamily="18" charset="0"/>
              </a:rPr>
              <a:t>Lecture 2</a:t>
            </a:r>
            <a:endParaRPr lang="en-US" sz="4400" dirty="0">
              <a:solidFill>
                <a:schemeClr val="tx1"/>
              </a:solidFill>
              <a:cs typeface="Times New Roman" panose="02020603050405020304" pitchFamily="18" charset="0"/>
            </a:endParaRPr>
          </a:p>
          <a:p>
            <a:pPr algn="ctr"/>
            <a:r>
              <a:rPr lang="en-US" sz="3600" b="1" dirty="0">
                <a:solidFill>
                  <a:schemeClr val="tx1"/>
                </a:solidFill>
                <a:cs typeface="Times New Roman" panose="02020603050405020304" pitchFamily="18" charset="0"/>
              </a:rPr>
              <a:t>software testing</a:t>
            </a:r>
          </a:p>
        </p:txBody>
      </p:sp>
      <p:sp>
        <p:nvSpPr>
          <p:cNvPr id="5" name="TextBox 4">
            <a:extLst>
              <a:ext uri="{FF2B5EF4-FFF2-40B4-BE49-F238E27FC236}">
                <a16:creationId xmlns:a16="http://schemas.microsoft.com/office/drawing/2014/main" id="{2C4F1234-844D-F3A8-4B44-50EC8595C5FD}"/>
              </a:ext>
            </a:extLst>
          </p:cNvPr>
          <p:cNvSpPr txBox="1"/>
          <p:nvPr/>
        </p:nvSpPr>
        <p:spPr>
          <a:xfrm>
            <a:off x="8607583" y="5446064"/>
            <a:ext cx="3967680" cy="646331"/>
          </a:xfrm>
          <a:prstGeom prst="rect">
            <a:avLst/>
          </a:prstGeom>
          <a:noFill/>
        </p:spPr>
        <p:txBody>
          <a:bodyPr wrap="square">
            <a:spAutoFit/>
          </a:bodyPr>
          <a:lstStyle/>
          <a:p>
            <a:pPr algn="ctr"/>
            <a:r>
              <a:rPr lang="en-US" sz="1800" dirty="0">
                <a:solidFill>
                  <a:schemeClr val="tx1"/>
                </a:solidFill>
                <a:cs typeface="Times New Roman" panose="02020603050405020304" pitchFamily="18" charset="0"/>
              </a:rPr>
              <a:t>Alina Arshad</a:t>
            </a:r>
          </a:p>
          <a:p>
            <a:pPr algn="ctr"/>
            <a:r>
              <a:rPr lang="en-US" sz="1800" dirty="0">
                <a:cs typeface="Times New Roman" panose="02020603050405020304" pitchFamily="18" charset="0"/>
              </a:rPr>
              <a:t>alina.arshad@nu.edu.pk</a:t>
            </a:r>
            <a:endParaRPr lang="en-US" sz="1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94B96EC9-3772-F192-36A7-9AEC2591F83D}"/>
              </a:ext>
            </a:extLst>
          </p:cNvPr>
          <p:cNvSpPr>
            <a:spLocks noGrp="1"/>
          </p:cNvSpPr>
          <p:nvPr>
            <p:ph type="title"/>
          </p:nvPr>
        </p:nvSpPr>
        <p:spPr/>
        <p:txBody>
          <a:bodyPr/>
          <a:lstStyle/>
          <a:p>
            <a:r>
              <a:rPr lang="en-US" altLang="en-US" b="1" dirty="0">
                <a:solidFill>
                  <a:schemeClr val="tx1"/>
                </a:solidFill>
              </a:rPr>
              <a:t>A Good Software Tester</a:t>
            </a:r>
          </a:p>
        </p:txBody>
      </p:sp>
      <p:sp>
        <p:nvSpPr>
          <p:cNvPr id="14339" name="Content Placeholder 2">
            <a:extLst>
              <a:ext uri="{FF2B5EF4-FFF2-40B4-BE49-F238E27FC236}">
                <a16:creationId xmlns:a16="http://schemas.microsoft.com/office/drawing/2014/main" id="{94A197E7-6DCB-57DA-E27C-724B31356253}"/>
              </a:ext>
            </a:extLst>
          </p:cNvPr>
          <p:cNvSpPr>
            <a:spLocks noGrp="1"/>
          </p:cNvSpPr>
          <p:nvPr>
            <p:ph sz="quarter" idx="1"/>
          </p:nvPr>
        </p:nvSpPr>
        <p:spPr>
          <a:xfrm>
            <a:off x="1036320" y="1945341"/>
            <a:ext cx="10119360" cy="3523968"/>
          </a:xfrm>
        </p:spPr>
        <p:txBody>
          <a:bodyPr>
            <a:normAutofit lnSpcReduction="10000"/>
          </a:bodyPr>
          <a:lstStyle/>
          <a:p>
            <a:pPr algn="just">
              <a:buFont typeface="Arial" panose="020B0604020202020204" pitchFamily="34" charset="0"/>
              <a:buChar char="•"/>
            </a:pPr>
            <a:r>
              <a:rPr lang="en-US" altLang="en-US" sz="2600" dirty="0">
                <a:solidFill>
                  <a:schemeClr val="tx1"/>
                </a:solidFill>
              </a:rPr>
              <a:t>Find bugs as early as possible and make sure they get fixed.</a:t>
            </a:r>
          </a:p>
          <a:p>
            <a:pPr algn="just">
              <a:buFont typeface="Arial" panose="020B0604020202020204" pitchFamily="34" charset="0"/>
              <a:buChar char="•"/>
            </a:pPr>
            <a:r>
              <a:rPr lang="en-US" altLang="en-US" sz="2600" dirty="0">
                <a:solidFill>
                  <a:schemeClr val="tx1"/>
                </a:solidFill>
              </a:rPr>
              <a:t>To understand the application well.</a:t>
            </a:r>
          </a:p>
          <a:p>
            <a:pPr algn="just">
              <a:buFont typeface="Arial" panose="020B0604020202020204" pitchFamily="34" charset="0"/>
              <a:buChar char="•"/>
            </a:pPr>
            <a:r>
              <a:rPr lang="en-US" altLang="en-US" sz="2600" dirty="0">
                <a:solidFill>
                  <a:schemeClr val="tx1"/>
                </a:solidFill>
              </a:rPr>
              <a:t>Study the functionality in detail to find where the bugs are likely to occur.</a:t>
            </a:r>
          </a:p>
          <a:p>
            <a:pPr algn="just">
              <a:buFont typeface="Arial" panose="020B0604020202020204" pitchFamily="34" charset="0"/>
              <a:buChar char="•"/>
            </a:pPr>
            <a:r>
              <a:rPr lang="en-US" altLang="en-US" sz="2600" dirty="0">
                <a:solidFill>
                  <a:schemeClr val="tx1"/>
                </a:solidFill>
              </a:rPr>
              <a:t>Study the code to ensure that every line of code is tested.</a:t>
            </a:r>
          </a:p>
          <a:p>
            <a:pPr algn="just">
              <a:buFont typeface="Arial" panose="020B0604020202020204" pitchFamily="34" charset="0"/>
              <a:buChar char="•"/>
            </a:pPr>
            <a:r>
              <a:rPr lang="en-US" altLang="en-US" sz="2600" dirty="0">
                <a:solidFill>
                  <a:schemeClr val="tx1"/>
                </a:solidFill>
              </a:rPr>
              <a:t>Create test cases in such a way that testing is done to uncover the hidden bugs and also ensure that the software is usable and reliable. </a:t>
            </a:r>
          </a:p>
          <a:p>
            <a:pPr>
              <a:buFont typeface="Wingdings" panose="05000000000000000000" pitchFamily="2" charset="2"/>
              <a:buNone/>
            </a:pPr>
            <a:br>
              <a:rPr lang="en-US" altLang="en-US" sz="2400" b="1" dirty="0"/>
            </a:br>
            <a:endParaRPr lang="en-US" altLang="en-US" sz="21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p:cTn id="7" dur="1000" fill="hold"/>
                                        <p:tgtEl>
                                          <p:spTgt spid="14339">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14339">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1433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14339">
                                            <p:txEl>
                                              <p:pRg st="1" end="1"/>
                                            </p:txEl>
                                          </p:spTgt>
                                        </p:tgtEl>
                                        <p:attrNameLst>
                                          <p:attrName>style.visibility</p:attrName>
                                        </p:attrNameLst>
                                      </p:cBhvr>
                                      <p:to>
                                        <p:strVal val="visible"/>
                                      </p:to>
                                    </p:set>
                                    <p:anim calcmode="lin" valueType="num">
                                      <p:cBhvr>
                                        <p:cTn id="14" dur="1000" fill="hold"/>
                                        <p:tgtEl>
                                          <p:spTgt spid="14339">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14339">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1433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14339">
                                            <p:txEl>
                                              <p:pRg st="2" end="2"/>
                                            </p:txEl>
                                          </p:spTgt>
                                        </p:tgtEl>
                                        <p:attrNameLst>
                                          <p:attrName>style.visibility</p:attrName>
                                        </p:attrNameLst>
                                      </p:cBhvr>
                                      <p:to>
                                        <p:strVal val="visible"/>
                                      </p:to>
                                    </p:set>
                                    <p:anim calcmode="lin" valueType="num">
                                      <p:cBhvr>
                                        <p:cTn id="21" dur="1000" fill="hold"/>
                                        <p:tgtEl>
                                          <p:spTgt spid="14339">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14339">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1433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nodeType="clickEffect">
                                  <p:stCondLst>
                                    <p:cond delay="0"/>
                                  </p:stCondLst>
                                  <p:childTnLst>
                                    <p:set>
                                      <p:cBhvr>
                                        <p:cTn id="27" dur="1" fill="hold">
                                          <p:stCondLst>
                                            <p:cond delay="0"/>
                                          </p:stCondLst>
                                        </p:cTn>
                                        <p:tgtEl>
                                          <p:spTgt spid="14339">
                                            <p:txEl>
                                              <p:pRg st="3" end="3"/>
                                            </p:txEl>
                                          </p:spTgt>
                                        </p:tgtEl>
                                        <p:attrNameLst>
                                          <p:attrName>style.visibility</p:attrName>
                                        </p:attrNameLst>
                                      </p:cBhvr>
                                      <p:to>
                                        <p:strVal val="visible"/>
                                      </p:to>
                                    </p:set>
                                    <p:anim calcmode="lin" valueType="num">
                                      <p:cBhvr>
                                        <p:cTn id="28" dur="1000" fill="hold"/>
                                        <p:tgtEl>
                                          <p:spTgt spid="14339">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14339">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14339">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nodeType="clickEffect">
                                  <p:stCondLst>
                                    <p:cond delay="0"/>
                                  </p:stCondLst>
                                  <p:childTnLst>
                                    <p:set>
                                      <p:cBhvr>
                                        <p:cTn id="34" dur="1" fill="hold">
                                          <p:stCondLst>
                                            <p:cond delay="0"/>
                                          </p:stCondLst>
                                        </p:cTn>
                                        <p:tgtEl>
                                          <p:spTgt spid="14339">
                                            <p:txEl>
                                              <p:pRg st="4" end="4"/>
                                            </p:txEl>
                                          </p:spTgt>
                                        </p:tgtEl>
                                        <p:attrNameLst>
                                          <p:attrName>style.visibility</p:attrName>
                                        </p:attrNameLst>
                                      </p:cBhvr>
                                      <p:to>
                                        <p:strVal val="visible"/>
                                      </p:to>
                                    </p:set>
                                    <p:anim calcmode="lin" valueType="num">
                                      <p:cBhvr>
                                        <p:cTn id="35" dur="1000" fill="hold"/>
                                        <p:tgtEl>
                                          <p:spTgt spid="14339">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14339">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14339">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nodeType="clickEffect">
                                  <p:stCondLst>
                                    <p:cond delay="0"/>
                                  </p:stCondLst>
                                  <p:childTnLst>
                                    <p:set>
                                      <p:cBhvr>
                                        <p:cTn id="41" dur="1" fill="hold">
                                          <p:stCondLst>
                                            <p:cond delay="0"/>
                                          </p:stCondLst>
                                        </p:cTn>
                                        <p:tgtEl>
                                          <p:spTgt spid="14339">
                                            <p:txEl>
                                              <p:pRg st="5" end="5"/>
                                            </p:txEl>
                                          </p:spTgt>
                                        </p:tgtEl>
                                        <p:attrNameLst>
                                          <p:attrName>style.visibility</p:attrName>
                                        </p:attrNameLst>
                                      </p:cBhvr>
                                      <p:to>
                                        <p:strVal val="visible"/>
                                      </p:to>
                                    </p:set>
                                    <p:anim calcmode="lin" valueType="num">
                                      <p:cBhvr>
                                        <p:cTn id="42" dur="1000" fill="hold"/>
                                        <p:tgtEl>
                                          <p:spTgt spid="14339">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14339">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14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FF264FD-3FAC-696B-B23E-80C7D4989C57}"/>
              </a:ext>
            </a:extLst>
          </p:cNvPr>
          <p:cNvSpPr>
            <a:spLocks noGrp="1"/>
          </p:cNvSpPr>
          <p:nvPr>
            <p:ph type="title"/>
          </p:nvPr>
        </p:nvSpPr>
        <p:spPr>
          <a:xfrm>
            <a:off x="1097280" y="717176"/>
            <a:ext cx="10058400" cy="1020184"/>
          </a:xfrm>
        </p:spPr>
        <p:txBody>
          <a:bodyPr/>
          <a:lstStyle/>
          <a:p>
            <a:r>
              <a:rPr lang="en-US" altLang="en-US" b="1" dirty="0">
                <a:solidFill>
                  <a:schemeClr val="tx1"/>
                </a:solidFill>
              </a:rPr>
              <a:t>Guidelines for testing</a:t>
            </a:r>
          </a:p>
        </p:txBody>
      </p:sp>
      <p:sp>
        <p:nvSpPr>
          <p:cNvPr id="14339" name="Content Placeholder 2">
            <a:extLst>
              <a:ext uri="{FF2B5EF4-FFF2-40B4-BE49-F238E27FC236}">
                <a16:creationId xmlns:a16="http://schemas.microsoft.com/office/drawing/2014/main" id="{146A747E-9050-5C65-BC4A-8D4836FF8395}"/>
              </a:ext>
            </a:extLst>
          </p:cNvPr>
          <p:cNvSpPr>
            <a:spLocks noGrp="1"/>
          </p:cNvSpPr>
          <p:nvPr>
            <p:ph sz="quarter" idx="1"/>
          </p:nvPr>
        </p:nvSpPr>
        <p:spPr>
          <a:xfrm>
            <a:off x="1192306" y="1737360"/>
            <a:ext cx="9963374" cy="4663440"/>
          </a:xfrm>
        </p:spPr>
        <p:txBody>
          <a:bodyPr>
            <a:normAutofit fontScale="92500"/>
          </a:bodyPr>
          <a:lstStyle/>
          <a:p>
            <a:pPr algn="just">
              <a:buFont typeface="Arial" panose="020B0604020202020204" pitchFamily="34" charset="0"/>
              <a:buChar char="•"/>
            </a:pPr>
            <a:r>
              <a:rPr lang="en-US" altLang="en-US" sz="2600" dirty="0">
                <a:solidFill>
                  <a:schemeClr val="tx1"/>
                </a:solidFill>
              </a:rPr>
              <a:t>Testing a system’s capabilities is more important than testing its components.</a:t>
            </a:r>
          </a:p>
          <a:p>
            <a:pPr algn="just">
              <a:buFont typeface="Arial" panose="020B0604020202020204" pitchFamily="34" charset="0"/>
              <a:buChar char="•"/>
            </a:pPr>
            <a:r>
              <a:rPr lang="en-US" altLang="en-US" sz="2600" dirty="0">
                <a:solidFill>
                  <a:schemeClr val="tx1"/>
                </a:solidFill>
              </a:rPr>
              <a:t>Testing old capabilities is more important than testing new capabilities.</a:t>
            </a:r>
          </a:p>
          <a:p>
            <a:pPr algn="just">
              <a:buFont typeface="Arial" panose="020B0604020202020204" pitchFamily="34" charset="0"/>
              <a:buChar char="•"/>
            </a:pPr>
            <a:r>
              <a:rPr lang="en-US" altLang="en-US" sz="2600" dirty="0">
                <a:solidFill>
                  <a:schemeClr val="tx1"/>
                </a:solidFill>
              </a:rPr>
              <a:t>Testing typical situations is more important than testing boundary value cases.</a:t>
            </a:r>
          </a:p>
          <a:p>
            <a:pPr algn="just">
              <a:buFont typeface="Arial" panose="020B0604020202020204" pitchFamily="34" charset="0"/>
              <a:buChar char="•"/>
            </a:pPr>
            <a:r>
              <a:rPr lang="en-US" altLang="en-US" sz="2600" b="1" dirty="0">
                <a:solidFill>
                  <a:schemeClr val="accent2"/>
                </a:solidFill>
              </a:rPr>
              <a:t>Do it in a simple manner.</a:t>
            </a:r>
          </a:p>
          <a:p>
            <a:pPr algn="just">
              <a:buFont typeface="Arial" panose="020B0604020202020204" pitchFamily="34" charset="0"/>
              <a:buChar char="•"/>
            </a:pPr>
            <a:r>
              <a:rPr lang="en-US" altLang="en-US" sz="2600" b="1" dirty="0">
                <a:solidFill>
                  <a:schemeClr val="accent2"/>
                </a:solidFill>
              </a:rPr>
              <a:t>Have a good foresight.</a:t>
            </a:r>
          </a:p>
          <a:p>
            <a:pPr algn="just">
              <a:buFont typeface="Arial" panose="020B0604020202020204" pitchFamily="34" charset="0"/>
              <a:buChar char="•"/>
            </a:pPr>
            <a:r>
              <a:rPr lang="en-US" altLang="en-US" sz="2600" b="1" dirty="0">
                <a:solidFill>
                  <a:schemeClr val="accent2"/>
                </a:solidFill>
              </a:rPr>
              <a:t>Think comprehensively.</a:t>
            </a:r>
          </a:p>
          <a:p>
            <a:pPr algn="just">
              <a:buFont typeface="Arial" panose="020B0604020202020204" pitchFamily="34" charset="0"/>
              <a:buChar char="•"/>
            </a:pPr>
            <a:r>
              <a:rPr lang="en-US" altLang="en-US" sz="2600" b="1" dirty="0">
                <a:solidFill>
                  <a:schemeClr val="accent2"/>
                </a:solidFill>
              </a:rPr>
              <a:t>Good reasoning abilities.</a:t>
            </a:r>
          </a:p>
          <a:p>
            <a:pPr>
              <a:buFont typeface="Wingdings" panose="05000000000000000000" pitchFamily="2" charset="2"/>
              <a:buNone/>
            </a:pPr>
            <a:br>
              <a:rPr lang="en-US" altLang="en-US" sz="2400" b="1" dirty="0"/>
            </a:br>
            <a:endParaRPr lang="en-US" altLang="en-US" sz="21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p:cTn id="7" dur="1000" fill="hold"/>
                                        <p:tgtEl>
                                          <p:spTgt spid="14339">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14339">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1433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14339">
                                            <p:txEl>
                                              <p:pRg st="1" end="1"/>
                                            </p:txEl>
                                          </p:spTgt>
                                        </p:tgtEl>
                                        <p:attrNameLst>
                                          <p:attrName>style.visibility</p:attrName>
                                        </p:attrNameLst>
                                      </p:cBhvr>
                                      <p:to>
                                        <p:strVal val="visible"/>
                                      </p:to>
                                    </p:set>
                                    <p:anim calcmode="lin" valueType="num">
                                      <p:cBhvr>
                                        <p:cTn id="14" dur="1000" fill="hold"/>
                                        <p:tgtEl>
                                          <p:spTgt spid="14339">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14339">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1433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14339">
                                            <p:txEl>
                                              <p:pRg st="2" end="2"/>
                                            </p:txEl>
                                          </p:spTgt>
                                        </p:tgtEl>
                                        <p:attrNameLst>
                                          <p:attrName>style.visibility</p:attrName>
                                        </p:attrNameLst>
                                      </p:cBhvr>
                                      <p:to>
                                        <p:strVal val="visible"/>
                                      </p:to>
                                    </p:set>
                                    <p:anim calcmode="lin" valueType="num">
                                      <p:cBhvr>
                                        <p:cTn id="21" dur="1000" fill="hold"/>
                                        <p:tgtEl>
                                          <p:spTgt spid="14339">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14339">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1433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nodeType="clickEffect">
                                  <p:stCondLst>
                                    <p:cond delay="0"/>
                                  </p:stCondLst>
                                  <p:childTnLst>
                                    <p:set>
                                      <p:cBhvr>
                                        <p:cTn id="27" dur="1" fill="hold">
                                          <p:stCondLst>
                                            <p:cond delay="0"/>
                                          </p:stCondLst>
                                        </p:cTn>
                                        <p:tgtEl>
                                          <p:spTgt spid="14339">
                                            <p:txEl>
                                              <p:pRg st="3" end="3"/>
                                            </p:txEl>
                                          </p:spTgt>
                                        </p:tgtEl>
                                        <p:attrNameLst>
                                          <p:attrName>style.visibility</p:attrName>
                                        </p:attrNameLst>
                                      </p:cBhvr>
                                      <p:to>
                                        <p:strVal val="visible"/>
                                      </p:to>
                                    </p:set>
                                    <p:anim calcmode="lin" valueType="num">
                                      <p:cBhvr>
                                        <p:cTn id="28" dur="1000" fill="hold"/>
                                        <p:tgtEl>
                                          <p:spTgt spid="14339">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14339">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14339">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nodeType="clickEffect">
                                  <p:stCondLst>
                                    <p:cond delay="0"/>
                                  </p:stCondLst>
                                  <p:childTnLst>
                                    <p:set>
                                      <p:cBhvr>
                                        <p:cTn id="34" dur="1" fill="hold">
                                          <p:stCondLst>
                                            <p:cond delay="0"/>
                                          </p:stCondLst>
                                        </p:cTn>
                                        <p:tgtEl>
                                          <p:spTgt spid="14339">
                                            <p:txEl>
                                              <p:pRg st="4" end="4"/>
                                            </p:txEl>
                                          </p:spTgt>
                                        </p:tgtEl>
                                        <p:attrNameLst>
                                          <p:attrName>style.visibility</p:attrName>
                                        </p:attrNameLst>
                                      </p:cBhvr>
                                      <p:to>
                                        <p:strVal val="visible"/>
                                      </p:to>
                                    </p:set>
                                    <p:anim calcmode="lin" valueType="num">
                                      <p:cBhvr>
                                        <p:cTn id="35" dur="1000" fill="hold"/>
                                        <p:tgtEl>
                                          <p:spTgt spid="14339">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14339">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14339">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nodeType="clickEffect">
                                  <p:stCondLst>
                                    <p:cond delay="0"/>
                                  </p:stCondLst>
                                  <p:childTnLst>
                                    <p:set>
                                      <p:cBhvr>
                                        <p:cTn id="41" dur="1" fill="hold">
                                          <p:stCondLst>
                                            <p:cond delay="0"/>
                                          </p:stCondLst>
                                        </p:cTn>
                                        <p:tgtEl>
                                          <p:spTgt spid="14339">
                                            <p:txEl>
                                              <p:pRg st="5" end="5"/>
                                            </p:txEl>
                                          </p:spTgt>
                                        </p:tgtEl>
                                        <p:attrNameLst>
                                          <p:attrName>style.visibility</p:attrName>
                                        </p:attrNameLst>
                                      </p:cBhvr>
                                      <p:to>
                                        <p:strVal val="visible"/>
                                      </p:to>
                                    </p:set>
                                    <p:anim calcmode="lin" valueType="num">
                                      <p:cBhvr>
                                        <p:cTn id="42" dur="1000" fill="hold"/>
                                        <p:tgtEl>
                                          <p:spTgt spid="14339">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14339">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14339">
                                            <p:txEl>
                                              <p:pRg st="5" end="5"/>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9" presetClass="entr" presetSubtype="0" fill="hold" nodeType="clickEffect">
                                  <p:stCondLst>
                                    <p:cond delay="0"/>
                                  </p:stCondLst>
                                  <p:childTnLst>
                                    <p:set>
                                      <p:cBhvr>
                                        <p:cTn id="48" dur="1" fill="hold">
                                          <p:stCondLst>
                                            <p:cond delay="0"/>
                                          </p:stCondLst>
                                        </p:cTn>
                                        <p:tgtEl>
                                          <p:spTgt spid="14339">
                                            <p:txEl>
                                              <p:pRg st="6" end="6"/>
                                            </p:txEl>
                                          </p:spTgt>
                                        </p:tgtEl>
                                        <p:attrNameLst>
                                          <p:attrName>style.visibility</p:attrName>
                                        </p:attrNameLst>
                                      </p:cBhvr>
                                      <p:to>
                                        <p:strVal val="visible"/>
                                      </p:to>
                                    </p:set>
                                    <p:anim calcmode="lin" valueType="num">
                                      <p:cBhvr>
                                        <p:cTn id="49" dur="1000" fill="hold"/>
                                        <p:tgtEl>
                                          <p:spTgt spid="14339">
                                            <p:txEl>
                                              <p:pRg st="6" end="6"/>
                                            </p:txEl>
                                          </p:spTgt>
                                        </p:tgtEl>
                                        <p:attrNameLst>
                                          <p:attrName>ppt_x</p:attrName>
                                        </p:attrNameLst>
                                      </p:cBhvr>
                                      <p:tavLst>
                                        <p:tav tm="0">
                                          <p:val>
                                            <p:strVal val="#ppt_x-.2"/>
                                          </p:val>
                                        </p:tav>
                                        <p:tav tm="100000">
                                          <p:val>
                                            <p:strVal val="#ppt_x"/>
                                          </p:val>
                                        </p:tav>
                                      </p:tavLst>
                                    </p:anim>
                                    <p:anim calcmode="lin" valueType="num">
                                      <p:cBhvr>
                                        <p:cTn id="50" dur="1000" fill="hold"/>
                                        <p:tgtEl>
                                          <p:spTgt spid="14339">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14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5CC3658E-AF25-BB3C-3809-6442770ED61D}"/>
              </a:ext>
            </a:extLst>
          </p:cNvPr>
          <p:cNvSpPr>
            <a:spLocks noGrp="1"/>
          </p:cNvSpPr>
          <p:nvPr>
            <p:ph type="title"/>
          </p:nvPr>
        </p:nvSpPr>
        <p:spPr/>
        <p:txBody>
          <a:bodyPr/>
          <a:lstStyle/>
          <a:p>
            <a:r>
              <a:rPr lang="en-US" altLang="en-US" b="1" dirty="0">
                <a:solidFill>
                  <a:schemeClr val="tx1"/>
                </a:solidFill>
              </a:rPr>
              <a:t>Software Testing Principles</a:t>
            </a:r>
          </a:p>
        </p:txBody>
      </p:sp>
      <p:sp>
        <p:nvSpPr>
          <p:cNvPr id="13315" name="Content Placeholder 2">
            <a:extLst>
              <a:ext uri="{FF2B5EF4-FFF2-40B4-BE49-F238E27FC236}">
                <a16:creationId xmlns:a16="http://schemas.microsoft.com/office/drawing/2014/main" id="{531687A9-A3D6-897B-44B5-C9FB8F83C570}"/>
              </a:ext>
            </a:extLst>
          </p:cNvPr>
          <p:cNvSpPr>
            <a:spLocks noGrp="1"/>
          </p:cNvSpPr>
          <p:nvPr>
            <p:ph sz="quarter" idx="1"/>
          </p:nvPr>
        </p:nvSpPr>
        <p:spPr>
          <a:xfrm>
            <a:off x="1097279" y="1737360"/>
            <a:ext cx="10216179" cy="4423728"/>
          </a:xfrm>
        </p:spPr>
        <p:txBody>
          <a:bodyPr/>
          <a:lstStyle/>
          <a:p>
            <a:pPr marL="0" indent="0" algn="just">
              <a:buNone/>
            </a:pPr>
            <a:r>
              <a:rPr lang="en-US" altLang="en-US" sz="2500" dirty="0">
                <a:solidFill>
                  <a:schemeClr val="tx1"/>
                </a:solidFill>
              </a:rPr>
              <a:t>Everything should be planned so is testing. It should be based on certain principles. These principles are as follows:</a:t>
            </a:r>
          </a:p>
          <a:p>
            <a:pPr marL="0" indent="0" algn="just">
              <a:buNone/>
            </a:pPr>
            <a:endParaRPr lang="en-US" altLang="en-US" sz="2500" dirty="0">
              <a:solidFill>
                <a:schemeClr val="tx1"/>
              </a:solidFill>
            </a:endParaRPr>
          </a:p>
          <a:p>
            <a:pPr algn="just">
              <a:buFont typeface="Arial" panose="020B0604020202020204" pitchFamily="34" charset="0"/>
              <a:buChar char="•"/>
            </a:pPr>
            <a:r>
              <a:rPr lang="en-US" altLang="en-US" sz="2400" dirty="0">
                <a:solidFill>
                  <a:schemeClr val="tx1"/>
                </a:solidFill>
              </a:rPr>
              <a:t>Testing must be traceable to the requirements. </a:t>
            </a:r>
          </a:p>
          <a:p>
            <a:pPr algn="just">
              <a:buFont typeface="Arial" panose="020B0604020202020204" pitchFamily="34" charset="0"/>
              <a:buChar char="•"/>
            </a:pPr>
            <a:r>
              <a:rPr lang="en-US" altLang="en-US" sz="2400" dirty="0">
                <a:solidFill>
                  <a:schemeClr val="tx1"/>
                </a:solidFill>
              </a:rPr>
              <a:t>Testing should be planned for early in a software process. </a:t>
            </a:r>
          </a:p>
          <a:p>
            <a:pPr algn="just">
              <a:buFont typeface="Arial" panose="020B0604020202020204" pitchFamily="34" charset="0"/>
              <a:buChar char="•"/>
            </a:pPr>
            <a:r>
              <a:rPr lang="en-US" altLang="en-US" sz="2400" dirty="0">
                <a:solidFill>
                  <a:schemeClr val="tx1"/>
                </a:solidFill>
              </a:rPr>
              <a:t>Testing should be incremental. </a:t>
            </a:r>
          </a:p>
          <a:p>
            <a:pPr algn="just">
              <a:buFont typeface="Arial" panose="020B0604020202020204" pitchFamily="34" charset="0"/>
              <a:buChar char="•"/>
            </a:pPr>
            <a:r>
              <a:rPr lang="en-US" altLang="en-US" sz="2400" dirty="0">
                <a:solidFill>
                  <a:schemeClr val="tx1"/>
                </a:solidFill>
              </a:rPr>
              <a:t>Testing should focus on exceptions. </a:t>
            </a:r>
          </a:p>
          <a:p>
            <a:pPr algn="just">
              <a:buFont typeface="Arial" panose="020B0604020202020204" pitchFamily="34" charset="0"/>
              <a:buChar char="•"/>
            </a:pPr>
            <a:r>
              <a:rPr lang="en-US" altLang="en-US" sz="2400" dirty="0">
                <a:solidFill>
                  <a:schemeClr val="tx1"/>
                </a:solidFill>
              </a:rPr>
              <a:t>Debugging should be planned for separately so that there is enough time and budget to understand and resolve bugs. </a:t>
            </a:r>
          </a:p>
          <a:p>
            <a:pPr algn="just">
              <a:buFont typeface="Wingdings" panose="05000000000000000000" pitchFamily="2" charset="2"/>
              <a:buNone/>
            </a:pPr>
            <a:endParaRPr lang="en-US" altLang="en-US" sz="2100" dirty="0"/>
          </a:p>
          <a:p>
            <a:pPr>
              <a:buFont typeface="Wingdings" panose="05000000000000000000" pitchFamily="2" charset="2"/>
              <a:buNone/>
            </a:pPr>
            <a:endParaRPr lang="en-US" alt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305B7E1E-5597-3B12-6D73-B24294AD131D}"/>
              </a:ext>
            </a:extLst>
          </p:cNvPr>
          <p:cNvSpPr>
            <a:spLocks noGrp="1"/>
          </p:cNvSpPr>
          <p:nvPr>
            <p:ph type="title"/>
          </p:nvPr>
        </p:nvSpPr>
        <p:spPr>
          <a:xfrm>
            <a:off x="1097280" y="1061884"/>
            <a:ext cx="10058400" cy="675476"/>
          </a:xfrm>
        </p:spPr>
        <p:txBody>
          <a:bodyPr>
            <a:normAutofit fontScale="90000"/>
          </a:bodyPr>
          <a:lstStyle/>
          <a:p>
            <a:r>
              <a:rPr lang="en-US" altLang="en-US" b="1" dirty="0">
                <a:solidFill>
                  <a:schemeClr val="tx1"/>
                </a:solidFill>
              </a:rPr>
              <a:t>Software testing strategies</a:t>
            </a:r>
          </a:p>
        </p:txBody>
      </p:sp>
      <p:sp>
        <p:nvSpPr>
          <p:cNvPr id="13315" name="Content Placeholder 2">
            <a:extLst>
              <a:ext uri="{FF2B5EF4-FFF2-40B4-BE49-F238E27FC236}">
                <a16:creationId xmlns:a16="http://schemas.microsoft.com/office/drawing/2014/main" id="{5AEC1019-6C33-068D-89FF-73F14DD73519}"/>
              </a:ext>
            </a:extLst>
          </p:cNvPr>
          <p:cNvSpPr>
            <a:spLocks noGrp="1"/>
          </p:cNvSpPr>
          <p:nvPr>
            <p:ph sz="quarter" idx="1"/>
          </p:nvPr>
        </p:nvSpPr>
        <p:spPr>
          <a:xfrm>
            <a:off x="1036319" y="1961534"/>
            <a:ext cx="10364183" cy="4199553"/>
          </a:xfrm>
        </p:spPr>
        <p:txBody>
          <a:bodyPr/>
          <a:lstStyle/>
          <a:p>
            <a:pPr marL="0" indent="0" algn="just">
              <a:buNone/>
              <a:defRPr/>
            </a:pPr>
            <a:r>
              <a:rPr lang="en-US" sz="2500" dirty="0">
                <a:solidFill>
                  <a:schemeClr val="tx1"/>
                </a:solidFill>
              </a:rPr>
              <a:t>Two basic testing strategies:</a:t>
            </a:r>
          </a:p>
          <a:p>
            <a:pPr algn="just">
              <a:buFont typeface="Arial" panose="020B0604020202020204" pitchFamily="34" charset="0"/>
              <a:buChar char="•"/>
              <a:defRPr/>
            </a:pPr>
            <a:r>
              <a:rPr lang="en-US" sz="2400" dirty="0">
                <a:solidFill>
                  <a:schemeClr val="tx1"/>
                </a:solidFill>
              </a:rPr>
              <a:t>To test the software in its entirety, once the completed package is available; otherwise known as </a:t>
            </a:r>
            <a:r>
              <a:rPr lang="en-US" sz="2400" u="sng" dirty="0">
                <a:solidFill>
                  <a:schemeClr val="tx1"/>
                </a:solidFill>
              </a:rPr>
              <a:t>“big bang testing”.</a:t>
            </a:r>
          </a:p>
          <a:p>
            <a:pPr algn="just">
              <a:buFont typeface="Arial" panose="020B0604020202020204" pitchFamily="34" charset="0"/>
              <a:buChar char="•"/>
              <a:defRPr/>
            </a:pPr>
            <a:r>
              <a:rPr lang="en-US" sz="2400" dirty="0">
                <a:solidFill>
                  <a:schemeClr val="tx1"/>
                </a:solidFill>
              </a:rPr>
              <a:t>To test the software piecemeal, in modules, as they are completed (unit tests); then to test groups of tested modules integrated with newly completed modules (integration tests). This process continues until all the package modules have been tested. Once this phase is completed, the entire package is tested as a whole (system test). This testing strategy is usually termed </a:t>
            </a:r>
            <a:r>
              <a:rPr lang="en-US" sz="2400" u="sng" dirty="0">
                <a:solidFill>
                  <a:schemeClr val="tx1"/>
                </a:solidFill>
              </a:rPr>
              <a:t>“incremental testing”.</a:t>
            </a:r>
          </a:p>
          <a:p>
            <a:pPr>
              <a:buFont typeface="Wingdings" panose="05000000000000000000" pitchFamily="2" charset="2"/>
              <a:buNone/>
              <a:defRPr/>
            </a:pPr>
            <a:endParaRPr lang="en-US" sz="21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p:cTn id="7" dur="1000" fill="hold"/>
                                        <p:tgtEl>
                                          <p:spTgt spid="13315">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13315">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13315">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13315">
                                            <p:txEl>
                                              <p:pRg st="1" end="1"/>
                                            </p:txEl>
                                          </p:spTgt>
                                        </p:tgtEl>
                                        <p:attrNameLst>
                                          <p:attrName>style.visibility</p:attrName>
                                        </p:attrNameLst>
                                      </p:cBhvr>
                                      <p:to>
                                        <p:strVal val="visible"/>
                                      </p:to>
                                    </p:set>
                                    <p:anim calcmode="lin" valueType="num">
                                      <p:cBhvr>
                                        <p:cTn id="14" dur="1000" fill="hold"/>
                                        <p:tgtEl>
                                          <p:spTgt spid="13315">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13315">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13315">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13315">
                                            <p:txEl>
                                              <p:pRg st="2" end="2"/>
                                            </p:txEl>
                                          </p:spTgt>
                                        </p:tgtEl>
                                        <p:attrNameLst>
                                          <p:attrName>style.visibility</p:attrName>
                                        </p:attrNameLst>
                                      </p:cBhvr>
                                      <p:to>
                                        <p:strVal val="visible"/>
                                      </p:to>
                                    </p:set>
                                    <p:anim calcmode="lin" valueType="num">
                                      <p:cBhvr>
                                        <p:cTn id="21" dur="1000" fill="hold"/>
                                        <p:tgtEl>
                                          <p:spTgt spid="13315">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13315">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13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B6BE0445-8A2A-E89B-D80A-2E7BB69D894C}"/>
              </a:ext>
            </a:extLst>
          </p:cNvPr>
          <p:cNvSpPr>
            <a:spLocks noGrp="1"/>
          </p:cNvSpPr>
          <p:nvPr>
            <p:ph type="title"/>
          </p:nvPr>
        </p:nvSpPr>
        <p:spPr/>
        <p:txBody>
          <a:bodyPr/>
          <a:lstStyle/>
          <a:p>
            <a:r>
              <a:rPr lang="en-US" altLang="en-US" b="1" dirty="0">
                <a:solidFill>
                  <a:schemeClr val="tx1"/>
                </a:solidFill>
              </a:rPr>
              <a:t>Point to Ponder</a:t>
            </a:r>
          </a:p>
        </p:txBody>
      </p:sp>
      <p:sp>
        <p:nvSpPr>
          <p:cNvPr id="12291" name="Content Placeholder 2">
            <a:extLst>
              <a:ext uri="{FF2B5EF4-FFF2-40B4-BE49-F238E27FC236}">
                <a16:creationId xmlns:a16="http://schemas.microsoft.com/office/drawing/2014/main" id="{A4229261-4050-E940-E2CC-E6C349C00026}"/>
              </a:ext>
            </a:extLst>
          </p:cNvPr>
          <p:cNvSpPr>
            <a:spLocks noGrp="1"/>
          </p:cNvSpPr>
          <p:nvPr>
            <p:ph sz="quarter" idx="1"/>
          </p:nvPr>
        </p:nvSpPr>
        <p:spPr>
          <a:xfrm>
            <a:off x="869576" y="1900518"/>
            <a:ext cx="10685930" cy="4576482"/>
          </a:xfrm>
        </p:spPr>
        <p:txBody>
          <a:bodyPr>
            <a:normAutofit/>
          </a:bodyPr>
          <a:lstStyle/>
          <a:p>
            <a:pPr>
              <a:buFont typeface="Wingdings" panose="05000000000000000000" pitchFamily="2" charset="2"/>
              <a:buNone/>
            </a:pPr>
            <a:r>
              <a:rPr lang="en-US" altLang="en-US" sz="2600" dirty="0">
                <a:solidFill>
                  <a:schemeClr val="tx1"/>
                </a:solidFill>
              </a:rPr>
              <a:t>Although testing detects errors, alone it cannot be used to build quality. Why so?</a:t>
            </a:r>
          </a:p>
          <a:p>
            <a:pPr>
              <a:buFont typeface="Wingdings" panose="05000000000000000000" pitchFamily="2" charset="2"/>
              <a:buNone/>
            </a:pPr>
            <a:endParaRPr lang="en-US" altLang="en-US" sz="2100" dirty="0"/>
          </a:p>
          <a:p>
            <a:pPr>
              <a:buFont typeface="Wingdings" panose="05000000000000000000" pitchFamily="2" charset="2"/>
              <a:buNone/>
            </a:pPr>
            <a:endParaRPr lang="en-US" altLang="en-US" sz="2100" dirty="0"/>
          </a:p>
          <a:p>
            <a:pPr>
              <a:buFont typeface="Wingdings" panose="05000000000000000000" pitchFamily="2" charset="2"/>
              <a:buNone/>
            </a:pPr>
            <a:endParaRPr lang="en-US" altLang="en-US" sz="2100" dirty="0"/>
          </a:p>
          <a:p>
            <a:pPr>
              <a:buFont typeface="Wingdings" panose="05000000000000000000" pitchFamily="2" charset="2"/>
              <a:buNone/>
            </a:pPr>
            <a:endParaRPr lang="en-US" altLang="en-US" sz="2100" dirty="0"/>
          </a:p>
          <a:p>
            <a:pPr algn="ctr">
              <a:buFont typeface="Wingdings" panose="05000000000000000000" pitchFamily="2" charset="2"/>
              <a:buNone/>
            </a:pPr>
            <a:endParaRPr lang="en-US" altLang="en-US" sz="1000" i="1" dirty="0">
              <a:solidFill>
                <a:schemeClr val="accent2"/>
              </a:solidFill>
            </a:endParaRPr>
          </a:p>
          <a:p>
            <a:pPr algn="ctr">
              <a:buFont typeface="Wingdings" panose="05000000000000000000" pitchFamily="2" charset="2"/>
              <a:buNone/>
            </a:pPr>
            <a:r>
              <a:rPr lang="en-US" altLang="en-US" sz="2400" i="1" dirty="0">
                <a:solidFill>
                  <a:schemeClr val="accent2"/>
                </a:solidFill>
              </a:rPr>
              <a:t>Quality has to be built into the software by using good software</a:t>
            </a:r>
          </a:p>
          <a:p>
            <a:pPr algn="ctr">
              <a:buFont typeface="Wingdings" panose="05000000000000000000" pitchFamily="2" charset="2"/>
              <a:buNone/>
            </a:pPr>
            <a:r>
              <a:rPr lang="en-US" altLang="en-US" sz="2400" i="1" dirty="0">
                <a:solidFill>
                  <a:schemeClr val="accent2"/>
                </a:solidFill>
              </a:rPr>
              <a:t>engineering practices such as reviews, walk through and inspection during analysis, design, and coding</a:t>
            </a:r>
            <a:r>
              <a:rPr lang="en-US" altLang="en-US" sz="2100" dirty="0"/>
              <a:t>.</a:t>
            </a:r>
            <a:endParaRPr lang="en-US" altLang="en-US" sz="2600" b="1" dirty="0"/>
          </a:p>
        </p:txBody>
      </p:sp>
      <p:pic>
        <p:nvPicPr>
          <p:cNvPr id="4" name="Picture 3" descr="question_mark.gif">
            <a:extLst>
              <a:ext uri="{FF2B5EF4-FFF2-40B4-BE49-F238E27FC236}">
                <a16:creationId xmlns:a16="http://schemas.microsoft.com/office/drawing/2014/main" id="{DC97E133-31CE-26D9-EDB0-C1FF1455F2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10106" y="2585409"/>
            <a:ext cx="1016374" cy="168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nodeType="clickEffect">
                                  <p:stCondLst>
                                    <p:cond delay="0"/>
                                  </p:stCondLst>
                                  <p:childTnLst>
                                    <p:set>
                                      <p:cBhvr>
                                        <p:cTn id="11" dur="1" fill="hold">
                                          <p:stCondLst>
                                            <p:cond delay="0"/>
                                          </p:stCondLst>
                                        </p:cTn>
                                        <p:tgtEl>
                                          <p:spTgt spid="12291">
                                            <p:txEl>
                                              <p:pRg st="6" end="6"/>
                                            </p:txEl>
                                          </p:spTgt>
                                        </p:tgtEl>
                                        <p:attrNameLst>
                                          <p:attrName>style.visibility</p:attrName>
                                        </p:attrNameLst>
                                      </p:cBhvr>
                                      <p:to>
                                        <p:strVal val="visible"/>
                                      </p:to>
                                    </p:set>
                                    <p:anim to="" calcmode="lin" valueType="num">
                                      <p:cBhvr>
                                        <p:cTn id="12" dur="1" fill="hold"/>
                                        <p:tgtEl>
                                          <p:spTgt spid="12291">
                                            <p:txEl>
                                              <p:pRg st="6" end="6"/>
                                            </p:txEl>
                                          </p:spTgt>
                                        </p:tgtEl>
                                        <p:attrNameLst>
                                          <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12291">
                                            <p:txEl>
                                              <p:pRg st="7" end="7"/>
                                            </p:txEl>
                                          </p:spTgt>
                                        </p:tgtEl>
                                        <p:attrNameLst>
                                          <p:attrName>style.visibility</p:attrName>
                                        </p:attrNameLst>
                                      </p:cBhvr>
                                      <p:to>
                                        <p:strVal val="visible"/>
                                      </p:to>
                                    </p:set>
                                    <p:anim to="" calcmode="lin" valueType="num">
                                      <p:cBhvr>
                                        <p:cTn id="15" dur="1" fill="hold"/>
                                        <p:tgtEl>
                                          <p:spTgt spid="12291">
                                            <p:txEl>
                                              <p:pRg st="7" end="7"/>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0FEEB420-FF9F-896C-19FE-30B0D95ADF93}"/>
              </a:ext>
            </a:extLst>
          </p:cNvPr>
          <p:cNvSpPr>
            <a:spLocks noGrp="1"/>
          </p:cNvSpPr>
          <p:nvPr>
            <p:ph type="title"/>
          </p:nvPr>
        </p:nvSpPr>
        <p:spPr>
          <a:xfrm>
            <a:off x="1159622" y="748553"/>
            <a:ext cx="8153400" cy="990600"/>
          </a:xfrm>
        </p:spPr>
        <p:txBody>
          <a:bodyPr/>
          <a:lstStyle/>
          <a:p>
            <a:r>
              <a:rPr lang="en-US" altLang="en-US" b="1" dirty="0">
                <a:solidFill>
                  <a:schemeClr val="tx1"/>
                </a:solidFill>
              </a:rPr>
              <a:t>Software </a:t>
            </a:r>
            <a:r>
              <a:rPr lang="en-US" altLang="en-US" b="1">
                <a:solidFill>
                  <a:schemeClr val="tx1"/>
                </a:solidFill>
              </a:rPr>
              <a:t>Testing Levels</a:t>
            </a:r>
            <a:endParaRPr lang="en-US" altLang="en-US" b="1" dirty="0">
              <a:solidFill>
                <a:schemeClr val="tx1"/>
              </a:solidFill>
            </a:endParaRPr>
          </a:p>
        </p:txBody>
      </p:sp>
      <p:pic>
        <p:nvPicPr>
          <p:cNvPr id="26627" name="Content Placeholder 7" descr="software_testing_levels1.jpg">
            <a:extLst>
              <a:ext uri="{FF2B5EF4-FFF2-40B4-BE49-F238E27FC236}">
                <a16:creationId xmlns:a16="http://schemas.microsoft.com/office/drawing/2014/main" id="{FB4C6AA9-AB1F-2DD6-8043-B56F8898ED8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810000" y="1981200"/>
            <a:ext cx="4267200" cy="42672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Testing the System (I)</a:t>
            </a:r>
          </a:p>
        </p:txBody>
      </p:sp>
      <p:sp>
        <p:nvSpPr>
          <p:cNvPr id="3" name="Content Placeholder 2"/>
          <p:cNvSpPr>
            <a:spLocks noGrp="1"/>
          </p:cNvSpPr>
          <p:nvPr>
            <p:ph idx="1"/>
          </p:nvPr>
        </p:nvSpPr>
        <p:spPr/>
        <p:txBody>
          <a:bodyPr>
            <a:normAutofit/>
          </a:bodyPr>
          <a:lstStyle/>
          <a:p>
            <a:pPr marL="0" indent="0">
              <a:buNone/>
            </a:pPr>
            <a:r>
              <a:rPr lang="en-US" b="1" dirty="0">
                <a:solidFill>
                  <a:schemeClr val="tx1"/>
                </a:solidFill>
              </a:rPr>
              <a:t>Unit Tests</a:t>
            </a:r>
          </a:p>
          <a:p>
            <a:pPr lvl="1">
              <a:buFont typeface="Arial" panose="020B0604020202020204" pitchFamily="34" charset="0"/>
              <a:buChar char="•"/>
            </a:pPr>
            <a:r>
              <a:rPr lang="en-US" sz="1800" dirty="0">
                <a:solidFill>
                  <a:schemeClr val="tx1"/>
                </a:solidFill>
              </a:rPr>
              <a:t>Tests that cover low-level aspects of a system</a:t>
            </a:r>
          </a:p>
          <a:p>
            <a:pPr lvl="1">
              <a:buFont typeface="Arial" panose="020B0604020202020204" pitchFamily="34" charset="0"/>
              <a:buChar char="•"/>
            </a:pPr>
            <a:r>
              <a:rPr lang="en-US" sz="1800" dirty="0">
                <a:solidFill>
                  <a:schemeClr val="tx1"/>
                </a:solidFill>
              </a:rPr>
              <a:t>For each module, does each operation perform as expected</a:t>
            </a:r>
          </a:p>
          <a:p>
            <a:pPr marL="0" indent="0">
              <a:buNone/>
            </a:pPr>
            <a:r>
              <a:rPr lang="en-US" b="1" dirty="0">
                <a:solidFill>
                  <a:schemeClr val="tx1"/>
                </a:solidFill>
              </a:rPr>
              <a:t>Integration Tests</a:t>
            </a:r>
          </a:p>
          <a:p>
            <a:pPr lvl="1">
              <a:buFont typeface="Arial" panose="020B0604020202020204" pitchFamily="34" charset="0"/>
              <a:buChar char="•"/>
            </a:pPr>
            <a:r>
              <a:rPr lang="en-US" sz="1800" dirty="0">
                <a:solidFill>
                  <a:schemeClr val="tx1"/>
                </a:solidFill>
              </a:rPr>
              <a:t>Tests that check that modules work together in combination</a:t>
            </a:r>
          </a:p>
          <a:p>
            <a:pPr lvl="1">
              <a:buFont typeface="Arial" panose="020B0604020202020204" pitchFamily="34" charset="0"/>
              <a:buChar char="•"/>
            </a:pPr>
            <a:r>
              <a:rPr lang="en-US" sz="1800" dirty="0">
                <a:solidFill>
                  <a:schemeClr val="tx1"/>
                </a:solidFill>
              </a:rPr>
              <a:t>Most projects on schedule until they hit this point</a:t>
            </a:r>
          </a:p>
          <a:p>
            <a:pPr lvl="1">
              <a:buFont typeface="Arial" panose="020B0604020202020204" pitchFamily="34" charset="0"/>
              <a:buChar char="•"/>
            </a:pPr>
            <a:r>
              <a:rPr lang="en-US" sz="1800" dirty="0">
                <a:solidFill>
                  <a:schemeClr val="tx1"/>
                </a:solidFill>
              </a:rPr>
              <a:t>All sorts of hidden assumptions are surfaced when code written by different developers are used in tandem.</a:t>
            </a:r>
          </a:p>
        </p:txBody>
      </p:sp>
    </p:spTree>
    <p:extLst>
      <p:ext uri="{BB962C8B-B14F-4D97-AF65-F5344CB8AC3E}">
        <p14:creationId xmlns:p14="http://schemas.microsoft.com/office/powerpoint/2010/main" val="1931638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Testing the System (II)</a:t>
            </a:r>
          </a:p>
        </p:txBody>
      </p:sp>
      <p:sp>
        <p:nvSpPr>
          <p:cNvPr id="3" name="Content Placeholder 2"/>
          <p:cNvSpPr>
            <a:spLocks noGrp="1"/>
          </p:cNvSpPr>
          <p:nvPr>
            <p:ph idx="1"/>
          </p:nvPr>
        </p:nvSpPr>
        <p:spPr>
          <a:xfrm>
            <a:off x="1097280" y="1918446"/>
            <a:ext cx="10058400" cy="3842273"/>
          </a:xfrm>
        </p:spPr>
        <p:txBody>
          <a:bodyPr>
            <a:normAutofit/>
          </a:bodyPr>
          <a:lstStyle/>
          <a:p>
            <a:pPr marL="0" indent="0">
              <a:buNone/>
            </a:pPr>
            <a:r>
              <a:rPr lang="en-US" sz="2000" b="1" dirty="0">
                <a:solidFill>
                  <a:schemeClr val="tx1"/>
                </a:solidFill>
              </a:rPr>
              <a:t>System Tests</a:t>
            </a:r>
          </a:p>
          <a:p>
            <a:pPr lvl="1">
              <a:buFont typeface="Arial" panose="020B0604020202020204" pitchFamily="34" charset="0"/>
              <a:buChar char="•"/>
            </a:pPr>
            <a:r>
              <a:rPr lang="en-US" sz="1800" dirty="0">
                <a:solidFill>
                  <a:schemeClr val="tx1"/>
                </a:solidFill>
              </a:rPr>
              <a:t>Tests performed by the developer to ensure that all major functionality has been implemented</a:t>
            </a:r>
          </a:p>
          <a:p>
            <a:pPr marL="0" indent="0">
              <a:buNone/>
            </a:pPr>
            <a:r>
              <a:rPr lang="en-US" sz="2000" b="1" dirty="0">
                <a:solidFill>
                  <a:schemeClr val="tx1"/>
                </a:solidFill>
              </a:rPr>
              <a:t>Acceptance Tests</a:t>
            </a:r>
          </a:p>
          <a:p>
            <a:pPr lvl="1">
              <a:buFont typeface="Arial" panose="020B0604020202020204" pitchFamily="34" charset="0"/>
              <a:buChar char="•"/>
            </a:pPr>
            <a:r>
              <a:rPr lang="en-US" sz="1800" dirty="0">
                <a:solidFill>
                  <a:schemeClr val="tx1"/>
                </a:solidFill>
              </a:rPr>
              <a:t>Tests performed by the user to check that the delivered system meets their needs</a:t>
            </a:r>
          </a:p>
          <a:p>
            <a:endParaRPr lang="en-US" sz="2000" dirty="0">
              <a:solidFill>
                <a:schemeClr val="tx1"/>
              </a:solidFill>
            </a:endParaRPr>
          </a:p>
        </p:txBody>
      </p:sp>
    </p:spTree>
    <p:extLst>
      <p:ext uri="{BB962C8B-B14F-4D97-AF65-F5344CB8AC3E}">
        <p14:creationId xmlns:p14="http://schemas.microsoft.com/office/powerpoint/2010/main" val="2646742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Static and Dynamic Testing</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dirty="0">
                <a:solidFill>
                  <a:schemeClr val="tx1"/>
                </a:solidFill>
              </a:rPr>
              <a:t>Static testing refers to testing activities without executing the source code. All verification activities like inspections, walkthroughs, reviews, etc. come under this category of testing.</a:t>
            </a:r>
          </a:p>
          <a:p>
            <a:pPr algn="just">
              <a:buFont typeface="Arial" panose="020B0604020202020204" pitchFamily="34" charset="0"/>
              <a:buChar char="•"/>
            </a:pPr>
            <a:r>
              <a:rPr lang="en-US" dirty="0">
                <a:solidFill>
                  <a:schemeClr val="tx1"/>
                </a:solidFill>
              </a:rPr>
              <a:t>Dynamic testing refers to executing the source code and seeing how it performs with specific inputs. All validation activities come in this category where execution of the program is essential</a:t>
            </a:r>
            <a:r>
              <a:rPr lang="en-US" dirty="0"/>
              <a:t>.</a:t>
            </a:r>
          </a:p>
        </p:txBody>
      </p:sp>
    </p:spTree>
    <p:extLst>
      <p:ext uri="{BB962C8B-B14F-4D97-AF65-F5344CB8AC3E}">
        <p14:creationId xmlns:p14="http://schemas.microsoft.com/office/powerpoint/2010/main" val="1681688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Limitations of testing</a:t>
            </a:r>
          </a:p>
        </p:txBody>
      </p:sp>
      <p:sp>
        <p:nvSpPr>
          <p:cNvPr id="3" name="Content Placeholder 2"/>
          <p:cNvSpPr>
            <a:spLocks noGrp="1"/>
          </p:cNvSpPr>
          <p:nvPr>
            <p:ph idx="1"/>
          </p:nvPr>
        </p:nvSpPr>
        <p:spPr>
          <a:xfrm>
            <a:off x="1097280" y="1838745"/>
            <a:ext cx="10715280" cy="3678303"/>
          </a:xfrm>
        </p:spPr>
        <p:txBody>
          <a:bodyPr>
            <a:normAutofit fontScale="92500" lnSpcReduction="10000"/>
          </a:bodyPr>
          <a:lstStyle/>
          <a:p>
            <a:r>
              <a:rPr lang="en-US" sz="2600" dirty="0">
                <a:solidFill>
                  <a:schemeClr val="tx1"/>
                </a:solidFill>
              </a:rPr>
              <a:t>Test everything before giving the software to the customers. </a:t>
            </a:r>
          </a:p>
          <a:p>
            <a:r>
              <a:rPr lang="en-US" sz="2600" dirty="0">
                <a:solidFill>
                  <a:schemeClr val="tx1"/>
                </a:solidFill>
              </a:rPr>
              <a:t> ‘EVERYTHING’</a:t>
            </a:r>
          </a:p>
          <a:p>
            <a:pPr lvl="1">
              <a:buFont typeface="Arial" panose="020B0604020202020204" pitchFamily="34" charset="0"/>
              <a:buChar char="•"/>
            </a:pPr>
            <a:r>
              <a:rPr lang="en-US" sz="2200" dirty="0">
                <a:solidFill>
                  <a:schemeClr val="tx1"/>
                </a:solidFill>
              </a:rPr>
              <a:t>Execute every true and false condition</a:t>
            </a:r>
          </a:p>
          <a:p>
            <a:pPr lvl="1">
              <a:buFont typeface="Arial" panose="020B0604020202020204" pitchFamily="34" charset="0"/>
              <a:buChar char="•"/>
            </a:pPr>
            <a:r>
              <a:rPr lang="en-US" sz="2200" dirty="0">
                <a:solidFill>
                  <a:schemeClr val="tx1"/>
                </a:solidFill>
              </a:rPr>
              <a:t>Execute every statement of the program</a:t>
            </a:r>
          </a:p>
          <a:p>
            <a:pPr lvl="1">
              <a:buFont typeface="Arial" panose="020B0604020202020204" pitchFamily="34" charset="0"/>
              <a:buChar char="•"/>
            </a:pPr>
            <a:r>
              <a:rPr lang="en-US" sz="2200" dirty="0">
                <a:solidFill>
                  <a:schemeClr val="tx1"/>
                </a:solidFill>
              </a:rPr>
              <a:t>Execute every condition of a decision node</a:t>
            </a:r>
          </a:p>
          <a:p>
            <a:pPr lvl="1">
              <a:buFont typeface="Arial" panose="020B0604020202020204" pitchFamily="34" charset="0"/>
              <a:buChar char="•"/>
            </a:pPr>
            <a:r>
              <a:rPr lang="en-US" sz="2200" dirty="0">
                <a:solidFill>
                  <a:schemeClr val="tx1"/>
                </a:solidFill>
              </a:rPr>
              <a:t>Execute every possible path</a:t>
            </a:r>
          </a:p>
          <a:p>
            <a:pPr lvl="1">
              <a:buFont typeface="Arial" panose="020B0604020202020204" pitchFamily="34" charset="0"/>
              <a:buChar char="•"/>
            </a:pPr>
            <a:r>
              <a:rPr lang="en-US" sz="2200" dirty="0">
                <a:solidFill>
                  <a:schemeClr val="tx1"/>
                </a:solidFill>
              </a:rPr>
              <a:t>Execute the program with all valid inputs</a:t>
            </a:r>
          </a:p>
          <a:p>
            <a:pPr lvl="1">
              <a:buFont typeface="Arial" panose="020B0604020202020204" pitchFamily="34" charset="0"/>
              <a:buChar char="•"/>
            </a:pPr>
            <a:r>
              <a:rPr lang="en-US" sz="2200" dirty="0">
                <a:solidFill>
                  <a:schemeClr val="tx1"/>
                </a:solidFill>
              </a:rPr>
              <a:t>Execute the program with all invalid inputs</a:t>
            </a:r>
          </a:p>
          <a:p>
            <a:pPr marL="201168" lvl="1" indent="0">
              <a:buNone/>
            </a:pPr>
            <a:endParaRPr lang="en-US" dirty="0"/>
          </a:p>
          <a:p>
            <a:pPr algn="ctr"/>
            <a:r>
              <a:rPr lang="en-US" sz="2600" b="1" dirty="0">
                <a:solidFill>
                  <a:srgbClr val="C00000"/>
                </a:solidFill>
              </a:rPr>
              <a:t>impossible to achieve due to time and resource constraints</a:t>
            </a:r>
          </a:p>
        </p:txBody>
      </p:sp>
    </p:spTree>
    <p:extLst>
      <p:ext uri="{BB962C8B-B14F-4D97-AF65-F5344CB8AC3E}">
        <p14:creationId xmlns:p14="http://schemas.microsoft.com/office/powerpoint/2010/main" val="24207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 calcmode="lin" valueType="num">
                                      <p:cBhvr additive="base">
                                        <p:cTn id="2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Functional Testing</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sz="2400" dirty="0">
                <a:solidFill>
                  <a:schemeClr val="tx1"/>
                </a:solidFill>
              </a:rPr>
              <a:t>Main intent of  software testing is to search of such test cases which may make the software fail.</a:t>
            </a:r>
          </a:p>
          <a:p>
            <a:pPr algn="just">
              <a:buFont typeface="Arial" panose="020B0604020202020204" pitchFamily="34" charset="0"/>
              <a:buChar char="•"/>
            </a:pPr>
            <a:r>
              <a:rPr lang="en-US" sz="2400" dirty="0">
                <a:solidFill>
                  <a:schemeClr val="tx1"/>
                </a:solidFill>
              </a:rPr>
              <a:t>Functional testing techniques attempt to design those test cases which have a higher probability of making a software fail. </a:t>
            </a:r>
          </a:p>
          <a:p>
            <a:pPr algn="just">
              <a:buFont typeface="Arial" panose="020B0604020202020204" pitchFamily="34" charset="0"/>
              <a:buChar char="•"/>
            </a:pPr>
            <a:r>
              <a:rPr lang="en-US" sz="2400" dirty="0">
                <a:solidFill>
                  <a:schemeClr val="tx1"/>
                </a:solidFill>
              </a:rPr>
              <a:t> These techniques also attempt to test every possible functionality of the software. </a:t>
            </a:r>
          </a:p>
          <a:p>
            <a:pPr algn="just"/>
            <a:endParaRPr lang="en-US" dirty="0"/>
          </a:p>
        </p:txBody>
      </p:sp>
      <p:pic>
        <p:nvPicPr>
          <p:cNvPr id="7" name="Picture 6"/>
          <p:cNvPicPr>
            <a:picLocks noChangeAspect="1"/>
          </p:cNvPicPr>
          <p:nvPr/>
        </p:nvPicPr>
        <p:blipFill>
          <a:blip r:embed="rId3"/>
          <a:stretch>
            <a:fillRect/>
          </a:stretch>
        </p:blipFill>
        <p:spPr>
          <a:xfrm>
            <a:off x="3491023" y="4413464"/>
            <a:ext cx="5209953" cy="1161320"/>
          </a:xfrm>
          <a:prstGeom prst="rect">
            <a:avLst/>
          </a:prstGeom>
        </p:spPr>
      </p:pic>
    </p:spTree>
    <p:extLst>
      <p:ext uri="{BB962C8B-B14F-4D97-AF65-F5344CB8AC3E}">
        <p14:creationId xmlns:p14="http://schemas.microsoft.com/office/powerpoint/2010/main" val="1637132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Functional Testing</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In functional testing techniques, execution of a program is essential and hence these testing techniques come under the category of ‘validation’.</a:t>
            </a:r>
          </a:p>
          <a:p>
            <a:pPr algn="just">
              <a:buFont typeface="Arial" panose="020B0604020202020204" pitchFamily="34" charset="0"/>
              <a:buChar char="•"/>
            </a:pPr>
            <a:r>
              <a:rPr lang="en-US" sz="2400" dirty="0">
                <a:solidFill>
                  <a:schemeClr val="tx1"/>
                </a:solidFill>
              </a:rPr>
              <a:t>These techniques can be used at all levels of software testing like unit, integration, system and acceptance testing. </a:t>
            </a:r>
          </a:p>
        </p:txBody>
      </p:sp>
    </p:spTree>
    <p:extLst>
      <p:ext uri="{BB962C8B-B14F-4D97-AF65-F5344CB8AC3E}">
        <p14:creationId xmlns:p14="http://schemas.microsoft.com/office/powerpoint/2010/main" val="723443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053" y="809778"/>
            <a:ext cx="10679430" cy="842010"/>
          </a:xfrm>
        </p:spPr>
        <p:txBody>
          <a:bodyPr/>
          <a:lstStyle/>
          <a:p>
            <a:r>
              <a:rPr lang="en-US" b="1" dirty="0">
                <a:solidFill>
                  <a:schemeClr val="tx1"/>
                </a:solidFill>
              </a:rPr>
              <a:t>BOUNDARY VALUE ANALYSIS</a:t>
            </a:r>
          </a:p>
        </p:txBody>
      </p:sp>
      <p:sp>
        <p:nvSpPr>
          <p:cNvPr id="3" name="Content Placeholder 2"/>
          <p:cNvSpPr>
            <a:spLocks noGrp="1"/>
          </p:cNvSpPr>
          <p:nvPr>
            <p:ph idx="1"/>
          </p:nvPr>
        </p:nvSpPr>
        <p:spPr>
          <a:xfrm>
            <a:off x="581192" y="1756563"/>
            <a:ext cx="11029615" cy="4600980"/>
          </a:xfrm>
        </p:spPr>
        <p:txBody>
          <a:bodyPr>
            <a:normAutofit lnSpcReduction="10000"/>
          </a:bodyPr>
          <a:lstStyle/>
          <a:p>
            <a:pPr>
              <a:buFont typeface="Arial" panose="020B0604020202020204" pitchFamily="34" charset="0"/>
              <a:buChar char="•"/>
            </a:pPr>
            <a:r>
              <a:rPr lang="en-US" dirty="0">
                <a:solidFill>
                  <a:schemeClr val="tx1"/>
                </a:solidFill>
              </a:rPr>
              <a:t>Popular functional testing technique that concentrate on input values and design test cases with input values that are on or close to boundary values. </a:t>
            </a:r>
          </a:p>
          <a:p>
            <a:pPr>
              <a:buFont typeface="Arial" panose="020B0604020202020204" pitchFamily="34" charset="0"/>
              <a:buChar char="•"/>
            </a:pPr>
            <a:r>
              <a:rPr lang="en-US" dirty="0">
                <a:solidFill>
                  <a:schemeClr val="tx1"/>
                </a:solidFill>
              </a:rPr>
              <a:t>Write a program ‘Square’ which takes ‘x’ as an input and prints the square of ‘x’ as output. The range of ‘x’ is from 1 to 100. </a:t>
            </a:r>
          </a:p>
          <a:p>
            <a:pPr>
              <a:buFont typeface="Arial" panose="020B0604020202020204" pitchFamily="34" charset="0"/>
              <a:buChar char="•"/>
            </a:pPr>
            <a:r>
              <a:rPr lang="en-US" dirty="0">
                <a:solidFill>
                  <a:schemeClr val="tx1"/>
                </a:solidFill>
              </a:rPr>
              <a:t>How to test this program???</a:t>
            </a:r>
          </a:p>
          <a:p>
            <a:pPr>
              <a:buFont typeface="Arial" panose="020B0604020202020204" pitchFamily="34" charset="0"/>
              <a:buChar char="•"/>
            </a:pPr>
            <a:r>
              <a:rPr lang="en-US" dirty="0">
                <a:solidFill>
                  <a:schemeClr val="tx1"/>
                </a:solidFill>
              </a:rPr>
              <a:t>One possibility is to give all values from 1 to 100 one by one to the program and see the observed behavior. </a:t>
            </a:r>
          </a:p>
          <a:p>
            <a:r>
              <a:rPr lang="en-US" dirty="0">
                <a:solidFill>
                  <a:schemeClr val="tx1"/>
                </a:solidFill>
              </a:rPr>
              <a:t>In boundary value analysis, we select values on or close to boundaries and all input values may have one of the following:</a:t>
            </a:r>
          </a:p>
          <a:p>
            <a:pPr lvl="1">
              <a:buFont typeface="Arial" panose="020B0604020202020204" pitchFamily="34" charset="0"/>
              <a:buChar char="•"/>
            </a:pPr>
            <a:r>
              <a:rPr lang="en-US" dirty="0">
                <a:solidFill>
                  <a:schemeClr val="tx1"/>
                </a:solidFill>
              </a:rPr>
              <a:t>Just above minimum value</a:t>
            </a:r>
          </a:p>
          <a:p>
            <a:pPr lvl="1">
              <a:buFont typeface="Arial" panose="020B0604020202020204" pitchFamily="34" charset="0"/>
              <a:buChar char="•"/>
            </a:pPr>
            <a:r>
              <a:rPr lang="en-US" dirty="0">
                <a:solidFill>
                  <a:schemeClr val="tx1"/>
                </a:solidFill>
              </a:rPr>
              <a:t>Minimum value</a:t>
            </a:r>
          </a:p>
          <a:p>
            <a:pPr lvl="1">
              <a:buFont typeface="Arial" panose="020B0604020202020204" pitchFamily="34" charset="0"/>
              <a:buChar char="•"/>
            </a:pPr>
            <a:r>
              <a:rPr lang="en-US" dirty="0">
                <a:solidFill>
                  <a:schemeClr val="tx1"/>
                </a:solidFill>
              </a:rPr>
              <a:t>Maximum value</a:t>
            </a:r>
          </a:p>
          <a:p>
            <a:pPr lvl="1">
              <a:buFont typeface="Arial" panose="020B0604020202020204" pitchFamily="34" charset="0"/>
              <a:buChar char="•"/>
            </a:pPr>
            <a:r>
              <a:rPr lang="en-US" dirty="0">
                <a:solidFill>
                  <a:schemeClr val="tx1"/>
                </a:solidFill>
              </a:rPr>
              <a:t>Just below maximum value</a:t>
            </a:r>
          </a:p>
          <a:p>
            <a:pPr lvl="1">
              <a:buFont typeface="Arial" panose="020B0604020202020204" pitchFamily="34" charset="0"/>
              <a:buChar char="•"/>
            </a:pPr>
            <a:r>
              <a:rPr lang="en-US" dirty="0">
                <a:solidFill>
                  <a:schemeClr val="tx1"/>
                </a:solidFill>
              </a:rPr>
              <a:t>Nominal (Average) value</a:t>
            </a:r>
          </a:p>
        </p:txBody>
      </p:sp>
    </p:spTree>
    <p:extLst>
      <p:ext uri="{BB962C8B-B14F-4D97-AF65-F5344CB8AC3E}">
        <p14:creationId xmlns:p14="http://schemas.microsoft.com/office/powerpoint/2010/main" val="218853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Applicability</a:t>
            </a:r>
          </a:p>
        </p:txBody>
      </p:sp>
      <p:sp>
        <p:nvSpPr>
          <p:cNvPr id="3" name="Content Placeholder 2"/>
          <p:cNvSpPr>
            <a:spLocks noGrp="1"/>
          </p:cNvSpPr>
          <p:nvPr>
            <p:ph idx="1"/>
          </p:nvPr>
        </p:nvSpPr>
        <p:spPr/>
        <p:txBody>
          <a:bodyPr/>
          <a:lstStyle/>
          <a:p>
            <a:pPr marL="0" indent="0" algn="just">
              <a:buNone/>
            </a:pPr>
            <a:r>
              <a:rPr lang="en-US" dirty="0">
                <a:solidFill>
                  <a:schemeClr val="tx1"/>
                </a:solidFill>
              </a:rPr>
              <a:t>This technique is suited to programs in which input values are within ranges or within sets  and input values boundaries can be identified from the requirements.</a:t>
            </a:r>
          </a:p>
          <a:p>
            <a:pPr marL="0" indent="0" algn="just">
              <a:buNone/>
            </a:pPr>
            <a:r>
              <a:rPr lang="en-US" dirty="0">
                <a:solidFill>
                  <a:schemeClr val="tx1"/>
                </a:solidFill>
              </a:rPr>
              <a:t>This is equally applicable at the unit, integration, system and acceptance test levels. </a:t>
            </a:r>
          </a:p>
          <a:p>
            <a:pPr algn="just"/>
            <a:endParaRPr lang="en-US" dirty="0"/>
          </a:p>
        </p:txBody>
      </p:sp>
    </p:spTree>
    <p:extLst>
      <p:ext uri="{BB962C8B-B14F-4D97-AF65-F5344CB8AC3E}">
        <p14:creationId xmlns:p14="http://schemas.microsoft.com/office/powerpoint/2010/main" val="4041934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666750"/>
            <a:ext cx="10669905" cy="1070610"/>
          </a:xfrm>
        </p:spPr>
        <p:txBody>
          <a:bodyPr/>
          <a:lstStyle/>
          <a:p>
            <a:r>
              <a:rPr lang="en-US" b="1" dirty="0">
                <a:solidFill>
                  <a:schemeClr val="tx1"/>
                </a:solidFill>
              </a:rPr>
              <a:t>Boundary value analysis for square program</a:t>
            </a:r>
          </a:p>
        </p:txBody>
      </p:sp>
      <p:sp>
        <p:nvSpPr>
          <p:cNvPr id="3" name="Content Placeholder 2"/>
          <p:cNvSpPr>
            <a:spLocks noGrp="1"/>
          </p:cNvSpPr>
          <p:nvPr>
            <p:ph idx="1"/>
          </p:nvPr>
        </p:nvSpPr>
        <p:spPr>
          <a:xfrm>
            <a:off x="581192" y="5374105"/>
            <a:ext cx="11029615" cy="484694"/>
          </a:xfrm>
        </p:spPr>
        <p:txBody>
          <a:bodyPr/>
          <a:lstStyle/>
          <a:p>
            <a:r>
              <a:rPr lang="en-US" b="1" dirty="0">
                <a:solidFill>
                  <a:schemeClr val="tx1"/>
                </a:solidFill>
              </a:rPr>
              <a:t>The number of inputs selected by this technique is 4n + 1 where ‘n’ is the number of inputs. </a:t>
            </a:r>
          </a:p>
          <a:p>
            <a:endParaRPr lang="en-US" dirty="0"/>
          </a:p>
        </p:txBody>
      </p:sp>
      <p:pic>
        <p:nvPicPr>
          <p:cNvPr id="6" name="Picture 5"/>
          <p:cNvPicPr>
            <a:picLocks noChangeAspect="1"/>
          </p:cNvPicPr>
          <p:nvPr/>
        </p:nvPicPr>
        <p:blipFill>
          <a:blip r:embed="rId3"/>
          <a:stretch>
            <a:fillRect/>
          </a:stretch>
        </p:blipFill>
        <p:spPr>
          <a:xfrm>
            <a:off x="838200" y="2277627"/>
            <a:ext cx="4207042" cy="1278105"/>
          </a:xfrm>
          <a:prstGeom prst="rect">
            <a:avLst/>
          </a:prstGeom>
        </p:spPr>
      </p:pic>
      <p:pic>
        <p:nvPicPr>
          <p:cNvPr id="7" name="Picture 6"/>
          <p:cNvPicPr>
            <a:picLocks noChangeAspect="1"/>
          </p:cNvPicPr>
          <p:nvPr/>
        </p:nvPicPr>
        <p:blipFill>
          <a:blip r:embed="rId4"/>
          <a:stretch>
            <a:fillRect/>
          </a:stretch>
        </p:blipFill>
        <p:spPr>
          <a:xfrm>
            <a:off x="5501439" y="1983630"/>
            <a:ext cx="6318917" cy="2101017"/>
          </a:xfrm>
          <a:prstGeom prst="rect">
            <a:avLst/>
          </a:prstGeom>
        </p:spPr>
      </p:pic>
    </p:spTree>
    <p:extLst>
      <p:ext uri="{BB962C8B-B14F-4D97-AF65-F5344CB8AC3E}">
        <p14:creationId xmlns:p14="http://schemas.microsoft.com/office/powerpoint/2010/main" val="370735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Another example</a:t>
            </a:r>
          </a:p>
        </p:txBody>
      </p:sp>
      <p:sp>
        <p:nvSpPr>
          <p:cNvPr id="3" name="Content Placeholder 2"/>
          <p:cNvSpPr>
            <a:spLocks noGrp="1"/>
          </p:cNvSpPr>
          <p:nvPr>
            <p:ph idx="1"/>
          </p:nvPr>
        </p:nvSpPr>
        <p:spPr>
          <a:xfrm>
            <a:off x="875853" y="1861310"/>
            <a:ext cx="2707440" cy="3678303"/>
          </a:xfrm>
        </p:spPr>
        <p:txBody>
          <a:bodyPr/>
          <a:lstStyle/>
          <a:p>
            <a:pPr algn="just"/>
            <a:r>
              <a:rPr lang="en-US" sz="2400" dirty="0">
                <a:solidFill>
                  <a:schemeClr val="tx1"/>
                </a:solidFill>
              </a:rPr>
              <a:t>Consider a program ‘Addition’ with two input values x and y and it gives the addition of x and y as an output. The range of both input values are given as:</a:t>
            </a:r>
          </a:p>
          <a:p>
            <a:pPr lvl="1" algn="just"/>
            <a:r>
              <a:rPr lang="en-US" sz="2000" dirty="0">
                <a:solidFill>
                  <a:schemeClr val="tx1"/>
                </a:solidFill>
              </a:rPr>
              <a:t>100&lt;=  x  &lt;= 300</a:t>
            </a:r>
          </a:p>
          <a:p>
            <a:pPr lvl="1" algn="just"/>
            <a:r>
              <a:rPr lang="en-US" sz="2000" dirty="0">
                <a:solidFill>
                  <a:schemeClr val="tx1"/>
                </a:solidFill>
              </a:rPr>
              <a:t>200 &lt;=  y &lt;=  400</a:t>
            </a:r>
          </a:p>
          <a:p>
            <a:pPr lvl="1" algn="just"/>
            <a:endParaRPr lang="en-US" dirty="0"/>
          </a:p>
        </p:txBody>
      </p:sp>
      <p:pic>
        <p:nvPicPr>
          <p:cNvPr id="6" name="Picture 5"/>
          <p:cNvPicPr>
            <a:picLocks noChangeAspect="1"/>
          </p:cNvPicPr>
          <p:nvPr/>
        </p:nvPicPr>
        <p:blipFill>
          <a:blip r:embed="rId2"/>
          <a:stretch>
            <a:fillRect/>
          </a:stretch>
        </p:blipFill>
        <p:spPr>
          <a:xfrm>
            <a:off x="3896922" y="1861310"/>
            <a:ext cx="3609975" cy="1695199"/>
          </a:xfrm>
          <a:prstGeom prst="rect">
            <a:avLst/>
          </a:prstGeom>
        </p:spPr>
      </p:pic>
      <p:pic>
        <p:nvPicPr>
          <p:cNvPr id="7" name="Picture 6"/>
          <p:cNvPicPr>
            <a:picLocks noChangeAspect="1"/>
          </p:cNvPicPr>
          <p:nvPr/>
        </p:nvPicPr>
        <p:blipFill>
          <a:blip r:embed="rId3"/>
          <a:stretch>
            <a:fillRect/>
          </a:stretch>
        </p:blipFill>
        <p:spPr>
          <a:xfrm>
            <a:off x="8216188" y="1805134"/>
            <a:ext cx="3390900" cy="2847975"/>
          </a:xfrm>
          <a:prstGeom prst="rect">
            <a:avLst/>
          </a:prstGeom>
        </p:spPr>
      </p:pic>
      <p:pic>
        <p:nvPicPr>
          <p:cNvPr id="8" name="Picture 7"/>
          <p:cNvPicPr>
            <a:picLocks noChangeAspect="1"/>
          </p:cNvPicPr>
          <p:nvPr/>
        </p:nvPicPr>
        <p:blipFill>
          <a:blip r:embed="rId4"/>
          <a:stretch>
            <a:fillRect/>
          </a:stretch>
        </p:blipFill>
        <p:spPr>
          <a:xfrm>
            <a:off x="3971072" y="3680459"/>
            <a:ext cx="3581400" cy="2543175"/>
          </a:xfrm>
          <a:prstGeom prst="rect">
            <a:avLst/>
          </a:prstGeom>
        </p:spPr>
      </p:pic>
    </p:spTree>
    <p:extLst>
      <p:ext uri="{BB962C8B-B14F-4D97-AF65-F5344CB8AC3E}">
        <p14:creationId xmlns:p14="http://schemas.microsoft.com/office/powerpoint/2010/main" val="284163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79897" y="808121"/>
            <a:ext cx="11295138" cy="4744954"/>
          </a:xfrm>
          <a:prstGeom prst="rect">
            <a:avLst/>
          </a:prstGeom>
        </p:spPr>
      </p:pic>
    </p:spTree>
    <p:extLst>
      <p:ext uri="{BB962C8B-B14F-4D97-AF65-F5344CB8AC3E}">
        <p14:creationId xmlns:p14="http://schemas.microsoft.com/office/powerpoint/2010/main" val="3282492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 EQUIVALENCE CLASS TESTING</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solidFill>
                  <a:schemeClr val="tx1"/>
                </a:solidFill>
              </a:rPr>
              <a:t>A large number of test cases are generated for any program. It is neither feasible nor desirable to execute all such test cases. </a:t>
            </a:r>
          </a:p>
          <a:p>
            <a:pPr algn="just">
              <a:buFont typeface="Arial" panose="020B0604020202020204" pitchFamily="34" charset="0"/>
              <a:buChar char="•"/>
            </a:pPr>
            <a:r>
              <a:rPr lang="en-US" dirty="0">
                <a:solidFill>
                  <a:schemeClr val="tx1"/>
                </a:solidFill>
              </a:rPr>
              <a:t>We may divide input domain into various categories with some relationship and expect that every test case from a category exhibits the same behavior. </a:t>
            </a:r>
          </a:p>
          <a:p>
            <a:pPr algn="just">
              <a:buFont typeface="Arial" panose="020B0604020202020204" pitchFamily="34" charset="0"/>
              <a:buChar char="•"/>
            </a:pPr>
            <a:r>
              <a:rPr lang="en-US" dirty="0">
                <a:solidFill>
                  <a:schemeClr val="tx1"/>
                </a:solidFill>
              </a:rPr>
              <a:t>If categories are well selected, we may assume that if one representative test case works correctly, others may also give the same results. </a:t>
            </a:r>
          </a:p>
          <a:p>
            <a:pPr algn="just">
              <a:buFont typeface="Arial" panose="020B0604020202020204" pitchFamily="34" charset="0"/>
              <a:buChar char="•"/>
            </a:pPr>
            <a:r>
              <a:rPr lang="en-US" dirty="0">
                <a:solidFill>
                  <a:schemeClr val="tx1"/>
                </a:solidFill>
              </a:rPr>
              <a:t>Each category is called an equivalence class and this type of testing is known as equivalence class testing. </a:t>
            </a:r>
          </a:p>
        </p:txBody>
      </p:sp>
    </p:spTree>
    <p:extLst>
      <p:ext uri="{BB962C8B-B14F-4D97-AF65-F5344CB8AC3E}">
        <p14:creationId xmlns:p14="http://schemas.microsoft.com/office/powerpoint/2010/main" val="719467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14400"/>
            <a:ext cx="10058400" cy="822960"/>
          </a:xfrm>
        </p:spPr>
        <p:txBody>
          <a:bodyPr/>
          <a:lstStyle/>
          <a:p>
            <a:r>
              <a:rPr lang="en-US" b="1" dirty="0">
                <a:solidFill>
                  <a:schemeClr val="tx1"/>
                </a:solidFill>
              </a:rPr>
              <a:t>Creation of Equivalence Classes</a:t>
            </a:r>
          </a:p>
        </p:txBody>
      </p:sp>
      <p:sp>
        <p:nvSpPr>
          <p:cNvPr id="3" name="Content Placeholder 2"/>
          <p:cNvSpPr>
            <a:spLocks noGrp="1"/>
          </p:cNvSpPr>
          <p:nvPr>
            <p:ph idx="1"/>
          </p:nvPr>
        </p:nvSpPr>
        <p:spPr>
          <a:xfrm>
            <a:off x="581192" y="2005264"/>
            <a:ext cx="11029615" cy="3853536"/>
          </a:xfrm>
        </p:spPr>
        <p:txBody>
          <a:bodyPr/>
          <a:lstStyle/>
          <a:p>
            <a:pPr>
              <a:buFont typeface="Arial" panose="020B0604020202020204" pitchFamily="34" charset="0"/>
              <a:buChar char="•"/>
            </a:pPr>
            <a:r>
              <a:rPr lang="en-US" dirty="0">
                <a:solidFill>
                  <a:schemeClr val="tx1"/>
                </a:solidFill>
              </a:rPr>
              <a:t>The entire input domain can be divided into at least two equivalence classes: one containing all valid inputs and the other containing all invalid inputs. </a:t>
            </a:r>
          </a:p>
          <a:p>
            <a:pPr>
              <a:buFont typeface="Arial" panose="020B0604020202020204" pitchFamily="34" charset="0"/>
              <a:buChar char="•"/>
            </a:pPr>
            <a:r>
              <a:rPr lang="en-US" dirty="0">
                <a:solidFill>
                  <a:schemeClr val="tx1"/>
                </a:solidFill>
              </a:rPr>
              <a:t>Each equivalence class can further be sub-divided into equivalence classes on which the program is required to behave differently.</a:t>
            </a:r>
          </a:p>
          <a:p>
            <a:pPr>
              <a:buFont typeface="Arial" panose="020B0604020202020204" pitchFamily="34" charset="0"/>
              <a:buChar char="•"/>
            </a:pPr>
            <a:r>
              <a:rPr lang="en-US" dirty="0">
                <a:solidFill>
                  <a:schemeClr val="tx1"/>
                </a:solidFill>
              </a:rPr>
              <a:t>Square program</a:t>
            </a:r>
          </a:p>
          <a:p>
            <a:endParaRPr lang="en-US" dirty="0"/>
          </a:p>
        </p:txBody>
      </p:sp>
      <p:pic>
        <p:nvPicPr>
          <p:cNvPr id="6" name="Picture 5"/>
          <p:cNvPicPr>
            <a:picLocks noChangeAspect="1"/>
          </p:cNvPicPr>
          <p:nvPr/>
        </p:nvPicPr>
        <p:blipFill>
          <a:blip r:embed="rId2"/>
          <a:stretch>
            <a:fillRect/>
          </a:stretch>
        </p:blipFill>
        <p:spPr>
          <a:xfrm>
            <a:off x="581192" y="3932032"/>
            <a:ext cx="5155030" cy="1007701"/>
          </a:xfrm>
          <a:prstGeom prst="rect">
            <a:avLst/>
          </a:prstGeom>
        </p:spPr>
      </p:pic>
      <p:pic>
        <p:nvPicPr>
          <p:cNvPr id="7" name="Picture 6"/>
          <p:cNvPicPr>
            <a:picLocks noChangeAspect="1"/>
          </p:cNvPicPr>
          <p:nvPr/>
        </p:nvPicPr>
        <p:blipFill>
          <a:blip r:embed="rId3"/>
          <a:stretch>
            <a:fillRect/>
          </a:stretch>
        </p:blipFill>
        <p:spPr>
          <a:xfrm>
            <a:off x="5736222" y="3519473"/>
            <a:ext cx="5610225" cy="1817629"/>
          </a:xfrm>
          <a:prstGeom prst="rect">
            <a:avLst/>
          </a:prstGeom>
        </p:spPr>
      </p:pic>
    </p:spTree>
    <p:extLst>
      <p:ext uri="{BB962C8B-B14F-4D97-AF65-F5344CB8AC3E}">
        <p14:creationId xmlns:p14="http://schemas.microsoft.com/office/powerpoint/2010/main" val="37912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047246" y="2509328"/>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1777</TotalTime>
  <Words>1291</Words>
  <Application>Microsoft Office PowerPoint</Application>
  <PresentationFormat>Widescreen</PresentationFormat>
  <Paragraphs>122</Paragraphs>
  <Slides>21</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Calibri</vt:lpstr>
      <vt:lpstr>Calibri Light</vt:lpstr>
      <vt:lpstr>Times New Roman</vt:lpstr>
      <vt:lpstr>Wingdings</vt:lpstr>
      <vt:lpstr>Retrospect</vt:lpstr>
      <vt:lpstr>Software Quality Engineering</vt:lpstr>
      <vt:lpstr>A Good Software Tester</vt:lpstr>
      <vt:lpstr>Guidelines for testing</vt:lpstr>
      <vt:lpstr>Software Testing Principles</vt:lpstr>
      <vt:lpstr>Software testing strategies</vt:lpstr>
      <vt:lpstr>Point to Ponder</vt:lpstr>
      <vt:lpstr>Software Testing Levels</vt:lpstr>
      <vt:lpstr>Testing the System (I)</vt:lpstr>
      <vt:lpstr>Testing the System (II)</vt:lpstr>
      <vt:lpstr>Static and Dynamic Testing</vt:lpstr>
      <vt:lpstr>Limitations of testing</vt:lpstr>
      <vt:lpstr>Functional Testing</vt:lpstr>
      <vt:lpstr>Functional Testing</vt:lpstr>
      <vt:lpstr>BOUNDARY VALUE ANALYSIS</vt:lpstr>
      <vt:lpstr>Applicability</vt:lpstr>
      <vt:lpstr>Boundary value analysis for square program</vt:lpstr>
      <vt:lpstr>Another example</vt:lpstr>
      <vt:lpstr>PowerPoint Presentation</vt:lpstr>
      <vt:lpstr> EQUIVALENCE CLASS TESTING</vt:lpstr>
      <vt:lpstr>Creation of Equivalence Classes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13</cp:revision>
  <dcterms:created xsi:type="dcterms:W3CDTF">2024-08-09T06:58:16Z</dcterms:created>
  <dcterms:modified xsi:type="dcterms:W3CDTF">2024-09-10T05:10:40Z</dcterms:modified>
</cp:coreProperties>
</file>