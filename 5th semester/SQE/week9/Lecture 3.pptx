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8" r:id="rId3"/>
    <p:sldId id="325" r:id="rId4"/>
    <p:sldId id="314" r:id="rId5"/>
    <p:sldId id="315" r:id="rId6"/>
    <p:sldId id="360" r:id="rId7"/>
    <p:sldId id="359" r:id="rId8"/>
    <p:sldId id="316" r:id="rId9"/>
    <p:sldId id="317" r:id="rId10"/>
    <p:sldId id="318" r:id="rId11"/>
    <p:sldId id="319" r:id="rId12"/>
    <p:sldId id="326" r:id="rId13"/>
    <p:sldId id="320" r:id="rId14"/>
    <p:sldId id="321" r:id="rId15"/>
    <p:sldId id="322" r:id="rId16"/>
    <p:sldId id="323" r:id="rId17"/>
    <p:sldId id="357" r:id="rId18"/>
    <p:sldId id="327" r:id="rId19"/>
    <p:sldId id="328" r:id="rId20"/>
    <p:sldId id="32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5A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41C8B4-1A47-44F6-A982-5B5653426906}" v="1" dt="2024-10-15T04:27:23.135"/>
    <p1510:client id="{9A8D5D83-33E5-4CEE-8357-E82B508215CD}" v="42" dt="2024-10-15T13:02:25.2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41" autoAdjust="0"/>
    <p:restoredTop sz="90805" autoAdjust="0"/>
  </p:normalViewPr>
  <p:slideViewPr>
    <p:cSldViewPr snapToGrid="0">
      <p:cViewPr varScale="1">
        <p:scale>
          <a:sx n="70" d="100"/>
          <a:sy n="70" d="100"/>
        </p:scale>
        <p:origin x="72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docChgLst>
    <pc:chgData name="Ms Alina Arshad" userId="cccdfd85-d35d-4453-9c6f-a463aae40722" providerId="ADAL" clId="{9A8D5D83-33E5-4CEE-8357-E82B508215CD}"/>
    <pc:docChg chg="undo custSel addSld delSld modSld">
      <pc:chgData name="Ms Alina Arshad" userId="cccdfd85-d35d-4453-9c6f-a463aae40722" providerId="ADAL" clId="{9A8D5D83-33E5-4CEE-8357-E82B508215CD}" dt="2024-10-15T13:08:01.341" v="534" actId="20577"/>
      <pc:docMkLst>
        <pc:docMk/>
      </pc:docMkLst>
      <pc:sldChg chg="modSp add del mod">
        <pc:chgData name="Ms Alina Arshad" userId="cccdfd85-d35d-4453-9c6f-a463aae40722" providerId="ADAL" clId="{9A8D5D83-33E5-4CEE-8357-E82B508215CD}" dt="2024-10-15T13:08:01.341" v="534" actId="20577"/>
        <pc:sldMkLst>
          <pc:docMk/>
          <pc:sldMk cId="3322361034" sldId="256"/>
        </pc:sldMkLst>
        <pc:spChg chg="mod">
          <ac:chgData name="Ms Alina Arshad" userId="cccdfd85-d35d-4453-9c6f-a463aae40722" providerId="ADAL" clId="{9A8D5D83-33E5-4CEE-8357-E82B508215CD}" dt="2024-10-15T13:08:01.341" v="534" actId="20577"/>
          <ac:spMkLst>
            <pc:docMk/>
            <pc:sldMk cId="3322361034" sldId="256"/>
            <ac:spMk id="3" creationId="{44E9F82C-BBA7-3495-1097-BEDB54FFFDF4}"/>
          </ac:spMkLst>
        </pc:spChg>
      </pc:sldChg>
      <pc:sldChg chg="delSp modSp add del mod">
        <pc:chgData name="Ms Alina Arshad" userId="cccdfd85-d35d-4453-9c6f-a463aae40722" providerId="ADAL" clId="{9A8D5D83-33E5-4CEE-8357-E82B508215CD}" dt="2024-10-12T09:34:35.723" v="79" actId="47"/>
        <pc:sldMkLst>
          <pc:docMk/>
          <pc:sldMk cId="2348086917" sldId="257"/>
        </pc:sldMkLst>
        <pc:spChg chg="del mod">
          <ac:chgData name="Ms Alina Arshad" userId="cccdfd85-d35d-4453-9c6f-a463aae40722" providerId="ADAL" clId="{9A8D5D83-33E5-4CEE-8357-E82B508215CD}" dt="2024-10-12T09:34:07.866" v="57" actId="478"/>
          <ac:spMkLst>
            <pc:docMk/>
            <pc:sldMk cId="2348086917" sldId="257"/>
            <ac:spMk id="2" creationId="{00000000-0000-0000-0000-000000000000}"/>
          </ac:spMkLst>
        </pc:spChg>
        <pc:spChg chg="mod">
          <ac:chgData name="Ms Alina Arshad" userId="cccdfd85-d35d-4453-9c6f-a463aae40722" providerId="ADAL" clId="{9A8D5D83-33E5-4CEE-8357-E82B508215CD}" dt="2024-10-12T09:34:12.302" v="58" actId="207"/>
          <ac:spMkLst>
            <pc:docMk/>
            <pc:sldMk cId="2348086917" sldId="257"/>
            <ac:spMk id="5" creationId="{00000000-0000-0000-0000-000000000000}"/>
          </ac:spMkLst>
        </pc:spChg>
      </pc:sldChg>
      <pc:sldChg chg="delSp modSp add mod">
        <pc:chgData name="Ms Alina Arshad" userId="cccdfd85-d35d-4453-9c6f-a463aae40722" providerId="ADAL" clId="{9A8D5D83-33E5-4CEE-8357-E82B508215CD}" dt="2024-10-12T09:35:07.834" v="87" actId="1076"/>
        <pc:sldMkLst>
          <pc:docMk/>
          <pc:sldMk cId="987785057" sldId="258"/>
        </pc:sldMkLst>
        <pc:spChg chg="del">
          <ac:chgData name="Ms Alina Arshad" userId="cccdfd85-d35d-4453-9c6f-a463aae40722" providerId="ADAL" clId="{9A8D5D83-33E5-4CEE-8357-E82B508215CD}" dt="2024-10-12T09:34:42.887" v="80" actId="478"/>
          <ac:spMkLst>
            <pc:docMk/>
            <pc:sldMk cId="987785057" sldId="258"/>
            <ac:spMk id="2" creationId="{00000000-0000-0000-0000-000000000000}"/>
          </ac:spMkLst>
        </pc:spChg>
        <pc:spChg chg="del">
          <ac:chgData name="Ms Alina Arshad" userId="cccdfd85-d35d-4453-9c6f-a463aae40722" providerId="ADAL" clId="{9A8D5D83-33E5-4CEE-8357-E82B508215CD}" dt="2024-10-12T09:34:44.599" v="81" actId="478"/>
          <ac:spMkLst>
            <pc:docMk/>
            <pc:sldMk cId="987785057" sldId="258"/>
            <ac:spMk id="5" creationId="{00000000-0000-0000-0000-000000000000}"/>
          </ac:spMkLst>
        </pc:spChg>
        <pc:spChg chg="mod">
          <ac:chgData name="Ms Alina Arshad" userId="cccdfd85-d35d-4453-9c6f-a463aae40722" providerId="ADAL" clId="{9A8D5D83-33E5-4CEE-8357-E82B508215CD}" dt="2024-10-12T09:34:52.017" v="83" actId="113"/>
          <ac:spMkLst>
            <pc:docMk/>
            <pc:sldMk cId="987785057" sldId="258"/>
            <ac:spMk id="107522" creationId="{00000000-0000-0000-0000-000000000000}"/>
          </ac:spMkLst>
        </pc:spChg>
        <pc:spChg chg="mod">
          <ac:chgData name="Ms Alina Arshad" userId="cccdfd85-d35d-4453-9c6f-a463aae40722" providerId="ADAL" clId="{9A8D5D83-33E5-4CEE-8357-E82B508215CD}" dt="2024-10-12T09:35:07.834" v="87" actId="1076"/>
          <ac:spMkLst>
            <pc:docMk/>
            <pc:sldMk cId="987785057" sldId="258"/>
            <ac:spMk id="107523" creationId="{00000000-0000-0000-0000-000000000000}"/>
          </ac:spMkLst>
        </pc:spChg>
      </pc:sldChg>
      <pc:sldChg chg="del">
        <pc:chgData name="Ms Alina Arshad" userId="cccdfd85-d35d-4453-9c6f-a463aae40722" providerId="ADAL" clId="{9A8D5D83-33E5-4CEE-8357-E82B508215CD}" dt="2024-10-12T09:33:39.856" v="8" actId="47"/>
        <pc:sldMkLst>
          <pc:docMk/>
          <pc:sldMk cId="1325985888" sldId="279"/>
        </pc:sldMkLst>
      </pc:sldChg>
      <pc:sldChg chg="add del">
        <pc:chgData name="Ms Alina Arshad" userId="cccdfd85-d35d-4453-9c6f-a463aae40722" providerId="ADAL" clId="{9A8D5D83-33E5-4CEE-8357-E82B508215CD}" dt="2024-10-15T13:06:59.573" v="504" actId="47"/>
        <pc:sldMkLst>
          <pc:docMk/>
          <pc:sldMk cId="1032267902" sldId="313"/>
        </pc:sldMkLst>
      </pc:sldChg>
      <pc:sldChg chg="delSp modSp add mod">
        <pc:chgData name="Ms Alina Arshad" userId="cccdfd85-d35d-4453-9c6f-a463aae40722" providerId="ADAL" clId="{9A8D5D83-33E5-4CEE-8357-E82B508215CD}" dt="2024-10-15T12:13:59.402" v="216" actId="12"/>
        <pc:sldMkLst>
          <pc:docMk/>
          <pc:sldMk cId="3777174035" sldId="314"/>
        </pc:sldMkLst>
        <pc:spChg chg="mod">
          <ac:chgData name="Ms Alina Arshad" userId="cccdfd85-d35d-4453-9c6f-a463aae40722" providerId="ADAL" clId="{9A8D5D83-33E5-4CEE-8357-E82B508215CD}" dt="2024-10-15T12:13:44.792" v="215" actId="207"/>
          <ac:spMkLst>
            <pc:docMk/>
            <pc:sldMk cId="3777174035" sldId="314"/>
            <ac:spMk id="2" creationId="{00000000-0000-0000-0000-000000000000}"/>
          </ac:spMkLst>
        </pc:spChg>
        <pc:spChg chg="mod">
          <ac:chgData name="Ms Alina Arshad" userId="cccdfd85-d35d-4453-9c6f-a463aae40722" providerId="ADAL" clId="{9A8D5D83-33E5-4CEE-8357-E82B508215CD}" dt="2024-10-15T12:13:59.402" v="216" actId="12"/>
          <ac:spMkLst>
            <pc:docMk/>
            <pc:sldMk cId="3777174035" sldId="314"/>
            <ac:spMk id="3" creationId="{00000000-0000-0000-0000-000000000000}"/>
          </ac:spMkLst>
        </pc:spChg>
        <pc:spChg chg="del">
          <ac:chgData name="Ms Alina Arshad" userId="cccdfd85-d35d-4453-9c6f-a463aae40722" providerId="ADAL" clId="{9A8D5D83-33E5-4CEE-8357-E82B508215CD}" dt="2024-10-12T09:35:52.564" v="100" actId="478"/>
          <ac:spMkLst>
            <pc:docMk/>
            <pc:sldMk cId="3777174035" sldId="314"/>
            <ac:spMk id="4" creationId="{00000000-0000-0000-0000-000000000000}"/>
          </ac:spMkLst>
        </pc:spChg>
        <pc:spChg chg="del">
          <ac:chgData name="Ms Alina Arshad" userId="cccdfd85-d35d-4453-9c6f-a463aae40722" providerId="ADAL" clId="{9A8D5D83-33E5-4CEE-8357-E82B508215CD}" dt="2024-10-12T09:35:54.612" v="101" actId="478"/>
          <ac:spMkLst>
            <pc:docMk/>
            <pc:sldMk cId="3777174035" sldId="314"/>
            <ac:spMk id="5" creationId="{00000000-0000-0000-0000-000000000000}"/>
          </ac:spMkLst>
        </pc:spChg>
        <pc:picChg chg="mod">
          <ac:chgData name="Ms Alina Arshad" userId="cccdfd85-d35d-4453-9c6f-a463aae40722" providerId="ADAL" clId="{9A8D5D83-33E5-4CEE-8357-E82B508215CD}" dt="2024-10-12T09:36:03.583" v="104" actId="1076"/>
          <ac:picMkLst>
            <pc:docMk/>
            <pc:sldMk cId="3777174035" sldId="314"/>
            <ac:picMk id="6" creationId="{00000000-0000-0000-0000-000000000000}"/>
          </ac:picMkLst>
        </pc:picChg>
      </pc:sldChg>
      <pc:sldChg chg="delSp modSp add mod">
        <pc:chgData name="Ms Alina Arshad" userId="cccdfd85-d35d-4453-9c6f-a463aae40722" providerId="ADAL" clId="{9A8D5D83-33E5-4CEE-8357-E82B508215CD}" dt="2024-10-15T12:14:23.035" v="219" actId="207"/>
        <pc:sldMkLst>
          <pc:docMk/>
          <pc:sldMk cId="4181556699" sldId="315"/>
        </pc:sldMkLst>
        <pc:spChg chg="mod">
          <ac:chgData name="Ms Alina Arshad" userId="cccdfd85-d35d-4453-9c6f-a463aae40722" providerId="ADAL" clId="{9A8D5D83-33E5-4CEE-8357-E82B508215CD}" dt="2024-10-15T12:14:23.035" v="219" actId="207"/>
          <ac:spMkLst>
            <pc:docMk/>
            <pc:sldMk cId="4181556699" sldId="315"/>
            <ac:spMk id="2" creationId="{00000000-0000-0000-0000-000000000000}"/>
          </ac:spMkLst>
        </pc:spChg>
        <pc:spChg chg="mod">
          <ac:chgData name="Ms Alina Arshad" userId="cccdfd85-d35d-4453-9c6f-a463aae40722" providerId="ADAL" clId="{9A8D5D83-33E5-4CEE-8357-E82B508215CD}" dt="2024-10-12T09:36:25.741" v="114" actId="12"/>
          <ac:spMkLst>
            <pc:docMk/>
            <pc:sldMk cId="4181556699" sldId="315"/>
            <ac:spMk id="3" creationId="{00000000-0000-0000-0000-000000000000}"/>
          </ac:spMkLst>
        </pc:spChg>
        <pc:spChg chg="del">
          <ac:chgData name="Ms Alina Arshad" userId="cccdfd85-d35d-4453-9c6f-a463aae40722" providerId="ADAL" clId="{9A8D5D83-33E5-4CEE-8357-E82B508215CD}" dt="2024-10-12T09:36:13.524" v="108" actId="478"/>
          <ac:spMkLst>
            <pc:docMk/>
            <pc:sldMk cId="4181556699" sldId="315"/>
            <ac:spMk id="4" creationId="{00000000-0000-0000-0000-000000000000}"/>
          </ac:spMkLst>
        </pc:spChg>
        <pc:spChg chg="del mod">
          <ac:chgData name="Ms Alina Arshad" userId="cccdfd85-d35d-4453-9c6f-a463aae40722" providerId="ADAL" clId="{9A8D5D83-33E5-4CEE-8357-E82B508215CD}" dt="2024-10-12T09:36:18.727" v="112" actId="478"/>
          <ac:spMkLst>
            <pc:docMk/>
            <pc:sldMk cId="4181556699" sldId="315"/>
            <ac:spMk id="5" creationId="{00000000-0000-0000-0000-000000000000}"/>
          </ac:spMkLst>
        </pc:spChg>
      </pc:sldChg>
      <pc:sldChg chg="delSp modSp add mod">
        <pc:chgData name="Ms Alina Arshad" userId="cccdfd85-d35d-4453-9c6f-a463aae40722" providerId="ADAL" clId="{9A8D5D83-33E5-4CEE-8357-E82B508215CD}" dt="2024-10-12T09:36:43.549" v="118" actId="113"/>
        <pc:sldMkLst>
          <pc:docMk/>
          <pc:sldMk cId="1268528167" sldId="316"/>
        </pc:sldMkLst>
        <pc:spChg chg="mod">
          <ac:chgData name="Ms Alina Arshad" userId="cccdfd85-d35d-4453-9c6f-a463aae40722" providerId="ADAL" clId="{9A8D5D83-33E5-4CEE-8357-E82B508215CD}" dt="2024-10-12T09:36:43.549" v="118" actId="113"/>
          <ac:spMkLst>
            <pc:docMk/>
            <pc:sldMk cId="1268528167" sldId="316"/>
            <ac:spMk id="2" creationId="{00000000-0000-0000-0000-000000000000}"/>
          </ac:spMkLst>
        </pc:spChg>
        <pc:spChg chg="mod">
          <ac:chgData name="Ms Alina Arshad" userId="cccdfd85-d35d-4453-9c6f-a463aae40722" providerId="ADAL" clId="{9A8D5D83-33E5-4CEE-8357-E82B508215CD}" dt="2024-10-12T09:36:40.496" v="117" actId="207"/>
          <ac:spMkLst>
            <pc:docMk/>
            <pc:sldMk cId="1268528167" sldId="316"/>
            <ac:spMk id="3" creationId="{00000000-0000-0000-0000-000000000000}"/>
          </ac:spMkLst>
        </pc:spChg>
        <pc:spChg chg="del">
          <ac:chgData name="Ms Alina Arshad" userId="cccdfd85-d35d-4453-9c6f-a463aae40722" providerId="ADAL" clId="{9A8D5D83-33E5-4CEE-8357-E82B508215CD}" dt="2024-10-12T09:36:33.872" v="115" actId="478"/>
          <ac:spMkLst>
            <pc:docMk/>
            <pc:sldMk cId="1268528167" sldId="316"/>
            <ac:spMk id="4" creationId="{00000000-0000-0000-0000-000000000000}"/>
          </ac:spMkLst>
        </pc:spChg>
        <pc:spChg chg="del">
          <ac:chgData name="Ms Alina Arshad" userId="cccdfd85-d35d-4453-9c6f-a463aae40722" providerId="ADAL" clId="{9A8D5D83-33E5-4CEE-8357-E82B508215CD}" dt="2024-10-12T09:36:36.044" v="116" actId="478"/>
          <ac:spMkLst>
            <pc:docMk/>
            <pc:sldMk cId="1268528167" sldId="316"/>
            <ac:spMk id="5" creationId="{00000000-0000-0000-0000-000000000000}"/>
          </ac:spMkLst>
        </pc:spChg>
      </pc:sldChg>
      <pc:sldChg chg="delSp modSp add mod modAnim">
        <pc:chgData name="Ms Alina Arshad" userId="cccdfd85-d35d-4453-9c6f-a463aae40722" providerId="ADAL" clId="{9A8D5D83-33E5-4CEE-8357-E82B508215CD}" dt="2024-10-15T12:38:10.005" v="254" actId="20577"/>
        <pc:sldMkLst>
          <pc:docMk/>
          <pc:sldMk cId="2565091885" sldId="317"/>
        </pc:sldMkLst>
        <pc:spChg chg="mod">
          <ac:chgData name="Ms Alina Arshad" userId="cccdfd85-d35d-4453-9c6f-a463aae40722" providerId="ADAL" clId="{9A8D5D83-33E5-4CEE-8357-E82B508215CD}" dt="2024-10-12T09:36:51.499" v="121" actId="14100"/>
          <ac:spMkLst>
            <pc:docMk/>
            <pc:sldMk cId="2565091885" sldId="317"/>
            <ac:spMk id="2" creationId="{00000000-0000-0000-0000-000000000000}"/>
          </ac:spMkLst>
        </pc:spChg>
        <pc:spChg chg="mod">
          <ac:chgData name="Ms Alina Arshad" userId="cccdfd85-d35d-4453-9c6f-a463aae40722" providerId="ADAL" clId="{9A8D5D83-33E5-4CEE-8357-E82B508215CD}" dt="2024-10-15T12:38:10.005" v="254" actId="20577"/>
          <ac:spMkLst>
            <pc:docMk/>
            <pc:sldMk cId="2565091885" sldId="317"/>
            <ac:spMk id="3" creationId="{00000000-0000-0000-0000-000000000000}"/>
          </ac:spMkLst>
        </pc:spChg>
        <pc:spChg chg="del">
          <ac:chgData name="Ms Alina Arshad" userId="cccdfd85-d35d-4453-9c6f-a463aae40722" providerId="ADAL" clId="{9A8D5D83-33E5-4CEE-8357-E82B508215CD}" dt="2024-10-12T09:37:32.238" v="139" actId="478"/>
          <ac:spMkLst>
            <pc:docMk/>
            <pc:sldMk cId="2565091885" sldId="317"/>
            <ac:spMk id="4" creationId="{00000000-0000-0000-0000-000000000000}"/>
          </ac:spMkLst>
        </pc:spChg>
        <pc:spChg chg="del">
          <ac:chgData name="Ms Alina Arshad" userId="cccdfd85-d35d-4453-9c6f-a463aae40722" providerId="ADAL" clId="{9A8D5D83-33E5-4CEE-8357-E82B508215CD}" dt="2024-10-12T09:37:34.863" v="140" actId="478"/>
          <ac:spMkLst>
            <pc:docMk/>
            <pc:sldMk cId="2565091885" sldId="317"/>
            <ac:spMk id="5" creationId="{00000000-0000-0000-0000-000000000000}"/>
          </ac:spMkLst>
        </pc:spChg>
      </pc:sldChg>
      <pc:sldChg chg="delSp modSp add mod">
        <pc:chgData name="Ms Alina Arshad" userId="cccdfd85-d35d-4453-9c6f-a463aae40722" providerId="ADAL" clId="{9A8D5D83-33E5-4CEE-8357-E82B508215CD}" dt="2024-10-15T12:38:46.303" v="262"/>
        <pc:sldMkLst>
          <pc:docMk/>
          <pc:sldMk cId="3888176007" sldId="318"/>
        </pc:sldMkLst>
        <pc:spChg chg="mod">
          <ac:chgData name="Ms Alina Arshad" userId="cccdfd85-d35d-4453-9c6f-a463aae40722" providerId="ADAL" clId="{9A8D5D83-33E5-4CEE-8357-E82B508215CD}" dt="2024-10-12T09:37:46.333" v="142" actId="113"/>
          <ac:spMkLst>
            <pc:docMk/>
            <pc:sldMk cId="3888176007" sldId="318"/>
            <ac:spMk id="2" creationId="{00000000-0000-0000-0000-000000000000}"/>
          </ac:spMkLst>
        </pc:spChg>
        <pc:spChg chg="mod">
          <ac:chgData name="Ms Alina Arshad" userId="cccdfd85-d35d-4453-9c6f-a463aae40722" providerId="ADAL" clId="{9A8D5D83-33E5-4CEE-8357-E82B508215CD}" dt="2024-10-15T12:38:46.303" v="262"/>
          <ac:spMkLst>
            <pc:docMk/>
            <pc:sldMk cId="3888176007" sldId="318"/>
            <ac:spMk id="3" creationId="{00000000-0000-0000-0000-000000000000}"/>
          </ac:spMkLst>
        </pc:spChg>
        <pc:spChg chg="del">
          <ac:chgData name="Ms Alina Arshad" userId="cccdfd85-d35d-4453-9c6f-a463aae40722" providerId="ADAL" clId="{9A8D5D83-33E5-4CEE-8357-E82B508215CD}" dt="2024-10-12T09:38:01.349" v="146" actId="478"/>
          <ac:spMkLst>
            <pc:docMk/>
            <pc:sldMk cId="3888176007" sldId="318"/>
            <ac:spMk id="4" creationId="{00000000-0000-0000-0000-000000000000}"/>
          </ac:spMkLst>
        </pc:spChg>
        <pc:spChg chg="del">
          <ac:chgData name="Ms Alina Arshad" userId="cccdfd85-d35d-4453-9c6f-a463aae40722" providerId="ADAL" clId="{9A8D5D83-33E5-4CEE-8357-E82B508215CD}" dt="2024-10-12T09:38:03.298" v="147" actId="478"/>
          <ac:spMkLst>
            <pc:docMk/>
            <pc:sldMk cId="3888176007" sldId="318"/>
            <ac:spMk id="5" creationId="{00000000-0000-0000-0000-000000000000}"/>
          </ac:spMkLst>
        </pc:spChg>
      </pc:sldChg>
      <pc:sldChg chg="delSp modSp add mod">
        <pc:chgData name="Ms Alina Arshad" userId="cccdfd85-d35d-4453-9c6f-a463aae40722" providerId="ADAL" clId="{9A8D5D83-33E5-4CEE-8357-E82B508215CD}" dt="2024-10-15T12:40:41.122" v="311" actId="14100"/>
        <pc:sldMkLst>
          <pc:docMk/>
          <pc:sldMk cId="3310025659" sldId="319"/>
        </pc:sldMkLst>
        <pc:spChg chg="mod">
          <ac:chgData name="Ms Alina Arshad" userId="cccdfd85-d35d-4453-9c6f-a463aae40722" providerId="ADAL" clId="{9A8D5D83-33E5-4CEE-8357-E82B508215CD}" dt="2024-10-12T09:38:11.636" v="149" actId="113"/>
          <ac:spMkLst>
            <pc:docMk/>
            <pc:sldMk cId="3310025659" sldId="319"/>
            <ac:spMk id="2" creationId="{00000000-0000-0000-0000-000000000000}"/>
          </ac:spMkLst>
        </pc:spChg>
        <pc:spChg chg="mod">
          <ac:chgData name="Ms Alina Arshad" userId="cccdfd85-d35d-4453-9c6f-a463aae40722" providerId="ADAL" clId="{9A8D5D83-33E5-4CEE-8357-E82B508215CD}" dt="2024-10-15T12:40:22.924" v="306" actId="313"/>
          <ac:spMkLst>
            <pc:docMk/>
            <pc:sldMk cId="3310025659" sldId="319"/>
            <ac:spMk id="3" creationId="{00000000-0000-0000-0000-000000000000}"/>
          </ac:spMkLst>
        </pc:spChg>
        <pc:spChg chg="del">
          <ac:chgData name="Ms Alina Arshad" userId="cccdfd85-d35d-4453-9c6f-a463aae40722" providerId="ADAL" clId="{9A8D5D83-33E5-4CEE-8357-E82B508215CD}" dt="2024-10-12T09:38:26.777" v="151" actId="478"/>
          <ac:spMkLst>
            <pc:docMk/>
            <pc:sldMk cId="3310025659" sldId="319"/>
            <ac:spMk id="4" creationId="{00000000-0000-0000-0000-000000000000}"/>
          </ac:spMkLst>
        </pc:spChg>
        <pc:spChg chg="del">
          <ac:chgData name="Ms Alina Arshad" userId="cccdfd85-d35d-4453-9c6f-a463aae40722" providerId="ADAL" clId="{9A8D5D83-33E5-4CEE-8357-E82B508215CD}" dt="2024-10-12T09:38:30.524" v="152" actId="478"/>
          <ac:spMkLst>
            <pc:docMk/>
            <pc:sldMk cId="3310025659" sldId="319"/>
            <ac:spMk id="5" creationId="{00000000-0000-0000-0000-000000000000}"/>
          </ac:spMkLst>
        </pc:spChg>
        <pc:picChg chg="mod">
          <ac:chgData name="Ms Alina Arshad" userId="cccdfd85-d35d-4453-9c6f-a463aae40722" providerId="ADAL" clId="{9A8D5D83-33E5-4CEE-8357-E82B508215CD}" dt="2024-10-15T12:39:52.680" v="275" actId="1076"/>
          <ac:picMkLst>
            <pc:docMk/>
            <pc:sldMk cId="3310025659" sldId="319"/>
            <ac:picMk id="6" creationId="{00000000-0000-0000-0000-000000000000}"/>
          </ac:picMkLst>
        </pc:picChg>
        <pc:picChg chg="mod">
          <ac:chgData name="Ms Alina Arshad" userId="cccdfd85-d35d-4453-9c6f-a463aae40722" providerId="ADAL" clId="{9A8D5D83-33E5-4CEE-8357-E82B508215CD}" dt="2024-10-15T12:40:41.122" v="311" actId="14100"/>
          <ac:picMkLst>
            <pc:docMk/>
            <pc:sldMk cId="3310025659" sldId="319"/>
            <ac:picMk id="7" creationId="{00000000-0000-0000-0000-000000000000}"/>
          </ac:picMkLst>
        </pc:picChg>
      </pc:sldChg>
      <pc:sldChg chg="delSp modSp add mod">
        <pc:chgData name="Ms Alina Arshad" userId="cccdfd85-d35d-4453-9c6f-a463aae40722" providerId="ADAL" clId="{9A8D5D83-33E5-4CEE-8357-E82B508215CD}" dt="2024-10-12T09:39:02.419" v="163" actId="478"/>
        <pc:sldMkLst>
          <pc:docMk/>
          <pc:sldMk cId="339546399" sldId="320"/>
        </pc:sldMkLst>
        <pc:spChg chg="mod">
          <ac:chgData name="Ms Alina Arshad" userId="cccdfd85-d35d-4453-9c6f-a463aae40722" providerId="ADAL" clId="{9A8D5D83-33E5-4CEE-8357-E82B508215CD}" dt="2024-10-12T09:38:54.065" v="160" actId="113"/>
          <ac:spMkLst>
            <pc:docMk/>
            <pc:sldMk cId="339546399" sldId="320"/>
            <ac:spMk id="2" creationId="{00000000-0000-0000-0000-000000000000}"/>
          </ac:spMkLst>
        </pc:spChg>
        <pc:spChg chg="mod">
          <ac:chgData name="Ms Alina Arshad" userId="cccdfd85-d35d-4453-9c6f-a463aae40722" providerId="ADAL" clId="{9A8D5D83-33E5-4CEE-8357-E82B508215CD}" dt="2024-10-12T09:38:58.052" v="161" actId="207"/>
          <ac:spMkLst>
            <pc:docMk/>
            <pc:sldMk cId="339546399" sldId="320"/>
            <ac:spMk id="3" creationId="{00000000-0000-0000-0000-000000000000}"/>
          </ac:spMkLst>
        </pc:spChg>
        <pc:spChg chg="del">
          <ac:chgData name="Ms Alina Arshad" userId="cccdfd85-d35d-4453-9c6f-a463aae40722" providerId="ADAL" clId="{9A8D5D83-33E5-4CEE-8357-E82B508215CD}" dt="2024-10-12T09:39:00.370" v="162" actId="478"/>
          <ac:spMkLst>
            <pc:docMk/>
            <pc:sldMk cId="339546399" sldId="320"/>
            <ac:spMk id="4" creationId="{00000000-0000-0000-0000-000000000000}"/>
          </ac:spMkLst>
        </pc:spChg>
        <pc:spChg chg="del">
          <ac:chgData name="Ms Alina Arshad" userId="cccdfd85-d35d-4453-9c6f-a463aae40722" providerId="ADAL" clId="{9A8D5D83-33E5-4CEE-8357-E82B508215CD}" dt="2024-10-12T09:39:02.419" v="163" actId="478"/>
          <ac:spMkLst>
            <pc:docMk/>
            <pc:sldMk cId="339546399" sldId="320"/>
            <ac:spMk id="5" creationId="{00000000-0000-0000-0000-000000000000}"/>
          </ac:spMkLst>
        </pc:spChg>
      </pc:sldChg>
      <pc:sldChg chg="delSp modSp add mod">
        <pc:chgData name="Ms Alina Arshad" userId="cccdfd85-d35d-4453-9c6f-a463aae40722" providerId="ADAL" clId="{9A8D5D83-33E5-4CEE-8357-E82B508215CD}" dt="2024-10-12T09:39:20.468" v="168" actId="478"/>
        <pc:sldMkLst>
          <pc:docMk/>
          <pc:sldMk cId="820248258" sldId="321"/>
        </pc:sldMkLst>
        <pc:spChg chg="mod">
          <ac:chgData name="Ms Alina Arshad" userId="cccdfd85-d35d-4453-9c6f-a463aae40722" providerId="ADAL" clId="{9A8D5D83-33E5-4CEE-8357-E82B508215CD}" dt="2024-10-12T09:39:12.069" v="165" actId="113"/>
          <ac:spMkLst>
            <pc:docMk/>
            <pc:sldMk cId="820248258" sldId="321"/>
            <ac:spMk id="2" creationId="{00000000-0000-0000-0000-000000000000}"/>
          </ac:spMkLst>
        </pc:spChg>
        <pc:spChg chg="mod">
          <ac:chgData name="Ms Alina Arshad" userId="cccdfd85-d35d-4453-9c6f-a463aae40722" providerId="ADAL" clId="{9A8D5D83-33E5-4CEE-8357-E82B508215CD}" dt="2024-10-12T09:39:15.540" v="166" actId="207"/>
          <ac:spMkLst>
            <pc:docMk/>
            <pc:sldMk cId="820248258" sldId="321"/>
            <ac:spMk id="3" creationId="{00000000-0000-0000-0000-000000000000}"/>
          </ac:spMkLst>
        </pc:spChg>
        <pc:spChg chg="del">
          <ac:chgData name="Ms Alina Arshad" userId="cccdfd85-d35d-4453-9c6f-a463aae40722" providerId="ADAL" clId="{9A8D5D83-33E5-4CEE-8357-E82B508215CD}" dt="2024-10-12T09:39:18.351" v="167" actId="478"/>
          <ac:spMkLst>
            <pc:docMk/>
            <pc:sldMk cId="820248258" sldId="321"/>
            <ac:spMk id="4" creationId="{00000000-0000-0000-0000-000000000000}"/>
          </ac:spMkLst>
        </pc:spChg>
        <pc:spChg chg="del">
          <ac:chgData name="Ms Alina Arshad" userId="cccdfd85-d35d-4453-9c6f-a463aae40722" providerId="ADAL" clId="{9A8D5D83-33E5-4CEE-8357-E82B508215CD}" dt="2024-10-12T09:39:20.468" v="168" actId="478"/>
          <ac:spMkLst>
            <pc:docMk/>
            <pc:sldMk cId="820248258" sldId="321"/>
            <ac:spMk id="5" creationId="{00000000-0000-0000-0000-000000000000}"/>
          </ac:spMkLst>
        </pc:spChg>
      </pc:sldChg>
      <pc:sldChg chg="delSp modSp add mod">
        <pc:chgData name="Ms Alina Arshad" userId="cccdfd85-d35d-4453-9c6f-a463aae40722" providerId="ADAL" clId="{9A8D5D83-33E5-4CEE-8357-E82B508215CD}" dt="2024-10-12T09:40:07.290" v="189" actId="478"/>
        <pc:sldMkLst>
          <pc:docMk/>
          <pc:sldMk cId="302804215" sldId="322"/>
        </pc:sldMkLst>
        <pc:spChg chg="mod">
          <ac:chgData name="Ms Alina Arshad" userId="cccdfd85-d35d-4453-9c6f-a463aae40722" providerId="ADAL" clId="{9A8D5D83-33E5-4CEE-8357-E82B508215CD}" dt="2024-10-12T09:39:26.073" v="169" actId="207"/>
          <ac:spMkLst>
            <pc:docMk/>
            <pc:sldMk cId="302804215" sldId="322"/>
            <ac:spMk id="2" creationId="{00000000-0000-0000-0000-000000000000}"/>
          </ac:spMkLst>
        </pc:spChg>
        <pc:spChg chg="mod">
          <ac:chgData name="Ms Alina Arshad" userId="cccdfd85-d35d-4453-9c6f-a463aae40722" providerId="ADAL" clId="{9A8D5D83-33E5-4CEE-8357-E82B508215CD}" dt="2024-10-12T09:40:04.097" v="187" actId="12"/>
          <ac:spMkLst>
            <pc:docMk/>
            <pc:sldMk cId="302804215" sldId="322"/>
            <ac:spMk id="3" creationId="{00000000-0000-0000-0000-000000000000}"/>
          </ac:spMkLst>
        </pc:spChg>
        <pc:spChg chg="del">
          <ac:chgData name="Ms Alina Arshad" userId="cccdfd85-d35d-4453-9c6f-a463aae40722" providerId="ADAL" clId="{9A8D5D83-33E5-4CEE-8357-E82B508215CD}" dt="2024-10-12T09:40:05.708" v="188" actId="478"/>
          <ac:spMkLst>
            <pc:docMk/>
            <pc:sldMk cId="302804215" sldId="322"/>
            <ac:spMk id="4" creationId="{00000000-0000-0000-0000-000000000000}"/>
          </ac:spMkLst>
        </pc:spChg>
        <pc:spChg chg="del">
          <ac:chgData name="Ms Alina Arshad" userId="cccdfd85-d35d-4453-9c6f-a463aae40722" providerId="ADAL" clId="{9A8D5D83-33E5-4CEE-8357-E82B508215CD}" dt="2024-10-12T09:40:07.290" v="189" actId="478"/>
          <ac:spMkLst>
            <pc:docMk/>
            <pc:sldMk cId="302804215" sldId="322"/>
            <ac:spMk id="5" creationId="{00000000-0000-0000-0000-000000000000}"/>
          </ac:spMkLst>
        </pc:spChg>
      </pc:sldChg>
      <pc:sldChg chg="delSp modSp add mod">
        <pc:chgData name="Ms Alina Arshad" userId="cccdfd85-d35d-4453-9c6f-a463aae40722" providerId="ADAL" clId="{9A8D5D83-33E5-4CEE-8357-E82B508215CD}" dt="2024-10-12T09:40:34.708" v="196" actId="478"/>
        <pc:sldMkLst>
          <pc:docMk/>
          <pc:sldMk cId="3966666735" sldId="323"/>
        </pc:sldMkLst>
        <pc:spChg chg="mod">
          <ac:chgData name="Ms Alina Arshad" userId="cccdfd85-d35d-4453-9c6f-a463aae40722" providerId="ADAL" clId="{9A8D5D83-33E5-4CEE-8357-E82B508215CD}" dt="2024-10-12T09:40:19.072" v="190" actId="207"/>
          <ac:spMkLst>
            <pc:docMk/>
            <pc:sldMk cId="3966666735" sldId="323"/>
            <ac:spMk id="2" creationId="{00000000-0000-0000-0000-000000000000}"/>
          </ac:spMkLst>
        </pc:spChg>
        <pc:spChg chg="mod">
          <ac:chgData name="Ms Alina Arshad" userId="cccdfd85-d35d-4453-9c6f-a463aae40722" providerId="ADAL" clId="{9A8D5D83-33E5-4CEE-8357-E82B508215CD}" dt="2024-10-12T09:40:23.893" v="191" actId="207"/>
          <ac:spMkLst>
            <pc:docMk/>
            <pc:sldMk cId="3966666735" sldId="323"/>
            <ac:spMk id="3" creationId="{00000000-0000-0000-0000-000000000000}"/>
          </ac:spMkLst>
        </pc:spChg>
        <pc:spChg chg="del">
          <ac:chgData name="Ms Alina Arshad" userId="cccdfd85-d35d-4453-9c6f-a463aae40722" providerId="ADAL" clId="{9A8D5D83-33E5-4CEE-8357-E82B508215CD}" dt="2024-10-12T09:40:27.733" v="192" actId="478"/>
          <ac:spMkLst>
            <pc:docMk/>
            <pc:sldMk cId="3966666735" sldId="323"/>
            <ac:spMk id="4" creationId="{00000000-0000-0000-0000-000000000000}"/>
          </ac:spMkLst>
        </pc:spChg>
        <pc:spChg chg="del mod">
          <ac:chgData name="Ms Alina Arshad" userId="cccdfd85-d35d-4453-9c6f-a463aae40722" providerId="ADAL" clId="{9A8D5D83-33E5-4CEE-8357-E82B508215CD}" dt="2024-10-12T09:40:34.708" v="196" actId="478"/>
          <ac:spMkLst>
            <pc:docMk/>
            <pc:sldMk cId="3966666735" sldId="323"/>
            <ac:spMk id="5" creationId="{00000000-0000-0000-0000-000000000000}"/>
          </ac:spMkLst>
        </pc:spChg>
      </pc:sldChg>
      <pc:sldChg chg="addSp delSp modSp add del mod">
        <pc:chgData name="Ms Alina Arshad" userId="cccdfd85-d35d-4453-9c6f-a463aae40722" providerId="ADAL" clId="{9A8D5D83-33E5-4CEE-8357-E82B508215CD}" dt="2024-10-15T12:41:32.489" v="317" actId="47"/>
        <pc:sldMkLst>
          <pc:docMk/>
          <pc:sldMk cId="2040789729" sldId="324"/>
        </pc:sldMkLst>
        <pc:spChg chg="del mod">
          <ac:chgData name="Ms Alina Arshad" userId="cccdfd85-d35d-4453-9c6f-a463aae40722" providerId="ADAL" clId="{9A8D5D83-33E5-4CEE-8357-E82B508215CD}" dt="2024-10-15T12:41:26.525" v="315" actId="21"/>
          <ac:spMkLst>
            <pc:docMk/>
            <pc:sldMk cId="2040789729" sldId="324"/>
            <ac:spMk id="2" creationId="{00000000-0000-0000-0000-000000000000}"/>
          </ac:spMkLst>
        </pc:spChg>
        <pc:spChg chg="del">
          <ac:chgData name="Ms Alina Arshad" userId="cccdfd85-d35d-4453-9c6f-a463aae40722" providerId="ADAL" clId="{9A8D5D83-33E5-4CEE-8357-E82B508215CD}" dt="2024-10-15T12:41:11.647" v="312" actId="478"/>
          <ac:spMkLst>
            <pc:docMk/>
            <pc:sldMk cId="2040789729" sldId="324"/>
            <ac:spMk id="4" creationId="{00000000-0000-0000-0000-000000000000}"/>
          </ac:spMkLst>
        </pc:spChg>
        <pc:spChg chg="del">
          <ac:chgData name="Ms Alina Arshad" userId="cccdfd85-d35d-4453-9c6f-a463aae40722" providerId="ADAL" clId="{9A8D5D83-33E5-4CEE-8357-E82B508215CD}" dt="2024-10-12T09:40:53.357" v="201" actId="478"/>
          <ac:spMkLst>
            <pc:docMk/>
            <pc:sldMk cId="2040789729" sldId="324"/>
            <ac:spMk id="5" creationId="{00000000-0000-0000-0000-000000000000}"/>
          </ac:spMkLst>
        </pc:spChg>
        <pc:spChg chg="add mod">
          <ac:chgData name="Ms Alina Arshad" userId="cccdfd85-d35d-4453-9c6f-a463aae40722" providerId="ADAL" clId="{9A8D5D83-33E5-4CEE-8357-E82B508215CD}" dt="2024-10-15T12:41:26.525" v="315" actId="21"/>
          <ac:spMkLst>
            <pc:docMk/>
            <pc:sldMk cId="2040789729" sldId="324"/>
            <ac:spMk id="5" creationId="{C4419CA4-2816-8078-291D-49A5C5EF7EBD}"/>
          </ac:spMkLst>
        </pc:spChg>
        <pc:spChg chg="add mod">
          <ac:chgData name="Ms Alina Arshad" userId="cccdfd85-d35d-4453-9c6f-a463aae40722" providerId="ADAL" clId="{9A8D5D83-33E5-4CEE-8357-E82B508215CD}" dt="2024-10-15T12:41:26.525" v="315" actId="21"/>
          <ac:spMkLst>
            <pc:docMk/>
            <pc:sldMk cId="2040789729" sldId="324"/>
            <ac:spMk id="9" creationId="{7373F223-8CB8-97EB-366F-8CF36E93DCFE}"/>
          </ac:spMkLst>
        </pc:spChg>
        <pc:picChg chg="del mod">
          <ac:chgData name="Ms Alina Arshad" userId="cccdfd85-d35d-4453-9c6f-a463aae40722" providerId="ADAL" clId="{9A8D5D83-33E5-4CEE-8357-E82B508215CD}" dt="2024-10-15T12:41:26.525" v="315" actId="21"/>
          <ac:picMkLst>
            <pc:docMk/>
            <pc:sldMk cId="2040789729" sldId="324"/>
            <ac:picMk id="6" creationId="{00000000-0000-0000-0000-000000000000}"/>
          </ac:picMkLst>
        </pc:picChg>
        <pc:picChg chg="del">
          <ac:chgData name="Ms Alina Arshad" userId="cccdfd85-d35d-4453-9c6f-a463aae40722" providerId="ADAL" clId="{9A8D5D83-33E5-4CEE-8357-E82B508215CD}" dt="2024-10-15T12:41:26.525" v="315" actId="21"/>
          <ac:picMkLst>
            <pc:docMk/>
            <pc:sldMk cId="2040789729" sldId="324"/>
            <ac:picMk id="7" creationId="{00000000-0000-0000-0000-000000000000}"/>
          </ac:picMkLst>
        </pc:picChg>
      </pc:sldChg>
      <pc:sldChg chg="delSp modSp add mod">
        <pc:chgData name="Ms Alina Arshad" userId="cccdfd85-d35d-4453-9c6f-a463aae40722" providerId="ADAL" clId="{9A8D5D83-33E5-4CEE-8357-E82B508215CD}" dt="2024-10-12T09:35:29.940" v="93" actId="478"/>
        <pc:sldMkLst>
          <pc:docMk/>
          <pc:sldMk cId="2110059545" sldId="325"/>
        </pc:sldMkLst>
        <pc:spChg chg="del">
          <ac:chgData name="Ms Alina Arshad" userId="cccdfd85-d35d-4453-9c6f-a463aae40722" providerId="ADAL" clId="{9A8D5D83-33E5-4CEE-8357-E82B508215CD}" dt="2024-10-12T09:35:12.400" v="88" actId="478"/>
          <ac:spMkLst>
            <pc:docMk/>
            <pc:sldMk cId="2110059545" sldId="325"/>
            <ac:spMk id="2" creationId="{00000000-0000-0000-0000-000000000000}"/>
          </ac:spMkLst>
        </pc:spChg>
        <pc:spChg chg="del">
          <ac:chgData name="Ms Alina Arshad" userId="cccdfd85-d35d-4453-9c6f-a463aae40722" providerId="ADAL" clId="{9A8D5D83-33E5-4CEE-8357-E82B508215CD}" dt="2024-10-12T09:35:27.641" v="92" actId="478"/>
          <ac:spMkLst>
            <pc:docMk/>
            <pc:sldMk cId="2110059545" sldId="325"/>
            <ac:spMk id="4" creationId="{00000000-0000-0000-0000-000000000000}"/>
          </ac:spMkLst>
        </pc:spChg>
        <pc:spChg chg="del">
          <ac:chgData name="Ms Alina Arshad" userId="cccdfd85-d35d-4453-9c6f-a463aae40722" providerId="ADAL" clId="{9A8D5D83-33E5-4CEE-8357-E82B508215CD}" dt="2024-10-12T09:35:29.940" v="93" actId="478"/>
          <ac:spMkLst>
            <pc:docMk/>
            <pc:sldMk cId="2110059545" sldId="325"/>
            <ac:spMk id="5" creationId="{00000000-0000-0000-0000-000000000000}"/>
          </ac:spMkLst>
        </pc:spChg>
        <pc:picChg chg="mod">
          <ac:chgData name="Ms Alina Arshad" userId="cccdfd85-d35d-4453-9c6f-a463aae40722" providerId="ADAL" clId="{9A8D5D83-33E5-4CEE-8357-E82B508215CD}" dt="2024-10-12T09:35:24.142" v="91" actId="1076"/>
          <ac:picMkLst>
            <pc:docMk/>
            <pc:sldMk cId="2110059545" sldId="325"/>
            <ac:picMk id="6" creationId="{00000000-0000-0000-0000-000000000000}"/>
          </ac:picMkLst>
        </pc:picChg>
      </pc:sldChg>
      <pc:sldChg chg="delSp modSp add mod">
        <pc:chgData name="Ms Alina Arshad" userId="cccdfd85-d35d-4453-9c6f-a463aae40722" providerId="ADAL" clId="{9A8D5D83-33E5-4CEE-8357-E82B508215CD}" dt="2024-10-12T09:38:45.722" v="158" actId="478"/>
        <pc:sldMkLst>
          <pc:docMk/>
          <pc:sldMk cId="1890923545" sldId="326"/>
        </pc:sldMkLst>
        <pc:spChg chg="mod">
          <ac:chgData name="Ms Alina Arshad" userId="cccdfd85-d35d-4453-9c6f-a463aae40722" providerId="ADAL" clId="{9A8D5D83-33E5-4CEE-8357-E82B508215CD}" dt="2024-10-12T09:38:38.608" v="155" actId="14100"/>
          <ac:spMkLst>
            <pc:docMk/>
            <pc:sldMk cId="1890923545" sldId="326"/>
            <ac:spMk id="2" creationId="{00000000-0000-0000-0000-000000000000}"/>
          </ac:spMkLst>
        </pc:spChg>
        <pc:spChg chg="del">
          <ac:chgData name="Ms Alina Arshad" userId="cccdfd85-d35d-4453-9c6f-a463aae40722" providerId="ADAL" clId="{9A8D5D83-33E5-4CEE-8357-E82B508215CD}" dt="2024-10-12T09:38:43.043" v="157" actId="478"/>
          <ac:spMkLst>
            <pc:docMk/>
            <pc:sldMk cId="1890923545" sldId="326"/>
            <ac:spMk id="4" creationId="{00000000-0000-0000-0000-000000000000}"/>
          </ac:spMkLst>
        </pc:spChg>
        <pc:spChg chg="del">
          <ac:chgData name="Ms Alina Arshad" userId="cccdfd85-d35d-4453-9c6f-a463aae40722" providerId="ADAL" clId="{9A8D5D83-33E5-4CEE-8357-E82B508215CD}" dt="2024-10-12T09:38:45.722" v="158" actId="478"/>
          <ac:spMkLst>
            <pc:docMk/>
            <pc:sldMk cId="1890923545" sldId="326"/>
            <ac:spMk id="5" creationId="{00000000-0000-0000-0000-000000000000}"/>
          </ac:spMkLst>
        </pc:spChg>
        <pc:picChg chg="mod">
          <ac:chgData name="Ms Alina Arshad" userId="cccdfd85-d35d-4453-9c6f-a463aae40722" providerId="ADAL" clId="{9A8D5D83-33E5-4CEE-8357-E82B508215CD}" dt="2024-10-12T09:38:40.960" v="156" actId="1076"/>
          <ac:picMkLst>
            <pc:docMk/>
            <pc:sldMk cId="1890923545" sldId="326"/>
            <ac:picMk id="6" creationId="{00000000-0000-0000-0000-000000000000}"/>
          </ac:picMkLst>
        </pc:picChg>
      </pc:sldChg>
      <pc:sldChg chg="delSp modSp add mod">
        <pc:chgData name="Ms Alina Arshad" userId="cccdfd85-d35d-4453-9c6f-a463aae40722" providerId="ADAL" clId="{9A8D5D83-33E5-4CEE-8357-E82B508215CD}" dt="2024-10-12T09:41:04.982" v="205" actId="478"/>
        <pc:sldMkLst>
          <pc:docMk/>
          <pc:sldMk cId="4133473658" sldId="327"/>
        </pc:sldMkLst>
        <pc:spChg chg="mod">
          <ac:chgData name="Ms Alina Arshad" userId="cccdfd85-d35d-4453-9c6f-a463aae40722" providerId="ADAL" clId="{9A8D5D83-33E5-4CEE-8357-E82B508215CD}" dt="2024-10-12T09:40:59.536" v="203" actId="113"/>
          <ac:spMkLst>
            <pc:docMk/>
            <pc:sldMk cId="4133473658" sldId="327"/>
            <ac:spMk id="2" creationId="{00000000-0000-0000-0000-000000000000}"/>
          </ac:spMkLst>
        </pc:spChg>
        <pc:spChg chg="del">
          <ac:chgData name="Ms Alina Arshad" userId="cccdfd85-d35d-4453-9c6f-a463aae40722" providerId="ADAL" clId="{9A8D5D83-33E5-4CEE-8357-E82B508215CD}" dt="2024-10-12T09:41:02.930" v="204" actId="478"/>
          <ac:spMkLst>
            <pc:docMk/>
            <pc:sldMk cId="4133473658" sldId="327"/>
            <ac:spMk id="4" creationId="{00000000-0000-0000-0000-000000000000}"/>
          </ac:spMkLst>
        </pc:spChg>
        <pc:spChg chg="del">
          <ac:chgData name="Ms Alina Arshad" userId="cccdfd85-d35d-4453-9c6f-a463aae40722" providerId="ADAL" clId="{9A8D5D83-33E5-4CEE-8357-E82B508215CD}" dt="2024-10-12T09:41:04.982" v="205" actId="478"/>
          <ac:spMkLst>
            <pc:docMk/>
            <pc:sldMk cId="4133473658" sldId="327"/>
            <ac:spMk id="5" creationId="{00000000-0000-0000-0000-000000000000}"/>
          </ac:spMkLst>
        </pc:spChg>
      </pc:sldChg>
      <pc:sldChg chg="delSp modSp add del mod">
        <pc:chgData name="Ms Alina Arshad" userId="cccdfd85-d35d-4453-9c6f-a463aae40722" providerId="ADAL" clId="{9A8D5D83-33E5-4CEE-8357-E82B508215CD}" dt="2024-10-15T13:07:45.060" v="529" actId="47"/>
        <pc:sldMkLst>
          <pc:docMk/>
          <pc:sldMk cId="562791159" sldId="328"/>
        </pc:sldMkLst>
        <pc:spChg chg="mod">
          <ac:chgData name="Ms Alina Arshad" userId="cccdfd85-d35d-4453-9c6f-a463aae40722" providerId="ADAL" clId="{9A8D5D83-33E5-4CEE-8357-E82B508215CD}" dt="2024-10-15T12:42:52.847" v="339" actId="207"/>
          <ac:spMkLst>
            <pc:docMk/>
            <pc:sldMk cId="562791159" sldId="328"/>
            <ac:spMk id="2" creationId="{00000000-0000-0000-0000-000000000000}"/>
          </ac:spMkLst>
        </pc:spChg>
        <pc:spChg chg="del">
          <ac:chgData name="Ms Alina Arshad" userId="cccdfd85-d35d-4453-9c6f-a463aae40722" providerId="ADAL" clId="{9A8D5D83-33E5-4CEE-8357-E82B508215CD}" dt="2024-10-12T09:41:19.307" v="209" actId="478"/>
          <ac:spMkLst>
            <pc:docMk/>
            <pc:sldMk cId="562791159" sldId="328"/>
            <ac:spMk id="4" creationId="{00000000-0000-0000-0000-000000000000}"/>
          </ac:spMkLst>
        </pc:spChg>
        <pc:spChg chg="del">
          <ac:chgData name="Ms Alina Arshad" userId="cccdfd85-d35d-4453-9c6f-a463aae40722" providerId="ADAL" clId="{9A8D5D83-33E5-4CEE-8357-E82B508215CD}" dt="2024-10-12T09:41:21.009" v="210" actId="478"/>
          <ac:spMkLst>
            <pc:docMk/>
            <pc:sldMk cId="562791159" sldId="328"/>
            <ac:spMk id="5" creationId="{00000000-0000-0000-0000-000000000000}"/>
          </ac:spMkLst>
        </pc:spChg>
        <pc:picChg chg="mod">
          <ac:chgData name="Ms Alina Arshad" userId="cccdfd85-d35d-4453-9c6f-a463aae40722" providerId="ADAL" clId="{9A8D5D83-33E5-4CEE-8357-E82B508215CD}" dt="2024-10-15T12:42:45.553" v="338" actId="1076"/>
          <ac:picMkLst>
            <pc:docMk/>
            <pc:sldMk cId="562791159" sldId="328"/>
            <ac:picMk id="6" creationId="{00000000-0000-0000-0000-000000000000}"/>
          </ac:picMkLst>
        </pc:picChg>
      </pc:sldChg>
      <pc:sldChg chg="delSp modSp add del mod">
        <pc:chgData name="Ms Alina Arshad" userId="cccdfd85-d35d-4453-9c6f-a463aae40722" providerId="ADAL" clId="{9A8D5D83-33E5-4CEE-8357-E82B508215CD}" dt="2024-10-15T13:07:45.824" v="530" actId="47"/>
        <pc:sldMkLst>
          <pc:docMk/>
          <pc:sldMk cId="902647392" sldId="329"/>
        </pc:sldMkLst>
        <pc:spChg chg="mod">
          <ac:chgData name="Ms Alina Arshad" userId="cccdfd85-d35d-4453-9c6f-a463aae40722" providerId="ADAL" clId="{9A8D5D83-33E5-4CEE-8357-E82B508215CD}" dt="2024-10-12T09:41:27.591" v="212" actId="113"/>
          <ac:spMkLst>
            <pc:docMk/>
            <pc:sldMk cId="902647392" sldId="329"/>
            <ac:spMk id="2" creationId="{00000000-0000-0000-0000-000000000000}"/>
          </ac:spMkLst>
        </pc:spChg>
        <pc:spChg chg="del">
          <ac:chgData name="Ms Alina Arshad" userId="cccdfd85-d35d-4453-9c6f-a463aae40722" providerId="ADAL" clId="{9A8D5D83-33E5-4CEE-8357-E82B508215CD}" dt="2024-10-12T09:41:29.466" v="213" actId="478"/>
          <ac:spMkLst>
            <pc:docMk/>
            <pc:sldMk cId="902647392" sldId="329"/>
            <ac:spMk id="4" creationId="{00000000-0000-0000-0000-000000000000}"/>
          </ac:spMkLst>
        </pc:spChg>
        <pc:spChg chg="del">
          <ac:chgData name="Ms Alina Arshad" userId="cccdfd85-d35d-4453-9c6f-a463aae40722" providerId="ADAL" clId="{9A8D5D83-33E5-4CEE-8357-E82B508215CD}" dt="2024-10-12T09:41:31.921" v="214" actId="478"/>
          <ac:spMkLst>
            <pc:docMk/>
            <pc:sldMk cId="902647392" sldId="329"/>
            <ac:spMk id="5" creationId="{00000000-0000-0000-0000-000000000000}"/>
          </ac:spMkLst>
        </pc:spChg>
        <pc:picChg chg="mod">
          <ac:chgData name="Ms Alina Arshad" userId="cccdfd85-d35d-4453-9c6f-a463aae40722" providerId="ADAL" clId="{9A8D5D83-33E5-4CEE-8357-E82B508215CD}" dt="2024-10-15T12:43:03.837" v="342" actId="1076"/>
          <ac:picMkLst>
            <pc:docMk/>
            <pc:sldMk cId="902647392" sldId="329"/>
            <ac:picMk id="6" creationId="{00000000-0000-0000-0000-000000000000}"/>
          </ac:picMkLst>
        </pc:picChg>
      </pc:sldChg>
      <pc:sldChg chg="add del">
        <pc:chgData name="Ms Alina Arshad" userId="cccdfd85-d35d-4453-9c6f-a463aae40722" providerId="ADAL" clId="{9A8D5D83-33E5-4CEE-8357-E82B508215CD}" dt="2024-10-15T13:07:37.875" v="505" actId="47"/>
        <pc:sldMkLst>
          <pc:docMk/>
          <pc:sldMk cId="364105119" sldId="330"/>
        </pc:sldMkLst>
      </pc:sldChg>
      <pc:sldChg chg="add del">
        <pc:chgData name="Ms Alina Arshad" userId="cccdfd85-d35d-4453-9c6f-a463aae40722" providerId="ADAL" clId="{9A8D5D83-33E5-4CEE-8357-E82B508215CD}" dt="2024-10-15T13:07:38.468" v="506" actId="47"/>
        <pc:sldMkLst>
          <pc:docMk/>
          <pc:sldMk cId="3507957172" sldId="331"/>
        </pc:sldMkLst>
      </pc:sldChg>
      <pc:sldChg chg="add del">
        <pc:chgData name="Ms Alina Arshad" userId="cccdfd85-d35d-4453-9c6f-a463aae40722" providerId="ADAL" clId="{9A8D5D83-33E5-4CEE-8357-E82B508215CD}" dt="2024-10-15T13:07:38.898" v="507" actId="47"/>
        <pc:sldMkLst>
          <pc:docMk/>
          <pc:sldMk cId="2370268370" sldId="332"/>
        </pc:sldMkLst>
      </pc:sldChg>
      <pc:sldChg chg="add del">
        <pc:chgData name="Ms Alina Arshad" userId="cccdfd85-d35d-4453-9c6f-a463aae40722" providerId="ADAL" clId="{9A8D5D83-33E5-4CEE-8357-E82B508215CD}" dt="2024-10-15T13:07:39.333" v="508" actId="47"/>
        <pc:sldMkLst>
          <pc:docMk/>
          <pc:sldMk cId="4266472454" sldId="333"/>
        </pc:sldMkLst>
      </pc:sldChg>
      <pc:sldChg chg="add del">
        <pc:chgData name="Ms Alina Arshad" userId="cccdfd85-d35d-4453-9c6f-a463aae40722" providerId="ADAL" clId="{9A8D5D83-33E5-4CEE-8357-E82B508215CD}" dt="2024-10-15T13:07:39.694" v="509" actId="47"/>
        <pc:sldMkLst>
          <pc:docMk/>
          <pc:sldMk cId="3773565437" sldId="337"/>
        </pc:sldMkLst>
      </pc:sldChg>
      <pc:sldChg chg="add del">
        <pc:chgData name="Ms Alina Arshad" userId="cccdfd85-d35d-4453-9c6f-a463aae40722" providerId="ADAL" clId="{9A8D5D83-33E5-4CEE-8357-E82B508215CD}" dt="2024-10-15T13:07:39.963" v="510" actId="47"/>
        <pc:sldMkLst>
          <pc:docMk/>
          <pc:sldMk cId="4279161592" sldId="338"/>
        </pc:sldMkLst>
      </pc:sldChg>
      <pc:sldChg chg="add del">
        <pc:chgData name="Ms Alina Arshad" userId="cccdfd85-d35d-4453-9c6f-a463aae40722" providerId="ADAL" clId="{9A8D5D83-33E5-4CEE-8357-E82B508215CD}" dt="2024-10-15T13:07:40.097" v="511" actId="47"/>
        <pc:sldMkLst>
          <pc:docMk/>
          <pc:sldMk cId="3802661232" sldId="339"/>
        </pc:sldMkLst>
      </pc:sldChg>
      <pc:sldChg chg="add del">
        <pc:chgData name="Ms Alina Arshad" userId="cccdfd85-d35d-4453-9c6f-a463aae40722" providerId="ADAL" clId="{9A8D5D83-33E5-4CEE-8357-E82B508215CD}" dt="2024-10-15T13:07:40.278" v="512" actId="47"/>
        <pc:sldMkLst>
          <pc:docMk/>
          <pc:sldMk cId="2631992896" sldId="341"/>
        </pc:sldMkLst>
      </pc:sldChg>
      <pc:sldChg chg="add del">
        <pc:chgData name="Ms Alina Arshad" userId="cccdfd85-d35d-4453-9c6f-a463aae40722" providerId="ADAL" clId="{9A8D5D83-33E5-4CEE-8357-E82B508215CD}" dt="2024-10-15T13:07:40.452" v="513" actId="47"/>
        <pc:sldMkLst>
          <pc:docMk/>
          <pc:sldMk cId="1272390140" sldId="342"/>
        </pc:sldMkLst>
      </pc:sldChg>
      <pc:sldChg chg="modSp add del mod">
        <pc:chgData name="Ms Alina Arshad" userId="cccdfd85-d35d-4453-9c6f-a463aae40722" providerId="ADAL" clId="{9A8D5D83-33E5-4CEE-8357-E82B508215CD}" dt="2024-10-15T13:07:40.937" v="515" actId="47"/>
        <pc:sldMkLst>
          <pc:docMk/>
          <pc:sldMk cId="2975843183" sldId="343"/>
        </pc:sldMkLst>
        <pc:spChg chg="mod">
          <ac:chgData name="Ms Alina Arshad" userId="cccdfd85-d35d-4453-9c6f-a463aae40722" providerId="ADAL" clId="{9A8D5D83-33E5-4CEE-8357-E82B508215CD}" dt="2024-10-12T09:33:44.601" v="12" actId="27636"/>
          <ac:spMkLst>
            <pc:docMk/>
            <pc:sldMk cId="2975843183" sldId="343"/>
            <ac:spMk id="3" creationId="{00000000-0000-0000-0000-000000000000}"/>
          </ac:spMkLst>
        </pc:spChg>
      </pc:sldChg>
      <pc:sldChg chg="add del">
        <pc:chgData name="Ms Alina Arshad" userId="cccdfd85-d35d-4453-9c6f-a463aae40722" providerId="ADAL" clId="{9A8D5D83-33E5-4CEE-8357-E82B508215CD}" dt="2024-10-15T13:07:41.073" v="516" actId="47"/>
        <pc:sldMkLst>
          <pc:docMk/>
          <pc:sldMk cId="2728092652" sldId="344"/>
        </pc:sldMkLst>
      </pc:sldChg>
      <pc:sldChg chg="add del">
        <pc:chgData name="Ms Alina Arshad" userId="cccdfd85-d35d-4453-9c6f-a463aae40722" providerId="ADAL" clId="{9A8D5D83-33E5-4CEE-8357-E82B508215CD}" dt="2024-10-15T13:07:41.280" v="517" actId="47"/>
        <pc:sldMkLst>
          <pc:docMk/>
          <pc:sldMk cId="1152589764" sldId="345"/>
        </pc:sldMkLst>
      </pc:sldChg>
      <pc:sldChg chg="add del">
        <pc:chgData name="Ms Alina Arshad" userId="cccdfd85-d35d-4453-9c6f-a463aae40722" providerId="ADAL" clId="{9A8D5D83-33E5-4CEE-8357-E82B508215CD}" dt="2024-10-15T13:07:41.436" v="518" actId="47"/>
        <pc:sldMkLst>
          <pc:docMk/>
          <pc:sldMk cId="2836377052" sldId="346"/>
        </pc:sldMkLst>
      </pc:sldChg>
      <pc:sldChg chg="add del">
        <pc:chgData name="Ms Alina Arshad" userId="cccdfd85-d35d-4453-9c6f-a463aae40722" providerId="ADAL" clId="{9A8D5D83-33E5-4CEE-8357-E82B508215CD}" dt="2024-10-15T13:07:41.789" v="520" actId="47"/>
        <pc:sldMkLst>
          <pc:docMk/>
          <pc:sldMk cId="1937937038" sldId="347"/>
        </pc:sldMkLst>
      </pc:sldChg>
      <pc:sldChg chg="modSp add del mod">
        <pc:chgData name="Ms Alina Arshad" userId="cccdfd85-d35d-4453-9c6f-a463aae40722" providerId="ADAL" clId="{9A8D5D83-33E5-4CEE-8357-E82B508215CD}" dt="2024-10-15T13:07:41.971" v="521" actId="47"/>
        <pc:sldMkLst>
          <pc:docMk/>
          <pc:sldMk cId="4039711712" sldId="348"/>
        </pc:sldMkLst>
        <pc:spChg chg="mod">
          <ac:chgData name="Ms Alina Arshad" userId="cccdfd85-d35d-4453-9c6f-a463aae40722" providerId="ADAL" clId="{9A8D5D83-33E5-4CEE-8357-E82B508215CD}" dt="2024-10-12T09:33:44.622" v="13" actId="27636"/>
          <ac:spMkLst>
            <pc:docMk/>
            <pc:sldMk cId="4039711712" sldId="348"/>
            <ac:spMk id="3" creationId="{00000000-0000-0000-0000-000000000000}"/>
          </ac:spMkLst>
        </pc:spChg>
      </pc:sldChg>
      <pc:sldChg chg="add del">
        <pc:chgData name="Ms Alina Arshad" userId="cccdfd85-d35d-4453-9c6f-a463aae40722" providerId="ADAL" clId="{9A8D5D83-33E5-4CEE-8357-E82B508215CD}" dt="2024-10-15T13:07:42.151" v="522" actId="47"/>
        <pc:sldMkLst>
          <pc:docMk/>
          <pc:sldMk cId="920152002" sldId="349"/>
        </pc:sldMkLst>
      </pc:sldChg>
      <pc:sldChg chg="add del">
        <pc:chgData name="Ms Alina Arshad" userId="cccdfd85-d35d-4453-9c6f-a463aae40722" providerId="ADAL" clId="{9A8D5D83-33E5-4CEE-8357-E82B508215CD}" dt="2024-10-15T13:07:42.314" v="523" actId="47"/>
        <pc:sldMkLst>
          <pc:docMk/>
          <pc:sldMk cId="4094110610" sldId="350"/>
        </pc:sldMkLst>
      </pc:sldChg>
      <pc:sldChg chg="add del">
        <pc:chgData name="Ms Alina Arshad" userId="cccdfd85-d35d-4453-9c6f-a463aae40722" providerId="ADAL" clId="{9A8D5D83-33E5-4CEE-8357-E82B508215CD}" dt="2024-10-15T13:07:40.703" v="514" actId="47"/>
        <pc:sldMkLst>
          <pc:docMk/>
          <pc:sldMk cId="2870650755" sldId="351"/>
        </pc:sldMkLst>
      </pc:sldChg>
      <pc:sldChg chg="add del">
        <pc:chgData name="Ms Alina Arshad" userId="cccdfd85-d35d-4453-9c6f-a463aae40722" providerId="ADAL" clId="{9A8D5D83-33E5-4CEE-8357-E82B508215CD}" dt="2024-10-15T13:07:41.622" v="519" actId="47"/>
        <pc:sldMkLst>
          <pc:docMk/>
          <pc:sldMk cId="2110565016" sldId="352"/>
        </pc:sldMkLst>
      </pc:sldChg>
      <pc:sldChg chg="add del">
        <pc:chgData name="Ms Alina Arshad" userId="cccdfd85-d35d-4453-9c6f-a463aae40722" providerId="ADAL" clId="{9A8D5D83-33E5-4CEE-8357-E82B508215CD}" dt="2024-10-15T13:07:42.497" v="524" actId="47"/>
        <pc:sldMkLst>
          <pc:docMk/>
          <pc:sldMk cId="3796521914" sldId="354"/>
        </pc:sldMkLst>
      </pc:sldChg>
      <pc:sldChg chg="add del">
        <pc:chgData name="Ms Alina Arshad" userId="cccdfd85-d35d-4453-9c6f-a463aae40722" providerId="ADAL" clId="{9A8D5D83-33E5-4CEE-8357-E82B508215CD}" dt="2024-10-15T13:07:42.684" v="525" actId="47"/>
        <pc:sldMkLst>
          <pc:docMk/>
          <pc:sldMk cId="301380529" sldId="355"/>
        </pc:sldMkLst>
      </pc:sldChg>
      <pc:sldChg chg="add del">
        <pc:chgData name="Ms Alina Arshad" userId="cccdfd85-d35d-4453-9c6f-a463aae40722" providerId="ADAL" clId="{9A8D5D83-33E5-4CEE-8357-E82B508215CD}" dt="2024-10-15T13:07:48.252" v="532" actId="47"/>
        <pc:sldMkLst>
          <pc:docMk/>
          <pc:sldMk cId="3254965192" sldId="356"/>
        </pc:sldMkLst>
      </pc:sldChg>
      <pc:sldChg chg="addSp modSp new mod">
        <pc:chgData name="Ms Alina Arshad" userId="cccdfd85-d35d-4453-9c6f-a463aae40722" providerId="ADAL" clId="{9A8D5D83-33E5-4CEE-8357-E82B508215CD}" dt="2024-10-15T12:42:29.552" v="335" actId="1076"/>
        <pc:sldMkLst>
          <pc:docMk/>
          <pc:sldMk cId="2667064654" sldId="357"/>
        </pc:sldMkLst>
        <pc:spChg chg="add mod">
          <ac:chgData name="Ms Alina Arshad" userId="cccdfd85-d35d-4453-9c6f-a463aae40722" providerId="ADAL" clId="{9A8D5D83-33E5-4CEE-8357-E82B508215CD}" dt="2024-10-15T12:42:29.552" v="335" actId="1076"/>
          <ac:spMkLst>
            <pc:docMk/>
            <pc:sldMk cId="2667064654" sldId="357"/>
            <ac:spMk id="2" creationId="{00000000-0000-0000-0000-000000000000}"/>
          </ac:spMkLst>
        </pc:spChg>
        <pc:picChg chg="add mod">
          <ac:chgData name="Ms Alina Arshad" userId="cccdfd85-d35d-4453-9c6f-a463aae40722" providerId="ADAL" clId="{9A8D5D83-33E5-4CEE-8357-E82B508215CD}" dt="2024-10-15T12:42:07.573" v="327" actId="14100"/>
          <ac:picMkLst>
            <pc:docMk/>
            <pc:sldMk cId="2667064654" sldId="357"/>
            <ac:picMk id="6" creationId="{00000000-0000-0000-0000-000000000000}"/>
          </ac:picMkLst>
        </pc:picChg>
        <pc:picChg chg="add mod">
          <ac:chgData name="Ms Alina Arshad" userId="cccdfd85-d35d-4453-9c6f-a463aae40722" providerId="ADAL" clId="{9A8D5D83-33E5-4CEE-8357-E82B508215CD}" dt="2024-10-15T12:42:24.065" v="332" actId="1076"/>
          <ac:picMkLst>
            <pc:docMk/>
            <pc:sldMk cId="2667064654" sldId="357"/>
            <ac:picMk id="7" creationId="{00000000-0000-0000-0000-000000000000}"/>
          </ac:picMkLst>
        </pc:picChg>
      </pc:sldChg>
      <pc:sldChg chg="addSp delSp modSp new del mod">
        <pc:chgData name="Ms Alina Arshad" userId="cccdfd85-d35d-4453-9c6f-a463aae40722" providerId="ADAL" clId="{9A8D5D83-33E5-4CEE-8357-E82B508215CD}" dt="2024-10-15T13:01:24.462" v="435" actId="47"/>
        <pc:sldMkLst>
          <pc:docMk/>
          <pc:sldMk cId="3239686355" sldId="358"/>
        </pc:sldMkLst>
        <pc:graphicFrameChg chg="add del mod modGraphic">
          <ac:chgData name="Ms Alina Arshad" userId="cccdfd85-d35d-4453-9c6f-a463aae40722" providerId="ADAL" clId="{9A8D5D83-33E5-4CEE-8357-E82B508215CD}" dt="2024-10-15T13:00:30.162" v="411" actId="21"/>
          <ac:graphicFrameMkLst>
            <pc:docMk/>
            <pc:sldMk cId="3239686355" sldId="358"/>
            <ac:graphicFrameMk id="4" creationId="{4D738402-E301-292E-9C00-2538DE92881C}"/>
          </ac:graphicFrameMkLst>
        </pc:graphicFrameChg>
        <pc:picChg chg="add del mod">
          <ac:chgData name="Ms Alina Arshad" userId="cccdfd85-d35d-4453-9c6f-a463aae40722" providerId="ADAL" clId="{9A8D5D83-33E5-4CEE-8357-E82B508215CD}" dt="2024-10-15T13:00:49.198" v="417" actId="21"/>
          <ac:picMkLst>
            <pc:docMk/>
            <pc:sldMk cId="3239686355" sldId="358"/>
            <ac:picMk id="3" creationId="{4DC65383-0CD7-97F4-F94C-8BFA49BBA27E}"/>
          </ac:picMkLst>
        </pc:picChg>
      </pc:sldChg>
      <pc:sldChg chg="addSp delSp modSp new mod">
        <pc:chgData name="Ms Alina Arshad" userId="cccdfd85-d35d-4453-9c6f-a463aae40722" providerId="ADAL" clId="{9A8D5D83-33E5-4CEE-8357-E82B508215CD}" dt="2024-10-15T13:05:47.604" v="503" actId="1076"/>
        <pc:sldMkLst>
          <pc:docMk/>
          <pc:sldMk cId="2986565107" sldId="359"/>
        </pc:sldMkLst>
        <pc:spChg chg="mod">
          <ac:chgData name="Ms Alina Arshad" userId="cccdfd85-d35d-4453-9c6f-a463aae40722" providerId="ADAL" clId="{9A8D5D83-33E5-4CEE-8357-E82B508215CD}" dt="2024-10-15T13:01:36.189" v="436"/>
          <ac:spMkLst>
            <pc:docMk/>
            <pc:sldMk cId="2986565107" sldId="359"/>
            <ac:spMk id="2" creationId="{06706209-AC64-9AE5-5348-A089AF8514D3}"/>
          </ac:spMkLst>
        </pc:spChg>
        <pc:spChg chg="del">
          <ac:chgData name="Ms Alina Arshad" userId="cccdfd85-d35d-4453-9c6f-a463aae40722" providerId="ADAL" clId="{9A8D5D83-33E5-4CEE-8357-E82B508215CD}" dt="2024-10-15T13:00:37.805" v="413" actId="478"/>
          <ac:spMkLst>
            <pc:docMk/>
            <pc:sldMk cId="2986565107" sldId="359"/>
            <ac:spMk id="3" creationId="{4CB0F13D-B4B8-521E-ED17-019681FE0EFF}"/>
          </ac:spMkLst>
        </pc:spChg>
        <pc:graphicFrameChg chg="add mod modGraphic">
          <ac:chgData name="Ms Alina Arshad" userId="cccdfd85-d35d-4453-9c6f-a463aae40722" providerId="ADAL" clId="{9A8D5D83-33E5-4CEE-8357-E82B508215CD}" dt="2024-10-15T13:03:58.844" v="469" actId="20577"/>
          <ac:graphicFrameMkLst>
            <pc:docMk/>
            <pc:sldMk cId="2986565107" sldId="359"/>
            <ac:graphicFrameMk id="4" creationId="{4D738402-E301-292E-9C00-2538DE92881C}"/>
          </ac:graphicFrameMkLst>
        </pc:graphicFrameChg>
        <pc:graphicFrameChg chg="add mod modGraphic">
          <ac:chgData name="Ms Alina Arshad" userId="cccdfd85-d35d-4453-9c6f-a463aae40722" providerId="ADAL" clId="{9A8D5D83-33E5-4CEE-8357-E82B508215CD}" dt="2024-10-15T13:05:47.604" v="503" actId="1076"/>
          <ac:graphicFrameMkLst>
            <pc:docMk/>
            <pc:sldMk cId="2986565107" sldId="359"/>
            <ac:graphicFrameMk id="5" creationId="{5B7D658E-4E35-7E28-68C8-01A79A3484CB}"/>
          </ac:graphicFrameMkLst>
        </pc:graphicFrameChg>
      </pc:sldChg>
      <pc:sldChg chg="addSp delSp modSp new mod">
        <pc:chgData name="Ms Alina Arshad" userId="cccdfd85-d35d-4453-9c6f-a463aae40722" providerId="ADAL" clId="{9A8D5D83-33E5-4CEE-8357-E82B508215CD}" dt="2024-10-15T13:01:20.391" v="434" actId="1076"/>
        <pc:sldMkLst>
          <pc:docMk/>
          <pc:sldMk cId="851498927" sldId="360"/>
        </pc:sldMkLst>
        <pc:spChg chg="mod">
          <ac:chgData name="Ms Alina Arshad" userId="cccdfd85-d35d-4453-9c6f-a463aae40722" providerId="ADAL" clId="{9A8D5D83-33E5-4CEE-8357-E82B508215CD}" dt="2024-10-15T13:01:09.122" v="429" actId="113"/>
          <ac:spMkLst>
            <pc:docMk/>
            <pc:sldMk cId="851498927" sldId="360"/>
            <ac:spMk id="2" creationId="{013E43B6-0CC4-7A05-BEE5-6DEBCD0C42B6}"/>
          </ac:spMkLst>
        </pc:spChg>
        <pc:spChg chg="del">
          <ac:chgData name="Ms Alina Arshad" userId="cccdfd85-d35d-4453-9c6f-a463aae40722" providerId="ADAL" clId="{9A8D5D83-33E5-4CEE-8357-E82B508215CD}" dt="2024-10-15T13:00:53.267" v="418" actId="478"/>
          <ac:spMkLst>
            <pc:docMk/>
            <pc:sldMk cId="851498927" sldId="360"/>
            <ac:spMk id="3" creationId="{E00A279E-8ADC-BAA9-50C5-43272D8DEB34}"/>
          </ac:spMkLst>
        </pc:spChg>
        <pc:picChg chg="add mod">
          <ac:chgData name="Ms Alina Arshad" userId="cccdfd85-d35d-4453-9c6f-a463aae40722" providerId="ADAL" clId="{9A8D5D83-33E5-4CEE-8357-E82B508215CD}" dt="2024-10-15T13:01:20.391" v="434" actId="1076"/>
          <ac:picMkLst>
            <pc:docMk/>
            <pc:sldMk cId="851498927" sldId="360"/>
            <ac:picMk id="4" creationId="{4DC65383-0CD7-97F4-F94C-8BFA49BBA27E}"/>
          </ac:picMkLst>
        </pc:picChg>
      </pc:sldChg>
      <pc:sldChg chg="del">
        <pc:chgData name="Ms Alina Arshad" userId="cccdfd85-d35d-4453-9c6f-a463aae40722" providerId="ADAL" clId="{9A8D5D83-33E5-4CEE-8357-E82B508215CD}" dt="2024-10-12T09:33:39.119" v="0" actId="47"/>
        <pc:sldMkLst>
          <pc:docMk/>
          <pc:sldMk cId="163811022" sldId="511"/>
        </pc:sldMkLst>
      </pc:sldChg>
      <pc:sldChg chg="del">
        <pc:chgData name="Ms Alina Arshad" userId="cccdfd85-d35d-4453-9c6f-a463aae40722" providerId="ADAL" clId="{9A8D5D83-33E5-4CEE-8357-E82B508215CD}" dt="2024-10-12T09:33:39.623" v="1" actId="47"/>
        <pc:sldMkLst>
          <pc:docMk/>
          <pc:sldMk cId="1045239677" sldId="512"/>
        </pc:sldMkLst>
      </pc:sldChg>
      <pc:sldChg chg="del">
        <pc:chgData name="Ms Alina Arshad" userId="cccdfd85-d35d-4453-9c6f-a463aae40722" providerId="ADAL" clId="{9A8D5D83-33E5-4CEE-8357-E82B508215CD}" dt="2024-10-12T09:33:39.815" v="7" actId="47"/>
        <pc:sldMkLst>
          <pc:docMk/>
          <pc:sldMk cId="711124051" sldId="516"/>
        </pc:sldMkLst>
      </pc:sldChg>
      <pc:sldChg chg="del">
        <pc:chgData name="Ms Alina Arshad" userId="cccdfd85-d35d-4453-9c6f-a463aae40722" providerId="ADAL" clId="{9A8D5D83-33E5-4CEE-8357-E82B508215CD}" dt="2024-10-12T09:33:39.657" v="2" actId="47"/>
        <pc:sldMkLst>
          <pc:docMk/>
          <pc:sldMk cId="2427267918" sldId="525"/>
        </pc:sldMkLst>
      </pc:sldChg>
      <pc:sldChg chg="del">
        <pc:chgData name="Ms Alina Arshad" userId="cccdfd85-d35d-4453-9c6f-a463aae40722" providerId="ADAL" clId="{9A8D5D83-33E5-4CEE-8357-E82B508215CD}" dt="2024-10-12T09:33:39.689" v="3" actId="47"/>
        <pc:sldMkLst>
          <pc:docMk/>
          <pc:sldMk cId="1270081800" sldId="526"/>
        </pc:sldMkLst>
      </pc:sldChg>
      <pc:sldChg chg="del">
        <pc:chgData name="Ms Alina Arshad" userId="cccdfd85-d35d-4453-9c6f-a463aae40722" providerId="ADAL" clId="{9A8D5D83-33E5-4CEE-8357-E82B508215CD}" dt="2024-10-12T09:33:39.721" v="4" actId="47"/>
        <pc:sldMkLst>
          <pc:docMk/>
          <pc:sldMk cId="870909777" sldId="527"/>
        </pc:sldMkLst>
      </pc:sldChg>
      <pc:sldChg chg="del">
        <pc:chgData name="Ms Alina Arshad" userId="cccdfd85-d35d-4453-9c6f-a463aae40722" providerId="ADAL" clId="{9A8D5D83-33E5-4CEE-8357-E82B508215CD}" dt="2024-10-12T09:33:39.769" v="5" actId="47"/>
        <pc:sldMkLst>
          <pc:docMk/>
          <pc:sldMk cId="503587932" sldId="528"/>
        </pc:sldMkLst>
      </pc:sldChg>
      <pc:sldChg chg="del">
        <pc:chgData name="Ms Alina Arshad" userId="cccdfd85-d35d-4453-9c6f-a463aae40722" providerId="ADAL" clId="{9A8D5D83-33E5-4CEE-8357-E82B508215CD}" dt="2024-10-12T09:33:39.792" v="6" actId="47"/>
        <pc:sldMkLst>
          <pc:docMk/>
          <pc:sldMk cId="1646226232" sldId="529"/>
        </pc:sldMkLst>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09:47.152" v="38"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pc:chgData name="Ms Alina Arshad" userId="cccdfd85-d35d-4453-9c6f-a463aae40722" providerId="ADAL" clId="{889ED1B4-3B5C-4371-ABF8-B9437E0A75AE}" dt="2024-09-13T05:08:13.467" v="0"/>
        <pc:sldMkLst>
          <pc:docMk/>
          <pc:sldMk cId="3502560203" sldId="465"/>
        </pc:sldMkLst>
      </pc:sldChg>
      <pc:sldChg chg="add">
        <pc:chgData name="Ms Alina Arshad" userId="cccdfd85-d35d-4453-9c6f-a463aae40722" providerId="ADAL" clId="{889ED1B4-3B5C-4371-ABF8-B9437E0A75AE}" dt="2024-09-13T05:08:13.467" v="0"/>
        <pc:sldMkLst>
          <pc:docMk/>
          <pc:sldMk cId="4240682665" sldId="466"/>
        </pc:sldMkLst>
      </pc:sldChg>
      <pc:sldChg chg="add">
        <pc:chgData name="Ms Alina Arshad" userId="cccdfd85-d35d-4453-9c6f-a463aae40722" providerId="ADAL" clId="{889ED1B4-3B5C-4371-ABF8-B9437E0A75AE}" dt="2024-09-13T05:08:13.467" v="0"/>
        <pc:sldMkLst>
          <pc:docMk/>
          <pc:sldMk cId="1253061490" sldId="467"/>
        </pc:sldMkLst>
      </pc:sldChg>
      <pc:sldChg chg="add">
        <pc:chgData name="Ms Alina Arshad" userId="cccdfd85-d35d-4453-9c6f-a463aae40722" providerId="ADAL" clId="{889ED1B4-3B5C-4371-ABF8-B9437E0A75AE}" dt="2024-09-13T05:08:13.467" v="0"/>
        <pc:sldMkLst>
          <pc:docMk/>
          <pc:sldMk cId="1729599593" sldId="468"/>
        </pc:sldMkLst>
      </pc:sldChg>
      <pc:sldChg chg="add">
        <pc:chgData name="Ms Alina Arshad" userId="cccdfd85-d35d-4453-9c6f-a463aae40722" providerId="ADAL" clId="{889ED1B4-3B5C-4371-ABF8-B9437E0A75AE}" dt="2024-09-13T05:08:13.467" v="0"/>
        <pc:sldMkLst>
          <pc:docMk/>
          <pc:sldMk cId="174372872" sldId="469"/>
        </pc:sldMkLst>
      </pc:sldChg>
      <pc:sldChg chg="add">
        <pc:chgData name="Ms Alina Arshad" userId="cccdfd85-d35d-4453-9c6f-a463aae40722" providerId="ADAL" clId="{889ED1B4-3B5C-4371-ABF8-B9437E0A75AE}" dt="2024-09-13T05:08:13.467" v="0"/>
        <pc:sldMkLst>
          <pc:docMk/>
          <pc:sldMk cId="1593451177" sldId="472"/>
        </pc:sldMkLst>
      </pc:sldChg>
      <pc:sldChg chg="add">
        <pc:chgData name="Ms Alina Arshad" userId="cccdfd85-d35d-4453-9c6f-a463aae40722" providerId="ADAL" clId="{889ED1B4-3B5C-4371-ABF8-B9437E0A75AE}" dt="2024-09-13T05:08:13.467" v="0"/>
        <pc:sldMkLst>
          <pc:docMk/>
          <pc:sldMk cId="3011208458" sldId="473"/>
        </pc:sldMkLst>
      </pc:sldChg>
      <pc:sldChg chg="add">
        <pc:chgData name="Ms Alina Arshad" userId="cccdfd85-d35d-4453-9c6f-a463aae40722" providerId="ADAL" clId="{889ED1B4-3B5C-4371-ABF8-B9437E0A75AE}" dt="2024-09-13T05:08:13.467" v="0"/>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4:12:40.520" v="22" actId="20577"/>
        <pc:sldMkLst>
          <pc:docMk/>
          <pc:sldMk cId="3322361034" sldId="256"/>
        </pc:sldMkLst>
        <pc:spChg chg="mod">
          <ac:chgData name="Ms Alina Arshad" userId="cccdfd85-d35d-4453-9c6f-a463aae40722" providerId="ADAL" clId="{2FEB24EE-2666-4060-89BA-CD0A06313B23}" dt="2024-09-07T14:12:40.520" v="22" actId="20577"/>
          <ac:spMkLst>
            <pc:docMk/>
            <pc:sldMk cId="3322361034" sldId="256"/>
            <ac:spMk id="3" creationId="{44E9F82C-BBA7-3495-1097-BEDB54FFFDF4}"/>
          </ac:spMkLst>
        </pc:spChg>
      </pc:sldChg>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docChgLst>
    <pc:chgData name="Ms Alina Arshad" userId="cccdfd85-d35d-4453-9c6f-a463aae40722" providerId="ADAL" clId="{CCDD98BF-CD6D-4DFE-B52E-0B39A9A67B48}"/>
    <pc:docChg chg="delSld">
      <pc:chgData name="Ms Alina Arshad" userId="cccdfd85-d35d-4453-9c6f-a463aae40722" providerId="ADAL" clId="{CCDD98BF-CD6D-4DFE-B52E-0B39A9A67B48}" dt="2024-09-19T05:11:23.804" v="16" actId="47"/>
      <pc:docMkLst>
        <pc:docMk/>
      </pc:docMkLst>
      <pc:sldChg chg="del">
        <pc:chgData name="Ms Alina Arshad" userId="cccdfd85-d35d-4453-9c6f-a463aae40722" providerId="ADAL" clId="{CCDD98BF-CD6D-4DFE-B52E-0B39A9A67B48}" dt="2024-09-19T05:11:20.849" v="9" actId="47"/>
        <pc:sldMkLst>
          <pc:docMk/>
          <pc:sldMk cId="0" sldId="386"/>
        </pc:sldMkLst>
      </pc:sldChg>
      <pc:sldChg chg="del">
        <pc:chgData name="Ms Alina Arshad" userId="cccdfd85-d35d-4453-9c6f-a463aae40722" providerId="ADAL" clId="{CCDD98BF-CD6D-4DFE-B52E-0B39A9A67B48}" dt="2024-09-19T05:11:21.493" v="10" actId="47"/>
        <pc:sldMkLst>
          <pc:docMk/>
          <pc:sldMk cId="0" sldId="387"/>
        </pc:sldMkLst>
      </pc:sldChg>
      <pc:sldChg chg="del">
        <pc:chgData name="Ms Alina Arshad" userId="cccdfd85-d35d-4453-9c6f-a463aae40722" providerId="ADAL" clId="{CCDD98BF-CD6D-4DFE-B52E-0B39A9A67B48}" dt="2024-09-19T05:11:21.868" v="11" actId="47"/>
        <pc:sldMkLst>
          <pc:docMk/>
          <pc:sldMk cId="0" sldId="388"/>
        </pc:sldMkLst>
      </pc:sldChg>
      <pc:sldChg chg="del">
        <pc:chgData name="Ms Alina Arshad" userId="cccdfd85-d35d-4453-9c6f-a463aae40722" providerId="ADAL" clId="{CCDD98BF-CD6D-4DFE-B52E-0B39A9A67B48}" dt="2024-09-19T05:11:22.086" v="12" actId="47"/>
        <pc:sldMkLst>
          <pc:docMk/>
          <pc:sldMk cId="0" sldId="389"/>
        </pc:sldMkLst>
      </pc:sldChg>
      <pc:sldChg chg="del">
        <pc:chgData name="Ms Alina Arshad" userId="cccdfd85-d35d-4453-9c6f-a463aae40722" providerId="ADAL" clId="{CCDD98BF-CD6D-4DFE-B52E-0B39A9A67B48}" dt="2024-09-19T05:11:22.508" v="13" actId="47"/>
        <pc:sldMkLst>
          <pc:docMk/>
          <pc:sldMk cId="0" sldId="390"/>
        </pc:sldMkLst>
      </pc:sldChg>
      <pc:sldChg chg="del">
        <pc:chgData name="Ms Alina Arshad" userId="cccdfd85-d35d-4453-9c6f-a463aae40722" providerId="ADAL" clId="{CCDD98BF-CD6D-4DFE-B52E-0B39A9A67B48}" dt="2024-09-19T05:11:22.898" v="14" actId="47"/>
        <pc:sldMkLst>
          <pc:docMk/>
          <pc:sldMk cId="0" sldId="391"/>
        </pc:sldMkLst>
      </pc:sldChg>
      <pc:sldChg chg="del">
        <pc:chgData name="Ms Alina Arshad" userId="cccdfd85-d35d-4453-9c6f-a463aae40722" providerId="ADAL" clId="{CCDD98BF-CD6D-4DFE-B52E-0B39A9A67B48}" dt="2024-09-19T05:11:23.320" v="15" actId="47"/>
        <pc:sldMkLst>
          <pc:docMk/>
          <pc:sldMk cId="0" sldId="392"/>
        </pc:sldMkLst>
      </pc:sldChg>
      <pc:sldChg chg="del">
        <pc:chgData name="Ms Alina Arshad" userId="cccdfd85-d35d-4453-9c6f-a463aae40722" providerId="ADAL" clId="{CCDD98BF-CD6D-4DFE-B52E-0B39A9A67B48}" dt="2024-09-19T05:11:23.804" v="16" actId="47"/>
        <pc:sldMkLst>
          <pc:docMk/>
          <pc:sldMk cId="0" sldId="394"/>
        </pc:sldMkLst>
      </pc:sldChg>
      <pc:sldChg chg="del">
        <pc:chgData name="Ms Alina Arshad" userId="cccdfd85-d35d-4453-9c6f-a463aae40722" providerId="ADAL" clId="{CCDD98BF-CD6D-4DFE-B52E-0B39A9A67B48}" dt="2024-09-19T05:11:20.646" v="8" actId="47"/>
        <pc:sldMkLst>
          <pc:docMk/>
          <pc:sldMk cId="0" sldId="395"/>
        </pc:sldMkLst>
      </pc:sldChg>
      <pc:sldChg chg="del">
        <pc:chgData name="Ms Alina Arshad" userId="cccdfd85-d35d-4453-9c6f-a463aae40722" providerId="ADAL" clId="{CCDD98BF-CD6D-4DFE-B52E-0B39A9A67B48}" dt="2024-09-19T05:11:17.979" v="0" actId="47"/>
        <pc:sldMkLst>
          <pc:docMk/>
          <pc:sldMk cId="719467134" sldId="458"/>
        </pc:sldMkLst>
      </pc:sldChg>
      <pc:sldChg chg="del">
        <pc:chgData name="Ms Alina Arshad" userId="cccdfd85-d35d-4453-9c6f-a463aae40722" providerId="ADAL" clId="{CCDD98BF-CD6D-4DFE-B52E-0B39A9A67B48}" dt="2024-09-19T05:11:18.463" v="1" actId="47"/>
        <pc:sldMkLst>
          <pc:docMk/>
          <pc:sldMk cId="379126886" sldId="459"/>
        </pc:sldMkLst>
      </pc:sldChg>
      <pc:sldChg chg="del">
        <pc:chgData name="Ms Alina Arshad" userId="cccdfd85-d35d-4453-9c6f-a463aae40722" providerId="ADAL" clId="{CCDD98BF-CD6D-4DFE-B52E-0B39A9A67B48}" dt="2024-09-19T05:11:18.666" v="2" actId="47"/>
        <pc:sldMkLst>
          <pc:docMk/>
          <pc:sldMk cId="475468520" sldId="461"/>
        </pc:sldMkLst>
      </pc:sldChg>
      <pc:sldChg chg="del">
        <pc:chgData name="Ms Alina Arshad" userId="cccdfd85-d35d-4453-9c6f-a463aae40722" providerId="ADAL" clId="{CCDD98BF-CD6D-4DFE-B52E-0B39A9A67B48}" dt="2024-09-19T05:11:18.869" v="3" actId="47"/>
        <pc:sldMkLst>
          <pc:docMk/>
          <pc:sldMk cId="1755260321" sldId="462"/>
        </pc:sldMkLst>
      </pc:sldChg>
      <pc:sldChg chg="del">
        <pc:chgData name="Ms Alina Arshad" userId="cccdfd85-d35d-4453-9c6f-a463aae40722" providerId="ADAL" clId="{CCDD98BF-CD6D-4DFE-B52E-0B39A9A67B48}" dt="2024-09-19T05:11:19.444" v="5" actId="47"/>
        <pc:sldMkLst>
          <pc:docMk/>
          <pc:sldMk cId="3175048454" sldId="463"/>
        </pc:sldMkLst>
      </pc:sldChg>
      <pc:sldChg chg="del">
        <pc:chgData name="Ms Alina Arshad" userId="cccdfd85-d35d-4453-9c6f-a463aae40722" providerId="ADAL" clId="{CCDD98BF-CD6D-4DFE-B52E-0B39A9A67B48}" dt="2024-09-19T05:11:19.240" v="4" actId="47"/>
        <pc:sldMkLst>
          <pc:docMk/>
          <pc:sldMk cId="2524428318" sldId="464"/>
        </pc:sldMkLst>
      </pc:sldChg>
      <pc:sldChg chg="del">
        <pc:chgData name="Ms Alina Arshad" userId="cccdfd85-d35d-4453-9c6f-a463aae40722" providerId="ADAL" clId="{CCDD98BF-CD6D-4DFE-B52E-0B39A9A67B48}" dt="2024-09-19T05:11:19.631" v="6" actId="47"/>
        <pc:sldMkLst>
          <pc:docMk/>
          <pc:sldMk cId="1539764836" sldId="478"/>
        </pc:sldMkLst>
      </pc:sldChg>
      <pc:sldChg chg="del">
        <pc:chgData name="Ms Alina Arshad" userId="cccdfd85-d35d-4453-9c6f-a463aae40722" providerId="ADAL" clId="{CCDD98BF-CD6D-4DFE-B52E-0B39A9A67B48}" dt="2024-09-19T05:11:20.037" v="7" actId="47"/>
        <pc:sldMkLst>
          <pc:docMk/>
          <pc:sldMk cId="3784571307" sldId="479"/>
        </pc:sldMkLst>
      </pc:sldChg>
    </pc:docChg>
  </pc:docChgLst>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2B0BDB09-5917-47B2-9AD9-E52B3C1731B6}"/>
    <pc:docChg chg="custSel addSld delSld modSld">
      <pc:chgData name="Ms Alina Arshad" userId="cccdfd85-d35d-4453-9c6f-a463aae40722" providerId="ADAL" clId="{2B0BDB09-5917-47B2-9AD9-E52B3C1731B6}" dt="2024-09-29T12:03:26.108" v="155" actId="47"/>
      <pc:docMkLst>
        <pc:docMk/>
      </pc:docMkLst>
      <pc:sldChg chg="modSp mod">
        <pc:chgData name="Ms Alina Arshad" userId="cccdfd85-d35d-4453-9c6f-a463aae40722" providerId="ADAL" clId="{2B0BDB09-5917-47B2-9AD9-E52B3C1731B6}" dt="2024-09-29T11:56:12.791" v="21" actId="20577"/>
        <pc:sldMkLst>
          <pc:docMk/>
          <pc:sldMk cId="3322361034" sldId="256"/>
        </pc:sldMkLst>
        <pc:spChg chg="mod">
          <ac:chgData name="Ms Alina Arshad" userId="cccdfd85-d35d-4453-9c6f-a463aae40722" providerId="ADAL" clId="{2B0BDB09-5917-47B2-9AD9-E52B3C1731B6}" dt="2024-09-29T11:56:12.791" v="21" actId="20577"/>
          <ac:spMkLst>
            <pc:docMk/>
            <pc:sldMk cId="3322361034" sldId="256"/>
            <ac:spMk id="3" creationId="{44E9F82C-BBA7-3495-1097-BEDB54FFFDF4}"/>
          </ac:spMkLst>
        </pc:spChg>
      </pc:sldChg>
      <pc:sldChg chg="delSp add del mod">
        <pc:chgData name="Ms Alina Arshad" userId="cccdfd85-d35d-4453-9c6f-a463aae40722" providerId="ADAL" clId="{2B0BDB09-5917-47B2-9AD9-E52B3C1731B6}" dt="2024-09-29T11:56:28.698" v="24" actId="47"/>
        <pc:sldMkLst>
          <pc:docMk/>
          <pc:sldMk cId="987785057" sldId="258"/>
        </pc:sldMkLst>
        <pc:spChg chg="del">
          <ac:chgData name="Ms Alina Arshad" userId="cccdfd85-d35d-4453-9c6f-a463aae40722" providerId="ADAL" clId="{2B0BDB09-5917-47B2-9AD9-E52B3C1731B6}" dt="2024-09-29T11:56:18.480" v="22" actId="478"/>
          <ac:spMkLst>
            <pc:docMk/>
            <pc:sldMk cId="987785057" sldId="258"/>
            <ac:spMk id="2" creationId="{00000000-0000-0000-0000-000000000000}"/>
          </ac:spMkLst>
        </pc:spChg>
        <pc:spChg chg="del">
          <ac:chgData name="Ms Alina Arshad" userId="cccdfd85-d35d-4453-9c6f-a463aae40722" providerId="ADAL" clId="{2B0BDB09-5917-47B2-9AD9-E52B3C1731B6}" dt="2024-09-29T11:56:20.475" v="23" actId="478"/>
          <ac:spMkLst>
            <pc:docMk/>
            <pc:sldMk cId="987785057" sldId="258"/>
            <ac:spMk id="5" creationId="{00000000-0000-0000-0000-000000000000}"/>
          </ac:spMkLst>
        </pc:spChg>
      </pc:sldChg>
      <pc:sldChg chg="modSp add del mod">
        <pc:chgData name="Ms Alina Arshad" userId="cccdfd85-d35d-4453-9c6f-a463aae40722" providerId="ADAL" clId="{2B0BDB09-5917-47B2-9AD9-E52B3C1731B6}" dt="2024-09-29T11:56:09.183" v="19" actId="47"/>
        <pc:sldMkLst>
          <pc:docMk/>
          <pc:sldMk cId="2348086917" sldId="280"/>
        </pc:sldMkLst>
        <pc:spChg chg="mod">
          <ac:chgData name="Ms Alina Arshad" userId="cccdfd85-d35d-4453-9c6f-a463aae40722" providerId="ADAL" clId="{2B0BDB09-5917-47B2-9AD9-E52B3C1731B6}" dt="2024-09-29T11:55:58.441" v="18" actId="207"/>
          <ac:spMkLst>
            <pc:docMk/>
            <pc:sldMk cId="2348086917" sldId="280"/>
            <ac:spMk id="2"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3"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5" creationId="{00000000-0000-0000-0000-000000000000}"/>
          </ac:spMkLst>
        </pc:spChg>
      </pc:sldChg>
      <pc:sldChg chg="add del">
        <pc:chgData name="Ms Alina Arshad" userId="cccdfd85-d35d-4453-9c6f-a463aae40722" providerId="ADAL" clId="{2B0BDB09-5917-47B2-9AD9-E52B3C1731B6}" dt="2024-09-29T12:03:26.108" v="155" actId="47"/>
        <pc:sldMkLst>
          <pc:docMk/>
          <pc:sldMk cId="1032267902" sldId="313"/>
        </pc:sldMkLst>
      </pc:sldChg>
      <pc:sldChg chg="del">
        <pc:chgData name="Ms Alina Arshad" userId="cccdfd85-d35d-4453-9c6f-a463aae40722" providerId="ADAL" clId="{2B0BDB09-5917-47B2-9AD9-E52B3C1731B6}" dt="2024-09-29T11:55:39.253" v="0" actId="47"/>
        <pc:sldMkLst>
          <pc:docMk/>
          <pc:sldMk cId="1317028974" sldId="475"/>
        </pc:sldMkLst>
      </pc:sldChg>
      <pc:sldChg chg="del">
        <pc:chgData name="Ms Alina Arshad" userId="cccdfd85-d35d-4453-9c6f-a463aae40722" providerId="ADAL" clId="{2B0BDB09-5917-47B2-9AD9-E52B3C1731B6}" dt="2024-09-29T11:55:41.199" v="2" actId="47"/>
        <pc:sldMkLst>
          <pc:docMk/>
          <pc:sldMk cId="1999589581" sldId="476"/>
        </pc:sldMkLst>
      </pc:sldChg>
      <pc:sldChg chg="del">
        <pc:chgData name="Ms Alina Arshad" userId="cccdfd85-d35d-4453-9c6f-a463aae40722" providerId="ADAL" clId="{2B0BDB09-5917-47B2-9AD9-E52B3C1731B6}" dt="2024-09-29T11:55:41.501" v="3" actId="47"/>
        <pc:sldMkLst>
          <pc:docMk/>
          <pc:sldMk cId="4056107159" sldId="477"/>
        </pc:sldMkLst>
      </pc:sldChg>
      <pc:sldChg chg="del">
        <pc:chgData name="Ms Alina Arshad" userId="cccdfd85-d35d-4453-9c6f-a463aae40722" providerId="ADAL" clId="{2B0BDB09-5917-47B2-9AD9-E52B3C1731B6}" dt="2024-09-29T11:55:42.027" v="5" actId="47"/>
        <pc:sldMkLst>
          <pc:docMk/>
          <pc:sldMk cId="3142530740" sldId="478"/>
        </pc:sldMkLst>
      </pc:sldChg>
      <pc:sldChg chg="del">
        <pc:chgData name="Ms Alina Arshad" userId="cccdfd85-d35d-4453-9c6f-a463aae40722" providerId="ADAL" clId="{2B0BDB09-5917-47B2-9AD9-E52B3C1731B6}" dt="2024-09-29T11:55:42.629" v="7" actId="47"/>
        <pc:sldMkLst>
          <pc:docMk/>
          <pc:sldMk cId="3718238795" sldId="479"/>
        </pc:sldMkLst>
      </pc:sldChg>
      <pc:sldChg chg="del">
        <pc:chgData name="Ms Alina Arshad" userId="cccdfd85-d35d-4453-9c6f-a463aae40722" providerId="ADAL" clId="{2B0BDB09-5917-47B2-9AD9-E52B3C1731B6}" dt="2024-09-29T11:55:43.590" v="11" actId="47"/>
        <pc:sldMkLst>
          <pc:docMk/>
          <pc:sldMk cId="3737652639" sldId="482"/>
        </pc:sldMkLst>
      </pc:sldChg>
      <pc:sldChg chg="del">
        <pc:chgData name="Ms Alina Arshad" userId="cccdfd85-d35d-4453-9c6f-a463aae40722" providerId="ADAL" clId="{2B0BDB09-5917-47B2-9AD9-E52B3C1731B6}" dt="2024-09-29T11:55:43.872" v="12" actId="47"/>
        <pc:sldMkLst>
          <pc:docMk/>
          <pc:sldMk cId="2818035381" sldId="483"/>
        </pc:sldMkLst>
      </pc:sldChg>
      <pc:sldChg chg="del">
        <pc:chgData name="Ms Alina Arshad" userId="cccdfd85-d35d-4453-9c6f-a463aae40722" providerId="ADAL" clId="{2B0BDB09-5917-47B2-9AD9-E52B3C1731B6}" dt="2024-09-29T11:55:42.898" v="8" actId="47"/>
        <pc:sldMkLst>
          <pc:docMk/>
          <pc:sldMk cId="267361801" sldId="484"/>
        </pc:sldMkLst>
      </pc:sldChg>
      <pc:sldChg chg="del">
        <pc:chgData name="Ms Alina Arshad" userId="cccdfd85-d35d-4453-9c6f-a463aae40722" providerId="ADAL" clId="{2B0BDB09-5917-47B2-9AD9-E52B3C1731B6}" dt="2024-09-29T11:55:42.294" v="6" actId="47"/>
        <pc:sldMkLst>
          <pc:docMk/>
          <pc:sldMk cId="2146923405" sldId="485"/>
        </pc:sldMkLst>
      </pc:sldChg>
      <pc:sldChg chg="del">
        <pc:chgData name="Ms Alina Arshad" userId="cccdfd85-d35d-4453-9c6f-a463aae40722" providerId="ADAL" clId="{2B0BDB09-5917-47B2-9AD9-E52B3C1731B6}" dt="2024-09-29T11:55:43.133" v="9" actId="47"/>
        <pc:sldMkLst>
          <pc:docMk/>
          <pc:sldMk cId="3895319384" sldId="486"/>
        </pc:sldMkLst>
      </pc:sldChg>
      <pc:sldChg chg="del">
        <pc:chgData name="Ms Alina Arshad" userId="cccdfd85-d35d-4453-9c6f-a463aae40722" providerId="ADAL" clId="{2B0BDB09-5917-47B2-9AD9-E52B3C1731B6}" dt="2024-09-29T11:55:44.367" v="13" actId="47"/>
        <pc:sldMkLst>
          <pc:docMk/>
          <pc:sldMk cId="2382187672" sldId="488"/>
        </pc:sldMkLst>
      </pc:sldChg>
      <pc:sldChg chg="del">
        <pc:chgData name="Ms Alina Arshad" userId="cccdfd85-d35d-4453-9c6f-a463aae40722" providerId="ADAL" clId="{2B0BDB09-5917-47B2-9AD9-E52B3C1731B6}" dt="2024-09-29T11:55:43.374" v="10" actId="47"/>
        <pc:sldMkLst>
          <pc:docMk/>
          <pc:sldMk cId="2466836527" sldId="490"/>
        </pc:sldMkLst>
      </pc:sldChg>
      <pc:sldChg chg="del">
        <pc:chgData name="Ms Alina Arshad" userId="cccdfd85-d35d-4453-9c6f-a463aae40722" providerId="ADAL" clId="{2B0BDB09-5917-47B2-9AD9-E52B3C1731B6}" dt="2024-09-29T11:55:41.782" v="4" actId="47"/>
        <pc:sldMkLst>
          <pc:docMk/>
          <pc:sldMk cId="1501064082" sldId="491"/>
        </pc:sldMkLst>
      </pc:sldChg>
      <pc:sldChg chg="del">
        <pc:chgData name="Ms Alina Arshad" userId="cccdfd85-d35d-4453-9c6f-a463aae40722" providerId="ADAL" clId="{2B0BDB09-5917-47B2-9AD9-E52B3C1731B6}" dt="2024-09-29T11:55:40.800" v="1" actId="47"/>
        <pc:sldMkLst>
          <pc:docMk/>
          <pc:sldMk cId="746752752" sldId="492"/>
        </pc:sldMkLst>
      </pc:sldChg>
      <pc:sldChg chg="delSp modSp add mod">
        <pc:chgData name="Ms Alina Arshad" userId="cccdfd85-d35d-4453-9c6f-a463aae40722" providerId="ADAL" clId="{2B0BDB09-5917-47B2-9AD9-E52B3C1731B6}" dt="2024-09-29T11:56:53.572" v="29" actId="207"/>
        <pc:sldMkLst>
          <pc:docMk/>
          <pc:sldMk cId="3595481221" sldId="492"/>
        </pc:sldMkLst>
        <pc:spChg chg="mod">
          <ac:chgData name="Ms Alina Arshad" userId="cccdfd85-d35d-4453-9c6f-a463aae40722" providerId="ADAL" clId="{2B0BDB09-5917-47B2-9AD9-E52B3C1731B6}" dt="2024-09-29T11:56:47.976" v="28" actId="113"/>
          <ac:spMkLst>
            <pc:docMk/>
            <pc:sldMk cId="3595481221" sldId="492"/>
            <ac:spMk id="2" creationId="{00000000-0000-0000-0000-000000000000}"/>
          </ac:spMkLst>
        </pc:spChg>
        <pc:spChg chg="mod">
          <ac:chgData name="Ms Alina Arshad" userId="cccdfd85-d35d-4453-9c6f-a463aae40722" providerId="ADAL" clId="{2B0BDB09-5917-47B2-9AD9-E52B3C1731B6}" dt="2024-09-29T11:56:53.572" v="29" actId="207"/>
          <ac:spMkLst>
            <pc:docMk/>
            <pc:sldMk cId="3595481221" sldId="492"/>
            <ac:spMk id="3" creationId="{00000000-0000-0000-0000-000000000000}"/>
          </ac:spMkLst>
        </pc:spChg>
        <pc:spChg chg="del">
          <ac:chgData name="Ms Alina Arshad" userId="cccdfd85-d35d-4453-9c6f-a463aae40722" providerId="ADAL" clId="{2B0BDB09-5917-47B2-9AD9-E52B3C1731B6}" dt="2024-09-29T11:56:33.333" v="25" actId="478"/>
          <ac:spMkLst>
            <pc:docMk/>
            <pc:sldMk cId="3595481221" sldId="492"/>
            <ac:spMk id="4" creationId="{00000000-0000-0000-0000-000000000000}"/>
          </ac:spMkLst>
        </pc:spChg>
        <pc:spChg chg="del">
          <ac:chgData name="Ms Alina Arshad" userId="cccdfd85-d35d-4453-9c6f-a463aae40722" providerId="ADAL" clId="{2B0BDB09-5917-47B2-9AD9-E52B3C1731B6}" dt="2024-09-29T11:56:36.486" v="26" actId="478"/>
          <ac:spMkLst>
            <pc:docMk/>
            <pc:sldMk cId="3595481221" sldId="492"/>
            <ac:spMk id="5" creationId="{00000000-0000-0000-0000-000000000000}"/>
          </ac:spMkLst>
        </pc:spChg>
      </pc:sldChg>
      <pc:sldChg chg="delSp modSp add mod">
        <pc:chgData name="Ms Alina Arshad" userId="cccdfd85-d35d-4453-9c6f-a463aae40722" providerId="ADAL" clId="{2B0BDB09-5917-47B2-9AD9-E52B3C1731B6}" dt="2024-09-29T11:57:34.158" v="42" actId="12"/>
        <pc:sldMkLst>
          <pc:docMk/>
          <pc:sldMk cId="3384488715" sldId="493"/>
        </pc:sldMkLst>
        <pc:spChg chg="mod">
          <ac:chgData name="Ms Alina Arshad" userId="cccdfd85-d35d-4453-9c6f-a463aae40722" providerId="ADAL" clId="{2B0BDB09-5917-47B2-9AD9-E52B3C1731B6}" dt="2024-09-29T11:57:11.536" v="34" actId="113"/>
          <ac:spMkLst>
            <pc:docMk/>
            <pc:sldMk cId="3384488715" sldId="493"/>
            <ac:spMk id="2" creationId="{00000000-0000-0000-0000-000000000000}"/>
          </ac:spMkLst>
        </pc:spChg>
        <pc:spChg chg="mod">
          <ac:chgData name="Ms Alina Arshad" userId="cccdfd85-d35d-4453-9c6f-a463aae40722" providerId="ADAL" clId="{2B0BDB09-5917-47B2-9AD9-E52B3C1731B6}" dt="2024-09-29T11:57:34.158" v="42" actId="12"/>
          <ac:spMkLst>
            <pc:docMk/>
            <pc:sldMk cId="3384488715" sldId="493"/>
            <ac:spMk id="3" creationId="{00000000-0000-0000-0000-000000000000}"/>
          </ac:spMkLst>
        </pc:spChg>
        <pc:spChg chg="del">
          <ac:chgData name="Ms Alina Arshad" userId="cccdfd85-d35d-4453-9c6f-a463aae40722" providerId="ADAL" clId="{2B0BDB09-5917-47B2-9AD9-E52B3C1731B6}" dt="2024-09-29T11:56:58.578" v="30" actId="478"/>
          <ac:spMkLst>
            <pc:docMk/>
            <pc:sldMk cId="3384488715" sldId="493"/>
            <ac:spMk id="4" creationId="{00000000-0000-0000-0000-000000000000}"/>
          </ac:spMkLst>
        </pc:spChg>
        <pc:spChg chg="del">
          <ac:chgData name="Ms Alina Arshad" userId="cccdfd85-d35d-4453-9c6f-a463aae40722" providerId="ADAL" clId="{2B0BDB09-5917-47B2-9AD9-E52B3C1731B6}" dt="2024-09-29T11:57:00.519" v="31" actId="478"/>
          <ac:spMkLst>
            <pc:docMk/>
            <pc:sldMk cId="3384488715" sldId="493"/>
            <ac:spMk id="5" creationId="{00000000-0000-0000-0000-000000000000}"/>
          </ac:spMkLst>
        </pc:spChg>
        <pc:picChg chg="mod">
          <ac:chgData name="Ms Alina Arshad" userId="cccdfd85-d35d-4453-9c6f-a463aae40722" providerId="ADAL" clId="{2B0BDB09-5917-47B2-9AD9-E52B3C1731B6}" dt="2024-09-29T11:57:28.124" v="41" actId="1076"/>
          <ac:picMkLst>
            <pc:docMk/>
            <pc:sldMk cId="3384488715" sldId="493"/>
            <ac:picMk id="6" creationId="{00000000-0000-0000-0000-000000000000}"/>
          </ac:picMkLst>
        </pc:picChg>
      </pc:sldChg>
      <pc:sldChg chg="delSp modSp add mod">
        <pc:chgData name="Ms Alina Arshad" userId="cccdfd85-d35d-4453-9c6f-a463aae40722" providerId="ADAL" clId="{2B0BDB09-5917-47B2-9AD9-E52B3C1731B6}" dt="2024-09-29T11:58:08.886" v="52" actId="1076"/>
        <pc:sldMkLst>
          <pc:docMk/>
          <pc:sldMk cId="3386321733" sldId="494"/>
        </pc:sldMkLst>
        <pc:spChg chg="mod">
          <ac:chgData name="Ms Alina Arshad" userId="cccdfd85-d35d-4453-9c6f-a463aae40722" providerId="ADAL" clId="{2B0BDB09-5917-47B2-9AD9-E52B3C1731B6}" dt="2024-09-29T11:58:08.886" v="52" actId="1076"/>
          <ac:spMkLst>
            <pc:docMk/>
            <pc:sldMk cId="3386321733" sldId="494"/>
            <ac:spMk id="2" creationId="{00000000-0000-0000-0000-000000000000}"/>
          </ac:spMkLst>
        </pc:spChg>
        <pc:spChg chg="mod">
          <ac:chgData name="Ms Alina Arshad" userId="cccdfd85-d35d-4453-9c6f-a463aae40722" providerId="ADAL" clId="{2B0BDB09-5917-47B2-9AD9-E52B3C1731B6}" dt="2024-09-29T11:58:03.553" v="51" actId="1076"/>
          <ac:spMkLst>
            <pc:docMk/>
            <pc:sldMk cId="3386321733" sldId="494"/>
            <ac:spMk id="3" creationId="{00000000-0000-0000-0000-000000000000}"/>
          </ac:spMkLst>
        </pc:spChg>
        <pc:spChg chg="del">
          <ac:chgData name="Ms Alina Arshad" userId="cccdfd85-d35d-4453-9c6f-a463aae40722" providerId="ADAL" clId="{2B0BDB09-5917-47B2-9AD9-E52B3C1731B6}" dt="2024-09-29T11:57:39.081" v="43" actId="478"/>
          <ac:spMkLst>
            <pc:docMk/>
            <pc:sldMk cId="3386321733" sldId="494"/>
            <ac:spMk id="4" creationId="{00000000-0000-0000-0000-000000000000}"/>
          </ac:spMkLst>
        </pc:spChg>
        <pc:spChg chg="del">
          <ac:chgData name="Ms Alina Arshad" userId="cccdfd85-d35d-4453-9c6f-a463aae40722" providerId="ADAL" clId="{2B0BDB09-5917-47B2-9AD9-E52B3C1731B6}" dt="2024-09-29T11:57:40.847" v="44" actId="478"/>
          <ac:spMkLst>
            <pc:docMk/>
            <pc:sldMk cId="3386321733" sldId="494"/>
            <ac:spMk id="5" creationId="{00000000-0000-0000-0000-000000000000}"/>
          </ac:spMkLst>
        </pc:spChg>
      </pc:sldChg>
      <pc:sldChg chg="delSp modSp add mod">
        <pc:chgData name="Ms Alina Arshad" userId="cccdfd85-d35d-4453-9c6f-a463aae40722" providerId="ADAL" clId="{2B0BDB09-5917-47B2-9AD9-E52B3C1731B6}" dt="2024-09-29T11:59:00.649" v="70" actId="12"/>
        <pc:sldMkLst>
          <pc:docMk/>
          <pc:sldMk cId="4273395344" sldId="495"/>
        </pc:sldMkLst>
        <pc:spChg chg="mod">
          <ac:chgData name="Ms Alina Arshad" userId="cccdfd85-d35d-4453-9c6f-a463aae40722" providerId="ADAL" clId="{2B0BDB09-5917-47B2-9AD9-E52B3C1731B6}" dt="2024-09-29T11:58:41.524" v="63" actId="113"/>
          <ac:spMkLst>
            <pc:docMk/>
            <pc:sldMk cId="4273395344" sldId="495"/>
            <ac:spMk id="2" creationId="{00000000-0000-0000-0000-000000000000}"/>
          </ac:spMkLst>
        </pc:spChg>
        <pc:spChg chg="mod">
          <ac:chgData name="Ms Alina Arshad" userId="cccdfd85-d35d-4453-9c6f-a463aae40722" providerId="ADAL" clId="{2B0BDB09-5917-47B2-9AD9-E52B3C1731B6}" dt="2024-09-29T11:59:00.649" v="70" actId="12"/>
          <ac:spMkLst>
            <pc:docMk/>
            <pc:sldMk cId="4273395344" sldId="495"/>
            <ac:spMk id="3" creationId="{00000000-0000-0000-0000-000000000000}"/>
          </ac:spMkLst>
        </pc:spChg>
        <pc:spChg chg="del">
          <ac:chgData name="Ms Alina Arshad" userId="cccdfd85-d35d-4453-9c6f-a463aae40722" providerId="ADAL" clId="{2B0BDB09-5917-47B2-9AD9-E52B3C1731B6}" dt="2024-09-29T11:58:44.982" v="64" actId="478"/>
          <ac:spMkLst>
            <pc:docMk/>
            <pc:sldMk cId="4273395344" sldId="495"/>
            <ac:spMk id="4" creationId="{00000000-0000-0000-0000-000000000000}"/>
          </ac:spMkLst>
        </pc:spChg>
        <pc:spChg chg="del">
          <ac:chgData name="Ms Alina Arshad" userId="cccdfd85-d35d-4453-9c6f-a463aae40722" providerId="ADAL" clId="{2B0BDB09-5917-47B2-9AD9-E52B3C1731B6}" dt="2024-09-29T11:58:46.496" v="65" actId="478"/>
          <ac:spMkLst>
            <pc:docMk/>
            <pc:sldMk cId="4273395344" sldId="495"/>
            <ac:spMk id="5" creationId="{00000000-0000-0000-0000-000000000000}"/>
          </ac:spMkLst>
        </pc:spChg>
      </pc:sldChg>
      <pc:sldChg chg="delSp modSp add mod">
        <pc:chgData name="Ms Alina Arshad" userId="cccdfd85-d35d-4453-9c6f-a463aae40722" providerId="ADAL" clId="{2B0BDB09-5917-47B2-9AD9-E52B3C1731B6}" dt="2024-09-29T12:00:23.716" v="98" actId="403"/>
        <pc:sldMkLst>
          <pc:docMk/>
          <pc:sldMk cId="1058188132" sldId="496"/>
        </pc:sldMkLst>
        <pc:spChg chg="mod">
          <ac:chgData name="Ms Alina Arshad" userId="cccdfd85-d35d-4453-9c6f-a463aae40722" providerId="ADAL" clId="{2B0BDB09-5917-47B2-9AD9-E52B3C1731B6}" dt="2024-09-29T12:00:12.718" v="95" actId="113"/>
          <ac:spMkLst>
            <pc:docMk/>
            <pc:sldMk cId="1058188132" sldId="496"/>
            <ac:spMk id="2" creationId="{00000000-0000-0000-0000-000000000000}"/>
          </ac:spMkLst>
        </pc:spChg>
        <pc:spChg chg="mod">
          <ac:chgData name="Ms Alina Arshad" userId="cccdfd85-d35d-4453-9c6f-a463aae40722" providerId="ADAL" clId="{2B0BDB09-5917-47B2-9AD9-E52B3C1731B6}" dt="2024-09-29T12:00:23.716" v="98" actId="403"/>
          <ac:spMkLst>
            <pc:docMk/>
            <pc:sldMk cId="1058188132" sldId="496"/>
            <ac:spMk id="3" creationId="{00000000-0000-0000-0000-000000000000}"/>
          </ac:spMkLst>
        </pc:spChg>
        <pc:spChg chg="del">
          <ac:chgData name="Ms Alina Arshad" userId="cccdfd85-d35d-4453-9c6f-a463aae40722" providerId="ADAL" clId="{2B0BDB09-5917-47B2-9AD9-E52B3C1731B6}" dt="2024-09-29T12:00:06.071" v="92" actId="478"/>
          <ac:spMkLst>
            <pc:docMk/>
            <pc:sldMk cId="1058188132" sldId="496"/>
            <ac:spMk id="4" creationId="{00000000-0000-0000-0000-000000000000}"/>
          </ac:spMkLst>
        </pc:spChg>
        <pc:spChg chg="del">
          <ac:chgData name="Ms Alina Arshad" userId="cccdfd85-d35d-4453-9c6f-a463aae40722" providerId="ADAL" clId="{2B0BDB09-5917-47B2-9AD9-E52B3C1731B6}" dt="2024-09-29T12:00:08.060" v="93" actId="478"/>
          <ac:spMkLst>
            <pc:docMk/>
            <pc:sldMk cId="1058188132" sldId="496"/>
            <ac:spMk id="5" creationId="{00000000-0000-0000-0000-000000000000}"/>
          </ac:spMkLst>
        </pc:spChg>
      </pc:sldChg>
      <pc:sldChg chg="delSp modSp add mod">
        <pc:chgData name="Ms Alina Arshad" userId="cccdfd85-d35d-4453-9c6f-a463aae40722" providerId="ADAL" clId="{2B0BDB09-5917-47B2-9AD9-E52B3C1731B6}" dt="2024-09-29T12:01:50.418" v="124" actId="478"/>
        <pc:sldMkLst>
          <pc:docMk/>
          <pc:sldMk cId="1132663045" sldId="497"/>
        </pc:sldMkLst>
        <pc:spChg chg="mod">
          <ac:chgData name="Ms Alina Arshad" userId="cccdfd85-d35d-4453-9c6f-a463aae40722" providerId="ADAL" clId="{2B0BDB09-5917-47B2-9AD9-E52B3C1731B6}" dt="2024-09-29T12:01:40.109" v="120" actId="113"/>
          <ac:spMkLst>
            <pc:docMk/>
            <pc:sldMk cId="1132663045" sldId="497"/>
            <ac:spMk id="2" creationId="{00000000-0000-0000-0000-000000000000}"/>
          </ac:spMkLst>
        </pc:spChg>
        <pc:spChg chg="mod">
          <ac:chgData name="Ms Alina Arshad" userId="cccdfd85-d35d-4453-9c6f-a463aae40722" providerId="ADAL" clId="{2B0BDB09-5917-47B2-9AD9-E52B3C1731B6}" dt="2024-09-29T12:01:47.026" v="122" actId="12"/>
          <ac:spMkLst>
            <pc:docMk/>
            <pc:sldMk cId="1132663045" sldId="497"/>
            <ac:spMk id="3" creationId="{00000000-0000-0000-0000-000000000000}"/>
          </ac:spMkLst>
        </pc:spChg>
        <pc:spChg chg="del">
          <ac:chgData name="Ms Alina Arshad" userId="cccdfd85-d35d-4453-9c6f-a463aae40722" providerId="ADAL" clId="{2B0BDB09-5917-47B2-9AD9-E52B3C1731B6}" dt="2024-09-29T12:01:48.726" v="123" actId="478"/>
          <ac:spMkLst>
            <pc:docMk/>
            <pc:sldMk cId="1132663045" sldId="497"/>
            <ac:spMk id="4" creationId="{00000000-0000-0000-0000-000000000000}"/>
          </ac:spMkLst>
        </pc:spChg>
        <pc:spChg chg="del">
          <ac:chgData name="Ms Alina Arshad" userId="cccdfd85-d35d-4453-9c6f-a463aae40722" providerId="ADAL" clId="{2B0BDB09-5917-47B2-9AD9-E52B3C1731B6}" dt="2024-09-29T12:01:50.418" v="124" actId="478"/>
          <ac:spMkLst>
            <pc:docMk/>
            <pc:sldMk cId="1132663045" sldId="497"/>
            <ac:spMk id="5" creationId="{00000000-0000-0000-0000-000000000000}"/>
          </ac:spMkLst>
        </pc:spChg>
      </pc:sldChg>
      <pc:sldChg chg="delSp modSp add mod">
        <pc:chgData name="Ms Alina Arshad" userId="cccdfd85-d35d-4453-9c6f-a463aae40722" providerId="ADAL" clId="{2B0BDB09-5917-47B2-9AD9-E52B3C1731B6}" dt="2024-09-29T11:59:26.248" v="79" actId="478"/>
        <pc:sldMkLst>
          <pc:docMk/>
          <pc:sldMk cId="1570724855" sldId="505"/>
        </pc:sldMkLst>
        <pc:spChg chg="mod">
          <ac:chgData name="Ms Alina Arshad" userId="cccdfd85-d35d-4453-9c6f-a463aae40722" providerId="ADAL" clId="{2B0BDB09-5917-47B2-9AD9-E52B3C1731B6}" dt="2024-09-29T11:59:11.914" v="73" actId="14100"/>
          <ac:spMkLst>
            <pc:docMk/>
            <pc:sldMk cId="1570724855" sldId="505"/>
            <ac:spMk id="2" creationId="{00000000-0000-0000-0000-000000000000}"/>
          </ac:spMkLst>
        </pc:spChg>
        <pc:spChg chg="del">
          <ac:chgData name="Ms Alina Arshad" userId="cccdfd85-d35d-4453-9c6f-a463aae40722" providerId="ADAL" clId="{2B0BDB09-5917-47B2-9AD9-E52B3C1731B6}" dt="2024-09-29T11:59:24.430" v="78" actId="478"/>
          <ac:spMkLst>
            <pc:docMk/>
            <pc:sldMk cId="1570724855" sldId="505"/>
            <ac:spMk id="4" creationId="{00000000-0000-0000-0000-000000000000}"/>
          </ac:spMkLst>
        </pc:spChg>
        <pc:spChg chg="del">
          <ac:chgData name="Ms Alina Arshad" userId="cccdfd85-d35d-4453-9c6f-a463aae40722" providerId="ADAL" clId="{2B0BDB09-5917-47B2-9AD9-E52B3C1731B6}" dt="2024-09-29T11:59:26.248" v="79" actId="478"/>
          <ac:spMkLst>
            <pc:docMk/>
            <pc:sldMk cId="1570724855" sldId="505"/>
            <ac:spMk id="5" creationId="{00000000-0000-0000-0000-000000000000}"/>
          </ac:spMkLst>
        </pc:spChg>
        <pc:picChg chg="mod">
          <ac:chgData name="Ms Alina Arshad" userId="cccdfd85-d35d-4453-9c6f-a463aae40722" providerId="ADAL" clId="{2B0BDB09-5917-47B2-9AD9-E52B3C1731B6}" dt="2024-09-29T11:59:22.229" v="77" actId="1076"/>
          <ac:picMkLst>
            <pc:docMk/>
            <pc:sldMk cId="1570724855" sldId="505"/>
            <ac:picMk id="6" creationId="{00000000-0000-0000-0000-000000000000}"/>
          </ac:picMkLst>
        </pc:picChg>
        <pc:picChg chg="mod">
          <ac:chgData name="Ms Alina Arshad" userId="cccdfd85-d35d-4453-9c6f-a463aae40722" providerId="ADAL" clId="{2B0BDB09-5917-47B2-9AD9-E52B3C1731B6}" dt="2024-09-29T11:59:20.384" v="76" actId="1076"/>
          <ac:picMkLst>
            <pc:docMk/>
            <pc:sldMk cId="1570724855" sldId="505"/>
            <ac:picMk id="7" creationId="{00000000-0000-0000-0000-000000000000}"/>
          </ac:picMkLst>
        </pc:picChg>
      </pc:sldChg>
      <pc:sldChg chg="delSp modSp add mod">
        <pc:chgData name="Ms Alina Arshad" userId="cccdfd85-d35d-4453-9c6f-a463aae40722" providerId="ADAL" clId="{2B0BDB09-5917-47B2-9AD9-E52B3C1731B6}" dt="2024-09-29T11:59:57.001" v="91" actId="1076"/>
        <pc:sldMkLst>
          <pc:docMk/>
          <pc:sldMk cId="2421881517" sldId="506"/>
        </pc:sldMkLst>
        <pc:spChg chg="del">
          <ac:chgData name="Ms Alina Arshad" userId="cccdfd85-d35d-4453-9c6f-a463aae40722" providerId="ADAL" clId="{2B0BDB09-5917-47B2-9AD9-E52B3C1731B6}" dt="2024-09-29T11:59:36.340" v="83" actId="478"/>
          <ac:spMkLst>
            <pc:docMk/>
            <pc:sldMk cId="2421881517" sldId="506"/>
            <ac:spMk id="2" creationId="{00000000-0000-0000-0000-000000000000}"/>
          </ac:spMkLst>
        </pc:spChg>
        <pc:spChg chg="del">
          <ac:chgData name="Ms Alina Arshad" userId="cccdfd85-d35d-4453-9c6f-a463aae40722" providerId="ADAL" clId="{2B0BDB09-5917-47B2-9AD9-E52B3C1731B6}" dt="2024-09-29T11:59:32.382" v="81" actId="478"/>
          <ac:spMkLst>
            <pc:docMk/>
            <pc:sldMk cId="2421881517" sldId="506"/>
            <ac:spMk id="4" creationId="{00000000-0000-0000-0000-000000000000}"/>
          </ac:spMkLst>
        </pc:spChg>
        <pc:spChg chg="del">
          <ac:chgData name="Ms Alina Arshad" userId="cccdfd85-d35d-4453-9c6f-a463aae40722" providerId="ADAL" clId="{2B0BDB09-5917-47B2-9AD9-E52B3C1731B6}" dt="2024-09-29T11:59:34.023" v="82" actId="478"/>
          <ac:spMkLst>
            <pc:docMk/>
            <pc:sldMk cId="2421881517" sldId="506"/>
            <ac:spMk id="5" creationId="{00000000-0000-0000-0000-000000000000}"/>
          </ac:spMkLst>
        </pc:spChg>
        <pc:picChg chg="mod">
          <ac:chgData name="Ms Alina Arshad" userId="cccdfd85-d35d-4453-9c6f-a463aae40722" providerId="ADAL" clId="{2B0BDB09-5917-47B2-9AD9-E52B3C1731B6}" dt="2024-09-29T11:59:57.001" v="91" actId="1076"/>
          <ac:picMkLst>
            <pc:docMk/>
            <pc:sldMk cId="2421881517" sldId="506"/>
            <ac:picMk id="6" creationId="{00000000-0000-0000-0000-000000000000}"/>
          </ac:picMkLst>
        </pc:picChg>
      </pc:sldChg>
      <pc:sldChg chg="delSp modSp add mod">
        <pc:chgData name="Ms Alina Arshad" userId="cccdfd85-d35d-4453-9c6f-a463aae40722" providerId="ADAL" clId="{2B0BDB09-5917-47B2-9AD9-E52B3C1731B6}" dt="2024-09-29T11:58:33.476" v="61" actId="1076"/>
        <pc:sldMkLst>
          <pc:docMk/>
          <pc:sldMk cId="1799033065" sldId="507"/>
        </pc:sldMkLst>
        <pc:spChg chg="mod">
          <ac:chgData name="Ms Alina Arshad" userId="cccdfd85-d35d-4453-9c6f-a463aae40722" providerId="ADAL" clId="{2B0BDB09-5917-47B2-9AD9-E52B3C1731B6}" dt="2024-09-29T11:58:16.306" v="54" actId="113"/>
          <ac:spMkLst>
            <pc:docMk/>
            <pc:sldMk cId="1799033065" sldId="507"/>
            <ac:spMk id="2" creationId="{00000000-0000-0000-0000-000000000000}"/>
          </ac:spMkLst>
        </pc:spChg>
        <pc:spChg chg="del">
          <ac:chgData name="Ms Alina Arshad" userId="cccdfd85-d35d-4453-9c6f-a463aae40722" providerId="ADAL" clId="{2B0BDB09-5917-47B2-9AD9-E52B3C1731B6}" dt="2024-09-29T11:58:29.802" v="59" actId="478"/>
          <ac:spMkLst>
            <pc:docMk/>
            <pc:sldMk cId="1799033065" sldId="507"/>
            <ac:spMk id="4" creationId="{00000000-0000-0000-0000-000000000000}"/>
          </ac:spMkLst>
        </pc:spChg>
        <pc:spChg chg="del">
          <ac:chgData name="Ms Alina Arshad" userId="cccdfd85-d35d-4453-9c6f-a463aae40722" providerId="ADAL" clId="{2B0BDB09-5917-47B2-9AD9-E52B3C1731B6}" dt="2024-09-29T11:58:31.558" v="60" actId="478"/>
          <ac:spMkLst>
            <pc:docMk/>
            <pc:sldMk cId="1799033065" sldId="507"/>
            <ac:spMk id="5" creationId="{00000000-0000-0000-0000-000000000000}"/>
          </ac:spMkLst>
        </pc:spChg>
        <pc:spChg chg="mod">
          <ac:chgData name="Ms Alina Arshad" userId="cccdfd85-d35d-4453-9c6f-a463aae40722" providerId="ADAL" clId="{2B0BDB09-5917-47B2-9AD9-E52B3C1731B6}" dt="2024-09-29T11:58:20.780" v="56" actId="113"/>
          <ac:spMkLst>
            <pc:docMk/>
            <pc:sldMk cId="1799033065" sldId="507"/>
            <ac:spMk id="7" creationId="{00000000-0000-0000-0000-000000000000}"/>
          </ac:spMkLst>
        </pc:spChg>
        <pc:picChg chg="mod">
          <ac:chgData name="Ms Alina Arshad" userId="cccdfd85-d35d-4453-9c6f-a463aae40722" providerId="ADAL" clId="{2B0BDB09-5917-47B2-9AD9-E52B3C1731B6}" dt="2024-09-29T11:58:33.476" v="61" actId="1076"/>
          <ac:picMkLst>
            <pc:docMk/>
            <pc:sldMk cId="1799033065" sldId="507"/>
            <ac:picMk id="8" creationId="{00000000-0000-0000-0000-000000000000}"/>
          </ac:picMkLst>
        </pc:picChg>
      </pc:sldChg>
      <pc:sldChg chg="delSp modSp add mod">
        <pc:chgData name="Ms Alina Arshad" userId="cccdfd85-d35d-4453-9c6f-a463aae40722" providerId="ADAL" clId="{2B0BDB09-5917-47B2-9AD9-E52B3C1731B6}" dt="2024-09-29T12:00:42.638" v="104" actId="12"/>
        <pc:sldMkLst>
          <pc:docMk/>
          <pc:sldMk cId="163811022" sldId="511"/>
        </pc:sldMkLst>
        <pc:spChg chg="mod">
          <ac:chgData name="Ms Alina Arshad" userId="cccdfd85-d35d-4453-9c6f-a463aae40722" providerId="ADAL" clId="{2B0BDB09-5917-47B2-9AD9-E52B3C1731B6}" dt="2024-09-29T12:00:30.945" v="100" actId="113"/>
          <ac:spMkLst>
            <pc:docMk/>
            <pc:sldMk cId="163811022" sldId="511"/>
            <ac:spMk id="2" creationId="{00000000-0000-0000-0000-000000000000}"/>
          </ac:spMkLst>
        </pc:spChg>
        <pc:spChg chg="mod">
          <ac:chgData name="Ms Alina Arshad" userId="cccdfd85-d35d-4453-9c6f-a463aae40722" providerId="ADAL" clId="{2B0BDB09-5917-47B2-9AD9-E52B3C1731B6}" dt="2024-09-29T12:00:42.638" v="104" actId="12"/>
          <ac:spMkLst>
            <pc:docMk/>
            <pc:sldMk cId="163811022" sldId="511"/>
            <ac:spMk id="3" creationId="{00000000-0000-0000-0000-000000000000}"/>
          </ac:spMkLst>
        </pc:spChg>
        <pc:spChg chg="del">
          <ac:chgData name="Ms Alina Arshad" userId="cccdfd85-d35d-4453-9c6f-a463aae40722" providerId="ADAL" clId="{2B0BDB09-5917-47B2-9AD9-E52B3C1731B6}" dt="2024-09-29T12:00:33.391" v="101" actId="478"/>
          <ac:spMkLst>
            <pc:docMk/>
            <pc:sldMk cId="163811022" sldId="511"/>
            <ac:spMk id="4" creationId="{00000000-0000-0000-0000-000000000000}"/>
          </ac:spMkLst>
        </pc:spChg>
        <pc:spChg chg="del">
          <ac:chgData name="Ms Alina Arshad" userId="cccdfd85-d35d-4453-9c6f-a463aae40722" providerId="ADAL" clId="{2B0BDB09-5917-47B2-9AD9-E52B3C1731B6}" dt="2024-09-29T12:00:34.984" v="102" actId="478"/>
          <ac:spMkLst>
            <pc:docMk/>
            <pc:sldMk cId="163811022" sldId="511"/>
            <ac:spMk id="5" creationId="{00000000-0000-0000-0000-000000000000}"/>
          </ac:spMkLst>
        </pc:spChg>
      </pc:sldChg>
      <pc:sldChg chg="delSp modSp add mod">
        <pc:chgData name="Ms Alina Arshad" userId="cccdfd85-d35d-4453-9c6f-a463aae40722" providerId="ADAL" clId="{2B0BDB09-5917-47B2-9AD9-E52B3C1731B6}" dt="2024-09-29T12:01:01.172" v="109" actId="207"/>
        <pc:sldMkLst>
          <pc:docMk/>
          <pc:sldMk cId="1045239677" sldId="512"/>
        </pc:sldMkLst>
        <pc:spChg chg="mod">
          <ac:chgData name="Ms Alina Arshad" userId="cccdfd85-d35d-4453-9c6f-a463aae40722" providerId="ADAL" clId="{2B0BDB09-5917-47B2-9AD9-E52B3C1731B6}" dt="2024-09-29T12:00:49.099" v="105" actId="207"/>
          <ac:spMkLst>
            <pc:docMk/>
            <pc:sldMk cId="1045239677" sldId="512"/>
            <ac:spMk id="2" creationId="{00000000-0000-0000-0000-000000000000}"/>
          </ac:spMkLst>
        </pc:spChg>
        <pc:spChg chg="mod">
          <ac:chgData name="Ms Alina Arshad" userId="cccdfd85-d35d-4453-9c6f-a463aae40722" providerId="ADAL" clId="{2B0BDB09-5917-47B2-9AD9-E52B3C1731B6}" dt="2024-09-29T12:01:01.172" v="109" actId="207"/>
          <ac:spMkLst>
            <pc:docMk/>
            <pc:sldMk cId="1045239677" sldId="512"/>
            <ac:spMk id="3" creationId="{00000000-0000-0000-0000-000000000000}"/>
          </ac:spMkLst>
        </pc:spChg>
        <pc:spChg chg="del mod">
          <ac:chgData name="Ms Alina Arshad" userId="cccdfd85-d35d-4453-9c6f-a463aae40722" providerId="ADAL" clId="{2B0BDB09-5917-47B2-9AD9-E52B3C1731B6}" dt="2024-09-29T12:00:53.437" v="107" actId="478"/>
          <ac:spMkLst>
            <pc:docMk/>
            <pc:sldMk cId="1045239677" sldId="512"/>
            <ac:spMk id="4" creationId="{00000000-0000-0000-0000-000000000000}"/>
          </ac:spMkLst>
        </pc:spChg>
        <pc:spChg chg="del">
          <ac:chgData name="Ms Alina Arshad" userId="cccdfd85-d35d-4453-9c6f-a463aae40722" providerId="ADAL" clId="{2B0BDB09-5917-47B2-9AD9-E52B3C1731B6}" dt="2024-09-29T12:00:56.800" v="108" actId="478"/>
          <ac:spMkLst>
            <pc:docMk/>
            <pc:sldMk cId="1045239677" sldId="512"/>
            <ac:spMk id="5" creationId="{00000000-0000-0000-0000-000000000000}"/>
          </ac:spMkLst>
        </pc:spChg>
      </pc:sldChg>
      <pc:sldChg chg="delSp modSp add mod">
        <pc:chgData name="Ms Alina Arshad" userId="cccdfd85-d35d-4453-9c6f-a463aae40722" providerId="ADAL" clId="{2B0BDB09-5917-47B2-9AD9-E52B3C1731B6}" dt="2024-09-29T12:01:32.686" v="118" actId="207"/>
        <pc:sldMkLst>
          <pc:docMk/>
          <pc:sldMk cId="711124051" sldId="516"/>
        </pc:sldMkLst>
        <pc:spChg chg="mod">
          <ac:chgData name="Ms Alina Arshad" userId="cccdfd85-d35d-4453-9c6f-a463aae40722" providerId="ADAL" clId="{2B0BDB09-5917-47B2-9AD9-E52B3C1731B6}" dt="2024-09-29T12:01:15.530" v="113" actId="27636"/>
          <ac:spMkLst>
            <pc:docMk/>
            <pc:sldMk cId="711124051" sldId="516"/>
            <ac:spMk id="2" creationId="{00000000-0000-0000-0000-000000000000}"/>
          </ac:spMkLst>
        </pc:spChg>
        <pc:spChg chg="mod">
          <ac:chgData name="Ms Alina Arshad" userId="cccdfd85-d35d-4453-9c6f-a463aae40722" providerId="ADAL" clId="{2B0BDB09-5917-47B2-9AD9-E52B3C1731B6}" dt="2024-09-29T12:01:32.686" v="118" actId="207"/>
          <ac:spMkLst>
            <pc:docMk/>
            <pc:sldMk cId="711124051" sldId="516"/>
            <ac:spMk id="3" creationId="{00000000-0000-0000-0000-000000000000}"/>
          </ac:spMkLst>
        </pc:spChg>
        <pc:spChg chg="del">
          <ac:chgData name="Ms Alina Arshad" userId="cccdfd85-d35d-4453-9c6f-a463aae40722" providerId="ADAL" clId="{2B0BDB09-5917-47B2-9AD9-E52B3C1731B6}" dt="2024-09-29T12:01:26.565" v="116" actId="478"/>
          <ac:spMkLst>
            <pc:docMk/>
            <pc:sldMk cId="711124051" sldId="516"/>
            <ac:spMk id="4" creationId="{00000000-0000-0000-0000-000000000000}"/>
          </ac:spMkLst>
        </pc:spChg>
        <pc:spChg chg="del">
          <ac:chgData name="Ms Alina Arshad" userId="cccdfd85-d35d-4453-9c6f-a463aae40722" providerId="ADAL" clId="{2B0BDB09-5917-47B2-9AD9-E52B3C1731B6}" dt="2024-09-29T12:01:28.676" v="117" actId="478"/>
          <ac:spMkLst>
            <pc:docMk/>
            <pc:sldMk cId="711124051" sldId="516"/>
            <ac:spMk id="5" creationId="{00000000-0000-0000-0000-000000000000}"/>
          </ac:spMkLst>
        </pc:spChg>
      </pc:sldChg>
      <pc:sldChg chg="delSp modSp add mod">
        <pc:chgData name="Ms Alina Arshad" userId="cccdfd85-d35d-4453-9c6f-a463aae40722" providerId="ADAL" clId="{2B0BDB09-5917-47B2-9AD9-E52B3C1731B6}" dt="2024-09-29T12:02:10.794" v="129" actId="478"/>
        <pc:sldMkLst>
          <pc:docMk/>
          <pc:sldMk cId="1747393571" sldId="518"/>
        </pc:sldMkLst>
        <pc:spChg chg="mod">
          <ac:chgData name="Ms Alina Arshad" userId="cccdfd85-d35d-4453-9c6f-a463aae40722" providerId="ADAL" clId="{2B0BDB09-5917-47B2-9AD9-E52B3C1731B6}" dt="2024-09-29T12:01:58.662" v="126" actId="113"/>
          <ac:spMkLst>
            <pc:docMk/>
            <pc:sldMk cId="1747393571" sldId="518"/>
            <ac:spMk id="2" creationId="{00000000-0000-0000-0000-000000000000}"/>
          </ac:spMkLst>
        </pc:spChg>
        <pc:spChg chg="mod">
          <ac:chgData name="Ms Alina Arshad" userId="cccdfd85-d35d-4453-9c6f-a463aae40722" providerId="ADAL" clId="{2B0BDB09-5917-47B2-9AD9-E52B3C1731B6}" dt="2024-09-29T12:02:03.066" v="127" actId="207"/>
          <ac:spMkLst>
            <pc:docMk/>
            <pc:sldMk cId="1747393571" sldId="518"/>
            <ac:spMk id="3" creationId="{00000000-0000-0000-0000-000000000000}"/>
          </ac:spMkLst>
        </pc:spChg>
        <pc:spChg chg="del">
          <ac:chgData name="Ms Alina Arshad" userId="cccdfd85-d35d-4453-9c6f-a463aae40722" providerId="ADAL" clId="{2B0BDB09-5917-47B2-9AD9-E52B3C1731B6}" dt="2024-09-29T12:02:09.041" v="128" actId="478"/>
          <ac:spMkLst>
            <pc:docMk/>
            <pc:sldMk cId="1747393571" sldId="518"/>
            <ac:spMk id="4" creationId="{00000000-0000-0000-0000-000000000000}"/>
          </ac:spMkLst>
        </pc:spChg>
        <pc:spChg chg="del">
          <ac:chgData name="Ms Alina Arshad" userId="cccdfd85-d35d-4453-9c6f-a463aae40722" providerId="ADAL" clId="{2B0BDB09-5917-47B2-9AD9-E52B3C1731B6}" dt="2024-09-29T12:02:10.794" v="129" actId="478"/>
          <ac:spMkLst>
            <pc:docMk/>
            <pc:sldMk cId="1747393571" sldId="518"/>
            <ac:spMk id="5" creationId="{00000000-0000-0000-0000-000000000000}"/>
          </ac:spMkLst>
        </pc:spChg>
      </pc:sldChg>
      <pc:sldChg chg="delSp modSp add mod">
        <pc:chgData name="Ms Alina Arshad" userId="cccdfd85-d35d-4453-9c6f-a463aae40722" providerId="ADAL" clId="{2B0BDB09-5917-47B2-9AD9-E52B3C1731B6}" dt="2024-09-29T12:02:32.238" v="134" actId="478"/>
        <pc:sldMkLst>
          <pc:docMk/>
          <pc:sldMk cId="275598820" sldId="519"/>
        </pc:sldMkLst>
        <pc:spChg chg="mod">
          <ac:chgData name="Ms Alina Arshad" userId="cccdfd85-d35d-4453-9c6f-a463aae40722" providerId="ADAL" clId="{2B0BDB09-5917-47B2-9AD9-E52B3C1731B6}" dt="2024-09-29T12:02:19.653" v="131" actId="14100"/>
          <ac:spMkLst>
            <pc:docMk/>
            <pc:sldMk cId="275598820" sldId="519"/>
            <ac:spMk id="2" creationId="{00000000-0000-0000-0000-000000000000}"/>
          </ac:spMkLst>
        </pc:spChg>
        <pc:spChg chg="mod">
          <ac:chgData name="Ms Alina Arshad" userId="cccdfd85-d35d-4453-9c6f-a463aae40722" providerId="ADAL" clId="{2B0BDB09-5917-47B2-9AD9-E52B3C1731B6}" dt="2024-09-29T12:02:24.162" v="132" actId="207"/>
          <ac:spMkLst>
            <pc:docMk/>
            <pc:sldMk cId="275598820" sldId="519"/>
            <ac:spMk id="3" creationId="{00000000-0000-0000-0000-000000000000}"/>
          </ac:spMkLst>
        </pc:spChg>
        <pc:spChg chg="del">
          <ac:chgData name="Ms Alina Arshad" userId="cccdfd85-d35d-4453-9c6f-a463aae40722" providerId="ADAL" clId="{2B0BDB09-5917-47B2-9AD9-E52B3C1731B6}" dt="2024-09-29T12:02:30.769" v="133" actId="478"/>
          <ac:spMkLst>
            <pc:docMk/>
            <pc:sldMk cId="275598820" sldId="519"/>
            <ac:spMk id="4" creationId="{00000000-0000-0000-0000-000000000000}"/>
          </ac:spMkLst>
        </pc:spChg>
        <pc:spChg chg="del">
          <ac:chgData name="Ms Alina Arshad" userId="cccdfd85-d35d-4453-9c6f-a463aae40722" providerId="ADAL" clId="{2B0BDB09-5917-47B2-9AD9-E52B3C1731B6}" dt="2024-09-29T12:02:32.238" v="134" actId="478"/>
          <ac:spMkLst>
            <pc:docMk/>
            <pc:sldMk cId="275598820" sldId="519"/>
            <ac:spMk id="5" creationId="{00000000-0000-0000-0000-000000000000}"/>
          </ac:spMkLst>
        </pc:spChg>
      </pc:sldChg>
      <pc:sldChg chg="delSp modSp add mod">
        <pc:chgData name="Ms Alina Arshad" userId="cccdfd85-d35d-4453-9c6f-a463aae40722" providerId="ADAL" clId="{2B0BDB09-5917-47B2-9AD9-E52B3C1731B6}" dt="2024-09-29T12:02:50.938" v="144" actId="478"/>
        <pc:sldMkLst>
          <pc:docMk/>
          <pc:sldMk cId="3035140792" sldId="522"/>
        </pc:sldMkLst>
        <pc:spChg chg="mod">
          <ac:chgData name="Ms Alina Arshad" userId="cccdfd85-d35d-4453-9c6f-a463aae40722" providerId="ADAL" clId="{2B0BDB09-5917-47B2-9AD9-E52B3C1731B6}" dt="2024-09-29T12:02:36.992" v="136" actId="5793"/>
          <ac:spMkLst>
            <pc:docMk/>
            <pc:sldMk cId="3035140792" sldId="522"/>
            <ac:spMk id="2" creationId="{00000000-0000-0000-0000-000000000000}"/>
          </ac:spMkLst>
        </pc:spChg>
        <pc:spChg chg="del mod">
          <ac:chgData name="Ms Alina Arshad" userId="cccdfd85-d35d-4453-9c6f-a463aae40722" providerId="ADAL" clId="{2B0BDB09-5917-47B2-9AD9-E52B3C1731B6}" dt="2024-09-29T12:02:48.318" v="143" actId="478"/>
          <ac:spMkLst>
            <pc:docMk/>
            <pc:sldMk cId="3035140792" sldId="522"/>
            <ac:spMk id="4" creationId="{00000000-0000-0000-0000-000000000000}"/>
          </ac:spMkLst>
        </pc:spChg>
        <pc:spChg chg="del">
          <ac:chgData name="Ms Alina Arshad" userId="cccdfd85-d35d-4453-9c6f-a463aae40722" providerId="ADAL" clId="{2B0BDB09-5917-47B2-9AD9-E52B3C1731B6}" dt="2024-09-29T12:02:50.938" v="144" actId="478"/>
          <ac:spMkLst>
            <pc:docMk/>
            <pc:sldMk cId="3035140792" sldId="522"/>
            <ac:spMk id="5" creationId="{00000000-0000-0000-0000-000000000000}"/>
          </ac:spMkLst>
        </pc:spChg>
        <pc:picChg chg="mod">
          <ac:chgData name="Ms Alina Arshad" userId="cccdfd85-d35d-4453-9c6f-a463aae40722" providerId="ADAL" clId="{2B0BDB09-5917-47B2-9AD9-E52B3C1731B6}" dt="2024-09-29T12:02:40.114" v="137" actId="1076"/>
          <ac:picMkLst>
            <pc:docMk/>
            <pc:sldMk cId="3035140792" sldId="522"/>
            <ac:picMk id="6" creationId="{00000000-0000-0000-0000-000000000000}"/>
          </ac:picMkLst>
        </pc:picChg>
      </pc:sldChg>
      <pc:sldChg chg="delSp modSp add mod">
        <pc:chgData name="Ms Alina Arshad" userId="cccdfd85-d35d-4453-9c6f-a463aae40722" providerId="ADAL" clId="{2B0BDB09-5917-47B2-9AD9-E52B3C1731B6}" dt="2024-09-29T12:03:06.343" v="148" actId="478"/>
        <pc:sldMkLst>
          <pc:docMk/>
          <pc:sldMk cId="2350581562" sldId="523"/>
        </pc:sldMkLst>
        <pc:spChg chg="mod">
          <ac:chgData name="Ms Alina Arshad" userId="cccdfd85-d35d-4453-9c6f-a463aae40722" providerId="ADAL" clId="{2B0BDB09-5917-47B2-9AD9-E52B3C1731B6}" dt="2024-09-29T12:02:59.595" v="146" actId="5793"/>
          <ac:spMkLst>
            <pc:docMk/>
            <pc:sldMk cId="2350581562" sldId="523"/>
            <ac:spMk id="2" creationId="{00000000-0000-0000-0000-000000000000}"/>
          </ac:spMkLst>
        </pc:spChg>
        <pc:spChg chg="del">
          <ac:chgData name="Ms Alina Arshad" userId="cccdfd85-d35d-4453-9c6f-a463aae40722" providerId="ADAL" clId="{2B0BDB09-5917-47B2-9AD9-E52B3C1731B6}" dt="2024-09-29T12:03:04.385" v="147" actId="478"/>
          <ac:spMkLst>
            <pc:docMk/>
            <pc:sldMk cId="2350581562" sldId="523"/>
            <ac:spMk id="4" creationId="{00000000-0000-0000-0000-000000000000}"/>
          </ac:spMkLst>
        </pc:spChg>
        <pc:spChg chg="del">
          <ac:chgData name="Ms Alina Arshad" userId="cccdfd85-d35d-4453-9c6f-a463aae40722" providerId="ADAL" clId="{2B0BDB09-5917-47B2-9AD9-E52B3C1731B6}" dt="2024-09-29T12:03:06.343" v="148" actId="478"/>
          <ac:spMkLst>
            <pc:docMk/>
            <pc:sldMk cId="2350581562" sldId="523"/>
            <ac:spMk id="5" creationId="{00000000-0000-0000-0000-000000000000}"/>
          </ac:spMkLst>
        </pc:spChg>
      </pc:sldChg>
      <pc:sldChg chg="delSp modSp add mod">
        <pc:chgData name="Ms Alina Arshad" userId="cccdfd85-d35d-4453-9c6f-a463aae40722" providerId="ADAL" clId="{2B0BDB09-5917-47B2-9AD9-E52B3C1731B6}" dt="2024-09-29T12:03:22.543" v="154" actId="478"/>
        <pc:sldMkLst>
          <pc:docMk/>
          <pc:sldMk cId="627369714" sldId="524"/>
        </pc:sldMkLst>
        <pc:spChg chg="mod">
          <ac:chgData name="Ms Alina Arshad" userId="cccdfd85-d35d-4453-9c6f-a463aae40722" providerId="ADAL" clId="{2B0BDB09-5917-47B2-9AD9-E52B3C1731B6}" dt="2024-09-29T12:03:11.628" v="150" actId="5793"/>
          <ac:spMkLst>
            <pc:docMk/>
            <pc:sldMk cId="627369714" sldId="524"/>
            <ac:spMk id="2" creationId="{00000000-0000-0000-0000-000000000000}"/>
          </ac:spMkLst>
        </pc:spChg>
        <pc:spChg chg="del">
          <ac:chgData name="Ms Alina Arshad" userId="cccdfd85-d35d-4453-9c6f-a463aae40722" providerId="ADAL" clId="{2B0BDB09-5917-47B2-9AD9-E52B3C1731B6}" dt="2024-09-29T12:03:19.840" v="153" actId="478"/>
          <ac:spMkLst>
            <pc:docMk/>
            <pc:sldMk cId="627369714" sldId="524"/>
            <ac:spMk id="4" creationId="{00000000-0000-0000-0000-000000000000}"/>
          </ac:spMkLst>
        </pc:spChg>
        <pc:spChg chg="del">
          <ac:chgData name="Ms Alina Arshad" userId="cccdfd85-d35d-4453-9c6f-a463aae40722" providerId="ADAL" clId="{2B0BDB09-5917-47B2-9AD9-E52B3C1731B6}" dt="2024-09-29T12:03:22.543" v="154" actId="478"/>
          <ac:spMkLst>
            <pc:docMk/>
            <pc:sldMk cId="627369714" sldId="524"/>
            <ac:spMk id="5" creationId="{00000000-0000-0000-0000-000000000000}"/>
          </ac:spMkLst>
        </pc:spChg>
        <pc:picChg chg="mod">
          <ac:chgData name="Ms Alina Arshad" userId="cccdfd85-d35d-4453-9c6f-a463aae40722" providerId="ADAL" clId="{2B0BDB09-5917-47B2-9AD9-E52B3C1731B6}" dt="2024-09-29T12:03:14.850" v="151" actId="1076"/>
          <ac:picMkLst>
            <pc:docMk/>
            <pc:sldMk cId="627369714" sldId="524"/>
            <ac:picMk id="6" creationId="{00000000-0000-0000-0000-000000000000}"/>
          </ac:picMkLst>
        </pc:picChg>
        <pc:picChg chg="mod">
          <ac:chgData name="Ms Alina Arshad" userId="cccdfd85-d35d-4453-9c6f-a463aae40722" providerId="ADAL" clId="{2B0BDB09-5917-47B2-9AD9-E52B3C1731B6}" dt="2024-09-29T12:03:18.261" v="152" actId="1076"/>
          <ac:picMkLst>
            <pc:docMk/>
            <pc:sldMk cId="627369714" sldId="524"/>
            <ac:picMk id="8" creationId="{00000000-0000-0000-0000-000000000000}"/>
          </ac:picMkLst>
        </pc:picChg>
      </pc:sldChg>
    </pc:docChg>
  </pc:docChgLst>
  <pc:docChgLst>
    <pc:chgData name="Ms Alina Arshad" userId="cccdfd85-d35d-4453-9c6f-a463aae40722" providerId="ADAL" clId="{32985948-661D-45EF-9212-3BF9750EF1D6}"/>
    <pc:docChg chg="undo custSel addSld delSld modSld">
      <pc:chgData name="Ms Alina Arshad" userId="cccdfd85-d35d-4453-9c6f-a463aae40722" providerId="ADAL" clId="{32985948-661D-45EF-9212-3BF9750EF1D6}" dt="2024-09-29T11:40:01.801" v="677" actId="20577"/>
      <pc:docMkLst>
        <pc:docMk/>
      </pc:docMkLst>
      <pc:sldChg chg="modSp mod">
        <pc:chgData name="Ms Alina Arshad" userId="cccdfd85-d35d-4453-9c6f-a463aae40722" providerId="ADAL" clId="{32985948-661D-45EF-9212-3BF9750EF1D6}" dt="2024-09-29T04:49:30.477" v="45" actId="1076"/>
        <pc:sldMkLst>
          <pc:docMk/>
          <pc:sldMk cId="3322361034" sldId="256"/>
        </pc:sldMkLst>
        <pc:spChg chg="mod">
          <ac:chgData name="Ms Alina Arshad" userId="cccdfd85-d35d-4453-9c6f-a463aae40722" providerId="ADAL" clId="{32985948-661D-45EF-9212-3BF9750EF1D6}" dt="2024-09-29T04:49:30.477" v="45" actId="1076"/>
          <ac:spMkLst>
            <pc:docMk/>
            <pc:sldMk cId="3322361034" sldId="256"/>
            <ac:spMk id="3" creationId="{44E9F82C-BBA7-3495-1097-BEDB54FFFDF4}"/>
          </ac:spMkLst>
        </pc:spChg>
        <pc:spChg chg="mod">
          <ac:chgData name="Ms Alina Arshad" userId="cccdfd85-d35d-4453-9c6f-a463aae40722" providerId="ADAL" clId="{32985948-661D-45EF-9212-3BF9750EF1D6}" dt="2024-09-29T04:49:26.874" v="44" actId="1076"/>
          <ac:spMkLst>
            <pc:docMk/>
            <pc:sldMk cId="3322361034" sldId="256"/>
            <ac:spMk id="5" creationId="{75DE143E-53E3-798D-07E7-8D85DD770A95}"/>
          </ac:spMkLst>
        </pc:spChg>
      </pc:sldChg>
      <pc:sldChg chg="add del">
        <pc:chgData name="Ms Alina Arshad" userId="cccdfd85-d35d-4453-9c6f-a463aae40722" providerId="ADAL" clId="{32985948-661D-45EF-9212-3BF9750EF1D6}" dt="2024-09-29T04:49:39.110" v="47" actId="47"/>
        <pc:sldMkLst>
          <pc:docMk/>
          <pc:sldMk cId="987785057" sldId="258"/>
        </pc:sldMkLst>
      </pc:sldChg>
      <pc:sldChg chg="modSp add del mod">
        <pc:chgData name="Ms Alina Arshad" userId="cccdfd85-d35d-4453-9c6f-a463aae40722" providerId="ADAL" clId="{32985948-661D-45EF-9212-3BF9750EF1D6}" dt="2024-09-29T04:49:34.214" v="46" actId="47"/>
        <pc:sldMkLst>
          <pc:docMk/>
          <pc:sldMk cId="2348086917" sldId="280"/>
        </pc:sldMkLst>
        <pc:spChg chg="mod">
          <ac:chgData name="Ms Alina Arshad" userId="cccdfd85-d35d-4453-9c6f-a463aae40722" providerId="ADAL" clId="{32985948-661D-45EF-9212-3BF9750EF1D6}" dt="2024-09-29T04:48:48.551" v="10" actId="368"/>
          <ac:spMkLst>
            <pc:docMk/>
            <pc:sldMk cId="2348086917" sldId="280"/>
            <ac:spMk id="5" creationId="{00000000-0000-0000-0000-000000000000}"/>
          </ac:spMkLst>
        </pc:spChg>
      </pc:sldChg>
      <pc:sldChg chg="add del">
        <pc:chgData name="Ms Alina Arshad" userId="cccdfd85-d35d-4453-9c6f-a463aae40722" providerId="ADAL" clId="{32985948-661D-45EF-9212-3BF9750EF1D6}" dt="2024-09-29T04:49:54.369" v="48" actId="47"/>
        <pc:sldMkLst>
          <pc:docMk/>
          <pc:sldMk cId="1032267902" sldId="313"/>
        </pc:sldMkLst>
      </pc:sldChg>
      <pc:sldChg chg="del">
        <pc:chgData name="Ms Alina Arshad" userId="cccdfd85-d35d-4453-9c6f-a463aae40722" providerId="ADAL" clId="{32985948-661D-45EF-9212-3BF9750EF1D6}" dt="2024-09-29T04:47:46.044" v="1" actId="47"/>
        <pc:sldMkLst>
          <pc:docMk/>
          <pc:sldMk cId="3502560203" sldId="465"/>
        </pc:sldMkLst>
      </pc:sldChg>
      <pc:sldChg chg="del">
        <pc:chgData name="Ms Alina Arshad" userId="cccdfd85-d35d-4453-9c6f-a463aae40722" providerId="ADAL" clId="{32985948-661D-45EF-9212-3BF9750EF1D6}" dt="2024-09-29T04:47:46.450" v="2" actId="47"/>
        <pc:sldMkLst>
          <pc:docMk/>
          <pc:sldMk cId="4240682665" sldId="466"/>
        </pc:sldMkLst>
      </pc:sldChg>
      <pc:sldChg chg="del">
        <pc:chgData name="Ms Alina Arshad" userId="cccdfd85-d35d-4453-9c6f-a463aae40722" providerId="ADAL" clId="{32985948-661D-45EF-9212-3BF9750EF1D6}" dt="2024-09-29T04:47:46.804" v="3" actId="47"/>
        <pc:sldMkLst>
          <pc:docMk/>
          <pc:sldMk cId="1253061490" sldId="467"/>
        </pc:sldMkLst>
      </pc:sldChg>
      <pc:sldChg chg="del">
        <pc:chgData name="Ms Alina Arshad" userId="cccdfd85-d35d-4453-9c6f-a463aae40722" providerId="ADAL" clId="{32985948-661D-45EF-9212-3BF9750EF1D6}" dt="2024-09-29T04:47:47.168" v="4" actId="47"/>
        <pc:sldMkLst>
          <pc:docMk/>
          <pc:sldMk cId="1729599593" sldId="468"/>
        </pc:sldMkLst>
      </pc:sldChg>
      <pc:sldChg chg="del">
        <pc:chgData name="Ms Alina Arshad" userId="cccdfd85-d35d-4453-9c6f-a463aae40722" providerId="ADAL" clId="{32985948-661D-45EF-9212-3BF9750EF1D6}" dt="2024-09-29T04:47:47.478" v="5" actId="47"/>
        <pc:sldMkLst>
          <pc:docMk/>
          <pc:sldMk cId="174372872" sldId="469"/>
        </pc:sldMkLst>
      </pc:sldChg>
      <pc:sldChg chg="del">
        <pc:chgData name="Ms Alina Arshad" userId="cccdfd85-d35d-4453-9c6f-a463aae40722" providerId="ADAL" clId="{32985948-661D-45EF-9212-3BF9750EF1D6}" dt="2024-09-29T04:47:48.252" v="7" actId="47"/>
        <pc:sldMkLst>
          <pc:docMk/>
          <pc:sldMk cId="1593451177" sldId="472"/>
        </pc:sldMkLst>
      </pc:sldChg>
      <pc:sldChg chg="del">
        <pc:chgData name="Ms Alina Arshad" userId="cccdfd85-d35d-4453-9c6f-a463aae40722" providerId="ADAL" clId="{32985948-661D-45EF-9212-3BF9750EF1D6}" dt="2024-09-29T04:47:45.581" v="0" actId="47"/>
        <pc:sldMkLst>
          <pc:docMk/>
          <pc:sldMk cId="3011208458" sldId="473"/>
        </pc:sldMkLst>
      </pc:sldChg>
      <pc:sldChg chg="del">
        <pc:chgData name="Ms Alina Arshad" userId="cccdfd85-d35d-4453-9c6f-a463aae40722" providerId="ADAL" clId="{32985948-661D-45EF-9212-3BF9750EF1D6}" dt="2024-09-29T04:47:47.777" v="6" actId="47"/>
        <pc:sldMkLst>
          <pc:docMk/>
          <pc:sldMk cId="457050581" sldId="475"/>
        </pc:sldMkLst>
      </pc:sldChg>
      <pc:sldChg chg="delSp modSp add mod delAnim">
        <pc:chgData name="Ms Alina Arshad" userId="cccdfd85-d35d-4453-9c6f-a463aae40722" providerId="ADAL" clId="{32985948-661D-45EF-9212-3BF9750EF1D6}" dt="2024-09-29T11:40:01.801" v="677" actId="20577"/>
        <pc:sldMkLst>
          <pc:docMk/>
          <pc:sldMk cId="1317028974" sldId="475"/>
        </pc:sldMkLst>
        <pc:spChg chg="mod">
          <ac:chgData name="Ms Alina Arshad" userId="cccdfd85-d35d-4453-9c6f-a463aae40722" providerId="ADAL" clId="{32985948-661D-45EF-9212-3BF9750EF1D6}" dt="2024-09-29T11:40:01.801" v="677" actId="20577"/>
          <ac:spMkLst>
            <pc:docMk/>
            <pc:sldMk cId="1317028974" sldId="475"/>
            <ac:spMk id="2" creationId="{00000000-0000-0000-0000-000000000000}"/>
          </ac:spMkLst>
        </pc:spChg>
        <pc:spChg chg="mod">
          <ac:chgData name="Ms Alina Arshad" userId="cccdfd85-d35d-4453-9c6f-a463aae40722" providerId="ADAL" clId="{32985948-661D-45EF-9212-3BF9750EF1D6}" dt="2024-09-29T07:59:38.105" v="330" actId="20577"/>
          <ac:spMkLst>
            <pc:docMk/>
            <pc:sldMk cId="1317028974" sldId="475"/>
            <ac:spMk id="3" creationId="{00000000-0000-0000-0000-000000000000}"/>
          </ac:spMkLst>
        </pc:spChg>
        <pc:spChg chg="del">
          <ac:chgData name="Ms Alina Arshad" userId="cccdfd85-d35d-4453-9c6f-a463aae40722" providerId="ADAL" clId="{32985948-661D-45EF-9212-3BF9750EF1D6}" dt="2024-09-29T04:50:29.988" v="51" actId="478"/>
          <ac:spMkLst>
            <pc:docMk/>
            <pc:sldMk cId="1317028974" sldId="475"/>
            <ac:spMk id="4" creationId="{00000000-0000-0000-0000-000000000000}"/>
          </ac:spMkLst>
        </pc:spChg>
        <pc:spChg chg="del">
          <ac:chgData name="Ms Alina Arshad" userId="cccdfd85-d35d-4453-9c6f-a463aae40722" providerId="ADAL" clId="{32985948-661D-45EF-9212-3BF9750EF1D6}" dt="2024-09-29T07:57:49.173" v="252" actId="478"/>
          <ac:spMkLst>
            <pc:docMk/>
            <pc:sldMk cId="1317028974" sldId="475"/>
            <ac:spMk id="5" creationId="{00000000-0000-0000-0000-000000000000}"/>
          </ac:spMkLst>
        </pc:spChg>
        <pc:picChg chg="del mod">
          <ac:chgData name="Ms Alina Arshad" userId="cccdfd85-d35d-4453-9c6f-a463aae40722" providerId="ADAL" clId="{32985948-661D-45EF-9212-3BF9750EF1D6}" dt="2024-09-29T07:57:47.155" v="251" actId="478"/>
          <ac:picMkLst>
            <pc:docMk/>
            <pc:sldMk cId="1317028974" sldId="475"/>
            <ac:picMk id="6" creationId="{00000000-0000-0000-0000-000000000000}"/>
          </ac:picMkLst>
        </pc:picChg>
      </pc:sldChg>
      <pc:sldChg chg="addSp delSp modSp add mod delAnim">
        <pc:chgData name="Ms Alina Arshad" userId="cccdfd85-d35d-4453-9c6f-a463aae40722" providerId="ADAL" clId="{32985948-661D-45EF-9212-3BF9750EF1D6}" dt="2024-09-29T08:06:47.981" v="374" actId="1076"/>
        <pc:sldMkLst>
          <pc:docMk/>
          <pc:sldMk cId="1999589581" sldId="476"/>
        </pc:sldMkLst>
        <pc:spChg chg="mod">
          <ac:chgData name="Ms Alina Arshad" userId="cccdfd85-d35d-4453-9c6f-a463aae40722" providerId="ADAL" clId="{32985948-661D-45EF-9212-3BF9750EF1D6}" dt="2024-09-29T08:01:18.508" v="331" actId="207"/>
          <ac:spMkLst>
            <pc:docMk/>
            <pc:sldMk cId="1999589581" sldId="476"/>
            <ac:spMk id="2" creationId="{00000000-0000-0000-0000-000000000000}"/>
          </ac:spMkLst>
        </pc:spChg>
        <pc:spChg chg="mod">
          <ac:chgData name="Ms Alina Arshad" userId="cccdfd85-d35d-4453-9c6f-a463aae40722" providerId="ADAL" clId="{32985948-661D-45EF-9212-3BF9750EF1D6}" dt="2024-09-29T08:06:37.805" v="373" actId="403"/>
          <ac:spMkLst>
            <pc:docMk/>
            <pc:sldMk cId="1999589581" sldId="476"/>
            <ac:spMk id="3" creationId="{00000000-0000-0000-0000-000000000000}"/>
          </ac:spMkLst>
        </pc:spChg>
        <pc:spChg chg="del">
          <ac:chgData name="Ms Alina Arshad" userId="cccdfd85-d35d-4453-9c6f-a463aae40722" providerId="ADAL" clId="{32985948-661D-45EF-9212-3BF9750EF1D6}" dt="2024-09-29T04:51:22.726" v="67" actId="478"/>
          <ac:spMkLst>
            <pc:docMk/>
            <pc:sldMk cId="1999589581" sldId="476"/>
            <ac:spMk id="4" creationId="{00000000-0000-0000-0000-000000000000}"/>
          </ac:spMkLst>
        </pc:spChg>
        <pc:spChg chg="del">
          <ac:chgData name="Ms Alina Arshad" userId="cccdfd85-d35d-4453-9c6f-a463aae40722" providerId="ADAL" clId="{32985948-661D-45EF-9212-3BF9750EF1D6}" dt="2024-09-29T04:51:24.730" v="68" actId="478"/>
          <ac:spMkLst>
            <pc:docMk/>
            <pc:sldMk cId="1999589581" sldId="476"/>
            <ac:spMk id="5" creationId="{00000000-0000-0000-0000-000000000000}"/>
          </ac:spMkLst>
        </pc:spChg>
        <pc:spChg chg="add mod">
          <ac:chgData name="Ms Alina Arshad" userId="cccdfd85-d35d-4453-9c6f-a463aae40722" providerId="ADAL" clId="{32985948-661D-45EF-9212-3BF9750EF1D6}" dt="2024-09-29T08:06:29.680" v="370" actId="207"/>
          <ac:spMkLst>
            <pc:docMk/>
            <pc:sldMk cId="1999589581" sldId="476"/>
            <ac:spMk id="5" creationId="{F0FC1B4B-EFA7-313C-F90C-846A894B9230}"/>
          </ac:spMkLst>
        </pc:spChg>
        <pc:picChg chg="mod">
          <ac:chgData name="Ms Alina Arshad" userId="cccdfd85-d35d-4453-9c6f-a463aae40722" providerId="ADAL" clId="{32985948-661D-45EF-9212-3BF9750EF1D6}" dt="2024-09-29T08:06:47.981" v="374" actId="1076"/>
          <ac:picMkLst>
            <pc:docMk/>
            <pc:sldMk cId="1999589581" sldId="476"/>
            <ac:picMk id="6" creationId="{00000000-0000-0000-0000-000000000000}"/>
          </ac:picMkLst>
        </pc:picChg>
        <pc:picChg chg="del mod">
          <ac:chgData name="Ms Alina Arshad" userId="cccdfd85-d35d-4453-9c6f-a463aae40722" providerId="ADAL" clId="{32985948-661D-45EF-9212-3BF9750EF1D6}" dt="2024-09-29T08:04:51.266" v="333" actId="478"/>
          <ac:picMkLst>
            <pc:docMk/>
            <pc:sldMk cId="1999589581" sldId="476"/>
            <ac:picMk id="8" creationId="{00000000-0000-0000-0000-000000000000}"/>
          </ac:picMkLst>
        </pc:picChg>
      </pc:sldChg>
      <pc:sldChg chg="addSp delSp modSp add mod modNotesTx">
        <pc:chgData name="Ms Alina Arshad" userId="cccdfd85-d35d-4453-9c6f-a463aae40722" providerId="ADAL" clId="{32985948-661D-45EF-9212-3BF9750EF1D6}" dt="2024-09-29T09:05:12.947" v="502" actId="1036"/>
        <pc:sldMkLst>
          <pc:docMk/>
          <pc:sldMk cId="4056107159" sldId="477"/>
        </pc:sldMkLst>
        <pc:spChg chg="mod">
          <ac:chgData name="Ms Alina Arshad" userId="cccdfd85-d35d-4453-9c6f-a463aae40722" providerId="ADAL" clId="{32985948-661D-45EF-9212-3BF9750EF1D6}" dt="2024-09-29T04:51:55.633" v="75" actId="113"/>
          <ac:spMkLst>
            <pc:docMk/>
            <pc:sldMk cId="4056107159" sldId="477"/>
            <ac:spMk id="2" creationId="{00000000-0000-0000-0000-000000000000}"/>
          </ac:spMkLst>
        </pc:spChg>
        <pc:spChg chg="del">
          <ac:chgData name="Ms Alina Arshad" userId="cccdfd85-d35d-4453-9c6f-a463aae40722" providerId="ADAL" clId="{32985948-661D-45EF-9212-3BF9750EF1D6}" dt="2024-09-29T04:53:00.586" v="90" actId="478"/>
          <ac:spMkLst>
            <pc:docMk/>
            <pc:sldMk cId="4056107159" sldId="477"/>
            <ac:spMk id="4" creationId="{00000000-0000-0000-0000-000000000000}"/>
          </ac:spMkLst>
        </pc:spChg>
        <pc:spChg chg="del">
          <ac:chgData name="Ms Alina Arshad" userId="cccdfd85-d35d-4453-9c6f-a463aae40722" providerId="ADAL" clId="{32985948-661D-45EF-9212-3BF9750EF1D6}" dt="2024-09-29T04:52:53.893" v="89" actId="478"/>
          <ac:spMkLst>
            <pc:docMk/>
            <pc:sldMk cId="4056107159" sldId="477"/>
            <ac:spMk id="5" creationId="{00000000-0000-0000-0000-000000000000}"/>
          </ac:spMkLst>
        </pc:spChg>
        <pc:spChg chg="add mod">
          <ac:chgData name="Ms Alina Arshad" userId="cccdfd85-d35d-4453-9c6f-a463aae40722" providerId="ADAL" clId="{32985948-661D-45EF-9212-3BF9750EF1D6}" dt="2024-09-29T09:05:12.947" v="502" actId="1036"/>
          <ac:spMkLst>
            <pc:docMk/>
            <pc:sldMk cId="4056107159" sldId="477"/>
            <ac:spMk id="5" creationId="{23586CC7-BCFB-60C9-94BB-FF3EBB06A1D4}"/>
          </ac:spMkLst>
        </pc:spChg>
        <pc:picChg chg="del mod">
          <ac:chgData name="Ms Alina Arshad" userId="cccdfd85-d35d-4453-9c6f-a463aae40722" providerId="ADAL" clId="{32985948-661D-45EF-9212-3BF9750EF1D6}" dt="2024-09-29T04:53:21.891" v="92" actId="478"/>
          <ac:picMkLst>
            <pc:docMk/>
            <pc:sldMk cId="4056107159" sldId="477"/>
            <ac:picMk id="6" creationId="{00000000-0000-0000-0000-000000000000}"/>
          </ac:picMkLst>
        </pc:picChg>
        <pc:picChg chg="del mod">
          <ac:chgData name="Ms Alina Arshad" userId="cccdfd85-d35d-4453-9c6f-a463aae40722" providerId="ADAL" clId="{32985948-661D-45EF-9212-3BF9750EF1D6}" dt="2024-09-29T08:07:12.619" v="375" actId="478"/>
          <ac:picMkLst>
            <pc:docMk/>
            <pc:sldMk cId="4056107159" sldId="477"/>
            <ac:picMk id="7" creationId="{00000000-0000-0000-0000-000000000000}"/>
          </ac:picMkLst>
        </pc:picChg>
        <pc:picChg chg="del mod">
          <ac:chgData name="Ms Alina Arshad" userId="cccdfd85-d35d-4453-9c6f-a463aae40722" providerId="ADAL" clId="{32985948-661D-45EF-9212-3BF9750EF1D6}" dt="2024-09-29T04:53:23.715" v="93" actId="478"/>
          <ac:picMkLst>
            <pc:docMk/>
            <pc:sldMk cId="4056107159" sldId="477"/>
            <ac:picMk id="8" creationId="{00000000-0000-0000-0000-000000000000}"/>
          </ac:picMkLst>
        </pc:picChg>
      </pc:sldChg>
      <pc:sldChg chg="addSp delSp modSp add mod delAnim">
        <pc:chgData name="Ms Alina Arshad" userId="cccdfd85-d35d-4453-9c6f-a463aae40722" providerId="ADAL" clId="{32985948-661D-45EF-9212-3BF9750EF1D6}" dt="2024-09-29T08:15:06.065" v="479" actId="20577"/>
        <pc:sldMkLst>
          <pc:docMk/>
          <pc:sldMk cId="3142530740" sldId="478"/>
        </pc:sldMkLst>
        <pc:spChg chg="mod">
          <ac:chgData name="Ms Alina Arshad" userId="cccdfd85-d35d-4453-9c6f-a463aae40722" providerId="ADAL" clId="{32985948-661D-45EF-9212-3BF9750EF1D6}" dt="2024-09-29T04:54:29.523" v="102" actId="113"/>
          <ac:spMkLst>
            <pc:docMk/>
            <pc:sldMk cId="3142530740" sldId="478"/>
            <ac:spMk id="2" creationId="{00000000-0000-0000-0000-000000000000}"/>
          </ac:spMkLst>
        </pc:spChg>
        <pc:spChg chg="mod">
          <ac:chgData name="Ms Alina Arshad" userId="cccdfd85-d35d-4453-9c6f-a463aae40722" providerId="ADAL" clId="{32985948-661D-45EF-9212-3BF9750EF1D6}" dt="2024-09-29T08:13:59.233" v="464"/>
          <ac:spMkLst>
            <pc:docMk/>
            <pc:sldMk cId="3142530740" sldId="478"/>
            <ac:spMk id="3" creationId="{00000000-0000-0000-0000-000000000000}"/>
          </ac:spMkLst>
        </pc:spChg>
        <pc:spChg chg="del">
          <ac:chgData name="Ms Alina Arshad" userId="cccdfd85-d35d-4453-9c6f-a463aae40722" providerId="ADAL" clId="{32985948-661D-45EF-9212-3BF9750EF1D6}" dt="2024-09-29T04:55:16.885" v="119" actId="478"/>
          <ac:spMkLst>
            <pc:docMk/>
            <pc:sldMk cId="3142530740" sldId="478"/>
            <ac:spMk id="4" creationId="{00000000-0000-0000-0000-000000000000}"/>
          </ac:spMkLst>
        </pc:spChg>
        <pc:spChg chg="del">
          <ac:chgData name="Ms Alina Arshad" userId="cccdfd85-d35d-4453-9c6f-a463aae40722" providerId="ADAL" clId="{32985948-661D-45EF-9212-3BF9750EF1D6}" dt="2024-09-29T04:55:18.892" v="120" actId="478"/>
          <ac:spMkLst>
            <pc:docMk/>
            <pc:sldMk cId="3142530740" sldId="478"/>
            <ac:spMk id="5" creationId="{00000000-0000-0000-0000-000000000000}"/>
          </ac:spMkLst>
        </pc:spChg>
        <pc:spChg chg="add mod">
          <ac:chgData name="Ms Alina Arshad" userId="cccdfd85-d35d-4453-9c6f-a463aae40722" providerId="ADAL" clId="{32985948-661D-45EF-9212-3BF9750EF1D6}" dt="2024-09-29T08:15:06.065" v="479" actId="20577"/>
          <ac:spMkLst>
            <pc:docMk/>
            <pc:sldMk cId="3142530740" sldId="478"/>
            <ac:spMk id="5" creationId="{BB6A54B0-BC62-4B83-BA65-03696D78FBA8}"/>
          </ac:spMkLst>
        </pc:spChg>
        <pc:spChg chg="add mod">
          <ac:chgData name="Ms Alina Arshad" userId="cccdfd85-d35d-4453-9c6f-a463aae40722" providerId="ADAL" clId="{32985948-661D-45EF-9212-3BF9750EF1D6}" dt="2024-09-29T08:14:36.689" v="473" actId="1076"/>
          <ac:spMkLst>
            <pc:docMk/>
            <pc:sldMk cId="3142530740" sldId="478"/>
            <ac:spMk id="8" creationId="{EECA2D44-D37B-E53E-E9E8-1E944B4ED565}"/>
          </ac:spMkLst>
        </pc:spChg>
        <pc:picChg chg="del mod modCrop">
          <ac:chgData name="Ms Alina Arshad" userId="cccdfd85-d35d-4453-9c6f-a463aae40722" providerId="ADAL" clId="{32985948-661D-45EF-9212-3BF9750EF1D6}" dt="2024-09-29T08:12:25.409" v="441" actId="478"/>
          <ac:picMkLst>
            <pc:docMk/>
            <pc:sldMk cId="3142530740" sldId="478"/>
            <ac:picMk id="6" creationId="{00000000-0000-0000-0000-000000000000}"/>
          </ac:picMkLst>
        </pc:picChg>
      </pc:sldChg>
      <pc:sldChg chg="delSp modSp add mod">
        <pc:chgData name="Ms Alina Arshad" userId="cccdfd85-d35d-4453-9c6f-a463aae40722" providerId="ADAL" clId="{32985948-661D-45EF-9212-3BF9750EF1D6}" dt="2024-09-29T04:55:55.321" v="132" actId="207"/>
        <pc:sldMkLst>
          <pc:docMk/>
          <pc:sldMk cId="3718238795" sldId="479"/>
        </pc:sldMkLst>
        <pc:spChg chg="mod">
          <ac:chgData name="Ms Alina Arshad" userId="cccdfd85-d35d-4453-9c6f-a463aae40722" providerId="ADAL" clId="{32985948-661D-45EF-9212-3BF9750EF1D6}" dt="2024-09-29T04:55:46.840" v="129" actId="113"/>
          <ac:spMkLst>
            <pc:docMk/>
            <pc:sldMk cId="3718238795" sldId="479"/>
            <ac:spMk id="2" creationId="{00000000-0000-0000-0000-000000000000}"/>
          </ac:spMkLst>
        </pc:spChg>
        <pc:spChg chg="mod">
          <ac:chgData name="Ms Alina Arshad" userId="cccdfd85-d35d-4453-9c6f-a463aae40722" providerId="ADAL" clId="{32985948-661D-45EF-9212-3BF9750EF1D6}" dt="2024-09-29T04:55:55.321" v="132" actId="207"/>
          <ac:spMkLst>
            <pc:docMk/>
            <pc:sldMk cId="3718238795" sldId="479"/>
            <ac:spMk id="3" creationId="{00000000-0000-0000-0000-000000000000}"/>
          </ac:spMkLst>
        </pc:spChg>
        <pc:spChg chg="del">
          <ac:chgData name="Ms Alina Arshad" userId="cccdfd85-d35d-4453-9c6f-a463aae40722" providerId="ADAL" clId="{32985948-661D-45EF-9212-3BF9750EF1D6}" dt="2024-09-29T04:55:49.250" v="130" actId="478"/>
          <ac:spMkLst>
            <pc:docMk/>
            <pc:sldMk cId="3718238795" sldId="479"/>
            <ac:spMk id="4" creationId="{00000000-0000-0000-0000-000000000000}"/>
          </ac:spMkLst>
        </pc:spChg>
        <pc:spChg chg="del">
          <ac:chgData name="Ms Alina Arshad" userId="cccdfd85-d35d-4453-9c6f-a463aae40722" providerId="ADAL" clId="{32985948-661D-45EF-9212-3BF9750EF1D6}" dt="2024-09-29T04:55:51.210" v="131" actId="478"/>
          <ac:spMkLst>
            <pc:docMk/>
            <pc:sldMk cId="3718238795" sldId="479"/>
            <ac:spMk id="5" creationId="{00000000-0000-0000-0000-000000000000}"/>
          </ac:spMkLst>
        </pc:spChg>
      </pc:sldChg>
      <pc:sldChg chg="delSp modSp add mod">
        <pc:chgData name="Ms Alina Arshad" userId="cccdfd85-d35d-4453-9c6f-a463aae40722" providerId="ADAL" clId="{32985948-661D-45EF-9212-3BF9750EF1D6}" dt="2024-09-29T05:01:04.287" v="233" actId="207"/>
        <pc:sldMkLst>
          <pc:docMk/>
          <pc:sldMk cId="3737652639" sldId="482"/>
        </pc:sldMkLst>
        <pc:spChg chg="del">
          <ac:chgData name="Ms Alina Arshad" userId="cccdfd85-d35d-4453-9c6f-a463aae40722" providerId="ADAL" clId="{32985948-661D-45EF-9212-3BF9750EF1D6}" dt="2024-09-29T05:01:00.790" v="232" actId="478"/>
          <ac:spMkLst>
            <pc:docMk/>
            <pc:sldMk cId="3737652639" sldId="482"/>
            <ac:spMk id="2" creationId="{00000000-0000-0000-0000-000000000000}"/>
          </ac:spMkLst>
        </pc:spChg>
        <pc:spChg chg="mod">
          <ac:chgData name="Ms Alina Arshad" userId="cccdfd85-d35d-4453-9c6f-a463aae40722" providerId="ADAL" clId="{32985948-661D-45EF-9212-3BF9750EF1D6}" dt="2024-09-29T05:01:04.287" v="233" actId="207"/>
          <ac:spMkLst>
            <pc:docMk/>
            <pc:sldMk cId="3737652639" sldId="482"/>
            <ac:spMk id="3" creationId="{00000000-0000-0000-0000-000000000000}"/>
          </ac:spMkLst>
        </pc:spChg>
        <pc:spChg chg="del">
          <ac:chgData name="Ms Alina Arshad" userId="cccdfd85-d35d-4453-9c6f-a463aae40722" providerId="ADAL" clId="{32985948-661D-45EF-9212-3BF9750EF1D6}" dt="2024-09-29T04:58:00.263" v="173" actId="478"/>
          <ac:spMkLst>
            <pc:docMk/>
            <pc:sldMk cId="3737652639" sldId="482"/>
            <ac:spMk id="4" creationId="{00000000-0000-0000-0000-000000000000}"/>
          </ac:spMkLst>
        </pc:spChg>
        <pc:spChg chg="del">
          <ac:chgData name="Ms Alina Arshad" userId="cccdfd85-d35d-4453-9c6f-a463aae40722" providerId="ADAL" clId="{32985948-661D-45EF-9212-3BF9750EF1D6}" dt="2024-09-29T04:58:02.125" v="174" actId="478"/>
          <ac:spMkLst>
            <pc:docMk/>
            <pc:sldMk cId="3737652639" sldId="482"/>
            <ac:spMk id="5" creationId="{00000000-0000-0000-0000-000000000000}"/>
          </ac:spMkLst>
        </pc:spChg>
      </pc:sldChg>
      <pc:sldChg chg="delSp modSp add mod">
        <pc:chgData name="Ms Alina Arshad" userId="cccdfd85-d35d-4453-9c6f-a463aae40722" providerId="ADAL" clId="{32985948-661D-45EF-9212-3BF9750EF1D6}" dt="2024-09-29T04:58:18.837" v="179" actId="1076"/>
        <pc:sldMkLst>
          <pc:docMk/>
          <pc:sldMk cId="2818035381" sldId="483"/>
        </pc:sldMkLst>
        <pc:spChg chg="mod">
          <ac:chgData name="Ms Alina Arshad" userId="cccdfd85-d35d-4453-9c6f-a463aae40722" providerId="ADAL" clId="{32985948-661D-45EF-9212-3BF9750EF1D6}" dt="2024-09-29T04:58:08.310" v="175" actId="207"/>
          <ac:spMkLst>
            <pc:docMk/>
            <pc:sldMk cId="2818035381" sldId="483"/>
            <ac:spMk id="2" creationId="{00000000-0000-0000-0000-000000000000}"/>
          </ac:spMkLst>
        </pc:spChg>
        <pc:spChg chg="del">
          <ac:chgData name="Ms Alina Arshad" userId="cccdfd85-d35d-4453-9c6f-a463aae40722" providerId="ADAL" clId="{32985948-661D-45EF-9212-3BF9750EF1D6}" dt="2024-09-29T04:58:11.149" v="176" actId="478"/>
          <ac:spMkLst>
            <pc:docMk/>
            <pc:sldMk cId="2818035381" sldId="483"/>
            <ac:spMk id="4" creationId="{00000000-0000-0000-0000-000000000000}"/>
          </ac:spMkLst>
        </pc:spChg>
        <pc:spChg chg="del">
          <ac:chgData name="Ms Alina Arshad" userId="cccdfd85-d35d-4453-9c6f-a463aae40722" providerId="ADAL" clId="{32985948-661D-45EF-9212-3BF9750EF1D6}" dt="2024-09-29T04:58:12.842" v="177" actId="478"/>
          <ac:spMkLst>
            <pc:docMk/>
            <pc:sldMk cId="2818035381" sldId="483"/>
            <ac:spMk id="5" creationId="{00000000-0000-0000-0000-000000000000}"/>
          </ac:spMkLst>
        </pc:spChg>
        <pc:picChg chg="mod">
          <ac:chgData name="Ms Alina Arshad" userId="cccdfd85-d35d-4453-9c6f-a463aae40722" providerId="ADAL" clId="{32985948-661D-45EF-9212-3BF9750EF1D6}" dt="2024-09-29T04:58:18.837" v="179" actId="1076"/>
          <ac:picMkLst>
            <pc:docMk/>
            <pc:sldMk cId="2818035381" sldId="483"/>
            <ac:picMk id="6" creationId="{00000000-0000-0000-0000-000000000000}"/>
          </ac:picMkLst>
        </pc:picChg>
      </pc:sldChg>
      <pc:sldChg chg="delSp modSp add mod">
        <pc:chgData name="Ms Alina Arshad" userId="cccdfd85-d35d-4453-9c6f-a463aae40722" providerId="ADAL" clId="{32985948-661D-45EF-9212-3BF9750EF1D6}" dt="2024-09-29T04:56:39.564" v="145" actId="478"/>
        <pc:sldMkLst>
          <pc:docMk/>
          <pc:sldMk cId="267361801" sldId="484"/>
        </pc:sldMkLst>
        <pc:spChg chg="mod">
          <ac:chgData name="Ms Alina Arshad" userId="cccdfd85-d35d-4453-9c6f-a463aae40722" providerId="ADAL" clId="{32985948-661D-45EF-9212-3BF9750EF1D6}" dt="2024-09-29T04:56:03.073" v="134" actId="113"/>
          <ac:spMkLst>
            <pc:docMk/>
            <pc:sldMk cId="267361801" sldId="484"/>
            <ac:spMk id="2" creationId="{00000000-0000-0000-0000-000000000000}"/>
          </ac:spMkLst>
        </pc:spChg>
        <pc:spChg chg="mod">
          <ac:chgData name="Ms Alina Arshad" userId="cccdfd85-d35d-4453-9c6f-a463aae40722" providerId="ADAL" clId="{32985948-661D-45EF-9212-3BF9750EF1D6}" dt="2024-09-29T04:56:33.338" v="141" actId="207"/>
          <ac:spMkLst>
            <pc:docMk/>
            <pc:sldMk cId="267361801" sldId="484"/>
            <ac:spMk id="3" creationId="{00000000-0000-0000-0000-000000000000}"/>
          </ac:spMkLst>
        </pc:spChg>
        <pc:spChg chg="del mod">
          <ac:chgData name="Ms Alina Arshad" userId="cccdfd85-d35d-4453-9c6f-a463aae40722" providerId="ADAL" clId="{32985948-661D-45EF-9212-3BF9750EF1D6}" dt="2024-09-29T04:56:37.688" v="144" actId="478"/>
          <ac:spMkLst>
            <pc:docMk/>
            <pc:sldMk cId="267361801" sldId="484"/>
            <ac:spMk id="4" creationId="{00000000-0000-0000-0000-000000000000}"/>
          </ac:spMkLst>
        </pc:spChg>
        <pc:spChg chg="del">
          <ac:chgData name="Ms Alina Arshad" userId="cccdfd85-d35d-4453-9c6f-a463aae40722" providerId="ADAL" clId="{32985948-661D-45EF-9212-3BF9750EF1D6}" dt="2024-09-29T04:56:39.564" v="145" actId="478"/>
          <ac:spMkLst>
            <pc:docMk/>
            <pc:sldMk cId="267361801" sldId="484"/>
            <ac:spMk id="5" creationId="{00000000-0000-0000-0000-000000000000}"/>
          </ac:spMkLst>
        </pc:spChg>
      </pc:sldChg>
      <pc:sldChg chg="addSp delSp modSp add mod">
        <pc:chgData name="Ms Alina Arshad" userId="cccdfd85-d35d-4453-9c6f-a463aae40722" providerId="ADAL" clId="{32985948-661D-45EF-9212-3BF9750EF1D6}" dt="2024-09-29T09:22:13.220" v="673" actId="14100"/>
        <pc:sldMkLst>
          <pc:docMk/>
          <pc:sldMk cId="2146923405" sldId="485"/>
        </pc:sldMkLst>
        <pc:spChg chg="mod">
          <ac:chgData name="Ms Alina Arshad" userId="cccdfd85-d35d-4453-9c6f-a463aae40722" providerId="ADAL" clId="{32985948-661D-45EF-9212-3BF9750EF1D6}" dt="2024-09-29T09:22:13.220" v="673" actId="14100"/>
          <ac:spMkLst>
            <pc:docMk/>
            <pc:sldMk cId="2146923405" sldId="485"/>
            <ac:spMk id="2" creationId="{00000000-0000-0000-0000-000000000000}"/>
          </ac:spMkLst>
        </pc:spChg>
        <pc:spChg chg="del">
          <ac:chgData name="Ms Alina Arshad" userId="cccdfd85-d35d-4453-9c6f-a463aae40722" providerId="ADAL" clId="{32985948-661D-45EF-9212-3BF9750EF1D6}" dt="2024-09-29T04:55:25.845" v="121" actId="478"/>
          <ac:spMkLst>
            <pc:docMk/>
            <pc:sldMk cId="2146923405" sldId="485"/>
            <ac:spMk id="4" creationId="{00000000-0000-0000-0000-000000000000}"/>
          </ac:spMkLst>
        </pc:spChg>
        <pc:spChg chg="add mod">
          <ac:chgData name="Ms Alina Arshad" userId="cccdfd85-d35d-4453-9c6f-a463aae40722" providerId="ADAL" clId="{32985948-661D-45EF-9212-3BF9750EF1D6}" dt="2024-09-29T09:18:29.911" v="606" actId="20577"/>
          <ac:spMkLst>
            <pc:docMk/>
            <pc:sldMk cId="2146923405" sldId="485"/>
            <ac:spMk id="4" creationId="{32DBD649-80B3-AACA-CD0B-976727483B58}"/>
          </ac:spMkLst>
        </pc:spChg>
        <pc:spChg chg="del mod">
          <ac:chgData name="Ms Alina Arshad" userId="cccdfd85-d35d-4453-9c6f-a463aae40722" providerId="ADAL" clId="{32985948-661D-45EF-9212-3BF9750EF1D6}" dt="2024-09-29T04:55:32.064" v="126" actId="478"/>
          <ac:spMkLst>
            <pc:docMk/>
            <pc:sldMk cId="2146923405" sldId="485"/>
            <ac:spMk id="5" creationId="{00000000-0000-0000-0000-000000000000}"/>
          </ac:spMkLst>
        </pc:spChg>
        <pc:picChg chg="mod">
          <ac:chgData name="Ms Alina Arshad" userId="cccdfd85-d35d-4453-9c6f-a463aae40722" providerId="ADAL" clId="{32985948-661D-45EF-9212-3BF9750EF1D6}" dt="2024-09-29T09:21:09.379" v="672" actId="1036"/>
          <ac:picMkLst>
            <pc:docMk/>
            <pc:sldMk cId="2146923405" sldId="485"/>
            <ac:picMk id="6" creationId="{00000000-0000-0000-0000-000000000000}"/>
          </ac:picMkLst>
        </pc:picChg>
      </pc:sldChg>
      <pc:sldChg chg="delSp modSp add mod">
        <pc:chgData name="Ms Alina Arshad" userId="cccdfd85-d35d-4453-9c6f-a463aae40722" providerId="ADAL" clId="{32985948-661D-45EF-9212-3BF9750EF1D6}" dt="2024-09-29T11:32:32.367" v="675" actId="20577"/>
        <pc:sldMkLst>
          <pc:docMk/>
          <pc:sldMk cId="3895319384" sldId="486"/>
        </pc:sldMkLst>
        <pc:spChg chg="mod">
          <ac:chgData name="Ms Alina Arshad" userId="cccdfd85-d35d-4453-9c6f-a463aae40722" providerId="ADAL" clId="{32985948-661D-45EF-9212-3BF9750EF1D6}" dt="2024-09-29T04:57:26.429" v="166" actId="1076"/>
          <ac:spMkLst>
            <pc:docMk/>
            <pc:sldMk cId="3895319384" sldId="486"/>
            <ac:spMk id="2" creationId="{00000000-0000-0000-0000-000000000000}"/>
          </ac:spMkLst>
        </pc:spChg>
        <pc:spChg chg="mod">
          <ac:chgData name="Ms Alina Arshad" userId="cccdfd85-d35d-4453-9c6f-a463aae40722" providerId="ADAL" clId="{32985948-661D-45EF-9212-3BF9750EF1D6}" dt="2024-09-29T11:32:32.367" v="675" actId="20577"/>
          <ac:spMkLst>
            <pc:docMk/>
            <pc:sldMk cId="3895319384" sldId="486"/>
            <ac:spMk id="3" creationId="{00000000-0000-0000-0000-000000000000}"/>
          </ac:spMkLst>
        </pc:spChg>
        <pc:spChg chg="del">
          <ac:chgData name="Ms Alina Arshad" userId="cccdfd85-d35d-4453-9c6f-a463aae40722" providerId="ADAL" clId="{32985948-661D-45EF-9212-3BF9750EF1D6}" dt="2024-09-29T04:57:10.756" v="161" actId="478"/>
          <ac:spMkLst>
            <pc:docMk/>
            <pc:sldMk cId="3895319384" sldId="486"/>
            <ac:spMk id="4" creationId="{00000000-0000-0000-0000-000000000000}"/>
          </ac:spMkLst>
        </pc:spChg>
        <pc:spChg chg="del">
          <ac:chgData name="Ms Alina Arshad" userId="cccdfd85-d35d-4453-9c6f-a463aae40722" providerId="ADAL" clId="{32985948-661D-45EF-9212-3BF9750EF1D6}" dt="2024-09-29T04:57:16.047" v="162" actId="478"/>
          <ac:spMkLst>
            <pc:docMk/>
            <pc:sldMk cId="3895319384" sldId="486"/>
            <ac:spMk id="5" creationId="{00000000-0000-0000-0000-000000000000}"/>
          </ac:spMkLst>
        </pc:spChg>
      </pc:sldChg>
      <pc:sldChg chg="delSp modSp add mod">
        <pc:chgData name="Ms Alina Arshad" userId="cccdfd85-d35d-4453-9c6f-a463aae40722" providerId="ADAL" clId="{32985948-661D-45EF-9212-3BF9750EF1D6}" dt="2024-09-29T05:00:52.503" v="231" actId="113"/>
        <pc:sldMkLst>
          <pc:docMk/>
          <pc:sldMk cId="2382187672" sldId="488"/>
        </pc:sldMkLst>
        <pc:spChg chg="mod">
          <ac:chgData name="Ms Alina Arshad" userId="cccdfd85-d35d-4453-9c6f-a463aae40722" providerId="ADAL" clId="{32985948-661D-45EF-9212-3BF9750EF1D6}" dt="2024-09-29T04:58:31.403" v="183" actId="20577"/>
          <ac:spMkLst>
            <pc:docMk/>
            <pc:sldMk cId="2382187672" sldId="488"/>
            <ac:spMk id="2" creationId="{00000000-0000-0000-0000-000000000000}"/>
          </ac:spMkLst>
        </pc:spChg>
        <pc:spChg chg="mod">
          <ac:chgData name="Ms Alina Arshad" userId="cccdfd85-d35d-4453-9c6f-a463aae40722" providerId="ADAL" clId="{32985948-661D-45EF-9212-3BF9750EF1D6}" dt="2024-09-29T05:00:52.503" v="231" actId="113"/>
          <ac:spMkLst>
            <pc:docMk/>
            <pc:sldMk cId="2382187672" sldId="488"/>
            <ac:spMk id="3" creationId="{00000000-0000-0000-0000-000000000000}"/>
          </ac:spMkLst>
        </pc:spChg>
        <pc:spChg chg="del">
          <ac:chgData name="Ms Alina Arshad" userId="cccdfd85-d35d-4453-9c6f-a463aae40722" providerId="ADAL" clId="{32985948-661D-45EF-9212-3BF9750EF1D6}" dt="2024-09-29T04:59:08.548" v="191" actId="478"/>
          <ac:spMkLst>
            <pc:docMk/>
            <pc:sldMk cId="2382187672" sldId="488"/>
            <ac:spMk id="4" creationId="{00000000-0000-0000-0000-000000000000}"/>
          </ac:spMkLst>
        </pc:spChg>
        <pc:spChg chg="del">
          <ac:chgData name="Ms Alina Arshad" userId="cccdfd85-d35d-4453-9c6f-a463aae40722" providerId="ADAL" clId="{32985948-661D-45EF-9212-3BF9750EF1D6}" dt="2024-09-29T04:59:10.277" v="192" actId="478"/>
          <ac:spMkLst>
            <pc:docMk/>
            <pc:sldMk cId="2382187672" sldId="488"/>
            <ac:spMk id="5" creationId="{00000000-0000-0000-0000-000000000000}"/>
          </ac:spMkLst>
        </pc:spChg>
        <pc:spChg chg="del mod">
          <ac:chgData name="Ms Alina Arshad" userId="cccdfd85-d35d-4453-9c6f-a463aae40722" providerId="ADAL" clId="{32985948-661D-45EF-9212-3BF9750EF1D6}" dt="2024-09-29T04:59:39.422" v="199" actId="478"/>
          <ac:spMkLst>
            <pc:docMk/>
            <pc:sldMk cId="2382187672" sldId="488"/>
            <ac:spMk id="6" creationId="{00000000-0000-0000-0000-000000000000}"/>
          </ac:spMkLst>
        </pc:spChg>
      </pc:sldChg>
      <pc:sldChg chg="delSp modSp add mod">
        <pc:chgData name="Ms Alina Arshad" userId="cccdfd85-d35d-4453-9c6f-a463aae40722" providerId="ADAL" clId="{32985948-661D-45EF-9212-3BF9750EF1D6}" dt="2024-09-29T04:57:48.366" v="172" actId="478"/>
        <pc:sldMkLst>
          <pc:docMk/>
          <pc:sldMk cId="2466836527" sldId="490"/>
        </pc:sldMkLst>
        <pc:spChg chg="mod">
          <ac:chgData name="Ms Alina Arshad" userId="cccdfd85-d35d-4453-9c6f-a463aae40722" providerId="ADAL" clId="{32985948-661D-45EF-9212-3BF9750EF1D6}" dt="2024-09-29T04:57:38.511" v="168" actId="113"/>
          <ac:spMkLst>
            <pc:docMk/>
            <pc:sldMk cId="2466836527" sldId="490"/>
            <ac:spMk id="2" creationId="{00000000-0000-0000-0000-000000000000}"/>
          </ac:spMkLst>
        </pc:spChg>
        <pc:spChg chg="del">
          <ac:chgData name="Ms Alina Arshad" userId="cccdfd85-d35d-4453-9c6f-a463aae40722" providerId="ADAL" clId="{32985948-661D-45EF-9212-3BF9750EF1D6}" dt="2024-09-29T04:57:46.352" v="171" actId="478"/>
          <ac:spMkLst>
            <pc:docMk/>
            <pc:sldMk cId="2466836527" sldId="490"/>
            <ac:spMk id="4" creationId="{00000000-0000-0000-0000-000000000000}"/>
          </ac:spMkLst>
        </pc:spChg>
        <pc:spChg chg="del">
          <ac:chgData name="Ms Alina Arshad" userId="cccdfd85-d35d-4453-9c6f-a463aae40722" providerId="ADAL" clId="{32985948-661D-45EF-9212-3BF9750EF1D6}" dt="2024-09-29T04:57:48.366" v="172" actId="478"/>
          <ac:spMkLst>
            <pc:docMk/>
            <pc:sldMk cId="2466836527" sldId="490"/>
            <ac:spMk id="5" creationId="{00000000-0000-0000-0000-000000000000}"/>
          </ac:spMkLst>
        </pc:spChg>
        <pc:spChg chg="del">
          <ac:chgData name="Ms Alina Arshad" userId="cccdfd85-d35d-4453-9c6f-a463aae40722" providerId="ADAL" clId="{32985948-661D-45EF-9212-3BF9750EF1D6}" dt="2024-09-29T04:57:41.296" v="169" actId="478"/>
          <ac:spMkLst>
            <pc:docMk/>
            <pc:sldMk cId="2466836527" sldId="490"/>
            <ac:spMk id="8" creationId="{00000000-0000-0000-0000-000000000000}"/>
          </ac:spMkLst>
        </pc:spChg>
        <pc:picChg chg="mod">
          <ac:chgData name="Ms Alina Arshad" userId="cccdfd85-d35d-4453-9c6f-a463aae40722" providerId="ADAL" clId="{32985948-661D-45EF-9212-3BF9750EF1D6}" dt="2024-09-29T04:57:44.064" v="170" actId="1076"/>
          <ac:picMkLst>
            <pc:docMk/>
            <pc:sldMk cId="2466836527" sldId="490"/>
            <ac:picMk id="7" creationId="{00000000-0000-0000-0000-000000000000}"/>
          </ac:picMkLst>
        </pc:picChg>
      </pc:sldChg>
      <pc:sldChg chg="delSp modSp add mod">
        <pc:chgData name="Ms Alina Arshad" userId="cccdfd85-d35d-4453-9c6f-a463aae40722" providerId="ADAL" clId="{32985948-661D-45EF-9212-3BF9750EF1D6}" dt="2024-09-29T08:10:20.046" v="421" actId="1076"/>
        <pc:sldMkLst>
          <pc:docMk/>
          <pc:sldMk cId="1501064082" sldId="491"/>
        </pc:sldMkLst>
        <pc:picChg chg="mod">
          <ac:chgData name="Ms Alina Arshad" userId="cccdfd85-d35d-4453-9c6f-a463aae40722" providerId="ADAL" clId="{32985948-661D-45EF-9212-3BF9750EF1D6}" dt="2024-09-29T08:10:20.046" v="421" actId="1076"/>
          <ac:picMkLst>
            <pc:docMk/>
            <pc:sldMk cId="1501064082" sldId="491"/>
            <ac:picMk id="6" creationId="{00000000-0000-0000-0000-000000000000}"/>
          </ac:picMkLst>
        </pc:picChg>
        <pc:picChg chg="del">
          <ac:chgData name="Ms Alina Arshad" userId="cccdfd85-d35d-4453-9c6f-a463aae40722" providerId="ADAL" clId="{32985948-661D-45EF-9212-3BF9750EF1D6}" dt="2024-09-29T04:53:27.602" v="94" actId="478"/>
          <ac:picMkLst>
            <pc:docMk/>
            <pc:sldMk cId="1501064082" sldId="491"/>
            <ac:picMk id="7" creationId="{00000000-0000-0000-0000-000000000000}"/>
          </ac:picMkLst>
        </pc:picChg>
        <pc:picChg chg="del mod">
          <ac:chgData name="Ms Alina Arshad" userId="cccdfd85-d35d-4453-9c6f-a463aae40722" providerId="ADAL" clId="{32985948-661D-45EF-9212-3BF9750EF1D6}" dt="2024-09-29T08:10:10.255" v="416" actId="478"/>
          <ac:picMkLst>
            <pc:docMk/>
            <pc:sldMk cId="1501064082" sldId="491"/>
            <ac:picMk id="8" creationId="{00000000-0000-0000-0000-000000000000}"/>
          </ac:picMkLst>
        </pc:picChg>
      </pc:sldChg>
      <pc:sldChg chg="addSp delSp modSp add mod">
        <pc:chgData name="Ms Alina Arshad" userId="cccdfd85-d35d-4453-9c6f-a463aae40722" providerId="ADAL" clId="{32985948-661D-45EF-9212-3BF9750EF1D6}" dt="2024-09-29T07:57:43.687" v="250" actId="1076"/>
        <pc:sldMkLst>
          <pc:docMk/>
          <pc:sldMk cId="746752752" sldId="492"/>
        </pc:sldMkLst>
        <pc:spChg chg="mod">
          <ac:chgData name="Ms Alina Arshad" userId="cccdfd85-d35d-4453-9c6f-a463aae40722" providerId="ADAL" clId="{32985948-661D-45EF-9212-3BF9750EF1D6}" dt="2024-09-29T07:57:34.799" v="246" actId="1076"/>
          <ac:spMkLst>
            <pc:docMk/>
            <pc:sldMk cId="746752752" sldId="492"/>
            <ac:spMk id="2" creationId="{00000000-0000-0000-0000-000000000000}"/>
          </ac:spMkLst>
        </pc:spChg>
        <pc:spChg chg="del">
          <ac:chgData name="Ms Alina Arshad" userId="cccdfd85-d35d-4453-9c6f-a463aae40722" providerId="ADAL" clId="{32985948-661D-45EF-9212-3BF9750EF1D6}" dt="2024-09-29T07:57:18.852" v="238" actId="478"/>
          <ac:spMkLst>
            <pc:docMk/>
            <pc:sldMk cId="746752752" sldId="492"/>
            <ac:spMk id="3" creationId="{00000000-0000-0000-0000-000000000000}"/>
          </ac:spMkLst>
        </pc:spChg>
        <pc:spChg chg="del">
          <ac:chgData name="Ms Alina Arshad" userId="cccdfd85-d35d-4453-9c6f-a463aae40722" providerId="ADAL" clId="{32985948-661D-45EF-9212-3BF9750EF1D6}" dt="2024-09-29T07:57:38.417" v="248" actId="478"/>
          <ac:spMkLst>
            <pc:docMk/>
            <pc:sldMk cId="746752752" sldId="492"/>
            <ac:spMk id="5" creationId="{00000000-0000-0000-0000-000000000000}"/>
          </ac:spMkLst>
        </pc:spChg>
        <pc:spChg chg="add del mod">
          <ac:chgData name="Ms Alina Arshad" userId="cccdfd85-d35d-4453-9c6f-a463aae40722" providerId="ADAL" clId="{32985948-661D-45EF-9212-3BF9750EF1D6}" dt="2024-09-29T07:57:21.829" v="239" actId="478"/>
          <ac:spMkLst>
            <pc:docMk/>
            <pc:sldMk cId="746752752" sldId="492"/>
            <ac:spMk id="7" creationId="{F175443F-0E9F-67F5-61E0-5244B3B38723}"/>
          </ac:spMkLst>
        </pc:spChg>
        <pc:picChg chg="mod">
          <ac:chgData name="Ms Alina Arshad" userId="cccdfd85-d35d-4453-9c6f-a463aae40722" providerId="ADAL" clId="{32985948-661D-45EF-9212-3BF9750EF1D6}" dt="2024-09-29T07:57:43.687" v="250" actId="1076"/>
          <ac:picMkLst>
            <pc:docMk/>
            <pc:sldMk cId="746752752" sldId="492"/>
            <ac:picMk id="6" creationId="{00000000-0000-0000-0000-000000000000}"/>
          </ac:picMkLst>
        </pc:picChg>
      </pc:sldChg>
    </pc:docChg>
  </pc:docChgLst>
  <pc:docChgLst>
    <pc:chgData name="Ms Alina Arshad" userId="cccdfd85-d35d-4453-9c6f-a463aae40722" providerId="ADAL" clId="{9541C8B4-1A47-44F6-A982-5B5653426906}"/>
    <pc:docChg chg="modSld">
      <pc:chgData name="Ms Alina Arshad" userId="cccdfd85-d35d-4453-9c6f-a463aae40722" providerId="ADAL" clId="{9541C8B4-1A47-44F6-A982-5B5653426906}" dt="2024-10-15T04:27:35.077" v="12" actId="207"/>
      <pc:docMkLst>
        <pc:docMk/>
      </pc:docMkLst>
      <pc:sldChg chg="modSp mod">
        <pc:chgData name="Ms Alina Arshad" userId="cccdfd85-d35d-4453-9c6f-a463aae40722" providerId="ADAL" clId="{9541C8B4-1A47-44F6-A982-5B5653426906}" dt="2024-10-15T04:26:56.468" v="3" actId="14100"/>
        <pc:sldMkLst>
          <pc:docMk/>
          <pc:sldMk cId="3777174035" sldId="314"/>
        </pc:sldMkLst>
        <pc:spChg chg="mod">
          <ac:chgData name="Ms Alina Arshad" userId="cccdfd85-d35d-4453-9c6f-a463aae40722" providerId="ADAL" clId="{9541C8B4-1A47-44F6-A982-5B5653426906}" dt="2024-10-15T04:26:52.133" v="2" actId="113"/>
          <ac:spMkLst>
            <pc:docMk/>
            <pc:sldMk cId="3777174035" sldId="314"/>
            <ac:spMk id="2" creationId="{00000000-0000-0000-0000-000000000000}"/>
          </ac:spMkLst>
        </pc:spChg>
        <pc:spChg chg="mod">
          <ac:chgData name="Ms Alina Arshad" userId="cccdfd85-d35d-4453-9c6f-a463aae40722" providerId="ADAL" clId="{9541C8B4-1A47-44F6-A982-5B5653426906}" dt="2024-10-15T04:26:56.468" v="3" actId="14100"/>
          <ac:spMkLst>
            <pc:docMk/>
            <pc:sldMk cId="3777174035" sldId="314"/>
            <ac:spMk id="3" creationId="{00000000-0000-0000-0000-000000000000}"/>
          </ac:spMkLst>
        </pc:spChg>
      </pc:sldChg>
      <pc:sldChg chg="modSp mod">
        <pc:chgData name="Ms Alina Arshad" userId="cccdfd85-d35d-4453-9c6f-a463aae40722" providerId="ADAL" clId="{9541C8B4-1A47-44F6-A982-5B5653426906}" dt="2024-10-15T04:27:06.548" v="5" actId="207"/>
        <pc:sldMkLst>
          <pc:docMk/>
          <pc:sldMk cId="4181556699" sldId="315"/>
        </pc:sldMkLst>
        <pc:spChg chg="mod">
          <ac:chgData name="Ms Alina Arshad" userId="cccdfd85-d35d-4453-9c6f-a463aae40722" providerId="ADAL" clId="{9541C8B4-1A47-44F6-A982-5B5653426906}" dt="2024-10-15T04:27:02.915" v="4" actId="207"/>
          <ac:spMkLst>
            <pc:docMk/>
            <pc:sldMk cId="4181556699" sldId="315"/>
            <ac:spMk id="2" creationId="{00000000-0000-0000-0000-000000000000}"/>
          </ac:spMkLst>
        </pc:spChg>
        <pc:spChg chg="mod">
          <ac:chgData name="Ms Alina Arshad" userId="cccdfd85-d35d-4453-9c6f-a463aae40722" providerId="ADAL" clId="{9541C8B4-1A47-44F6-A982-5B5653426906}" dt="2024-10-15T04:27:06.548" v="5" actId="207"/>
          <ac:spMkLst>
            <pc:docMk/>
            <pc:sldMk cId="4181556699" sldId="315"/>
            <ac:spMk id="3" creationId="{00000000-0000-0000-0000-000000000000}"/>
          </ac:spMkLst>
        </pc:spChg>
      </pc:sldChg>
      <pc:sldChg chg="modSp mod">
        <pc:chgData name="Ms Alina Arshad" userId="cccdfd85-d35d-4453-9c6f-a463aae40722" providerId="ADAL" clId="{9541C8B4-1A47-44F6-A982-5B5653426906}" dt="2024-10-15T04:27:13.785" v="6" actId="207"/>
        <pc:sldMkLst>
          <pc:docMk/>
          <pc:sldMk cId="1268528167" sldId="316"/>
        </pc:sldMkLst>
        <pc:spChg chg="mod">
          <ac:chgData name="Ms Alina Arshad" userId="cccdfd85-d35d-4453-9c6f-a463aae40722" providerId="ADAL" clId="{9541C8B4-1A47-44F6-A982-5B5653426906}" dt="2024-10-15T04:27:13.785" v="6" actId="207"/>
          <ac:spMkLst>
            <pc:docMk/>
            <pc:sldMk cId="1268528167" sldId="316"/>
            <ac:spMk id="2" creationId="{00000000-0000-0000-0000-000000000000}"/>
          </ac:spMkLst>
        </pc:spChg>
      </pc:sldChg>
      <pc:sldChg chg="modSp mod">
        <pc:chgData name="Ms Alina Arshad" userId="cccdfd85-d35d-4453-9c6f-a463aae40722" providerId="ADAL" clId="{9541C8B4-1A47-44F6-A982-5B5653426906}" dt="2024-10-15T04:27:23.135" v="8" actId="207"/>
        <pc:sldMkLst>
          <pc:docMk/>
          <pc:sldMk cId="2565091885" sldId="317"/>
        </pc:sldMkLst>
        <pc:spChg chg="mod">
          <ac:chgData name="Ms Alina Arshad" userId="cccdfd85-d35d-4453-9c6f-a463aae40722" providerId="ADAL" clId="{9541C8B4-1A47-44F6-A982-5B5653426906}" dt="2024-10-15T04:27:20.669" v="7" actId="207"/>
          <ac:spMkLst>
            <pc:docMk/>
            <pc:sldMk cId="2565091885" sldId="317"/>
            <ac:spMk id="2" creationId="{00000000-0000-0000-0000-000000000000}"/>
          </ac:spMkLst>
        </pc:spChg>
        <pc:spChg chg="mod">
          <ac:chgData name="Ms Alina Arshad" userId="cccdfd85-d35d-4453-9c6f-a463aae40722" providerId="ADAL" clId="{9541C8B4-1A47-44F6-A982-5B5653426906}" dt="2024-10-15T04:27:23.135" v="8" actId="207"/>
          <ac:spMkLst>
            <pc:docMk/>
            <pc:sldMk cId="2565091885" sldId="317"/>
            <ac:spMk id="3" creationId="{00000000-0000-0000-0000-000000000000}"/>
          </ac:spMkLst>
        </pc:spChg>
      </pc:sldChg>
      <pc:sldChg chg="modSp mod">
        <pc:chgData name="Ms Alina Arshad" userId="cccdfd85-d35d-4453-9c6f-a463aae40722" providerId="ADAL" clId="{9541C8B4-1A47-44F6-A982-5B5653426906}" dt="2024-10-15T04:27:28.467" v="10" actId="207"/>
        <pc:sldMkLst>
          <pc:docMk/>
          <pc:sldMk cId="3888176007" sldId="318"/>
        </pc:sldMkLst>
        <pc:spChg chg="mod">
          <ac:chgData name="Ms Alina Arshad" userId="cccdfd85-d35d-4453-9c6f-a463aae40722" providerId="ADAL" clId="{9541C8B4-1A47-44F6-A982-5B5653426906}" dt="2024-10-15T04:27:26.398" v="9" actId="207"/>
          <ac:spMkLst>
            <pc:docMk/>
            <pc:sldMk cId="3888176007" sldId="318"/>
            <ac:spMk id="2" creationId="{00000000-0000-0000-0000-000000000000}"/>
          </ac:spMkLst>
        </pc:spChg>
        <pc:spChg chg="mod">
          <ac:chgData name="Ms Alina Arshad" userId="cccdfd85-d35d-4453-9c6f-a463aae40722" providerId="ADAL" clId="{9541C8B4-1A47-44F6-A982-5B5653426906}" dt="2024-10-15T04:27:28.467" v="10" actId="207"/>
          <ac:spMkLst>
            <pc:docMk/>
            <pc:sldMk cId="3888176007" sldId="318"/>
            <ac:spMk id="3" creationId="{00000000-0000-0000-0000-000000000000}"/>
          </ac:spMkLst>
        </pc:spChg>
      </pc:sldChg>
      <pc:sldChg chg="modSp mod">
        <pc:chgData name="Ms Alina Arshad" userId="cccdfd85-d35d-4453-9c6f-a463aae40722" providerId="ADAL" clId="{9541C8B4-1A47-44F6-A982-5B5653426906}" dt="2024-10-15T04:27:35.077" v="12" actId="207"/>
        <pc:sldMkLst>
          <pc:docMk/>
          <pc:sldMk cId="3310025659" sldId="319"/>
        </pc:sldMkLst>
        <pc:spChg chg="mod">
          <ac:chgData name="Ms Alina Arshad" userId="cccdfd85-d35d-4453-9c6f-a463aae40722" providerId="ADAL" clId="{9541C8B4-1A47-44F6-A982-5B5653426906}" dt="2024-10-15T04:27:33.131" v="11" actId="207"/>
          <ac:spMkLst>
            <pc:docMk/>
            <pc:sldMk cId="3310025659" sldId="319"/>
            <ac:spMk id="2" creationId="{00000000-0000-0000-0000-000000000000}"/>
          </ac:spMkLst>
        </pc:spChg>
        <pc:spChg chg="mod">
          <ac:chgData name="Ms Alina Arshad" userId="cccdfd85-d35d-4453-9c6f-a463aae40722" providerId="ADAL" clId="{9541C8B4-1A47-44F6-A982-5B5653426906}" dt="2024-10-15T04:27:35.077" v="12" actId="207"/>
          <ac:spMkLst>
            <pc:docMk/>
            <pc:sldMk cId="3310025659" sldId="319"/>
            <ac:spMk id="3" creationId="{00000000-0000-0000-0000-000000000000}"/>
          </ac:spMkLst>
        </pc:spChg>
      </pc:sldChg>
    </pc:docChg>
  </pc:docChgLst>
  <pc:docChgLst>
    <pc:chgData name="Ms Alina Arshad" userId="cccdfd85-d35d-4453-9c6f-a463aae40722" providerId="ADAL" clId="{A8F62292-C3D6-4926-9BC9-5B18711B6FF1}"/>
    <pc:docChg chg="undo custSel addSld delSld modSld sldOrd">
      <pc:chgData name="Ms Alina Arshad" userId="cccdfd85-d35d-4453-9c6f-a463aae40722" providerId="ADAL" clId="{A8F62292-C3D6-4926-9BC9-5B18711B6FF1}" dt="2024-10-06T05:09:35.700" v="1260" actId="20577"/>
      <pc:docMkLst>
        <pc:docMk/>
      </pc:docMkLst>
      <pc:sldChg chg="modSp mod">
        <pc:chgData name="Ms Alina Arshad" userId="cccdfd85-d35d-4453-9c6f-a463aae40722" providerId="ADAL" clId="{A8F62292-C3D6-4926-9BC9-5B18711B6FF1}" dt="2024-10-05T15:04:47.322" v="1" actId="20577"/>
        <pc:sldMkLst>
          <pc:docMk/>
          <pc:sldMk cId="3322361034" sldId="256"/>
        </pc:sldMkLst>
        <pc:spChg chg="mod">
          <ac:chgData name="Ms Alina Arshad" userId="cccdfd85-d35d-4453-9c6f-a463aae40722" providerId="ADAL" clId="{A8F62292-C3D6-4926-9BC9-5B18711B6FF1}" dt="2024-10-05T15:04:47.322" v="1" actId="20577"/>
          <ac:spMkLst>
            <pc:docMk/>
            <pc:sldMk cId="3322361034" sldId="256"/>
            <ac:spMk id="3" creationId="{44E9F82C-BBA7-3495-1097-BEDB54FFFDF4}"/>
          </ac:spMkLst>
        </pc:spChg>
      </pc:sldChg>
      <pc:sldChg chg="modSp mod">
        <pc:chgData name="Ms Alina Arshad" userId="cccdfd85-d35d-4453-9c6f-a463aae40722" providerId="ADAL" clId="{A8F62292-C3D6-4926-9BC9-5B18711B6FF1}" dt="2024-10-06T04:35:52.309" v="635" actId="255"/>
        <pc:sldMkLst>
          <pc:docMk/>
          <pc:sldMk cId="3595481221" sldId="492"/>
        </pc:sldMkLst>
        <pc:spChg chg="mod">
          <ac:chgData name="Ms Alina Arshad" userId="cccdfd85-d35d-4453-9c6f-a463aae40722" providerId="ADAL" clId="{A8F62292-C3D6-4926-9BC9-5B18711B6FF1}" dt="2024-10-05T15:05:02.423" v="3" actId="207"/>
          <ac:spMkLst>
            <pc:docMk/>
            <pc:sldMk cId="3595481221" sldId="492"/>
            <ac:spMk id="2" creationId="{00000000-0000-0000-0000-000000000000}"/>
          </ac:spMkLst>
        </pc:spChg>
        <pc:spChg chg="mod">
          <ac:chgData name="Ms Alina Arshad" userId="cccdfd85-d35d-4453-9c6f-a463aae40722" providerId="ADAL" clId="{A8F62292-C3D6-4926-9BC9-5B18711B6FF1}" dt="2024-10-06T04:35:52.309" v="635" actId="255"/>
          <ac:spMkLst>
            <pc:docMk/>
            <pc:sldMk cId="3595481221" sldId="492"/>
            <ac:spMk id="3" creationId="{00000000-0000-0000-0000-000000000000}"/>
          </ac:spMkLst>
        </pc:spChg>
      </pc:sldChg>
      <pc:sldChg chg="delSp modSp mod">
        <pc:chgData name="Ms Alina Arshad" userId="cccdfd85-d35d-4453-9c6f-a463aae40722" providerId="ADAL" clId="{A8F62292-C3D6-4926-9BC9-5B18711B6FF1}" dt="2024-10-06T04:38:52.629" v="661" actId="403"/>
        <pc:sldMkLst>
          <pc:docMk/>
          <pc:sldMk cId="3384488715" sldId="493"/>
        </pc:sldMkLst>
        <pc:spChg chg="mod">
          <ac:chgData name="Ms Alina Arshad" userId="cccdfd85-d35d-4453-9c6f-a463aae40722" providerId="ADAL" clId="{A8F62292-C3D6-4926-9BC9-5B18711B6FF1}" dt="2024-10-06T04:38:52.629" v="661" actId="403"/>
          <ac:spMkLst>
            <pc:docMk/>
            <pc:sldMk cId="3384488715" sldId="493"/>
            <ac:spMk id="3" creationId="{00000000-0000-0000-0000-000000000000}"/>
          </ac:spMkLst>
        </pc:spChg>
        <pc:picChg chg="del">
          <ac:chgData name="Ms Alina Arshad" userId="cccdfd85-d35d-4453-9c6f-a463aae40722" providerId="ADAL" clId="{A8F62292-C3D6-4926-9BC9-5B18711B6FF1}" dt="2024-10-06T04:38:36.879" v="657" actId="478"/>
          <ac:picMkLst>
            <pc:docMk/>
            <pc:sldMk cId="3384488715" sldId="493"/>
            <ac:picMk id="6" creationId="{00000000-0000-0000-0000-000000000000}"/>
          </ac:picMkLst>
        </pc:picChg>
      </pc:sldChg>
      <pc:sldChg chg="del">
        <pc:chgData name="Ms Alina Arshad" userId="cccdfd85-d35d-4453-9c6f-a463aae40722" providerId="ADAL" clId="{A8F62292-C3D6-4926-9BC9-5B18711B6FF1}" dt="2024-10-06T04:39:09.730" v="662" actId="47"/>
        <pc:sldMkLst>
          <pc:docMk/>
          <pc:sldMk cId="3386321733" sldId="494"/>
        </pc:sldMkLst>
      </pc:sldChg>
      <pc:sldChg chg="modSp mod">
        <pc:chgData name="Ms Alina Arshad" userId="cccdfd85-d35d-4453-9c6f-a463aae40722" providerId="ADAL" clId="{A8F62292-C3D6-4926-9BC9-5B18711B6FF1}" dt="2024-10-06T04:39:58.959" v="672" actId="1076"/>
        <pc:sldMkLst>
          <pc:docMk/>
          <pc:sldMk cId="4273395344" sldId="495"/>
        </pc:sldMkLst>
        <pc:spChg chg="mod">
          <ac:chgData name="Ms Alina Arshad" userId="cccdfd85-d35d-4453-9c6f-a463aae40722" providerId="ADAL" clId="{A8F62292-C3D6-4926-9BC9-5B18711B6FF1}" dt="2024-10-06T04:39:18.456" v="664" actId="207"/>
          <ac:spMkLst>
            <pc:docMk/>
            <pc:sldMk cId="4273395344" sldId="495"/>
            <ac:spMk id="2" creationId="{00000000-0000-0000-0000-000000000000}"/>
          </ac:spMkLst>
        </pc:spChg>
        <pc:spChg chg="mod">
          <ac:chgData name="Ms Alina Arshad" userId="cccdfd85-d35d-4453-9c6f-a463aae40722" providerId="ADAL" clId="{A8F62292-C3D6-4926-9BC9-5B18711B6FF1}" dt="2024-10-06T04:39:58.959" v="672" actId="1076"/>
          <ac:spMkLst>
            <pc:docMk/>
            <pc:sldMk cId="4273395344" sldId="495"/>
            <ac:spMk id="3" creationId="{00000000-0000-0000-0000-000000000000}"/>
          </ac:spMkLst>
        </pc:spChg>
      </pc:sldChg>
      <pc:sldChg chg="del">
        <pc:chgData name="Ms Alina Arshad" userId="cccdfd85-d35d-4453-9c6f-a463aae40722" providerId="ADAL" clId="{A8F62292-C3D6-4926-9BC9-5B18711B6FF1}" dt="2024-10-06T04:39:11.965" v="663" actId="47"/>
        <pc:sldMkLst>
          <pc:docMk/>
          <pc:sldMk cId="1799033065" sldId="507"/>
        </pc:sldMkLst>
      </pc:sldChg>
      <pc:sldChg chg="modSp new mod">
        <pc:chgData name="Ms Alina Arshad" userId="cccdfd85-d35d-4453-9c6f-a463aae40722" providerId="ADAL" clId="{A8F62292-C3D6-4926-9BC9-5B18711B6FF1}" dt="2024-10-06T04:34:09.200" v="575" actId="27636"/>
        <pc:sldMkLst>
          <pc:docMk/>
          <pc:sldMk cId="3654789932" sldId="525"/>
        </pc:sldMkLst>
        <pc:spChg chg="mod">
          <ac:chgData name="Ms Alina Arshad" userId="cccdfd85-d35d-4453-9c6f-a463aae40722" providerId="ADAL" clId="{A8F62292-C3D6-4926-9BC9-5B18711B6FF1}" dt="2024-10-06T04:32:24.541" v="545" actId="207"/>
          <ac:spMkLst>
            <pc:docMk/>
            <pc:sldMk cId="3654789932" sldId="525"/>
            <ac:spMk id="2" creationId="{98F2F3A0-6F3B-8C01-158E-C78C9D71DD82}"/>
          </ac:spMkLst>
        </pc:spChg>
        <pc:spChg chg="mod">
          <ac:chgData name="Ms Alina Arshad" userId="cccdfd85-d35d-4453-9c6f-a463aae40722" providerId="ADAL" clId="{A8F62292-C3D6-4926-9BC9-5B18711B6FF1}" dt="2024-10-06T04:34:09.200" v="575" actId="27636"/>
          <ac:spMkLst>
            <pc:docMk/>
            <pc:sldMk cId="3654789932" sldId="525"/>
            <ac:spMk id="3" creationId="{9A831400-11CD-74FE-91A4-F6C2DD118D6F}"/>
          </ac:spMkLst>
        </pc:spChg>
      </pc:sldChg>
      <pc:sldChg chg="modSp new del mod">
        <pc:chgData name="Ms Alina Arshad" userId="cccdfd85-d35d-4453-9c6f-a463aae40722" providerId="ADAL" clId="{A8F62292-C3D6-4926-9BC9-5B18711B6FF1}" dt="2024-10-06T04:35:58.918" v="636" actId="47"/>
        <pc:sldMkLst>
          <pc:docMk/>
          <pc:sldMk cId="1285450132" sldId="526"/>
        </pc:sldMkLst>
        <pc:spChg chg="mod">
          <ac:chgData name="Ms Alina Arshad" userId="cccdfd85-d35d-4453-9c6f-a463aae40722" providerId="ADAL" clId="{A8F62292-C3D6-4926-9BC9-5B18711B6FF1}" dt="2024-10-06T04:08:16.053" v="499" actId="20577"/>
          <ac:spMkLst>
            <pc:docMk/>
            <pc:sldMk cId="1285450132" sldId="526"/>
            <ac:spMk id="2" creationId="{6D2603C7-333C-1F44-94A9-A6EDE3260738}"/>
          </ac:spMkLst>
        </pc:spChg>
        <pc:spChg chg="mod">
          <ac:chgData name="Ms Alina Arshad" userId="cccdfd85-d35d-4453-9c6f-a463aae40722" providerId="ADAL" clId="{A8F62292-C3D6-4926-9BC9-5B18711B6FF1}" dt="2024-10-06T04:34:34.888" v="577" actId="21"/>
          <ac:spMkLst>
            <pc:docMk/>
            <pc:sldMk cId="1285450132" sldId="526"/>
            <ac:spMk id="3" creationId="{1BD5B6FC-BE51-CEFC-C5C9-97B2B6C1CD0E}"/>
          </ac:spMkLst>
        </pc:spChg>
      </pc:sldChg>
      <pc:sldChg chg="addSp delSp modSp new mod">
        <pc:chgData name="Ms Alina Arshad" userId="cccdfd85-d35d-4453-9c6f-a463aae40722" providerId="ADAL" clId="{A8F62292-C3D6-4926-9BC9-5B18711B6FF1}" dt="2024-10-06T04:09:51.372" v="514" actId="1076"/>
        <pc:sldMkLst>
          <pc:docMk/>
          <pc:sldMk cId="1051870460" sldId="527"/>
        </pc:sldMkLst>
        <pc:spChg chg="mod">
          <ac:chgData name="Ms Alina Arshad" userId="cccdfd85-d35d-4453-9c6f-a463aae40722" providerId="ADAL" clId="{A8F62292-C3D6-4926-9BC9-5B18711B6FF1}" dt="2024-10-06T04:09:43.825" v="512" actId="20577"/>
          <ac:spMkLst>
            <pc:docMk/>
            <pc:sldMk cId="1051870460" sldId="527"/>
            <ac:spMk id="2" creationId="{71E231F1-93FE-9646-AE27-86180FB6F288}"/>
          </ac:spMkLst>
        </pc:spChg>
        <pc:spChg chg="del">
          <ac:chgData name="Ms Alina Arshad" userId="cccdfd85-d35d-4453-9c6f-a463aae40722" providerId="ADAL" clId="{A8F62292-C3D6-4926-9BC9-5B18711B6FF1}" dt="2024-10-06T04:09:38.284" v="502" actId="22"/>
          <ac:spMkLst>
            <pc:docMk/>
            <pc:sldMk cId="1051870460" sldId="527"/>
            <ac:spMk id="3" creationId="{8A84921D-8057-70B7-43E4-5CD1BF5F9DD8}"/>
          </ac:spMkLst>
        </pc:spChg>
        <pc:picChg chg="add mod ord">
          <ac:chgData name="Ms Alina Arshad" userId="cccdfd85-d35d-4453-9c6f-a463aae40722" providerId="ADAL" clId="{A8F62292-C3D6-4926-9BC9-5B18711B6FF1}" dt="2024-10-06T04:09:51.372" v="514" actId="1076"/>
          <ac:picMkLst>
            <pc:docMk/>
            <pc:sldMk cId="1051870460" sldId="527"/>
            <ac:picMk id="5" creationId="{F63BED9D-1E5E-3D7D-CA6A-0569F637F64F}"/>
          </ac:picMkLst>
        </pc:picChg>
      </pc:sldChg>
      <pc:sldChg chg="addSp delSp modSp new mod">
        <pc:chgData name="Ms Alina Arshad" userId="cccdfd85-d35d-4453-9c6f-a463aae40722" providerId="ADAL" clId="{A8F62292-C3D6-4926-9BC9-5B18711B6FF1}" dt="2024-10-06T04:11:17.513" v="519" actId="1076"/>
        <pc:sldMkLst>
          <pc:docMk/>
          <pc:sldMk cId="1758917919" sldId="528"/>
        </pc:sldMkLst>
        <pc:spChg chg="del">
          <ac:chgData name="Ms Alina Arshad" userId="cccdfd85-d35d-4453-9c6f-a463aae40722" providerId="ADAL" clId="{A8F62292-C3D6-4926-9BC9-5B18711B6FF1}" dt="2024-10-06T04:10:22.465" v="516" actId="22"/>
          <ac:spMkLst>
            <pc:docMk/>
            <pc:sldMk cId="1758917919" sldId="528"/>
            <ac:spMk id="3" creationId="{AD3E4215-54EB-2D55-F378-5EF4F9936AA9}"/>
          </ac:spMkLst>
        </pc:spChg>
        <pc:picChg chg="add mod ord">
          <ac:chgData name="Ms Alina Arshad" userId="cccdfd85-d35d-4453-9c6f-a463aae40722" providerId="ADAL" clId="{A8F62292-C3D6-4926-9BC9-5B18711B6FF1}" dt="2024-10-06T04:11:17.513" v="519" actId="1076"/>
          <ac:picMkLst>
            <pc:docMk/>
            <pc:sldMk cId="1758917919" sldId="528"/>
            <ac:picMk id="5" creationId="{1784CF38-96D5-3E2A-1345-15017DEB4132}"/>
          </ac:picMkLst>
        </pc:picChg>
      </pc:sldChg>
      <pc:sldChg chg="addSp delSp modSp new mod">
        <pc:chgData name="Ms Alina Arshad" userId="cccdfd85-d35d-4453-9c6f-a463aae40722" providerId="ADAL" clId="{A8F62292-C3D6-4926-9BC9-5B18711B6FF1}" dt="2024-10-06T04:38:22.662" v="656"/>
        <pc:sldMkLst>
          <pc:docMk/>
          <pc:sldMk cId="2613136086" sldId="529"/>
        </pc:sldMkLst>
        <pc:spChg chg="mod">
          <ac:chgData name="Ms Alina Arshad" userId="cccdfd85-d35d-4453-9c6f-a463aae40722" providerId="ADAL" clId="{A8F62292-C3D6-4926-9BC9-5B18711B6FF1}" dt="2024-10-06T04:36:23.894" v="638" actId="207"/>
          <ac:spMkLst>
            <pc:docMk/>
            <pc:sldMk cId="2613136086" sldId="529"/>
            <ac:spMk id="2" creationId="{F91AFA57-3D6E-EEDC-CB33-82B94A6E739E}"/>
          </ac:spMkLst>
        </pc:spChg>
        <pc:spChg chg="del mod">
          <ac:chgData name="Ms Alina Arshad" userId="cccdfd85-d35d-4453-9c6f-a463aae40722" providerId="ADAL" clId="{A8F62292-C3D6-4926-9BC9-5B18711B6FF1}" dt="2024-10-06T04:11:45.254" v="523" actId="478"/>
          <ac:spMkLst>
            <pc:docMk/>
            <pc:sldMk cId="2613136086" sldId="529"/>
            <ac:spMk id="3" creationId="{6AD306E3-FF3A-F28D-F6BD-8AF7D5EF2C51}"/>
          </ac:spMkLst>
        </pc:spChg>
        <pc:spChg chg="add mod">
          <ac:chgData name="Ms Alina Arshad" userId="cccdfd85-d35d-4453-9c6f-a463aae40722" providerId="ADAL" clId="{A8F62292-C3D6-4926-9BC9-5B18711B6FF1}" dt="2024-10-06T04:36:44.248" v="642" actId="207"/>
          <ac:spMkLst>
            <pc:docMk/>
            <pc:sldMk cId="2613136086" sldId="529"/>
            <ac:spMk id="4" creationId="{3E05BF73-E989-3814-052F-354452D948EA}"/>
          </ac:spMkLst>
        </pc:spChg>
        <pc:picChg chg="add mod">
          <ac:chgData name="Ms Alina Arshad" userId="cccdfd85-d35d-4453-9c6f-a463aae40722" providerId="ADAL" clId="{A8F62292-C3D6-4926-9BC9-5B18711B6FF1}" dt="2024-10-06T04:37:48.123" v="652" actId="1076"/>
          <ac:picMkLst>
            <pc:docMk/>
            <pc:sldMk cId="2613136086" sldId="529"/>
            <ac:picMk id="1026" creationId="{ADA61062-260B-1A9C-9869-DA04445B3E08}"/>
          </ac:picMkLst>
        </pc:picChg>
        <pc:picChg chg="add mod">
          <ac:chgData name="Ms Alina Arshad" userId="cccdfd85-d35d-4453-9c6f-a463aae40722" providerId="ADAL" clId="{A8F62292-C3D6-4926-9BC9-5B18711B6FF1}" dt="2024-10-06T04:38:22.662" v="656"/>
          <ac:picMkLst>
            <pc:docMk/>
            <pc:sldMk cId="2613136086" sldId="529"/>
            <ac:picMk id="1027" creationId="{22731AC4-95E9-3DA6-4033-9A8AF14C2392}"/>
          </ac:picMkLst>
        </pc:picChg>
        <pc:picChg chg="add mod">
          <ac:chgData name="Ms Alina Arshad" userId="cccdfd85-d35d-4453-9c6f-a463aae40722" providerId="ADAL" clId="{A8F62292-C3D6-4926-9BC9-5B18711B6FF1}" dt="2024-10-06T04:37:56.879" v="653"/>
          <ac:picMkLst>
            <pc:docMk/>
            <pc:sldMk cId="2613136086" sldId="529"/>
            <ac:picMk id="1028" creationId="{4EABB25B-4C15-DE35-B1E0-330D969955E5}"/>
          </ac:picMkLst>
        </pc:picChg>
        <pc:picChg chg="add mod">
          <ac:chgData name="Ms Alina Arshad" userId="cccdfd85-d35d-4453-9c6f-a463aae40722" providerId="ADAL" clId="{A8F62292-C3D6-4926-9BC9-5B18711B6FF1}" dt="2024-10-06T04:38:14.213" v="655" actId="1076"/>
          <ac:picMkLst>
            <pc:docMk/>
            <pc:sldMk cId="2613136086" sldId="529"/>
            <ac:picMk id="1029" creationId="{3DB78F31-E123-5706-48AB-7D3EB0B9B094}"/>
          </ac:picMkLst>
        </pc:picChg>
      </pc:sldChg>
      <pc:sldChg chg="modSp new mod ord">
        <pc:chgData name="Ms Alina Arshad" userId="cccdfd85-d35d-4453-9c6f-a463aae40722" providerId="ADAL" clId="{A8F62292-C3D6-4926-9BC9-5B18711B6FF1}" dt="2024-10-06T04:40:30.040" v="681" actId="2711"/>
        <pc:sldMkLst>
          <pc:docMk/>
          <pc:sldMk cId="1875193234" sldId="530"/>
        </pc:sldMkLst>
        <pc:spChg chg="mod">
          <ac:chgData name="Ms Alina Arshad" userId="cccdfd85-d35d-4453-9c6f-a463aae40722" providerId="ADAL" clId="{A8F62292-C3D6-4926-9BC9-5B18711B6FF1}" dt="2024-10-06T04:40:30.040" v="681" actId="2711"/>
          <ac:spMkLst>
            <pc:docMk/>
            <pc:sldMk cId="1875193234" sldId="530"/>
            <ac:spMk id="2" creationId="{88B496CB-83AA-033D-FEB0-6044F7B0DD2F}"/>
          </ac:spMkLst>
        </pc:spChg>
        <pc:spChg chg="mod">
          <ac:chgData name="Ms Alina Arshad" userId="cccdfd85-d35d-4453-9c6f-a463aae40722" providerId="ADAL" clId="{A8F62292-C3D6-4926-9BC9-5B18711B6FF1}" dt="2024-10-06T04:40:16.723" v="679" actId="14100"/>
          <ac:spMkLst>
            <pc:docMk/>
            <pc:sldMk cId="1875193234" sldId="530"/>
            <ac:spMk id="3" creationId="{BE0E0C63-0550-7810-0C46-2ABA7B01846D}"/>
          </ac:spMkLst>
        </pc:spChg>
      </pc:sldChg>
      <pc:sldChg chg="addSp delSp modSp new del mod ord">
        <pc:chgData name="Ms Alina Arshad" userId="cccdfd85-d35d-4453-9c6f-a463aae40722" providerId="ADAL" clId="{A8F62292-C3D6-4926-9BC9-5B18711B6FF1}" dt="2024-10-06T04:56:38.088" v="919" actId="47"/>
        <pc:sldMkLst>
          <pc:docMk/>
          <pc:sldMk cId="2729188232" sldId="531"/>
        </pc:sldMkLst>
        <pc:spChg chg="del">
          <ac:chgData name="Ms Alina Arshad" userId="cccdfd85-d35d-4453-9c6f-a463aae40722" providerId="ADAL" clId="{A8F62292-C3D6-4926-9BC9-5B18711B6FF1}" dt="2024-10-06T04:41:21.194" v="683" actId="478"/>
          <ac:spMkLst>
            <pc:docMk/>
            <pc:sldMk cId="2729188232" sldId="531"/>
            <ac:spMk id="3" creationId="{C4EC7ACE-3C77-4C93-DDB8-F5488302C478}"/>
          </ac:spMkLst>
        </pc:spChg>
        <pc:picChg chg="add mod">
          <ac:chgData name="Ms Alina Arshad" userId="cccdfd85-d35d-4453-9c6f-a463aae40722" providerId="ADAL" clId="{A8F62292-C3D6-4926-9BC9-5B18711B6FF1}" dt="2024-10-06T04:41:32.793" v="686" actId="1076"/>
          <ac:picMkLst>
            <pc:docMk/>
            <pc:sldMk cId="2729188232" sldId="531"/>
            <ac:picMk id="2050" creationId="{10A2C191-7A7F-1426-D248-4AF426D6E35D}"/>
          </ac:picMkLst>
        </pc:picChg>
        <pc:picChg chg="add">
          <ac:chgData name="Ms Alina Arshad" userId="cccdfd85-d35d-4453-9c6f-a463aae40722" providerId="ADAL" clId="{A8F62292-C3D6-4926-9BC9-5B18711B6FF1}" dt="2024-10-06T04:41:59.477" v="687"/>
          <ac:picMkLst>
            <pc:docMk/>
            <pc:sldMk cId="2729188232" sldId="531"/>
            <ac:picMk id="2052" creationId="{EB1705C7-F3A1-633F-B4C6-EE5D4AE1CA36}"/>
          </ac:picMkLst>
        </pc:picChg>
      </pc:sldChg>
      <pc:sldChg chg="addSp delSp modSp new mod">
        <pc:chgData name="Ms Alina Arshad" userId="cccdfd85-d35d-4453-9c6f-a463aae40722" providerId="ADAL" clId="{A8F62292-C3D6-4926-9BC9-5B18711B6FF1}" dt="2024-10-06T05:04:12.377" v="1141" actId="20577"/>
        <pc:sldMkLst>
          <pc:docMk/>
          <pc:sldMk cId="3545550237" sldId="532"/>
        </pc:sldMkLst>
        <pc:spChg chg="mod">
          <ac:chgData name="Ms Alina Arshad" userId="cccdfd85-d35d-4453-9c6f-a463aae40722" providerId="ADAL" clId="{A8F62292-C3D6-4926-9BC9-5B18711B6FF1}" dt="2024-10-06T04:57:26.705" v="939" actId="20577"/>
          <ac:spMkLst>
            <pc:docMk/>
            <pc:sldMk cId="3545550237" sldId="532"/>
            <ac:spMk id="2" creationId="{D030AFEC-965B-F22F-B0B5-0BBB9AE23E50}"/>
          </ac:spMkLst>
        </pc:spChg>
        <pc:spChg chg="del">
          <ac:chgData name="Ms Alina Arshad" userId="cccdfd85-d35d-4453-9c6f-a463aae40722" providerId="ADAL" clId="{A8F62292-C3D6-4926-9BC9-5B18711B6FF1}" dt="2024-10-06T04:46:04.731" v="731" actId="478"/>
          <ac:spMkLst>
            <pc:docMk/>
            <pc:sldMk cId="3545550237" sldId="532"/>
            <ac:spMk id="3" creationId="{360585AC-CEB9-3660-A264-AD692CB9B531}"/>
          </ac:spMkLst>
        </pc:spChg>
        <pc:spChg chg="add mod">
          <ac:chgData name="Ms Alina Arshad" userId="cccdfd85-d35d-4453-9c6f-a463aae40722" providerId="ADAL" clId="{A8F62292-C3D6-4926-9BC9-5B18711B6FF1}" dt="2024-10-06T04:56:29.576" v="918" actId="1036"/>
          <ac:spMkLst>
            <pc:docMk/>
            <pc:sldMk cId="3545550237" sldId="532"/>
            <ac:spMk id="4" creationId="{E8FDBE96-FFC2-FA16-5876-24DC810756B3}"/>
          </ac:spMkLst>
        </pc:spChg>
        <pc:spChg chg="add del mod">
          <ac:chgData name="Ms Alina Arshad" userId="cccdfd85-d35d-4453-9c6f-a463aae40722" providerId="ADAL" clId="{A8F62292-C3D6-4926-9BC9-5B18711B6FF1}" dt="2024-10-06T04:48:25.535" v="804" actId="478"/>
          <ac:spMkLst>
            <pc:docMk/>
            <pc:sldMk cId="3545550237" sldId="532"/>
            <ac:spMk id="5" creationId="{193D73B8-DA38-585B-9A7C-6FE8AEFDDC6D}"/>
          </ac:spMkLst>
        </pc:spChg>
        <pc:spChg chg="add mod">
          <ac:chgData name="Ms Alina Arshad" userId="cccdfd85-d35d-4453-9c6f-a463aae40722" providerId="ADAL" clId="{A8F62292-C3D6-4926-9BC9-5B18711B6FF1}" dt="2024-10-06T05:04:12.377" v="1141" actId="20577"/>
          <ac:spMkLst>
            <pc:docMk/>
            <pc:sldMk cId="3545550237" sldId="532"/>
            <ac:spMk id="6" creationId="{97E24E0D-BBD5-FA46-CD36-F7464C23C681}"/>
          </ac:spMkLst>
        </pc:spChg>
        <pc:spChg chg="add mod">
          <ac:chgData name="Ms Alina Arshad" userId="cccdfd85-d35d-4453-9c6f-a463aae40722" providerId="ADAL" clId="{A8F62292-C3D6-4926-9BC9-5B18711B6FF1}" dt="2024-10-06T05:03:54.721" v="1122" actId="20577"/>
          <ac:spMkLst>
            <pc:docMk/>
            <pc:sldMk cId="3545550237" sldId="532"/>
            <ac:spMk id="7" creationId="{2F1C7FD1-C084-A920-4810-9881E8E5E41C}"/>
          </ac:spMkLst>
        </pc:spChg>
        <pc:spChg chg="add mod">
          <ac:chgData name="Ms Alina Arshad" userId="cccdfd85-d35d-4453-9c6f-a463aae40722" providerId="ADAL" clId="{A8F62292-C3D6-4926-9BC9-5B18711B6FF1}" dt="2024-10-06T04:58:30.987" v="942" actId="207"/>
          <ac:spMkLst>
            <pc:docMk/>
            <pc:sldMk cId="3545550237" sldId="532"/>
            <ac:spMk id="8" creationId="{70AF3C1F-D287-2522-60A9-273B5AF32303}"/>
          </ac:spMkLst>
        </pc:spChg>
        <pc:spChg chg="add del mod">
          <ac:chgData name="Ms Alina Arshad" userId="cccdfd85-d35d-4453-9c6f-a463aae40722" providerId="ADAL" clId="{A8F62292-C3D6-4926-9BC9-5B18711B6FF1}" dt="2024-10-06T04:58:30.987" v="942" actId="207"/>
          <ac:spMkLst>
            <pc:docMk/>
            <pc:sldMk cId="3545550237" sldId="532"/>
            <ac:spMk id="9" creationId="{77F2E839-7F85-5443-A52A-0A9133592D5F}"/>
          </ac:spMkLst>
        </pc:spChg>
        <pc:spChg chg="add mod">
          <ac:chgData name="Ms Alina Arshad" userId="cccdfd85-d35d-4453-9c6f-a463aae40722" providerId="ADAL" clId="{A8F62292-C3D6-4926-9BC9-5B18711B6FF1}" dt="2024-10-06T04:58:30.987" v="942" actId="207"/>
          <ac:spMkLst>
            <pc:docMk/>
            <pc:sldMk cId="3545550237" sldId="532"/>
            <ac:spMk id="10" creationId="{C1489C06-253E-42AE-2CD6-0634D54AC85F}"/>
          </ac:spMkLst>
        </pc:spChg>
        <pc:spChg chg="add mod">
          <ac:chgData name="Ms Alina Arshad" userId="cccdfd85-d35d-4453-9c6f-a463aae40722" providerId="ADAL" clId="{A8F62292-C3D6-4926-9BC9-5B18711B6FF1}" dt="2024-10-06T04:56:29.576" v="918" actId="1036"/>
          <ac:spMkLst>
            <pc:docMk/>
            <pc:sldMk cId="3545550237" sldId="532"/>
            <ac:spMk id="11" creationId="{6C3CD05F-311A-C2C9-ABF3-05BA661423E4}"/>
          </ac:spMkLst>
        </pc:spChg>
        <pc:spChg chg="add mod">
          <ac:chgData name="Ms Alina Arshad" userId="cccdfd85-d35d-4453-9c6f-a463aae40722" providerId="ADAL" clId="{A8F62292-C3D6-4926-9BC9-5B18711B6FF1}" dt="2024-10-06T04:56:29.576" v="918" actId="1036"/>
          <ac:spMkLst>
            <pc:docMk/>
            <pc:sldMk cId="3545550237" sldId="532"/>
            <ac:spMk id="12" creationId="{54E2ED62-C853-A247-2518-62428E6CA14B}"/>
          </ac:spMkLst>
        </pc:spChg>
        <pc:spChg chg="add del mod">
          <ac:chgData name="Ms Alina Arshad" userId="cccdfd85-d35d-4453-9c6f-a463aae40722" providerId="ADAL" clId="{A8F62292-C3D6-4926-9BC9-5B18711B6FF1}" dt="2024-10-06T04:48:09.460" v="800" actId="478"/>
          <ac:spMkLst>
            <pc:docMk/>
            <pc:sldMk cId="3545550237" sldId="532"/>
            <ac:spMk id="13" creationId="{5FC748D0-2040-9D33-BAC6-E07D824705EA}"/>
          </ac:spMkLst>
        </pc:spChg>
        <pc:spChg chg="add mod">
          <ac:chgData name="Ms Alina Arshad" userId="cccdfd85-d35d-4453-9c6f-a463aae40722" providerId="ADAL" clId="{A8F62292-C3D6-4926-9BC9-5B18711B6FF1}" dt="2024-10-06T04:56:29.576" v="918" actId="1036"/>
          <ac:spMkLst>
            <pc:docMk/>
            <pc:sldMk cId="3545550237" sldId="532"/>
            <ac:spMk id="14" creationId="{DC16D253-6027-3A36-D97D-F5FF63903729}"/>
          </ac:spMkLst>
        </pc:spChg>
        <pc:spChg chg="add mod">
          <ac:chgData name="Ms Alina Arshad" userId="cccdfd85-d35d-4453-9c6f-a463aae40722" providerId="ADAL" clId="{A8F62292-C3D6-4926-9BC9-5B18711B6FF1}" dt="2024-10-06T04:56:29.576" v="918" actId="1036"/>
          <ac:spMkLst>
            <pc:docMk/>
            <pc:sldMk cId="3545550237" sldId="532"/>
            <ac:spMk id="15" creationId="{C1F190D9-EEF0-7506-62A9-F5D57A1D4365}"/>
          </ac:spMkLst>
        </pc:spChg>
        <pc:spChg chg="add mod">
          <ac:chgData name="Ms Alina Arshad" userId="cccdfd85-d35d-4453-9c6f-a463aae40722" providerId="ADAL" clId="{A8F62292-C3D6-4926-9BC9-5B18711B6FF1}" dt="2024-10-06T04:56:29.576" v="918" actId="1036"/>
          <ac:spMkLst>
            <pc:docMk/>
            <pc:sldMk cId="3545550237" sldId="532"/>
            <ac:spMk id="16" creationId="{DDCAE6F2-3BBE-816F-2703-9999ABC5AB28}"/>
          </ac:spMkLst>
        </pc:spChg>
        <pc:spChg chg="add mod">
          <ac:chgData name="Ms Alina Arshad" userId="cccdfd85-d35d-4453-9c6f-a463aae40722" providerId="ADAL" clId="{A8F62292-C3D6-4926-9BC9-5B18711B6FF1}" dt="2024-10-06T04:56:29.576" v="918" actId="1036"/>
          <ac:spMkLst>
            <pc:docMk/>
            <pc:sldMk cId="3545550237" sldId="532"/>
            <ac:spMk id="17" creationId="{47F02330-B651-1BFD-2100-B72FD02E3876}"/>
          </ac:spMkLst>
        </pc:spChg>
        <pc:spChg chg="add mod">
          <ac:chgData name="Ms Alina Arshad" userId="cccdfd85-d35d-4453-9c6f-a463aae40722" providerId="ADAL" clId="{A8F62292-C3D6-4926-9BC9-5B18711B6FF1}" dt="2024-10-06T04:56:29.576" v="918" actId="1036"/>
          <ac:spMkLst>
            <pc:docMk/>
            <pc:sldMk cId="3545550237" sldId="532"/>
            <ac:spMk id="18" creationId="{B2EBB152-ABA8-8205-9E81-48FC8DEA95DF}"/>
          </ac:spMkLst>
        </pc:spChg>
        <pc:spChg chg="add mod">
          <ac:chgData name="Ms Alina Arshad" userId="cccdfd85-d35d-4453-9c6f-a463aae40722" providerId="ADAL" clId="{A8F62292-C3D6-4926-9BC9-5B18711B6FF1}" dt="2024-10-06T04:56:29.576" v="918" actId="1036"/>
          <ac:spMkLst>
            <pc:docMk/>
            <pc:sldMk cId="3545550237" sldId="532"/>
            <ac:spMk id="19" creationId="{F047D76A-3F98-2937-ECF1-261166E4A139}"/>
          </ac:spMkLst>
        </pc:spChg>
        <pc:cxnChg chg="add mod">
          <ac:chgData name="Ms Alina Arshad" userId="cccdfd85-d35d-4453-9c6f-a463aae40722" providerId="ADAL" clId="{A8F62292-C3D6-4926-9BC9-5B18711B6FF1}" dt="2024-10-06T04:57:02.555" v="924" actId="14100"/>
          <ac:cxnSpMkLst>
            <pc:docMk/>
            <pc:sldMk cId="3545550237" sldId="532"/>
            <ac:cxnSpMk id="21" creationId="{9702C17C-F06A-1138-783D-1B72682A289C}"/>
          </ac:cxnSpMkLst>
        </pc:cxnChg>
        <pc:cxnChg chg="add mod">
          <ac:chgData name="Ms Alina Arshad" userId="cccdfd85-d35d-4453-9c6f-a463aae40722" providerId="ADAL" clId="{A8F62292-C3D6-4926-9BC9-5B18711B6FF1}" dt="2024-10-06T04:56:54.443" v="921" actId="14100"/>
          <ac:cxnSpMkLst>
            <pc:docMk/>
            <pc:sldMk cId="3545550237" sldId="532"/>
            <ac:cxnSpMk id="23" creationId="{F2718462-25F0-0C98-751F-E439918AD78B}"/>
          </ac:cxnSpMkLst>
        </pc:cxnChg>
        <pc:cxnChg chg="add mod">
          <ac:chgData name="Ms Alina Arshad" userId="cccdfd85-d35d-4453-9c6f-a463aae40722" providerId="ADAL" clId="{A8F62292-C3D6-4926-9BC9-5B18711B6FF1}" dt="2024-10-06T04:56:29.576" v="918" actId="1036"/>
          <ac:cxnSpMkLst>
            <pc:docMk/>
            <pc:sldMk cId="3545550237" sldId="532"/>
            <ac:cxnSpMk id="26" creationId="{14EE53DC-DC8C-BA44-CB05-4FA5F7100CCE}"/>
          </ac:cxnSpMkLst>
        </pc:cxnChg>
        <pc:cxnChg chg="add mod">
          <ac:chgData name="Ms Alina Arshad" userId="cccdfd85-d35d-4453-9c6f-a463aae40722" providerId="ADAL" clId="{A8F62292-C3D6-4926-9BC9-5B18711B6FF1}" dt="2024-10-06T04:56:29.576" v="918" actId="1036"/>
          <ac:cxnSpMkLst>
            <pc:docMk/>
            <pc:sldMk cId="3545550237" sldId="532"/>
            <ac:cxnSpMk id="27" creationId="{0E38D9F2-EC66-1099-7616-8B9D4D83E30D}"/>
          </ac:cxnSpMkLst>
        </pc:cxnChg>
        <pc:cxnChg chg="add mod">
          <ac:chgData name="Ms Alina Arshad" userId="cccdfd85-d35d-4453-9c6f-a463aae40722" providerId="ADAL" clId="{A8F62292-C3D6-4926-9BC9-5B18711B6FF1}" dt="2024-10-06T04:56:29.576" v="918" actId="1036"/>
          <ac:cxnSpMkLst>
            <pc:docMk/>
            <pc:sldMk cId="3545550237" sldId="532"/>
            <ac:cxnSpMk id="30" creationId="{D60394C6-4F38-BFF4-44B2-F34E378B95D6}"/>
          </ac:cxnSpMkLst>
        </pc:cxnChg>
        <pc:cxnChg chg="add mod">
          <ac:chgData name="Ms Alina Arshad" userId="cccdfd85-d35d-4453-9c6f-a463aae40722" providerId="ADAL" clId="{A8F62292-C3D6-4926-9BC9-5B18711B6FF1}" dt="2024-10-06T04:56:29.576" v="918" actId="1036"/>
          <ac:cxnSpMkLst>
            <pc:docMk/>
            <pc:sldMk cId="3545550237" sldId="532"/>
            <ac:cxnSpMk id="33" creationId="{F67CC95A-7436-8A77-88A6-E5E24734FB89}"/>
          </ac:cxnSpMkLst>
        </pc:cxnChg>
        <pc:cxnChg chg="add mod">
          <ac:chgData name="Ms Alina Arshad" userId="cccdfd85-d35d-4453-9c6f-a463aae40722" providerId="ADAL" clId="{A8F62292-C3D6-4926-9BC9-5B18711B6FF1}" dt="2024-10-06T04:56:29.576" v="918" actId="1036"/>
          <ac:cxnSpMkLst>
            <pc:docMk/>
            <pc:sldMk cId="3545550237" sldId="532"/>
            <ac:cxnSpMk id="37" creationId="{BFE28554-187E-773B-D5CB-CFF822C7723A}"/>
          </ac:cxnSpMkLst>
        </pc:cxnChg>
      </pc:sldChg>
      <pc:sldChg chg="addSp modSp new del mod">
        <pc:chgData name="Ms Alina Arshad" userId="cccdfd85-d35d-4453-9c6f-a463aae40722" providerId="ADAL" clId="{A8F62292-C3D6-4926-9BC9-5B18711B6FF1}" dt="2024-10-06T05:06:24.433" v="1226" actId="47"/>
        <pc:sldMkLst>
          <pc:docMk/>
          <pc:sldMk cId="2054905135" sldId="533"/>
        </pc:sldMkLst>
        <pc:graphicFrameChg chg="add mod modGraphic">
          <ac:chgData name="Ms Alina Arshad" userId="cccdfd85-d35d-4453-9c6f-a463aae40722" providerId="ADAL" clId="{A8F62292-C3D6-4926-9BC9-5B18711B6FF1}" dt="2024-10-06T05:06:02.768" v="1222" actId="1076"/>
          <ac:graphicFrameMkLst>
            <pc:docMk/>
            <pc:sldMk cId="2054905135" sldId="533"/>
            <ac:graphicFrameMk id="2" creationId="{FC398764-79EA-68BC-ECBC-5FC1A79EC2C5}"/>
          </ac:graphicFrameMkLst>
        </pc:graphicFrameChg>
      </pc:sldChg>
      <pc:sldChg chg="addSp modSp new mod">
        <pc:chgData name="Ms Alina Arshad" userId="cccdfd85-d35d-4453-9c6f-a463aae40722" providerId="ADAL" clId="{A8F62292-C3D6-4926-9BC9-5B18711B6FF1}" dt="2024-10-06T05:06:47.625" v="1243" actId="1076"/>
        <pc:sldMkLst>
          <pc:docMk/>
          <pc:sldMk cId="3162381277" sldId="534"/>
        </pc:sldMkLst>
        <pc:spChg chg="mod">
          <ac:chgData name="Ms Alina Arshad" userId="cccdfd85-d35d-4453-9c6f-a463aae40722" providerId="ADAL" clId="{A8F62292-C3D6-4926-9BC9-5B18711B6FF1}" dt="2024-10-06T05:06:40.074" v="1240" actId="14100"/>
          <ac:spMkLst>
            <pc:docMk/>
            <pc:sldMk cId="3162381277" sldId="534"/>
            <ac:spMk id="2" creationId="{485A7A91-CB93-852E-32FB-484830C62884}"/>
          </ac:spMkLst>
        </pc:spChg>
        <pc:graphicFrameChg chg="add mod modGraphic">
          <ac:chgData name="Ms Alina Arshad" userId="cccdfd85-d35d-4453-9c6f-a463aae40722" providerId="ADAL" clId="{A8F62292-C3D6-4926-9BC9-5B18711B6FF1}" dt="2024-10-06T05:06:47.625" v="1243" actId="1076"/>
          <ac:graphicFrameMkLst>
            <pc:docMk/>
            <pc:sldMk cId="3162381277" sldId="534"/>
            <ac:graphicFrameMk id="4" creationId="{BC1A96F8-75CE-398D-1083-6347D11F64B9}"/>
          </ac:graphicFrameMkLst>
        </pc:graphicFrameChg>
      </pc:sldChg>
      <pc:sldChg chg="modSp new mod">
        <pc:chgData name="Ms Alina Arshad" userId="cccdfd85-d35d-4453-9c6f-a463aae40722" providerId="ADAL" clId="{A8F62292-C3D6-4926-9BC9-5B18711B6FF1}" dt="2024-10-06T05:09:35.700" v="1260" actId="20577"/>
        <pc:sldMkLst>
          <pc:docMk/>
          <pc:sldMk cId="1199260640" sldId="535"/>
        </pc:sldMkLst>
        <pc:spChg chg="mod">
          <ac:chgData name="Ms Alina Arshad" userId="cccdfd85-d35d-4453-9c6f-a463aae40722" providerId="ADAL" clId="{A8F62292-C3D6-4926-9BC9-5B18711B6FF1}" dt="2024-10-06T05:09:35.700" v="1260" actId="20577"/>
          <ac:spMkLst>
            <pc:docMk/>
            <pc:sldMk cId="1199260640" sldId="535"/>
            <ac:spMk id="2" creationId="{02106BE8-DF64-9A48-B1D3-308FEDC4CC7F}"/>
          </ac:spMkLst>
        </pc:spChg>
        <pc:spChg chg="mod">
          <ac:chgData name="Ms Alina Arshad" userId="cccdfd85-d35d-4453-9c6f-a463aae40722" providerId="ADAL" clId="{A8F62292-C3D6-4926-9BC9-5B18711B6FF1}" dt="2024-10-06T05:09:12.780" v="1248" actId="207"/>
          <ac:spMkLst>
            <pc:docMk/>
            <pc:sldMk cId="1199260640" sldId="535"/>
            <ac:spMk id="3" creationId="{F572B3B7-8AC4-17B3-8E63-73657D18ED3A}"/>
          </ac:spMkLst>
        </pc:spChg>
      </pc:sldChg>
    </pc:docChg>
  </pc:docChgLst>
  <pc:docChgLst>
    <pc:chgData name="Ms Alina Arshad" userId="cccdfd85-d35d-4453-9c6f-a463aae40722" providerId="ADAL" clId="{F914C121-27D5-40DE-A44B-03621975D748}"/>
    <pc:docChg chg="custSel addSld delSld modSld sldOrd">
      <pc:chgData name="Ms Alina Arshad" userId="cccdfd85-d35d-4453-9c6f-a463aae40722" providerId="ADAL" clId="{F914C121-27D5-40DE-A44B-03621975D748}" dt="2024-10-07T13:44:03.238" v="291" actId="47"/>
      <pc:docMkLst>
        <pc:docMk/>
      </pc:docMkLst>
      <pc:sldChg chg="modSp mod">
        <pc:chgData name="Ms Alina Arshad" userId="cccdfd85-d35d-4453-9c6f-a463aae40722" providerId="ADAL" clId="{F914C121-27D5-40DE-A44B-03621975D748}" dt="2024-10-06T15:37:21.877" v="13" actId="20577"/>
        <pc:sldMkLst>
          <pc:docMk/>
          <pc:sldMk cId="3322361034" sldId="256"/>
        </pc:sldMkLst>
        <pc:spChg chg="mod">
          <ac:chgData name="Ms Alina Arshad" userId="cccdfd85-d35d-4453-9c6f-a463aae40722" providerId="ADAL" clId="{F914C121-27D5-40DE-A44B-03621975D748}" dt="2024-10-06T15:37:21.877" v="13" actId="20577"/>
          <ac:spMkLst>
            <pc:docMk/>
            <pc:sldMk cId="3322361034" sldId="256"/>
            <ac:spMk id="3" creationId="{44E9F82C-BBA7-3495-1097-BEDB54FFFDF4}"/>
          </ac:spMkLst>
        </pc:spChg>
      </pc:sldChg>
      <pc:sldChg chg="del">
        <pc:chgData name="Ms Alina Arshad" userId="cccdfd85-d35d-4453-9c6f-a463aae40722" providerId="ADAL" clId="{F914C121-27D5-40DE-A44B-03621975D748}" dt="2024-10-06T05:53:35.979" v="1" actId="47"/>
        <pc:sldMkLst>
          <pc:docMk/>
          <pc:sldMk cId="3595481221" sldId="492"/>
        </pc:sldMkLst>
      </pc:sldChg>
      <pc:sldChg chg="del">
        <pc:chgData name="Ms Alina Arshad" userId="cccdfd85-d35d-4453-9c6f-a463aae40722" providerId="ADAL" clId="{F914C121-27D5-40DE-A44B-03621975D748}" dt="2024-10-06T05:53:37.855" v="5" actId="47"/>
        <pc:sldMkLst>
          <pc:docMk/>
          <pc:sldMk cId="3384488715" sldId="493"/>
        </pc:sldMkLst>
      </pc:sldChg>
      <pc:sldChg chg="del">
        <pc:chgData name="Ms Alina Arshad" userId="cccdfd85-d35d-4453-9c6f-a463aae40722" providerId="ADAL" clId="{F914C121-27D5-40DE-A44B-03621975D748}" dt="2024-10-06T05:53:40.273" v="10" actId="47"/>
        <pc:sldMkLst>
          <pc:docMk/>
          <pc:sldMk cId="4273395344" sldId="495"/>
        </pc:sldMkLst>
      </pc:sldChg>
      <pc:sldChg chg="del">
        <pc:chgData name="Ms Alina Arshad" userId="cccdfd85-d35d-4453-9c6f-a463aae40722" providerId="ADAL" clId="{F914C121-27D5-40DE-A44B-03621975D748}" dt="2024-10-06T05:53:57.563" v="11" actId="2696"/>
        <pc:sldMkLst>
          <pc:docMk/>
          <pc:sldMk cId="1058188132" sldId="496"/>
        </pc:sldMkLst>
      </pc:sldChg>
      <pc:sldChg chg="del">
        <pc:chgData name="Ms Alina Arshad" userId="cccdfd85-d35d-4453-9c6f-a463aae40722" providerId="ADAL" clId="{F914C121-27D5-40DE-A44B-03621975D748}" dt="2024-10-07T13:43:59.905" v="286" actId="47"/>
        <pc:sldMkLst>
          <pc:docMk/>
          <pc:sldMk cId="1132663045" sldId="497"/>
        </pc:sldMkLst>
      </pc:sldChg>
      <pc:sldChg chg="del">
        <pc:chgData name="Ms Alina Arshad" userId="cccdfd85-d35d-4453-9c6f-a463aae40722" providerId="ADAL" clId="{F914C121-27D5-40DE-A44B-03621975D748}" dt="2024-10-06T05:53:57.563" v="11" actId="2696"/>
        <pc:sldMkLst>
          <pc:docMk/>
          <pc:sldMk cId="1570724855" sldId="505"/>
        </pc:sldMkLst>
      </pc:sldChg>
      <pc:sldChg chg="del">
        <pc:chgData name="Ms Alina Arshad" userId="cccdfd85-d35d-4453-9c6f-a463aae40722" providerId="ADAL" clId="{F914C121-27D5-40DE-A44B-03621975D748}" dt="2024-10-06T05:53:57.563" v="11" actId="2696"/>
        <pc:sldMkLst>
          <pc:docMk/>
          <pc:sldMk cId="2421881517" sldId="506"/>
        </pc:sldMkLst>
      </pc:sldChg>
      <pc:sldChg chg="modSp mod">
        <pc:chgData name="Ms Alina Arshad" userId="cccdfd85-d35d-4453-9c6f-a463aae40722" providerId="ADAL" clId="{F914C121-27D5-40DE-A44B-03621975D748}" dt="2024-10-07T13:08:17.810" v="125" actId="403"/>
        <pc:sldMkLst>
          <pc:docMk/>
          <pc:sldMk cId="163811022" sldId="511"/>
        </pc:sldMkLst>
        <pc:spChg chg="mod">
          <ac:chgData name="Ms Alina Arshad" userId="cccdfd85-d35d-4453-9c6f-a463aae40722" providerId="ADAL" clId="{F914C121-27D5-40DE-A44B-03621975D748}" dt="2024-10-07T13:08:12.572" v="124" actId="1076"/>
          <ac:spMkLst>
            <pc:docMk/>
            <pc:sldMk cId="163811022" sldId="511"/>
            <ac:spMk id="2" creationId="{00000000-0000-0000-0000-000000000000}"/>
          </ac:spMkLst>
        </pc:spChg>
        <pc:spChg chg="mod">
          <ac:chgData name="Ms Alina Arshad" userId="cccdfd85-d35d-4453-9c6f-a463aae40722" providerId="ADAL" clId="{F914C121-27D5-40DE-A44B-03621975D748}" dt="2024-10-07T13:08:17.810" v="125" actId="403"/>
          <ac:spMkLst>
            <pc:docMk/>
            <pc:sldMk cId="163811022" sldId="511"/>
            <ac:spMk id="3" creationId="{00000000-0000-0000-0000-000000000000}"/>
          </ac:spMkLst>
        </pc:spChg>
      </pc:sldChg>
      <pc:sldChg chg="modSp mod">
        <pc:chgData name="Ms Alina Arshad" userId="cccdfd85-d35d-4453-9c6f-a463aae40722" providerId="ADAL" clId="{F914C121-27D5-40DE-A44B-03621975D748}" dt="2024-10-07T13:08:52.370" v="129" actId="20577"/>
        <pc:sldMkLst>
          <pc:docMk/>
          <pc:sldMk cId="1045239677" sldId="512"/>
        </pc:sldMkLst>
        <pc:spChg chg="mod">
          <ac:chgData name="Ms Alina Arshad" userId="cccdfd85-d35d-4453-9c6f-a463aae40722" providerId="ADAL" clId="{F914C121-27D5-40DE-A44B-03621975D748}" dt="2024-10-07T13:08:23.659" v="127" actId="1076"/>
          <ac:spMkLst>
            <pc:docMk/>
            <pc:sldMk cId="1045239677" sldId="512"/>
            <ac:spMk id="2" creationId="{00000000-0000-0000-0000-000000000000}"/>
          </ac:spMkLst>
        </pc:spChg>
        <pc:spChg chg="mod">
          <ac:chgData name="Ms Alina Arshad" userId="cccdfd85-d35d-4453-9c6f-a463aae40722" providerId="ADAL" clId="{F914C121-27D5-40DE-A44B-03621975D748}" dt="2024-10-07T13:08:52.370" v="129" actId="20577"/>
          <ac:spMkLst>
            <pc:docMk/>
            <pc:sldMk cId="1045239677" sldId="512"/>
            <ac:spMk id="3" creationId="{00000000-0000-0000-0000-000000000000}"/>
          </ac:spMkLst>
        </pc:spChg>
      </pc:sldChg>
      <pc:sldChg chg="modSp mod">
        <pc:chgData name="Ms Alina Arshad" userId="cccdfd85-d35d-4453-9c6f-a463aae40722" providerId="ADAL" clId="{F914C121-27D5-40DE-A44B-03621975D748}" dt="2024-10-07T12:55:16.637" v="27" actId="207"/>
        <pc:sldMkLst>
          <pc:docMk/>
          <pc:sldMk cId="711124051" sldId="516"/>
        </pc:sldMkLst>
        <pc:spChg chg="mod">
          <ac:chgData name="Ms Alina Arshad" userId="cccdfd85-d35d-4453-9c6f-a463aae40722" providerId="ADAL" clId="{F914C121-27D5-40DE-A44B-03621975D748}" dt="2024-10-07T12:55:16.637" v="27" actId="207"/>
          <ac:spMkLst>
            <pc:docMk/>
            <pc:sldMk cId="711124051" sldId="516"/>
            <ac:spMk id="2" creationId="{00000000-0000-0000-0000-000000000000}"/>
          </ac:spMkLst>
        </pc:spChg>
      </pc:sldChg>
      <pc:sldChg chg="del">
        <pc:chgData name="Ms Alina Arshad" userId="cccdfd85-d35d-4453-9c6f-a463aae40722" providerId="ADAL" clId="{F914C121-27D5-40DE-A44B-03621975D748}" dt="2024-10-07T13:44:00.511" v="287" actId="47"/>
        <pc:sldMkLst>
          <pc:docMk/>
          <pc:sldMk cId="1747393571" sldId="518"/>
        </pc:sldMkLst>
      </pc:sldChg>
      <pc:sldChg chg="del">
        <pc:chgData name="Ms Alina Arshad" userId="cccdfd85-d35d-4453-9c6f-a463aae40722" providerId="ADAL" clId="{F914C121-27D5-40DE-A44B-03621975D748}" dt="2024-10-07T13:44:00.952" v="288" actId="47"/>
        <pc:sldMkLst>
          <pc:docMk/>
          <pc:sldMk cId="275598820" sldId="519"/>
        </pc:sldMkLst>
      </pc:sldChg>
      <pc:sldChg chg="del">
        <pc:chgData name="Ms Alina Arshad" userId="cccdfd85-d35d-4453-9c6f-a463aae40722" providerId="ADAL" clId="{F914C121-27D5-40DE-A44B-03621975D748}" dt="2024-10-07T13:44:01.471" v="289" actId="47"/>
        <pc:sldMkLst>
          <pc:docMk/>
          <pc:sldMk cId="3035140792" sldId="522"/>
        </pc:sldMkLst>
      </pc:sldChg>
      <pc:sldChg chg="del">
        <pc:chgData name="Ms Alina Arshad" userId="cccdfd85-d35d-4453-9c6f-a463aae40722" providerId="ADAL" clId="{F914C121-27D5-40DE-A44B-03621975D748}" dt="2024-10-07T13:44:02.453" v="290" actId="47"/>
        <pc:sldMkLst>
          <pc:docMk/>
          <pc:sldMk cId="2350581562" sldId="523"/>
        </pc:sldMkLst>
      </pc:sldChg>
      <pc:sldChg chg="del">
        <pc:chgData name="Ms Alina Arshad" userId="cccdfd85-d35d-4453-9c6f-a463aae40722" providerId="ADAL" clId="{F914C121-27D5-40DE-A44B-03621975D748}" dt="2024-10-07T13:44:03.238" v="291" actId="47"/>
        <pc:sldMkLst>
          <pc:docMk/>
          <pc:sldMk cId="627369714" sldId="524"/>
        </pc:sldMkLst>
      </pc:sldChg>
      <pc:sldChg chg="modSp new mod ord">
        <pc:chgData name="Ms Alina Arshad" userId="cccdfd85-d35d-4453-9c6f-a463aae40722" providerId="ADAL" clId="{F914C121-27D5-40DE-A44B-03621975D748}" dt="2024-10-07T13:11:39.635" v="183" actId="20577"/>
        <pc:sldMkLst>
          <pc:docMk/>
          <pc:sldMk cId="2427267918" sldId="525"/>
        </pc:sldMkLst>
        <pc:spChg chg="mod">
          <ac:chgData name="Ms Alina Arshad" userId="cccdfd85-d35d-4453-9c6f-a463aae40722" providerId="ADAL" clId="{F914C121-27D5-40DE-A44B-03621975D748}" dt="2024-10-07T13:09:07.808" v="130"/>
          <ac:spMkLst>
            <pc:docMk/>
            <pc:sldMk cId="2427267918" sldId="525"/>
            <ac:spMk id="2" creationId="{E37F6D6B-52E2-13D9-241A-623409ECED82}"/>
          </ac:spMkLst>
        </pc:spChg>
        <pc:spChg chg="mod">
          <ac:chgData name="Ms Alina Arshad" userId="cccdfd85-d35d-4453-9c6f-a463aae40722" providerId="ADAL" clId="{F914C121-27D5-40DE-A44B-03621975D748}" dt="2024-10-07T13:11:39.635" v="183" actId="20577"/>
          <ac:spMkLst>
            <pc:docMk/>
            <pc:sldMk cId="2427267918" sldId="525"/>
            <ac:spMk id="3" creationId="{D24F7636-2D0D-03B4-A70E-BF1BCCC7DD42}"/>
          </ac:spMkLst>
        </pc:spChg>
      </pc:sldChg>
      <pc:sldChg chg="del">
        <pc:chgData name="Ms Alina Arshad" userId="cccdfd85-d35d-4453-9c6f-a463aae40722" providerId="ADAL" clId="{F914C121-27D5-40DE-A44B-03621975D748}" dt="2024-10-06T05:53:35.623" v="0" actId="47"/>
        <pc:sldMkLst>
          <pc:docMk/>
          <pc:sldMk cId="3654789932" sldId="525"/>
        </pc:sldMkLst>
      </pc:sldChg>
      <pc:sldChg chg="modSp new mod">
        <pc:chgData name="Ms Alina Arshad" userId="cccdfd85-d35d-4453-9c6f-a463aae40722" providerId="ADAL" clId="{F914C121-27D5-40DE-A44B-03621975D748}" dt="2024-10-07T13:13:01.438" v="195" actId="5793"/>
        <pc:sldMkLst>
          <pc:docMk/>
          <pc:sldMk cId="1270081800" sldId="526"/>
        </pc:sldMkLst>
        <pc:spChg chg="mod">
          <ac:chgData name="Ms Alina Arshad" userId="cccdfd85-d35d-4453-9c6f-a463aae40722" providerId="ADAL" clId="{F914C121-27D5-40DE-A44B-03621975D748}" dt="2024-10-07T13:12:23.914" v="184"/>
          <ac:spMkLst>
            <pc:docMk/>
            <pc:sldMk cId="1270081800" sldId="526"/>
            <ac:spMk id="2" creationId="{6E5B1C21-D1B5-5FD5-09AA-19D5F7B39D16}"/>
          </ac:spMkLst>
        </pc:spChg>
        <pc:spChg chg="mod">
          <ac:chgData name="Ms Alina Arshad" userId="cccdfd85-d35d-4453-9c6f-a463aae40722" providerId="ADAL" clId="{F914C121-27D5-40DE-A44B-03621975D748}" dt="2024-10-07T13:13:01.438" v="195" actId="5793"/>
          <ac:spMkLst>
            <pc:docMk/>
            <pc:sldMk cId="1270081800" sldId="526"/>
            <ac:spMk id="3" creationId="{0B4D9234-DC1E-63D1-6478-EB07B63884A3}"/>
          </ac:spMkLst>
        </pc:spChg>
      </pc:sldChg>
      <pc:sldChg chg="addSp delSp modSp new mod">
        <pc:chgData name="Ms Alina Arshad" userId="cccdfd85-d35d-4453-9c6f-a463aae40722" providerId="ADAL" clId="{F914C121-27D5-40DE-A44B-03621975D748}" dt="2024-10-07T13:14:45.447" v="248" actId="20577"/>
        <pc:sldMkLst>
          <pc:docMk/>
          <pc:sldMk cId="870909777" sldId="527"/>
        </pc:sldMkLst>
        <pc:spChg chg="del">
          <ac:chgData name="Ms Alina Arshad" userId="cccdfd85-d35d-4453-9c6f-a463aae40722" providerId="ADAL" clId="{F914C121-27D5-40DE-A44B-03621975D748}" dt="2024-10-07T13:03:36.458" v="47" actId="478"/>
          <ac:spMkLst>
            <pc:docMk/>
            <pc:sldMk cId="870909777" sldId="527"/>
            <ac:spMk id="2" creationId="{3E9E35B2-C05A-E334-D7E0-5743F9C9EABF}"/>
          </ac:spMkLst>
        </pc:spChg>
        <pc:spChg chg="mod">
          <ac:chgData name="Ms Alina Arshad" userId="cccdfd85-d35d-4453-9c6f-a463aae40722" providerId="ADAL" clId="{F914C121-27D5-40DE-A44B-03621975D748}" dt="2024-10-07T13:14:45.447" v="248" actId="20577"/>
          <ac:spMkLst>
            <pc:docMk/>
            <pc:sldMk cId="870909777" sldId="527"/>
            <ac:spMk id="3" creationId="{C80DA4E9-1DE3-00D3-6721-52348858C824}"/>
          </ac:spMkLst>
        </pc:spChg>
        <pc:spChg chg="add mod">
          <ac:chgData name="Ms Alina Arshad" userId="cccdfd85-d35d-4453-9c6f-a463aae40722" providerId="ADAL" clId="{F914C121-27D5-40DE-A44B-03621975D748}" dt="2024-10-07T13:14:05.503" v="230" actId="20577"/>
          <ac:spMkLst>
            <pc:docMk/>
            <pc:sldMk cId="870909777" sldId="527"/>
            <ac:spMk id="4" creationId="{0FC78A23-41CA-037C-BFCC-9A29C7B5EE39}"/>
          </ac:spMkLst>
        </pc:spChg>
      </pc:sldChg>
      <pc:sldChg chg="del">
        <pc:chgData name="Ms Alina Arshad" userId="cccdfd85-d35d-4453-9c6f-a463aae40722" providerId="ADAL" clId="{F914C121-27D5-40DE-A44B-03621975D748}" dt="2024-10-06T05:53:36.364" v="2" actId="47"/>
        <pc:sldMkLst>
          <pc:docMk/>
          <pc:sldMk cId="1051870460" sldId="527"/>
        </pc:sldMkLst>
      </pc:sldChg>
      <pc:sldChg chg="modSp new mod">
        <pc:chgData name="Ms Alina Arshad" userId="cccdfd85-d35d-4453-9c6f-a463aae40722" providerId="ADAL" clId="{F914C121-27D5-40DE-A44B-03621975D748}" dt="2024-10-07T13:16:52.103" v="283" actId="20577"/>
        <pc:sldMkLst>
          <pc:docMk/>
          <pc:sldMk cId="503587932" sldId="528"/>
        </pc:sldMkLst>
        <pc:spChg chg="mod">
          <ac:chgData name="Ms Alina Arshad" userId="cccdfd85-d35d-4453-9c6f-a463aae40722" providerId="ADAL" clId="{F914C121-27D5-40DE-A44B-03621975D748}" dt="2024-10-07T13:15:12.718" v="258" actId="113"/>
          <ac:spMkLst>
            <pc:docMk/>
            <pc:sldMk cId="503587932" sldId="528"/>
            <ac:spMk id="2" creationId="{4FD1C097-DB08-E7FD-F0E6-3182220123C7}"/>
          </ac:spMkLst>
        </pc:spChg>
        <pc:spChg chg="mod">
          <ac:chgData name="Ms Alina Arshad" userId="cccdfd85-d35d-4453-9c6f-a463aae40722" providerId="ADAL" clId="{F914C121-27D5-40DE-A44B-03621975D748}" dt="2024-10-07T13:16:52.103" v="283" actId="20577"/>
          <ac:spMkLst>
            <pc:docMk/>
            <pc:sldMk cId="503587932" sldId="528"/>
            <ac:spMk id="3" creationId="{1A1CDF7E-3834-5C8D-DFBE-531D101A666D}"/>
          </ac:spMkLst>
        </pc:spChg>
      </pc:sldChg>
      <pc:sldChg chg="del">
        <pc:chgData name="Ms Alina Arshad" userId="cccdfd85-d35d-4453-9c6f-a463aae40722" providerId="ADAL" clId="{F914C121-27D5-40DE-A44B-03621975D748}" dt="2024-10-06T05:53:36.865" v="3" actId="47"/>
        <pc:sldMkLst>
          <pc:docMk/>
          <pc:sldMk cId="1758917919" sldId="528"/>
        </pc:sldMkLst>
      </pc:sldChg>
      <pc:sldChg chg="addSp delSp modSp new mod">
        <pc:chgData name="Ms Alina Arshad" userId="cccdfd85-d35d-4453-9c6f-a463aae40722" providerId="ADAL" clId="{F914C121-27D5-40DE-A44B-03621975D748}" dt="2024-10-07T13:18:10.111" v="285" actId="1076"/>
        <pc:sldMkLst>
          <pc:docMk/>
          <pc:sldMk cId="1646226232" sldId="529"/>
        </pc:sldMkLst>
        <pc:spChg chg="add del mod">
          <ac:chgData name="Ms Alina Arshad" userId="cccdfd85-d35d-4453-9c6f-a463aae40722" providerId="ADAL" clId="{F914C121-27D5-40DE-A44B-03621975D748}" dt="2024-10-07T13:04:50.809" v="89" actId="478"/>
          <ac:spMkLst>
            <pc:docMk/>
            <pc:sldMk cId="1646226232" sldId="529"/>
            <ac:spMk id="3" creationId="{48A03DF7-526A-149F-40DC-6BC0D54F51D3}"/>
          </ac:spMkLst>
        </pc:spChg>
        <pc:graphicFrameChg chg="add mod modGraphic">
          <ac:chgData name="Ms Alina Arshad" userId="cccdfd85-d35d-4453-9c6f-a463aae40722" providerId="ADAL" clId="{F914C121-27D5-40DE-A44B-03621975D748}" dt="2024-10-07T13:18:10.111" v="285" actId="1076"/>
          <ac:graphicFrameMkLst>
            <pc:docMk/>
            <pc:sldMk cId="1646226232" sldId="529"/>
            <ac:graphicFrameMk id="2" creationId="{D85D5C57-72E3-7FB1-3FA8-F393EFF5D1D8}"/>
          </ac:graphicFrameMkLst>
        </pc:graphicFrameChg>
      </pc:sldChg>
      <pc:sldChg chg="del">
        <pc:chgData name="Ms Alina Arshad" userId="cccdfd85-d35d-4453-9c6f-a463aae40722" providerId="ADAL" clId="{F914C121-27D5-40DE-A44B-03621975D748}" dt="2024-10-06T05:53:37.420" v="4" actId="47"/>
        <pc:sldMkLst>
          <pc:docMk/>
          <pc:sldMk cId="2613136086" sldId="529"/>
        </pc:sldMkLst>
      </pc:sldChg>
      <pc:sldChg chg="del">
        <pc:chgData name="Ms Alina Arshad" userId="cccdfd85-d35d-4453-9c6f-a463aae40722" providerId="ADAL" clId="{F914C121-27D5-40DE-A44B-03621975D748}" dt="2024-10-06T05:53:38.334" v="6" actId="47"/>
        <pc:sldMkLst>
          <pc:docMk/>
          <pc:sldMk cId="1875193234" sldId="530"/>
        </pc:sldMkLst>
      </pc:sldChg>
      <pc:sldChg chg="del">
        <pc:chgData name="Ms Alina Arshad" userId="cccdfd85-d35d-4453-9c6f-a463aae40722" providerId="ADAL" clId="{F914C121-27D5-40DE-A44B-03621975D748}" dt="2024-10-06T05:53:38.936" v="7" actId="47"/>
        <pc:sldMkLst>
          <pc:docMk/>
          <pc:sldMk cId="3545550237" sldId="532"/>
        </pc:sldMkLst>
      </pc:sldChg>
      <pc:sldChg chg="del">
        <pc:chgData name="Ms Alina Arshad" userId="cccdfd85-d35d-4453-9c6f-a463aae40722" providerId="ADAL" clId="{F914C121-27D5-40DE-A44B-03621975D748}" dt="2024-10-06T05:53:39.389" v="8" actId="47"/>
        <pc:sldMkLst>
          <pc:docMk/>
          <pc:sldMk cId="3162381277" sldId="534"/>
        </pc:sldMkLst>
      </pc:sldChg>
      <pc:sldChg chg="del">
        <pc:chgData name="Ms Alina Arshad" userId="cccdfd85-d35d-4453-9c6f-a463aae40722" providerId="ADAL" clId="{F914C121-27D5-40DE-A44B-03621975D748}" dt="2024-10-06T05:53:39.823" v="9" actId="47"/>
        <pc:sldMkLst>
          <pc:docMk/>
          <pc:sldMk cId="1199260640" sldId="53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10/15/2024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429B38F1-631B-49CB-B429-8845F35306B7}" type="slidenum">
              <a:rPr lang="en-US"/>
              <a:pPr/>
              <a:t>2</a:t>
            </a:fld>
            <a:endParaRPr lang="en-US"/>
          </a:p>
        </p:txBody>
      </p:sp>
      <p:sp>
        <p:nvSpPr>
          <p:cNvPr id="2" name="Notes Placeholder 1"/>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45823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4</a:t>
            </a:fld>
            <a:endParaRPr lang="en-US"/>
          </a:p>
        </p:txBody>
      </p:sp>
    </p:spTree>
    <p:extLst>
      <p:ext uri="{BB962C8B-B14F-4D97-AF65-F5344CB8AC3E}">
        <p14:creationId xmlns:p14="http://schemas.microsoft.com/office/powerpoint/2010/main" val="3906874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5</a:t>
            </a:fld>
            <a:endParaRPr lang="en-US"/>
          </a:p>
        </p:txBody>
      </p:sp>
    </p:spTree>
    <p:extLst>
      <p:ext uri="{BB962C8B-B14F-4D97-AF65-F5344CB8AC3E}">
        <p14:creationId xmlns:p14="http://schemas.microsoft.com/office/powerpoint/2010/main" val="4053607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8</a:t>
            </a:fld>
            <a:endParaRPr lang="en-US"/>
          </a:p>
        </p:txBody>
      </p:sp>
    </p:spTree>
    <p:extLst>
      <p:ext uri="{BB962C8B-B14F-4D97-AF65-F5344CB8AC3E}">
        <p14:creationId xmlns:p14="http://schemas.microsoft.com/office/powerpoint/2010/main" val="1582995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10</a:t>
            </a:fld>
            <a:endParaRPr lang="en-US"/>
          </a:p>
        </p:txBody>
      </p:sp>
    </p:spTree>
    <p:extLst>
      <p:ext uri="{BB962C8B-B14F-4D97-AF65-F5344CB8AC3E}">
        <p14:creationId xmlns:p14="http://schemas.microsoft.com/office/powerpoint/2010/main" val="3477065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14</a:t>
            </a:fld>
            <a:endParaRPr lang="en-US"/>
          </a:p>
        </p:txBody>
      </p:sp>
    </p:spTree>
    <p:extLst>
      <p:ext uri="{BB962C8B-B14F-4D97-AF65-F5344CB8AC3E}">
        <p14:creationId xmlns:p14="http://schemas.microsoft.com/office/powerpoint/2010/main" val="1397721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10/15/2024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10/15/2024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10/15/2024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10/15/2024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10/15/2024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testbytes.net/blog/how-to-find-bugs-in-your-app/"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807809"/>
            <a:ext cx="10058400" cy="1922731"/>
          </a:xfrm>
        </p:spPr>
        <p:txBody>
          <a:bodyPr>
            <a:normAutofit fontScale="92500" lnSpcReduction="20000"/>
          </a:bodyPr>
          <a:lstStyle/>
          <a:p>
            <a:pPr algn="ctr"/>
            <a:r>
              <a:rPr lang="en-US" sz="4400" b="1">
                <a:solidFill>
                  <a:schemeClr val="tx1"/>
                </a:solidFill>
                <a:cs typeface="Times New Roman" panose="02020603050405020304" pitchFamily="18" charset="0"/>
              </a:rPr>
              <a:t>Lecture 3</a:t>
            </a:r>
            <a:endParaRPr lang="en-US" sz="4400" b="1" dirty="0">
              <a:solidFill>
                <a:schemeClr val="tx1"/>
              </a:solidFill>
              <a:cs typeface="Times New Roman" panose="02020603050405020304" pitchFamily="18" charset="0"/>
            </a:endParaRPr>
          </a:p>
          <a:p>
            <a:pPr algn="ctr"/>
            <a:r>
              <a:rPr lang="en-US" sz="4400" b="1" dirty="0">
                <a:solidFill>
                  <a:schemeClr val="tx1"/>
                </a:solidFill>
                <a:cs typeface="Times New Roman" panose="02020603050405020304" pitchFamily="18" charset="0"/>
              </a:rPr>
              <a:t>Part II-software testing</a:t>
            </a:r>
          </a:p>
          <a:p>
            <a:pPr algn="ctr"/>
            <a:r>
              <a:rPr lang="en-US" sz="4400" b="1" dirty="0">
                <a:solidFill>
                  <a:schemeClr val="tx1"/>
                </a:solidFill>
                <a:cs typeface="Times New Roman" panose="02020603050405020304" pitchFamily="18" charset="0"/>
              </a:rPr>
              <a:t>Structural testing</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7923640" y="5712251"/>
            <a:ext cx="4397722" cy="523220"/>
          </a:xfrm>
          <a:prstGeom prst="rect">
            <a:avLst/>
          </a:prstGeom>
          <a:noFill/>
        </p:spPr>
        <p:txBody>
          <a:bodyPr wrap="square">
            <a:spAutoFit/>
          </a:bodyPr>
          <a:lstStyle/>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050"/>
          <p:cNvSpPr>
            <a:spLocks noGrp="1" noChangeArrowheads="1"/>
          </p:cNvSpPr>
          <p:nvPr>
            <p:ph type="title"/>
          </p:nvPr>
        </p:nvSpPr>
        <p:spPr/>
        <p:txBody>
          <a:bodyPr/>
          <a:lstStyle/>
          <a:p>
            <a:r>
              <a:rPr lang="en-US" b="1" dirty="0">
                <a:solidFill>
                  <a:schemeClr val="tx1"/>
                </a:solidFill>
              </a:rPr>
              <a:t>Today’s Outline</a:t>
            </a:r>
          </a:p>
        </p:txBody>
      </p:sp>
      <p:sp>
        <p:nvSpPr>
          <p:cNvPr id="107523" name="Rectangle 2051"/>
          <p:cNvSpPr>
            <a:spLocks noGrp="1" noChangeArrowheads="1"/>
          </p:cNvSpPr>
          <p:nvPr>
            <p:ph idx="1"/>
          </p:nvPr>
        </p:nvSpPr>
        <p:spPr>
          <a:xfrm>
            <a:off x="1214651" y="1737360"/>
            <a:ext cx="9045054" cy="4525963"/>
          </a:xfrm>
        </p:spPr>
        <p:txBody>
          <a:bodyPr>
            <a:normAutofit/>
          </a:bodyPr>
          <a:lstStyle/>
          <a:p>
            <a:r>
              <a:rPr lang="en-US" sz="2400" dirty="0">
                <a:solidFill>
                  <a:schemeClr val="tx1"/>
                </a:solidFill>
              </a:rPr>
              <a:t>Structural Testing</a:t>
            </a:r>
          </a:p>
          <a:p>
            <a:pPr lvl="1"/>
            <a:r>
              <a:rPr lang="en-US" sz="2400" dirty="0">
                <a:solidFill>
                  <a:schemeClr val="tx1"/>
                </a:solidFill>
              </a:rPr>
              <a:t>Data Flow Testing</a:t>
            </a:r>
          </a:p>
          <a:p>
            <a:pPr lvl="1"/>
            <a:r>
              <a:rPr lang="en-US" sz="2400" dirty="0">
                <a:solidFill>
                  <a:schemeClr val="tx1"/>
                </a:solidFill>
              </a:rPr>
              <a:t>Slice based testing</a:t>
            </a:r>
          </a:p>
          <a:p>
            <a:pPr lvl="1"/>
            <a:r>
              <a:rPr lang="en-US" sz="2400" dirty="0">
                <a:solidFill>
                  <a:schemeClr val="tx1"/>
                </a:solidFill>
              </a:rPr>
              <a:t>Mutation testing</a:t>
            </a:r>
          </a:p>
          <a:p>
            <a:pPr lvl="1"/>
            <a:endParaRPr lang="en-US" sz="2200" dirty="0"/>
          </a:p>
          <a:p>
            <a:pPr marL="0" indent="0">
              <a:buNone/>
            </a:pPr>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987785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stretch>
            <a:fillRect/>
          </a:stretch>
        </p:blipFill>
        <p:spPr>
          <a:xfrm>
            <a:off x="268160" y="1179098"/>
            <a:ext cx="11831522" cy="4426767"/>
          </a:xfrm>
          <a:prstGeom prst="rect">
            <a:avLst/>
          </a:prstGeom>
        </p:spPr>
      </p:pic>
    </p:spTree>
    <p:extLst>
      <p:ext uri="{BB962C8B-B14F-4D97-AF65-F5344CB8AC3E}">
        <p14:creationId xmlns:p14="http://schemas.microsoft.com/office/powerpoint/2010/main" val="2110059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64275"/>
            <a:ext cx="10058400" cy="973085"/>
          </a:xfrm>
        </p:spPr>
        <p:txBody>
          <a:bodyPr/>
          <a:lstStyle/>
          <a:p>
            <a:r>
              <a:rPr lang="en-US" b="1" dirty="0">
                <a:solidFill>
                  <a:schemeClr val="tx1"/>
                </a:solidFill>
              </a:rPr>
              <a:t>Data flow testing</a:t>
            </a:r>
          </a:p>
        </p:txBody>
      </p:sp>
      <p:sp>
        <p:nvSpPr>
          <p:cNvPr id="3" name="Content Placeholder 2"/>
          <p:cNvSpPr>
            <a:spLocks noGrp="1"/>
          </p:cNvSpPr>
          <p:nvPr>
            <p:ph idx="1"/>
          </p:nvPr>
        </p:nvSpPr>
        <p:spPr>
          <a:xfrm>
            <a:off x="936034" y="1904360"/>
            <a:ext cx="11029615" cy="1379753"/>
          </a:xfrm>
        </p:spPr>
        <p:txBody>
          <a:bodyPr/>
          <a:lstStyle/>
          <a:p>
            <a:pPr>
              <a:buFont typeface="Arial" panose="020B0604020202020204" pitchFamily="34" charset="0"/>
              <a:buChar char="•"/>
            </a:pPr>
            <a:r>
              <a:rPr lang="en-US" dirty="0">
                <a:solidFill>
                  <a:schemeClr val="tx1"/>
                </a:solidFill>
              </a:rPr>
              <a:t>In control flow testing, we find various paths of a program and design test cases to execute those paths. </a:t>
            </a:r>
          </a:p>
          <a:p>
            <a:pPr>
              <a:buFont typeface="Arial" panose="020B0604020202020204" pitchFamily="34" charset="0"/>
              <a:buChar char="•"/>
            </a:pPr>
            <a:r>
              <a:rPr lang="en-US" dirty="0">
                <a:solidFill>
                  <a:schemeClr val="tx1"/>
                </a:solidFill>
              </a:rPr>
              <a:t>We may like to execute every statement of the program at least once before the completion of testing. </a:t>
            </a:r>
          </a:p>
          <a:p>
            <a:pPr>
              <a:buFont typeface="Arial" panose="020B0604020202020204" pitchFamily="34" charset="0"/>
              <a:buChar char="•"/>
            </a:pPr>
            <a:r>
              <a:rPr lang="en-US" dirty="0">
                <a:solidFill>
                  <a:schemeClr val="tx1"/>
                </a:solidFill>
              </a:rPr>
              <a:t>Consider the following program:</a:t>
            </a:r>
          </a:p>
          <a:p>
            <a:endParaRPr lang="en-US" dirty="0"/>
          </a:p>
        </p:txBody>
      </p:sp>
      <p:pic>
        <p:nvPicPr>
          <p:cNvPr id="6" name="Picture 5"/>
          <p:cNvPicPr>
            <a:picLocks noChangeAspect="1"/>
          </p:cNvPicPr>
          <p:nvPr/>
        </p:nvPicPr>
        <p:blipFill>
          <a:blip r:embed="rId3"/>
          <a:stretch>
            <a:fillRect/>
          </a:stretch>
        </p:blipFill>
        <p:spPr>
          <a:xfrm>
            <a:off x="3948076" y="3162094"/>
            <a:ext cx="4295847" cy="3184116"/>
          </a:xfrm>
          <a:prstGeom prst="rect">
            <a:avLst/>
          </a:prstGeom>
        </p:spPr>
      </p:pic>
    </p:spTree>
    <p:extLst>
      <p:ext uri="{BB962C8B-B14F-4D97-AF65-F5344CB8AC3E}">
        <p14:creationId xmlns:p14="http://schemas.microsoft.com/office/powerpoint/2010/main" val="3777174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7029" y="777923"/>
            <a:ext cx="10058400" cy="891199"/>
          </a:xfrm>
        </p:spPr>
        <p:txBody>
          <a:bodyPr/>
          <a:lstStyle/>
          <a:p>
            <a:r>
              <a:rPr lang="en-US" b="1" dirty="0">
                <a:solidFill>
                  <a:schemeClr val="tx1"/>
                </a:solidFill>
              </a:rPr>
              <a:t>Data flow testing</a:t>
            </a:r>
          </a:p>
        </p:txBody>
      </p:sp>
      <p:sp>
        <p:nvSpPr>
          <p:cNvPr id="3" name="Content Placeholder 2"/>
          <p:cNvSpPr>
            <a:spLocks noGrp="1"/>
          </p:cNvSpPr>
          <p:nvPr>
            <p:ph idx="1"/>
          </p:nvPr>
        </p:nvSpPr>
        <p:spPr>
          <a:xfrm>
            <a:off x="581192" y="1966824"/>
            <a:ext cx="11029615" cy="3891976"/>
          </a:xfrm>
        </p:spPr>
        <p:txBody>
          <a:bodyPr>
            <a:normAutofit/>
          </a:bodyPr>
          <a:lstStyle/>
          <a:p>
            <a:pPr algn="just">
              <a:buFont typeface="Arial" panose="020B0604020202020204" pitchFamily="34" charset="0"/>
              <a:buChar char="•"/>
            </a:pPr>
            <a:r>
              <a:rPr lang="en-US" dirty="0">
                <a:solidFill>
                  <a:schemeClr val="tx1"/>
                </a:solidFill>
              </a:rPr>
              <a:t>Data flow testing may help us to minimize such mistakes. It is done to cover the path testing and branch testing gap.</a:t>
            </a:r>
          </a:p>
          <a:p>
            <a:pPr algn="just">
              <a:buFont typeface="Arial" panose="020B0604020202020204" pitchFamily="34" charset="0"/>
              <a:buChar char="•"/>
            </a:pPr>
            <a:r>
              <a:rPr lang="en-US" dirty="0">
                <a:solidFill>
                  <a:schemeClr val="tx1"/>
                </a:solidFill>
              </a:rPr>
              <a:t>It has nothing to do with dataflow diagrams. It is based on variables, their usage and their definition(s) (assignment) in the program.</a:t>
            </a:r>
          </a:p>
          <a:p>
            <a:pPr algn="just">
              <a:buFont typeface="Arial" panose="020B0604020202020204" pitchFamily="34" charset="0"/>
              <a:buChar char="•"/>
            </a:pPr>
            <a:r>
              <a:rPr lang="en-US" dirty="0">
                <a:solidFill>
                  <a:schemeClr val="tx1"/>
                </a:solidFill>
              </a:rPr>
              <a:t>The main points of concern are:</a:t>
            </a:r>
          </a:p>
          <a:p>
            <a:pPr lvl="1" algn="just">
              <a:buFont typeface="Arial" panose="020B0604020202020204" pitchFamily="34" charset="0"/>
              <a:buChar char="•"/>
            </a:pPr>
            <a:r>
              <a:rPr lang="en-US" dirty="0">
                <a:solidFill>
                  <a:schemeClr val="tx1"/>
                </a:solidFill>
              </a:rPr>
              <a:t>Statements where these values are used (referenced).</a:t>
            </a:r>
          </a:p>
          <a:p>
            <a:pPr lvl="1" algn="just">
              <a:buFont typeface="Arial" panose="020B0604020202020204" pitchFamily="34" charset="0"/>
              <a:buChar char="•"/>
            </a:pPr>
            <a:r>
              <a:rPr lang="en-US" dirty="0">
                <a:solidFill>
                  <a:schemeClr val="tx1"/>
                </a:solidFill>
              </a:rPr>
              <a:t>Statements where variables receive values (definition).</a:t>
            </a:r>
          </a:p>
          <a:p>
            <a:pPr algn="just">
              <a:buFont typeface="Arial" panose="020B0604020202020204" pitchFamily="34" charset="0"/>
              <a:buChar char="•"/>
            </a:pPr>
            <a:r>
              <a:rPr lang="en-US" dirty="0">
                <a:solidFill>
                  <a:schemeClr val="tx1"/>
                </a:solidFill>
              </a:rPr>
              <a:t>Data flow testing focuses on variable definition and variable usage. </a:t>
            </a:r>
          </a:p>
          <a:p>
            <a:pPr algn="just">
              <a:buFont typeface="Arial" panose="020B0604020202020204" pitchFamily="34" charset="0"/>
              <a:buChar char="•"/>
            </a:pPr>
            <a:r>
              <a:rPr lang="en-US" dirty="0">
                <a:solidFill>
                  <a:schemeClr val="tx1"/>
                </a:solidFill>
              </a:rPr>
              <a:t>The process is conducted to </a:t>
            </a:r>
            <a:r>
              <a:rPr lang="en-US" dirty="0">
                <a:solidFill>
                  <a:schemeClr val="tx1"/>
                </a:solidFill>
                <a:hlinkClick r:id="rId3">
                  <a:extLst>
                    <a:ext uri="{A12FA001-AC4F-418D-AE19-62706E023703}">
                      <ahyp:hlinkClr xmlns:ahyp="http://schemas.microsoft.com/office/drawing/2018/hyperlinkcolor" val="tx"/>
                    </a:ext>
                  </a:extLst>
                </a:hlinkClick>
              </a:rPr>
              <a:t>detect the bugs</a:t>
            </a:r>
            <a:r>
              <a:rPr lang="en-US" dirty="0">
                <a:solidFill>
                  <a:schemeClr val="tx1"/>
                </a:solidFill>
              </a:rPr>
              <a:t> because of the incorrect usage of data variables or data values. </a:t>
            </a:r>
          </a:p>
          <a:p>
            <a:pPr algn="just"/>
            <a:endParaRPr lang="en-US" dirty="0">
              <a:solidFill>
                <a:schemeClr val="tx1"/>
              </a:solidFill>
            </a:endParaRPr>
          </a:p>
        </p:txBody>
      </p:sp>
    </p:spTree>
    <p:extLst>
      <p:ext uri="{BB962C8B-B14F-4D97-AF65-F5344CB8AC3E}">
        <p14:creationId xmlns:p14="http://schemas.microsoft.com/office/powerpoint/2010/main" val="4181556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43B6-0CC4-7A05-BEE5-6DEBCD0C42B6}"/>
              </a:ext>
            </a:extLst>
          </p:cNvPr>
          <p:cNvSpPr>
            <a:spLocks noGrp="1"/>
          </p:cNvSpPr>
          <p:nvPr>
            <p:ph type="title"/>
          </p:nvPr>
        </p:nvSpPr>
        <p:spPr/>
        <p:txBody>
          <a:bodyPr/>
          <a:lstStyle/>
          <a:p>
            <a:r>
              <a:rPr lang="en-US" b="1" dirty="0">
                <a:solidFill>
                  <a:schemeClr val="tx1"/>
                </a:solidFill>
              </a:rPr>
              <a:t>Example</a:t>
            </a:r>
          </a:p>
        </p:txBody>
      </p:sp>
      <p:pic>
        <p:nvPicPr>
          <p:cNvPr id="4" name="Picture 3">
            <a:extLst>
              <a:ext uri="{FF2B5EF4-FFF2-40B4-BE49-F238E27FC236}">
                <a16:creationId xmlns:a16="http://schemas.microsoft.com/office/drawing/2014/main" id="{4DC65383-0CD7-97F4-F94C-8BFA49BBA27E}"/>
              </a:ext>
            </a:extLst>
          </p:cNvPr>
          <p:cNvPicPr>
            <a:picLocks noChangeAspect="1"/>
          </p:cNvPicPr>
          <p:nvPr/>
        </p:nvPicPr>
        <p:blipFill>
          <a:blip r:embed="rId2"/>
          <a:stretch>
            <a:fillRect/>
          </a:stretch>
        </p:blipFill>
        <p:spPr>
          <a:xfrm>
            <a:off x="5209536" y="156192"/>
            <a:ext cx="4889808" cy="6545616"/>
          </a:xfrm>
          <a:prstGeom prst="rect">
            <a:avLst/>
          </a:prstGeom>
        </p:spPr>
      </p:pic>
    </p:spTree>
    <p:extLst>
      <p:ext uri="{BB962C8B-B14F-4D97-AF65-F5344CB8AC3E}">
        <p14:creationId xmlns:p14="http://schemas.microsoft.com/office/powerpoint/2010/main" val="851498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06209-AC64-9AE5-5348-A089AF8514D3}"/>
              </a:ext>
            </a:extLst>
          </p:cNvPr>
          <p:cNvSpPr>
            <a:spLocks noGrp="1"/>
          </p:cNvSpPr>
          <p:nvPr>
            <p:ph type="title"/>
          </p:nvPr>
        </p:nvSpPr>
        <p:spPr/>
        <p:txBody>
          <a:bodyPr/>
          <a:lstStyle/>
          <a:p>
            <a:r>
              <a:rPr lang="en-US" b="1" dirty="0">
                <a:solidFill>
                  <a:schemeClr val="tx1"/>
                </a:solidFill>
              </a:rPr>
              <a:t>Example</a:t>
            </a:r>
            <a:endParaRPr lang="en-US" dirty="0"/>
          </a:p>
        </p:txBody>
      </p:sp>
      <p:graphicFrame>
        <p:nvGraphicFramePr>
          <p:cNvPr id="4" name="Table 3">
            <a:extLst>
              <a:ext uri="{FF2B5EF4-FFF2-40B4-BE49-F238E27FC236}">
                <a16:creationId xmlns:a16="http://schemas.microsoft.com/office/drawing/2014/main" id="{4D738402-E301-292E-9C00-2538DE92881C}"/>
              </a:ext>
            </a:extLst>
          </p:cNvPr>
          <p:cNvGraphicFramePr>
            <a:graphicFrameLocks noGrp="1"/>
          </p:cNvGraphicFramePr>
          <p:nvPr>
            <p:extLst>
              <p:ext uri="{D42A27DB-BD31-4B8C-83A1-F6EECF244321}">
                <p14:modId xmlns:p14="http://schemas.microsoft.com/office/powerpoint/2010/main" val="3748214508"/>
              </p:ext>
            </p:extLst>
          </p:nvPr>
        </p:nvGraphicFramePr>
        <p:xfrm>
          <a:off x="747595" y="1964622"/>
          <a:ext cx="5598613" cy="4201095"/>
        </p:xfrm>
        <a:graphic>
          <a:graphicData uri="http://schemas.openxmlformats.org/drawingml/2006/table">
            <a:tbl>
              <a:tblPr firstRow="1" bandRow="1">
                <a:tableStyleId>{5C22544A-7EE6-4342-B048-85BDC9FD1C3A}</a:tableStyleId>
              </a:tblPr>
              <a:tblGrid>
                <a:gridCol w="1549629">
                  <a:extLst>
                    <a:ext uri="{9D8B030D-6E8A-4147-A177-3AD203B41FA5}">
                      <a16:colId xmlns:a16="http://schemas.microsoft.com/office/drawing/2014/main" val="2026810305"/>
                    </a:ext>
                  </a:extLst>
                </a:gridCol>
                <a:gridCol w="1841570">
                  <a:extLst>
                    <a:ext uri="{9D8B030D-6E8A-4147-A177-3AD203B41FA5}">
                      <a16:colId xmlns:a16="http://schemas.microsoft.com/office/drawing/2014/main" val="2331235810"/>
                    </a:ext>
                  </a:extLst>
                </a:gridCol>
                <a:gridCol w="2207414">
                  <a:extLst>
                    <a:ext uri="{9D8B030D-6E8A-4147-A177-3AD203B41FA5}">
                      <a16:colId xmlns:a16="http://schemas.microsoft.com/office/drawing/2014/main" val="2620734264"/>
                    </a:ext>
                  </a:extLst>
                </a:gridCol>
              </a:tblGrid>
              <a:tr h="679289">
                <a:tc>
                  <a:txBody>
                    <a:bodyPr/>
                    <a:lstStyle/>
                    <a:p>
                      <a:endParaRPr lang="en-US" dirty="0"/>
                    </a:p>
                  </a:txBody>
                  <a:tcPr/>
                </a:tc>
                <a:tc>
                  <a:txBody>
                    <a:bodyPr/>
                    <a:lstStyle/>
                    <a:p>
                      <a:r>
                        <a:rPr lang="en-US" dirty="0"/>
                        <a:t>define</a:t>
                      </a:r>
                    </a:p>
                  </a:txBody>
                  <a:tcPr/>
                </a:tc>
                <a:tc>
                  <a:txBody>
                    <a:bodyPr/>
                    <a:lstStyle/>
                    <a:p>
                      <a:r>
                        <a:rPr lang="en-US" dirty="0"/>
                        <a:t>usage</a:t>
                      </a:r>
                    </a:p>
                  </a:txBody>
                  <a:tcPr/>
                </a:tc>
                <a:extLst>
                  <a:ext uri="{0D108BD9-81ED-4DB2-BD59-A6C34878D82A}">
                    <a16:rowId xmlns:a16="http://schemas.microsoft.com/office/drawing/2014/main" val="4054295163"/>
                  </a:ext>
                </a:extLst>
              </a:tr>
              <a:tr h="679289">
                <a:tc>
                  <a:txBody>
                    <a:bodyPr/>
                    <a:lstStyle/>
                    <a:p>
                      <a:r>
                        <a:rPr lang="en-US" dirty="0"/>
                        <a:t>A</a:t>
                      </a:r>
                    </a:p>
                  </a:txBody>
                  <a:tcPr/>
                </a:tc>
                <a:tc>
                  <a:txBody>
                    <a:bodyPr/>
                    <a:lstStyle/>
                    <a:p>
                      <a:r>
                        <a:rPr lang="en-US" dirty="0"/>
                        <a:t>1</a:t>
                      </a:r>
                    </a:p>
                  </a:txBody>
                  <a:tcPr/>
                </a:tc>
                <a:tc>
                  <a:txBody>
                    <a:bodyPr/>
                    <a:lstStyle/>
                    <a:p>
                      <a:r>
                        <a:rPr lang="en-US" dirty="0"/>
                        <a:t>2,3</a:t>
                      </a:r>
                    </a:p>
                  </a:txBody>
                  <a:tcPr/>
                </a:tc>
                <a:extLst>
                  <a:ext uri="{0D108BD9-81ED-4DB2-BD59-A6C34878D82A}">
                    <a16:rowId xmlns:a16="http://schemas.microsoft.com/office/drawing/2014/main" val="2430277315"/>
                  </a:ext>
                </a:extLst>
              </a:tr>
              <a:tr h="679289">
                <a:tc>
                  <a:txBody>
                    <a:bodyPr/>
                    <a:lstStyle/>
                    <a:p>
                      <a:r>
                        <a:rPr lang="en-US" dirty="0"/>
                        <a:t>B</a:t>
                      </a:r>
                    </a:p>
                  </a:txBody>
                  <a:tcPr/>
                </a:tc>
                <a:tc>
                  <a:txBody>
                    <a:bodyPr/>
                    <a:lstStyle/>
                    <a:p>
                      <a:r>
                        <a:rPr lang="en-US" dirty="0"/>
                        <a:t>1</a:t>
                      </a:r>
                    </a:p>
                  </a:txBody>
                  <a:tcPr/>
                </a:tc>
                <a:tc>
                  <a:txBody>
                    <a:bodyPr/>
                    <a:lstStyle/>
                    <a:p>
                      <a:r>
                        <a:rPr lang="en-US" dirty="0"/>
                        <a:t>2,5</a:t>
                      </a:r>
                    </a:p>
                  </a:txBody>
                  <a:tcPr/>
                </a:tc>
                <a:extLst>
                  <a:ext uri="{0D108BD9-81ED-4DB2-BD59-A6C34878D82A}">
                    <a16:rowId xmlns:a16="http://schemas.microsoft.com/office/drawing/2014/main" val="1426477369"/>
                  </a:ext>
                </a:extLst>
              </a:tr>
              <a:tr h="679289">
                <a:tc>
                  <a:txBody>
                    <a:bodyPr/>
                    <a:lstStyle/>
                    <a:p>
                      <a:r>
                        <a:rPr lang="en-US" dirty="0"/>
                        <a:t>C</a:t>
                      </a:r>
                    </a:p>
                  </a:txBody>
                  <a:tcPr/>
                </a:tc>
                <a:tc>
                  <a:txBody>
                    <a:bodyPr/>
                    <a:lstStyle/>
                    <a:p>
                      <a:r>
                        <a:rPr lang="en-US" dirty="0"/>
                        <a:t>1</a:t>
                      </a:r>
                    </a:p>
                  </a:txBody>
                  <a:tcPr/>
                </a:tc>
                <a:tc>
                  <a:txBody>
                    <a:bodyPr/>
                    <a:lstStyle/>
                    <a:p>
                      <a:r>
                        <a:rPr lang="en-US" dirty="0"/>
                        <a:t>NA</a:t>
                      </a:r>
                    </a:p>
                  </a:txBody>
                  <a:tcPr/>
                </a:tc>
                <a:extLst>
                  <a:ext uri="{0D108BD9-81ED-4DB2-BD59-A6C34878D82A}">
                    <a16:rowId xmlns:a16="http://schemas.microsoft.com/office/drawing/2014/main" val="2000741692"/>
                  </a:ext>
                </a:extLst>
              </a:tr>
              <a:tr h="679289">
                <a:tc>
                  <a:txBody>
                    <a:bodyPr/>
                    <a:lstStyle/>
                    <a:p>
                      <a:r>
                        <a:rPr lang="en-US" dirty="0"/>
                        <a:t>X</a:t>
                      </a:r>
                    </a:p>
                  </a:txBody>
                  <a:tcPr/>
                </a:tc>
                <a:tc>
                  <a:txBody>
                    <a:bodyPr/>
                    <a:lstStyle/>
                    <a:p>
                      <a:r>
                        <a:rPr lang="en-US" dirty="0"/>
                        <a:t>3,5</a:t>
                      </a:r>
                    </a:p>
                  </a:txBody>
                  <a:tcPr/>
                </a:tc>
                <a:tc>
                  <a:txBody>
                    <a:bodyPr/>
                    <a:lstStyle/>
                    <a:p>
                      <a:r>
                        <a:rPr lang="en-US" dirty="0"/>
                        <a:t>4</a:t>
                      </a:r>
                    </a:p>
                  </a:txBody>
                  <a:tcPr/>
                </a:tc>
                <a:extLst>
                  <a:ext uri="{0D108BD9-81ED-4DB2-BD59-A6C34878D82A}">
                    <a16:rowId xmlns:a16="http://schemas.microsoft.com/office/drawing/2014/main" val="4139937980"/>
                  </a:ext>
                </a:extLst>
              </a:tr>
              <a:tr h="804650">
                <a:tc>
                  <a:txBody>
                    <a:bodyPr/>
                    <a:lstStyle/>
                    <a:p>
                      <a:r>
                        <a:rPr lang="en-US" dirty="0"/>
                        <a:t>Z</a:t>
                      </a:r>
                    </a:p>
                  </a:txBody>
                  <a:tcPr/>
                </a:tc>
                <a:tc>
                  <a:txBody>
                    <a:bodyPr/>
                    <a:lstStyle/>
                    <a:p>
                      <a:r>
                        <a:rPr lang="en-US" dirty="0"/>
                        <a:t>NA</a:t>
                      </a:r>
                    </a:p>
                  </a:txBody>
                  <a:tcPr/>
                </a:tc>
                <a:tc>
                  <a:txBody>
                    <a:bodyPr/>
                    <a:lstStyle/>
                    <a:p>
                      <a:r>
                        <a:rPr lang="en-US" dirty="0"/>
                        <a:t>6</a:t>
                      </a:r>
                    </a:p>
                  </a:txBody>
                  <a:tcPr/>
                </a:tc>
                <a:extLst>
                  <a:ext uri="{0D108BD9-81ED-4DB2-BD59-A6C34878D82A}">
                    <a16:rowId xmlns:a16="http://schemas.microsoft.com/office/drawing/2014/main" val="1647983469"/>
                  </a:ext>
                </a:extLst>
              </a:tr>
            </a:tbl>
          </a:graphicData>
        </a:graphic>
      </p:graphicFrame>
      <p:graphicFrame>
        <p:nvGraphicFramePr>
          <p:cNvPr id="5" name="Table 4">
            <a:extLst>
              <a:ext uri="{FF2B5EF4-FFF2-40B4-BE49-F238E27FC236}">
                <a16:creationId xmlns:a16="http://schemas.microsoft.com/office/drawing/2014/main" id="{5B7D658E-4E35-7E28-68C8-01A79A3484CB}"/>
              </a:ext>
            </a:extLst>
          </p:cNvPr>
          <p:cNvGraphicFramePr>
            <a:graphicFrameLocks noGrp="1"/>
          </p:cNvGraphicFramePr>
          <p:nvPr>
            <p:extLst>
              <p:ext uri="{D42A27DB-BD31-4B8C-83A1-F6EECF244321}">
                <p14:modId xmlns:p14="http://schemas.microsoft.com/office/powerpoint/2010/main" val="2673181359"/>
              </p:ext>
            </p:extLst>
          </p:nvPr>
        </p:nvGraphicFramePr>
        <p:xfrm>
          <a:off x="7764481" y="1963966"/>
          <a:ext cx="3391199" cy="4201095"/>
        </p:xfrm>
        <a:graphic>
          <a:graphicData uri="http://schemas.openxmlformats.org/drawingml/2006/table">
            <a:tbl>
              <a:tblPr firstRow="1" bandRow="1">
                <a:tableStyleId>{5C22544A-7EE6-4342-B048-85BDC9FD1C3A}</a:tableStyleId>
              </a:tblPr>
              <a:tblGrid>
                <a:gridCol w="1549629">
                  <a:extLst>
                    <a:ext uri="{9D8B030D-6E8A-4147-A177-3AD203B41FA5}">
                      <a16:colId xmlns:a16="http://schemas.microsoft.com/office/drawing/2014/main" val="2026810305"/>
                    </a:ext>
                  </a:extLst>
                </a:gridCol>
                <a:gridCol w="1841570">
                  <a:extLst>
                    <a:ext uri="{9D8B030D-6E8A-4147-A177-3AD203B41FA5}">
                      <a16:colId xmlns:a16="http://schemas.microsoft.com/office/drawing/2014/main" val="2331235810"/>
                    </a:ext>
                  </a:extLst>
                </a:gridCol>
              </a:tblGrid>
              <a:tr h="679289">
                <a:tc>
                  <a:txBody>
                    <a:bodyPr/>
                    <a:lstStyle/>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Define/usage</a:t>
                      </a:r>
                    </a:p>
                    <a:p>
                      <a:endParaRPr lang="en-US" dirty="0"/>
                    </a:p>
                  </a:txBody>
                  <a:tcPr/>
                </a:tc>
                <a:extLst>
                  <a:ext uri="{0D108BD9-81ED-4DB2-BD59-A6C34878D82A}">
                    <a16:rowId xmlns:a16="http://schemas.microsoft.com/office/drawing/2014/main" val="4054295163"/>
                  </a:ext>
                </a:extLst>
              </a:tr>
              <a:tr h="679289">
                <a:tc>
                  <a:txBody>
                    <a:bodyPr/>
                    <a:lstStyle/>
                    <a:p>
                      <a:r>
                        <a:rPr lang="en-US" dirty="0"/>
                        <a:t>A</a:t>
                      </a:r>
                    </a:p>
                  </a:txBody>
                  <a:tcPr/>
                </a:tc>
                <a:tc>
                  <a:txBody>
                    <a:bodyPr/>
                    <a:lstStyle/>
                    <a:p>
                      <a:r>
                        <a:rPr lang="en-US" dirty="0"/>
                        <a:t>1,2</a:t>
                      </a:r>
                    </a:p>
                    <a:p>
                      <a:r>
                        <a:rPr lang="en-US" dirty="0"/>
                        <a:t>1,3</a:t>
                      </a:r>
                    </a:p>
                  </a:txBody>
                  <a:tcPr/>
                </a:tc>
                <a:extLst>
                  <a:ext uri="{0D108BD9-81ED-4DB2-BD59-A6C34878D82A}">
                    <a16:rowId xmlns:a16="http://schemas.microsoft.com/office/drawing/2014/main" val="2430277315"/>
                  </a:ext>
                </a:extLst>
              </a:tr>
              <a:tr h="679289">
                <a:tc>
                  <a:txBody>
                    <a:bodyPr/>
                    <a:lstStyle/>
                    <a:p>
                      <a:r>
                        <a:rPr lang="en-US" dirty="0"/>
                        <a:t>B</a:t>
                      </a:r>
                    </a:p>
                  </a:txBody>
                  <a:tcPr/>
                </a:tc>
                <a:tc>
                  <a:txBody>
                    <a:bodyPr/>
                    <a:lstStyle/>
                    <a:p>
                      <a:r>
                        <a:rPr lang="en-US" dirty="0"/>
                        <a:t>1,2</a:t>
                      </a:r>
                    </a:p>
                    <a:p>
                      <a:r>
                        <a:rPr lang="en-US" dirty="0"/>
                        <a:t>1,5</a:t>
                      </a:r>
                    </a:p>
                  </a:txBody>
                  <a:tcPr/>
                </a:tc>
                <a:extLst>
                  <a:ext uri="{0D108BD9-81ED-4DB2-BD59-A6C34878D82A}">
                    <a16:rowId xmlns:a16="http://schemas.microsoft.com/office/drawing/2014/main" val="1426477369"/>
                  </a:ext>
                </a:extLst>
              </a:tr>
              <a:tr h="679289">
                <a:tc>
                  <a:txBody>
                    <a:bodyPr/>
                    <a:lstStyle/>
                    <a:p>
                      <a:r>
                        <a:rPr lang="en-US" dirty="0"/>
                        <a:t>C</a:t>
                      </a:r>
                    </a:p>
                  </a:txBody>
                  <a:tcPr/>
                </a:tc>
                <a:tc>
                  <a:txBody>
                    <a:bodyPr/>
                    <a:lstStyle/>
                    <a:p>
                      <a:r>
                        <a:rPr lang="en-US" dirty="0"/>
                        <a:t>1,NA</a:t>
                      </a:r>
                    </a:p>
                  </a:txBody>
                  <a:tcPr/>
                </a:tc>
                <a:extLst>
                  <a:ext uri="{0D108BD9-81ED-4DB2-BD59-A6C34878D82A}">
                    <a16:rowId xmlns:a16="http://schemas.microsoft.com/office/drawing/2014/main" val="2000741692"/>
                  </a:ext>
                </a:extLst>
              </a:tr>
              <a:tr h="679289">
                <a:tc>
                  <a:txBody>
                    <a:bodyPr/>
                    <a:lstStyle/>
                    <a:p>
                      <a:r>
                        <a:rPr lang="en-US" dirty="0"/>
                        <a:t>X</a:t>
                      </a:r>
                    </a:p>
                  </a:txBody>
                  <a:tcPr/>
                </a:tc>
                <a:tc>
                  <a:txBody>
                    <a:bodyPr/>
                    <a:lstStyle/>
                    <a:p>
                      <a:r>
                        <a:rPr lang="en-US" dirty="0"/>
                        <a:t>3,4,5</a:t>
                      </a:r>
                    </a:p>
                    <a:p>
                      <a:endParaRPr lang="en-US" dirty="0"/>
                    </a:p>
                  </a:txBody>
                  <a:tcPr/>
                </a:tc>
                <a:extLst>
                  <a:ext uri="{0D108BD9-81ED-4DB2-BD59-A6C34878D82A}">
                    <a16:rowId xmlns:a16="http://schemas.microsoft.com/office/drawing/2014/main" val="4139937980"/>
                  </a:ext>
                </a:extLst>
              </a:tr>
              <a:tr h="804650">
                <a:tc>
                  <a:txBody>
                    <a:bodyPr/>
                    <a:lstStyle/>
                    <a:p>
                      <a:r>
                        <a:rPr lang="en-US" dirty="0"/>
                        <a:t>Z</a:t>
                      </a:r>
                    </a:p>
                  </a:txBody>
                  <a:tcPr/>
                </a:tc>
                <a:tc>
                  <a:txBody>
                    <a:bodyPr/>
                    <a:lstStyle/>
                    <a:p>
                      <a:r>
                        <a:rPr lang="en-US" dirty="0"/>
                        <a:t>NA,6</a:t>
                      </a:r>
                    </a:p>
                  </a:txBody>
                  <a:tcPr/>
                </a:tc>
                <a:extLst>
                  <a:ext uri="{0D108BD9-81ED-4DB2-BD59-A6C34878D82A}">
                    <a16:rowId xmlns:a16="http://schemas.microsoft.com/office/drawing/2014/main" val="1647983469"/>
                  </a:ext>
                </a:extLst>
              </a:tr>
            </a:tbl>
          </a:graphicData>
        </a:graphic>
      </p:graphicFrame>
    </p:spTree>
    <p:extLst>
      <p:ext uri="{BB962C8B-B14F-4D97-AF65-F5344CB8AC3E}">
        <p14:creationId xmlns:p14="http://schemas.microsoft.com/office/powerpoint/2010/main" val="2986565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Define/Reference Anomalies</a:t>
            </a:r>
          </a:p>
        </p:txBody>
      </p:sp>
      <p:sp>
        <p:nvSpPr>
          <p:cNvPr id="3" name="Content Placeholder 2"/>
          <p:cNvSpPr>
            <a:spLocks noGrp="1"/>
          </p:cNvSpPr>
          <p:nvPr>
            <p:ph idx="1"/>
          </p:nvPr>
        </p:nvSpPr>
        <p:spPr/>
        <p:txBody>
          <a:bodyPr>
            <a:normAutofit/>
          </a:bodyPr>
          <a:lstStyle/>
          <a:p>
            <a:pPr algn="just"/>
            <a:r>
              <a:rPr lang="en-US" dirty="0">
                <a:solidFill>
                  <a:schemeClr val="tx1"/>
                </a:solidFill>
              </a:rPr>
              <a:t>Some of the define / reference anomalies are given as:</a:t>
            </a:r>
          </a:p>
          <a:p>
            <a:pPr lvl="1" algn="just"/>
            <a:r>
              <a:rPr lang="en-US" dirty="0">
                <a:solidFill>
                  <a:schemeClr val="tx1"/>
                </a:solidFill>
              </a:rPr>
              <a:t>A variable is defined but never used / referenced.</a:t>
            </a:r>
          </a:p>
          <a:p>
            <a:pPr lvl="1" algn="just"/>
            <a:r>
              <a:rPr lang="en-US" dirty="0">
                <a:solidFill>
                  <a:schemeClr val="tx1"/>
                </a:solidFill>
              </a:rPr>
              <a:t>A variable is used but never defined.</a:t>
            </a:r>
          </a:p>
          <a:p>
            <a:pPr lvl="1" algn="just"/>
            <a:r>
              <a:rPr lang="en-US" dirty="0">
                <a:solidFill>
                  <a:schemeClr val="tx1"/>
                </a:solidFill>
              </a:rPr>
              <a:t>A variable is defined twice before it is used.</a:t>
            </a:r>
          </a:p>
          <a:p>
            <a:pPr lvl="1" algn="just"/>
            <a:r>
              <a:rPr lang="en-US" dirty="0">
                <a:solidFill>
                  <a:schemeClr val="tx1"/>
                </a:solidFill>
              </a:rPr>
              <a:t>A variable is used before even first-definition.</a:t>
            </a:r>
          </a:p>
          <a:p>
            <a:pPr algn="just"/>
            <a:r>
              <a:rPr lang="en-US" dirty="0">
                <a:solidFill>
                  <a:schemeClr val="tx1"/>
                </a:solidFill>
              </a:rPr>
              <a:t>Define / reference anomalies may be identified by static analysis of the program.</a:t>
            </a:r>
          </a:p>
        </p:txBody>
      </p:sp>
    </p:spTree>
    <p:extLst>
      <p:ext uri="{BB962C8B-B14F-4D97-AF65-F5344CB8AC3E}">
        <p14:creationId xmlns:p14="http://schemas.microsoft.com/office/powerpoint/2010/main" val="126852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600501"/>
            <a:ext cx="10058400" cy="1136859"/>
          </a:xfrm>
        </p:spPr>
        <p:txBody>
          <a:bodyPr/>
          <a:lstStyle/>
          <a:p>
            <a:r>
              <a:rPr lang="en-US" b="1" dirty="0">
                <a:solidFill>
                  <a:schemeClr val="tx1"/>
                </a:solidFill>
              </a:rPr>
              <a:t>Data flow testing terms definitions</a:t>
            </a:r>
          </a:p>
        </p:txBody>
      </p:sp>
      <p:sp>
        <p:nvSpPr>
          <p:cNvPr id="3" name="Content Placeholder 2"/>
          <p:cNvSpPr>
            <a:spLocks noGrp="1"/>
          </p:cNvSpPr>
          <p:nvPr>
            <p:ph idx="1"/>
          </p:nvPr>
        </p:nvSpPr>
        <p:spPr/>
        <p:txBody>
          <a:bodyPr>
            <a:normAutofit/>
          </a:bodyPr>
          <a:lstStyle/>
          <a:p>
            <a:pPr marL="0" indent="0" algn="just">
              <a:buNone/>
            </a:pPr>
            <a:r>
              <a:rPr lang="en-US" dirty="0">
                <a:solidFill>
                  <a:schemeClr val="tx1"/>
                </a:solidFill>
              </a:rPr>
              <a:t>A program is first converted into a program graph. </a:t>
            </a:r>
          </a:p>
          <a:p>
            <a:pPr marL="0" indent="0" algn="just">
              <a:buNone/>
            </a:pPr>
            <a:r>
              <a:rPr lang="en-US" b="1" dirty="0">
                <a:solidFill>
                  <a:schemeClr val="tx1"/>
                </a:solidFill>
              </a:rPr>
              <a:t>Defining node: </a:t>
            </a:r>
            <a:r>
              <a:rPr lang="en-US" dirty="0"/>
              <a:t>A node of a program graph is a defining node for a variable , if and only if, the value of the variable is defined in the statement corresponding to that node. It is represented as DEF (Ꝩ, n) where is the variable and n is the node corresponding to the statement in which is defined.</a:t>
            </a:r>
          </a:p>
          <a:p>
            <a:pPr marL="0" indent="0" algn="just">
              <a:buNone/>
            </a:pPr>
            <a:r>
              <a:rPr lang="en-US" b="1" dirty="0">
                <a:solidFill>
                  <a:schemeClr val="tx1"/>
                </a:solidFill>
              </a:rPr>
              <a:t>Usage node: </a:t>
            </a:r>
            <a:r>
              <a:rPr lang="en-US" dirty="0">
                <a:solidFill>
                  <a:schemeClr val="tx1"/>
                </a:solidFill>
              </a:rPr>
              <a:t>A node of a program graph is a usage node for a variable , if and only if, the value of the variable  is used in the statement corresponding to that node. It is represented as USE (</a:t>
            </a:r>
            <a:r>
              <a:rPr lang="en-US" dirty="0"/>
              <a:t>Ꝩ</a:t>
            </a:r>
            <a:r>
              <a:rPr lang="en-US" dirty="0">
                <a:solidFill>
                  <a:schemeClr val="tx1"/>
                </a:solidFill>
              </a:rPr>
              <a:t>, n), where ‘</a:t>
            </a:r>
            <a:r>
              <a:rPr lang="en-US" dirty="0"/>
              <a:t>Ꝩ</a:t>
            </a:r>
            <a:r>
              <a:rPr lang="en-US" dirty="0">
                <a:solidFill>
                  <a:schemeClr val="tx1"/>
                </a:solidFill>
              </a:rPr>
              <a:t> ’ is the variable and ‘n’ in the node corresponding to the statement in which ‘</a:t>
            </a:r>
            <a:r>
              <a:rPr lang="en-US" dirty="0"/>
              <a:t>Ꝩ</a:t>
            </a:r>
            <a:r>
              <a:rPr lang="en-US" dirty="0">
                <a:solidFill>
                  <a:schemeClr val="tx1"/>
                </a:solidFill>
              </a:rPr>
              <a:t>’ is used.</a:t>
            </a:r>
          </a:p>
          <a:p>
            <a:pPr algn="just">
              <a:buFont typeface="Arial" panose="020B0604020202020204" pitchFamily="34" charset="0"/>
              <a:buChar char="•"/>
            </a:pPr>
            <a:r>
              <a:rPr lang="en-US" dirty="0">
                <a:solidFill>
                  <a:schemeClr val="tx1"/>
                </a:solidFill>
              </a:rPr>
              <a:t>A usage node USE </a:t>
            </a:r>
            <a:r>
              <a:rPr lang="en-US" dirty="0"/>
              <a:t>(Ꝩ, </a:t>
            </a:r>
            <a:r>
              <a:rPr lang="en-US" dirty="0">
                <a:solidFill>
                  <a:schemeClr val="tx1"/>
                </a:solidFill>
              </a:rPr>
              <a:t> n) is a predicate use node (denoted as P-use), if and only if, the statement corresponding to node ‘n’ is a predicate statement otherwise USE (</a:t>
            </a:r>
            <a:r>
              <a:rPr lang="en-US" dirty="0"/>
              <a:t>Ꝩ,</a:t>
            </a:r>
            <a:r>
              <a:rPr lang="en-US" dirty="0">
                <a:solidFill>
                  <a:schemeClr val="tx1"/>
                </a:solidFill>
              </a:rPr>
              <a:t> n) is a computation use node (denoted as C-use).</a:t>
            </a:r>
          </a:p>
        </p:txBody>
      </p:sp>
    </p:spTree>
    <p:extLst>
      <p:ext uri="{BB962C8B-B14F-4D97-AF65-F5344CB8AC3E}">
        <p14:creationId xmlns:p14="http://schemas.microsoft.com/office/powerpoint/2010/main" val="2565091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Data flow testing terms definitions</a:t>
            </a:r>
          </a:p>
        </p:txBody>
      </p:sp>
      <p:sp>
        <p:nvSpPr>
          <p:cNvPr id="3" name="Content Placeholder 2"/>
          <p:cNvSpPr>
            <a:spLocks noGrp="1"/>
          </p:cNvSpPr>
          <p:nvPr>
            <p:ph idx="1"/>
          </p:nvPr>
        </p:nvSpPr>
        <p:spPr/>
        <p:txBody>
          <a:bodyPr>
            <a:normAutofit/>
          </a:bodyPr>
          <a:lstStyle/>
          <a:p>
            <a:pPr algn="just"/>
            <a:r>
              <a:rPr lang="en-US" b="1" dirty="0">
                <a:solidFill>
                  <a:schemeClr val="tx1"/>
                </a:solidFill>
              </a:rPr>
              <a:t>Definition use Path:</a:t>
            </a:r>
          </a:p>
          <a:p>
            <a:pPr algn="just"/>
            <a:r>
              <a:rPr lang="en-US" dirty="0">
                <a:solidFill>
                  <a:schemeClr val="tx1"/>
                </a:solidFill>
              </a:rPr>
              <a:t>A definition use path (denoted as du-path) for a variable ‘</a:t>
            </a:r>
            <a:r>
              <a:rPr lang="en-US" dirty="0"/>
              <a:t>Ꝩ</a:t>
            </a:r>
            <a:r>
              <a:rPr lang="en-US" dirty="0">
                <a:solidFill>
                  <a:schemeClr val="tx1"/>
                </a:solidFill>
              </a:rPr>
              <a:t>’ is a path between two nodes ‘m’ and ‘n’ where ‘m’ is the initial node in the path but the defining node for variable ‘</a:t>
            </a:r>
            <a:r>
              <a:rPr lang="en-US" dirty="0"/>
              <a:t>Ꝩ</a:t>
            </a:r>
            <a:r>
              <a:rPr lang="en-US" dirty="0">
                <a:solidFill>
                  <a:schemeClr val="tx1"/>
                </a:solidFill>
              </a:rPr>
              <a:t> ’ (denoted as DEF (</a:t>
            </a:r>
            <a:r>
              <a:rPr lang="en-US" dirty="0"/>
              <a:t>Ꝩ</a:t>
            </a:r>
            <a:r>
              <a:rPr lang="en-US" dirty="0">
                <a:solidFill>
                  <a:schemeClr val="tx1"/>
                </a:solidFill>
              </a:rPr>
              <a:t>, m)) and ‘n’ is the final node in the path but usage node for variable ‘</a:t>
            </a:r>
            <a:r>
              <a:rPr lang="en-US" dirty="0"/>
              <a:t>Ꝩ</a:t>
            </a:r>
            <a:r>
              <a:rPr lang="en-US" dirty="0">
                <a:solidFill>
                  <a:schemeClr val="tx1"/>
                </a:solidFill>
              </a:rPr>
              <a:t> ’ (denoted as USE (</a:t>
            </a:r>
            <a:r>
              <a:rPr lang="en-US" dirty="0"/>
              <a:t>Ꝩ</a:t>
            </a:r>
            <a:r>
              <a:rPr lang="en-US" dirty="0">
                <a:solidFill>
                  <a:schemeClr val="tx1"/>
                </a:solidFill>
              </a:rPr>
              <a:t> , n)).</a:t>
            </a:r>
          </a:p>
        </p:txBody>
      </p:sp>
    </p:spTree>
    <p:extLst>
      <p:ext uri="{BB962C8B-B14F-4D97-AF65-F5344CB8AC3E}">
        <p14:creationId xmlns:p14="http://schemas.microsoft.com/office/powerpoint/2010/main" val="3888176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Identification of du Paths</a:t>
            </a:r>
          </a:p>
        </p:txBody>
      </p:sp>
      <p:sp>
        <p:nvSpPr>
          <p:cNvPr id="3" name="Content Placeholder 2"/>
          <p:cNvSpPr>
            <a:spLocks noGrp="1"/>
          </p:cNvSpPr>
          <p:nvPr>
            <p:ph idx="1"/>
          </p:nvPr>
        </p:nvSpPr>
        <p:spPr/>
        <p:txBody>
          <a:bodyPr/>
          <a:lstStyle/>
          <a:p>
            <a:r>
              <a:rPr lang="en-US" dirty="0">
                <a:solidFill>
                  <a:schemeClr val="tx1"/>
                </a:solidFill>
              </a:rPr>
              <a:t>The various steps for the identification of du and dc paths are given as:</a:t>
            </a:r>
          </a:p>
          <a:p>
            <a:pPr marL="932688" lvl="2" indent="-457200">
              <a:buFont typeface="+mj-lt"/>
              <a:buAutoNum type="arabicPeriod"/>
            </a:pPr>
            <a:r>
              <a:rPr lang="en-US" sz="2000" dirty="0">
                <a:solidFill>
                  <a:schemeClr val="tx1"/>
                </a:solidFill>
              </a:rPr>
              <a:t>Draw the program graph of the program. </a:t>
            </a:r>
          </a:p>
          <a:p>
            <a:pPr marL="932688" lvl="2" indent="-457200">
              <a:buFont typeface="+mj-lt"/>
              <a:buAutoNum type="arabicPeriod"/>
            </a:pPr>
            <a:r>
              <a:rPr lang="en-US" sz="2000" dirty="0">
                <a:solidFill>
                  <a:schemeClr val="tx1"/>
                </a:solidFill>
              </a:rPr>
              <a:t>Find all variables of the program and prepare a table for define / use status of all variables using the following format:</a:t>
            </a:r>
          </a:p>
          <a:p>
            <a:endParaRPr lang="en-US" dirty="0">
              <a:solidFill>
                <a:schemeClr val="tx1"/>
              </a:solidFill>
            </a:endParaRPr>
          </a:p>
          <a:p>
            <a:endParaRPr lang="en-US" dirty="0">
              <a:solidFill>
                <a:schemeClr val="tx1"/>
              </a:solidFill>
            </a:endParaRPr>
          </a:p>
          <a:p>
            <a:r>
              <a:rPr lang="en-US" dirty="0">
                <a:solidFill>
                  <a:schemeClr val="tx1"/>
                </a:solidFill>
              </a:rPr>
              <a:t>Generate all du-paths from define/use variable table of above step by using following format”</a:t>
            </a:r>
          </a:p>
        </p:txBody>
      </p:sp>
      <p:pic>
        <p:nvPicPr>
          <p:cNvPr id="6" name="Picture 5"/>
          <p:cNvPicPr>
            <a:picLocks noChangeAspect="1"/>
          </p:cNvPicPr>
          <p:nvPr/>
        </p:nvPicPr>
        <p:blipFill>
          <a:blip r:embed="rId2"/>
          <a:stretch>
            <a:fillRect/>
          </a:stretch>
        </p:blipFill>
        <p:spPr>
          <a:xfrm>
            <a:off x="1036320" y="3166431"/>
            <a:ext cx="9782995" cy="690983"/>
          </a:xfrm>
          <a:prstGeom prst="rect">
            <a:avLst/>
          </a:prstGeom>
        </p:spPr>
      </p:pic>
      <p:pic>
        <p:nvPicPr>
          <p:cNvPr id="7" name="Picture 6"/>
          <p:cNvPicPr>
            <a:picLocks noChangeAspect="1"/>
          </p:cNvPicPr>
          <p:nvPr/>
        </p:nvPicPr>
        <p:blipFill>
          <a:blip r:embed="rId3"/>
          <a:stretch>
            <a:fillRect/>
          </a:stretch>
        </p:blipFill>
        <p:spPr>
          <a:xfrm>
            <a:off x="1036320" y="4570884"/>
            <a:ext cx="9895537" cy="970619"/>
          </a:xfrm>
          <a:prstGeom prst="rect">
            <a:avLst/>
          </a:prstGeom>
        </p:spPr>
      </p:pic>
    </p:spTree>
    <p:extLst>
      <p:ext uri="{BB962C8B-B14F-4D97-AF65-F5344CB8AC3E}">
        <p14:creationId xmlns:p14="http://schemas.microsoft.com/office/powerpoint/2010/main" val="3310025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696036"/>
            <a:ext cx="10058400" cy="1041324"/>
          </a:xfrm>
        </p:spPr>
        <p:txBody>
          <a:bodyPr/>
          <a:lstStyle/>
          <a:p>
            <a:r>
              <a:rPr lang="en-US" b="1" dirty="0">
                <a:solidFill>
                  <a:schemeClr val="tx1"/>
                </a:solidFill>
              </a:rPr>
              <a:t>data flow  testing cycle</a:t>
            </a:r>
          </a:p>
        </p:txBody>
      </p:sp>
      <p:pic>
        <p:nvPicPr>
          <p:cNvPr id="6" name="Content Placeholder 5"/>
          <p:cNvPicPr>
            <a:picLocks noGrp="1" noChangeAspect="1"/>
          </p:cNvPicPr>
          <p:nvPr>
            <p:ph idx="1"/>
          </p:nvPr>
        </p:nvPicPr>
        <p:blipFill>
          <a:blip r:embed="rId2"/>
          <a:stretch>
            <a:fillRect/>
          </a:stretch>
        </p:blipFill>
        <p:spPr>
          <a:xfrm>
            <a:off x="1297567" y="2060297"/>
            <a:ext cx="9247085" cy="3471039"/>
          </a:xfrm>
          <a:prstGeom prst="rect">
            <a:avLst/>
          </a:prstGeom>
        </p:spPr>
      </p:pic>
    </p:spTree>
    <p:extLst>
      <p:ext uri="{BB962C8B-B14F-4D97-AF65-F5344CB8AC3E}">
        <p14:creationId xmlns:p14="http://schemas.microsoft.com/office/powerpoint/2010/main" val="1890923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Testing Strategies Using du-Paths</a:t>
            </a:r>
          </a:p>
        </p:txBody>
      </p:sp>
      <p:sp>
        <p:nvSpPr>
          <p:cNvPr id="3" name="Content Placeholder 2"/>
          <p:cNvSpPr>
            <a:spLocks noGrp="1"/>
          </p:cNvSpPr>
          <p:nvPr>
            <p:ph idx="1"/>
          </p:nvPr>
        </p:nvSpPr>
        <p:spPr/>
        <p:txBody>
          <a:bodyPr>
            <a:normAutofit/>
          </a:bodyPr>
          <a:lstStyle/>
          <a:p>
            <a:pPr algn="just"/>
            <a:r>
              <a:rPr lang="en-US" dirty="0">
                <a:solidFill>
                  <a:schemeClr val="tx1"/>
                </a:solidFill>
              </a:rPr>
              <a:t>We want to generate test cases which trace every definition to each of its use and every use is  traced to each of its definition. Some of the testing strategies are given as:</a:t>
            </a:r>
          </a:p>
          <a:p>
            <a:pPr algn="just"/>
            <a:r>
              <a:rPr lang="en-US" b="1" dirty="0">
                <a:solidFill>
                  <a:schemeClr val="tx1"/>
                </a:solidFill>
              </a:rPr>
              <a:t>Test all du-paths</a:t>
            </a:r>
          </a:p>
          <a:p>
            <a:pPr algn="just"/>
            <a:r>
              <a:rPr lang="en-US" dirty="0">
                <a:solidFill>
                  <a:schemeClr val="tx1"/>
                </a:solidFill>
              </a:rPr>
              <a:t>All du-paths generated for all variables are tested. This is the strongest data flow testing strategy covering all possible du-paths.</a:t>
            </a:r>
          </a:p>
          <a:p>
            <a:pPr algn="just"/>
            <a:r>
              <a:rPr lang="en-US" b="1" dirty="0">
                <a:solidFill>
                  <a:schemeClr val="tx1"/>
                </a:solidFill>
              </a:rPr>
              <a:t>Test all uses</a:t>
            </a:r>
          </a:p>
          <a:p>
            <a:pPr algn="just"/>
            <a:r>
              <a:rPr lang="en-US" dirty="0">
                <a:solidFill>
                  <a:schemeClr val="tx1"/>
                </a:solidFill>
              </a:rPr>
              <a:t>Find at least one path from every definition of every variable to every use of that variable which can be reached by that definition.</a:t>
            </a:r>
          </a:p>
          <a:p>
            <a:pPr algn="just"/>
            <a:r>
              <a:rPr lang="en-US" dirty="0">
                <a:solidFill>
                  <a:schemeClr val="tx1"/>
                </a:solidFill>
              </a:rPr>
              <a:t>For every use of a variable, there is a path from the definition of that variable to the use of that variable.</a:t>
            </a:r>
          </a:p>
        </p:txBody>
      </p:sp>
    </p:spTree>
    <p:extLst>
      <p:ext uri="{BB962C8B-B14F-4D97-AF65-F5344CB8AC3E}">
        <p14:creationId xmlns:p14="http://schemas.microsoft.com/office/powerpoint/2010/main" val="339546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Testing Strategies Using du-Paths</a:t>
            </a:r>
          </a:p>
        </p:txBody>
      </p:sp>
      <p:sp>
        <p:nvSpPr>
          <p:cNvPr id="3" name="Content Placeholder 2"/>
          <p:cNvSpPr>
            <a:spLocks noGrp="1"/>
          </p:cNvSpPr>
          <p:nvPr>
            <p:ph idx="1"/>
          </p:nvPr>
        </p:nvSpPr>
        <p:spPr/>
        <p:txBody>
          <a:bodyPr/>
          <a:lstStyle/>
          <a:p>
            <a:r>
              <a:rPr lang="en-US" sz="2000" b="1" dirty="0">
                <a:solidFill>
                  <a:schemeClr val="tx1"/>
                </a:solidFill>
              </a:rPr>
              <a:t>Test all definitions</a:t>
            </a:r>
          </a:p>
          <a:p>
            <a:r>
              <a:rPr lang="en-US" dirty="0">
                <a:solidFill>
                  <a:schemeClr val="tx1"/>
                </a:solidFill>
              </a:rPr>
              <a:t>Find paths from every definition of every variable to at least one use of that variable; </a:t>
            </a:r>
          </a:p>
          <a:p>
            <a:r>
              <a:rPr lang="en-US" dirty="0">
                <a:solidFill>
                  <a:schemeClr val="tx1"/>
                </a:solidFill>
              </a:rPr>
              <a:t>The first requires that each definition reaches all possible uses through all possible du-paths, the second requires that each definition reaches all possible uses, and the third requires that each definition reaches at least one use.</a:t>
            </a:r>
          </a:p>
        </p:txBody>
      </p:sp>
    </p:spTree>
    <p:extLst>
      <p:ext uri="{BB962C8B-B14F-4D97-AF65-F5344CB8AC3E}">
        <p14:creationId xmlns:p14="http://schemas.microsoft.com/office/powerpoint/2010/main" val="820248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Types of Data Flow Testing</a:t>
            </a:r>
            <a:endParaRPr lang="en-US" dirty="0">
              <a:solidFill>
                <a:schemeClr val="tx1"/>
              </a:solidFill>
            </a:endParaRPr>
          </a:p>
        </p:txBody>
      </p:sp>
      <p:sp>
        <p:nvSpPr>
          <p:cNvPr id="3" name="Content Placeholder 2"/>
          <p:cNvSpPr>
            <a:spLocks noGrp="1"/>
          </p:cNvSpPr>
          <p:nvPr>
            <p:ph idx="1"/>
          </p:nvPr>
        </p:nvSpPr>
        <p:spPr/>
        <p:txBody>
          <a:bodyPr/>
          <a:lstStyle/>
          <a:p>
            <a:pPr algn="just"/>
            <a:r>
              <a:rPr lang="en-US" sz="2400" b="1" dirty="0">
                <a:solidFill>
                  <a:schemeClr val="tx1"/>
                </a:solidFill>
              </a:rPr>
              <a:t>Static Data Flow Testing: </a:t>
            </a:r>
            <a:r>
              <a:rPr lang="en-US" sz="2400" dirty="0">
                <a:solidFill>
                  <a:schemeClr val="tx1"/>
                </a:solidFill>
              </a:rPr>
              <a:t>No actual execution of the code is carried out in Static Data Flow testing. Generally, the definition, and usage pattern of the data variables is scrutinized through a control flow graph.</a:t>
            </a:r>
          </a:p>
          <a:p>
            <a:pPr algn="just"/>
            <a:endParaRPr lang="en-US" sz="2400" dirty="0">
              <a:solidFill>
                <a:schemeClr val="tx1"/>
              </a:solidFill>
            </a:endParaRPr>
          </a:p>
          <a:p>
            <a:pPr algn="just"/>
            <a:r>
              <a:rPr lang="en-US" sz="2400" b="1" dirty="0">
                <a:solidFill>
                  <a:schemeClr val="tx1"/>
                </a:solidFill>
              </a:rPr>
              <a:t>Dynamic Data Flow Testing: </a:t>
            </a:r>
            <a:r>
              <a:rPr lang="en-US" sz="2400" dirty="0">
                <a:solidFill>
                  <a:schemeClr val="tx1"/>
                </a:solidFill>
              </a:rPr>
              <a:t>The code is executed to observe the transitional results. Dynamic data flow testing includes:</a:t>
            </a:r>
          </a:p>
          <a:p>
            <a:pPr lvl="1" algn="just">
              <a:buFont typeface="Arial" panose="020B0604020202020204" pitchFamily="34" charset="0"/>
              <a:buChar char="•"/>
            </a:pPr>
            <a:r>
              <a:rPr lang="en-US" sz="2000" dirty="0">
                <a:solidFill>
                  <a:schemeClr val="tx1"/>
                </a:solidFill>
              </a:rPr>
              <a:t>Identification of definition and usage of data variables.</a:t>
            </a:r>
          </a:p>
          <a:p>
            <a:pPr lvl="1" algn="just">
              <a:buFont typeface="Arial" panose="020B0604020202020204" pitchFamily="34" charset="0"/>
              <a:buChar char="•"/>
            </a:pPr>
            <a:r>
              <a:rPr lang="en-US" sz="2000" dirty="0">
                <a:solidFill>
                  <a:schemeClr val="tx1"/>
                </a:solidFill>
              </a:rPr>
              <a:t>Identifying viable paths between definition and usage pairs of data variables.</a:t>
            </a:r>
          </a:p>
          <a:p>
            <a:pPr lvl="1" algn="just">
              <a:buFont typeface="Arial" panose="020B0604020202020204" pitchFamily="34" charset="0"/>
              <a:buChar char="•"/>
            </a:pPr>
            <a:r>
              <a:rPr lang="en-US" sz="2000" dirty="0">
                <a:solidFill>
                  <a:schemeClr val="tx1"/>
                </a:solidFill>
              </a:rPr>
              <a:t>Designing &amp; crafting test cases for these paths.</a:t>
            </a:r>
          </a:p>
          <a:p>
            <a:pPr algn="just"/>
            <a:endParaRPr lang="en-US" dirty="0"/>
          </a:p>
        </p:txBody>
      </p:sp>
    </p:spTree>
    <p:extLst>
      <p:ext uri="{BB962C8B-B14F-4D97-AF65-F5344CB8AC3E}">
        <p14:creationId xmlns:p14="http://schemas.microsoft.com/office/powerpoint/2010/main" val="302804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Data Flow Testing Limitations</a:t>
            </a:r>
            <a:endParaRPr lang="en-US" dirty="0">
              <a:solidFill>
                <a:schemeClr val="tx1"/>
              </a:solidFill>
            </a:endParaRPr>
          </a:p>
        </p:txBody>
      </p:sp>
      <p:sp>
        <p:nvSpPr>
          <p:cNvPr id="3" name="Content Placeholder 2"/>
          <p:cNvSpPr>
            <a:spLocks noGrp="1"/>
          </p:cNvSpPr>
          <p:nvPr>
            <p:ph idx="1"/>
          </p:nvPr>
        </p:nvSpPr>
        <p:spPr/>
        <p:txBody>
          <a:bodyPr>
            <a:normAutofit/>
          </a:bodyPr>
          <a:lstStyle/>
          <a:p>
            <a:r>
              <a:rPr lang="en-US" sz="2400" dirty="0">
                <a:solidFill>
                  <a:schemeClr val="tx1"/>
                </a:solidFill>
              </a:rPr>
              <a:t>Testers require good knowledge of programming.</a:t>
            </a:r>
          </a:p>
          <a:p>
            <a:r>
              <a:rPr lang="en-US" sz="2400" dirty="0">
                <a:solidFill>
                  <a:schemeClr val="tx1"/>
                </a:solidFill>
              </a:rPr>
              <a:t>Time-consuming</a:t>
            </a:r>
          </a:p>
          <a:p>
            <a:r>
              <a:rPr lang="en-US" sz="2400" dirty="0">
                <a:solidFill>
                  <a:schemeClr val="tx1"/>
                </a:solidFill>
              </a:rPr>
              <a:t>Costly process.</a:t>
            </a:r>
          </a:p>
          <a:p>
            <a:endParaRPr lang="en-US" sz="2400" dirty="0"/>
          </a:p>
        </p:txBody>
      </p:sp>
    </p:spTree>
    <p:extLst>
      <p:ext uri="{BB962C8B-B14F-4D97-AF65-F5344CB8AC3E}">
        <p14:creationId xmlns:p14="http://schemas.microsoft.com/office/powerpoint/2010/main" val="3966666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506268" y="4933129"/>
            <a:ext cx="4271749" cy="1450757"/>
          </a:xfrm>
          <a:prstGeom prst="rect">
            <a:avLst/>
          </a:prstGeom>
        </p:spPr>
        <p:txBody>
          <a:bodyPr>
            <a:normAutofit fontScale="70000" lnSpcReduction="2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b="1" dirty="0">
                <a:solidFill>
                  <a:schemeClr val="tx1"/>
                </a:solidFill>
              </a:rPr>
              <a:t>Example: find the largest number amongst three numbers.</a:t>
            </a:r>
          </a:p>
        </p:txBody>
      </p:sp>
      <p:pic>
        <p:nvPicPr>
          <p:cNvPr id="6" name="Content Placeholder 5"/>
          <p:cNvPicPr>
            <a:picLocks noChangeAspect="1"/>
          </p:cNvPicPr>
          <p:nvPr/>
        </p:nvPicPr>
        <p:blipFill>
          <a:blip r:embed="rId2"/>
          <a:stretch>
            <a:fillRect/>
          </a:stretch>
        </p:blipFill>
        <p:spPr>
          <a:xfrm>
            <a:off x="22745" y="112393"/>
            <a:ext cx="7341997" cy="6745607"/>
          </a:xfrm>
          <a:prstGeom prst="rect">
            <a:avLst/>
          </a:prstGeom>
        </p:spPr>
      </p:pic>
      <p:pic>
        <p:nvPicPr>
          <p:cNvPr id="7" name="Picture 6"/>
          <p:cNvPicPr>
            <a:picLocks noChangeAspect="1"/>
          </p:cNvPicPr>
          <p:nvPr/>
        </p:nvPicPr>
        <p:blipFill>
          <a:blip r:embed="rId3"/>
          <a:stretch>
            <a:fillRect/>
          </a:stretch>
        </p:blipFill>
        <p:spPr>
          <a:xfrm>
            <a:off x="5727510" y="112393"/>
            <a:ext cx="6050507" cy="2297502"/>
          </a:xfrm>
          <a:prstGeom prst="rect">
            <a:avLst/>
          </a:prstGeom>
        </p:spPr>
      </p:pic>
    </p:spTree>
    <p:extLst>
      <p:ext uri="{BB962C8B-B14F-4D97-AF65-F5344CB8AC3E}">
        <p14:creationId xmlns:p14="http://schemas.microsoft.com/office/powerpoint/2010/main" val="2667064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Step 1</a:t>
            </a:r>
          </a:p>
        </p:txBody>
      </p:sp>
      <p:pic>
        <p:nvPicPr>
          <p:cNvPr id="6" name="Content Placeholder 5"/>
          <p:cNvPicPr>
            <a:picLocks noGrp="1" noChangeAspect="1"/>
          </p:cNvPicPr>
          <p:nvPr>
            <p:ph idx="1"/>
          </p:nvPr>
        </p:nvPicPr>
        <p:blipFill>
          <a:blip r:embed="rId2"/>
          <a:stretch>
            <a:fillRect/>
          </a:stretch>
        </p:blipFill>
        <p:spPr>
          <a:xfrm>
            <a:off x="1500996" y="2070341"/>
            <a:ext cx="9057304" cy="3881470"/>
          </a:xfrm>
          <a:prstGeom prst="rect">
            <a:avLst/>
          </a:prstGeom>
        </p:spPr>
      </p:pic>
    </p:spTree>
    <p:extLst>
      <p:ext uri="{BB962C8B-B14F-4D97-AF65-F5344CB8AC3E}">
        <p14:creationId xmlns:p14="http://schemas.microsoft.com/office/powerpoint/2010/main" val="4133473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Step II &amp; III</a:t>
            </a:r>
          </a:p>
        </p:txBody>
      </p:sp>
      <p:pic>
        <p:nvPicPr>
          <p:cNvPr id="6" name="Content Placeholder 5"/>
          <p:cNvPicPr>
            <a:picLocks noGrp="1" noChangeAspect="1"/>
          </p:cNvPicPr>
          <p:nvPr>
            <p:ph idx="1"/>
          </p:nvPr>
        </p:nvPicPr>
        <p:blipFill>
          <a:blip r:embed="rId2"/>
          <a:stretch>
            <a:fillRect/>
          </a:stretch>
        </p:blipFill>
        <p:spPr>
          <a:xfrm>
            <a:off x="417426" y="1630007"/>
            <a:ext cx="11649136" cy="4709378"/>
          </a:xfrm>
          <a:prstGeom prst="rect">
            <a:avLst/>
          </a:prstGeom>
        </p:spPr>
      </p:pic>
    </p:spTree>
    <p:extLst>
      <p:ext uri="{BB962C8B-B14F-4D97-AF65-F5344CB8AC3E}">
        <p14:creationId xmlns:p14="http://schemas.microsoft.com/office/powerpoint/2010/main" val="562791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Test cases</a:t>
            </a:r>
          </a:p>
        </p:txBody>
      </p:sp>
      <p:pic>
        <p:nvPicPr>
          <p:cNvPr id="6" name="Content Placeholder 5"/>
          <p:cNvPicPr>
            <a:picLocks noGrp="1" noChangeAspect="1"/>
          </p:cNvPicPr>
          <p:nvPr>
            <p:ph idx="1"/>
          </p:nvPr>
        </p:nvPicPr>
        <p:blipFill>
          <a:blip r:embed="rId2"/>
          <a:stretch>
            <a:fillRect/>
          </a:stretch>
        </p:blipFill>
        <p:spPr>
          <a:xfrm>
            <a:off x="116532" y="1737360"/>
            <a:ext cx="12019895" cy="4834037"/>
          </a:xfrm>
          <a:prstGeom prst="rect">
            <a:avLst/>
          </a:prstGeom>
        </p:spPr>
      </p:pic>
    </p:spTree>
    <p:extLst>
      <p:ext uri="{BB962C8B-B14F-4D97-AF65-F5344CB8AC3E}">
        <p14:creationId xmlns:p14="http://schemas.microsoft.com/office/powerpoint/2010/main" val="90264739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1443</TotalTime>
  <Words>981</Words>
  <Application>Microsoft Office PowerPoint</Application>
  <PresentationFormat>Widescreen</PresentationFormat>
  <Paragraphs>113</Paragraphs>
  <Slides>20</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Calibri</vt:lpstr>
      <vt:lpstr>Calibri Light</vt:lpstr>
      <vt:lpstr>Times New Roman</vt:lpstr>
      <vt:lpstr>Retrospect</vt:lpstr>
      <vt:lpstr> Software Quality Engineering</vt:lpstr>
      <vt:lpstr>Today’s Outline</vt:lpstr>
      <vt:lpstr>PowerPoint Presentation</vt:lpstr>
      <vt:lpstr>Data flow testing</vt:lpstr>
      <vt:lpstr>Data flow testing</vt:lpstr>
      <vt:lpstr>Example</vt:lpstr>
      <vt:lpstr>Example</vt:lpstr>
      <vt:lpstr>Define/Reference Anomalies</vt:lpstr>
      <vt:lpstr>Data flow testing terms definitions</vt:lpstr>
      <vt:lpstr>Data flow testing terms definitions</vt:lpstr>
      <vt:lpstr>Identification of du Paths</vt:lpstr>
      <vt:lpstr>data flow  testing cycle</vt:lpstr>
      <vt:lpstr>Testing Strategies Using du-Paths</vt:lpstr>
      <vt:lpstr>Testing Strategies Using du-Paths</vt:lpstr>
      <vt:lpstr>Types of Data Flow Testing</vt:lpstr>
      <vt:lpstr>Data Flow Testing Limitations</vt:lpstr>
      <vt:lpstr>PowerPoint Presentation</vt:lpstr>
      <vt:lpstr>Step 1</vt:lpstr>
      <vt:lpstr>Step II &amp; III</vt:lpstr>
      <vt:lpstr>Test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2024-10-15T13:08:06Z</dcterms:modified>
</cp:coreProperties>
</file>