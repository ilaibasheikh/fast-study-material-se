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56" r:id="rId2"/>
    <p:sldId id="339" r:id="rId3"/>
    <p:sldId id="377" r:id="rId4"/>
    <p:sldId id="378" r:id="rId5"/>
    <p:sldId id="379" r:id="rId6"/>
    <p:sldId id="399" r:id="rId7"/>
    <p:sldId id="400" r:id="rId8"/>
    <p:sldId id="402" r:id="rId9"/>
    <p:sldId id="401" r:id="rId10"/>
    <p:sldId id="403" r:id="rId11"/>
    <p:sldId id="404" r:id="rId12"/>
    <p:sldId id="387" r:id="rId13"/>
    <p:sldId id="388" r:id="rId14"/>
    <p:sldId id="389" r:id="rId15"/>
    <p:sldId id="427" r:id="rId16"/>
    <p:sldId id="428" r:id="rId17"/>
    <p:sldId id="429" r:id="rId18"/>
    <p:sldId id="430" r:id="rId19"/>
    <p:sldId id="431" r:id="rId20"/>
    <p:sldId id="432" r:id="rId21"/>
    <p:sldId id="405" r:id="rId22"/>
    <p:sldId id="433" r:id="rId23"/>
    <p:sldId id="435" r:id="rId24"/>
    <p:sldId id="436" r:id="rId25"/>
    <p:sldId id="437" r:id="rId26"/>
    <p:sldId id="438" r:id="rId27"/>
    <p:sldId id="439" r:id="rId28"/>
    <p:sldId id="440" r:id="rId29"/>
    <p:sldId id="441" r:id="rId30"/>
    <p:sldId id="442" r:id="rId31"/>
    <p:sldId id="443" r:id="rId32"/>
    <p:sldId id="444" r:id="rId33"/>
    <p:sldId id="445" r:id="rId34"/>
    <p:sldId id="343" r:id="rId35"/>
    <p:sldId id="344" r:id="rId36"/>
    <p:sldId id="345" r:id="rId37"/>
    <p:sldId id="352" r:id="rId38"/>
    <p:sldId id="346" r:id="rId39"/>
    <p:sldId id="347" r:id="rId40"/>
    <p:sldId id="348" r:id="rId41"/>
    <p:sldId id="349" r:id="rId42"/>
    <p:sldId id="434" r:id="rId43"/>
    <p:sldId id="353" r:id="rId44"/>
    <p:sldId id="350" r:id="rId45"/>
    <p:sldId id="279"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EECB78-834E-42EB-BD92-A4A3828D9035}" v="7" dt="2024-11-02T07:08:49.1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038" autoAdjust="0"/>
  </p:normalViewPr>
  <p:slideViewPr>
    <p:cSldViewPr snapToGrid="0">
      <p:cViewPr varScale="1">
        <p:scale>
          <a:sx n="100" d="100"/>
          <a:sy n="100" d="100"/>
        </p:scale>
        <p:origin x="9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02638E59-C79E-47A1-A0E6-15FB3AF57D6E}"/>
    <pc:docChg chg="undo custSel addSld delSld modSld">
      <pc:chgData name="Ms Alina Arshad" userId="cccdfd85-d35d-4453-9c6f-a463aae40722" providerId="ADAL" clId="{02638E59-C79E-47A1-A0E6-15FB3AF57D6E}" dt="2024-08-27T14:53:00.384" v="308" actId="14100"/>
      <pc:docMkLst>
        <pc:docMk/>
      </pc:docMkLst>
      <pc:sldChg chg="delSp modSp mod">
        <pc:chgData name="Ms Alina Arshad" userId="cccdfd85-d35d-4453-9c6f-a463aae40722" providerId="ADAL" clId="{02638E59-C79E-47A1-A0E6-15FB3AF57D6E}" dt="2024-08-27T14:45:21.255" v="301" actId="1076"/>
        <pc:sldMkLst>
          <pc:docMk/>
          <pc:sldMk cId="1406944082" sldId="358"/>
        </pc:sldMkLst>
        <pc:spChg chg="mod">
          <ac:chgData name="Ms Alina Arshad" userId="cccdfd85-d35d-4453-9c6f-a463aae40722" providerId="ADAL" clId="{02638E59-C79E-47A1-A0E6-15FB3AF57D6E}" dt="2024-08-27T14:42:41.930" v="275" actId="207"/>
          <ac:spMkLst>
            <pc:docMk/>
            <pc:sldMk cId="1406944082" sldId="358"/>
            <ac:spMk id="2" creationId="{00000000-0000-0000-0000-000000000000}"/>
          </ac:spMkLst>
        </pc:spChg>
        <pc:spChg chg="mod">
          <ac:chgData name="Ms Alina Arshad" userId="cccdfd85-d35d-4453-9c6f-a463aae40722" providerId="ADAL" clId="{02638E59-C79E-47A1-A0E6-15FB3AF57D6E}" dt="2024-08-27T14:45:21.255" v="301" actId="1076"/>
          <ac:spMkLst>
            <pc:docMk/>
            <pc:sldMk cId="1406944082" sldId="358"/>
            <ac:spMk id="3" creationId="{00000000-0000-0000-0000-000000000000}"/>
          </ac:spMkLst>
        </pc:spChg>
        <pc:spChg chg="del">
          <ac:chgData name="Ms Alina Arshad" userId="cccdfd85-d35d-4453-9c6f-a463aae40722" providerId="ADAL" clId="{02638E59-C79E-47A1-A0E6-15FB3AF57D6E}" dt="2024-08-26T15:24:12.429" v="160" actId="478"/>
          <ac:spMkLst>
            <pc:docMk/>
            <pc:sldMk cId="1406944082" sldId="358"/>
            <ac:spMk id="4" creationId="{00000000-0000-0000-0000-000000000000}"/>
          </ac:spMkLst>
        </pc:spChg>
        <pc:spChg chg="del">
          <ac:chgData name="Ms Alina Arshad" userId="cccdfd85-d35d-4453-9c6f-a463aae40722" providerId="ADAL" clId="{02638E59-C79E-47A1-A0E6-15FB3AF57D6E}" dt="2024-08-26T15:24:14.062" v="161" actId="478"/>
          <ac:spMkLst>
            <pc:docMk/>
            <pc:sldMk cId="1406944082" sldId="358"/>
            <ac:spMk id="5" creationId="{00000000-0000-0000-0000-000000000000}"/>
          </ac:spMkLst>
        </pc:spChg>
      </pc:sldChg>
      <pc:sldChg chg="delSp modSp mod">
        <pc:chgData name="Ms Alina Arshad" userId="cccdfd85-d35d-4453-9c6f-a463aae40722" providerId="ADAL" clId="{02638E59-C79E-47A1-A0E6-15FB3AF57D6E}" dt="2024-08-27T14:48:10.802" v="302" actId="20577"/>
        <pc:sldMkLst>
          <pc:docMk/>
          <pc:sldMk cId="2115952897" sldId="359"/>
        </pc:sldMkLst>
        <pc:spChg chg="mod">
          <ac:chgData name="Ms Alina Arshad" userId="cccdfd85-d35d-4453-9c6f-a463aae40722" providerId="ADAL" clId="{02638E59-C79E-47A1-A0E6-15FB3AF57D6E}" dt="2024-08-26T15:24:22.718" v="163" actId="113"/>
          <ac:spMkLst>
            <pc:docMk/>
            <pc:sldMk cId="2115952897" sldId="359"/>
            <ac:spMk id="2" creationId="{00000000-0000-0000-0000-000000000000}"/>
          </ac:spMkLst>
        </pc:spChg>
        <pc:spChg chg="mod">
          <ac:chgData name="Ms Alina Arshad" userId="cccdfd85-d35d-4453-9c6f-a463aae40722" providerId="ADAL" clId="{02638E59-C79E-47A1-A0E6-15FB3AF57D6E}" dt="2024-08-27T14:48:10.802" v="302" actId="20577"/>
          <ac:spMkLst>
            <pc:docMk/>
            <pc:sldMk cId="2115952897" sldId="359"/>
            <ac:spMk id="3" creationId="{00000000-0000-0000-0000-000000000000}"/>
          </ac:spMkLst>
        </pc:spChg>
        <pc:spChg chg="del">
          <ac:chgData name="Ms Alina Arshad" userId="cccdfd85-d35d-4453-9c6f-a463aae40722" providerId="ADAL" clId="{02638E59-C79E-47A1-A0E6-15FB3AF57D6E}" dt="2024-08-26T15:24:30.839" v="165" actId="478"/>
          <ac:spMkLst>
            <pc:docMk/>
            <pc:sldMk cId="2115952897" sldId="359"/>
            <ac:spMk id="4" creationId="{00000000-0000-0000-0000-000000000000}"/>
          </ac:spMkLst>
        </pc:spChg>
        <pc:spChg chg="del">
          <ac:chgData name="Ms Alina Arshad" userId="cccdfd85-d35d-4453-9c6f-a463aae40722" providerId="ADAL" clId="{02638E59-C79E-47A1-A0E6-15FB3AF57D6E}" dt="2024-08-26T15:24:32.579" v="166" actId="478"/>
          <ac:spMkLst>
            <pc:docMk/>
            <pc:sldMk cId="2115952897" sldId="359"/>
            <ac:spMk id="5" creationId="{00000000-0000-0000-0000-000000000000}"/>
          </ac:spMkLst>
        </pc:spChg>
      </pc:sldChg>
      <pc:sldChg chg="delSp modSp mod">
        <pc:chgData name="Ms Alina Arshad" userId="cccdfd85-d35d-4453-9c6f-a463aae40722" providerId="ADAL" clId="{02638E59-C79E-47A1-A0E6-15FB3AF57D6E}" dt="2024-08-26T15:24:55.404" v="173" actId="478"/>
        <pc:sldMkLst>
          <pc:docMk/>
          <pc:sldMk cId="3064447784" sldId="360"/>
        </pc:sldMkLst>
        <pc:spChg chg="mod">
          <ac:chgData name="Ms Alina Arshad" userId="cccdfd85-d35d-4453-9c6f-a463aae40722" providerId="ADAL" clId="{02638E59-C79E-47A1-A0E6-15FB3AF57D6E}" dt="2024-08-26T15:24:41.428" v="168" actId="113"/>
          <ac:spMkLst>
            <pc:docMk/>
            <pc:sldMk cId="3064447784" sldId="360"/>
            <ac:spMk id="2" creationId="{00000000-0000-0000-0000-000000000000}"/>
          </ac:spMkLst>
        </pc:spChg>
        <pc:spChg chg="mod">
          <ac:chgData name="Ms Alina Arshad" userId="cccdfd85-d35d-4453-9c6f-a463aae40722" providerId="ADAL" clId="{02638E59-C79E-47A1-A0E6-15FB3AF57D6E}" dt="2024-08-26T15:24:51.359" v="171" actId="1076"/>
          <ac:spMkLst>
            <pc:docMk/>
            <pc:sldMk cId="3064447784" sldId="360"/>
            <ac:spMk id="3" creationId="{00000000-0000-0000-0000-000000000000}"/>
          </ac:spMkLst>
        </pc:spChg>
        <pc:spChg chg="del">
          <ac:chgData name="Ms Alina Arshad" userId="cccdfd85-d35d-4453-9c6f-a463aae40722" providerId="ADAL" clId="{02638E59-C79E-47A1-A0E6-15FB3AF57D6E}" dt="2024-08-26T15:24:53.655" v="172" actId="478"/>
          <ac:spMkLst>
            <pc:docMk/>
            <pc:sldMk cId="3064447784" sldId="360"/>
            <ac:spMk id="4" creationId="{00000000-0000-0000-0000-000000000000}"/>
          </ac:spMkLst>
        </pc:spChg>
        <pc:spChg chg="del">
          <ac:chgData name="Ms Alina Arshad" userId="cccdfd85-d35d-4453-9c6f-a463aae40722" providerId="ADAL" clId="{02638E59-C79E-47A1-A0E6-15FB3AF57D6E}" dt="2024-08-26T15:24:55.404" v="173" actId="478"/>
          <ac:spMkLst>
            <pc:docMk/>
            <pc:sldMk cId="3064447784" sldId="360"/>
            <ac:spMk id="5" creationId="{00000000-0000-0000-0000-000000000000}"/>
          </ac:spMkLst>
        </pc:spChg>
      </pc:sldChg>
      <pc:sldChg chg="delSp modSp mod">
        <pc:chgData name="Ms Alina Arshad" userId="cccdfd85-d35d-4453-9c6f-a463aae40722" providerId="ADAL" clId="{02638E59-C79E-47A1-A0E6-15FB3AF57D6E}" dt="2024-08-27T14:53:00.384" v="308" actId="14100"/>
        <pc:sldMkLst>
          <pc:docMk/>
          <pc:sldMk cId="2172419699" sldId="363"/>
        </pc:sldMkLst>
        <pc:spChg chg="mod">
          <ac:chgData name="Ms Alina Arshad" userId="cccdfd85-d35d-4453-9c6f-a463aae40722" providerId="ADAL" clId="{02638E59-C79E-47A1-A0E6-15FB3AF57D6E}" dt="2024-08-26T15:25:38.020" v="185" actId="1076"/>
          <ac:spMkLst>
            <pc:docMk/>
            <pc:sldMk cId="2172419699" sldId="363"/>
            <ac:spMk id="2" creationId="{00000000-0000-0000-0000-000000000000}"/>
          </ac:spMkLst>
        </pc:spChg>
        <pc:spChg chg="del">
          <ac:chgData name="Ms Alina Arshad" userId="cccdfd85-d35d-4453-9c6f-a463aae40722" providerId="ADAL" clId="{02638E59-C79E-47A1-A0E6-15FB3AF57D6E}" dt="2024-08-26T15:25:47.990" v="189" actId="478"/>
          <ac:spMkLst>
            <pc:docMk/>
            <pc:sldMk cId="2172419699" sldId="363"/>
            <ac:spMk id="4" creationId="{00000000-0000-0000-0000-000000000000}"/>
          </ac:spMkLst>
        </pc:spChg>
        <pc:spChg chg="del">
          <ac:chgData name="Ms Alina Arshad" userId="cccdfd85-d35d-4453-9c6f-a463aae40722" providerId="ADAL" clId="{02638E59-C79E-47A1-A0E6-15FB3AF57D6E}" dt="2024-08-26T15:25:51.889" v="190" actId="478"/>
          <ac:spMkLst>
            <pc:docMk/>
            <pc:sldMk cId="2172419699" sldId="363"/>
            <ac:spMk id="5" creationId="{00000000-0000-0000-0000-000000000000}"/>
          </ac:spMkLst>
        </pc:spChg>
        <pc:graphicFrameChg chg="mod modGraphic">
          <ac:chgData name="Ms Alina Arshad" userId="cccdfd85-d35d-4453-9c6f-a463aae40722" providerId="ADAL" clId="{02638E59-C79E-47A1-A0E6-15FB3AF57D6E}" dt="2024-08-27T14:53:00.384" v="308" actId="14100"/>
          <ac:graphicFrameMkLst>
            <pc:docMk/>
            <pc:sldMk cId="2172419699" sldId="363"/>
            <ac:graphicFrameMk id="6" creationId="{00000000-0000-0000-0000-000000000000}"/>
          </ac:graphicFrameMkLst>
        </pc:graphicFrameChg>
      </pc:sldChg>
      <pc:sldChg chg="delSp modSp mod">
        <pc:chgData name="Ms Alina Arshad" userId="cccdfd85-d35d-4453-9c6f-a463aae40722" providerId="ADAL" clId="{02638E59-C79E-47A1-A0E6-15FB3AF57D6E}" dt="2024-08-26T15:26:48.278" v="205" actId="478"/>
        <pc:sldMkLst>
          <pc:docMk/>
          <pc:sldMk cId="1503862493" sldId="364"/>
        </pc:sldMkLst>
        <pc:spChg chg="mod">
          <ac:chgData name="Ms Alina Arshad" userId="cccdfd85-d35d-4453-9c6f-a463aae40722" providerId="ADAL" clId="{02638E59-C79E-47A1-A0E6-15FB3AF57D6E}" dt="2024-08-26T15:26:26.876" v="195" actId="1076"/>
          <ac:spMkLst>
            <pc:docMk/>
            <pc:sldMk cId="1503862493" sldId="364"/>
            <ac:spMk id="2" creationId="{00000000-0000-0000-0000-000000000000}"/>
          </ac:spMkLst>
        </pc:spChg>
        <pc:spChg chg="del">
          <ac:chgData name="Ms Alina Arshad" userId="cccdfd85-d35d-4453-9c6f-a463aae40722" providerId="ADAL" clId="{02638E59-C79E-47A1-A0E6-15FB3AF57D6E}" dt="2024-08-26T15:26:46.206" v="204" actId="478"/>
          <ac:spMkLst>
            <pc:docMk/>
            <pc:sldMk cId="1503862493" sldId="364"/>
            <ac:spMk id="4" creationId="{00000000-0000-0000-0000-000000000000}"/>
          </ac:spMkLst>
        </pc:spChg>
        <pc:spChg chg="del">
          <ac:chgData name="Ms Alina Arshad" userId="cccdfd85-d35d-4453-9c6f-a463aae40722" providerId="ADAL" clId="{02638E59-C79E-47A1-A0E6-15FB3AF57D6E}" dt="2024-08-26T15:26:48.278" v="205" actId="478"/>
          <ac:spMkLst>
            <pc:docMk/>
            <pc:sldMk cId="1503862493" sldId="364"/>
            <ac:spMk id="5" creationId="{00000000-0000-0000-0000-000000000000}"/>
          </ac:spMkLst>
        </pc:spChg>
        <pc:graphicFrameChg chg="mod modGraphic">
          <ac:chgData name="Ms Alina Arshad" userId="cccdfd85-d35d-4453-9c6f-a463aae40722" providerId="ADAL" clId="{02638E59-C79E-47A1-A0E6-15FB3AF57D6E}" dt="2024-08-26T15:26:42.071" v="203" actId="404"/>
          <ac:graphicFrameMkLst>
            <pc:docMk/>
            <pc:sldMk cId="1503862493" sldId="364"/>
            <ac:graphicFrameMk id="6" creationId="{00000000-0000-0000-0000-000000000000}"/>
          </ac:graphicFrameMkLst>
        </pc:graphicFrameChg>
      </pc:sldChg>
      <pc:sldChg chg="delSp modSp mod">
        <pc:chgData name="Ms Alina Arshad" userId="cccdfd85-d35d-4453-9c6f-a463aae40722" providerId="ADAL" clId="{02638E59-C79E-47A1-A0E6-15FB3AF57D6E}" dt="2024-08-26T15:27:25.731" v="217" actId="478"/>
        <pc:sldMkLst>
          <pc:docMk/>
          <pc:sldMk cId="2200988931" sldId="365"/>
        </pc:sldMkLst>
        <pc:spChg chg="mod">
          <ac:chgData name="Ms Alina Arshad" userId="cccdfd85-d35d-4453-9c6f-a463aae40722" providerId="ADAL" clId="{02638E59-C79E-47A1-A0E6-15FB3AF57D6E}" dt="2024-08-26T15:27:18.807" v="214" actId="1076"/>
          <ac:spMkLst>
            <pc:docMk/>
            <pc:sldMk cId="2200988931" sldId="365"/>
            <ac:spMk id="2" creationId="{00000000-0000-0000-0000-000000000000}"/>
          </ac:spMkLst>
        </pc:spChg>
        <pc:spChg chg="del">
          <ac:chgData name="Ms Alina Arshad" userId="cccdfd85-d35d-4453-9c6f-a463aae40722" providerId="ADAL" clId="{02638E59-C79E-47A1-A0E6-15FB3AF57D6E}" dt="2024-08-26T15:27:24.126" v="216" actId="478"/>
          <ac:spMkLst>
            <pc:docMk/>
            <pc:sldMk cId="2200988931" sldId="365"/>
            <ac:spMk id="4" creationId="{00000000-0000-0000-0000-000000000000}"/>
          </ac:spMkLst>
        </pc:spChg>
        <pc:spChg chg="del">
          <ac:chgData name="Ms Alina Arshad" userId="cccdfd85-d35d-4453-9c6f-a463aae40722" providerId="ADAL" clId="{02638E59-C79E-47A1-A0E6-15FB3AF57D6E}" dt="2024-08-26T15:27:25.731" v="217" actId="478"/>
          <ac:spMkLst>
            <pc:docMk/>
            <pc:sldMk cId="2200988931" sldId="365"/>
            <ac:spMk id="5" creationId="{00000000-0000-0000-0000-000000000000}"/>
          </ac:spMkLst>
        </pc:spChg>
        <pc:graphicFrameChg chg="mod modGraphic">
          <ac:chgData name="Ms Alina Arshad" userId="cccdfd85-d35d-4453-9c6f-a463aae40722" providerId="ADAL" clId="{02638E59-C79E-47A1-A0E6-15FB3AF57D6E}" dt="2024-08-26T15:27:20.984" v="215" actId="14100"/>
          <ac:graphicFrameMkLst>
            <pc:docMk/>
            <pc:sldMk cId="2200988931" sldId="365"/>
            <ac:graphicFrameMk id="6" creationId="{00000000-0000-0000-0000-000000000000}"/>
          </ac:graphicFrameMkLst>
        </pc:graphicFrameChg>
      </pc:sldChg>
      <pc:sldChg chg="delSp modSp add mod modNotesTx">
        <pc:chgData name="Ms Alina Arshad" userId="cccdfd85-d35d-4453-9c6f-a463aae40722" providerId="ADAL" clId="{02638E59-C79E-47A1-A0E6-15FB3AF57D6E}" dt="2024-08-27T13:10:42.664" v="220"/>
        <pc:sldMkLst>
          <pc:docMk/>
          <pc:sldMk cId="1781116589" sldId="366"/>
        </pc:sldMkLst>
        <pc:spChg chg="mod">
          <ac:chgData name="Ms Alina Arshad" userId="cccdfd85-d35d-4453-9c6f-a463aae40722" providerId="ADAL" clId="{02638E59-C79E-47A1-A0E6-15FB3AF57D6E}" dt="2024-08-26T15:12:01.243" v="7" actId="14100"/>
          <ac:spMkLst>
            <pc:docMk/>
            <pc:sldMk cId="1781116589" sldId="366"/>
            <ac:spMk id="2" creationId="{A0C090D7-D05F-45D3-A318-37E6B78F5C67}"/>
          </ac:spMkLst>
        </pc:spChg>
        <pc:spChg chg="mod">
          <ac:chgData name="Ms Alina Arshad" userId="cccdfd85-d35d-4453-9c6f-a463aae40722" providerId="ADAL" clId="{02638E59-C79E-47A1-A0E6-15FB3AF57D6E}" dt="2024-08-27T13:07:10.295" v="219" actId="207"/>
          <ac:spMkLst>
            <pc:docMk/>
            <pc:sldMk cId="1781116589" sldId="366"/>
            <ac:spMk id="3" creationId="{F20DB1B1-9585-4CAB-B934-942F3A84346C}"/>
          </ac:spMkLst>
        </pc:spChg>
        <pc:spChg chg="del">
          <ac:chgData name="Ms Alina Arshad" userId="cccdfd85-d35d-4453-9c6f-a463aae40722" providerId="ADAL" clId="{02638E59-C79E-47A1-A0E6-15FB3AF57D6E}" dt="2024-08-27T13:06:54.971" v="218" actId="478"/>
          <ac:spMkLst>
            <pc:docMk/>
            <pc:sldMk cId="1781116589" sldId="366"/>
            <ac:spMk id="5" creationId="{00000000-0000-0000-0000-000000000000}"/>
          </ac:spMkLst>
        </pc:spChg>
      </pc:sldChg>
      <pc:sldChg chg="modSp add mod">
        <pc:chgData name="Ms Alina Arshad" userId="cccdfd85-d35d-4453-9c6f-a463aae40722" providerId="ADAL" clId="{02638E59-C79E-47A1-A0E6-15FB3AF57D6E}" dt="2024-08-26T15:12:46.392" v="13" actId="207"/>
        <pc:sldMkLst>
          <pc:docMk/>
          <pc:sldMk cId="2646350301" sldId="367"/>
        </pc:sldMkLst>
        <pc:spChg chg="mod">
          <ac:chgData name="Ms Alina Arshad" userId="cccdfd85-d35d-4453-9c6f-a463aae40722" providerId="ADAL" clId="{02638E59-C79E-47A1-A0E6-15FB3AF57D6E}" dt="2024-08-26T15:12:32.496" v="10" actId="207"/>
          <ac:spMkLst>
            <pc:docMk/>
            <pc:sldMk cId="2646350301" sldId="367"/>
            <ac:spMk id="2" creationId="{155C348D-F69B-45D0-ACBD-3F5BF256BF5D}"/>
          </ac:spMkLst>
        </pc:spChg>
        <pc:spChg chg="mod">
          <ac:chgData name="Ms Alina Arshad" userId="cccdfd85-d35d-4453-9c6f-a463aae40722" providerId="ADAL" clId="{02638E59-C79E-47A1-A0E6-15FB3AF57D6E}" dt="2024-08-26T15:12:46.392" v="13" actId="207"/>
          <ac:spMkLst>
            <pc:docMk/>
            <pc:sldMk cId="2646350301" sldId="367"/>
            <ac:spMk id="3" creationId="{2518979F-5DCB-4663-9049-A6A42C1D2313}"/>
          </ac:spMkLst>
        </pc:spChg>
      </pc:sldChg>
      <pc:sldChg chg="modSp add del mod">
        <pc:chgData name="Ms Alina Arshad" userId="cccdfd85-d35d-4453-9c6f-a463aae40722" providerId="ADAL" clId="{02638E59-C79E-47A1-A0E6-15FB3AF57D6E}" dt="2024-08-27T13:39:30.174" v="226" actId="207"/>
        <pc:sldMkLst>
          <pc:docMk/>
          <pc:sldMk cId="894339878" sldId="370"/>
        </pc:sldMkLst>
        <pc:spChg chg="mod">
          <ac:chgData name="Ms Alina Arshad" userId="cccdfd85-d35d-4453-9c6f-a463aae40722" providerId="ADAL" clId="{02638E59-C79E-47A1-A0E6-15FB3AF57D6E}" dt="2024-08-26T15:14:12.772" v="34" actId="255"/>
          <ac:spMkLst>
            <pc:docMk/>
            <pc:sldMk cId="894339878" sldId="370"/>
            <ac:spMk id="3" creationId="{F719AF17-4A50-442D-8BAE-92C5A7A642D6}"/>
          </ac:spMkLst>
        </pc:spChg>
        <pc:spChg chg="mod">
          <ac:chgData name="Ms Alina Arshad" userId="cccdfd85-d35d-4453-9c6f-a463aae40722" providerId="ADAL" clId="{02638E59-C79E-47A1-A0E6-15FB3AF57D6E}" dt="2024-08-27T13:39:30.174" v="226" actId="207"/>
          <ac:spMkLst>
            <pc:docMk/>
            <pc:sldMk cId="894339878" sldId="370"/>
            <ac:spMk id="4" creationId="{27B26C27-5244-43B2-BAF4-DCEE004C3DB8}"/>
          </ac:spMkLst>
        </pc:spChg>
      </pc:sldChg>
      <pc:sldChg chg="delSp modSp mod modNotesTx">
        <pc:chgData name="Ms Alina Arshad" userId="cccdfd85-d35d-4453-9c6f-a463aae40722" providerId="ADAL" clId="{02638E59-C79E-47A1-A0E6-15FB3AF57D6E}" dt="2024-08-27T13:45:47.805" v="229" actId="20577"/>
        <pc:sldMkLst>
          <pc:docMk/>
          <pc:sldMk cId="3075587618" sldId="371"/>
        </pc:sldMkLst>
        <pc:spChg chg="mod">
          <ac:chgData name="Ms Alina Arshad" userId="cccdfd85-d35d-4453-9c6f-a463aae40722" providerId="ADAL" clId="{02638E59-C79E-47A1-A0E6-15FB3AF57D6E}" dt="2024-08-26T15:16:12.623" v="63" actId="113"/>
          <ac:spMkLst>
            <pc:docMk/>
            <pc:sldMk cId="3075587618" sldId="371"/>
            <ac:spMk id="2" creationId="{00DCA1DC-987D-45F4-BAA9-25C5AE5DFAED}"/>
          </ac:spMkLst>
        </pc:spChg>
        <pc:spChg chg="mod">
          <ac:chgData name="Ms Alina Arshad" userId="cccdfd85-d35d-4453-9c6f-a463aae40722" providerId="ADAL" clId="{02638E59-C79E-47A1-A0E6-15FB3AF57D6E}" dt="2024-08-27T13:44:51.598" v="227" actId="207"/>
          <ac:spMkLst>
            <pc:docMk/>
            <pc:sldMk cId="3075587618" sldId="371"/>
            <ac:spMk id="3" creationId="{1C4C16D6-1702-42BB-9140-AAAFC8AE4A27}"/>
          </ac:spMkLst>
        </pc:spChg>
        <pc:spChg chg="del">
          <ac:chgData name="Ms Alina Arshad" userId="cccdfd85-d35d-4453-9c6f-a463aae40722" providerId="ADAL" clId="{02638E59-C79E-47A1-A0E6-15FB3AF57D6E}" dt="2024-08-26T15:16:27.154" v="64" actId="478"/>
          <ac:spMkLst>
            <pc:docMk/>
            <pc:sldMk cId="3075587618" sldId="371"/>
            <ac:spMk id="4" creationId="{00000000-0000-0000-0000-000000000000}"/>
          </ac:spMkLst>
        </pc:spChg>
        <pc:spChg chg="del mod">
          <ac:chgData name="Ms Alina Arshad" userId="cccdfd85-d35d-4453-9c6f-a463aae40722" providerId="ADAL" clId="{02638E59-C79E-47A1-A0E6-15FB3AF57D6E}" dt="2024-08-26T15:16:32.739" v="67" actId="478"/>
          <ac:spMkLst>
            <pc:docMk/>
            <pc:sldMk cId="3075587618" sldId="371"/>
            <ac:spMk id="5" creationId="{00000000-0000-0000-0000-000000000000}"/>
          </ac:spMkLst>
        </pc:spChg>
      </pc:sldChg>
      <pc:sldChg chg="addSp delSp modSp add del mod">
        <pc:chgData name="Ms Alina Arshad" userId="cccdfd85-d35d-4453-9c6f-a463aae40722" providerId="ADAL" clId="{02638E59-C79E-47A1-A0E6-15FB3AF57D6E}" dt="2024-08-27T13:39:24.538" v="225" actId="1036"/>
        <pc:sldMkLst>
          <pc:docMk/>
          <pc:sldMk cId="2581933320" sldId="373"/>
        </pc:sldMkLst>
        <pc:spChg chg="mod">
          <ac:chgData name="Ms Alina Arshad" userId="cccdfd85-d35d-4453-9c6f-a463aae40722" providerId="ADAL" clId="{02638E59-C79E-47A1-A0E6-15FB3AF57D6E}" dt="2024-08-27T13:35:02.890" v="221" actId="207"/>
          <ac:spMkLst>
            <pc:docMk/>
            <pc:sldMk cId="2581933320" sldId="373"/>
            <ac:spMk id="2" creationId="{B9909D96-40BC-4DFD-AECF-A509D6DA7F7B}"/>
          </ac:spMkLst>
        </pc:spChg>
        <pc:spChg chg="mod">
          <ac:chgData name="Ms Alina Arshad" userId="cccdfd85-d35d-4453-9c6f-a463aae40722" providerId="ADAL" clId="{02638E59-C79E-47A1-A0E6-15FB3AF57D6E}" dt="2024-08-27T13:35:11.759" v="222" actId="207"/>
          <ac:spMkLst>
            <pc:docMk/>
            <pc:sldMk cId="2581933320" sldId="373"/>
            <ac:spMk id="3" creationId="{2A850F42-06ED-4BE7-9DC3-7A21FA0AAEAB}"/>
          </ac:spMkLst>
        </pc:spChg>
        <pc:spChg chg="add del">
          <ac:chgData name="Ms Alina Arshad" userId="cccdfd85-d35d-4453-9c6f-a463aae40722" providerId="ADAL" clId="{02638E59-C79E-47A1-A0E6-15FB3AF57D6E}" dt="2024-08-27T13:39:16.661" v="224" actId="22"/>
          <ac:spMkLst>
            <pc:docMk/>
            <pc:sldMk cId="2581933320" sldId="373"/>
            <ac:spMk id="6" creationId="{01436485-7875-51F4-313E-7B9A9832A6BE}"/>
          </ac:spMkLst>
        </pc:spChg>
        <pc:picChg chg="mod">
          <ac:chgData name="Ms Alina Arshad" userId="cccdfd85-d35d-4453-9c6f-a463aae40722" providerId="ADAL" clId="{02638E59-C79E-47A1-A0E6-15FB3AF57D6E}" dt="2024-08-27T13:39:24.538" v="225" actId="1036"/>
          <ac:picMkLst>
            <pc:docMk/>
            <pc:sldMk cId="2581933320" sldId="373"/>
            <ac:picMk id="4" creationId="{47E901C3-88FE-4B0F-8736-32CA0B98907C}"/>
          </ac:picMkLst>
        </pc:picChg>
      </pc:sldChg>
      <pc:sldChg chg="delSp modSp mod">
        <pc:chgData name="Ms Alina Arshad" userId="cccdfd85-d35d-4453-9c6f-a463aae40722" providerId="ADAL" clId="{02638E59-C79E-47A1-A0E6-15FB3AF57D6E}" dt="2024-08-27T14:00:31.441" v="266" actId="1076"/>
        <pc:sldMkLst>
          <pc:docMk/>
          <pc:sldMk cId="2678606632" sldId="374"/>
        </pc:sldMkLst>
        <pc:spChg chg="mod">
          <ac:chgData name="Ms Alina Arshad" userId="cccdfd85-d35d-4453-9c6f-a463aae40722" providerId="ADAL" clId="{02638E59-C79E-47A1-A0E6-15FB3AF57D6E}" dt="2024-08-27T14:00:30.405" v="265" actId="1076"/>
          <ac:spMkLst>
            <pc:docMk/>
            <pc:sldMk cId="2678606632" sldId="374"/>
            <ac:spMk id="2" creationId="{3BFABFD2-2351-445F-90A6-6410DDD74A73}"/>
          </ac:spMkLst>
        </pc:spChg>
        <pc:spChg chg="del">
          <ac:chgData name="Ms Alina Arshad" userId="cccdfd85-d35d-4453-9c6f-a463aae40722" providerId="ADAL" clId="{02638E59-C79E-47A1-A0E6-15FB3AF57D6E}" dt="2024-08-26T15:19:02.867" v="102" actId="478"/>
          <ac:spMkLst>
            <pc:docMk/>
            <pc:sldMk cId="2678606632" sldId="374"/>
            <ac:spMk id="3" creationId="{00000000-0000-0000-0000-000000000000}"/>
          </ac:spMkLst>
        </pc:spChg>
        <pc:spChg chg="del">
          <ac:chgData name="Ms Alina Arshad" userId="cccdfd85-d35d-4453-9c6f-a463aae40722" providerId="ADAL" clId="{02638E59-C79E-47A1-A0E6-15FB3AF57D6E}" dt="2024-08-26T15:19:04.783" v="103" actId="478"/>
          <ac:spMkLst>
            <pc:docMk/>
            <pc:sldMk cId="2678606632" sldId="374"/>
            <ac:spMk id="5" creationId="{00000000-0000-0000-0000-000000000000}"/>
          </ac:spMkLst>
        </pc:spChg>
        <pc:picChg chg="mod">
          <ac:chgData name="Ms Alina Arshad" userId="cccdfd85-d35d-4453-9c6f-a463aae40722" providerId="ADAL" clId="{02638E59-C79E-47A1-A0E6-15FB3AF57D6E}" dt="2024-08-27T14:00:31.441" v="266" actId="1076"/>
          <ac:picMkLst>
            <pc:docMk/>
            <pc:sldMk cId="2678606632" sldId="374"/>
            <ac:picMk id="4" creationId="{33A687BE-3C40-46B6-B9EB-C383E868B5F5}"/>
          </ac:picMkLst>
        </pc:picChg>
      </pc:sldChg>
      <pc:sldChg chg="delSp modSp mod">
        <pc:chgData name="Ms Alina Arshad" userId="cccdfd85-d35d-4453-9c6f-a463aae40722" providerId="ADAL" clId="{02638E59-C79E-47A1-A0E6-15FB3AF57D6E}" dt="2024-08-27T14:03:05.496" v="267" actId="207"/>
        <pc:sldMkLst>
          <pc:docMk/>
          <pc:sldMk cId="1482969484" sldId="375"/>
        </pc:sldMkLst>
        <pc:spChg chg="mod">
          <ac:chgData name="Ms Alina Arshad" userId="cccdfd85-d35d-4453-9c6f-a463aae40722" providerId="ADAL" clId="{02638E59-C79E-47A1-A0E6-15FB3AF57D6E}" dt="2024-08-26T15:19:20.040" v="107" actId="113"/>
          <ac:spMkLst>
            <pc:docMk/>
            <pc:sldMk cId="1482969484" sldId="375"/>
            <ac:spMk id="2" creationId="{829B49C1-8683-4E3F-A879-5163736B8C50}"/>
          </ac:spMkLst>
        </pc:spChg>
        <pc:spChg chg="mod">
          <ac:chgData name="Ms Alina Arshad" userId="cccdfd85-d35d-4453-9c6f-a463aae40722" providerId="ADAL" clId="{02638E59-C79E-47A1-A0E6-15FB3AF57D6E}" dt="2024-08-27T14:03:05.496" v="267" actId="207"/>
          <ac:spMkLst>
            <pc:docMk/>
            <pc:sldMk cId="1482969484" sldId="375"/>
            <ac:spMk id="3" creationId="{76698101-AE6A-4BBF-B546-517298494D5C}"/>
          </ac:spMkLst>
        </pc:spChg>
        <pc:spChg chg="del">
          <ac:chgData name="Ms Alina Arshad" userId="cccdfd85-d35d-4453-9c6f-a463aae40722" providerId="ADAL" clId="{02638E59-C79E-47A1-A0E6-15FB3AF57D6E}" dt="2024-08-26T15:19:25.922" v="108" actId="478"/>
          <ac:spMkLst>
            <pc:docMk/>
            <pc:sldMk cId="1482969484" sldId="375"/>
            <ac:spMk id="4" creationId="{00000000-0000-0000-0000-000000000000}"/>
          </ac:spMkLst>
        </pc:spChg>
        <pc:spChg chg="del">
          <ac:chgData name="Ms Alina Arshad" userId="cccdfd85-d35d-4453-9c6f-a463aae40722" providerId="ADAL" clId="{02638E59-C79E-47A1-A0E6-15FB3AF57D6E}" dt="2024-08-26T15:19:27.675" v="109" actId="478"/>
          <ac:spMkLst>
            <pc:docMk/>
            <pc:sldMk cId="1482969484" sldId="375"/>
            <ac:spMk id="5" creationId="{00000000-0000-0000-0000-000000000000}"/>
          </ac:spMkLst>
        </pc:spChg>
      </pc:sldChg>
      <pc:sldChg chg="delSp modSp mod">
        <pc:chgData name="Ms Alina Arshad" userId="cccdfd85-d35d-4453-9c6f-a463aae40722" providerId="ADAL" clId="{02638E59-C79E-47A1-A0E6-15FB3AF57D6E}" dt="2024-08-26T15:22:17.002" v="129" actId="1076"/>
        <pc:sldMkLst>
          <pc:docMk/>
          <pc:sldMk cId="642482422" sldId="376"/>
        </pc:sldMkLst>
        <pc:spChg chg="mod">
          <ac:chgData name="Ms Alina Arshad" userId="cccdfd85-d35d-4453-9c6f-a463aae40722" providerId="ADAL" clId="{02638E59-C79E-47A1-A0E6-15FB3AF57D6E}" dt="2024-08-26T15:21:12.249" v="114" actId="1076"/>
          <ac:spMkLst>
            <pc:docMk/>
            <pc:sldMk cId="642482422" sldId="376"/>
            <ac:spMk id="2" creationId="{DFB40191-D16F-458B-9F22-34C968F86048}"/>
          </ac:spMkLst>
        </pc:spChg>
        <pc:spChg chg="del mod">
          <ac:chgData name="Ms Alina Arshad" userId="cccdfd85-d35d-4453-9c6f-a463aae40722" providerId="ADAL" clId="{02638E59-C79E-47A1-A0E6-15FB3AF57D6E}" dt="2024-08-26T15:21:35.169" v="121" actId="478"/>
          <ac:spMkLst>
            <pc:docMk/>
            <pc:sldMk cId="642482422" sldId="376"/>
            <ac:spMk id="3" creationId="{00000000-0000-0000-0000-000000000000}"/>
          </ac:spMkLst>
        </pc:spChg>
        <pc:spChg chg="mod">
          <ac:chgData name="Ms Alina Arshad" userId="cccdfd85-d35d-4453-9c6f-a463aae40722" providerId="ADAL" clId="{02638E59-C79E-47A1-A0E6-15FB3AF57D6E}" dt="2024-08-26T15:22:17.002" v="129" actId="1076"/>
          <ac:spMkLst>
            <pc:docMk/>
            <pc:sldMk cId="642482422" sldId="376"/>
            <ac:spMk id="5" creationId="{067DF56C-00F5-4B01-B7A3-2FD84D720FEE}"/>
          </ac:spMkLst>
        </pc:spChg>
        <pc:spChg chg="del">
          <ac:chgData name="Ms Alina Arshad" userId="cccdfd85-d35d-4453-9c6f-a463aae40722" providerId="ADAL" clId="{02638E59-C79E-47A1-A0E6-15FB3AF57D6E}" dt="2024-08-26T15:21:37.714" v="122" actId="478"/>
          <ac:spMkLst>
            <pc:docMk/>
            <pc:sldMk cId="642482422" sldId="376"/>
            <ac:spMk id="6" creationId="{00000000-0000-0000-0000-000000000000}"/>
          </ac:spMkLst>
        </pc:spChg>
        <pc:picChg chg="mod">
          <ac:chgData name="Ms Alina Arshad" userId="cccdfd85-d35d-4453-9c6f-a463aae40722" providerId="ADAL" clId="{02638E59-C79E-47A1-A0E6-15FB3AF57D6E}" dt="2024-08-26T15:22:13.464" v="128" actId="1076"/>
          <ac:picMkLst>
            <pc:docMk/>
            <pc:sldMk cId="642482422" sldId="376"/>
            <ac:picMk id="4" creationId="{6550D0BB-28D8-448E-9B76-9FBDB43C7D03}"/>
          </ac:picMkLst>
        </pc:picChg>
      </pc:sldChg>
      <pc:sldChg chg="delSp modSp mod">
        <pc:chgData name="Ms Alina Arshad" userId="cccdfd85-d35d-4453-9c6f-a463aae40722" providerId="ADAL" clId="{02638E59-C79E-47A1-A0E6-15FB3AF57D6E}" dt="2024-08-27T14:41:43.168" v="273" actId="207"/>
        <pc:sldMkLst>
          <pc:docMk/>
          <pc:sldMk cId="1677014207" sldId="377"/>
        </pc:sldMkLst>
        <pc:spChg chg="mod">
          <ac:chgData name="Ms Alina Arshad" userId="cccdfd85-d35d-4453-9c6f-a463aae40722" providerId="ADAL" clId="{02638E59-C79E-47A1-A0E6-15FB3AF57D6E}" dt="2024-08-26T15:22:40.205" v="137" actId="113"/>
          <ac:spMkLst>
            <pc:docMk/>
            <pc:sldMk cId="1677014207" sldId="377"/>
            <ac:spMk id="2" creationId="{AEE3B738-55D2-4EC0-88A9-3F5ABB238D79}"/>
          </ac:spMkLst>
        </pc:spChg>
        <pc:spChg chg="mod">
          <ac:chgData name="Ms Alina Arshad" userId="cccdfd85-d35d-4453-9c6f-a463aae40722" providerId="ADAL" clId="{02638E59-C79E-47A1-A0E6-15FB3AF57D6E}" dt="2024-08-27T14:41:43.168" v="273" actId="207"/>
          <ac:spMkLst>
            <pc:docMk/>
            <pc:sldMk cId="1677014207" sldId="377"/>
            <ac:spMk id="3" creationId="{367300C0-5CF2-4030-965C-BD1A8BC2D5D9}"/>
          </ac:spMkLst>
        </pc:spChg>
        <pc:spChg chg="del">
          <ac:chgData name="Ms Alina Arshad" userId="cccdfd85-d35d-4453-9c6f-a463aae40722" providerId="ADAL" clId="{02638E59-C79E-47A1-A0E6-15FB3AF57D6E}" dt="2024-08-26T15:22:25.034" v="130" actId="478"/>
          <ac:spMkLst>
            <pc:docMk/>
            <pc:sldMk cId="1677014207" sldId="377"/>
            <ac:spMk id="4" creationId="{00000000-0000-0000-0000-000000000000}"/>
          </ac:spMkLst>
        </pc:spChg>
        <pc:spChg chg="del mod">
          <ac:chgData name="Ms Alina Arshad" userId="cccdfd85-d35d-4453-9c6f-a463aae40722" providerId="ADAL" clId="{02638E59-C79E-47A1-A0E6-15FB3AF57D6E}" dt="2024-08-26T15:22:31.073" v="134" actId="478"/>
          <ac:spMkLst>
            <pc:docMk/>
            <pc:sldMk cId="1677014207" sldId="377"/>
            <ac:spMk id="5" creationId="{00000000-0000-0000-0000-000000000000}"/>
          </ac:spMkLst>
        </pc:spChg>
      </pc:sldChg>
      <pc:sldChg chg="delSp modSp mod">
        <pc:chgData name="Ms Alina Arshad" userId="cccdfd85-d35d-4453-9c6f-a463aae40722" providerId="ADAL" clId="{02638E59-C79E-47A1-A0E6-15FB3AF57D6E}" dt="2024-08-27T14:14:40.336" v="271" actId="207"/>
        <pc:sldMkLst>
          <pc:docMk/>
          <pc:sldMk cId="668555099" sldId="378"/>
        </pc:sldMkLst>
        <pc:spChg chg="mod">
          <ac:chgData name="Ms Alina Arshad" userId="cccdfd85-d35d-4453-9c6f-a463aae40722" providerId="ADAL" clId="{02638E59-C79E-47A1-A0E6-15FB3AF57D6E}" dt="2024-08-26T15:23:50.548" v="148" actId="14100"/>
          <ac:spMkLst>
            <pc:docMk/>
            <pc:sldMk cId="668555099" sldId="378"/>
            <ac:spMk id="2" creationId="{61EA7016-4B8F-45B8-AEDE-18B1246D6904}"/>
          </ac:spMkLst>
        </pc:spChg>
        <pc:spChg chg="mod">
          <ac:chgData name="Ms Alina Arshad" userId="cccdfd85-d35d-4453-9c6f-a463aae40722" providerId="ADAL" clId="{02638E59-C79E-47A1-A0E6-15FB3AF57D6E}" dt="2024-08-27T14:14:40.336" v="271" actId="207"/>
          <ac:spMkLst>
            <pc:docMk/>
            <pc:sldMk cId="668555099" sldId="378"/>
            <ac:spMk id="3" creationId="{A4322F44-F855-4F72-B693-ED59782EF581}"/>
          </ac:spMkLst>
        </pc:spChg>
        <pc:spChg chg="del">
          <ac:chgData name="Ms Alina Arshad" userId="cccdfd85-d35d-4453-9c6f-a463aae40722" providerId="ADAL" clId="{02638E59-C79E-47A1-A0E6-15FB3AF57D6E}" dt="2024-08-26T15:23:14.469" v="139" actId="478"/>
          <ac:spMkLst>
            <pc:docMk/>
            <pc:sldMk cId="668555099" sldId="378"/>
            <ac:spMk id="4" creationId="{00000000-0000-0000-0000-000000000000}"/>
          </ac:spMkLst>
        </pc:spChg>
        <pc:spChg chg="del">
          <ac:chgData name="Ms Alina Arshad" userId="cccdfd85-d35d-4453-9c6f-a463aae40722" providerId="ADAL" clId="{02638E59-C79E-47A1-A0E6-15FB3AF57D6E}" dt="2024-08-26T15:23:16.941" v="140" actId="478"/>
          <ac:spMkLst>
            <pc:docMk/>
            <pc:sldMk cId="668555099" sldId="378"/>
            <ac:spMk id="5" creationId="{00000000-0000-0000-0000-000000000000}"/>
          </ac:spMkLst>
        </pc:spChg>
      </pc:sldChg>
      <pc:sldChg chg="delSp modSp mod">
        <pc:chgData name="Ms Alina Arshad" userId="cccdfd85-d35d-4453-9c6f-a463aae40722" providerId="ADAL" clId="{02638E59-C79E-47A1-A0E6-15FB3AF57D6E}" dt="2024-08-26T15:15:51.331" v="58" actId="478"/>
        <pc:sldMkLst>
          <pc:docMk/>
          <pc:sldMk cId="856986137" sldId="380"/>
        </pc:sldMkLst>
        <pc:spChg chg="del">
          <ac:chgData name="Ms Alina Arshad" userId="cccdfd85-d35d-4453-9c6f-a463aae40722" providerId="ADAL" clId="{02638E59-C79E-47A1-A0E6-15FB3AF57D6E}" dt="2024-08-26T15:15:49.267" v="57" actId="478"/>
          <ac:spMkLst>
            <pc:docMk/>
            <pc:sldMk cId="856986137" sldId="380"/>
            <ac:spMk id="2" creationId="{00000000-0000-0000-0000-000000000000}"/>
          </ac:spMkLst>
        </pc:spChg>
        <pc:spChg chg="mod">
          <ac:chgData name="Ms Alina Arshad" userId="cccdfd85-d35d-4453-9c6f-a463aae40722" providerId="ADAL" clId="{02638E59-C79E-47A1-A0E6-15FB3AF57D6E}" dt="2024-08-26T15:15:24.290" v="56" actId="113"/>
          <ac:spMkLst>
            <pc:docMk/>
            <pc:sldMk cId="856986137" sldId="380"/>
            <ac:spMk id="4" creationId="{27B26C27-5244-43B2-BAF4-DCEE004C3DB8}"/>
          </ac:spMkLst>
        </pc:spChg>
        <pc:spChg chg="del">
          <ac:chgData name="Ms Alina Arshad" userId="cccdfd85-d35d-4453-9c6f-a463aae40722" providerId="ADAL" clId="{02638E59-C79E-47A1-A0E6-15FB3AF57D6E}" dt="2024-08-26T15:15:51.331" v="58" actId="478"/>
          <ac:spMkLst>
            <pc:docMk/>
            <pc:sldMk cId="856986137" sldId="380"/>
            <ac:spMk id="5" creationId="{00000000-0000-0000-0000-000000000000}"/>
          </ac:spMkLst>
        </pc:spChg>
      </pc:sldChg>
      <pc:sldChg chg="del">
        <pc:chgData name="Ms Alina Arshad" userId="cccdfd85-d35d-4453-9c6f-a463aae40722" providerId="ADAL" clId="{02638E59-C79E-47A1-A0E6-15FB3AF57D6E}" dt="2024-08-25T13:50:55.590" v="0" actId="2696"/>
        <pc:sldMkLst>
          <pc:docMk/>
          <pc:sldMk cId="1584583967" sldId="381"/>
        </pc:sldMkLst>
      </pc:sldChg>
      <pc:sldChg chg="delSp modSp mod">
        <pc:chgData name="Ms Alina Arshad" userId="cccdfd85-d35d-4453-9c6f-a463aae40722" providerId="ADAL" clId="{02638E59-C79E-47A1-A0E6-15FB3AF57D6E}" dt="2024-08-27T13:46:53.855" v="259" actId="20577"/>
        <pc:sldMkLst>
          <pc:docMk/>
          <pc:sldMk cId="2289773963" sldId="382"/>
        </pc:sldMkLst>
        <pc:spChg chg="mod">
          <ac:chgData name="Ms Alina Arshad" userId="cccdfd85-d35d-4453-9c6f-a463aae40722" providerId="ADAL" clId="{02638E59-C79E-47A1-A0E6-15FB3AF57D6E}" dt="2024-08-27T13:46:09.403" v="230" actId="207"/>
          <ac:spMkLst>
            <pc:docMk/>
            <pc:sldMk cId="2289773963" sldId="382"/>
            <ac:spMk id="2" creationId="{C1D51806-7C89-48B8-84EF-E6D6AA8B1064}"/>
          </ac:spMkLst>
        </pc:spChg>
        <pc:spChg chg="mod">
          <ac:chgData name="Ms Alina Arshad" userId="cccdfd85-d35d-4453-9c6f-a463aae40722" providerId="ADAL" clId="{02638E59-C79E-47A1-A0E6-15FB3AF57D6E}" dt="2024-08-27T13:46:53.855" v="259" actId="20577"/>
          <ac:spMkLst>
            <pc:docMk/>
            <pc:sldMk cId="2289773963" sldId="382"/>
            <ac:spMk id="3" creationId="{38D3A1D2-3603-4C7B-996A-04D0322876AD}"/>
          </ac:spMkLst>
        </pc:spChg>
        <pc:spChg chg="del">
          <ac:chgData name="Ms Alina Arshad" userId="cccdfd85-d35d-4453-9c6f-a463aae40722" providerId="ADAL" clId="{02638E59-C79E-47A1-A0E6-15FB3AF57D6E}" dt="2024-08-26T15:17:16.618" v="76" actId="478"/>
          <ac:spMkLst>
            <pc:docMk/>
            <pc:sldMk cId="2289773963" sldId="382"/>
            <ac:spMk id="4" creationId="{00000000-0000-0000-0000-000000000000}"/>
          </ac:spMkLst>
        </pc:spChg>
        <pc:spChg chg="del">
          <ac:chgData name="Ms Alina Arshad" userId="cccdfd85-d35d-4453-9c6f-a463aae40722" providerId="ADAL" clId="{02638E59-C79E-47A1-A0E6-15FB3AF57D6E}" dt="2024-08-26T15:17:18.474" v="77" actId="478"/>
          <ac:spMkLst>
            <pc:docMk/>
            <pc:sldMk cId="2289773963" sldId="382"/>
            <ac:spMk id="5" creationId="{00000000-0000-0000-0000-000000000000}"/>
          </ac:spMkLst>
        </pc:spChg>
      </pc:sldChg>
      <pc:sldChg chg="delSp modSp mod">
        <pc:chgData name="Ms Alina Arshad" userId="cccdfd85-d35d-4453-9c6f-a463aae40722" providerId="ADAL" clId="{02638E59-C79E-47A1-A0E6-15FB3AF57D6E}" dt="2024-08-26T15:18:16.135" v="88" actId="207"/>
        <pc:sldMkLst>
          <pc:docMk/>
          <pc:sldMk cId="2495083571" sldId="383"/>
        </pc:sldMkLst>
        <pc:spChg chg="mod">
          <ac:chgData name="Ms Alina Arshad" userId="cccdfd85-d35d-4453-9c6f-a463aae40722" providerId="ADAL" clId="{02638E59-C79E-47A1-A0E6-15FB3AF57D6E}" dt="2024-08-26T15:18:06.791" v="85" actId="113"/>
          <ac:spMkLst>
            <pc:docMk/>
            <pc:sldMk cId="2495083571" sldId="383"/>
            <ac:spMk id="2" creationId="{3C8FF925-8124-4A57-B18C-899EC69DC5CA}"/>
          </ac:spMkLst>
        </pc:spChg>
        <pc:spChg chg="mod">
          <ac:chgData name="Ms Alina Arshad" userId="cccdfd85-d35d-4453-9c6f-a463aae40722" providerId="ADAL" clId="{02638E59-C79E-47A1-A0E6-15FB3AF57D6E}" dt="2024-08-26T15:18:16.135" v="88" actId="207"/>
          <ac:spMkLst>
            <pc:docMk/>
            <pc:sldMk cId="2495083571" sldId="383"/>
            <ac:spMk id="3" creationId="{56A09ED3-BDC9-4E81-B181-0D00BC41E863}"/>
          </ac:spMkLst>
        </pc:spChg>
        <pc:spChg chg="del">
          <ac:chgData name="Ms Alina Arshad" userId="cccdfd85-d35d-4453-9c6f-a463aae40722" providerId="ADAL" clId="{02638E59-C79E-47A1-A0E6-15FB3AF57D6E}" dt="2024-08-26T15:18:09.318" v="86" actId="478"/>
          <ac:spMkLst>
            <pc:docMk/>
            <pc:sldMk cId="2495083571" sldId="383"/>
            <ac:spMk id="4" creationId="{00000000-0000-0000-0000-000000000000}"/>
          </ac:spMkLst>
        </pc:spChg>
        <pc:spChg chg="del">
          <ac:chgData name="Ms Alina Arshad" userId="cccdfd85-d35d-4453-9c6f-a463aae40722" providerId="ADAL" clId="{02638E59-C79E-47A1-A0E6-15FB3AF57D6E}" dt="2024-08-26T15:18:11.226" v="87" actId="478"/>
          <ac:spMkLst>
            <pc:docMk/>
            <pc:sldMk cId="2495083571" sldId="383"/>
            <ac:spMk id="5" creationId="{00000000-0000-0000-0000-000000000000}"/>
          </ac:spMkLst>
        </pc:spChg>
      </pc:sldChg>
      <pc:sldChg chg="delSp modSp mod">
        <pc:chgData name="Ms Alina Arshad" userId="cccdfd85-d35d-4453-9c6f-a463aae40722" providerId="ADAL" clId="{02638E59-C79E-47A1-A0E6-15FB3AF57D6E}" dt="2024-08-26T15:18:46.587" v="96" actId="478"/>
        <pc:sldMkLst>
          <pc:docMk/>
          <pc:sldMk cId="2862048384" sldId="384"/>
        </pc:sldMkLst>
        <pc:spChg chg="mod">
          <ac:chgData name="Ms Alina Arshad" userId="cccdfd85-d35d-4453-9c6f-a463aae40722" providerId="ADAL" clId="{02638E59-C79E-47A1-A0E6-15FB3AF57D6E}" dt="2024-08-26T15:18:30.244" v="91" actId="113"/>
          <ac:spMkLst>
            <pc:docMk/>
            <pc:sldMk cId="2862048384" sldId="384"/>
            <ac:spMk id="2" creationId="{00000000-0000-0000-0000-000000000000}"/>
          </ac:spMkLst>
        </pc:spChg>
        <pc:spChg chg="del">
          <ac:chgData name="Ms Alina Arshad" userId="cccdfd85-d35d-4453-9c6f-a463aae40722" providerId="ADAL" clId="{02638E59-C79E-47A1-A0E6-15FB3AF57D6E}" dt="2024-08-26T15:18:44.819" v="95" actId="478"/>
          <ac:spMkLst>
            <pc:docMk/>
            <pc:sldMk cId="2862048384" sldId="384"/>
            <ac:spMk id="4" creationId="{00000000-0000-0000-0000-000000000000}"/>
          </ac:spMkLst>
        </pc:spChg>
        <pc:spChg chg="del">
          <ac:chgData name="Ms Alina Arshad" userId="cccdfd85-d35d-4453-9c6f-a463aae40722" providerId="ADAL" clId="{02638E59-C79E-47A1-A0E6-15FB3AF57D6E}" dt="2024-08-26T15:18:46.587" v="96" actId="478"/>
          <ac:spMkLst>
            <pc:docMk/>
            <pc:sldMk cId="2862048384" sldId="384"/>
            <ac:spMk id="5" creationId="{00000000-0000-0000-0000-000000000000}"/>
          </ac:spMkLst>
        </pc:spChg>
        <pc:picChg chg="mod">
          <ac:chgData name="Ms Alina Arshad" userId="cccdfd85-d35d-4453-9c6f-a463aae40722" providerId="ADAL" clId="{02638E59-C79E-47A1-A0E6-15FB3AF57D6E}" dt="2024-08-26T15:18:43.047" v="94" actId="1076"/>
          <ac:picMkLst>
            <pc:docMk/>
            <pc:sldMk cId="2862048384" sldId="384"/>
            <ac:picMk id="6" creationId="{00000000-0000-0000-0000-000000000000}"/>
          </ac:picMkLst>
        </pc:picChg>
      </pc:sldChg>
      <pc:sldChg chg="delSp modSp mod">
        <pc:chgData name="Ms Alina Arshad" userId="cccdfd85-d35d-4453-9c6f-a463aae40722" providerId="ADAL" clId="{02638E59-C79E-47A1-A0E6-15FB3AF57D6E}" dt="2024-08-27T14:49:09.655" v="303" actId="113"/>
        <pc:sldMkLst>
          <pc:docMk/>
          <pc:sldMk cId="2459502712" sldId="385"/>
        </pc:sldMkLst>
        <pc:spChg chg="mod">
          <ac:chgData name="Ms Alina Arshad" userId="cccdfd85-d35d-4453-9c6f-a463aae40722" providerId="ADAL" clId="{02638E59-C79E-47A1-A0E6-15FB3AF57D6E}" dt="2024-08-27T14:49:09.655" v="303" actId="113"/>
          <ac:spMkLst>
            <pc:docMk/>
            <pc:sldMk cId="2459502712" sldId="385"/>
            <ac:spMk id="2" creationId="{00000000-0000-0000-0000-000000000000}"/>
          </ac:spMkLst>
        </pc:spChg>
        <pc:spChg chg="del">
          <ac:chgData name="Ms Alina Arshad" userId="cccdfd85-d35d-4453-9c6f-a463aae40722" providerId="ADAL" clId="{02638E59-C79E-47A1-A0E6-15FB3AF57D6E}" dt="2024-08-26T15:25:08.409" v="176" actId="478"/>
          <ac:spMkLst>
            <pc:docMk/>
            <pc:sldMk cId="2459502712" sldId="385"/>
            <ac:spMk id="4" creationId="{00000000-0000-0000-0000-000000000000}"/>
          </ac:spMkLst>
        </pc:spChg>
        <pc:spChg chg="del">
          <ac:chgData name="Ms Alina Arshad" userId="cccdfd85-d35d-4453-9c6f-a463aae40722" providerId="ADAL" clId="{02638E59-C79E-47A1-A0E6-15FB3AF57D6E}" dt="2024-08-26T15:25:14.413" v="177" actId="478"/>
          <ac:spMkLst>
            <pc:docMk/>
            <pc:sldMk cId="2459502712" sldId="385"/>
            <ac:spMk id="5" creationId="{00000000-0000-0000-0000-000000000000}"/>
          </ac:spMkLst>
        </pc:spChg>
        <pc:graphicFrameChg chg="mod modGraphic">
          <ac:chgData name="Ms Alina Arshad" userId="cccdfd85-d35d-4453-9c6f-a463aae40722" providerId="ADAL" clId="{02638E59-C79E-47A1-A0E6-15FB3AF57D6E}" dt="2024-08-26T15:25:05.427" v="175" actId="14100"/>
          <ac:graphicFrameMkLst>
            <pc:docMk/>
            <pc:sldMk cId="2459502712" sldId="385"/>
            <ac:graphicFrameMk id="6" creationId="{00000000-0000-0000-0000-000000000000}"/>
          </ac:graphicFrameMkLst>
        </pc:graphicFrameChg>
      </pc:sldChg>
      <pc:sldChg chg="modSp add mod">
        <pc:chgData name="Ms Alina Arshad" userId="cccdfd85-d35d-4453-9c6f-a463aae40722" providerId="ADAL" clId="{02638E59-C79E-47A1-A0E6-15FB3AF57D6E}" dt="2024-08-26T15:15:07.131" v="51" actId="113"/>
        <pc:sldMkLst>
          <pc:docMk/>
          <pc:sldMk cId="1584583967" sldId="386"/>
        </pc:sldMkLst>
        <pc:spChg chg="mod">
          <ac:chgData name="Ms Alina Arshad" userId="cccdfd85-d35d-4453-9c6f-a463aae40722" providerId="ADAL" clId="{02638E59-C79E-47A1-A0E6-15FB3AF57D6E}" dt="2024-08-26T15:15:07.131" v="51" actId="113"/>
          <ac:spMkLst>
            <pc:docMk/>
            <pc:sldMk cId="1584583967" sldId="386"/>
            <ac:spMk id="2" creationId="{00000000-0000-0000-0000-000000000000}"/>
          </ac:spMkLst>
        </pc:spChg>
        <pc:picChg chg="mod">
          <ac:chgData name="Ms Alina Arshad" userId="cccdfd85-d35d-4453-9c6f-a463aae40722" providerId="ADAL" clId="{02638E59-C79E-47A1-A0E6-15FB3AF57D6E}" dt="2024-08-26T15:14:48.570" v="46" actId="1076"/>
          <ac:picMkLst>
            <pc:docMk/>
            <pc:sldMk cId="1584583967" sldId="386"/>
            <ac:picMk id="6" creationId="{00000000-0000-0000-0000-000000000000}"/>
          </ac:picMkLst>
        </pc:picChg>
        <pc:picChg chg="mod">
          <ac:chgData name="Ms Alina Arshad" userId="cccdfd85-d35d-4453-9c6f-a463aae40722" providerId="ADAL" clId="{02638E59-C79E-47A1-A0E6-15FB3AF57D6E}" dt="2024-08-26T15:15:02.003" v="50" actId="14100"/>
          <ac:picMkLst>
            <pc:docMk/>
            <pc:sldMk cId="1584583967" sldId="386"/>
            <ac:picMk id="7" creationId="{00000000-0000-0000-0000-000000000000}"/>
          </ac:picMkLst>
        </pc:picChg>
      </pc:sldChg>
    </pc:docChg>
  </pc:docChgLst>
  <pc:docChgLst>
    <pc:chgData name="Ms Alina Arshad" userId="cccdfd85-d35d-4453-9c6f-a463aae40722" providerId="ADAL" clId="{65EECB78-834E-42EB-BD92-A4A3828D9035}"/>
    <pc:docChg chg="addSld delSld modSld">
      <pc:chgData name="Ms Alina Arshad" userId="cccdfd85-d35d-4453-9c6f-a463aae40722" providerId="ADAL" clId="{65EECB78-834E-42EB-BD92-A4A3828D9035}" dt="2024-11-02T07:08:49.146" v="22" actId="12"/>
      <pc:docMkLst>
        <pc:docMk/>
      </pc:docMkLst>
      <pc:sldChg chg="modSp add mod">
        <pc:chgData name="Ms Alina Arshad" userId="cccdfd85-d35d-4453-9c6f-a463aae40722" providerId="ADAL" clId="{65EECB78-834E-42EB-BD92-A4A3828D9035}" dt="2024-11-02T07:08:28.478" v="14" actId="113"/>
        <pc:sldMkLst>
          <pc:docMk/>
          <pc:sldMk cId="0" sldId="377"/>
        </pc:sldMkLst>
        <pc:spChg chg="mod">
          <ac:chgData name="Ms Alina Arshad" userId="cccdfd85-d35d-4453-9c6f-a463aae40722" providerId="ADAL" clId="{65EECB78-834E-42EB-BD92-A4A3828D9035}" dt="2024-11-02T07:08:22.871" v="12" actId="12"/>
          <ac:spMkLst>
            <pc:docMk/>
            <pc:sldMk cId="0" sldId="377"/>
            <ac:spMk id="3" creationId="{08DB80FF-4EAA-090F-F379-0151A0F4541D}"/>
          </ac:spMkLst>
        </pc:spChg>
        <pc:spChg chg="mod">
          <ac:chgData name="Ms Alina Arshad" userId="cccdfd85-d35d-4453-9c6f-a463aae40722" providerId="ADAL" clId="{65EECB78-834E-42EB-BD92-A4A3828D9035}" dt="2024-11-02T07:08:28.478" v="14" actId="113"/>
          <ac:spMkLst>
            <pc:docMk/>
            <pc:sldMk cId="0" sldId="377"/>
            <ac:spMk id="32770" creationId="{E2D71797-37F5-434C-11A3-B09B359C1870}"/>
          </ac:spMkLst>
        </pc:spChg>
      </pc:sldChg>
      <pc:sldChg chg="modSp add mod">
        <pc:chgData name="Ms Alina Arshad" userId="cccdfd85-d35d-4453-9c6f-a463aae40722" providerId="ADAL" clId="{65EECB78-834E-42EB-BD92-A4A3828D9035}" dt="2024-11-02T07:08:49.146" v="22" actId="12"/>
        <pc:sldMkLst>
          <pc:docMk/>
          <pc:sldMk cId="0" sldId="378"/>
        </pc:sldMkLst>
        <pc:spChg chg="mod">
          <ac:chgData name="Ms Alina Arshad" userId="cccdfd85-d35d-4453-9c6f-a463aae40722" providerId="ADAL" clId="{65EECB78-834E-42EB-BD92-A4A3828D9035}" dt="2024-11-02T07:08:49.146" v="22" actId="12"/>
          <ac:spMkLst>
            <pc:docMk/>
            <pc:sldMk cId="0" sldId="378"/>
            <ac:spMk id="3" creationId="{0DBA52E3-0B25-01A2-69C7-64332C611475}"/>
          </ac:spMkLst>
        </pc:spChg>
        <pc:spChg chg="mod">
          <ac:chgData name="Ms Alina Arshad" userId="cccdfd85-d35d-4453-9c6f-a463aae40722" providerId="ADAL" clId="{65EECB78-834E-42EB-BD92-A4A3828D9035}" dt="2024-11-02T07:08:36.655" v="17" actId="14100"/>
          <ac:spMkLst>
            <pc:docMk/>
            <pc:sldMk cId="0" sldId="378"/>
            <ac:spMk id="33794" creationId="{EBE9215A-5D31-8DCF-1666-997774B0B779}"/>
          </ac:spMkLst>
        </pc:spChg>
      </pc:sldChg>
      <pc:sldChg chg="del">
        <pc:chgData name="Ms Alina Arshad" userId="cccdfd85-d35d-4453-9c6f-a463aae40722" providerId="ADAL" clId="{65EECB78-834E-42EB-BD92-A4A3828D9035}" dt="2024-11-02T06:41:57.536" v="0" actId="47"/>
        <pc:sldMkLst>
          <pc:docMk/>
          <pc:sldMk cId="1227695002" sldId="429"/>
        </pc:sldMkLst>
      </pc:sldChg>
      <pc:sldChg chg="del">
        <pc:chgData name="Ms Alina Arshad" userId="cccdfd85-d35d-4453-9c6f-a463aae40722" providerId="ADAL" clId="{65EECB78-834E-42EB-BD92-A4A3828D9035}" dt="2024-11-02T06:41:58.260" v="1" actId="47"/>
        <pc:sldMkLst>
          <pc:docMk/>
          <pc:sldMk cId="4289592975" sldId="430"/>
        </pc:sldMkLst>
      </pc:sldChg>
      <pc:sldChg chg="del">
        <pc:chgData name="Ms Alina Arshad" userId="cccdfd85-d35d-4453-9c6f-a463aae40722" providerId="ADAL" clId="{65EECB78-834E-42EB-BD92-A4A3828D9035}" dt="2024-11-02T06:41:58.967" v="2" actId="47"/>
        <pc:sldMkLst>
          <pc:docMk/>
          <pc:sldMk cId="1008177089" sldId="433"/>
        </pc:sldMkLst>
      </pc:sldChg>
      <pc:sldChg chg="del">
        <pc:chgData name="Ms Alina Arshad" userId="cccdfd85-d35d-4453-9c6f-a463aae40722" providerId="ADAL" clId="{65EECB78-834E-42EB-BD92-A4A3828D9035}" dt="2024-11-02T06:41:59.580" v="3" actId="47"/>
        <pc:sldMkLst>
          <pc:docMk/>
          <pc:sldMk cId="4177771332" sldId="434"/>
        </pc:sldMkLst>
      </pc:sldChg>
      <pc:sldChg chg="del">
        <pc:chgData name="Ms Alina Arshad" userId="cccdfd85-d35d-4453-9c6f-a463aae40722" providerId="ADAL" clId="{65EECB78-834E-42EB-BD92-A4A3828D9035}" dt="2024-11-02T06:42:00.238" v="4" actId="47"/>
        <pc:sldMkLst>
          <pc:docMk/>
          <pc:sldMk cId="2642975351" sldId="435"/>
        </pc:sldMkLst>
      </pc:sldChg>
      <pc:sldChg chg="del">
        <pc:chgData name="Ms Alina Arshad" userId="cccdfd85-d35d-4453-9c6f-a463aae40722" providerId="ADAL" clId="{65EECB78-834E-42EB-BD92-A4A3828D9035}" dt="2024-11-02T06:42:00.967" v="5" actId="47"/>
        <pc:sldMkLst>
          <pc:docMk/>
          <pc:sldMk cId="8447295" sldId="436"/>
        </pc:sldMkLst>
      </pc:sldChg>
    </pc:docChg>
  </pc:docChgLst>
  <pc:docChgLst>
    <pc:chgData name="Ms Alina Arshad" userId="cccdfd85-d35d-4453-9c6f-a463aae40722" providerId="ADAL" clId="{7CEE0510-F1C1-47AE-910A-D69FA532249C}"/>
    <pc:docChg chg="custSel modSld">
      <pc:chgData name="Ms Alina Arshad" userId="cccdfd85-d35d-4453-9c6f-a463aae40722" providerId="ADAL" clId="{7CEE0510-F1C1-47AE-910A-D69FA532249C}" dt="2024-08-28T06:51:19.120" v="40" actId="20577"/>
      <pc:docMkLst>
        <pc:docMk/>
      </pc:docMkLst>
      <pc:sldChg chg="modSp mod">
        <pc:chgData name="Ms Alina Arshad" userId="cccdfd85-d35d-4453-9c6f-a463aae40722" providerId="ADAL" clId="{7CEE0510-F1C1-47AE-910A-D69FA532249C}" dt="2024-08-28T06:51:19.120" v="40" actId="20577"/>
        <pc:sldMkLst>
          <pc:docMk/>
          <pc:sldMk cId="2459502712" sldId="385"/>
        </pc:sldMkLst>
        <pc:graphicFrameChg chg="modGraphic">
          <ac:chgData name="Ms Alina Arshad" userId="cccdfd85-d35d-4453-9c6f-a463aae40722" providerId="ADAL" clId="{7CEE0510-F1C1-47AE-910A-D69FA532249C}" dt="2024-08-28T06:51:19.120" v="40" actId="20577"/>
          <ac:graphicFrameMkLst>
            <pc:docMk/>
            <pc:sldMk cId="2459502712" sldId="385"/>
            <ac:graphicFrameMk id="6" creationId="{00000000-0000-0000-0000-000000000000}"/>
          </ac:graphicFrameMkLst>
        </pc:graphicFrameChg>
      </pc:sldChg>
    </pc:docChg>
  </pc:docChgLst>
  <pc:docChgLst>
    <pc:chgData name="Ms Alina Arshad" userId="cccdfd85-d35d-4453-9c6f-a463aae40722" providerId="ADAL" clId="{A214E8EC-1414-401E-818C-CD27F5419B31}"/>
    <pc:docChg chg="custSel addSld delSld modSld">
      <pc:chgData name="Ms Alina Arshad" userId="cccdfd85-d35d-4453-9c6f-a463aae40722" providerId="ADAL" clId="{A214E8EC-1414-401E-818C-CD27F5419B31}" dt="2024-09-05T08:45:54.539" v="183" actId="1076"/>
      <pc:docMkLst>
        <pc:docMk/>
      </pc:docMkLst>
      <pc:sldChg chg="modSp add del mod">
        <pc:chgData name="Ms Alina Arshad" userId="cccdfd85-d35d-4453-9c6f-a463aae40722" providerId="ADAL" clId="{A214E8EC-1414-401E-818C-CD27F5419B31}" dt="2024-09-04T09:25:54.065" v="6" actId="1076"/>
        <pc:sldMkLst>
          <pc:docMk/>
          <pc:sldMk cId="3322361034" sldId="256"/>
        </pc:sldMkLst>
        <pc:spChg chg="mod">
          <ac:chgData name="Ms Alina Arshad" userId="cccdfd85-d35d-4453-9c6f-a463aae40722" providerId="ADAL" clId="{A214E8EC-1414-401E-818C-CD27F5419B31}" dt="2024-09-04T09:25:44.735" v="3" actId="20577"/>
          <ac:spMkLst>
            <pc:docMk/>
            <pc:sldMk cId="3322361034" sldId="256"/>
            <ac:spMk id="3" creationId="{44E9F82C-BBA7-3495-1097-BEDB54FFFDF4}"/>
          </ac:spMkLst>
        </pc:spChg>
        <pc:spChg chg="mod">
          <ac:chgData name="Ms Alina Arshad" userId="cccdfd85-d35d-4453-9c6f-a463aae40722" providerId="ADAL" clId="{A214E8EC-1414-401E-818C-CD27F5419B31}" dt="2024-09-04T09:25:54.065" v="6" actId="1076"/>
          <ac:spMkLst>
            <pc:docMk/>
            <pc:sldMk cId="3322361034" sldId="256"/>
            <ac:spMk id="5" creationId="{2C4F1234-844D-F3A8-4B44-50EC8595C5FD}"/>
          </ac:spMkLst>
        </pc:spChg>
      </pc:sldChg>
      <pc:sldChg chg="del">
        <pc:chgData name="Ms Alina Arshad" userId="cccdfd85-d35d-4453-9c6f-a463aae40722" providerId="ADAL" clId="{A214E8EC-1414-401E-818C-CD27F5419B31}" dt="2024-09-04T09:32:20.262" v="108" actId="47"/>
        <pc:sldMkLst>
          <pc:docMk/>
          <pc:sldMk cId="0" sldId="347"/>
        </pc:sldMkLst>
      </pc:sldChg>
      <pc:sldChg chg="modSp mod">
        <pc:chgData name="Ms Alina Arshad" userId="cccdfd85-d35d-4453-9c6f-a463aae40722" providerId="ADAL" clId="{A214E8EC-1414-401E-818C-CD27F5419B31}" dt="2024-09-04T09:26:29.470" v="15" actId="113"/>
        <pc:sldMkLst>
          <pc:docMk/>
          <pc:sldMk cId="0" sldId="379"/>
        </pc:sldMkLst>
        <pc:spChg chg="mod">
          <ac:chgData name="Ms Alina Arshad" userId="cccdfd85-d35d-4453-9c6f-a463aae40722" providerId="ADAL" clId="{A214E8EC-1414-401E-818C-CD27F5419B31}" dt="2024-09-04T09:26:29.470" v="15" actId="113"/>
          <ac:spMkLst>
            <pc:docMk/>
            <pc:sldMk cId="0" sldId="379"/>
            <ac:spMk id="26626" creationId="{CA68E883-29BA-7C4A-7F30-1C8455B6B3BC}"/>
          </ac:spMkLst>
        </pc:spChg>
        <pc:spChg chg="mod">
          <ac:chgData name="Ms Alina Arshad" userId="cccdfd85-d35d-4453-9c6f-a463aae40722" providerId="ADAL" clId="{A214E8EC-1414-401E-818C-CD27F5419B31}" dt="2024-09-04T09:26:19.748" v="12" actId="12"/>
          <ac:spMkLst>
            <pc:docMk/>
            <pc:sldMk cId="0" sldId="379"/>
            <ac:spMk id="26627" creationId="{0537EB38-19FF-A660-3577-4511892B88B9}"/>
          </ac:spMkLst>
        </pc:spChg>
        <pc:picChg chg="mod">
          <ac:chgData name="Ms Alina Arshad" userId="cccdfd85-d35d-4453-9c6f-a463aae40722" providerId="ADAL" clId="{A214E8EC-1414-401E-818C-CD27F5419B31}" dt="2024-09-04T09:26:08.710" v="9" actId="1076"/>
          <ac:picMkLst>
            <pc:docMk/>
            <pc:sldMk cId="0" sldId="379"/>
            <ac:picMk id="26628" creationId="{BAAFC1C8-929E-323F-E200-E33A2FB4E0F0}"/>
          </ac:picMkLst>
        </pc:picChg>
      </pc:sldChg>
      <pc:sldChg chg="modSp mod">
        <pc:chgData name="Ms Alina Arshad" userId="cccdfd85-d35d-4453-9c6f-a463aae40722" providerId="ADAL" clId="{A214E8EC-1414-401E-818C-CD27F5419B31}" dt="2024-09-04T09:31:19.325" v="90" actId="14100"/>
        <pc:sldMkLst>
          <pc:docMk/>
          <pc:sldMk cId="0" sldId="387"/>
        </pc:sldMkLst>
        <pc:spChg chg="mod">
          <ac:chgData name="Ms Alina Arshad" userId="cccdfd85-d35d-4453-9c6f-a463aae40722" providerId="ADAL" clId="{A214E8EC-1414-401E-818C-CD27F5419B31}" dt="2024-09-04T09:31:19.325" v="90" actId="14100"/>
          <ac:spMkLst>
            <pc:docMk/>
            <pc:sldMk cId="0" sldId="387"/>
            <ac:spMk id="6" creationId="{64F4330A-CB45-71AF-8216-F146194652B6}"/>
          </ac:spMkLst>
        </pc:spChg>
        <pc:spChg chg="mod">
          <ac:chgData name="Ms Alina Arshad" userId="cccdfd85-d35d-4453-9c6f-a463aae40722" providerId="ADAL" clId="{A214E8EC-1414-401E-818C-CD27F5419B31}" dt="2024-09-04T09:31:00.646" v="84" actId="113"/>
          <ac:spMkLst>
            <pc:docMk/>
            <pc:sldMk cId="0" sldId="387"/>
            <ac:spMk id="33794" creationId="{E79152FB-CB4C-761A-9826-95327F990BC6}"/>
          </ac:spMkLst>
        </pc:spChg>
      </pc:sldChg>
      <pc:sldChg chg="modSp mod">
        <pc:chgData name="Ms Alina Arshad" userId="cccdfd85-d35d-4453-9c6f-a463aae40722" providerId="ADAL" clId="{A214E8EC-1414-401E-818C-CD27F5419B31}" dt="2024-09-04T09:31:45.318" v="98" actId="207"/>
        <pc:sldMkLst>
          <pc:docMk/>
          <pc:sldMk cId="0" sldId="388"/>
        </pc:sldMkLst>
        <pc:spChg chg="mod">
          <ac:chgData name="Ms Alina Arshad" userId="cccdfd85-d35d-4453-9c6f-a463aae40722" providerId="ADAL" clId="{A214E8EC-1414-401E-818C-CD27F5419B31}" dt="2024-09-04T09:31:34.322" v="95" actId="12"/>
          <ac:spMkLst>
            <pc:docMk/>
            <pc:sldMk cId="0" sldId="388"/>
            <ac:spMk id="6" creationId="{CFC8DFE7-EF8E-609D-2239-A95F5E1E7D96}"/>
          </ac:spMkLst>
        </pc:spChg>
        <pc:spChg chg="mod">
          <ac:chgData name="Ms Alina Arshad" userId="cccdfd85-d35d-4453-9c6f-a463aae40722" providerId="ADAL" clId="{A214E8EC-1414-401E-818C-CD27F5419B31}" dt="2024-09-04T09:31:45.318" v="98" actId="207"/>
          <ac:spMkLst>
            <pc:docMk/>
            <pc:sldMk cId="0" sldId="388"/>
            <ac:spMk id="34818" creationId="{45984481-6F1E-CAE7-90EF-FF445794FFDD}"/>
          </ac:spMkLst>
        </pc:spChg>
      </pc:sldChg>
      <pc:sldChg chg="modSp mod">
        <pc:chgData name="Ms Alina Arshad" userId="cccdfd85-d35d-4453-9c6f-a463aae40722" providerId="ADAL" clId="{A214E8EC-1414-401E-818C-CD27F5419B31}" dt="2024-09-04T09:32:12.549" v="107" actId="113"/>
        <pc:sldMkLst>
          <pc:docMk/>
          <pc:sldMk cId="0" sldId="389"/>
        </pc:sldMkLst>
        <pc:spChg chg="mod">
          <ac:chgData name="Ms Alina Arshad" userId="cccdfd85-d35d-4453-9c6f-a463aae40722" providerId="ADAL" clId="{A214E8EC-1414-401E-818C-CD27F5419B31}" dt="2024-09-04T09:32:12.549" v="107" actId="113"/>
          <ac:spMkLst>
            <pc:docMk/>
            <pc:sldMk cId="0" sldId="389"/>
            <ac:spMk id="3" creationId="{ED79F53D-3B71-AA42-18AC-61AC37EECA3C}"/>
          </ac:spMkLst>
        </pc:spChg>
        <pc:spChg chg="mod">
          <ac:chgData name="Ms Alina Arshad" userId="cccdfd85-d35d-4453-9c6f-a463aae40722" providerId="ADAL" clId="{A214E8EC-1414-401E-818C-CD27F5419B31}" dt="2024-09-04T09:31:57.505" v="103" actId="113"/>
          <ac:spMkLst>
            <pc:docMk/>
            <pc:sldMk cId="0" sldId="389"/>
            <ac:spMk id="35842" creationId="{15EEAB6A-00F3-C853-957A-930095244D45}"/>
          </ac:spMkLst>
        </pc:spChg>
      </pc:sldChg>
      <pc:sldChg chg="modSp mod">
        <pc:chgData name="Ms Alina Arshad" userId="cccdfd85-d35d-4453-9c6f-a463aae40722" providerId="ADAL" clId="{A214E8EC-1414-401E-818C-CD27F5419B31}" dt="2024-09-04T09:26:52.316" v="23" actId="1076"/>
        <pc:sldMkLst>
          <pc:docMk/>
          <pc:sldMk cId="0" sldId="399"/>
        </pc:sldMkLst>
        <pc:spChg chg="mod">
          <ac:chgData name="Ms Alina Arshad" userId="cccdfd85-d35d-4453-9c6f-a463aae40722" providerId="ADAL" clId="{A214E8EC-1414-401E-818C-CD27F5419B31}" dt="2024-09-04T09:26:47.182" v="21" actId="1076"/>
          <ac:spMkLst>
            <pc:docMk/>
            <pc:sldMk cId="0" sldId="399"/>
            <ac:spMk id="6" creationId="{66D25AE5-4B00-F0A1-C614-26E22FAB37D4}"/>
          </ac:spMkLst>
        </pc:spChg>
        <pc:spChg chg="mod">
          <ac:chgData name="Ms Alina Arshad" userId="cccdfd85-d35d-4453-9c6f-a463aae40722" providerId="ADAL" clId="{A214E8EC-1414-401E-818C-CD27F5419B31}" dt="2024-09-04T09:26:38.702" v="20" actId="1076"/>
          <ac:spMkLst>
            <pc:docMk/>
            <pc:sldMk cId="0" sldId="399"/>
            <ac:spMk id="27650" creationId="{807A698F-CE39-4FC4-F83F-1182661F7273}"/>
          </ac:spMkLst>
        </pc:spChg>
        <pc:picChg chg="mod">
          <ac:chgData name="Ms Alina Arshad" userId="cccdfd85-d35d-4453-9c6f-a463aae40722" providerId="ADAL" clId="{A214E8EC-1414-401E-818C-CD27F5419B31}" dt="2024-09-04T09:26:48.941" v="22" actId="1076"/>
          <ac:picMkLst>
            <pc:docMk/>
            <pc:sldMk cId="0" sldId="399"/>
            <ac:picMk id="14339" creationId="{F9850548-C474-AAC6-BD0E-56A0613FCF03}"/>
          </ac:picMkLst>
        </pc:picChg>
        <pc:picChg chg="mod">
          <ac:chgData name="Ms Alina Arshad" userId="cccdfd85-d35d-4453-9c6f-a463aae40722" providerId="ADAL" clId="{A214E8EC-1414-401E-818C-CD27F5419B31}" dt="2024-09-04T09:26:52.316" v="23" actId="1076"/>
          <ac:picMkLst>
            <pc:docMk/>
            <pc:sldMk cId="0" sldId="399"/>
            <ac:picMk id="14340" creationId="{0791B033-7EA1-299C-3970-7DF1EC6467ED}"/>
          </ac:picMkLst>
        </pc:picChg>
      </pc:sldChg>
      <pc:sldChg chg="modSp mod">
        <pc:chgData name="Ms Alina Arshad" userId="cccdfd85-d35d-4453-9c6f-a463aae40722" providerId="ADAL" clId="{A214E8EC-1414-401E-818C-CD27F5419B31}" dt="2024-09-04T09:28:26.030" v="45" actId="14100"/>
        <pc:sldMkLst>
          <pc:docMk/>
          <pc:sldMk cId="0" sldId="400"/>
        </pc:sldMkLst>
        <pc:spChg chg="mod">
          <ac:chgData name="Ms Alina Arshad" userId="cccdfd85-d35d-4453-9c6f-a463aae40722" providerId="ADAL" clId="{A214E8EC-1414-401E-818C-CD27F5419B31}" dt="2024-09-04T09:28:26.030" v="45" actId="14100"/>
          <ac:spMkLst>
            <pc:docMk/>
            <pc:sldMk cId="0" sldId="400"/>
            <ac:spMk id="3" creationId="{2A9DF645-9936-2BC4-A2EC-921F2B770047}"/>
          </ac:spMkLst>
        </pc:spChg>
        <pc:spChg chg="mod">
          <ac:chgData name="Ms Alina Arshad" userId="cccdfd85-d35d-4453-9c6f-a463aae40722" providerId="ADAL" clId="{A214E8EC-1414-401E-818C-CD27F5419B31}" dt="2024-09-04T09:26:57.316" v="25" actId="207"/>
          <ac:spMkLst>
            <pc:docMk/>
            <pc:sldMk cId="0" sldId="400"/>
            <ac:spMk id="28674" creationId="{3C3E329A-BD61-995C-B161-A4AE737B7229}"/>
          </ac:spMkLst>
        </pc:spChg>
      </pc:sldChg>
      <pc:sldChg chg="modSp mod">
        <pc:chgData name="Ms Alina Arshad" userId="cccdfd85-d35d-4453-9c6f-a463aae40722" providerId="ADAL" clId="{A214E8EC-1414-401E-818C-CD27F5419B31}" dt="2024-09-04T09:28:52.648" v="56" actId="113"/>
        <pc:sldMkLst>
          <pc:docMk/>
          <pc:sldMk cId="0" sldId="401"/>
        </pc:sldMkLst>
        <pc:spChg chg="mod">
          <ac:chgData name="Ms Alina Arshad" userId="cccdfd85-d35d-4453-9c6f-a463aae40722" providerId="ADAL" clId="{A214E8EC-1414-401E-818C-CD27F5419B31}" dt="2024-09-04T09:28:52.648" v="56" actId="113"/>
          <ac:spMkLst>
            <pc:docMk/>
            <pc:sldMk cId="0" sldId="401"/>
            <ac:spMk id="3" creationId="{F7814939-450A-E765-107B-5AE7E9D2800B}"/>
          </ac:spMkLst>
        </pc:spChg>
        <pc:spChg chg="mod">
          <ac:chgData name="Ms Alina Arshad" userId="cccdfd85-d35d-4453-9c6f-a463aae40722" providerId="ADAL" clId="{A214E8EC-1414-401E-818C-CD27F5419B31}" dt="2024-09-04T09:28:37.338" v="50" actId="1076"/>
          <ac:spMkLst>
            <pc:docMk/>
            <pc:sldMk cId="0" sldId="401"/>
            <ac:spMk id="29698" creationId="{E1157B7A-2B15-D542-6826-01F721A88D19}"/>
          </ac:spMkLst>
        </pc:spChg>
      </pc:sldChg>
      <pc:sldChg chg="modSp mod">
        <pc:chgData name="Ms Alina Arshad" userId="cccdfd85-d35d-4453-9c6f-a463aae40722" providerId="ADAL" clId="{A214E8EC-1414-401E-818C-CD27F5419B31}" dt="2024-09-04T09:29:17.624" v="65" actId="12"/>
        <pc:sldMkLst>
          <pc:docMk/>
          <pc:sldMk cId="0" sldId="402"/>
        </pc:sldMkLst>
        <pc:spChg chg="mod">
          <ac:chgData name="Ms Alina Arshad" userId="cccdfd85-d35d-4453-9c6f-a463aae40722" providerId="ADAL" clId="{A214E8EC-1414-401E-818C-CD27F5419B31}" dt="2024-09-04T09:29:17.624" v="65" actId="12"/>
          <ac:spMkLst>
            <pc:docMk/>
            <pc:sldMk cId="0" sldId="402"/>
            <ac:spMk id="3" creationId="{B9B03C6D-6CB4-3BF0-CB8A-AB5F536E1102}"/>
          </ac:spMkLst>
        </pc:spChg>
        <pc:spChg chg="mod">
          <ac:chgData name="Ms Alina Arshad" userId="cccdfd85-d35d-4453-9c6f-a463aae40722" providerId="ADAL" clId="{A214E8EC-1414-401E-818C-CD27F5419B31}" dt="2024-09-04T09:29:01.436" v="59" actId="403"/>
          <ac:spMkLst>
            <pc:docMk/>
            <pc:sldMk cId="0" sldId="402"/>
            <ac:spMk id="30722" creationId="{D97C742F-0397-B824-AEBF-495D8AFA6E3C}"/>
          </ac:spMkLst>
        </pc:spChg>
      </pc:sldChg>
      <pc:sldChg chg="modSp mod">
        <pc:chgData name="Ms Alina Arshad" userId="cccdfd85-d35d-4453-9c6f-a463aae40722" providerId="ADAL" clId="{A214E8EC-1414-401E-818C-CD27F5419B31}" dt="2024-09-04T09:30:34.098" v="74" actId="12"/>
        <pc:sldMkLst>
          <pc:docMk/>
          <pc:sldMk cId="0" sldId="403"/>
        </pc:sldMkLst>
        <pc:spChg chg="mod">
          <ac:chgData name="Ms Alina Arshad" userId="cccdfd85-d35d-4453-9c6f-a463aae40722" providerId="ADAL" clId="{A214E8EC-1414-401E-818C-CD27F5419B31}" dt="2024-09-04T09:30:34.098" v="74" actId="12"/>
          <ac:spMkLst>
            <pc:docMk/>
            <pc:sldMk cId="0" sldId="403"/>
            <ac:spMk id="3" creationId="{48642A30-B2EE-074D-63D8-142D7AADC51E}"/>
          </ac:spMkLst>
        </pc:spChg>
        <pc:spChg chg="mod">
          <ac:chgData name="Ms Alina Arshad" userId="cccdfd85-d35d-4453-9c6f-a463aae40722" providerId="ADAL" clId="{A214E8EC-1414-401E-818C-CD27F5419B31}" dt="2024-09-04T09:29:30.962" v="69" actId="403"/>
          <ac:spMkLst>
            <pc:docMk/>
            <pc:sldMk cId="0" sldId="403"/>
            <ac:spMk id="31746" creationId="{799BEEBA-DC1F-04C5-57A3-3611915C94C4}"/>
          </ac:spMkLst>
        </pc:spChg>
      </pc:sldChg>
      <pc:sldChg chg="modSp mod">
        <pc:chgData name="Ms Alina Arshad" userId="cccdfd85-d35d-4453-9c6f-a463aae40722" providerId="ADAL" clId="{A214E8EC-1414-401E-818C-CD27F5419B31}" dt="2024-09-04T09:30:53.715" v="82" actId="12"/>
        <pc:sldMkLst>
          <pc:docMk/>
          <pc:sldMk cId="0" sldId="404"/>
        </pc:sldMkLst>
        <pc:spChg chg="mod">
          <ac:chgData name="Ms Alina Arshad" userId="cccdfd85-d35d-4453-9c6f-a463aae40722" providerId="ADAL" clId="{A214E8EC-1414-401E-818C-CD27F5419B31}" dt="2024-09-04T09:30:53.715" v="82" actId="12"/>
          <ac:spMkLst>
            <pc:docMk/>
            <pc:sldMk cId="0" sldId="404"/>
            <ac:spMk id="3" creationId="{AF1105A4-6B17-375B-3D8A-BC66131717C7}"/>
          </ac:spMkLst>
        </pc:spChg>
        <pc:spChg chg="mod">
          <ac:chgData name="Ms Alina Arshad" userId="cccdfd85-d35d-4453-9c6f-a463aae40722" providerId="ADAL" clId="{A214E8EC-1414-401E-818C-CD27F5419B31}" dt="2024-09-04T09:30:41.407" v="77" actId="403"/>
          <ac:spMkLst>
            <pc:docMk/>
            <pc:sldMk cId="0" sldId="404"/>
            <ac:spMk id="32770" creationId="{FE100E78-D1CD-E137-B520-2A21457DC687}"/>
          </ac:spMkLst>
        </pc:spChg>
      </pc:sldChg>
      <pc:sldChg chg="delSp modSp add del mod">
        <pc:chgData name="Ms Alina Arshad" userId="cccdfd85-d35d-4453-9c6f-a463aae40722" providerId="ADAL" clId="{A214E8EC-1414-401E-818C-CD27F5419B31}" dt="2024-09-04T09:39:56.968" v="116" actId="47"/>
        <pc:sldMkLst>
          <pc:docMk/>
          <pc:sldMk cId="503109780" sldId="426"/>
        </pc:sldMkLst>
        <pc:spChg chg="mod">
          <ac:chgData name="Ms Alina Arshad" userId="cccdfd85-d35d-4453-9c6f-a463aae40722" providerId="ADAL" clId="{A214E8EC-1414-401E-818C-CD27F5419B31}" dt="2024-09-04T09:39:48.667" v="112" actId="14100"/>
          <ac:spMkLst>
            <pc:docMk/>
            <pc:sldMk cId="503109780" sldId="426"/>
            <ac:spMk id="2" creationId="{00000000-0000-0000-0000-000000000000}"/>
          </ac:spMkLst>
        </pc:spChg>
        <pc:spChg chg="mod">
          <ac:chgData name="Ms Alina Arshad" userId="cccdfd85-d35d-4453-9c6f-a463aae40722" providerId="ADAL" clId="{A214E8EC-1414-401E-818C-CD27F5419B31}" dt="2024-09-04T09:39:50.900" v="113" actId="14100"/>
          <ac:spMkLst>
            <pc:docMk/>
            <pc:sldMk cId="503109780" sldId="426"/>
            <ac:spMk id="3" creationId="{00000000-0000-0000-0000-000000000000}"/>
          </ac:spMkLst>
        </pc:spChg>
        <pc:spChg chg="del">
          <ac:chgData name="Ms Alina Arshad" userId="cccdfd85-d35d-4453-9c6f-a463aae40722" providerId="ADAL" clId="{A214E8EC-1414-401E-818C-CD27F5419B31}" dt="2024-09-04T09:39:53.103" v="114" actId="478"/>
          <ac:spMkLst>
            <pc:docMk/>
            <pc:sldMk cId="503109780" sldId="426"/>
            <ac:spMk id="4" creationId="{00000000-0000-0000-0000-000000000000}"/>
          </ac:spMkLst>
        </pc:spChg>
        <pc:spChg chg="del">
          <ac:chgData name="Ms Alina Arshad" userId="cccdfd85-d35d-4453-9c6f-a463aae40722" providerId="ADAL" clId="{A214E8EC-1414-401E-818C-CD27F5419B31}" dt="2024-09-04T09:39:55.259" v="115" actId="478"/>
          <ac:spMkLst>
            <pc:docMk/>
            <pc:sldMk cId="503109780" sldId="426"/>
            <ac:spMk id="5" creationId="{00000000-0000-0000-0000-000000000000}"/>
          </ac:spMkLst>
        </pc:spChg>
      </pc:sldChg>
      <pc:sldChg chg="add del">
        <pc:chgData name="Ms Alina Arshad" userId="cccdfd85-d35d-4453-9c6f-a463aae40722" providerId="ADAL" clId="{A214E8EC-1414-401E-818C-CD27F5419B31}" dt="2024-09-04T09:40:51.545" v="117" actId="47"/>
        <pc:sldMkLst>
          <pc:docMk/>
          <pc:sldMk cId="3799684860" sldId="427"/>
        </pc:sldMkLst>
      </pc:sldChg>
      <pc:sldChg chg="add del">
        <pc:chgData name="Ms Alina Arshad" userId="cccdfd85-d35d-4453-9c6f-a463aae40722" providerId="ADAL" clId="{A214E8EC-1414-401E-818C-CD27F5419B31}" dt="2024-09-04T09:40:54.624" v="118" actId="47"/>
        <pc:sldMkLst>
          <pc:docMk/>
          <pc:sldMk cId="3495544278" sldId="428"/>
        </pc:sldMkLst>
      </pc:sldChg>
      <pc:sldChg chg="delSp modSp add mod">
        <pc:chgData name="Ms Alina Arshad" userId="cccdfd85-d35d-4453-9c6f-a463aae40722" providerId="ADAL" clId="{A214E8EC-1414-401E-818C-CD27F5419B31}" dt="2024-09-05T08:45:54.539" v="183" actId="1076"/>
        <pc:sldMkLst>
          <pc:docMk/>
          <pc:sldMk cId="1227695002" sldId="429"/>
        </pc:sldMkLst>
        <pc:spChg chg="mod">
          <ac:chgData name="Ms Alina Arshad" userId="cccdfd85-d35d-4453-9c6f-a463aae40722" providerId="ADAL" clId="{A214E8EC-1414-401E-818C-CD27F5419B31}" dt="2024-09-05T08:45:54.539" v="183" actId="1076"/>
          <ac:spMkLst>
            <pc:docMk/>
            <pc:sldMk cId="1227695002" sldId="429"/>
            <ac:spMk id="2" creationId="{00000000-0000-0000-0000-000000000000}"/>
          </ac:spMkLst>
        </pc:spChg>
        <pc:spChg chg="mod">
          <ac:chgData name="Ms Alina Arshad" userId="cccdfd85-d35d-4453-9c6f-a463aae40722" providerId="ADAL" clId="{A214E8EC-1414-401E-818C-CD27F5419B31}" dt="2024-09-04T09:41:42.437" v="131" actId="14100"/>
          <ac:spMkLst>
            <pc:docMk/>
            <pc:sldMk cId="1227695002" sldId="429"/>
            <ac:spMk id="3" creationId="{00000000-0000-0000-0000-000000000000}"/>
          </ac:spMkLst>
        </pc:spChg>
        <pc:spChg chg="del">
          <ac:chgData name="Ms Alina Arshad" userId="cccdfd85-d35d-4453-9c6f-a463aae40722" providerId="ADAL" clId="{A214E8EC-1414-401E-818C-CD27F5419B31}" dt="2024-09-04T09:41:14.193" v="125" actId="478"/>
          <ac:spMkLst>
            <pc:docMk/>
            <pc:sldMk cId="1227695002" sldId="429"/>
            <ac:spMk id="4" creationId="{00000000-0000-0000-0000-000000000000}"/>
          </ac:spMkLst>
        </pc:spChg>
        <pc:spChg chg="del">
          <ac:chgData name="Ms Alina Arshad" userId="cccdfd85-d35d-4453-9c6f-a463aae40722" providerId="ADAL" clId="{A214E8EC-1414-401E-818C-CD27F5419B31}" dt="2024-09-04T09:41:15.668" v="126" actId="478"/>
          <ac:spMkLst>
            <pc:docMk/>
            <pc:sldMk cId="1227695002" sldId="429"/>
            <ac:spMk id="5" creationId="{00000000-0000-0000-0000-000000000000}"/>
          </ac:spMkLst>
        </pc:spChg>
      </pc:sldChg>
      <pc:sldChg chg="delSp modSp add mod">
        <pc:chgData name="Ms Alina Arshad" userId="cccdfd85-d35d-4453-9c6f-a463aae40722" providerId="ADAL" clId="{A214E8EC-1414-401E-818C-CD27F5419B31}" dt="2024-09-04T09:42:06.892" v="140" actId="478"/>
        <pc:sldMkLst>
          <pc:docMk/>
          <pc:sldMk cId="4289592975" sldId="430"/>
        </pc:sldMkLst>
        <pc:spChg chg="mod">
          <ac:chgData name="Ms Alina Arshad" userId="cccdfd85-d35d-4453-9c6f-a463aae40722" providerId="ADAL" clId="{A214E8EC-1414-401E-818C-CD27F5419B31}" dt="2024-09-04T09:41:58.077" v="136" actId="14100"/>
          <ac:spMkLst>
            <pc:docMk/>
            <pc:sldMk cId="4289592975" sldId="430"/>
            <ac:spMk id="2" creationId="{00000000-0000-0000-0000-000000000000}"/>
          </ac:spMkLst>
        </pc:spChg>
        <pc:spChg chg="mod">
          <ac:chgData name="Ms Alina Arshad" userId="cccdfd85-d35d-4453-9c6f-a463aae40722" providerId="ADAL" clId="{A214E8EC-1414-401E-818C-CD27F5419B31}" dt="2024-09-04T09:42:02.218" v="138" actId="12"/>
          <ac:spMkLst>
            <pc:docMk/>
            <pc:sldMk cId="4289592975" sldId="430"/>
            <ac:spMk id="3" creationId="{00000000-0000-0000-0000-000000000000}"/>
          </ac:spMkLst>
        </pc:spChg>
        <pc:spChg chg="del">
          <ac:chgData name="Ms Alina Arshad" userId="cccdfd85-d35d-4453-9c6f-a463aae40722" providerId="ADAL" clId="{A214E8EC-1414-401E-818C-CD27F5419B31}" dt="2024-09-04T09:42:05.157" v="139" actId="478"/>
          <ac:spMkLst>
            <pc:docMk/>
            <pc:sldMk cId="4289592975" sldId="430"/>
            <ac:spMk id="4" creationId="{00000000-0000-0000-0000-000000000000}"/>
          </ac:spMkLst>
        </pc:spChg>
        <pc:spChg chg="del">
          <ac:chgData name="Ms Alina Arshad" userId="cccdfd85-d35d-4453-9c6f-a463aae40722" providerId="ADAL" clId="{A214E8EC-1414-401E-818C-CD27F5419B31}" dt="2024-09-04T09:42:06.892" v="140" actId="478"/>
          <ac:spMkLst>
            <pc:docMk/>
            <pc:sldMk cId="4289592975" sldId="430"/>
            <ac:spMk id="5" creationId="{00000000-0000-0000-0000-000000000000}"/>
          </ac:spMkLst>
        </pc:spChg>
      </pc:sldChg>
      <pc:sldChg chg="add del">
        <pc:chgData name="Ms Alina Arshad" userId="cccdfd85-d35d-4453-9c6f-a463aae40722" providerId="ADAL" clId="{A214E8EC-1414-401E-818C-CD27F5419B31}" dt="2024-09-04T09:43:34.397" v="149" actId="47"/>
        <pc:sldMkLst>
          <pc:docMk/>
          <pc:sldMk cId="1464666430" sldId="431"/>
        </pc:sldMkLst>
      </pc:sldChg>
      <pc:sldChg chg="delSp modSp add mod">
        <pc:chgData name="Ms Alina Arshad" userId="cccdfd85-d35d-4453-9c6f-a463aae40722" providerId="ADAL" clId="{A214E8EC-1414-401E-818C-CD27F5419B31}" dt="2024-09-05T06:48:53.858" v="180" actId="14100"/>
        <pc:sldMkLst>
          <pc:docMk/>
          <pc:sldMk cId="1008177089" sldId="433"/>
        </pc:sldMkLst>
        <pc:spChg chg="mod">
          <ac:chgData name="Ms Alina Arshad" userId="cccdfd85-d35d-4453-9c6f-a463aae40722" providerId="ADAL" clId="{A214E8EC-1414-401E-818C-CD27F5419B31}" dt="2024-09-05T06:48:38.219" v="178" actId="1076"/>
          <ac:spMkLst>
            <pc:docMk/>
            <pc:sldMk cId="1008177089" sldId="433"/>
            <ac:spMk id="2" creationId="{00000000-0000-0000-0000-000000000000}"/>
          </ac:spMkLst>
        </pc:spChg>
        <pc:spChg chg="mod">
          <ac:chgData name="Ms Alina Arshad" userId="cccdfd85-d35d-4453-9c6f-a463aae40722" providerId="ADAL" clId="{A214E8EC-1414-401E-818C-CD27F5419B31}" dt="2024-09-05T06:48:53.858" v="180" actId="14100"/>
          <ac:spMkLst>
            <pc:docMk/>
            <pc:sldMk cId="1008177089" sldId="433"/>
            <ac:spMk id="3" creationId="{00000000-0000-0000-0000-000000000000}"/>
          </ac:spMkLst>
        </pc:spChg>
        <pc:spChg chg="del">
          <ac:chgData name="Ms Alina Arshad" userId="cccdfd85-d35d-4453-9c6f-a463aae40722" providerId="ADAL" clId="{A214E8EC-1414-401E-818C-CD27F5419B31}" dt="2024-09-04T09:43:15.229" v="144" actId="478"/>
          <ac:spMkLst>
            <pc:docMk/>
            <pc:sldMk cId="1008177089" sldId="433"/>
            <ac:spMk id="4" creationId="{00000000-0000-0000-0000-000000000000}"/>
          </ac:spMkLst>
        </pc:spChg>
        <pc:spChg chg="del">
          <ac:chgData name="Ms Alina Arshad" userId="cccdfd85-d35d-4453-9c6f-a463aae40722" providerId="ADAL" clId="{A214E8EC-1414-401E-818C-CD27F5419B31}" dt="2024-09-04T09:43:16.923" v="145" actId="478"/>
          <ac:spMkLst>
            <pc:docMk/>
            <pc:sldMk cId="1008177089" sldId="433"/>
            <ac:spMk id="5" creationId="{00000000-0000-0000-0000-000000000000}"/>
          </ac:spMkLst>
        </pc:spChg>
      </pc:sldChg>
      <pc:sldChg chg="delSp modSp add mod">
        <pc:chgData name="Ms Alina Arshad" userId="cccdfd85-d35d-4453-9c6f-a463aae40722" providerId="ADAL" clId="{A214E8EC-1414-401E-818C-CD27F5419B31}" dt="2024-09-04T09:44:07.324" v="160" actId="478"/>
        <pc:sldMkLst>
          <pc:docMk/>
          <pc:sldMk cId="4177771332" sldId="434"/>
        </pc:sldMkLst>
        <pc:spChg chg="mod">
          <ac:chgData name="Ms Alina Arshad" userId="cccdfd85-d35d-4453-9c6f-a463aae40722" providerId="ADAL" clId="{A214E8EC-1414-401E-818C-CD27F5419B31}" dt="2024-09-04T09:43:56.724" v="155" actId="14100"/>
          <ac:spMkLst>
            <pc:docMk/>
            <pc:sldMk cId="4177771332" sldId="434"/>
            <ac:spMk id="2" creationId="{00000000-0000-0000-0000-000000000000}"/>
          </ac:spMkLst>
        </pc:spChg>
        <pc:spChg chg="mod">
          <ac:chgData name="Ms Alina Arshad" userId="cccdfd85-d35d-4453-9c6f-a463aae40722" providerId="ADAL" clId="{A214E8EC-1414-401E-818C-CD27F5419B31}" dt="2024-09-04T09:44:04.457" v="157" actId="12"/>
          <ac:spMkLst>
            <pc:docMk/>
            <pc:sldMk cId="4177771332" sldId="434"/>
            <ac:spMk id="3" creationId="{00000000-0000-0000-0000-000000000000}"/>
          </ac:spMkLst>
        </pc:spChg>
        <pc:spChg chg="del mod">
          <ac:chgData name="Ms Alina Arshad" userId="cccdfd85-d35d-4453-9c6f-a463aae40722" providerId="ADAL" clId="{A214E8EC-1414-401E-818C-CD27F5419B31}" dt="2024-09-04T09:44:06.059" v="159" actId="478"/>
          <ac:spMkLst>
            <pc:docMk/>
            <pc:sldMk cId="4177771332" sldId="434"/>
            <ac:spMk id="4" creationId="{00000000-0000-0000-0000-000000000000}"/>
          </ac:spMkLst>
        </pc:spChg>
        <pc:spChg chg="del">
          <ac:chgData name="Ms Alina Arshad" userId="cccdfd85-d35d-4453-9c6f-a463aae40722" providerId="ADAL" clId="{A214E8EC-1414-401E-818C-CD27F5419B31}" dt="2024-09-04T09:44:07.324" v="160" actId="478"/>
          <ac:spMkLst>
            <pc:docMk/>
            <pc:sldMk cId="4177771332" sldId="434"/>
            <ac:spMk id="5" creationId="{00000000-0000-0000-0000-000000000000}"/>
          </ac:spMkLst>
        </pc:spChg>
      </pc:sldChg>
      <pc:sldChg chg="delSp modSp add mod">
        <pc:chgData name="Ms Alina Arshad" userId="cccdfd85-d35d-4453-9c6f-a463aae40722" providerId="ADAL" clId="{A214E8EC-1414-401E-818C-CD27F5419B31}" dt="2024-09-04T09:44:24.863" v="166" actId="478"/>
        <pc:sldMkLst>
          <pc:docMk/>
          <pc:sldMk cId="2642975351" sldId="435"/>
        </pc:sldMkLst>
        <pc:spChg chg="mod">
          <ac:chgData name="Ms Alina Arshad" userId="cccdfd85-d35d-4453-9c6f-a463aae40722" providerId="ADAL" clId="{A214E8EC-1414-401E-818C-CD27F5419B31}" dt="2024-09-04T09:44:14.837" v="162" actId="113"/>
          <ac:spMkLst>
            <pc:docMk/>
            <pc:sldMk cId="2642975351" sldId="435"/>
            <ac:spMk id="2" creationId="{00000000-0000-0000-0000-000000000000}"/>
          </ac:spMkLst>
        </pc:spChg>
        <pc:spChg chg="mod">
          <ac:chgData name="Ms Alina Arshad" userId="cccdfd85-d35d-4453-9c6f-a463aae40722" providerId="ADAL" clId="{A214E8EC-1414-401E-818C-CD27F5419B31}" dt="2024-09-04T09:44:21.721" v="164" actId="12"/>
          <ac:spMkLst>
            <pc:docMk/>
            <pc:sldMk cId="2642975351" sldId="435"/>
            <ac:spMk id="3" creationId="{00000000-0000-0000-0000-000000000000}"/>
          </ac:spMkLst>
        </pc:spChg>
        <pc:spChg chg="del">
          <ac:chgData name="Ms Alina Arshad" userId="cccdfd85-d35d-4453-9c6f-a463aae40722" providerId="ADAL" clId="{A214E8EC-1414-401E-818C-CD27F5419B31}" dt="2024-09-04T09:44:23.455" v="165" actId="478"/>
          <ac:spMkLst>
            <pc:docMk/>
            <pc:sldMk cId="2642975351" sldId="435"/>
            <ac:spMk id="4" creationId="{00000000-0000-0000-0000-000000000000}"/>
          </ac:spMkLst>
        </pc:spChg>
        <pc:spChg chg="del">
          <ac:chgData name="Ms Alina Arshad" userId="cccdfd85-d35d-4453-9c6f-a463aae40722" providerId="ADAL" clId="{A214E8EC-1414-401E-818C-CD27F5419B31}" dt="2024-09-04T09:44:24.863" v="166" actId="478"/>
          <ac:spMkLst>
            <pc:docMk/>
            <pc:sldMk cId="2642975351" sldId="435"/>
            <ac:spMk id="5" creationId="{00000000-0000-0000-0000-000000000000}"/>
          </ac:spMkLst>
        </pc:spChg>
      </pc:sldChg>
      <pc:sldChg chg="delSp modSp add mod">
        <pc:chgData name="Ms Alina Arshad" userId="cccdfd85-d35d-4453-9c6f-a463aae40722" providerId="ADAL" clId="{A214E8EC-1414-401E-818C-CD27F5419B31}" dt="2024-09-04T09:44:43.317" v="174" actId="478"/>
        <pc:sldMkLst>
          <pc:docMk/>
          <pc:sldMk cId="8447295" sldId="436"/>
        </pc:sldMkLst>
        <pc:spChg chg="mod">
          <ac:chgData name="Ms Alina Arshad" userId="cccdfd85-d35d-4453-9c6f-a463aae40722" providerId="ADAL" clId="{A214E8EC-1414-401E-818C-CD27F5419B31}" dt="2024-09-04T09:44:35.176" v="170" actId="1076"/>
          <ac:spMkLst>
            <pc:docMk/>
            <pc:sldMk cId="8447295" sldId="436"/>
            <ac:spMk id="2" creationId="{00000000-0000-0000-0000-000000000000}"/>
          </ac:spMkLst>
        </pc:spChg>
        <pc:spChg chg="mod">
          <ac:chgData name="Ms Alina Arshad" userId="cccdfd85-d35d-4453-9c6f-a463aae40722" providerId="ADAL" clId="{A214E8EC-1414-401E-818C-CD27F5419B31}" dt="2024-09-04T09:44:40.369" v="172" actId="207"/>
          <ac:spMkLst>
            <pc:docMk/>
            <pc:sldMk cId="8447295" sldId="436"/>
            <ac:spMk id="3" creationId="{00000000-0000-0000-0000-000000000000}"/>
          </ac:spMkLst>
        </pc:spChg>
        <pc:spChg chg="del">
          <ac:chgData name="Ms Alina Arshad" userId="cccdfd85-d35d-4453-9c6f-a463aae40722" providerId="ADAL" clId="{A214E8EC-1414-401E-818C-CD27F5419B31}" dt="2024-09-04T09:44:41.776" v="173" actId="478"/>
          <ac:spMkLst>
            <pc:docMk/>
            <pc:sldMk cId="8447295" sldId="436"/>
            <ac:spMk id="4" creationId="{00000000-0000-0000-0000-000000000000}"/>
          </ac:spMkLst>
        </pc:spChg>
        <pc:spChg chg="del">
          <ac:chgData name="Ms Alina Arshad" userId="cccdfd85-d35d-4453-9c6f-a463aae40722" providerId="ADAL" clId="{A214E8EC-1414-401E-818C-CD27F5419B31}" dt="2024-09-04T09:44:43.317" v="174" actId="478"/>
          <ac:spMkLst>
            <pc:docMk/>
            <pc:sldMk cId="8447295" sldId="436"/>
            <ac:spMk id="5" creationId="{00000000-0000-0000-0000-000000000000}"/>
          </ac:spMkLst>
        </pc:spChg>
      </pc:sldChg>
    </pc:docChg>
  </pc:docChgLst>
  <pc:docChgLst>
    <pc:chgData name="Ms Alina Arshad" userId="cccdfd85-d35d-4453-9c6f-a463aae40722" providerId="ADAL" clId="{5275CDD2-A604-41F4-9AFE-C87B51C9DDD0}"/>
    <pc:docChg chg="delSld">
      <pc:chgData name="Ms Alina Arshad" userId="cccdfd85-d35d-4453-9c6f-a463aae40722" providerId="ADAL" clId="{5275CDD2-A604-41F4-9AFE-C87B51C9DDD0}" dt="2024-09-03T15:28:49.544" v="18" actId="47"/>
      <pc:docMkLst>
        <pc:docMk/>
      </pc:docMkLst>
      <pc:sldChg chg="del">
        <pc:chgData name="Ms Alina Arshad" userId="cccdfd85-d35d-4453-9c6f-a463aae40722" providerId="ADAL" clId="{5275CDD2-A604-41F4-9AFE-C87B51C9DDD0}" dt="2024-09-03T15:28:44.993" v="1" actId="47"/>
        <pc:sldMkLst>
          <pc:docMk/>
          <pc:sldMk cId="0" sldId="348"/>
        </pc:sldMkLst>
      </pc:sldChg>
      <pc:sldChg chg="del">
        <pc:chgData name="Ms Alina Arshad" userId="cccdfd85-d35d-4453-9c6f-a463aae40722" providerId="ADAL" clId="{5275CDD2-A604-41F4-9AFE-C87B51C9DDD0}" dt="2024-09-03T15:28:45.620" v="5" actId="47"/>
        <pc:sldMkLst>
          <pc:docMk/>
          <pc:sldMk cId="0" sldId="351"/>
        </pc:sldMkLst>
      </pc:sldChg>
      <pc:sldChg chg="del">
        <pc:chgData name="Ms Alina Arshad" userId="cccdfd85-d35d-4453-9c6f-a463aae40722" providerId="ADAL" clId="{5275CDD2-A604-41F4-9AFE-C87B51C9DDD0}" dt="2024-09-03T15:28:46.778" v="10" actId="47"/>
        <pc:sldMkLst>
          <pc:docMk/>
          <pc:sldMk cId="0" sldId="357"/>
        </pc:sldMkLst>
      </pc:sldChg>
      <pc:sldChg chg="del">
        <pc:chgData name="Ms Alina Arshad" userId="cccdfd85-d35d-4453-9c6f-a463aae40722" providerId="ADAL" clId="{5275CDD2-A604-41F4-9AFE-C87B51C9DDD0}" dt="2024-09-03T15:28:45.456" v="4" actId="47"/>
        <pc:sldMkLst>
          <pc:docMk/>
          <pc:sldMk cId="0" sldId="369"/>
        </pc:sldMkLst>
      </pc:sldChg>
      <pc:sldChg chg="del">
        <pc:chgData name="Ms Alina Arshad" userId="cccdfd85-d35d-4453-9c6f-a463aae40722" providerId="ADAL" clId="{5275CDD2-A604-41F4-9AFE-C87B51C9DDD0}" dt="2024-09-03T15:28:47.651" v="13" actId="47"/>
        <pc:sldMkLst>
          <pc:docMk/>
          <pc:sldMk cId="0" sldId="372"/>
        </pc:sldMkLst>
      </pc:sldChg>
      <pc:sldChg chg="del">
        <pc:chgData name="Ms Alina Arshad" userId="cccdfd85-d35d-4453-9c6f-a463aae40722" providerId="ADAL" clId="{5275CDD2-A604-41F4-9AFE-C87B51C9DDD0}" dt="2024-09-03T15:28:44.810" v="0" actId="47"/>
        <pc:sldMkLst>
          <pc:docMk/>
          <pc:sldMk cId="0" sldId="390"/>
        </pc:sldMkLst>
      </pc:sldChg>
      <pc:sldChg chg="del">
        <pc:chgData name="Ms Alina Arshad" userId="cccdfd85-d35d-4453-9c6f-a463aae40722" providerId="ADAL" clId="{5275CDD2-A604-41F4-9AFE-C87B51C9DDD0}" dt="2024-09-03T15:28:45.156" v="2" actId="47"/>
        <pc:sldMkLst>
          <pc:docMk/>
          <pc:sldMk cId="0" sldId="391"/>
        </pc:sldMkLst>
      </pc:sldChg>
      <pc:sldChg chg="del">
        <pc:chgData name="Ms Alina Arshad" userId="cccdfd85-d35d-4453-9c6f-a463aae40722" providerId="ADAL" clId="{5275CDD2-A604-41F4-9AFE-C87B51C9DDD0}" dt="2024-09-03T15:28:46.942" v="11" actId="47"/>
        <pc:sldMkLst>
          <pc:docMk/>
          <pc:sldMk cId="0" sldId="392"/>
        </pc:sldMkLst>
      </pc:sldChg>
      <pc:sldChg chg="del">
        <pc:chgData name="Ms Alina Arshad" userId="cccdfd85-d35d-4453-9c6f-a463aae40722" providerId="ADAL" clId="{5275CDD2-A604-41F4-9AFE-C87B51C9DDD0}" dt="2024-09-03T15:28:47.093" v="12" actId="47"/>
        <pc:sldMkLst>
          <pc:docMk/>
          <pc:sldMk cId="0" sldId="393"/>
        </pc:sldMkLst>
      </pc:sldChg>
      <pc:sldChg chg="del">
        <pc:chgData name="Ms Alina Arshad" userId="cccdfd85-d35d-4453-9c6f-a463aae40722" providerId="ADAL" clId="{5275CDD2-A604-41F4-9AFE-C87B51C9DDD0}" dt="2024-09-03T15:28:47.934" v="14" actId="47"/>
        <pc:sldMkLst>
          <pc:docMk/>
          <pc:sldMk cId="0" sldId="394"/>
        </pc:sldMkLst>
      </pc:sldChg>
      <pc:sldChg chg="del">
        <pc:chgData name="Ms Alina Arshad" userId="cccdfd85-d35d-4453-9c6f-a463aae40722" providerId="ADAL" clId="{5275CDD2-A604-41F4-9AFE-C87B51C9DDD0}" dt="2024-09-03T15:28:48.361" v="15" actId="47"/>
        <pc:sldMkLst>
          <pc:docMk/>
          <pc:sldMk cId="0" sldId="395"/>
        </pc:sldMkLst>
      </pc:sldChg>
      <pc:sldChg chg="del">
        <pc:chgData name="Ms Alina Arshad" userId="cccdfd85-d35d-4453-9c6f-a463aae40722" providerId="ADAL" clId="{5275CDD2-A604-41F4-9AFE-C87B51C9DDD0}" dt="2024-09-03T15:28:48.716" v="16" actId="47"/>
        <pc:sldMkLst>
          <pc:docMk/>
          <pc:sldMk cId="0" sldId="396"/>
        </pc:sldMkLst>
      </pc:sldChg>
      <pc:sldChg chg="del">
        <pc:chgData name="Ms Alina Arshad" userId="cccdfd85-d35d-4453-9c6f-a463aae40722" providerId="ADAL" clId="{5275CDD2-A604-41F4-9AFE-C87B51C9DDD0}" dt="2024-09-03T15:28:49.011" v="17" actId="47"/>
        <pc:sldMkLst>
          <pc:docMk/>
          <pc:sldMk cId="0" sldId="397"/>
        </pc:sldMkLst>
      </pc:sldChg>
      <pc:sldChg chg="del">
        <pc:chgData name="Ms Alina Arshad" userId="cccdfd85-d35d-4453-9c6f-a463aae40722" providerId="ADAL" clId="{5275CDD2-A604-41F4-9AFE-C87B51C9DDD0}" dt="2024-09-03T15:28:49.544" v="18" actId="47"/>
        <pc:sldMkLst>
          <pc:docMk/>
          <pc:sldMk cId="0" sldId="398"/>
        </pc:sldMkLst>
      </pc:sldChg>
      <pc:sldChg chg="del">
        <pc:chgData name="Ms Alina Arshad" userId="cccdfd85-d35d-4453-9c6f-a463aae40722" providerId="ADAL" clId="{5275CDD2-A604-41F4-9AFE-C87B51C9DDD0}" dt="2024-09-03T15:28:45.306" v="3" actId="47"/>
        <pc:sldMkLst>
          <pc:docMk/>
          <pc:sldMk cId="965936624" sldId="405"/>
        </pc:sldMkLst>
      </pc:sldChg>
      <pc:sldChg chg="del">
        <pc:chgData name="Ms Alina Arshad" userId="cccdfd85-d35d-4453-9c6f-a463aae40722" providerId="ADAL" clId="{5275CDD2-A604-41F4-9AFE-C87B51C9DDD0}" dt="2024-09-03T15:28:45.785" v="6" actId="47"/>
        <pc:sldMkLst>
          <pc:docMk/>
          <pc:sldMk cId="1515025612" sldId="420"/>
        </pc:sldMkLst>
      </pc:sldChg>
      <pc:sldChg chg="del">
        <pc:chgData name="Ms Alina Arshad" userId="cccdfd85-d35d-4453-9c6f-a463aae40722" providerId="ADAL" clId="{5275CDD2-A604-41F4-9AFE-C87B51C9DDD0}" dt="2024-09-03T15:28:45.937" v="7" actId="47"/>
        <pc:sldMkLst>
          <pc:docMk/>
          <pc:sldMk cId="4009753738" sldId="422"/>
        </pc:sldMkLst>
      </pc:sldChg>
      <pc:sldChg chg="del">
        <pc:chgData name="Ms Alina Arshad" userId="cccdfd85-d35d-4453-9c6f-a463aae40722" providerId="ADAL" clId="{5275CDD2-A604-41F4-9AFE-C87B51C9DDD0}" dt="2024-09-03T15:28:46.443" v="8" actId="47"/>
        <pc:sldMkLst>
          <pc:docMk/>
          <pc:sldMk cId="2563999751" sldId="425"/>
        </pc:sldMkLst>
      </pc:sldChg>
      <pc:sldChg chg="del">
        <pc:chgData name="Ms Alina Arshad" userId="cccdfd85-d35d-4453-9c6f-a463aae40722" providerId="ADAL" clId="{5275CDD2-A604-41F4-9AFE-C87B51C9DDD0}" dt="2024-09-03T15:28:46.618" v="9" actId="47"/>
        <pc:sldMkLst>
          <pc:docMk/>
          <pc:sldMk cId="503109780" sldId="426"/>
        </pc:sldMkLst>
      </pc:sldChg>
    </pc:docChg>
  </pc:docChgLst>
  <pc:docChgLst>
    <pc:chgData name="Ms Alina Arshad" userId="cccdfd85-d35d-4453-9c6f-a463aae40722" providerId="ADAL" clId="{61AA69F3-B1E5-447C-A4B1-319BF9318022}"/>
    <pc:docChg chg="undo custSel addSld delSld modSld sldOrd">
      <pc:chgData name="Ms Alina Arshad" userId="cccdfd85-d35d-4453-9c6f-a463aae40722" providerId="ADAL" clId="{61AA69F3-B1E5-447C-A4B1-319BF9318022}" dt="2024-09-03T15:23:23.344" v="315" actId="20577"/>
      <pc:docMkLst>
        <pc:docMk/>
      </pc:docMkLst>
      <pc:sldChg chg="modSp mod">
        <pc:chgData name="Ms Alina Arshad" userId="cccdfd85-d35d-4453-9c6f-a463aae40722" providerId="ADAL" clId="{61AA69F3-B1E5-447C-A4B1-319BF9318022}" dt="2024-09-02T15:07:44.972" v="37" actId="113"/>
        <pc:sldMkLst>
          <pc:docMk/>
          <pc:sldMk cId="3322361034" sldId="256"/>
        </pc:sldMkLst>
        <pc:spChg chg="mod">
          <ac:chgData name="Ms Alina Arshad" userId="cccdfd85-d35d-4453-9c6f-a463aae40722" providerId="ADAL" clId="{61AA69F3-B1E5-447C-A4B1-319BF9318022}" dt="2024-09-02T15:07:44.972" v="37" actId="113"/>
          <ac:spMkLst>
            <pc:docMk/>
            <pc:sldMk cId="3322361034" sldId="256"/>
            <ac:spMk id="3" creationId="{44E9F82C-BBA7-3495-1097-BEDB54FFFDF4}"/>
          </ac:spMkLst>
        </pc:spChg>
      </pc:sldChg>
      <pc:sldChg chg="modSp add del mod">
        <pc:chgData name="Ms Alina Arshad" userId="cccdfd85-d35d-4453-9c6f-a463aae40722" providerId="ADAL" clId="{61AA69F3-B1E5-447C-A4B1-319BF9318022}" dt="2024-09-02T15:07:36.367" v="35" actId="47"/>
        <pc:sldMkLst>
          <pc:docMk/>
          <pc:sldMk cId="0" sldId="290"/>
        </pc:sldMkLst>
        <pc:spChg chg="mod">
          <ac:chgData name="Ms Alina Arshad" userId="cccdfd85-d35d-4453-9c6f-a463aae40722" providerId="ADAL" clId="{61AA69F3-B1E5-447C-A4B1-319BF9318022}" dt="2024-09-02T15:07:20.416" v="2" actId="21"/>
          <ac:spMkLst>
            <pc:docMk/>
            <pc:sldMk cId="0" sldId="290"/>
            <ac:spMk id="2050" creationId="{9787269C-9CA2-9828-32A6-1B7AA30D2C87}"/>
          </ac:spMkLst>
        </pc:spChg>
      </pc:sldChg>
      <pc:sldChg chg="modSp add del mod">
        <pc:chgData name="Ms Alina Arshad" userId="cccdfd85-d35d-4453-9c6f-a463aae40722" providerId="ADAL" clId="{61AA69F3-B1E5-447C-A4B1-319BF9318022}" dt="2024-09-02T15:08:19.148" v="44" actId="47"/>
        <pc:sldMkLst>
          <pc:docMk/>
          <pc:sldMk cId="0" sldId="314"/>
        </pc:sldMkLst>
        <pc:spChg chg="mod">
          <ac:chgData name="Ms Alina Arshad" userId="cccdfd85-d35d-4453-9c6f-a463aae40722" providerId="ADAL" clId="{61AA69F3-B1E5-447C-A4B1-319BF9318022}" dt="2024-09-02T15:08:15.030" v="43" actId="1076"/>
          <ac:spMkLst>
            <pc:docMk/>
            <pc:sldMk cId="0" sldId="314"/>
            <ac:spMk id="12290" creationId="{3F748913-179D-A7EF-C1EF-EE08F7D07528}"/>
          </ac:spMkLst>
        </pc:spChg>
        <pc:spChg chg="mod">
          <ac:chgData name="Ms Alina Arshad" userId="cccdfd85-d35d-4453-9c6f-a463aae40722" providerId="ADAL" clId="{61AA69F3-B1E5-447C-A4B1-319BF9318022}" dt="2024-09-02T15:08:11.658" v="42" actId="14100"/>
          <ac:spMkLst>
            <pc:docMk/>
            <pc:sldMk cId="0" sldId="314"/>
            <ac:spMk id="12291" creationId="{A17CAF94-3500-10E5-9663-09ABBD760EEC}"/>
          </ac:spMkLst>
        </pc:spChg>
      </pc:sldChg>
      <pc:sldChg chg="add">
        <pc:chgData name="Ms Alina Arshad" userId="cccdfd85-d35d-4453-9c6f-a463aae40722" providerId="ADAL" clId="{61AA69F3-B1E5-447C-A4B1-319BF9318022}" dt="2024-09-02T15:07:01.891" v="0"/>
        <pc:sldMkLst>
          <pc:docMk/>
          <pc:sldMk cId="0" sldId="347"/>
        </pc:sldMkLst>
      </pc:sldChg>
      <pc:sldChg chg="modSp add mod">
        <pc:chgData name="Ms Alina Arshad" userId="cccdfd85-d35d-4453-9c6f-a463aae40722" providerId="ADAL" clId="{61AA69F3-B1E5-447C-A4B1-319BF9318022}" dt="2024-09-02T15:09:13.240" v="55" actId="207"/>
        <pc:sldMkLst>
          <pc:docMk/>
          <pc:sldMk cId="0" sldId="348"/>
        </pc:sldMkLst>
        <pc:spChg chg="mod">
          <ac:chgData name="Ms Alina Arshad" userId="cccdfd85-d35d-4453-9c6f-a463aae40722" providerId="ADAL" clId="{61AA69F3-B1E5-447C-A4B1-319BF9318022}" dt="2024-09-02T15:08:23.622" v="45" actId="1076"/>
          <ac:spMkLst>
            <pc:docMk/>
            <pc:sldMk cId="0" sldId="348"/>
            <ac:spMk id="13314" creationId="{351CBA9A-A144-3A93-E0B1-3DD8A14CF469}"/>
          </ac:spMkLst>
        </pc:spChg>
        <pc:spChg chg="mod">
          <ac:chgData name="Ms Alina Arshad" userId="cccdfd85-d35d-4453-9c6f-a463aae40722" providerId="ADAL" clId="{61AA69F3-B1E5-447C-A4B1-319BF9318022}" dt="2024-09-02T15:09:13.240" v="55" actId="207"/>
          <ac:spMkLst>
            <pc:docMk/>
            <pc:sldMk cId="0" sldId="348"/>
            <ac:spMk id="14339" creationId="{256866B2-AE0C-3AB3-F985-D4FEE53C5BC4}"/>
          </ac:spMkLst>
        </pc:spChg>
      </pc:sldChg>
      <pc:sldChg chg="modSp add mod">
        <pc:chgData name="Ms Alina Arshad" userId="cccdfd85-d35d-4453-9c6f-a463aae40722" providerId="ADAL" clId="{61AA69F3-B1E5-447C-A4B1-319BF9318022}" dt="2024-09-02T15:14:03.201" v="114" actId="207"/>
        <pc:sldMkLst>
          <pc:docMk/>
          <pc:sldMk cId="0" sldId="351"/>
        </pc:sldMkLst>
        <pc:spChg chg="mod">
          <ac:chgData name="Ms Alina Arshad" userId="cccdfd85-d35d-4453-9c6f-a463aae40722" providerId="ADAL" clId="{61AA69F3-B1E5-447C-A4B1-319BF9318022}" dt="2024-09-02T15:13:40.086" v="109" actId="1076"/>
          <ac:spMkLst>
            <pc:docMk/>
            <pc:sldMk cId="0" sldId="351"/>
            <ac:spMk id="16386" creationId="{F7606D33-4E8E-B748-88A1-EDEAA5C11A9C}"/>
          </ac:spMkLst>
        </pc:spChg>
        <pc:spChg chg="mod">
          <ac:chgData name="Ms Alina Arshad" userId="cccdfd85-d35d-4453-9c6f-a463aae40722" providerId="ADAL" clId="{61AA69F3-B1E5-447C-A4B1-319BF9318022}" dt="2024-09-02T15:14:03.201" v="114" actId="207"/>
          <ac:spMkLst>
            <pc:docMk/>
            <pc:sldMk cId="0" sldId="351"/>
            <ac:spMk id="16387" creationId="{8F313A45-0B16-A22C-A378-5ABC0F4EF573}"/>
          </ac:spMkLst>
        </pc:spChg>
      </pc:sldChg>
      <pc:sldChg chg="modSp add mod">
        <pc:chgData name="Ms Alina Arshad" userId="cccdfd85-d35d-4453-9c6f-a463aae40722" providerId="ADAL" clId="{61AA69F3-B1E5-447C-A4B1-319BF9318022}" dt="2024-09-02T15:15:10.538" v="127" actId="14100"/>
        <pc:sldMkLst>
          <pc:docMk/>
          <pc:sldMk cId="0" sldId="357"/>
        </pc:sldMkLst>
        <pc:spChg chg="mod">
          <ac:chgData name="Ms Alina Arshad" userId="cccdfd85-d35d-4453-9c6f-a463aae40722" providerId="ADAL" clId="{61AA69F3-B1E5-447C-A4B1-319BF9318022}" dt="2024-09-02T15:14:17.568" v="117" actId="1076"/>
          <ac:spMkLst>
            <pc:docMk/>
            <pc:sldMk cId="0" sldId="357"/>
            <ac:spMk id="17410" creationId="{5537A4B9-B39A-579D-C3BC-C397847D6B0D}"/>
          </ac:spMkLst>
        </pc:spChg>
        <pc:spChg chg="mod">
          <ac:chgData name="Ms Alina Arshad" userId="cccdfd85-d35d-4453-9c6f-a463aae40722" providerId="ADAL" clId="{61AA69F3-B1E5-447C-A4B1-319BF9318022}" dt="2024-09-02T15:15:10.538" v="127" actId="14100"/>
          <ac:spMkLst>
            <pc:docMk/>
            <pc:sldMk cId="0" sldId="357"/>
            <ac:spMk id="17411" creationId="{689ADAC9-CBEB-2DBA-72EB-70D48463F7AA}"/>
          </ac:spMkLst>
        </pc:spChg>
      </pc:sldChg>
      <pc:sldChg chg="del">
        <pc:chgData name="Ms Alina Arshad" userId="cccdfd85-d35d-4453-9c6f-a463aae40722" providerId="ADAL" clId="{61AA69F3-B1E5-447C-A4B1-319BF9318022}" dt="2024-09-02T15:21:55.240" v="245" actId="47"/>
        <pc:sldMkLst>
          <pc:docMk/>
          <pc:sldMk cId="1406944082" sldId="358"/>
        </pc:sldMkLst>
      </pc:sldChg>
      <pc:sldChg chg="del">
        <pc:chgData name="Ms Alina Arshad" userId="cccdfd85-d35d-4453-9c6f-a463aae40722" providerId="ADAL" clId="{61AA69F3-B1E5-447C-A4B1-319BF9318022}" dt="2024-09-02T15:21:56.061" v="246" actId="47"/>
        <pc:sldMkLst>
          <pc:docMk/>
          <pc:sldMk cId="2115952897" sldId="359"/>
        </pc:sldMkLst>
      </pc:sldChg>
      <pc:sldChg chg="del">
        <pc:chgData name="Ms Alina Arshad" userId="cccdfd85-d35d-4453-9c6f-a463aae40722" providerId="ADAL" clId="{61AA69F3-B1E5-447C-A4B1-319BF9318022}" dt="2024-09-02T15:21:56.932" v="247" actId="47"/>
        <pc:sldMkLst>
          <pc:docMk/>
          <pc:sldMk cId="3064447784" sldId="360"/>
        </pc:sldMkLst>
      </pc:sldChg>
      <pc:sldChg chg="del">
        <pc:chgData name="Ms Alina Arshad" userId="cccdfd85-d35d-4453-9c6f-a463aae40722" providerId="ADAL" clId="{61AA69F3-B1E5-447C-A4B1-319BF9318022}" dt="2024-09-02T15:21:58.036" v="249" actId="47"/>
        <pc:sldMkLst>
          <pc:docMk/>
          <pc:sldMk cId="2172419699" sldId="363"/>
        </pc:sldMkLst>
      </pc:sldChg>
      <pc:sldChg chg="del">
        <pc:chgData name="Ms Alina Arshad" userId="cccdfd85-d35d-4453-9c6f-a463aae40722" providerId="ADAL" clId="{61AA69F3-B1E5-447C-A4B1-319BF9318022}" dt="2024-09-02T15:21:58.870" v="250" actId="47"/>
        <pc:sldMkLst>
          <pc:docMk/>
          <pc:sldMk cId="1503862493" sldId="364"/>
        </pc:sldMkLst>
      </pc:sldChg>
      <pc:sldChg chg="del">
        <pc:chgData name="Ms Alina Arshad" userId="cccdfd85-d35d-4453-9c6f-a463aae40722" providerId="ADAL" clId="{61AA69F3-B1E5-447C-A4B1-319BF9318022}" dt="2024-09-02T15:21:59.806" v="251" actId="47"/>
        <pc:sldMkLst>
          <pc:docMk/>
          <pc:sldMk cId="2200988931" sldId="365"/>
        </pc:sldMkLst>
      </pc:sldChg>
      <pc:sldChg chg="del">
        <pc:chgData name="Ms Alina Arshad" userId="cccdfd85-d35d-4453-9c6f-a463aae40722" providerId="ADAL" clId="{61AA69F3-B1E5-447C-A4B1-319BF9318022}" dt="2024-09-02T15:21:49.247" v="230" actId="47"/>
        <pc:sldMkLst>
          <pc:docMk/>
          <pc:sldMk cId="1781116589" sldId="366"/>
        </pc:sldMkLst>
      </pc:sldChg>
      <pc:sldChg chg="del">
        <pc:chgData name="Ms Alina Arshad" userId="cccdfd85-d35d-4453-9c6f-a463aae40722" providerId="ADAL" clId="{61AA69F3-B1E5-447C-A4B1-319BF9318022}" dt="2024-09-02T15:21:49.737" v="231" actId="47"/>
        <pc:sldMkLst>
          <pc:docMk/>
          <pc:sldMk cId="2646350301" sldId="367"/>
        </pc:sldMkLst>
      </pc:sldChg>
      <pc:sldChg chg="modSp add mod">
        <pc:chgData name="Ms Alina Arshad" userId="cccdfd85-d35d-4453-9c6f-a463aae40722" providerId="ADAL" clId="{61AA69F3-B1E5-447C-A4B1-319BF9318022}" dt="2024-09-02T15:11:26.060" v="103" actId="113"/>
        <pc:sldMkLst>
          <pc:docMk/>
          <pc:sldMk cId="0" sldId="369"/>
        </pc:sldMkLst>
        <pc:spChg chg="mod">
          <ac:chgData name="Ms Alina Arshad" userId="cccdfd85-d35d-4453-9c6f-a463aae40722" providerId="ADAL" clId="{61AA69F3-B1E5-447C-A4B1-319BF9318022}" dt="2024-09-02T15:11:26.060" v="103" actId="113"/>
          <ac:spMkLst>
            <pc:docMk/>
            <pc:sldMk cId="0" sldId="369"/>
            <ac:spMk id="15362" creationId="{2F17A306-C35F-32F2-751B-58D5D8ACDDC8}"/>
          </ac:spMkLst>
        </pc:spChg>
        <pc:spChg chg="mod">
          <ac:chgData name="Ms Alina Arshad" userId="cccdfd85-d35d-4453-9c6f-a463aae40722" providerId="ADAL" clId="{61AA69F3-B1E5-447C-A4B1-319BF9318022}" dt="2024-09-02T15:11:17.418" v="100" actId="207"/>
          <ac:spMkLst>
            <pc:docMk/>
            <pc:sldMk cId="0" sldId="369"/>
            <ac:spMk id="15363" creationId="{9D087D70-FEE9-7E5B-0C24-0A8BD1C3950B}"/>
          </ac:spMkLst>
        </pc:spChg>
      </pc:sldChg>
      <pc:sldChg chg="del">
        <pc:chgData name="Ms Alina Arshad" userId="cccdfd85-d35d-4453-9c6f-a463aae40722" providerId="ADAL" clId="{61AA69F3-B1E5-447C-A4B1-319BF9318022}" dt="2024-09-02T15:21:50.107" v="233" actId="47"/>
        <pc:sldMkLst>
          <pc:docMk/>
          <pc:sldMk cId="894339878" sldId="370"/>
        </pc:sldMkLst>
      </pc:sldChg>
      <pc:sldChg chg="del">
        <pc:chgData name="Ms Alina Arshad" userId="cccdfd85-d35d-4453-9c6f-a463aae40722" providerId="ADAL" clId="{61AA69F3-B1E5-447C-A4B1-319BF9318022}" dt="2024-09-02T15:21:50.719" v="236" actId="47"/>
        <pc:sldMkLst>
          <pc:docMk/>
          <pc:sldMk cId="3075587618" sldId="371"/>
        </pc:sldMkLst>
      </pc:sldChg>
      <pc:sldChg chg="modSp add mod">
        <pc:chgData name="Ms Alina Arshad" userId="cccdfd85-d35d-4453-9c6f-a463aae40722" providerId="ADAL" clId="{61AA69F3-B1E5-447C-A4B1-319BF9318022}" dt="2024-09-03T15:20:58.836" v="314" actId="20577"/>
        <pc:sldMkLst>
          <pc:docMk/>
          <pc:sldMk cId="0" sldId="372"/>
        </pc:sldMkLst>
        <pc:spChg chg="mod">
          <ac:chgData name="Ms Alina Arshad" userId="cccdfd85-d35d-4453-9c6f-a463aae40722" providerId="ADAL" clId="{61AA69F3-B1E5-447C-A4B1-319BF9318022}" dt="2024-09-02T15:17:30.384" v="169" actId="27636"/>
          <ac:spMkLst>
            <pc:docMk/>
            <pc:sldMk cId="0" sldId="372"/>
            <ac:spMk id="20482" creationId="{3AFC9EEE-90EA-5972-8983-E4DEFCEA8995}"/>
          </ac:spMkLst>
        </pc:spChg>
        <pc:spChg chg="mod">
          <ac:chgData name="Ms Alina Arshad" userId="cccdfd85-d35d-4453-9c6f-a463aae40722" providerId="ADAL" clId="{61AA69F3-B1E5-447C-A4B1-319BF9318022}" dt="2024-09-03T15:20:58.836" v="314" actId="20577"/>
          <ac:spMkLst>
            <pc:docMk/>
            <pc:sldMk cId="0" sldId="372"/>
            <ac:spMk id="20483" creationId="{3E38ED36-A255-2938-67D8-AB7034B87C39}"/>
          </ac:spMkLst>
        </pc:spChg>
      </pc:sldChg>
      <pc:sldChg chg="del">
        <pc:chgData name="Ms Alina Arshad" userId="cccdfd85-d35d-4453-9c6f-a463aae40722" providerId="ADAL" clId="{61AA69F3-B1E5-447C-A4B1-319BF9318022}" dt="2024-09-02T15:21:49.950" v="232" actId="47"/>
        <pc:sldMkLst>
          <pc:docMk/>
          <pc:sldMk cId="2581933320" sldId="373"/>
        </pc:sldMkLst>
      </pc:sldChg>
      <pc:sldChg chg="del">
        <pc:chgData name="Ms Alina Arshad" userId="cccdfd85-d35d-4453-9c6f-a463aae40722" providerId="ADAL" clId="{61AA69F3-B1E5-447C-A4B1-319BF9318022}" dt="2024-09-02T15:21:52.276" v="240" actId="47"/>
        <pc:sldMkLst>
          <pc:docMk/>
          <pc:sldMk cId="2678606632" sldId="374"/>
        </pc:sldMkLst>
      </pc:sldChg>
      <pc:sldChg chg="del">
        <pc:chgData name="Ms Alina Arshad" userId="cccdfd85-d35d-4453-9c6f-a463aae40722" providerId="ADAL" clId="{61AA69F3-B1E5-447C-A4B1-319BF9318022}" dt="2024-09-02T15:21:52.776" v="241" actId="47"/>
        <pc:sldMkLst>
          <pc:docMk/>
          <pc:sldMk cId="1482969484" sldId="375"/>
        </pc:sldMkLst>
      </pc:sldChg>
      <pc:sldChg chg="del">
        <pc:chgData name="Ms Alina Arshad" userId="cccdfd85-d35d-4453-9c6f-a463aae40722" providerId="ADAL" clId="{61AA69F3-B1E5-447C-A4B1-319BF9318022}" dt="2024-09-02T15:21:53.218" v="242" actId="47"/>
        <pc:sldMkLst>
          <pc:docMk/>
          <pc:sldMk cId="642482422" sldId="376"/>
        </pc:sldMkLst>
      </pc:sldChg>
      <pc:sldChg chg="del">
        <pc:chgData name="Ms Alina Arshad" userId="cccdfd85-d35d-4453-9c6f-a463aae40722" providerId="ADAL" clId="{61AA69F3-B1E5-447C-A4B1-319BF9318022}" dt="2024-09-02T15:21:53.669" v="243" actId="47"/>
        <pc:sldMkLst>
          <pc:docMk/>
          <pc:sldMk cId="1677014207" sldId="377"/>
        </pc:sldMkLst>
      </pc:sldChg>
      <pc:sldChg chg="del">
        <pc:chgData name="Ms Alina Arshad" userId="cccdfd85-d35d-4453-9c6f-a463aae40722" providerId="ADAL" clId="{61AA69F3-B1E5-447C-A4B1-319BF9318022}" dt="2024-09-02T15:21:54.405" v="244" actId="47"/>
        <pc:sldMkLst>
          <pc:docMk/>
          <pc:sldMk cId="668555099" sldId="378"/>
        </pc:sldMkLst>
      </pc:sldChg>
      <pc:sldChg chg="add">
        <pc:chgData name="Ms Alina Arshad" userId="cccdfd85-d35d-4453-9c6f-a463aae40722" providerId="ADAL" clId="{61AA69F3-B1E5-447C-A4B1-319BF9318022}" dt="2024-09-02T15:07:01.891" v="0"/>
        <pc:sldMkLst>
          <pc:docMk/>
          <pc:sldMk cId="0" sldId="379"/>
        </pc:sldMkLst>
      </pc:sldChg>
      <pc:sldChg chg="del">
        <pc:chgData name="Ms Alina Arshad" userId="cccdfd85-d35d-4453-9c6f-a463aae40722" providerId="ADAL" clId="{61AA69F3-B1E5-447C-A4B1-319BF9318022}" dt="2024-09-02T15:21:50.500" v="235" actId="47"/>
        <pc:sldMkLst>
          <pc:docMk/>
          <pc:sldMk cId="856986137" sldId="380"/>
        </pc:sldMkLst>
      </pc:sldChg>
      <pc:sldChg chg="del">
        <pc:chgData name="Ms Alina Arshad" userId="cccdfd85-d35d-4453-9c6f-a463aae40722" providerId="ADAL" clId="{61AA69F3-B1E5-447C-A4B1-319BF9318022}" dt="2024-09-02T15:21:51.078" v="237" actId="47"/>
        <pc:sldMkLst>
          <pc:docMk/>
          <pc:sldMk cId="2289773963" sldId="382"/>
        </pc:sldMkLst>
      </pc:sldChg>
      <pc:sldChg chg="del">
        <pc:chgData name="Ms Alina Arshad" userId="cccdfd85-d35d-4453-9c6f-a463aae40722" providerId="ADAL" clId="{61AA69F3-B1E5-447C-A4B1-319BF9318022}" dt="2024-09-02T15:21:51.365" v="238" actId="47"/>
        <pc:sldMkLst>
          <pc:docMk/>
          <pc:sldMk cId="2495083571" sldId="383"/>
        </pc:sldMkLst>
      </pc:sldChg>
      <pc:sldChg chg="del">
        <pc:chgData name="Ms Alina Arshad" userId="cccdfd85-d35d-4453-9c6f-a463aae40722" providerId="ADAL" clId="{61AA69F3-B1E5-447C-A4B1-319BF9318022}" dt="2024-09-02T15:21:51.839" v="239" actId="47"/>
        <pc:sldMkLst>
          <pc:docMk/>
          <pc:sldMk cId="2862048384" sldId="384"/>
        </pc:sldMkLst>
      </pc:sldChg>
      <pc:sldChg chg="del">
        <pc:chgData name="Ms Alina Arshad" userId="cccdfd85-d35d-4453-9c6f-a463aae40722" providerId="ADAL" clId="{61AA69F3-B1E5-447C-A4B1-319BF9318022}" dt="2024-09-02T15:21:57.603" v="248" actId="47"/>
        <pc:sldMkLst>
          <pc:docMk/>
          <pc:sldMk cId="2459502712" sldId="385"/>
        </pc:sldMkLst>
      </pc:sldChg>
      <pc:sldChg chg="del">
        <pc:chgData name="Ms Alina Arshad" userId="cccdfd85-d35d-4453-9c6f-a463aae40722" providerId="ADAL" clId="{61AA69F3-B1E5-447C-A4B1-319BF9318022}" dt="2024-09-02T15:21:50.299" v="234" actId="47"/>
        <pc:sldMkLst>
          <pc:docMk/>
          <pc:sldMk cId="1584583967" sldId="386"/>
        </pc:sldMkLst>
      </pc:sldChg>
      <pc:sldChg chg="add">
        <pc:chgData name="Ms Alina Arshad" userId="cccdfd85-d35d-4453-9c6f-a463aae40722" providerId="ADAL" clId="{61AA69F3-B1E5-447C-A4B1-319BF9318022}" dt="2024-09-02T15:07:01.891" v="0"/>
        <pc:sldMkLst>
          <pc:docMk/>
          <pc:sldMk cId="0" sldId="387"/>
        </pc:sldMkLst>
      </pc:sldChg>
      <pc:sldChg chg="add">
        <pc:chgData name="Ms Alina Arshad" userId="cccdfd85-d35d-4453-9c6f-a463aae40722" providerId="ADAL" clId="{61AA69F3-B1E5-447C-A4B1-319BF9318022}" dt="2024-09-02T15:07:01.891" v="0"/>
        <pc:sldMkLst>
          <pc:docMk/>
          <pc:sldMk cId="0" sldId="388"/>
        </pc:sldMkLst>
      </pc:sldChg>
      <pc:sldChg chg="add">
        <pc:chgData name="Ms Alina Arshad" userId="cccdfd85-d35d-4453-9c6f-a463aae40722" providerId="ADAL" clId="{61AA69F3-B1E5-447C-A4B1-319BF9318022}" dt="2024-09-02T15:07:01.891" v="0"/>
        <pc:sldMkLst>
          <pc:docMk/>
          <pc:sldMk cId="0" sldId="389"/>
        </pc:sldMkLst>
      </pc:sldChg>
      <pc:sldChg chg="addSp delSp modSp add mod ord">
        <pc:chgData name="Ms Alina Arshad" userId="cccdfd85-d35d-4453-9c6f-a463aae40722" providerId="ADAL" clId="{61AA69F3-B1E5-447C-A4B1-319BF9318022}" dt="2024-09-02T15:22:24.016" v="252" actId="207"/>
        <pc:sldMkLst>
          <pc:docMk/>
          <pc:sldMk cId="0" sldId="390"/>
        </pc:sldMkLst>
        <pc:spChg chg="add del mod">
          <ac:chgData name="Ms Alina Arshad" userId="cccdfd85-d35d-4453-9c6f-a463aae40722" providerId="ADAL" clId="{61AA69F3-B1E5-447C-A4B1-319BF9318022}" dt="2024-09-02T15:09:21.157" v="56" actId="478"/>
          <ac:spMkLst>
            <pc:docMk/>
            <pc:sldMk cId="0" sldId="390"/>
            <ac:spMk id="3" creationId="{B9A453C1-029D-F240-C443-B3C7B5810132}"/>
          </ac:spMkLst>
        </pc:spChg>
        <pc:spChg chg="del">
          <ac:chgData name="Ms Alina Arshad" userId="cccdfd85-d35d-4453-9c6f-a463aae40722" providerId="ADAL" clId="{61AA69F3-B1E5-447C-A4B1-319BF9318022}" dt="2024-09-02T15:07:56.804" v="38" actId="478"/>
          <ac:spMkLst>
            <pc:docMk/>
            <pc:sldMk cId="0" sldId="390"/>
            <ac:spMk id="10242" creationId="{BA3A5F98-3314-4DA6-E23D-D1A163657F82}"/>
          </ac:spMkLst>
        </pc:spChg>
        <pc:spChg chg="mod">
          <ac:chgData name="Ms Alina Arshad" userId="cccdfd85-d35d-4453-9c6f-a463aae40722" providerId="ADAL" clId="{61AA69F3-B1E5-447C-A4B1-319BF9318022}" dt="2024-09-02T15:22:24.016" v="252" actId="207"/>
          <ac:spMkLst>
            <pc:docMk/>
            <pc:sldMk cId="0" sldId="390"/>
            <ac:spMk id="10243" creationId="{D2EBA8CF-4DD3-2641-6942-B55DF9B04948}"/>
          </ac:spMkLst>
        </pc:spChg>
      </pc:sldChg>
      <pc:sldChg chg="modSp add mod">
        <pc:chgData name="Ms Alina Arshad" userId="cccdfd85-d35d-4453-9c6f-a463aae40722" providerId="ADAL" clId="{61AA69F3-B1E5-447C-A4B1-319BF9318022}" dt="2024-09-03T14:36:22.387" v="300" actId="1076"/>
        <pc:sldMkLst>
          <pc:docMk/>
          <pc:sldMk cId="0" sldId="391"/>
        </pc:sldMkLst>
        <pc:spChg chg="mod">
          <ac:chgData name="Ms Alina Arshad" userId="cccdfd85-d35d-4453-9c6f-a463aae40722" providerId="ADAL" clId="{61AA69F3-B1E5-447C-A4B1-319BF9318022}" dt="2024-09-03T14:36:22.387" v="300" actId="1076"/>
          <ac:spMkLst>
            <pc:docMk/>
            <pc:sldMk cId="0" sldId="391"/>
            <ac:spMk id="8" creationId="{4B7B8EBB-9DB8-2121-14A9-160B9D5F6B9B}"/>
          </ac:spMkLst>
        </pc:spChg>
        <pc:spChg chg="mod">
          <ac:chgData name="Ms Alina Arshad" userId="cccdfd85-d35d-4453-9c6f-a463aae40722" providerId="ADAL" clId="{61AA69F3-B1E5-447C-A4B1-319BF9318022}" dt="2024-09-02T15:09:26.098" v="57" actId="207"/>
          <ac:spMkLst>
            <pc:docMk/>
            <pc:sldMk cId="0" sldId="391"/>
            <ac:spMk id="14338" creationId="{178BF65F-64CF-8765-4643-4218A1366A93}"/>
          </ac:spMkLst>
        </pc:spChg>
        <pc:spChg chg="mod">
          <ac:chgData name="Ms Alina Arshad" userId="cccdfd85-d35d-4453-9c6f-a463aae40722" providerId="ADAL" clId="{61AA69F3-B1E5-447C-A4B1-319BF9318022}" dt="2024-09-02T15:10:20.171" v="69" actId="207"/>
          <ac:spMkLst>
            <pc:docMk/>
            <pc:sldMk cId="0" sldId="391"/>
            <ac:spMk id="14339" creationId="{126E4A18-D837-E559-D170-586465641E5B}"/>
          </ac:spMkLst>
        </pc:spChg>
        <pc:spChg chg="mod">
          <ac:chgData name="Ms Alina Arshad" userId="cccdfd85-d35d-4453-9c6f-a463aae40722" providerId="ADAL" clId="{61AA69F3-B1E5-447C-A4B1-319BF9318022}" dt="2024-09-03T14:36:14.879" v="297" actId="1076"/>
          <ac:spMkLst>
            <pc:docMk/>
            <pc:sldMk cId="0" sldId="391"/>
            <ac:spMk id="14340" creationId="{2E7C0FA2-7D57-694F-A7B8-315B045FC347}"/>
          </ac:spMkLst>
        </pc:spChg>
        <pc:spChg chg="mod">
          <ac:chgData name="Ms Alina Arshad" userId="cccdfd85-d35d-4453-9c6f-a463aae40722" providerId="ADAL" clId="{61AA69F3-B1E5-447C-A4B1-319BF9318022}" dt="2024-09-02T15:10:15.538" v="68" actId="113"/>
          <ac:spMkLst>
            <pc:docMk/>
            <pc:sldMk cId="0" sldId="391"/>
            <ac:spMk id="14341" creationId="{9B4A666E-5A9C-485A-01AA-B393E9471744}"/>
          </ac:spMkLst>
        </pc:spChg>
        <pc:picChg chg="mod">
          <ac:chgData name="Ms Alina Arshad" userId="cccdfd85-d35d-4453-9c6f-a463aae40722" providerId="ADAL" clId="{61AA69F3-B1E5-447C-A4B1-319BF9318022}" dt="2024-09-02T15:09:42.157" v="61" actId="1076"/>
          <ac:picMkLst>
            <pc:docMk/>
            <pc:sldMk cId="0" sldId="391"/>
            <ac:picMk id="14343" creationId="{62145043-50B9-EE92-8D27-400F4C8013F5}"/>
          </ac:picMkLst>
        </pc:picChg>
        <pc:picChg chg="mod">
          <ac:chgData name="Ms Alina Arshad" userId="cccdfd85-d35d-4453-9c6f-a463aae40722" providerId="ADAL" clId="{61AA69F3-B1E5-447C-A4B1-319BF9318022}" dt="2024-09-03T14:36:18.016" v="298" actId="1076"/>
          <ac:picMkLst>
            <pc:docMk/>
            <pc:sldMk cId="0" sldId="391"/>
            <ac:picMk id="14344" creationId="{AE6E7A52-AA22-642A-1A5A-354F6524558B}"/>
          </ac:picMkLst>
        </pc:picChg>
      </pc:sldChg>
      <pc:sldChg chg="modSp add mod">
        <pc:chgData name="Ms Alina Arshad" userId="cccdfd85-d35d-4453-9c6f-a463aae40722" providerId="ADAL" clId="{61AA69F3-B1E5-447C-A4B1-319BF9318022}" dt="2024-09-02T15:15:41.689" v="136" actId="14100"/>
        <pc:sldMkLst>
          <pc:docMk/>
          <pc:sldMk cId="0" sldId="392"/>
        </pc:sldMkLst>
        <pc:spChg chg="mod">
          <ac:chgData name="Ms Alina Arshad" userId="cccdfd85-d35d-4453-9c6f-a463aae40722" providerId="ADAL" clId="{61AA69F3-B1E5-447C-A4B1-319BF9318022}" dt="2024-09-02T15:15:22.961" v="130" actId="1076"/>
          <ac:spMkLst>
            <pc:docMk/>
            <pc:sldMk cId="0" sldId="392"/>
            <ac:spMk id="18434" creationId="{6722D93A-0D1F-145E-84A0-2629E476BFE3}"/>
          </ac:spMkLst>
        </pc:spChg>
        <pc:spChg chg="mod">
          <ac:chgData name="Ms Alina Arshad" userId="cccdfd85-d35d-4453-9c6f-a463aae40722" providerId="ADAL" clId="{61AA69F3-B1E5-447C-A4B1-319BF9318022}" dt="2024-09-02T15:15:41.689" v="136" actId="14100"/>
          <ac:spMkLst>
            <pc:docMk/>
            <pc:sldMk cId="0" sldId="392"/>
            <ac:spMk id="18435" creationId="{AEBCD9F5-B0DE-8D92-CD2D-5AEE452A8AD6}"/>
          </ac:spMkLst>
        </pc:spChg>
      </pc:sldChg>
      <pc:sldChg chg="modSp add mod">
        <pc:chgData name="Ms Alina Arshad" userId="cccdfd85-d35d-4453-9c6f-a463aae40722" providerId="ADAL" clId="{61AA69F3-B1E5-447C-A4B1-319BF9318022}" dt="2024-09-03T15:08:42.440" v="312" actId="14100"/>
        <pc:sldMkLst>
          <pc:docMk/>
          <pc:sldMk cId="0" sldId="393"/>
        </pc:sldMkLst>
        <pc:spChg chg="mod">
          <ac:chgData name="Ms Alina Arshad" userId="cccdfd85-d35d-4453-9c6f-a463aae40722" providerId="ADAL" clId="{61AA69F3-B1E5-447C-A4B1-319BF9318022}" dt="2024-09-02T15:15:55.275" v="139" actId="14100"/>
          <ac:spMkLst>
            <pc:docMk/>
            <pc:sldMk cId="0" sldId="393"/>
            <ac:spMk id="19458" creationId="{0F5096FE-7AF8-EAE0-3033-E7A5148B9482}"/>
          </ac:spMkLst>
        </pc:spChg>
        <pc:spChg chg="mod">
          <ac:chgData name="Ms Alina Arshad" userId="cccdfd85-d35d-4453-9c6f-a463aae40722" providerId="ADAL" clId="{61AA69F3-B1E5-447C-A4B1-319BF9318022}" dt="2024-09-03T15:08:42.440" v="312" actId="14100"/>
          <ac:spMkLst>
            <pc:docMk/>
            <pc:sldMk cId="0" sldId="393"/>
            <ac:spMk id="19459" creationId="{30445B9E-7609-2C13-9F7E-060ADA67CFFB}"/>
          </ac:spMkLst>
        </pc:spChg>
        <pc:picChg chg="mod">
          <ac:chgData name="Ms Alina Arshad" userId="cccdfd85-d35d-4453-9c6f-a463aae40722" providerId="ADAL" clId="{61AA69F3-B1E5-447C-A4B1-319BF9318022}" dt="2024-09-02T15:15:59.121" v="140" actId="1076"/>
          <ac:picMkLst>
            <pc:docMk/>
            <pc:sldMk cId="0" sldId="393"/>
            <ac:picMk id="19460" creationId="{F8DD2940-6587-2E51-5762-4ADEEAF55E8D}"/>
          </ac:picMkLst>
        </pc:picChg>
      </pc:sldChg>
      <pc:sldChg chg="modSp add mod">
        <pc:chgData name="Ms Alina Arshad" userId="cccdfd85-d35d-4453-9c6f-a463aae40722" providerId="ADAL" clId="{61AA69F3-B1E5-447C-A4B1-319BF9318022}" dt="2024-09-02T15:18:19.199" v="183" actId="12"/>
        <pc:sldMkLst>
          <pc:docMk/>
          <pc:sldMk cId="0" sldId="394"/>
        </pc:sldMkLst>
        <pc:spChg chg="mod">
          <ac:chgData name="Ms Alina Arshad" userId="cccdfd85-d35d-4453-9c6f-a463aae40722" providerId="ADAL" clId="{61AA69F3-B1E5-447C-A4B1-319BF9318022}" dt="2024-09-02T15:18:01.304" v="177" actId="113"/>
          <ac:spMkLst>
            <pc:docMk/>
            <pc:sldMk cId="0" sldId="394"/>
            <ac:spMk id="21506" creationId="{445C03E4-AB80-345E-E995-A1F28EC06CB0}"/>
          </ac:spMkLst>
        </pc:spChg>
        <pc:spChg chg="mod">
          <ac:chgData name="Ms Alina Arshad" userId="cccdfd85-d35d-4453-9c6f-a463aae40722" providerId="ADAL" clId="{61AA69F3-B1E5-447C-A4B1-319BF9318022}" dt="2024-09-02T15:18:19.199" v="183" actId="12"/>
          <ac:spMkLst>
            <pc:docMk/>
            <pc:sldMk cId="0" sldId="394"/>
            <ac:spMk id="21507" creationId="{09CC6E6F-D0D1-F41F-1B12-DC08240D3715}"/>
          </ac:spMkLst>
        </pc:spChg>
      </pc:sldChg>
      <pc:sldChg chg="modSp add mod">
        <pc:chgData name="Ms Alina Arshad" userId="cccdfd85-d35d-4453-9c6f-a463aae40722" providerId="ADAL" clId="{61AA69F3-B1E5-447C-A4B1-319BF9318022}" dt="2024-09-03T15:23:23.344" v="315" actId="20577"/>
        <pc:sldMkLst>
          <pc:docMk/>
          <pc:sldMk cId="0" sldId="395"/>
        </pc:sldMkLst>
        <pc:spChg chg="mod">
          <ac:chgData name="Ms Alina Arshad" userId="cccdfd85-d35d-4453-9c6f-a463aae40722" providerId="ADAL" clId="{61AA69F3-B1E5-447C-A4B1-319BF9318022}" dt="2024-09-02T15:19:01.485" v="185" actId="113"/>
          <ac:spMkLst>
            <pc:docMk/>
            <pc:sldMk cId="0" sldId="395"/>
            <ac:spMk id="22530" creationId="{F0402E37-889B-8B94-CACA-AF3D6C94AAA2}"/>
          </ac:spMkLst>
        </pc:spChg>
        <pc:spChg chg="mod">
          <ac:chgData name="Ms Alina Arshad" userId="cccdfd85-d35d-4453-9c6f-a463aae40722" providerId="ADAL" clId="{61AA69F3-B1E5-447C-A4B1-319BF9318022}" dt="2024-09-03T15:23:23.344" v="315" actId="20577"/>
          <ac:spMkLst>
            <pc:docMk/>
            <pc:sldMk cId="0" sldId="395"/>
            <ac:spMk id="22531" creationId="{863DC0FB-39D9-5FCE-7116-2F06C79D1A5C}"/>
          </ac:spMkLst>
        </pc:spChg>
      </pc:sldChg>
      <pc:sldChg chg="modSp add mod">
        <pc:chgData name="Ms Alina Arshad" userId="cccdfd85-d35d-4453-9c6f-a463aae40722" providerId="ADAL" clId="{61AA69F3-B1E5-447C-A4B1-319BF9318022}" dt="2024-09-02T15:20:10.152" v="204" actId="403"/>
        <pc:sldMkLst>
          <pc:docMk/>
          <pc:sldMk cId="0" sldId="396"/>
        </pc:sldMkLst>
        <pc:spChg chg="mod">
          <ac:chgData name="Ms Alina Arshad" userId="cccdfd85-d35d-4453-9c6f-a463aae40722" providerId="ADAL" clId="{61AA69F3-B1E5-447C-A4B1-319BF9318022}" dt="2024-09-02T15:20:10.152" v="204" actId="403"/>
          <ac:spMkLst>
            <pc:docMk/>
            <pc:sldMk cId="0" sldId="396"/>
            <ac:spMk id="3" creationId="{B6B28990-D426-37D3-4812-E9223FC1CAA3}"/>
          </ac:spMkLst>
        </pc:spChg>
        <pc:spChg chg="mod">
          <ac:chgData name="Ms Alina Arshad" userId="cccdfd85-d35d-4453-9c6f-a463aae40722" providerId="ADAL" clId="{61AA69F3-B1E5-447C-A4B1-319BF9318022}" dt="2024-09-02T15:19:54.310" v="199" actId="207"/>
          <ac:spMkLst>
            <pc:docMk/>
            <pc:sldMk cId="0" sldId="396"/>
            <ac:spMk id="23554" creationId="{46BD68B2-C317-CFC5-35FD-DDF5F4452F08}"/>
          </ac:spMkLst>
        </pc:spChg>
      </pc:sldChg>
      <pc:sldChg chg="modSp add mod">
        <pc:chgData name="Ms Alina Arshad" userId="cccdfd85-d35d-4453-9c6f-a463aae40722" providerId="ADAL" clId="{61AA69F3-B1E5-447C-A4B1-319BF9318022}" dt="2024-09-02T15:20:55.050" v="215" actId="5793"/>
        <pc:sldMkLst>
          <pc:docMk/>
          <pc:sldMk cId="0" sldId="397"/>
        </pc:sldMkLst>
        <pc:spChg chg="mod">
          <ac:chgData name="Ms Alina Arshad" userId="cccdfd85-d35d-4453-9c6f-a463aae40722" providerId="ADAL" clId="{61AA69F3-B1E5-447C-A4B1-319BF9318022}" dt="2024-09-02T15:20:55.050" v="215" actId="5793"/>
          <ac:spMkLst>
            <pc:docMk/>
            <pc:sldMk cId="0" sldId="397"/>
            <ac:spMk id="3" creationId="{ED2820C0-8635-D65B-40B6-B347DB28E1C3}"/>
          </ac:spMkLst>
        </pc:spChg>
        <pc:spChg chg="mod">
          <ac:chgData name="Ms Alina Arshad" userId="cccdfd85-d35d-4453-9c6f-a463aae40722" providerId="ADAL" clId="{61AA69F3-B1E5-447C-A4B1-319BF9318022}" dt="2024-09-02T15:20:24.637" v="207" actId="14100"/>
          <ac:spMkLst>
            <pc:docMk/>
            <pc:sldMk cId="0" sldId="397"/>
            <ac:spMk id="24578" creationId="{9E9EFE51-6BE5-4EA8-1761-CD7FB6B30495}"/>
          </ac:spMkLst>
        </pc:spChg>
      </pc:sldChg>
      <pc:sldChg chg="modSp add mod">
        <pc:chgData name="Ms Alina Arshad" userId="cccdfd85-d35d-4453-9c6f-a463aae40722" providerId="ADAL" clId="{61AA69F3-B1E5-447C-A4B1-319BF9318022}" dt="2024-09-02T15:21:30.955" v="229" actId="14100"/>
        <pc:sldMkLst>
          <pc:docMk/>
          <pc:sldMk cId="0" sldId="398"/>
        </pc:sldMkLst>
        <pc:spChg chg="mod">
          <ac:chgData name="Ms Alina Arshad" userId="cccdfd85-d35d-4453-9c6f-a463aae40722" providerId="ADAL" clId="{61AA69F3-B1E5-447C-A4B1-319BF9318022}" dt="2024-09-02T15:21:30.955" v="229" actId="14100"/>
          <ac:spMkLst>
            <pc:docMk/>
            <pc:sldMk cId="0" sldId="398"/>
            <ac:spMk id="3" creationId="{1801B9EB-D481-BF88-7EBA-D339121B115E}"/>
          </ac:spMkLst>
        </pc:spChg>
        <pc:spChg chg="mod">
          <ac:chgData name="Ms Alina Arshad" userId="cccdfd85-d35d-4453-9c6f-a463aae40722" providerId="ADAL" clId="{61AA69F3-B1E5-447C-A4B1-319BF9318022}" dt="2024-09-02T15:21:11.057" v="223" actId="207"/>
          <ac:spMkLst>
            <pc:docMk/>
            <pc:sldMk cId="0" sldId="398"/>
            <ac:spMk id="25602" creationId="{CA2021C2-5EF7-6C28-61B0-54C3361B8DA2}"/>
          </ac:spMkLst>
        </pc:spChg>
      </pc:sldChg>
      <pc:sldChg chg="add">
        <pc:chgData name="Ms Alina Arshad" userId="cccdfd85-d35d-4453-9c6f-a463aae40722" providerId="ADAL" clId="{61AA69F3-B1E5-447C-A4B1-319BF9318022}" dt="2024-09-02T15:07:01.891" v="0"/>
        <pc:sldMkLst>
          <pc:docMk/>
          <pc:sldMk cId="0" sldId="399"/>
        </pc:sldMkLst>
      </pc:sldChg>
      <pc:sldChg chg="add">
        <pc:chgData name="Ms Alina Arshad" userId="cccdfd85-d35d-4453-9c6f-a463aae40722" providerId="ADAL" clId="{61AA69F3-B1E5-447C-A4B1-319BF9318022}" dt="2024-09-02T15:07:01.891" v="0"/>
        <pc:sldMkLst>
          <pc:docMk/>
          <pc:sldMk cId="0" sldId="400"/>
        </pc:sldMkLst>
      </pc:sldChg>
      <pc:sldChg chg="add">
        <pc:chgData name="Ms Alina Arshad" userId="cccdfd85-d35d-4453-9c6f-a463aae40722" providerId="ADAL" clId="{61AA69F3-B1E5-447C-A4B1-319BF9318022}" dt="2024-09-02T15:07:01.891" v="0"/>
        <pc:sldMkLst>
          <pc:docMk/>
          <pc:sldMk cId="0" sldId="401"/>
        </pc:sldMkLst>
      </pc:sldChg>
      <pc:sldChg chg="add">
        <pc:chgData name="Ms Alina Arshad" userId="cccdfd85-d35d-4453-9c6f-a463aae40722" providerId="ADAL" clId="{61AA69F3-B1E5-447C-A4B1-319BF9318022}" dt="2024-09-02T15:07:01.891" v="0"/>
        <pc:sldMkLst>
          <pc:docMk/>
          <pc:sldMk cId="0" sldId="402"/>
        </pc:sldMkLst>
      </pc:sldChg>
      <pc:sldChg chg="add">
        <pc:chgData name="Ms Alina Arshad" userId="cccdfd85-d35d-4453-9c6f-a463aae40722" providerId="ADAL" clId="{61AA69F3-B1E5-447C-A4B1-319BF9318022}" dt="2024-09-02T15:07:01.891" v="0"/>
        <pc:sldMkLst>
          <pc:docMk/>
          <pc:sldMk cId="0" sldId="403"/>
        </pc:sldMkLst>
      </pc:sldChg>
      <pc:sldChg chg="add">
        <pc:chgData name="Ms Alina Arshad" userId="cccdfd85-d35d-4453-9c6f-a463aae40722" providerId="ADAL" clId="{61AA69F3-B1E5-447C-A4B1-319BF9318022}" dt="2024-09-02T15:07:01.891" v="0"/>
        <pc:sldMkLst>
          <pc:docMk/>
          <pc:sldMk cId="0" sldId="404"/>
        </pc:sldMkLst>
      </pc:sldChg>
      <pc:sldChg chg="addSp delSp modSp new mod">
        <pc:chgData name="Ms Alina Arshad" userId="cccdfd85-d35d-4453-9c6f-a463aae40722" providerId="ADAL" clId="{61AA69F3-B1E5-447C-A4B1-319BF9318022}" dt="2024-09-03T14:48:10.764" v="306" actId="1036"/>
        <pc:sldMkLst>
          <pc:docMk/>
          <pc:sldMk cId="965936624" sldId="405"/>
        </pc:sldMkLst>
        <pc:spChg chg="mod">
          <ac:chgData name="Ms Alina Arshad" userId="cccdfd85-d35d-4453-9c6f-a463aae40722" providerId="ADAL" clId="{61AA69F3-B1E5-447C-A4B1-319BF9318022}" dt="2024-09-03T14:36:42.627" v="302" actId="1076"/>
          <ac:spMkLst>
            <pc:docMk/>
            <pc:sldMk cId="965936624" sldId="405"/>
            <ac:spMk id="2" creationId="{30F57BF3-F5F5-C0A6-72AB-CE608E30712D}"/>
          </ac:spMkLst>
        </pc:spChg>
        <pc:spChg chg="del">
          <ac:chgData name="Ms Alina Arshad" userId="cccdfd85-d35d-4453-9c6f-a463aae40722" providerId="ADAL" clId="{61AA69F3-B1E5-447C-A4B1-319BF9318022}" dt="2024-09-02T15:25:15.569" v="254" actId="478"/>
          <ac:spMkLst>
            <pc:docMk/>
            <pc:sldMk cId="965936624" sldId="405"/>
            <ac:spMk id="3" creationId="{938B5C8B-F7B7-0E8A-4AD4-9B61F1D67E99}"/>
          </ac:spMkLst>
        </pc:spChg>
        <pc:picChg chg="add mod">
          <ac:chgData name="Ms Alina Arshad" userId="cccdfd85-d35d-4453-9c6f-a463aae40722" providerId="ADAL" clId="{61AA69F3-B1E5-447C-A4B1-319BF9318022}" dt="2024-09-03T14:48:10.764" v="306" actId="1036"/>
          <ac:picMkLst>
            <pc:docMk/>
            <pc:sldMk cId="965936624" sldId="405"/>
            <ac:picMk id="4" creationId="{44A45838-6958-16D0-5E00-D7DBABB8917F}"/>
          </ac:picMkLst>
        </pc:picChg>
      </pc:sldChg>
      <pc:sldChg chg="delSp modSp add mod">
        <pc:chgData name="Ms Alina Arshad" userId="cccdfd85-d35d-4453-9c6f-a463aae40722" providerId="ADAL" clId="{61AA69F3-B1E5-447C-A4B1-319BF9318022}" dt="2024-09-02T15:28:22.295" v="273" actId="113"/>
        <pc:sldMkLst>
          <pc:docMk/>
          <pc:sldMk cId="1515025612" sldId="420"/>
        </pc:sldMkLst>
        <pc:spChg chg="del mod">
          <ac:chgData name="Ms Alina Arshad" userId="cccdfd85-d35d-4453-9c6f-a463aae40722" providerId="ADAL" clId="{61AA69F3-B1E5-447C-A4B1-319BF9318022}" dt="2024-09-02T15:27:13.259" v="264" actId="478"/>
          <ac:spMkLst>
            <pc:docMk/>
            <pc:sldMk cId="1515025612" sldId="420"/>
            <ac:spMk id="2" creationId="{00000000-0000-0000-0000-000000000000}"/>
          </ac:spMkLst>
        </pc:spChg>
        <pc:spChg chg="del">
          <ac:chgData name="Ms Alina Arshad" userId="cccdfd85-d35d-4453-9c6f-a463aae40722" providerId="ADAL" clId="{61AA69F3-B1E5-447C-A4B1-319BF9318022}" dt="2024-09-02T15:27:22.376" v="267" actId="478"/>
          <ac:spMkLst>
            <pc:docMk/>
            <pc:sldMk cId="1515025612" sldId="420"/>
            <ac:spMk id="4" creationId="{00000000-0000-0000-0000-000000000000}"/>
          </ac:spMkLst>
        </pc:spChg>
        <pc:spChg chg="del">
          <ac:chgData name="Ms Alina Arshad" userId="cccdfd85-d35d-4453-9c6f-a463aae40722" providerId="ADAL" clId="{61AA69F3-B1E5-447C-A4B1-319BF9318022}" dt="2024-09-02T15:27:24.313" v="268" actId="478"/>
          <ac:spMkLst>
            <pc:docMk/>
            <pc:sldMk cId="1515025612" sldId="420"/>
            <ac:spMk id="5" creationId="{00000000-0000-0000-0000-000000000000}"/>
          </ac:spMkLst>
        </pc:spChg>
        <pc:spChg chg="mod">
          <ac:chgData name="Ms Alina Arshad" userId="cccdfd85-d35d-4453-9c6f-a463aae40722" providerId="ADAL" clId="{61AA69F3-B1E5-447C-A4B1-319BF9318022}" dt="2024-09-02T15:28:22.295" v="273" actId="113"/>
          <ac:spMkLst>
            <pc:docMk/>
            <pc:sldMk cId="1515025612" sldId="420"/>
            <ac:spMk id="10" creationId="{00000000-0000-0000-0000-000000000000}"/>
          </ac:spMkLst>
        </pc:spChg>
        <pc:picChg chg="mod">
          <ac:chgData name="Ms Alina Arshad" userId="cccdfd85-d35d-4453-9c6f-a463aae40722" providerId="ADAL" clId="{61AA69F3-B1E5-447C-A4B1-319BF9318022}" dt="2024-09-02T15:27:16.709" v="265" actId="1076"/>
          <ac:picMkLst>
            <pc:docMk/>
            <pc:sldMk cId="1515025612" sldId="420"/>
            <ac:picMk id="9" creationId="{00000000-0000-0000-0000-000000000000}"/>
          </ac:picMkLst>
        </pc:picChg>
      </pc:sldChg>
      <pc:sldChg chg="delSp modSp add mod">
        <pc:chgData name="Ms Alina Arshad" userId="cccdfd85-d35d-4453-9c6f-a463aae40722" providerId="ADAL" clId="{61AA69F3-B1E5-447C-A4B1-319BF9318022}" dt="2024-09-03T15:01:36.965" v="309" actId="20577"/>
        <pc:sldMkLst>
          <pc:docMk/>
          <pc:sldMk cId="4009753738" sldId="422"/>
        </pc:sldMkLst>
        <pc:spChg chg="mod">
          <ac:chgData name="Ms Alina Arshad" userId="cccdfd85-d35d-4453-9c6f-a463aae40722" providerId="ADAL" clId="{61AA69F3-B1E5-447C-A4B1-319BF9318022}" dt="2024-09-02T15:28:39.886" v="278" actId="207"/>
          <ac:spMkLst>
            <pc:docMk/>
            <pc:sldMk cId="4009753738" sldId="422"/>
            <ac:spMk id="2" creationId="{00000000-0000-0000-0000-000000000000}"/>
          </ac:spMkLst>
        </pc:spChg>
        <pc:spChg chg="mod">
          <ac:chgData name="Ms Alina Arshad" userId="cccdfd85-d35d-4453-9c6f-a463aae40722" providerId="ADAL" clId="{61AA69F3-B1E5-447C-A4B1-319BF9318022}" dt="2024-09-03T15:01:36.965" v="309" actId="20577"/>
          <ac:spMkLst>
            <pc:docMk/>
            <pc:sldMk cId="4009753738" sldId="422"/>
            <ac:spMk id="3" creationId="{00000000-0000-0000-0000-000000000000}"/>
          </ac:spMkLst>
        </pc:spChg>
        <pc:spChg chg="del">
          <ac:chgData name="Ms Alina Arshad" userId="cccdfd85-d35d-4453-9c6f-a463aae40722" providerId="ADAL" clId="{61AA69F3-B1E5-447C-A4B1-319BF9318022}" dt="2024-09-02T15:28:27.862" v="274" actId="478"/>
          <ac:spMkLst>
            <pc:docMk/>
            <pc:sldMk cId="4009753738" sldId="422"/>
            <ac:spMk id="4" creationId="{00000000-0000-0000-0000-000000000000}"/>
          </ac:spMkLst>
        </pc:spChg>
        <pc:spChg chg="del">
          <ac:chgData name="Ms Alina Arshad" userId="cccdfd85-d35d-4453-9c6f-a463aae40722" providerId="ADAL" clId="{61AA69F3-B1E5-447C-A4B1-319BF9318022}" dt="2024-09-02T15:28:30.124" v="275" actId="478"/>
          <ac:spMkLst>
            <pc:docMk/>
            <pc:sldMk cId="4009753738" sldId="422"/>
            <ac:spMk id="5" creationId="{00000000-0000-0000-0000-000000000000}"/>
          </ac:spMkLst>
        </pc:spChg>
      </pc:sldChg>
      <pc:sldChg chg="delSp modSp add mod">
        <pc:chgData name="Ms Alina Arshad" userId="cccdfd85-d35d-4453-9c6f-a463aae40722" providerId="ADAL" clId="{61AA69F3-B1E5-447C-A4B1-319BF9318022}" dt="2024-09-02T15:29:11.602" v="288" actId="478"/>
        <pc:sldMkLst>
          <pc:docMk/>
          <pc:sldMk cId="2563999751" sldId="425"/>
        </pc:sldMkLst>
        <pc:spChg chg="mod">
          <ac:chgData name="Ms Alina Arshad" userId="cccdfd85-d35d-4453-9c6f-a463aae40722" providerId="ADAL" clId="{61AA69F3-B1E5-447C-A4B1-319BF9318022}" dt="2024-09-02T15:28:58.380" v="283" actId="113"/>
          <ac:spMkLst>
            <pc:docMk/>
            <pc:sldMk cId="2563999751" sldId="425"/>
            <ac:spMk id="2" creationId="{00000000-0000-0000-0000-000000000000}"/>
          </ac:spMkLst>
        </pc:spChg>
        <pc:spChg chg="mod">
          <ac:chgData name="Ms Alina Arshad" userId="cccdfd85-d35d-4453-9c6f-a463aae40722" providerId="ADAL" clId="{61AA69F3-B1E5-447C-A4B1-319BF9318022}" dt="2024-09-02T15:29:05.689" v="285" actId="12"/>
          <ac:spMkLst>
            <pc:docMk/>
            <pc:sldMk cId="2563999751" sldId="425"/>
            <ac:spMk id="3" creationId="{00000000-0000-0000-0000-000000000000}"/>
          </ac:spMkLst>
        </pc:spChg>
        <pc:spChg chg="del mod">
          <ac:chgData name="Ms Alina Arshad" userId="cccdfd85-d35d-4453-9c6f-a463aae40722" providerId="ADAL" clId="{61AA69F3-B1E5-447C-A4B1-319BF9318022}" dt="2024-09-02T15:29:09.911" v="287" actId="478"/>
          <ac:spMkLst>
            <pc:docMk/>
            <pc:sldMk cId="2563999751" sldId="425"/>
            <ac:spMk id="4" creationId="{00000000-0000-0000-0000-000000000000}"/>
          </ac:spMkLst>
        </pc:spChg>
        <pc:spChg chg="del">
          <ac:chgData name="Ms Alina Arshad" userId="cccdfd85-d35d-4453-9c6f-a463aae40722" providerId="ADAL" clId="{61AA69F3-B1E5-447C-A4B1-319BF9318022}" dt="2024-09-02T15:29:11.602" v="288" actId="478"/>
          <ac:spMkLst>
            <pc:docMk/>
            <pc:sldMk cId="2563999751" sldId="425"/>
            <ac:spMk id="5" creationId="{00000000-0000-0000-0000-000000000000}"/>
          </ac:spMkLst>
        </pc:spChg>
      </pc:sldChg>
      <pc:sldChg chg="delSp modSp add mod">
        <pc:chgData name="Ms Alina Arshad" userId="cccdfd85-d35d-4453-9c6f-a463aae40722" providerId="ADAL" clId="{61AA69F3-B1E5-447C-A4B1-319BF9318022}" dt="2024-09-02T15:29:33.374" v="295" actId="478"/>
        <pc:sldMkLst>
          <pc:docMk/>
          <pc:sldMk cId="503109780" sldId="426"/>
        </pc:sldMkLst>
        <pc:spChg chg="mod">
          <ac:chgData name="Ms Alina Arshad" userId="cccdfd85-d35d-4453-9c6f-a463aae40722" providerId="ADAL" clId="{61AA69F3-B1E5-447C-A4B1-319BF9318022}" dt="2024-09-02T15:29:21.463" v="291" actId="14100"/>
          <ac:spMkLst>
            <pc:docMk/>
            <pc:sldMk cId="503109780" sldId="426"/>
            <ac:spMk id="2" creationId="{00000000-0000-0000-0000-000000000000}"/>
          </ac:spMkLst>
        </pc:spChg>
        <pc:spChg chg="mod">
          <ac:chgData name="Ms Alina Arshad" userId="cccdfd85-d35d-4453-9c6f-a463aae40722" providerId="ADAL" clId="{61AA69F3-B1E5-447C-A4B1-319BF9318022}" dt="2024-09-02T15:29:29.414" v="293" actId="12"/>
          <ac:spMkLst>
            <pc:docMk/>
            <pc:sldMk cId="503109780" sldId="426"/>
            <ac:spMk id="3" creationId="{00000000-0000-0000-0000-000000000000}"/>
          </ac:spMkLst>
        </pc:spChg>
        <pc:spChg chg="del">
          <ac:chgData name="Ms Alina Arshad" userId="cccdfd85-d35d-4453-9c6f-a463aae40722" providerId="ADAL" clId="{61AA69F3-B1E5-447C-A4B1-319BF9318022}" dt="2024-09-02T15:29:31.115" v="294" actId="478"/>
          <ac:spMkLst>
            <pc:docMk/>
            <pc:sldMk cId="503109780" sldId="426"/>
            <ac:spMk id="4" creationId="{00000000-0000-0000-0000-000000000000}"/>
          </ac:spMkLst>
        </pc:spChg>
        <pc:spChg chg="del">
          <ac:chgData name="Ms Alina Arshad" userId="cccdfd85-d35d-4453-9c6f-a463aae40722" providerId="ADAL" clId="{61AA69F3-B1E5-447C-A4B1-319BF9318022}" dt="2024-09-02T15:29:33.374" v="295" actId="478"/>
          <ac:spMkLst>
            <pc:docMk/>
            <pc:sldMk cId="503109780" sldId="42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11/20/2024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they may be dealing with the same defect perspective, such as faults that are directly detected and removed in inspection. In other cases, they may be dealing with different defect perspectives, linked through some analysis activities in between. For example, testing detects failures during execution, and additional analyses are performed based on information recorded during the failed executions to locate and remove the underlying faults that caused the failures. Table 17.4 summarizes the perspectives or types of defects observed and dealt with by individual QA alternatives. To make the follow-up defect perspective more meaningful, we also include the general follow-up actions and results for  each QA alternative. </a:t>
            </a:r>
          </a:p>
        </p:txBody>
      </p:sp>
      <p:sp>
        <p:nvSpPr>
          <p:cNvPr id="4" name="Slide Number Placeholder 3"/>
          <p:cNvSpPr>
            <a:spLocks noGrp="1"/>
          </p:cNvSpPr>
          <p:nvPr>
            <p:ph type="sldNum" sz="quarter" idx="10"/>
          </p:nvPr>
        </p:nvSpPr>
        <p:spPr/>
        <p:txBody>
          <a:bodyPr/>
          <a:lstStyle/>
          <a:p>
            <a:fld id="{741B017E-9405-4A24-9E72-ABBA234FC5F9}" type="slidenum">
              <a:rPr lang="en-US" smtClean="0"/>
              <a:t>35</a:t>
            </a:fld>
            <a:endParaRPr lang="en-US"/>
          </a:p>
        </p:txBody>
      </p:sp>
    </p:spTree>
    <p:extLst>
      <p:ext uri="{BB962C8B-B14F-4D97-AF65-F5344CB8AC3E}">
        <p14:creationId xmlns:p14="http://schemas.microsoft.com/office/powerpoint/2010/main" val="2800647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Table 17.5 summarizes the different problem types each QA alternative is effective in dealing with.</a:t>
            </a:r>
          </a:p>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36</a:t>
            </a:fld>
            <a:endParaRPr lang="en-US"/>
          </a:p>
        </p:txBody>
      </p:sp>
    </p:spTree>
    <p:extLst>
      <p:ext uri="{BB962C8B-B14F-4D97-AF65-F5344CB8AC3E}">
        <p14:creationId xmlns:p14="http://schemas.microsoft.com/office/powerpoint/2010/main" val="477454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systematic problems can also be addressed by defect prevention techniques by using certain tools, processes,</a:t>
            </a:r>
          </a:p>
          <a:p>
            <a:r>
              <a:rPr lang="en-US" dirty="0"/>
              <a:t>standards, technologies, etc., to block the errors that are related to fault injections. These</a:t>
            </a:r>
          </a:p>
          <a:p>
            <a:r>
              <a:rPr lang="en-US" dirty="0"/>
              <a:t>problem types are also related to the pervasive, systematic problems we discuss below in</a:t>
            </a:r>
          </a:p>
          <a:p>
            <a:r>
              <a:rPr lang="en-US" dirty="0"/>
              <a:t>connection to defect levels.</a:t>
            </a:r>
          </a:p>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37</a:t>
            </a:fld>
            <a:endParaRPr lang="en-US"/>
          </a:p>
        </p:txBody>
      </p:sp>
    </p:spTree>
    <p:extLst>
      <p:ext uri="{BB962C8B-B14F-4D97-AF65-F5344CB8AC3E}">
        <p14:creationId xmlns:p14="http://schemas.microsoft.com/office/powerpoint/2010/main" val="3995724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ble</a:t>
            </a:r>
            <a:r>
              <a:rPr lang="en-US" dirty="0"/>
              <a:t> 17.6 summarizes the defect levels each individual QA alternative is suitable for, </a:t>
            </a:r>
          </a:p>
        </p:txBody>
      </p:sp>
      <p:sp>
        <p:nvSpPr>
          <p:cNvPr id="4" name="Slide Number Placeholder 3"/>
          <p:cNvSpPr>
            <a:spLocks noGrp="1"/>
          </p:cNvSpPr>
          <p:nvPr>
            <p:ph type="sldNum" sz="quarter" idx="10"/>
          </p:nvPr>
        </p:nvSpPr>
        <p:spPr/>
        <p:txBody>
          <a:bodyPr/>
          <a:lstStyle/>
          <a:p>
            <a:fld id="{741B017E-9405-4A24-9E72-ABBA234FC5F9}" type="slidenum">
              <a:rPr lang="en-US" smtClean="0"/>
              <a:t>40</a:t>
            </a:fld>
            <a:endParaRPr lang="en-US"/>
          </a:p>
        </p:txBody>
      </p:sp>
    </p:spTree>
    <p:extLst>
      <p:ext uri="{BB962C8B-B14F-4D97-AF65-F5344CB8AC3E}">
        <p14:creationId xmlns:p14="http://schemas.microsoft.com/office/powerpoint/2010/main" val="3354445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11/20/2024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11/20/2024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11/20/2024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11/20/2024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11/20/2024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962150"/>
            <a:ext cx="11588435" cy="1219962"/>
          </a:xfrm>
        </p:spPr>
        <p:txBody>
          <a:bodyPr/>
          <a:lstStyle/>
          <a:p>
            <a:pPr algn="ct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100051" y="3675888"/>
            <a:ext cx="10058400" cy="1922731"/>
          </a:xfrm>
        </p:spPr>
        <p:txBody>
          <a:bodyPr>
            <a:normAutofit/>
          </a:bodyPr>
          <a:lstStyle/>
          <a:p>
            <a:pPr algn="ctr"/>
            <a:r>
              <a:rPr lang="en-US" sz="4400" b="1" dirty="0">
                <a:solidFill>
                  <a:schemeClr val="tx1"/>
                </a:solidFill>
                <a:cs typeface="Times New Roman" panose="02020603050405020304" pitchFamily="18" charset="0"/>
              </a:rPr>
              <a:t>Lecture 1-</a:t>
            </a:r>
          </a:p>
          <a:p>
            <a:pPr algn="ctr"/>
            <a:r>
              <a:rPr lang="en-US" sz="4400" b="1" dirty="0">
                <a:solidFill>
                  <a:schemeClr val="tx1"/>
                </a:solidFill>
                <a:cs typeface="Times New Roman" panose="02020603050405020304" pitchFamily="18" charset="0"/>
              </a:rPr>
              <a:t>Other QA Activities</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C4F1234-844D-F3A8-4B44-50EC8595C5FD}"/>
              </a:ext>
            </a:extLst>
          </p:cNvPr>
          <p:cNvSpPr txBox="1"/>
          <p:nvPr/>
        </p:nvSpPr>
        <p:spPr>
          <a:xfrm>
            <a:off x="8721883" y="5907729"/>
            <a:ext cx="3270092" cy="369332"/>
          </a:xfrm>
          <a:prstGeom prst="rect">
            <a:avLst/>
          </a:prstGeom>
          <a:noFill/>
        </p:spPr>
        <p:txBody>
          <a:bodyPr wrap="square">
            <a:spAutoFit/>
          </a:bodyPr>
          <a:lstStyle/>
          <a:p>
            <a:pPr algn="ctr"/>
            <a:r>
              <a:rPr lang="en-US" sz="1800" dirty="0">
                <a:cs typeface="Times New Roman" panose="02020603050405020304" pitchFamily="18" charset="0"/>
              </a:rPr>
              <a:t>alina.arshad@nu.edu.pk</a:t>
            </a:r>
            <a:endParaRPr lang="en-US" sz="1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451" y="286603"/>
            <a:ext cx="11499742" cy="1450757"/>
          </a:xfrm>
        </p:spPr>
        <p:txBody>
          <a:bodyPr/>
          <a:lstStyle/>
          <a:p>
            <a:r>
              <a:rPr lang="en-US" b="1" dirty="0">
                <a:solidFill>
                  <a:schemeClr val="tx1"/>
                </a:solidFill>
              </a:rPr>
              <a:t>Informal desk checks, reviews, and walkthroughs</a:t>
            </a:r>
          </a:p>
        </p:txBody>
      </p:sp>
      <p:sp>
        <p:nvSpPr>
          <p:cNvPr id="3" name="Content Placeholder 2"/>
          <p:cNvSpPr>
            <a:spLocks noGrp="1"/>
          </p:cNvSpPr>
          <p:nvPr>
            <p:ph idx="1"/>
          </p:nvPr>
        </p:nvSpPr>
        <p:spPr/>
        <p:txBody>
          <a:bodyPr>
            <a:normAutofit/>
          </a:bodyPr>
          <a:lstStyle/>
          <a:p>
            <a:r>
              <a:rPr lang="en-US" sz="2400" b="1" dirty="0">
                <a:solidFill>
                  <a:schemeClr val="accent2"/>
                </a:solidFill>
              </a:rPr>
              <a:t>Desk check</a:t>
            </a:r>
            <a:r>
              <a:rPr lang="en-US" sz="2400" dirty="0">
                <a:solidFill>
                  <a:schemeClr val="accent2"/>
                </a:solidFill>
              </a:rPr>
              <a:t> </a:t>
            </a:r>
            <a:r>
              <a:rPr lang="en-US" sz="2400" dirty="0">
                <a:solidFill>
                  <a:schemeClr val="tx1"/>
                </a:solidFill>
              </a:rPr>
              <a:t>typically refers to informal check or inspection of technical documents produced by oneself, which is not too different from proofreading one’s own writings to catch and correct obvious mistakes. </a:t>
            </a:r>
          </a:p>
          <a:p>
            <a:r>
              <a:rPr lang="en-US" sz="2400" dirty="0">
                <a:solidFill>
                  <a:schemeClr val="tx1"/>
                </a:solidFill>
              </a:rPr>
              <a:t>Instead, desk checks should focus on logical and conceptual problems, to make effective use of the valuable time of software professionals.</a:t>
            </a:r>
          </a:p>
          <a:p>
            <a:endParaRPr lang="en-US" dirty="0"/>
          </a:p>
        </p:txBody>
      </p:sp>
    </p:spTree>
    <p:extLst>
      <p:ext uri="{BB962C8B-B14F-4D97-AF65-F5344CB8AC3E}">
        <p14:creationId xmlns:p14="http://schemas.microsoft.com/office/powerpoint/2010/main" val="1717774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E2D71797-37F5-434C-11A3-B09B359C1870}"/>
              </a:ext>
            </a:extLst>
          </p:cNvPr>
          <p:cNvSpPr>
            <a:spLocks noGrp="1"/>
          </p:cNvSpPr>
          <p:nvPr>
            <p:ph type="title"/>
          </p:nvPr>
        </p:nvSpPr>
        <p:spPr/>
        <p:txBody>
          <a:bodyPr/>
          <a:lstStyle/>
          <a:p>
            <a:r>
              <a:rPr lang="en-US" altLang="en-US" b="1" dirty="0">
                <a:solidFill>
                  <a:schemeClr val="tx1"/>
                </a:solidFill>
              </a:rPr>
              <a:t>Formal Technical Reviews (FTR)</a:t>
            </a:r>
          </a:p>
        </p:txBody>
      </p:sp>
      <p:sp>
        <p:nvSpPr>
          <p:cNvPr id="3" name="Content Placeholder 2">
            <a:extLst>
              <a:ext uri="{FF2B5EF4-FFF2-40B4-BE49-F238E27FC236}">
                <a16:creationId xmlns:a16="http://schemas.microsoft.com/office/drawing/2014/main" id="{08DB80FF-4EAA-090F-F379-0151A0F4541D}"/>
              </a:ext>
            </a:extLst>
          </p:cNvPr>
          <p:cNvSpPr>
            <a:spLocks noGrp="1"/>
          </p:cNvSpPr>
          <p:nvPr>
            <p:ph sz="quarter" idx="1"/>
          </p:nvPr>
        </p:nvSpPr>
        <p:spPr>
          <a:xfrm>
            <a:off x="1097280" y="1877477"/>
            <a:ext cx="10165080" cy="4572000"/>
          </a:xfrm>
        </p:spPr>
        <p:txBody>
          <a:bodyPr>
            <a:normAutofit/>
          </a:bodyPr>
          <a:lstStyle/>
          <a:p>
            <a:pPr algn="just">
              <a:buFont typeface="Arial" panose="020B0604020202020204" pitchFamily="34" charset="0"/>
              <a:buChar char="•"/>
            </a:pPr>
            <a:r>
              <a:rPr lang="en-US" altLang="en-US" sz="2400" dirty="0">
                <a:solidFill>
                  <a:schemeClr val="tx1"/>
                </a:solidFill>
              </a:rPr>
              <a:t>FTR is one of the techniques for improving software quality.</a:t>
            </a:r>
          </a:p>
          <a:p>
            <a:pPr algn="just">
              <a:buFont typeface="Arial" panose="020B0604020202020204" pitchFamily="34" charset="0"/>
              <a:buChar char="•"/>
            </a:pPr>
            <a:r>
              <a:rPr lang="en-US" altLang="en-US" sz="2400" dirty="0">
                <a:solidFill>
                  <a:schemeClr val="tx1"/>
                </a:solidFill>
              </a:rPr>
              <a:t>The FTR is a software quality assurance activity with the objectives to uncover errors in function, logic or implementation for any representation of the software.</a:t>
            </a:r>
          </a:p>
          <a:p>
            <a:pPr algn="just">
              <a:buFont typeface="Arial" panose="020B0604020202020204" pitchFamily="34" charset="0"/>
              <a:buChar char="•"/>
            </a:pPr>
            <a:r>
              <a:rPr lang="en-US" altLang="en-US" sz="2400" dirty="0">
                <a:solidFill>
                  <a:schemeClr val="tx1"/>
                </a:solidFill>
              </a:rPr>
              <a:t>FTR (Formal Technical Review) is also a learning ground for junior developers to know more about different approaches to software analysis, design and implementation.</a:t>
            </a:r>
          </a:p>
          <a:p>
            <a:pPr>
              <a:buFont typeface="Arial" panose="020B0604020202020204" pitchFamily="34" charset="0"/>
              <a:buChar char="•"/>
            </a:pPr>
            <a:endParaRPr lang="en-US" altLang="en-US"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EBE9215A-5D31-8DCF-1666-997774B0B779}"/>
              </a:ext>
            </a:extLst>
          </p:cNvPr>
          <p:cNvSpPr>
            <a:spLocks noGrp="1"/>
          </p:cNvSpPr>
          <p:nvPr>
            <p:ph type="title"/>
          </p:nvPr>
        </p:nvSpPr>
        <p:spPr>
          <a:xfrm>
            <a:off x="1097280" y="696912"/>
            <a:ext cx="10058400" cy="1040448"/>
          </a:xfrm>
        </p:spPr>
        <p:txBody>
          <a:bodyPr/>
          <a:lstStyle/>
          <a:p>
            <a:r>
              <a:rPr lang="en-US" altLang="en-US" b="1" dirty="0">
                <a:solidFill>
                  <a:schemeClr val="tx1"/>
                </a:solidFill>
              </a:rPr>
              <a:t>Formal Technical Reviews </a:t>
            </a:r>
            <a:r>
              <a:rPr lang="en-US" altLang="en-US" sz="2000" b="1" dirty="0">
                <a:solidFill>
                  <a:schemeClr val="tx1"/>
                </a:solidFill>
              </a:rPr>
              <a:t>(Cont..)</a:t>
            </a:r>
          </a:p>
        </p:txBody>
      </p:sp>
      <p:sp>
        <p:nvSpPr>
          <p:cNvPr id="3" name="Content Placeholder 2">
            <a:extLst>
              <a:ext uri="{FF2B5EF4-FFF2-40B4-BE49-F238E27FC236}">
                <a16:creationId xmlns:a16="http://schemas.microsoft.com/office/drawing/2014/main" id="{0DBA52E3-0B25-01A2-69C7-64332C611475}"/>
              </a:ext>
            </a:extLst>
          </p:cNvPr>
          <p:cNvSpPr>
            <a:spLocks noGrp="1"/>
          </p:cNvSpPr>
          <p:nvPr>
            <p:ph sz="quarter" idx="1"/>
          </p:nvPr>
        </p:nvSpPr>
        <p:spPr>
          <a:xfrm>
            <a:off x="1097280" y="1737360"/>
            <a:ext cx="10058400" cy="4572000"/>
          </a:xfrm>
        </p:spPr>
        <p:txBody>
          <a:bodyPr/>
          <a:lstStyle/>
          <a:p>
            <a:pPr algn="just">
              <a:buFont typeface="Arial" panose="020B0604020202020204" pitchFamily="34" charset="0"/>
              <a:buChar char="•"/>
            </a:pPr>
            <a:r>
              <a:rPr lang="en-US" altLang="en-US" sz="2400" dirty="0">
                <a:solidFill>
                  <a:schemeClr val="tx1"/>
                </a:solidFill>
              </a:rPr>
              <a:t>FTR activities include walkthroughs and inspections.</a:t>
            </a:r>
          </a:p>
          <a:p>
            <a:pPr algn="just">
              <a:buFont typeface="Arial" panose="020B0604020202020204" pitchFamily="34" charset="0"/>
              <a:buChar char="•"/>
            </a:pPr>
            <a:r>
              <a:rPr lang="en-US" altLang="en-US" sz="2400" dirty="0">
                <a:solidFill>
                  <a:schemeClr val="tx1"/>
                </a:solidFill>
              </a:rPr>
              <a:t>Formal technical review methods began in 1976 with the publication of Fagan's code inspection techniques.</a:t>
            </a:r>
          </a:p>
          <a:p>
            <a:pPr algn="just">
              <a:buFont typeface="Arial" panose="020B0604020202020204" pitchFamily="34" charset="0"/>
              <a:buChar char="•"/>
            </a:pPr>
            <a:r>
              <a:rPr lang="en-GB" altLang="en-US" sz="2400" dirty="0">
                <a:solidFill>
                  <a:schemeClr val="tx1"/>
                </a:solidFill>
              </a:rPr>
              <a:t>Reviews are the most widely used approach for assessing software quality.</a:t>
            </a:r>
          </a:p>
          <a:p>
            <a:endParaRPr lang="en-US" altLang="en-US" sz="21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CA68E883-29BA-7C4A-7F30-1C8455B6B3BC}"/>
              </a:ext>
            </a:extLst>
          </p:cNvPr>
          <p:cNvSpPr>
            <a:spLocks noGrp="1"/>
          </p:cNvSpPr>
          <p:nvPr>
            <p:ph type="title"/>
          </p:nvPr>
        </p:nvSpPr>
        <p:spPr/>
        <p:txBody>
          <a:bodyPr/>
          <a:lstStyle/>
          <a:p>
            <a:r>
              <a:rPr lang="en-US" altLang="en-US" b="1" dirty="0">
                <a:solidFill>
                  <a:schemeClr val="tx1"/>
                </a:solidFill>
              </a:rPr>
              <a:t>Peer Review</a:t>
            </a:r>
          </a:p>
        </p:txBody>
      </p:sp>
      <p:sp>
        <p:nvSpPr>
          <p:cNvPr id="26627" name="Content Placeholder 2">
            <a:extLst>
              <a:ext uri="{FF2B5EF4-FFF2-40B4-BE49-F238E27FC236}">
                <a16:creationId xmlns:a16="http://schemas.microsoft.com/office/drawing/2014/main" id="{0537EB38-19FF-A660-3577-4511892B88B9}"/>
              </a:ext>
            </a:extLst>
          </p:cNvPr>
          <p:cNvSpPr>
            <a:spLocks noGrp="1"/>
          </p:cNvSpPr>
          <p:nvPr>
            <p:ph sz="quarter" idx="1"/>
          </p:nvPr>
        </p:nvSpPr>
        <p:spPr>
          <a:xfrm>
            <a:off x="952500" y="1838325"/>
            <a:ext cx="5295900" cy="3714750"/>
          </a:xfrm>
        </p:spPr>
        <p:txBody>
          <a:bodyPr/>
          <a:lstStyle/>
          <a:p>
            <a:pPr algn="just">
              <a:buFont typeface="Arial" panose="020B0604020202020204" pitchFamily="34" charset="0"/>
              <a:buChar char="•"/>
            </a:pPr>
            <a:r>
              <a:rPr lang="en-US" altLang="en-US" sz="2400" dirty="0">
                <a:solidFill>
                  <a:schemeClr val="tx1"/>
                </a:solidFill>
              </a:rPr>
              <a:t>In software development, peer review is a type of software review in which a work product (normally some form of document) is examined by its author and one or more colleagues, in order to evaluate its technical content and quality.</a:t>
            </a:r>
          </a:p>
          <a:p>
            <a:pPr algn="just">
              <a:buFont typeface="Arial" panose="020B0604020202020204" pitchFamily="34" charset="0"/>
              <a:buChar char="•"/>
            </a:pPr>
            <a:r>
              <a:rPr lang="en-US" altLang="en-US" sz="2400" dirty="0">
                <a:solidFill>
                  <a:schemeClr val="tx1"/>
                </a:solidFill>
              </a:rPr>
              <a:t>Peer reviews identify problems and fix them early in the lifecycle.</a:t>
            </a:r>
          </a:p>
        </p:txBody>
      </p:sp>
      <p:pic>
        <p:nvPicPr>
          <p:cNvPr id="26628" name="Content Placeholder 6" descr="PeerReview.JPG">
            <a:extLst>
              <a:ext uri="{FF2B5EF4-FFF2-40B4-BE49-F238E27FC236}">
                <a16:creationId xmlns:a16="http://schemas.microsoft.com/office/drawing/2014/main" id="{BAAFC1C8-929E-323F-E200-E33A2FB4E0F0}"/>
              </a:ext>
            </a:extLst>
          </p:cNvPr>
          <p:cNvPicPr>
            <a:picLocks noGrp="1" noChangeAspect="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7067550" y="1838325"/>
            <a:ext cx="3886200" cy="2586037"/>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807A698F-CE39-4FC4-F83F-1182661F7273}"/>
              </a:ext>
            </a:extLst>
          </p:cNvPr>
          <p:cNvSpPr>
            <a:spLocks noGrp="1"/>
          </p:cNvSpPr>
          <p:nvPr>
            <p:ph type="title"/>
          </p:nvPr>
        </p:nvSpPr>
        <p:spPr>
          <a:xfrm>
            <a:off x="1119187" y="1135061"/>
            <a:ext cx="1997075" cy="657226"/>
          </a:xfrm>
        </p:spPr>
        <p:txBody>
          <a:bodyPr>
            <a:normAutofit fontScale="90000"/>
          </a:bodyPr>
          <a:lstStyle/>
          <a:p>
            <a:r>
              <a:rPr lang="en-US" altLang="en-US" b="1" dirty="0">
                <a:solidFill>
                  <a:schemeClr val="tx1"/>
                </a:solidFill>
              </a:rPr>
              <a:t>Audit</a:t>
            </a:r>
          </a:p>
        </p:txBody>
      </p:sp>
      <p:pic>
        <p:nvPicPr>
          <p:cNvPr id="14339" name="Picture 5" descr="MCPE01458_0000[1]">
            <a:extLst>
              <a:ext uri="{FF2B5EF4-FFF2-40B4-BE49-F238E27FC236}">
                <a16:creationId xmlns:a16="http://schemas.microsoft.com/office/drawing/2014/main" id="{F9850548-C474-AAC6-BD0E-56A0613FCF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7225" y="3429000"/>
            <a:ext cx="6400800" cy="264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0" name="Picture 6" descr="j0250466[1]">
            <a:extLst>
              <a:ext uri="{FF2B5EF4-FFF2-40B4-BE49-F238E27FC236}">
                <a16:creationId xmlns:a16="http://schemas.microsoft.com/office/drawing/2014/main" id="{0791B033-7EA1-299C-3970-7DF1EC6467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5676" y="4722812"/>
            <a:ext cx="1235075"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66D25AE5-4B00-F0A1-C614-26E22FAB37D4}"/>
              </a:ext>
            </a:extLst>
          </p:cNvPr>
          <p:cNvSpPr/>
          <p:nvPr/>
        </p:nvSpPr>
        <p:spPr>
          <a:xfrm>
            <a:off x="1600201" y="1933575"/>
            <a:ext cx="8382000" cy="1030288"/>
          </a:xfrm>
          <a:prstGeom prst="rect">
            <a:avLst/>
          </a:prstGeom>
        </p:spPr>
        <p:txBody>
          <a:bodyPr>
            <a:spAutoFit/>
          </a:bodyPr>
          <a:lstStyle/>
          <a:p>
            <a:pPr algn="ctr" eaLnBrk="1" hangingPunct="1">
              <a:buFont typeface="Wingdings" pitchFamily="2" charset="2"/>
              <a:buNone/>
              <a:defRPr/>
            </a:pPr>
            <a:r>
              <a:rPr lang="en-US" sz="2500" dirty="0">
                <a:solidFill>
                  <a:schemeClr val="accent2"/>
                </a:solidFill>
                <a:latin typeface="Trebuchet MS" pitchFamily="34" charset="0"/>
                <a:cs typeface="Tunga" pitchFamily="34" charset="0"/>
              </a:rPr>
              <a:t>Finding the problem is more important than the solution</a:t>
            </a:r>
          </a:p>
          <a:p>
            <a:pPr algn="ctr" eaLnBrk="1" hangingPunct="1">
              <a:buFont typeface="Wingdings" pitchFamily="2" charset="2"/>
              <a:buNone/>
              <a:defRPr/>
            </a:pPr>
            <a:r>
              <a:rPr lang="en-US" dirty="0">
                <a:solidFill>
                  <a:schemeClr val="accent2"/>
                </a:solidFill>
                <a:latin typeface="Trebuchet MS" pitchFamily="34" charset="0"/>
                <a:cs typeface="Tunga" pitchFamily="34" charset="0"/>
              </a:rPr>
              <a:t>					     </a:t>
            </a:r>
          </a:p>
          <a:p>
            <a:pPr algn="ctr" eaLnBrk="1" hangingPunct="1">
              <a:buFont typeface="Wingdings" pitchFamily="2" charset="2"/>
              <a:buNone/>
              <a:defRPr/>
            </a:pPr>
            <a:r>
              <a:rPr lang="en-US" dirty="0">
                <a:solidFill>
                  <a:schemeClr val="accent2"/>
                </a:solidFill>
                <a:latin typeface="Trebuchet MS" pitchFamily="34" charset="0"/>
                <a:cs typeface="Tunga" pitchFamily="34" charset="0"/>
              </a:rPr>
              <a:t>							</a:t>
            </a:r>
            <a:r>
              <a:rPr lang="en-US" dirty="0">
                <a:solidFill>
                  <a:schemeClr val="accent5">
                    <a:lumMod val="75000"/>
                  </a:schemeClr>
                </a:solidFill>
                <a:latin typeface="Trebuchet MS" pitchFamily="34" charset="0"/>
                <a:cs typeface="Tunga" pitchFamily="34" charset="0"/>
              </a:rPr>
              <a:t>ALBERT EINSTEIN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8" fill="hold" nodeType="clickEffect">
                                  <p:stCondLst>
                                    <p:cond delay="0"/>
                                  </p:stCondLst>
                                  <p:childTnLst>
                                    <p:set>
                                      <p:cBhvr>
                                        <p:cTn id="10" dur="1" fill="hold">
                                          <p:stCondLst>
                                            <p:cond delay="0"/>
                                          </p:stCondLst>
                                        </p:cTn>
                                        <p:tgtEl>
                                          <p:spTgt spid="14339"/>
                                        </p:tgtEl>
                                        <p:attrNameLst>
                                          <p:attrName>style.visibility</p:attrName>
                                        </p:attrNameLst>
                                      </p:cBhvr>
                                      <p:to>
                                        <p:strVal val="visible"/>
                                      </p:to>
                                    </p:set>
                                    <p:anim calcmode="lin" valueType="num">
                                      <p:cBhvr additive="base">
                                        <p:cTn id="11" dur="1000" fill="hold"/>
                                        <p:tgtEl>
                                          <p:spTgt spid="14339"/>
                                        </p:tgtEl>
                                        <p:attrNameLst>
                                          <p:attrName>ppt_x</p:attrName>
                                        </p:attrNameLst>
                                      </p:cBhvr>
                                      <p:tavLst>
                                        <p:tav tm="0">
                                          <p:val>
                                            <p:strVal val="0-#ppt_w/2"/>
                                          </p:val>
                                        </p:tav>
                                        <p:tav tm="100000">
                                          <p:val>
                                            <p:strVal val="#ppt_x"/>
                                          </p:val>
                                        </p:tav>
                                      </p:tavLst>
                                    </p:anim>
                                    <p:anim calcmode="lin" valueType="num">
                                      <p:cBhvr additive="base">
                                        <p:cTn id="12" dur="1000" fill="hold"/>
                                        <p:tgtEl>
                                          <p:spTgt spid="143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3C3E329A-BD61-995C-B161-A4AE737B7229}"/>
              </a:ext>
            </a:extLst>
          </p:cNvPr>
          <p:cNvSpPr>
            <a:spLocks noGrp="1"/>
          </p:cNvSpPr>
          <p:nvPr>
            <p:ph type="title"/>
          </p:nvPr>
        </p:nvSpPr>
        <p:spPr/>
        <p:txBody>
          <a:bodyPr/>
          <a:lstStyle/>
          <a:p>
            <a:r>
              <a:rPr lang="en-US" altLang="en-US" b="1" dirty="0">
                <a:solidFill>
                  <a:schemeClr val="tx1"/>
                </a:solidFill>
              </a:rPr>
              <a:t>Software Audits</a:t>
            </a:r>
          </a:p>
        </p:txBody>
      </p:sp>
      <p:sp>
        <p:nvSpPr>
          <p:cNvPr id="3" name="Content Placeholder 2">
            <a:extLst>
              <a:ext uri="{FF2B5EF4-FFF2-40B4-BE49-F238E27FC236}">
                <a16:creationId xmlns:a16="http://schemas.microsoft.com/office/drawing/2014/main" id="{2A9DF645-9936-2BC4-A2EC-921F2B770047}"/>
              </a:ext>
            </a:extLst>
          </p:cNvPr>
          <p:cNvSpPr>
            <a:spLocks noGrp="1"/>
          </p:cNvSpPr>
          <p:nvPr>
            <p:ph sz="quarter" idx="1"/>
          </p:nvPr>
        </p:nvSpPr>
        <p:spPr>
          <a:xfrm>
            <a:off x="1097280" y="1780323"/>
            <a:ext cx="9980295" cy="3058378"/>
          </a:xfrm>
        </p:spPr>
        <p:txBody>
          <a:bodyPr/>
          <a:lstStyle/>
          <a:p>
            <a:pPr marL="0" indent="0" algn="just">
              <a:buNone/>
              <a:defRPr/>
            </a:pPr>
            <a:r>
              <a:rPr lang="en-US" dirty="0">
                <a:solidFill>
                  <a:schemeClr val="tx1"/>
                </a:solidFill>
              </a:rPr>
              <a:t>A </a:t>
            </a:r>
            <a:r>
              <a:rPr lang="en-US" sz="2400" dirty="0">
                <a:solidFill>
                  <a:schemeClr val="tx1"/>
                </a:solidFill>
              </a:rPr>
              <a:t>software audit is an independent evaluation of software products or processes to ascertain compliance to standards, specifications, and procedures based on objective criteria that includes documents that specify:</a:t>
            </a:r>
          </a:p>
          <a:p>
            <a:pPr algn="just">
              <a:buFont typeface="Arial" panose="020B0604020202020204" pitchFamily="34" charset="0"/>
              <a:buChar char="•"/>
              <a:defRPr/>
            </a:pPr>
            <a:r>
              <a:rPr lang="en-US" sz="2400" dirty="0">
                <a:solidFill>
                  <a:schemeClr val="accent2"/>
                </a:solidFill>
              </a:rPr>
              <a:t>The form or content of the product to be produced</a:t>
            </a:r>
          </a:p>
          <a:p>
            <a:pPr algn="just">
              <a:buFont typeface="Arial" panose="020B0604020202020204" pitchFamily="34" charset="0"/>
              <a:buChar char="•"/>
              <a:defRPr/>
            </a:pPr>
            <a:r>
              <a:rPr lang="en-US" sz="2400" dirty="0">
                <a:solidFill>
                  <a:schemeClr val="accent2"/>
                </a:solidFill>
              </a:rPr>
              <a:t>The process by which the products shall be produced</a:t>
            </a:r>
          </a:p>
          <a:p>
            <a:pPr algn="just">
              <a:buFont typeface="Arial" panose="020B0604020202020204" pitchFamily="34" charset="0"/>
              <a:buChar char="•"/>
              <a:defRPr/>
            </a:pPr>
            <a:r>
              <a:rPr lang="en-US" sz="2400" dirty="0">
                <a:solidFill>
                  <a:schemeClr val="accent2"/>
                </a:solidFill>
              </a:rPr>
              <a:t>How compliance to standards or guidelines shall be measured”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p:cTn id="14"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p:cTn id="21"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D97C742F-0397-B824-AEBF-495D8AFA6E3C}"/>
              </a:ext>
            </a:extLst>
          </p:cNvPr>
          <p:cNvSpPr>
            <a:spLocks noGrp="1"/>
          </p:cNvSpPr>
          <p:nvPr>
            <p:ph type="title"/>
          </p:nvPr>
        </p:nvSpPr>
        <p:spPr/>
        <p:txBody>
          <a:bodyPr>
            <a:normAutofit/>
          </a:bodyPr>
          <a:lstStyle/>
          <a:p>
            <a:r>
              <a:rPr lang="en-US" altLang="en-US" sz="5400" b="1" dirty="0">
                <a:solidFill>
                  <a:schemeClr val="tx1"/>
                </a:solidFill>
              </a:rPr>
              <a:t>Audit Types </a:t>
            </a:r>
            <a:r>
              <a:rPr lang="en-US" altLang="en-US" sz="4000" b="1" dirty="0">
                <a:solidFill>
                  <a:schemeClr val="tx1"/>
                </a:solidFill>
              </a:rPr>
              <a:t>(Cont..)</a:t>
            </a:r>
          </a:p>
        </p:txBody>
      </p:sp>
      <p:sp>
        <p:nvSpPr>
          <p:cNvPr id="3" name="Content Placeholder 2">
            <a:extLst>
              <a:ext uri="{FF2B5EF4-FFF2-40B4-BE49-F238E27FC236}">
                <a16:creationId xmlns:a16="http://schemas.microsoft.com/office/drawing/2014/main" id="{B9B03C6D-6CB4-3BF0-CB8A-AB5F536E1102}"/>
              </a:ext>
            </a:extLst>
          </p:cNvPr>
          <p:cNvSpPr>
            <a:spLocks noGrp="1"/>
          </p:cNvSpPr>
          <p:nvPr>
            <p:ph sz="quarter" idx="1"/>
          </p:nvPr>
        </p:nvSpPr>
        <p:spPr>
          <a:xfrm>
            <a:off x="1097281" y="1819275"/>
            <a:ext cx="10058399" cy="4122738"/>
          </a:xfrm>
        </p:spPr>
        <p:txBody>
          <a:bodyPr/>
          <a:lstStyle/>
          <a:p>
            <a:pPr marL="457200" indent="-457200" algn="just">
              <a:buNone/>
              <a:defRPr/>
            </a:pPr>
            <a:r>
              <a:rPr lang="en-US" sz="3000" dirty="0">
                <a:solidFill>
                  <a:schemeClr val="accent2"/>
                </a:solidFill>
              </a:rPr>
              <a:t>First Party Audit</a:t>
            </a:r>
          </a:p>
          <a:p>
            <a:pPr algn="just">
              <a:buFont typeface="Arial" panose="020B0604020202020204" pitchFamily="34" charset="0"/>
              <a:buChar char="•"/>
              <a:defRPr/>
            </a:pPr>
            <a:r>
              <a:rPr lang="en-US" sz="2700" dirty="0">
                <a:solidFill>
                  <a:schemeClr val="tx1"/>
                </a:solidFill>
              </a:rPr>
              <a:t>Also known as internal audit.</a:t>
            </a:r>
          </a:p>
          <a:p>
            <a:pPr algn="just">
              <a:buFont typeface="Arial" panose="020B0604020202020204" pitchFamily="34" charset="0"/>
              <a:buChar char="•"/>
              <a:defRPr/>
            </a:pPr>
            <a:r>
              <a:rPr lang="en-US" sz="2700" dirty="0">
                <a:solidFill>
                  <a:schemeClr val="tx1"/>
                </a:solidFill>
              </a:rPr>
              <a:t>Performed within your own company.</a:t>
            </a:r>
          </a:p>
          <a:p>
            <a:pPr algn="just">
              <a:buFont typeface="Arial" panose="020B0604020202020204" pitchFamily="34" charset="0"/>
              <a:buChar char="•"/>
              <a:defRPr/>
            </a:pPr>
            <a:r>
              <a:rPr lang="en-US" sz="2700" dirty="0">
                <a:solidFill>
                  <a:schemeClr val="tx1"/>
                </a:solidFill>
              </a:rPr>
              <a:t>No external customers/companies are involved.</a:t>
            </a:r>
          </a:p>
          <a:p>
            <a:pPr algn="just">
              <a:buFont typeface="Arial" panose="020B0604020202020204" pitchFamily="34" charset="0"/>
              <a:buChar char="•"/>
              <a:defRPr/>
            </a:pPr>
            <a:r>
              <a:rPr lang="en-US" sz="2700" dirty="0">
                <a:solidFill>
                  <a:schemeClr val="tx1"/>
                </a:solidFill>
              </a:rPr>
              <a:t>E.g. Audit of IT or accounts department.</a:t>
            </a:r>
          </a:p>
          <a:p>
            <a:pPr algn="just">
              <a:buFont typeface="Wingdings" panose="05000000000000000000" pitchFamily="2" charset="2"/>
              <a:buNone/>
              <a:defRPr/>
            </a:pPr>
            <a:endParaRPr lang="en-US" sz="2100" dirty="0"/>
          </a:p>
          <a:p>
            <a:pPr algn="just">
              <a:buFont typeface="Wingdings" panose="05000000000000000000" pitchFamily="2" charset="2"/>
              <a:buNone/>
              <a:defRPr/>
            </a:pPr>
            <a:endParaRPr lang="en-US" sz="2100" dirty="0"/>
          </a:p>
          <a:p>
            <a:pPr algn="just">
              <a:buFont typeface="Wingdings" panose="05000000000000000000" pitchFamily="2" charset="2"/>
              <a:buNone/>
              <a:defRPr/>
            </a:pPr>
            <a:endParaRPr lang="en-US" sz="21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slide(fromBottom)">
                                      <p:cBhvr>
                                        <p:cTn id="7" dur="500"/>
                                        <p:tgtEl>
                                          <p:spTgt spid="3">
                                            <p:txEl>
                                              <p:pRg st="1" end="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slide(fromBottom)">
                                      <p:cBhvr>
                                        <p:cTn id="10" dur="500"/>
                                        <p:tgtEl>
                                          <p:spTgt spid="3">
                                            <p:txEl>
                                              <p:pRg st="2" end="2"/>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slide(fromBottom)">
                                      <p:cBhvr>
                                        <p:cTn id="13" dur="500"/>
                                        <p:tgtEl>
                                          <p:spTgt spid="3">
                                            <p:txEl>
                                              <p:pRg st="3" end="3"/>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slide(fromBottom)">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E1157B7A-2B15-D542-6826-01F721A88D19}"/>
              </a:ext>
            </a:extLst>
          </p:cNvPr>
          <p:cNvSpPr>
            <a:spLocks noGrp="1"/>
          </p:cNvSpPr>
          <p:nvPr>
            <p:ph type="title"/>
          </p:nvPr>
        </p:nvSpPr>
        <p:spPr>
          <a:xfrm>
            <a:off x="1066800" y="981075"/>
            <a:ext cx="10058400" cy="756285"/>
          </a:xfrm>
        </p:spPr>
        <p:txBody>
          <a:bodyPr/>
          <a:lstStyle/>
          <a:p>
            <a:r>
              <a:rPr lang="en-US" altLang="en-US" b="1" dirty="0">
                <a:solidFill>
                  <a:schemeClr val="tx1"/>
                </a:solidFill>
              </a:rPr>
              <a:t>Audit Types</a:t>
            </a:r>
          </a:p>
        </p:txBody>
      </p:sp>
      <p:sp>
        <p:nvSpPr>
          <p:cNvPr id="3" name="Content Placeholder 2">
            <a:extLst>
              <a:ext uri="{FF2B5EF4-FFF2-40B4-BE49-F238E27FC236}">
                <a16:creationId xmlns:a16="http://schemas.microsoft.com/office/drawing/2014/main" id="{F7814939-450A-E765-107B-5AE7E9D2800B}"/>
              </a:ext>
            </a:extLst>
          </p:cNvPr>
          <p:cNvSpPr>
            <a:spLocks noGrp="1"/>
          </p:cNvSpPr>
          <p:nvPr>
            <p:ph sz="quarter" idx="1"/>
          </p:nvPr>
        </p:nvSpPr>
        <p:spPr>
          <a:xfrm>
            <a:off x="1171575" y="1809750"/>
            <a:ext cx="10467975" cy="4351338"/>
          </a:xfrm>
        </p:spPr>
        <p:txBody>
          <a:bodyPr/>
          <a:lstStyle/>
          <a:p>
            <a:pPr algn="just">
              <a:defRPr/>
            </a:pPr>
            <a:r>
              <a:rPr lang="en-US" sz="2400" dirty="0">
                <a:solidFill>
                  <a:schemeClr val="tx1"/>
                </a:solidFill>
              </a:rPr>
              <a:t>There is a general framework for partitioning audits into various types. But the generic process for all audit types (both software and non-software) is basically the same.</a:t>
            </a:r>
          </a:p>
          <a:p>
            <a:pPr algn="just">
              <a:defRPr/>
            </a:pPr>
            <a:r>
              <a:rPr lang="en-US" sz="2400" dirty="0">
                <a:solidFill>
                  <a:schemeClr val="tx1"/>
                </a:solidFill>
              </a:rPr>
              <a:t>Broadly, following are the audit types:</a:t>
            </a:r>
          </a:p>
          <a:p>
            <a:pPr marL="777875" lvl="1" indent="-457200" algn="just">
              <a:defRPr/>
            </a:pPr>
            <a:r>
              <a:rPr lang="en-US" sz="2300" b="1" dirty="0">
                <a:solidFill>
                  <a:schemeClr val="accent1">
                    <a:lumMod val="75000"/>
                  </a:schemeClr>
                </a:solidFill>
              </a:rPr>
              <a:t>First Party Audit</a:t>
            </a:r>
          </a:p>
          <a:p>
            <a:pPr marL="777875" lvl="1" indent="-457200" algn="just">
              <a:defRPr/>
            </a:pPr>
            <a:r>
              <a:rPr lang="en-US" sz="2300" b="1" dirty="0">
                <a:solidFill>
                  <a:schemeClr val="accent1">
                    <a:lumMod val="75000"/>
                  </a:schemeClr>
                </a:solidFill>
              </a:rPr>
              <a:t>Second Party Audit</a:t>
            </a:r>
          </a:p>
          <a:p>
            <a:pPr marL="777875" lvl="1" indent="-457200" algn="just">
              <a:defRPr/>
            </a:pPr>
            <a:r>
              <a:rPr lang="en-US" sz="2300" b="1" dirty="0">
                <a:solidFill>
                  <a:schemeClr val="accent1">
                    <a:lumMod val="75000"/>
                  </a:schemeClr>
                </a:solidFill>
              </a:rPr>
              <a:t>Third Party Audit</a:t>
            </a:r>
          </a:p>
          <a:p>
            <a:pPr marL="777875" lvl="1" indent="-457200" algn="just">
              <a:defRPr/>
            </a:pPr>
            <a:r>
              <a:rPr lang="en-US" sz="2300" b="1" dirty="0">
                <a:solidFill>
                  <a:schemeClr val="accent1">
                    <a:lumMod val="75000"/>
                  </a:schemeClr>
                </a:solidFill>
              </a:rPr>
              <a:t>System Audit</a:t>
            </a:r>
          </a:p>
          <a:p>
            <a:pPr marL="777875" lvl="1" indent="-457200" algn="just">
              <a:defRPr/>
            </a:pPr>
            <a:r>
              <a:rPr lang="en-US" sz="2300" b="1" dirty="0">
                <a:solidFill>
                  <a:schemeClr val="accent1">
                    <a:lumMod val="75000"/>
                  </a:schemeClr>
                </a:solidFill>
              </a:rPr>
              <a:t>Process Audit</a:t>
            </a:r>
          </a:p>
          <a:p>
            <a:pPr marL="777875" lvl="1" indent="-457200" algn="just">
              <a:defRPr/>
            </a:pPr>
            <a:endParaRPr lang="en-US" sz="2300" dirty="0">
              <a:solidFill>
                <a:schemeClr val="accent1">
                  <a:lumMod val="75000"/>
                </a:schemeClr>
              </a:solidFill>
            </a:endParaRPr>
          </a:p>
          <a:p>
            <a:pPr algn="just">
              <a:buFont typeface="Wingdings" panose="05000000000000000000" pitchFamily="2" charset="2"/>
              <a:buNone/>
              <a:defRPr/>
            </a:pPr>
            <a:endParaRPr lang="en-US" sz="2100" dirty="0"/>
          </a:p>
          <a:p>
            <a:pPr algn="just">
              <a:buFont typeface="Wingdings" panose="05000000000000000000" pitchFamily="2" charset="2"/>
              <a:buNone/>
              <a:defRPr/>
            </a:pPr>
            <a:endParaRPr lang="en-US" sz="2100" dirty="0"/>
          </a:p>
          <a:p>
            <a:pPr algn="just">
              <a:buFont typeface="Wingdings" panose="05000000000000000000" pitchFamily="2" charset="2"/>
              <a:buNone/>
              <a:defRPr/>
            </a:pPr>
            <a:endParaRPr lang="en-US" sz="21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799BEEBA-DC1F-04C5-57A3-3611915C94C4}"/>
              </a:ext>
            </a:extLst>
          </p:cNvPr>
          <p:cNvSpPr>
            <a:spLocks noGrp="1"/>
          </p:cNvSpPr>
          <p:nvPr>
            <p:ph type="title"/>
          </p:nvPr>
        </p:nvSpPr>
        <p:spPr>
          <a:xfrm>
            <a:off x="1097280" y="914400"/>
            <a:ext cx="10058400" cy="822960"/>
          </a:xfrm>
        </p:spPr>
        <p:txBody>
          <a:bodyPr>
            <a:normAutofit/>
          </a:bodyPr>
          <a:lstStyle/>
          <a:p>
            <a:r>
              <a:rPr lang="en-US" altLang="en-US" sz="5400" b="1" dirty="0">
                <a:solidFill>
                  <a:schemeClr val="tx1"/>
                </a:solidFill>
              </a:rPr>
              <a:t>Audit Types  </a:t>
            </a:r>
            <a:r>
              <a:rPr lang="en-US" altLang="en-US" sz="4000" b="1" dirty="0">
                <a:solidFill>
                  <a:schemeClr val="tx1"/>
                </a:solidFill>
              </a:rPr>
              <a:t>(Cont..)</a:t>
            </a:r>
          </a:p>
        </p:txBody>
      </p:sp>
      <p:sp>
        <p:nvSpPr>
          <p:cNvPr id="3" name="Content Placeholder 2">
            <a:extLst>
              <a:ext uri="{FF2B5EF4-FFF2-40B4-BE49-F238E27FC236}">
                <a16:creationId xmlns:a16="http://schemas.microsoft.com/office/drawing/2014/main" id="{48642A30-B2EE-074D-63D8-142D7AADC51E}"/>
              </a:ext>
            </a:extLst>
          </p:cNvPr>
          <p:cNvSpPr>
            <a:spLocks noGrp="1"/>
          </p:cNvSpPr>
          <p:nvPr>
            <p:ph sz="quarter" idx="1"/>
          </p:nvPr>
        </p:nvSpPr>
        <p:spPr>
          <a:xfrm>
            <a:off x="1209675" y="1847850"/>
            <a:ext cx="9946005" cy="4400550"/>
          </a:xfrm>
        </p:spPr>
        <p:txBody>
          <a:bodyPr/>
          <a:lstStyle/>
          <a:p>
            <a:pPr marL="457200" indent="-457200" algn="just">
              <a:buNone/>
              <a:defRPr/>
            </a:pPr>
            <a:r>
              <a:rPr lang="en-US" sz="3000" dirty="0">
                <a:solidFill>
                  <a:schemeClr val="accent2"/>
                </a:solidFill>
              </a:rPr>
              <a:t>Second Party Audit</a:t>
            </a:r>
          </a:p>
          <a:p>
            <a:pPr algn="just">
              <a:buFont typeface="Arial" panose="020B0604020202020204" pitchFamily="34" charset="0"/>
              <a:buChar char="•"/>
              <a:defRPr/>
            </a:pPr>
            <a:r>
              <a:rPr lang="en-US" sz="2700" dirty="0">
                <a:solidFill>
                  <a:schemeClr val="tx1"/>
                </a:solidFill>
              </a:rPr>
              <a:t>Also referred to as external audit.</a:t>
            </a:r>
          </a:p>
          <a:p>
            <a:pPr algn="just">
              <a:buFont typeface="Arial" panose="020B0604020202020204" pitchFamily="34" charset="0"/>
              <a:buChar char="•"/>
              <a:defRPr/>
            </a:pPr>
            <a:r>
              <a:rPr lang="en-US" sz="2700" dirty="0">
                <a:solidFill>
                  <a:schemeClr val="tx1"/>
                </a:solidFill>
              </a:rPr>
              <a:t>Performed by a customer (first party) on their supplier (second party).</a:t>
            </a:r>
          </a:p>
          <a:p>
            <a:pPr algn="just">
              <a:buFont typeface="Arial" panose="020B0604020202020204" pitchFamily="34" charset="0"/>
              <a:buChar char="•"/>
              <a:defRPr/>
            </a:pPr>
            <a:r>
              <a:rPr lang="en-US" sz="2700" dirty="0">
                <a:solidFill>
                  <a:schemeClr val="tx1"/>
                </a:solidFill>
              </a:rPr>
              <a:t>A contract is in place for the delivery of a product.</a:t>
            </a:r>
          </a:p>
          <a:p>
            <a:pPr algn="just">
              <a:buFont typeface="Arial" panose="020B0604020202020204" pitchFamily="34" charset="0"/>
              <a:buChar char="•"/>
              <a:defRPr/>
            </a:pPr>
            <a:r>
              <a:rPr lang="en-US" sz="2700" dirty="0">
                <a:solidFill>
                  <a:schemeClr val="tx1"/>
                </a:solidFill>
              </a:rPr>
              <a:t>A supplier survey is a form of audit performed before a contract is signed off.</a:t>
            </a:r>
          </a:p>
          <a:p>
            <a:pPr algn="just">
              <a:buFont typeface="Arial" panose="020B0604020202020204" pitchFamily="34" charset="0"/>
              <a:buChar char="•"/>
              <a:defRPr/>
            </a:pPr>
            <a:r>
              <a:rPr lang="en-US" sz="2700" dirty="0">
                <a:solidFill>
                  <a:schemeClr val="tx1"/>
                </a:solidFill>
              </a:rPr>
              <a:t>Another form of this audit exists when you are being audited by your customer.</a:t>
            </a:r>
          </a:p>
          <a:p>
            <a:pPr>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down)">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FE100E78-D1CD-E137-B520-2A21457DC687}"/>
              </a:ext>
            </a:extLst>
          </p:cNvPr>
          <p:cNvSpPr>
            <a:spLocks noGrp="1"/>
          </p:cNvSpPr>
          <p:nvPr>
            <p:ph type="title"/>
          </p:nvPr>
        </p:nvSpPr>
        <p:spPr/>
        <p:txBody>
          <a:bodyPr>
            <a:normAutofit/>
          </a:bodyPr>
          <a:lstStyle/>
          <a:p>
            <a:r>
              <a:rPr lang="en-US" altLang="en-US" sz="5400" b="1" dirty="0">
                <a:solidFill>
                  <a:schemeClr val="tx1"/>
                </a:solidFill>
              </a:rPr>
              <a:t>Audit Types  </a:t>
            </a:r>
            <a:r>
              <a:rPr lang="en-US" altLang="en-US" sz="4000" b="1" dirty="0">
                <a:solidFill>
                  <a:schemeClr val="tx1"/>
                </a:solidFill>
              </a:rPr>
              <a:t>(Cont..)</a:t>
            </a:r>
          </a:p>
        </p:txBody>
      </p:sp>
      <p:sp>
        <p:nvSpPr>
          <p:cNvPr id="3" name="Content Placeholder 2">
            <a:extLst>
              <a:ext uri="{FF2B5EF4-FFF2-40B4-BE49-F238E27FC236}">
                <a16:creationId xmlns:a16="http://schemas.microsoft.com/office/drawing/2014/main" id="{AF1105A4-6B17-375B-3D8A-BC66131717C7}"/>
              </a:ext>
            </a:extLst>
          </p:cNvPr>
          <p:cNvSpPr>
            <a:spLocks noGrp="1"/>
          </p:cNvSpPr>
          <p:nvPr>
            <p:ph sz="quarter" idx="1"/>
          </p:nvPr>
        </p:nvSpPr>
        <p:spPr>
          <a:xfrm>
            <a:off x="1036320" y="1737360"/>
            <a:ext cx="10393680" cy="4354512"/>
          </a:xfrm>
        </p:spPr>
        <p:txBody>
          <a:bodyPr/>
          <a:lstStyle/>
          <a:p>
            <a:pPr marL="457200" indent="-457200" algn="just">
              <a:buNone/>
              <a:defRPr/>
            </a:pPr>
            <a:r>
              <a:rPr lang="en-US" sz="3000" dirty="0">
                <a:solidFill>
                  <a:schemeClr val="accent2"/>
                </a:solidFill>
              </a:rPr>
              <a:t>Third Party Audit</a:t>
            </a:r>
          </a:p>
          <a:p>
            <a:pPr algn="just">
              <a:buFont typeface="Arial" panose="020B0604020202020204" pitchFamily="34" charset="0"/>
              <a:buChar char="•"/>
              <a:defRPr/>
            </a:pPr>
            <a:r>
              <a:rPr lang="en-US" sz="2700" dirty="0">
                <a:solidFill>
                  <a:schemeClr val="tx1"/>
                </a:solidFill>
              </a:rPr>
              <a:t>Conducted by a third party, independent of customer or supplier.</a:t>
            </a:r>
          </a:p>
          <a:p>
            <a:pPr algn="just">
              <a:buFont typeface="Arial" panose="020B0604020202020204" pitchFamily="34" charset="0"/>
              <a:buChar char="•"/>
              <a:defRPr/>
            </a:pPr>
            <a:r>
              <a:rPr lang="en-US" sz="2700" dirty="0">
                <a:solidFill>
                  <a:schemeClr val="tx1"/>
                </a:solidFill>
              </a:rPr>
              <a:t>A common type of third party audit is an ISO registration audit.</a:t>
            </a:r>
          </a:p>
          <a:p>
            <a:pPr algn="just">
              <a:buFont typeface="Arial" panose="020B0604020202020204" pitchFamily="34" charset="0"/>
              <a:buChar char="•"/>
              <a:defRPr/>
            </a:pPr>
            <a:r>
              <a:rPr lang="en-US" sz="2700" dirty="0">
                <a:solidFill>
                  <a:schemeClr val="tx1"/>
                </a:solidFill>
              </a:rPr>
              <a:t>Regulated industries such as nuclear power stations &amp; medical device manufacturers, often undergone third party audits by regulators.</a:t>
            </a:r>
          </a:p>
          <a:p>
            <a:pPr marL="457200" indent="-457200" algn="just">
              <a:buFont typeface="+mj-lt"/>
              <a:buAutoNum type="arabicPeriod" startAt="3"/>
              <a:defRPr/>
            </a:pPr>
            <a:endParaRPr lang="en-US" sz="2400" dirty="0">
              <a:solidFill>
                <a:srgbClr val="FFC000"/>
              </a:solidFill>
            </a:endParaRPr>
          </a:p>
          <a:p>
            <a:pPr>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slide(fromBottom)">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slide(fromBottom)">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slide(fromBottom)">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E79152FB-CB4C-761A-9826-95327F990BC6}"/>
              </a:ext>
            </a:extLst>
          </p:cNvPr>
          <p:cNvSpPr>
            <a:spLocks noGrp="1"/>
          </p:cNvSpPr>
          <p:nvPr>
            <p:ph type="title"/>
          </p:nvPr>
        </p:nvSpPr>
        <p:spPr/>
        <p:txBody>
          <a:bodyPr/>
          <a:lstStyle/>
          <a:p>
            <a:r>
              <a:rPr lang="en-US" altLang="en-US" b="1" dirty="0">
                <a:solidFill>
                  <a:schemeClr val="tx1"/>
                </a:solidFill>
              </a:rPr>
              <a:t>Audit Types  </a:t>
            </a:r>
            <a:r>
              <a:rPr lang="en-US" altLang="en-US" sz="3600" b="1" dirty="0">
                <a:solidFill>
                  <a:schemeClr val="tx1"/>
                </a:solidFill>
              </a:rPr>
              <a:t>(Cont..)</a:t>
            </a:r>
          </a:p>
        </p:txBody>
      </p:sp>
      <p:sp>
        <p:nvSpPr>
          <p:cNvPr id="6" name="Content Placeholder 2">
            <a:extLst>
              <a:ext uri="{FF2B5EF4-FFF2-40B4-BE49-F238E27FC236}">
                <a16:creationId xmlns:a16="http://schemas.microsoft.com/office/drawing/2014/main" id="{64F4330A-CB45-71AF-8216-F146194652B6}"/>
              </a:ext>
            </a:extLst>
          </p:cNvPr>
          <p:cNvSpPr>
            <a:spLocks noGrp="1"/>
          </p:cNvSpPr>
          <p:nvPr>
            <p:ph sz="quarter" idx="1"/>
          </p:nvPr>
        </p:nvSpPr>
        <p:spPr>
          <a:xfrm>
            <a:off x="1097279" y="1847850"/>
            <a:ext cx="10058399" cy="4019550"/>
          </a:xfrm>
        </p:spPr>
        <p:txBody>
          <a:bodyPr/>
          <a:lstStyle/>
          <a:p>
            <a:pPr marL="457200" indent="-457200" algn="just">
              <a:buNone/>
              <a:defRPr/>
            </a:pPr>
            <a:r>
              <a:rPr lang="en-US" sz="3000" dirty="0">
                <a:solidFill>
                  <a:schemeClr val="accent2"/>
                </a:solidFill>
              </a:rPr>
              <a:t>System Audit</a:t>
            </a:r>
          </a:p>
          <a:p>
            <a:pPr algn="just">
              <a:buFont typeface="Arial" panose="020B0604020202020204" pitchFamily="34" charset="0"/>
              <a:buChar char="•"/>
              <a:defRPr/>
            </a:pPr>
            <a:r>
              <a:rPr lang="en-US" sz="2700" dirty="0">
                <a:solidFill>
                  <a:schemeClr val="tx1"/>
                </a:solidFill>
              </a:rPr>
              <a:t>Known by several other names, like management audit, operational audit, program audit etc.</a:t>
            </a:r>
          </a:p>
          <a:p>
            <a:pPr algn="just">
              <a:buFont typeface="Arial" panose="020B0604020202020204" pitchFamily="34" charset="0"/>
              <a:buChar char="•"/>
              <a:defRPr/>
            </a:pPr>
            <a:r>
              <a:rPr lang="en-US" sz="2700" dirty="0">
                <a:solidFill>
                  <a:schemeClr val="tx1"/>
                </a:solidFill>
              </a:rPr>
              <a:t>Covers large boundaries and wide scope.</a:t>
            </a:r>
          </a:p>
          <a:p>
            <a:pPr algn="just">
              <a:buFont typeface="Arial" panose="020B0604020202020204" pitchFamily="34" charset="0"/>
              <a:buChar char="•"/>
              <a:defRPr/>
            </a:pPr>
            <a:r>
              <a:rPr lang="en-US" sz="2700" dirty="0">
                <a:solidFill>
                  <a:schemeClr val="tx1"/>
                </a:solidFill>
              </a:rPr>
              <a:t>Often cross organizational, process and product boundaries.</a:t>
            </a:r>
          </a:p>
          <a:p>
            <a:pPr algn="just">
              <a:buFont typeface="Arial" panose="020B0604020202020204" pitchFamily="34" charset="0"/>
              <a:buChar char="•"/>
              <a:defRPr/>
            </a:pPr>
            <a:r>
              <a:rPr lang="en-US" sz="2700" dirty="0">
                <a:solidFill>
                  <a:schemeClr val="tx1"/>
                </a:solidFill>
              </a:rPr>
              <a:t>Cycle Time, Quality Systems, Functional Departments etc are the examples.</a:t>
            </a:r>
            <a:endParaRPr 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45984481-6F1E-CAE7-90EF-FF445794FFDD}"/>
              </a:ext>
            </a:extLst>
          </p:cNvPr>
          <p:cNvSpPr>
            <a:spLocks noGrp="1"/>
          </p:cNvSpPr>
          <p:nvPr>
            <p:ph type="title"/>
          </p:nvPr>
        </p:nvSpPr>
        <p:spPr/>
        <p:txBody>
          <a:bodyPr>
            <a:normAutofit/>
          </a:bodyPr>
          <a:lstStyle/>
          <a:p>
            <a:r>
              <a:rPr lang="en-US" altLang="en-US" sz="5400" b="1" dirty="0">
                <a:solidFill>
                  <a:schemeClr val="tx1"/>
                </a:solidFill>
              </a:rPr>
              <a:t>Audit Types  </a:t>
            </a:r>
            <a:r>
              <a:rPr lang="en-US" altLang="en-US" sz="4000" b="1" dirty="0">
                <a:solidFill>
                  <a:schemeClr val="tx1"/>
                </a:solidFill>
              </a:rPr>
              <a:t>(Cont..)</a:t>
            </a:r>
          </a:p>
        </p:txBody>
      </p:sp>
      <p:sp>
        <p:nvSpPr>
          <p:cNvPr id="6" name="Content Placeholder 2">
            <a:extLst>
              <a:ext uri="{FF2B5EF4-FFF2-40B4-BE49-F238E27FC236}">
                <a16:creationId xmlns:a16="http://schemas.microsoft.com/office/drawing/2014/main" id="{CFC8DFE7-EF8E-609D-2239-A95F5E1E7D96}"/>
              </a:ext>
            </a:extLst>
          </p:cNvPr>
          <p:cNvSpPr>
            <a:spLocks noGrp="1"/>
          </p:cNvSpPr>
          <p:nvPr>
            <p:ph sz="quarter" idx="1"/>
          </p:nvPr>
        </p:nvSpPr>
        <p:spPr>
          <a:xfrm>
            <a:off x="1171575" y="1737360"/>
            <a:ext cx="9984105" cy="4892040"/>
          </a:xfrm>
        </p:spPr>
        <p:txBody>
          <a:bodyPr/>
          <a:lstStyle/>
          <a:p>
            <a:pPr marL="457200" indent="-457200" algn="just">
              <a:buNone/>
              <a:defRPr/>
            </a:pPr>
            <a:r>
              <a:rPr lang="en-US" sz="3000" dirty="0">
                <a:solidFill>
                  <a:schemeClr val="accent2"/>
                </a:solidFill>
              </a:rPr>
              <a:t>Process Audit</a:t>
            </a:r>
          </a:p>
          <a:p>
            <a:pPr algn="just">
              <a:buFont typeface="Arial" panose="020B0604020202020204" pitchFamily="34" charset="0"/>
              <a:buChar char="•"/>
              <a:defRPr/>
            </a:pPr>
            <a:r>
              <a:rPr lang="en-US" sz="2700" dirty="0">
                <a:solidFill>
                  <a:schemeClr val="tx1"/>
                </a:solidFill>
              </a:rPr>
              <a:t>It examines an activity to verify that the inputs, actions &amp; outputs are in accordance with defined requirements.</a:t>
            </a:r>
          </a:p>
          <a:p>
            <a:pPr algn="just">
              <a:buFont typeface="Arial" panose="020B0604020202020204" pitchFamily="34" charset="0"/>
              <a:buChar char="•"/>
              <a:defRPr/>
            </a:pPr>
            <a:r>
              <a:rPr lang="en-US" sz="2700" dirty="0">
                <a:solidFill>
                  <a:schemeClr val="tx1"/>
                </a:solidFill>
              </a:rPr>
              <a:t>A process audit considers only a portion of the program used to develop the entire product (both hardware and software).</a:t>
            </a:r>
          </a:p>
          <a:p>
            <a:pPr algn="just">
              <a:buFont typeface="Arial" panose="020B0604020202020204" pitchFamily="34" charset="0"/>
              <a:buChar char="•"/>
              <a:defRPr/>
            </a:pPr>
            <a:r>
              <a:rPr lang="en-US" sz="2700" dirty="0">
                <a:solidFill>
                  <a:schemeClr val="tx1"/>
                </a:solidFill>
              </a:rPr>
              <a:t>Software inspection is an example of Process Audit. </a:t>
            </a:r>
            <a:endParaRPr 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15EEAB6A-00F3-C853-957A-930095244D45}"/>
              </a:ext>
            </a:extLst>
          </p:cNvPr>
          <p:cNvSpPr>
            <a:spLocks noGrp="1"/>
          </p:cNvSpPr>
          <p:nvPr>
            <p:ph type="title"/>
          </p:nvPr>
        </p:nvSpPr>
        <p:spPr/>
        <p:txBody>
          <a:bodyPr/>
          <a:lstStyle/>
          <a:p>
            <a:r>
              <a:rPr lang="en-US" altLang="en-US" b="1" dirty="0">
                <a:solidFill>
                  <a:schemeClr val="tx1"/>
                </a:solidFill>
              </a:rPr>
              <a:t>Software Audit Process</a:t>
            </a:r>
          </a:p>
        </p:txBody>
      </p:sp>
      <p:sp>
        <p:nvSpPr>
          <p:cNvPr id="3" name="Content Placeholder 2">
            <a:extLst>
              <a:ext uri="{FF2B5EF4-FFF2-40B4-BE49-F238E27FC236}">
                <a16:creationId xmlns:a16="http://schemas.microsoft.com/office/drawing/2014/main" id="{ED79F53D-3B71-AA42-18AC-61AC37EECA3C}"/>
              </a:ext>
            </a:extLst>
          </p:cNvPr>
          <p:cNvSpPr>
            <a:spLocks noGrp="1"/>
          </p:cNvSpPr>
          <p:nvPr>
            <p:ph sz="quarter" idx="1"/>
          </p:nvPr>
        </p:nvSpPr>
        <p:spPr>
          <a:xfrm>
            <a:off x="1036320" y="1737360"/>
            <a:ext cx="10058400" cy="4739639"/>
          </a:xfrm>
        </p:spPr>
        <p:txBody>
          <a:bodyPr/>
          <a:lstStyle/>
          <a:p>
            <a:pPr>
              <a:defRPr/>
            </a:pPr>
            <a:r>
              <a:rPr lang="en-US" sz="2700" dirty="0">
                <a:solidFill>
                  <a:schemeClr val="tx1"/>
                </a:solidFill>
              </a:rPr>
              <a:t>To perform an effective and efficient audit, the purpose and scope of the audit must be clearly defined. </a:t>
            </a:r>
          </a:p>
          <a:p>
            <a:pPr>
              <a:defRPr/>
            </a:pPr>
            <a:r>
              <a:rPr lang="en-US" sz="2700" dirty="0">
                <a:solidFill>
                  <a:schemeClr val="tx1"/>
                </a:solidFill>
              </a:rPr>
              <a:t>The software audit process may be divided into four phases:</a:t>
            </a:r>
          </a:p>
          <a:p>
            <a:pPr>
              <a:buFont typeface="Wingdings" panose="05000000000000000000" pitchFamily="2" charset="2"/>
              <a:buNone/>
              <a:defRPr/>
            </a:pPr>
            <a:endParaRPr lang="en-US" sz="2400" dirty="0"/>
          </a:p>
          <a:p>
            <a:pPr marL="457200" indent="-457200">
              <a:buClr>
                <a:schemeClr val="accent1">
                  <a:lumMod val="75000"/>
                </a:schemeClr>
              </a:buClr>
              <a:buFont typeface="+mj-lt"/>
              <a:buAutoNum type="arabicPeriod"/>
              <a:defRPr/>
            </a:pPr>
            <a:r>
              <a:rPr lang="en-US" sz="2400" b="1" dirty="0">
                <a:solidFill>
                  <a:schemeClr val="accent2"/>
                </a:solidFill>
              </a:rPr>
              <a:t>Preparation Phase</a:t>
            </a:r>
          </a:p>
          <a:p>
            <a:pPr marL="457200" indent="-457200">
              <a:buClr>
                <a:schemeClr val="accent1">
                  <a:lumMod val="75000"/>
                </a:schemeClr>
              </a:buClr>
              <a:buFont typeface="+mj-lt"/>
              <a:buAutoNum type="arabicPeriod"/>
              <a:defRPr/>
            </a:pPr>
            <a:r>
              <a:rPr lang="en-US" sz="2400" b="1" dirty="0">
                <a:solidFill>
                  <a:schemeClr val="accent2"/>
                </a:solidFill>
              </a:rPr>
              <a:t>Performance (Execution) Phase</a:t>
            </a:r>
          </a:p>
          <a:p>
            <a:pPr marL="457200" indent="-457200">
              <a:buClr>
                <a:schemeClr val="accent1">
                  <a:lumMod val="75000"/>
                </a:schemeClr>
              </a:buClr>
              <a:buFont typeface="+mj-lt"/>
              <a:buAutoNum type="arabicPeriod"/>
              <a:defRPr/>
            </a:pPr>
            <a:r>
              <a:rPr lang="en-US" sz="2400" b="1" dirty="0">
                <a:solidFill>
                  <a:schemeClr val="accent2"/>
                </a:solidFill>
              </a:rPr>
              <a:t>Reporting Phase</a:t>
            </a:r>
          </a:p>
          <a:p>
            <a:pPr marL="457200" indent="-457200">
              <a:buClr>
                <a:schemeClr val="accent1">
                  <a:lumMod val="75000"/>
                </a:schemeClr>
              </a:buClr>
              <a:buFont typeface="+mj-lt"/>
              <a:buAutoNum type="arabicPeriod"/>
              <a:defRPr/>
            </a:pPr>
            <a:r>
              <a:rPr lang="en-US" sz="2400" b="1" dirty="0">
                <a:solidFill>
                  <a:schemeClr val="accent2"/>
                </a:solidFill>
              </a:rPr>
              <a:t>Corrective Action / Follow-up Phase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8EE3D968-760D-A36D-9293-22A5A8F88395}"/>
              </a:ext>
            </a:extLst>
          </p:cNvPr>
          <p:cNvSpPr>
            <a:spLocks noGrp="1"/>
          </p:cNvSpPr>
          <p:nvPr>
            <p:ph type="title"/>
          </p:nvPr>
        </p:nvSpPr>
        <p:spPr/>
        <p:txBody>
          <a:bodyPr/>
          <a:lstStyle/>
          <a:p>
            <a:r>
              <a:rPr lang="en-US" altLang="en-US" b="1" dirty="0"/>
              <a:t>Defect</a:t>
            </a:r>
            <a:endParaRPr lang="en-US" altLang="en-US" sz="3600" b="1" dirty="0"/>
          </a:p>
        </p:txBody>
      </p:sp>
      <p:sp>
        <p:nvSpPr>
          <p:cNvPr id="34819" name="Content Placeholder 2">
            <a:extLst>
              <a:ext uri="{FF2B5EF4-FFF2-40B4-BE49-F238E27FC236}">
                <a16:creationId xmlns:a16="http://schemas.microsoft.com/office/drawing/2014/main" id="{7400A49F-1CC1-1F8A-6EFB-D7608690CDF6}"/>
              </a:ext>
            </a:extLst>
          </p:cNvPr>
          <p:cNvSpPr>
            <a:spLocks noGrp="1"/>
          </p:cNvSpPr>
          <p:nvPr>
            <p:ph sz="quarter" idx="1"/>
          </p:nvPr>
        </p:nvSpPr>
        <p:spPr>
          <a:xfrm>
            <a:off x="654287" y="1999397"/>
            <a:ext cx="5472193" cy="4572000"/>
          </a:xfrm>
        </p:spPr>
        <p:txBody>
          <a:bodyPr/>
          <a:lstStyle/>
          <a:p>
            <a:endParaRPr lang="en-US" altLang="en-US" sz="2800" dirty="0">
              <a:solidFill>
                <a:schemeClr val="tx1"/>
              </a:solidFill>
            </a:endParaRPr>
          </a:p>
          <a:p>
            <a:r>
              <a:rPr lang="en-US" altLang="en-US" sz="2800" dirty="0">
                <a:solidFill>
                  <a:schemeClr val="tx1"/>
                </a:solidFill>
              </a:rPr>
              <a:t>A </a:t>
            </a:r>
            <a:r>
              <a:rPr lang="en-US" altLang="en-US" sz="2800" i="1" dirty="0">
                <a:solidFill>
                  <a:schemeClr val="tx1"/>
                </a:solidFill>
              </a:rPr>
              <a:t>defect or a bug is an error in coding or logic that causes a program to malfunction or to produce incorrect or</a:t>
            </a:r>
            <a:r>
              <a:rPr lang="en-US" altLang="en-US" sz="2800" dirty="0">
                <a:solidFill>
                  <a:schemeClr val="tx1"/>
                </a:solidFill>
              </a:rPr>
              <a:t> </a:t>
            </a:r>
            <a:r>
              <a:rPr lang="en-US" altLang="en-US" sz="2800" i="1" dirty="0">
                <a:solidFill>
                  <a:schemeClr val="tx1"/>
                </a:solidFill>
              </a:rPr>
              <a:t>unexpected results</a:t>
            </a:r>
            <a:r>
              <a:rPr lang="en-US" altLang="en-US" sz="2800" dirty="0"/>
              <a:t>.</a:t>
            </a:r>
            <a:endParaRPr lang="en-US" altLang="en-US" sz="2700" dirty="0">
              <a:solidFill>
                <a:schemeClr val="accent2"/>
              </a:solidFill>
            </a:endParaRPr>
          </a:p>
        </p:txBody>
      </p:sp>
      <p:pic>
        <p:nvPicPr>
          <p:cNvPr id="34820" name="Picture 2" descr="5 Types of Software Defects That Every Tester Should Know - IQVIS Inc.">
            <a:extLst>
              <a:ext uri="{FF2B5EF4-FFF2-40B4-BE49-F238E27FC236}">
                <a16:creationId xmlns:a16="http://schemas.microsoft.com/office/drawing/2014/main" id="{6A216A5D-8446-7E24-C0AE-AB5E6F8A21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0938" y="2286000"/>
            <a:ext cx="4208462"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B001C0ED-4D6A-A187-0BCC-33D6200E1E8E}"/>
              </a:ext>
            </a:extLst>
          </p:cNvPr>
          <p:cNvSpPr>
            <a:spLocks noGrp="1"/>
          </p:cNvSpPr>
          <p:nvPr>
            <p:ph type="title"/>
          </p:nvPr>
        </p:nvSpPr>
        <p:spPr/>
        <p:txBody>
          <a:bodyPr/>
          <a:lstStyle/>
          <a:p>
            <a:r>
              <a:rPr lang="en-US" altLang="en-US" b="1" dirty="0">
                <a:solidFill>
                  <a:schemeClr val="tx1"/>
                </a:solidFill>
              </a:rPr>
              <a:t>Defect Life Cycle</a:t>
            </a:r>
            <a:endParaRPr lang="en-US" altLang="en-US" sz="3600" b="1" dirty="0">
              <a:solidFill>
                <a:schemeClr val="tx1"/>
              </a:solidFill>
            </a:endParaRPr>
          </a:p>
        </p:txBody>
      </p:sp>
      <p:sp>
        <p:nvSpPr>
          <p:cNvPr id="35843" name="Content Placeholder 2">
            <a:extLst>
              <a:ext uri="{FF2B5EF4-FFF2-40B4-BE49-F238E27FC236}">
                <a16:creationId xmlns:a16="http://schemas.microsoft.com/office/drawing/2014/main" id="{46021324-13C9-DD1E-D89A-59F53D6293F4}"/>
              </a:ext>
            </a:extLst>
          </p:cNvPr>
          <p:cNvSpPr>
            <a:spLocks noGrp="1"/>
          </p:cNvSpPr>
          <p:nvPr>
            <p:ph sz="quarter" idx="1"/>
          </p:nvPr>
        </p:nvSpPr>
        <p:spPr>
          <a:xfrm>
            <a:off x="1097280" y="1883556"/>
            <a:ext cx="10386964" cy="4572000"/>
          </a:xfrm>
        </p:spPr>
        <p:txBody>
          <a:bodyPr/>
          <a:lstStyle/>
          <a:p>
            <a:pPr algn="just">
              <a:buFont typeface="Arial" panose="020B0604020202020204" pitchFamily="34" charset="0"/>
              <a:buChar char="•"/>
            </a:pPr>
            <a:r>
              <a:rPr lang="en-US" altLang="en-US" sz="2800" dirty="0">
                <a:solidFill>
                  <a:schemeClr val="tx1"/>
                </a:solidFill>
              </a:rPr>
              <a:t>In software development process, the bug has a lifecycle. The bug should go through the life cycle to be closed.</a:t>
            </a:r>
          </a:p>
          <a:p>
            <a:pPr algn="just">
              <a:buFont typeface="Arial" panose="020B0604020202020204" pitchFamily="34" charset="0"/>
              <a:buChar char="•"/>
            </a:pPr>
            <a:r>
              <a:rPr lang="en-US" altLang="en-US" sz="2800" dirty="0">
                <a:solidFill>
                  <a:schemeClr val="tx1"/>
                </a:solidFill>
              </a:rPr>
              <a:t>A specific life cycle ensures that the process is standardized.</a:t>
            </a:r>
          </a:p>
          <a:p>
            <a:pPr algn="just">
              <a:buFont typeface="Arial" panose="020B0604020202020204" pitchFamily="34" charset="0"/>
              <a:buChar char="•"/>
            </a:pPr>
            <a:r>
              <a:rPr lang="en-US" altLang="en-US" sz="2800" dirty="0">
                <a:solidFill>
                  <a:schemeClr val="tx1"/>
                </a:solidFill>
              </a:rPr>
              <a:t>The bug attains different states in its lifecycle.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What is Defect Life cycle in Software Testing? | Testing Journals">
            <a:extLst>
              <a:ext uri="{FF2B5EF4-FFF2-40B4-BE49-F238E27FC236}">
                <a16:creationId xmlns:a16="http://schemas.microsoft.com/office/drawing/2014/main" id="{90B74D7A-B58B-2820-913D-7801B3CAFF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7322" y="0"/>
            <a:ext cx="843107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678BC8D3-5259-0E1C-4DC9-DABFE9AD5447}"/>
              </a:ext>
            </a:extLst>
          </p:cNvPr>
          <p:cNvSpPr>
            <a:spLocks noGrp="1"/>
          </p:cNvSpPr>
          <p:nvPr>
            <p:ph type="title"/>
          </p:nvPr>
        </p:nvSpPr>
        <p:spPr>
          <a:xfrm>
            <a:off x="1020897" y="609600"/>
            <a:ext cx="8153400" cy="990600"/>
          </a:xfrm>
        </p:spPr>
        <p:txBody>
          <a:bodyPr/>
          <a:lstStyle/>
          <a:p>
            <a:r>
              <a:rPr lang="en-US" altLang="en-US" b="1" dirty="0">
                <a:solidFill>
                  <a:schemeClr val="tx1"/>
                </a:solidFill>
              </a:rPr>
              <a:t>Severity of Defect</a:t>
            </a:r>
          </a:p>
        </p:txBody>
      </p:sp>
      <p:sp>
        <p:nvSpPr>
          <p:cNvPr id="3" name="Content Placeholder 2">
            <a:extLst>
              <a:ext uri="{FF2B5EF4-FFF2-40B4-BE49-F238E27FC236}">
                <a16:creationId xmlns:a16="http://schemas.microsoft.com/office/drawing/2014/main" id="{3D9F9284-2A91-80DE-D8EA-49B4EAF39BC9}"/>
              </a:ext>
            </a:extLst>
          </p:cNvPr>
          <p:cNvSpPr>
            <a:spLocks noGrp="1"/>
          </p:cNvSpPr>
          <p:nvPr>
            <p:ph sz="quarter" idx="1"/>
          </p:nvPr>
        </p:nvSpPr>
        <p:spPr>
          <a:xfrm>
            <a:off x="836908" y="1906292"/>
            <a:ext cx="10678333" cy="4646908"/>
          </a:xfrm>
        </p:spPr>
        <p:txBody>
          <a:bodyPr/>
          <a:lstStyle/>
          <a:p>
            <a:pPr algn="just">
              <a:defRPr/>
            </a:pPr>
            <a:r>
              <a:rPr lang="en-US" sz="2800" dirty="0">
                <a:solidFill>
                  <a:schemeClr val="tx1"/>
                </a:solidFill>
              </a:rPr>
              <a:t>Indicate the </a:t>
            </a:r>
            <a:r>
              <a:rPr lang="en-US" sz="2800" b="1" dirty="0">
                <a:solidFill>
                  <a:schemeClr val="tx1"/>
                </a:solidFill>
              </a:rPr>
              <a:t>impact </a:t>
            </a:r>
            <a:r>
              <a:rPr lang="en-US" sz="2800" dirty="0">
                <a:solidFill>
                  <a:schemeClr val="tx1"/>
                </a:solidFill>
              </a:rPr>
              <a:t>each defect has on </a:t>
            </a:r>
            <a:r>
              <a:rPr lang="en-US" sz="2800" b="1" dirty="0">
                <a:solidFill>
                  <a:schemeClr val="tx1"/>
                </a:solidFill>
              </a:rPr>
              <a:t>testing efforts </a:t>
            </a:r>
            <a:r>
              <a:rPr lang="en-US" sz="2800" dirty="0">
                <a:solidFill>
                  <a:schemeClr val="tx1"/>
                </a:solidFill>
              </a:rPr>
              <a:t>or users and administrators of the application under test. This information is used by developers and management as the </a:t>
            </a:r>
            <a:r>
              <a:rPr lang="en-US" sz="2800" b="1" dirty="0">
                <a:solidFill>
                  <a:schemeClr val="tx1"/>
                </a:solidFill>
              </a:rPr>
              <a:t>basis </a:t>
            </a:r>
            <a:r>
              <a:rPr lang="en-US" sz="2800" dirty="0">
                <a:solidFill>
                  <a:schemeClr val="tx1"/>
                </a:solidFill>
              </a:rPr>
              <a:t>for assigning </a:t>
            </a:r>
            <a:r>
              <a:rPr lang="en-US" sz="2800" b="1" dirty="0">
                <a:solidFill>
                  <a:schemeClr val="tx1"/>
                </a:solidFill>
              </a:rPr>
              <a:t>priority </a:t>
            </a:r>
            <a:r>
              <a:rPr lang="en-US" sz="2800" dirty="0">
                <a:solidFill>
                  <a:schemeClr val="tx1"/>
                </a:solidFill>
              </a:rPr>
              <a:t>of work on defects.</a:t>
            </a:r>
          </a:p>
          <a:p>
            <a:pPr>
              <a:defRPr/>
            </a:pPr>
            <a:r>
              <a:rPr lang="en-US" sz="2800" dirty="0">
                <a:solidFill>
                  <a:schemeClr val="tx1"/>
                </a:solidFill>
              </a:rPr>
              <a:t>A sample guideline for assignment of priority levels during the product test phase includes:</a:t>
            </a:r>
          </a:p>
          <a:p>
            <a:pPr lvl="1">
              <a:defRPr/>
            </a:pPr>
            <a:r>
              <a:rPr lang="en-US" sz="2800" b="1" dirty="0">
                <a:solidFill>
                  <a:schemeClr val="accent2">
                    <a:lumMod val="75000"/>
                  </a:schemeClr>
                </a:solidFill>
              </a:rPr>
              <a:t>Critical</a:t>
            </a:r>
          </a:p>
          <a:p>
            <a:pPr lvl="1">
              <a:defRPr/>
            </a:pPr>
            <a:r>
              <a:rPr lang="en-US" sz="2800" b="1" dirty="0">
                <a:solidFill>
                  <a:schemeClr val="accent5">
                    <a:lumMod val="75000"/>
                  </a:schemeClr>
                </a:solidFill>
              </a:rPr>
              <a:t>High</a:t>
            </a:r>
          </a:p>
          <a:p>
            <a:pPr lvl="1">
              <a:defRPr/>
            </a:pPr>
            <a:r>
              <a:rPr lang="en-US" sz="2800" b="1" dirty="0">
                <a:solidFill>
                  <a:schemeClr val="bg2">
                    <a:lumMod val="50000"/>
                  </a:schemeClr>
                </a:solidFill>
              </a:rPr>
              <a:t>Average</a:t>
            </a:r>
          </a:p>
          <a:p>
            <a:pPr lvl="1">
              <a:defRPr/>
            </a:pPr>
            <a:r>
              <a:rPr lang="en-US" sz="2800" b="1" dirty="0">
                <a:solidFill>
                  <a:schemeClr val="accent3">
                    <a:lumMod val="75000"/>
                  </a:schemeClr>
                </a:solidFill>
              </a:rPr>
              <a:t>Low</a:t>
            </a:r>
          </a:p>
          <a:p>
            <a:pPr algn="just">
              <a:defRPr/>
            </a:pPr>
            <a:endParaRPr lang="en-US" sz="2700" dirty="0"/>
          </a:p>
          <a:p>
            <a:pPr>
              <a:defRPr/>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5BA6AC8E-2A47-A24F-71F6-EDC6AF0AEDCF}"/>
              </a:ext>
            </a:extLst>
          </p:cNvPr>
          <p:cNvSpPr>
            <a:spLocks noGrp="1"/>
          </p:cNvSpPr>
          <p:nvPr>
            <p:ph type="title"/>
          </p:nvPr>
        </p:nvSpPr>
        <p:spPr>
          <a:xfrm>
            <a:off x="1160382" y="712922"/>
            <a:ext cx="8153400" cy="990600"/>
          </a:xfrm>
        </p:spPr>
        <p:txBody>
          <a:bodyPr/>
          <a:lstStyle/>
          <a:p>
            <a:r>
              <a:rPr lang="en-US" altLang="en-US" b="1" dirty="0">
                <a:solidFill>
                  <a:schemeClr val="tx1"/>
                </a:solidFill>
              </a:rPr>
              <a:t>Guidelines for defect reporting</a:t>
            </a:r>
          </a:p>
        </p:txBody>
      </p:sp>
      <p:sp>
        <p:nvSpPr>
          <p:cNvPr id="38915" name="Content Placeholder 2">
            <a:extLst>
              <a:ext uri="{FF2B5EF4-FFF2-40B4-BE49-F238E27FC236}">
                <a16:creationId xmlns:a16="http://schemas.microsoft.com/office/drawing/2014/main" id="{16A802A6-4008-570A-6A44-5A027A8D2857}"/>
              </a:ext>
            </a:extLst>
          </p:cNvPr>
          <p:cNvSpPr>
            <a:spLocks noGrp="1"/>
          </p:cNvSpPr>
          <p:nvPr>
            <p:ph sz="quarter" idx="1"/>
          </p:nvPr>
        </p:nvSpPr>
        <p:spPr>
          <a:xfrm>
            <a:off x="927315" y="1810719"/>
            <a:ext cx="10337369" cy="4953000"/>
          </a:xfrm>
        </p:spPr>
        <p:txBody>
          <a:bodyPr/>
          <a:lstStyle/>
          <a:p>
            <a:pPr algn="just">
              <a:buFont typeface="Arial" panose="020B0604020202020204" pitchFamily="34" charset="0"/>
              <a:buChar char="•"/>
            </a:pPr>
            <a:r>
              <a:rPr lang="en-US" altLang="en-US" sz="2700" dirty="0">
                <a:solidFill>
                  <a:schemeClr val="tx1"/>
                </a:solidFill>
              </a:rPr>
              <a:t>Be </a:t>
            </a:r>
            <a:r>
              <a:rPr lang="en-US" altLang="en-US" sz="2700" b="1" dirty="0">
                <a:solidFill>
                  <a:schemeClr val="tx1"/>
                </a:solidFill>
              </a:rPr>
              <a:t>specific</a:t>
            </a:r>
            <a:r>
              <a:rPr lang="en-US" altLang="en-US" sz="2700" dirty="0">
                <a:solidFill>
                  <a:schemeClr val="tx1"/>
                </a:solidFill>
              </a:rPr>
              <a:t>. State the expected behavior which did not occur - such as pop-up does not appear and the behavior which occurred instead.</a:t>
            </a:r>
          </a:p>
          <a:p>
            <a:pPr algn="just">
              <a:buFont typeface="Arial" panose="020B0604020202020204" pitchFamily="34" charset="0"/>
              <a:buChar char="•"/>
            </a:pPr>
            <a:r>
              <a:rPr lang="en-US" altLang="en-US" sz="2700" dirty="0">
                <a:solidFill>
                  <a:schemeClr val="tx1"/>
                </a:solidFill>
              </a:rPr>
              <a:t>Use present tense.</a:t>
            </a:r>
          </a:p>
          <a:p>
            <a:pPr algn="just">
              <a:buFont typeface="Arial" panose="020B0604020202020204" pitchFamily="34" charset="0"/>
              <a:buChar char="•"/>
            </a:pPr>
            <a:r>
              <a:rPr lang="en-US" altLang="en-US" sz="2700" dirty="0">
                <a:solidFill>
                  <a:schemeClr val="tx1"/>
                </a:solidFill>
              </a:rPr>
              <a:t>Don’t use unnecessary words.</a:t>
            </a:r>
          </a:p>
          <a:p>
            <a:pPr algn="just">
              <a:buFont typeface="Arial" panose="020B0604020202020204" pitchFamily="34" charset="0"/>
              <a:buChar char="•"/>
            </a:pPr>
            <a:r>
              <a:rPr lang="en-US" altLang="en-US" sz="2700" dirty="0">
                <a:solidFill>
                  <a:schemeClr val="tx1"/>
                </a:solidFill>
              </a:rPr>
              <a:t>Don’t add exclamation points! End sentences with a period.</a:t>
            </a:r>
          </a:p>
          <a:p>
            <a:pPr algn="just">
              <a:buFont typeface="Arial" panose="020B0604020202020204" pitchFamily="34" charset="0"/>
              <a:buChar char="•"/>
            </a:pPr>
            <a:r>
              <a:rPr lang="en-US" altLang="en-US" sz="2700" dirty="0">
                <a:solidFill>
                  <a:schemeClr val="tx1"/>
                </a:solidFill>
              </a:rPr>
              <a:t>DON’T USE ALL CAPS. Format words in upper and lower case (mixed case).</a:t>
            </a:r>
          </a:p>
          <a:p>
            <a:pPr algn="just">
              <a:buFont typeface="Arial" panose="020B0604020202020204" pitchFamily="34" charset="0"/>
              <a:buChar char="•"/>
            </a:pPr>
            <a:r>
              <a:rPr lang="en-US" altLang="en-US" sz="2700" dirty="0">
                <a:solidFill>
                  <a:schemeClr val="tx1"/>
                </a:solidFill>
              </a:rPr>
              <a:t>Mention steps to reproduce the bug compulsorily.</a:t>
            </a:r>
          </a:p>
          <a:p>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49E3078F-889D-E8F6-DAC2-AA3C69B28F73}"/>
              </a:ext>
            </a:extLst>
          </p:cNvPr>
          <p:cNvSpPr>
            <a:spLocks noGrp="1"/>
          </p:cNvSpPr>
          <p:nvPr>
            <p:ph type="title"/>
          </p:nvPr>
        </p:nvSpPr>
        <p:spPr>
          <a:xfrm>
            <a:off x="1253372" y="693549"/>
            <a:ext cx="8153400" cy="990600"/>
          </a:xfrm>
        </p:spPr>
        <p:txBody>
          <a:bodyPr>
            <a:normAutofit fontScale="90000"/>
          </a:bodyPr>
          <a:lstStyle/>
          <a:p>
            <a:r>
              <a:rPr lang="en-US" altLang="en-US" sz="5400" b="1" dirty="0">
                <a:solidFill>
                  <a:schemeClr val="tx1"/>
                </a:solidFill>
              </a:rPr>
              <a:t>Defect Report Template - Sample</a:t>
            </a:r>
          </a:p>
        </p:txBody>
      </p:sp>
      <p:pic>
        <p:nvPicPr>
          <p:cNvPr id="3" name="Picture 2">
            <a:extLst>
              <a:ext uri="{FF2B5EF4-FFF2-40B4-BE49-F238E27FC236}">
                <a16:creationId xmlns:a16="http://schemas.microsoft.com/office/drawing/2014/main" id="{B96C3932-8F47-073C-2EEE-E25CCE828347}"/>
              </a:ext>
            </a:extLst>
          </p:cNvPr>
          <p:cNvPicPr>
            <a:picLocks noChangeAspect="1"/>
          </p:cNvPicPr>
          <p:nvPr/>
        </p:nvPicPr>
        <p:blipFill>
          <a:blip r:embed="rId2"/>
          <a:stretch>
            <a:fillRect/>
          </a:stretch>
        </p:blipFill>
        <p:spPr>
          <a:xfrm>
            <a:off x="1253372" y="1684149"/>
            <a:ext cx="9042764" cy="456767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63C28-CF4A-6E53-91A2-0AFE343F5467}"/>
              </a:ext>
            </a:extLst>
          </p:cNvPr>
          <p:cNvSpPr>
            <a:spLocks noGrp="1"/>
          </p:cNvSpPr>
          <p:nvPr>
            <p:ph type="title"/>
          </p:nvPr>
        </p:nvSpPr>
        <p:spPr>
          <a:xfrm>
            <a:off x="262953" y="259539"/>
            <a:ext cx="11727051" cy="1450757"/>
          </a:xfrm>
        </p:spPr>
        <p:txBody>
          <a:bodyPr/>
          <a:lstStyle/>
          <a:p>
            <a:r>
              <a:rPr lang="en-US" b="1" dirty="0">
                <a:solidFill>
                  <a:schemeClr val="tx1"/>
                </a:solidFill>
              </a:rPr>
              <a:t>ROOT CAUSE ANALYSIS FOR DEFECT PREVENTION </a:t>
            </a:r>
          </a:p>
        </p:txBody>
      </p:sp>
      <p:sp>
        <p:nvSpPr>
          <p:cNvPr id="3" name="Content Placeholder 2">
            <a:extLst>
              <a:ext uri="{FF2B5EF4-FFF2-40B4-BE49-F238E27FC236}">
                <a16:creationId xmlns:a16="http://schemas.microsoft.com/office/drawing/2014/main" id="{F52A2034-C891-A508-B640-9A71AC400ABF}"/>
              </a:ext>
            </a:extLst>
          </p:cNvPr>
          <p:cNvSpPr>
            <a:spLocks noGrp="1"/>
          </p:cNvSpPr>
          <p:nvPr>
            <p:ph idx="1"/>
          </p:nvPr>
        </p:nvSpPr>
        <p:spPr>
          <a:xfrm>
            <a:off x="781114" y="1849722"/>
            <a:ext cx="10690731" cy="4023360"/>
          </a:xfrm>
        </p:spPr>
        <p:txBody>
          <a:bodyPr>
            <a:normAutofit/>
          </a:bodyPr>
          <a:lstStyle/>
          <a:p>
            <a:pPr>
              <a:buFont typeface="Arial" panose="020B0604020202020204" pitchFamily="34" charset="0"/>
              <a:buChar char="•"/>
            </a:pPr>
            <a:r>
              <a:rPr lang="en-US" dirty="0">
                <a:solidFill>
                  <a:schemeClr val="tx1"/>
                </a:solidFill>
              </a:rPr>
              <a:t>Identify defects and their causes to apply targeted prevention.  </a:t>
            </a:r>
          </a:p>
          <a:p>
            <a:pPr>
              <a:buFont typeface="Arial" panose="020B0604020202020204" pitchFamily="34" charset="0"/>
              <a:buChar char="•"/>
            </a:pPr>
            <a:r>
              <a:rPr lang="en-US" dirty="0">
                <a:solidFill>
                  <a:schemeClr val="tx1"/>
                </a:solidFill>
              </a:rPr>
              <a:t>Conducted early in development with limited product defect data.  </a:t>
            </a:r>
          </a:p>
          <a:p>
            <a:pPr marL="0" indent="0">
              <a:buNone/>
            </a:pPr>
            <a:r>
              <a:rPr lang="en-US" dirty="0">
                <a:solidFill>
                  <a:schemeClr val="tx1"/>
                </a:solidFill>
              </a:rPr>
              <a:t>Types of Root Cause Analysis</a:t>
            </a:r>
          </a:p>
          <a:p>
            <a:pPr>
              <a:buFont typeface="Arial" panose="020B0604020202020204" pitchFamily="34" charset="0"/>
              <a:buChar char="•"/>
            </a:pPr>
            <a:r>
              <a:rPr lang="en-US" b="1" dirty="0">
                <a:solidFill>
                  <a:schemeClr val="tx1"/>
                </a:solidFill>
              </a:rPr>
              <a:t>Logical Analysis</a:t>
            </a:r>
          </a:p>
          <a:p>
            <a:pPr lvl="1">
              <a:buFont typeface="Arial" panose="020B0604020202020204" pitchFamily="34" charset="0"/>
              <a:buChar char="•"/>
            </a:pPr>
            <a:r>
              <a:rPr lang="en-US" dirty="0">
                <a:solidFill>
                  <a:schemeClr val="tx1"/>
                </a:solidFill>
              </a:rPr>
              <a:t>  Establishes cause-effect links between faults and errors.  </a:t>
            </a:r>
          </a:p>
          <a:p>
            <a:pPr lvl="1">
              <a:buFont typeface="Arial" panose="020B0604020202020204" pitchFamily="34" charset="0"/>
              <a:buChar char="•"/>
            </a:pPr>
            <a:r>
              <a:rPr lang="en-US" dirty="0">
                <a:solidFill>
                  <a:schemeClr val="tx1"/>
                </a:solidFill>
              </a:rPr>
              <a:t> Requires expert knowledge of product, process, domain, and environment.  </a:t>
            </a:r>
          </a:p>
          <a:p>
            <a:pPr>
              <a:buFont typeface="Arial" panose="020B0604020202020204" pitchFamily="34" charset="0"/>
              <a:buChar char="•"/>
            </a:pPr>
            <a:r>
              <a:rPr lang="en-US" b="1" dirty="0">
                <a:solidFill>
                  <a:schemeClr val="tx1"/>
                </a:solidFill>
              </a:rPr>
              <a:t> Statistical Analysis    </a:t>
            </a:r>
          </a:p>
          <a:p>
            <a:pPr lvl="1">
              <a:buFont typeface="Arial" panose="020B0604020202020204" pitchFamily="34" charset="0"/>
              <a:buChar char="•"/>
            </a:pPr>
            <a:r>
              <a:rPr lang="en-US" dirty="0">
                <a:solidFill>
                  <a:schemeClr val="tx1"/>
                </a:solidFill>
              </a:rPr>
              <a:t>Uses empirical data to predict cause-effect relations.  </a:t>
            </a:r>
          </a:p>
          <a:p>
            <a:pPr lvl="1">
              <a:buFont typeface="Arial" panose="020B0604020202020204" pitchFamily="34" charset="0"/>
              <a:buChar char="•"/>
            </a:pPr>
            <a:r>
              <a:rPr lang="en-US" dirty="0">
                <a:solidFill>
                  <a:schemeClr val="tx1"/>
                </a:solidFill>
              </a:rPr>
              <a:t>Draws evidence from local or similar projects.  </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3027217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3050B3-792D-2D05-B44F-0618DD2820D8}"/>
              </a:ext>
            </a:extLst>
          </p:cNvPr>
          <p:cNvSpPr>
            <a:spLocks noGrp="1"/>
          </p:cNvSpPr>
          <p:nvPr>
            <p:ph idx="1"/>
          </p:nvPr>
        </p:nvSpPr>
        <p:spPr>
          <a:xfrm>
            <a:off x="480447" y="1713599"/>
            <a:ext cx="11484245" cy="4462075"/>
          </a:xfrm>
        </p:spPr>
        <p:txBody>
          <a:bodyPr>
            <a:noAutofit/>
          </a:bodyPr>
          <a:lstStyle/>
          <a:p>
            <a:pPr marL="0" indent="0">
              <a:buNone/>
            </a:pPr>
            <a:r>
              <a:rPr lang="en-US" sz="2400" b="1" dirty="0">
                <a:solidFill>
                  <a:schemeClr val="tx1"/>
                </a:solidFill>
              </a:rPr>
              <a:t>Focus Areas for Defect Prevention:  </a:t>
            </a:r>
          </a:p>
          <a:p>
            <a:pPr lvl="1">
              <a:buFont typeface="Arial" panose="020B0604020202020204" pitchFamily="34" charset="0"/>
              <a:buChar char="•"/>
            </a:pPr>
            <a:r>
              <a:rPr lang="en-US" sz="2000" dirty="0">
                <a:solidFill>
                  <a:schemeClr val="tx1"/>
                </a:solidFill>
              </a:rPr>
              <a:t> Human Errors: Address misconceptions with education and training.  </a:t>
            </a:r>
          </a:p>
          <a:p>
            <a:pPr lvl="1">
              <a:buFont typeface="Arial" panose="020B0604020202020204" pitchFamily="34" charset="0"/>
              <a:buChar char="•"/>
            </a:pPr>
            <a:r>
              <a:rPr lang="en-US" sz="2000" dirty="0">
                <a:solidFill>
                  <a:schemeClr val="tx1"/>
                </a:solidFill>
              </a:rPr>
              <a:t>Imprecise Designs/Implementations:  Apply formal methods for alignment with specifications.  </a:t>
            </a:r>
          </a:p>
          <a:p>
            <a:pPr lvl="1">
              <a:buFont typeface="Arial" panose="020B0604020202020204" pitchFamily="34" charset="0"/>
              <a:buChar char="•"/>
            </a:pPr>
            <a:r>
              <a:rPr lang="en-US" sz="2000" dirty="0">
                <a:solidFill>
                  <a:schemeClr val="tx1"/>
                </a:solidFill>
              </a:rPr>
              <a:t>Tools and Standards:  Use proven tools/standards suitable for the project environment.  </a:t>
            </a:r>
          </a:p>
          <a:p>
            <a:pPr lvl="1">
              <a:buFont typeface="Arial" panose="020B0604020202020204" pitchFamily="34" charset="0"/>
              <a:buChar char="•"/>
            </a:pPr>
            <a:r>
              <a:rPr lang="en-US" sz="2000" dirty="0">
                <a:solidFill>
                  <a:schemeClr val="tx1"/>
                </a:solidFill>
              </a:rPr>
              <a:t> Process Non-Conformance: Emphasize process adherence, clear definitions, and effective QA.  </a:t>
            </a:r>
          </a:p>
          <a:p>
            <a:pPr>
              <a:buFontTx/>
              <a:buChar char="-"/>
            </a:pPr>
            <a:r>
              <a:rPr lang="en-US" sz="2400" b="1" dirty="0">
                <a:solidFill>
                  <a:schemeClr val="tx1"/>
                </a:solidFill>
              </a:rPr>
              <a:t>Predictive relations guide activities for:  </a:t>
            </a:r>
          </a:p>
          <a:p>
            <a:pPr lvl="1">
              <a:buFont typeface="Arial" panose="020B0604020202020204" pitchFamily="34" charset="0"/>
              <a:buChar char="•"/>
            </a:pPr>
            <a:r>
              <a:rPr lang="en-US" sz="2000" dirty="0">
                <a:solidFill>
                  <a:schemeClr val="tx1"/>
                </a:solidFill>
              </a:rPr>
              <a:t>Error blocking: (prevent faults from occurring).  </a:t>
            </a:r>
          </a:p>
          <a:p>
            <a:pPr lvl="1">
              <a:buFont typeface="Arial" panose="020B0604020202020204" pitchFamily="34" charset="0"/>
              <a:buChar char="•"/>
            </a:pPr>
            <a:r>
              <a:rPr lang="en-US" sz="2000" dirty="0">
                <a:solidFill>
                  <a:schemeClr val="tx1"/>
                </a:solidFill>
              </a:rPr>
              <a:t>Error source removal: (eliminate root causes).  </a:t>
            </a:r>
          </a:p>
          <a:p>
            <a:r>
              <a:rPr lang="en-US" sz="2400" b="1" dirty="0">
                <a:solidFill>
                  <a:schemeClr val="tx1"/>
                </a:solidFill>
              </a:rPr>
              <a:t>Significance: </a:t>
            </a:r>
            <a:r>
              <a:rPr lang="en-US" sz="2400" dirty="0">
                <a:solidFill>
                  <a:schemeClr val="tx1"/>
                </a:solidFill>
              </a:rPr>
              <a:t>Enables targeted and effective defect prevention strategies. </a:t>
            </a:r>
          </a:p>
          <a:p>
            <a:endParaRPr lang="en-US" sz="2400" dirty="0">
              <a:solidFill>
                <a:schemeClr val="tx1"/>
              </a:solidFill>
            </a:endParaRPr>
          </a:p>
        </p:txBody>
      </p:sp>
      <p:sp>
        <p:nvSpPr>
          <p:cNvPr id="4" name="Title 1">
            <a:extLst>
              <a:ext uri="{FF2B5EF4-FFF2-40B4-BE49-F238E27FC236}">
                <a16:creationId xmlns:a16="http://schemas.microsoft.com/office/drawing/2014/main" id="{C8E6072B-1A1A-71B3-A76B-B2C26CC3E884}"/>
              </a:ext>
            </a:extLst>
          </p:cNvPr>
          <p:cNvSpPr>
            <a:spLocks noGrp="1"/>
          </p:cNvSpPr>
          <p:nvPr>
            <p:ph type="title"/>
          </p:nvPr>
        </p:nvSpPr>
        <p:spPr>
          <a:xfrm>
            <a:off x="227308" y="946538"/>
            <a:ext cx="11964692" cy="767061"/>
          </a:xfrm>
        </p:spPr>
        <p:txBody>
          <a:bodyPr/>
          <a:lstStyle/>
          <a:p>
            <a:r>
              <a:rPr lang="en-US" b="1" dirty="0">
                <a:solidFill>
                  <a:schemeClr val="tx1"/>
                </a:solidFill>
              </a:rPr>
              <a:t>ROOT CAUSE ANALYSIS FOR DEFECT PREVENTION </a:t>
            </a:r>
          </a:p>
        </p:txBody>
      </p:sp>
    </p:spTree>
    <p:extLst>
      <p:ext uri="{BB962C8B-B14F-4D97-AF65-F5344CB8AC3E}">
        <p14:creationId xmlns:p14="http://schemas.microsoft.com/office/powerpoint/2010/main" val="2096663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485F4-B046-0890-B5F5-ACD0DBBDA92C}"/>
              </a:ext>
            </a:extLst>
          </p:cNvPr>
          <p:cNvSpPr>
            <a:spLocks noGrp="1"/>
          </p:cNvSpPr>
          <p:nvPr>
            <p:ph type="title"/>
          </p:nvPr>
        </p:nvSpPr>
        <p:spPr/>
        <p:txBody>
          <a:bodyPr/>
          <a:lstStyle/>
          <a:p>
            <a:r>
              <a:rPr lang="en-US" b="1" dirty="0">
                <a:solidFill>
                  <a:schemeClr val="tx1"/>
                </a:solidFill>
              </a:rPr>
              <a:t>Formal Verification </a:t>
            </a:r>
          </a:p>
        </p:txBody>
      </p:sp>
      <p:sp>
        <p:nvSpPr>
          <p:cNvPr id="4" name="Rectangle 1">
            <a:extLst>
              <a:ext uri="{FF2B5EF4-FFF2-40B4-BE49-F238E27FC236}">
                <a16:creationId xmlns:a16="http://schemas.microsoft.com/office/drawing/2014/main" id="{8CBE5D10-1028-F795-63FC-C972485DC7AD}"/>
              </a:ext>
            </a:extLst>
          </p:cNvPr>
          <p:cNvSpPr>
            <a:spLocks noGrp="1" noChangeArrowheads="1"/>
          </p:cNvSpPr>
          <p:nvPr>
            <p:ph idx="1"/>
          </p:nvPr>
        </p:nvSpPr>
        <p:spPr bwMode="auto">
          <a:xfrm>
            <a:off x="962025" y="1981320"/>
            <a:ext cx="100584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basic idea of formal verification is to verify the correctness, or absence of faults, of some given program code or design against its formal specifications.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existence of formal specifications is a prerequisite for formal verifications.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Both formal specification techniques and formal verification techniques are referred to as formal methods collectively in literature.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When formal methods are used for software development, formal specifications are used upstream for requirement analysis and product specifications, and formal verifications or analyses are used downstream to verify the design and code before additional verification and validation (V&amp;V) activities are carried out.</a:t>
            </a:r>
          </a:p>
        </p:txBody>
      </p:sp>
    </p:spTree>
    <p:extLst>
      <p:ext uri="{BB962C8B-B14F-4D97-AF65-F5344CB8AC3E}">
        <p14:creationId xmlns:p14="http://schemas.microsoft.com/office/powerpoint/2010/main" val="3082052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8DE89-25E9-6A73-88DB-35E924D96782}"/>
              </a:ext>
            </a:extLst>
          </p:cNvPr>
          <p:cNvSpPr>
            <a:spLocks noGrp="1"/>
          </p:cNvSpPr>
          <p:nvPr>
            <p:ph type="title"/>
          </p:nvPr>
        </p:nvSpPr>
        <p:spPr/>
        <p:txBody>
          <a:bodyPr/>
          <a:lstStyle/>
          <a:p>
            <a:r>
              <a:rPr lang="en-US" b="1" dirty="0">
                <a:solidFill>
                  <a:schemeClr val="tx1"/>
                </a:solidFill>
              </a:rPr>
              <a:t>Use of formal methods</a:t>
            </a:r>
          </a:p>
        </p:txBody>
      </p:sp>
      <p:sp>
        <p:nvSpPr>
          <p:cNvPr id="4" name="Rectangle 1">
            <a:extLst>
              <a:ext uri="{FF2B5EF4-FFF2-40B4-BE49-F238E27FC236}">
                <a16:creationId xmlns:a16="http://schemas.microsoft.com/office/drawing/2014/main" id="{75A5AACB-1541-9052-9DE8-1E201A10C034}"/>
              </a:ext>
            </a:extLst>
          </p:cNvPr>
          <p:cNvSpPr>
            <a:spLocks noGrp="1" noChangeArrowheads="1"/>
          </p:cNvSpPr>
          <p:nvPr>
            <p:ph idx="1"/>
          </p:nvPr>
        </p:nvSpPr>
        <p:spPr bwMode="auto">
          <a:xfrm>
            <a:off x="1097280" y="1889857"/>
            <a:ext cx="99822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Constructing formal specifications</a:t>
            </a:r>
            <a:r>
              <a:rPr kumimoji="0" lang="en-US" altLang="en-US" sz="1800" b="0" i="0" u="none" strike="noStrike" cap="none" normalizeH="0" baseline="0" dirty="0">
                <a:ln>
                  <a:noFill/>
                </a:ln>
                <a:solidFill>
                  <a:schemeClr val="tx1"/>
                </a:solidFill>
                <a:effectLst/>
                <a:latin typeface="Arial" panose="020B0604020202020204" pitchFamily="34" charset="0"/>
              </a:rPr>
              <a:t>: The expected behavior and other properties of the software artifacts are represented in formal models.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Performing formal verifications</a:t>
            </a:r>
            <a:r>
              <a:rPr kumimoji="0" lang="en-US" altLang="en-US" sz="1800" b="0" i="0" u="none" strike="noStrike" cap="none" normalizeH="0" baseline="0" dirty="0">
                <a:ln>
                  <a:noFill/>
                </a:ln>
                <a:solidFill>
                  <a:schemeClr val="tx1"/>
                </a:solidFill>
                <a:effectLst/>
                <a:latin typeface="Arial" panose="020B0604020202020204" pitchFamily="34" charset="0"/>
              </a:rPr>
              <a:t>: Formal analysis techniques are applied on the product components, typically product code or formal designs, to verify their correctness with respect to their formal specifications, or to check for certain properties. </a:t>
            </a:r>
          </a:p>
        </p:txBody>
      </p:sp>
    </p:spTree>
    <p:extLst>
      <p:ext uri="{BB962C8B-B14F-4D97-AF65-F5344CB8AC3E}">
        <p14:creationId xmlns:p14="http://schemas.microsoft.com/office/powerpoint/2010/main" val="337883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BFFB6-9C02-E3F3-E140-9B330F54A3BD}"/>
              </a:ext>
            </a:extLst>
          </p:cNvPr>
          <p:cNvSpPr>
            <a:spLocks noGrp="1"/>
          </p:cNvSpPr>
          <p:nvPr>
            <p:ph type="title"/>
          </p:nvPr>
        </p:nvSpPr>
        <p:spPr/>
        <p:txBody>
          <a:bodyPr/>
          <a:lstStyle/>
          <a:p>
            <a:r>
              <a:rPr lang="en-US" b="1" dirty="0">
                <a:solidFill>
                  <a:schemeClr val="tx1"/>
                </a:solidFill>
              </a:rPr>
              <a:t>Formal specifications </a:t>
            </a:r>
          </a:p>
        </p:txBody>
      </p:sp>
      <p:sp>
        <p:nvSpPr>
          <p:cNvPr id="4" name="Rectangle 1">
            <a:extLst>
              <a:ext uri="{FF2B5EF4-FFF2-40B4-BE49-F238E27FC236}">
                <a16:creationId xmlns:a16="http://schemas.microsoft.com/office/drawing/2014/main" id="{F660F1C7-5384-7CD1-7D6C-9C3723860027}"/>
              </a:ext>
            </a:extLst>
          </p:cNvPr>
          <p:cNvSpPr>
            <a:spLocks noGrp="1" noChangeArrowheads="1"/>
          </p:cNvSpPr>
          <p:nvPr>
            <p:ph idx="1"/>
          </p:nvPr>
        </p:nvSpPr>
        <p:spPr bwMode="auto">
          <a:xfrm>
            <a:off x="975360" y="1838534"/>
            <a:ext cx="1058799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Formal specification</a:t>
            </a:r>
            <a:r>
              <a:rPr kumimoji="0" lang="en-US" altLang="en-US" sz="1800" b="0" i="0" u="none" strike="noStrike" cap="none" normalizeH="0" baseline="0" dirty="0">
                <a:ln>
                  <a:noFill/>
                </a:ln>
                <a:solidFill>
                  <a:schemeClr val="tx1"/>
                </a:solidFill>
                <a:effectLst/>
              </a:rPr>
              <a:t> is concerned with producing an unambiguous set of product specifications so that customer requirements, as well as environmental constraints and design intentions, are correctly reflected, thus reducing the chances of accidental fault injections.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Formal specifications are similar in idea to various other defect prevention strategies based on development methodologies.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Formal specifications typically focus on the functional aspect or the correctness of expected program behavior, instead of non-functional aspects such as development schedule, personnel, cost, process, etc.</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sz="1800" dirty="0">
                <a:solidFill>
                  <a:schemeClr val="tx1"/>
                </a:solidFill>
              </a:rPr>
              <a:t>With formal specifications, the desirable properties for software specifications, the so-called </a:t>
            </a:r>
            <a:r>
              <a:rPr lang="en-US" sz="1800" b="1" dirty="0">
                <a:solidFill>
                  <a:schemeClr val="tx1"/>
                </a:solidFill>
              </a:rPr>
              <a:t>3Cs (completeness, clarity, consistency)</a:t>
            </a:r>
            <a:r>
              <a:rPr lang="en-US" sz="1800" dirty="0">
                <a:solidFill>
                  <a:schemeClr val="tx1"/>
                </a:solidFill>
              </a:rPr>
              <a:t>, can be more easily and sometimes formally analyzed and assured through various formal analysis and verification techniques.</a:t>
            </a: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988167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8892D-E813-D333-DDF4-8447B7A9B0A3}"/>
              </a:ext>
            </a:extLst>
          </p:cNvPr>
          <p:cNvSpPr>
            <a:spLocks noGrp="1"/>
          </p:cNvSpPr>
          <p:nvPr>
            <p:ph type="title"/>
          </p:nvPr>
        </p:nvSpPr>
        <p:spPr/>
        <p:txBody>
          <a:bodyPr/>
          <a:lstStyle/>
          <a:p>
            <a:r>
              <a:rPr lang="en-US" b="1" dirty="0">
                <a:solidFill>
                  <a:schemeClr val="tx1"/>
                </a:solidFill>
              </a:rPr>
              <a:t>Formal specification Categories</a:t>
            </a:r>
            <a:endParaRPr lang="en-US" dirty="0"/>
          </a:p>
        </p:txBody>
      </p:sp>
      <p:sp>
        <p:nvSpPr>
          <p:cNvPr id="4" name="Rectangle 1">
            <a:extLst>
              <a:ext uri="{FF2B5EF4-FFF2-40B4-BE49-F238E27FC236}">
                <a16:creationId xmlns:a16="http://schemas.microsoft.com/office/drawing/2014/main" id="{11545A94-5940-9570-A834-E0D04A2621A7}"/>
              </a:ext>
            </a:extLst>
          </p:cNvPr>
          <p:cNvSpPr>
            <a:spLocks noGrp="1" noChangeArrowheads="1"/>
          </p:cNvSpPr>
          <p:nvPr>
            <p:ph idx="1"/>
          </p:nvPr>
        </p:nvSpPr>
        <p:spPr bwMode="auto">
          <a:xfrm>
            <a:off x="1097280" y="1823911"/>
            <a:ext cx="1038034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Descriptive specifications</a:t>
            </a:r>
            <a:r>
              <a:rPr kumimoji="0" lang="en-US" altLang="en-US" sz="1800" b="0" i="0" u="none" strike="noStrike" cap="none" normalizeH="0" baseline="0" dirty="0">
                <a:ln>
                  <a:noFill/>
                </a:ln>
                <a:solidFill>
                  <a:schemeClr val="tx1"/>
                </a:solidFill>
                <a:effectLst/>
                <a:latin typeface="Arial" panose="020B0604020202020204" pitchFamily="34" charset="0"/>
              </a:rPr>
              <a:t> focus on the properties or conditions associated with software products and their components.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For example: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Entity-relationship diagrams , Logical (or logic) specifications , Algebraic specifications </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Operational specifications</a:t>
            </a:r>
            <a:r>
              <a:rPr kumimoji="0" lang="en-US" altLang="en-US" sz="1800" b="0" i="0" u="none" strike="noStrike" cap="none" normalizeH="0" baseline="0" dirty="0">
                <a:ln>
                  <a:noFill/>
                </a:ln>
                <a:solidFill>
                  <a:schemeClr val="tx1"/>
                </a:solidFill>
                <a:effectLst/>
                <a:latin typeface="Arial" panose="020B0604020202020204" pitchFamily="34" charset="0"/>
              </a:rPr>
              <a:t> focus on the dynamic behavior of the software systems. For example: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Data flow diagrams ,UML diagrams, Finite-state machines (FSMs),</a:t>
            </a:r>
          </a:p>
        </p:txBody>
      </p:sp>
    </p:spTree>
    <p:extLst>
      <p:ext uri="{BB962C8B-B14F-4D97-AF65-F5344CB8AC3E}">
        <p14:creationId xmlns:p14="http://schemas.microsoft.com/office/powerpoint/2010/main" val="34397104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B0818-6391-17C8-DE29-640FFFF14484}"/>
              </a:ext>
            </a:extLst>
          </p:cNvPr>
          <p:cNvSpPr>
            <a:spLocks noGrp="1"/>
          </p:cNvSpPr>
          <p:nvPr>
            <p:ph type="title"/>
          </p:nvPr>
        </p:nvSpPr>
        <p:spPr/>
        <p:txBody>
          <a:bodyPr/>
          <a:lstStyle/>
          <a:p>
            <a:r>
              <a:rPr kumimoji="0" lang="en-US" altLang="en-US" sz="4800" i="0" u="none" strike="noStrike" cap="none" normalizeH="0" baseline="0" dirty="0">
                <a:ln>
                  <a:noFill/>
                </a:ln>
                <a:solidFill>
                  <a:schemeClr val="tx1"/>
                </a:solidFill>
                <a:effectLst/>
                <a:latin typeface="Arial" panose="020B0604020202020204" pitchFamily="34" charset="0"/>
              </a:rPr>
              <a:t>Formal Verification</a:t>
            </a:r>
            <a:r>
              <a:rPr lang="en-US" altLang="en-US" dirty="0">
                <a:solidFill>
                  <a:schemeClr val="tx1"/>
                </a:solidFill>
                <a:latin typeface="Arial" panose="020B0604020202020204" pitchFamily="34" charset="0"/>
              </a:rPr>
              <a:t> and analysis</a:t>
            </a:r>
            <a:endParaRPr lang="en-US" dirty="0">
              <a:solidFill>
                <a:schemeClr val="tx1"/>
              </a:solidFill>
            </a:endParaRPr>
          </a:p>
        </p:txBody>
      </p:sp>
      <p:sp>
        <p:nvSpPr>
          <p:cNvPr id="4" name="Rectangle 1">
            <a:extLst>
              <a:ext uri="{FF2B5EF4-FFF2-40B4-BE49-F238E27FC236}">
                <a16:creationId xmlns:a16="http://schemas.microsoft.com/office/drawing/2014/main" id="{B47BF341-A846-6A28-BF1D-15EA6E6F3629}"/>
              </a:ext>
            </a:extLst>
          </p:cNvPr>
          <p:cNvSpPr>
            <a:spLocks noGrp="1" noChangeArrowheads="1"/>
          </p:cNvSpPr>
          <p:nvPr>
            <p:ph idx="1"/>
          </p:nvPr>
        </p:nvSpPr>
        <p:spPr bwMode="auto">
          <a:xfrm>
            <a:off x="1097280" y="1867755"/>
            <a:ext cx="10475595"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Formal Verification</a:t>
            </a:r>
            <a:r>
              <a:rPr kumimoji="0" lang="en-US" altLang="en-US" sz="1800" b="0" i="0" u="none" strike="noStrike" cap="none" normalizeH="0" baseline="0" dirty="0">
                <a:ln>
                  <a:noFill/>
                </a:ln>
                <a:solidFill>
                  <a:schemeClr val="tx1"/>
                </a:solidFill>
                <a:effectLst/>
                <a:latin typeface="Arial" panose="020B0604020202020204" pitchFamily="34" charset="0"/>
              </a:rPr>
              <a:t>: Checks the conformance of software design or code to its formal specifications, ensuring that the software is fault-free with respect to these specifications.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Formal Frameworks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Necessary to support arguments or inferences based on logical reasoning, algebraic relations,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Influential and widely used frameworks include: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Axiomatic Correctness</a:t>
            </a:r>
            <a:r>
              <a:rPr kumimoji="0" lang="en-US" altLang="en-US" sz="1800" b="0" i="0" u="none" strike="noStrike" cap="none" normalizeH="0" baseline="0" dirty="0">
                <a:ln>
                  <a:noFill/>
                </a:ln>
                <a:solidFill>
                  <a:schemeClr val="tx1"/>
                </a:solidFill>
                <a:effectLst/>
                <a:latin typeface="Arial" panose="020B0604020202020204" pitchFamily="34" charset="0"/>
              </a:rPr>
              <a:t>: Associates logical specifications with program or design elements using axioms to prescribe logical transformations before and after execution.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Weakest Pre-conditions</a:t>
            </a:r>
            <a:r>
              <a:rPr kumimoji="0" lang="en-US" altLang="en-US" sz="1800" b="0" i="0" u="none" strike="noStrike" cap="none" normalizeH="0" baseline="0" dirty="0">
                <a:ln>
                  <a:noFill/>
                </a:ln>
                <a:solidFill>
                  <a:schemeClr val="tx1"/>
                </a:solidFill>
                <a:effectLst/>
                <a:latin typeface="Arial" panose="020B0604020202020204" pitchFamily="34" charset="0"/>
              </a:rPr>
              <a:t>: Focuses on the computational result captured by the final execution state and uses backward chaining operations to verify correctness.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Functional Correctness (or Program Calculus)</a:t>
            </a:r>
            <a:r>
              <a:rPr kumimoji="0" lang="en-US" altLang="en-US" sz="1800" b="0" i="0" u="none" strike="noStrike" cap="none" normalizeH="0" baseline="0" dirty="0">
                <a:ln>
                  <a:noFill/>
                </a:ln>
                <a:solidFill>
                  <a:schemeClr val="tx1"/>
                </a:solidFill>
                <a:effectLst/>
                <a:latin typeface="Arial" panose="020B0604020202020204" pitchFamily="34" charset="0"/>
              </a:rPr>
              <a:t>: Uses symbolic executions and axioms to verify that the program computes the mathematical function specified.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491358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898EF-9938-8502-81C3-C5D3E19EFD86}"/>
              </a:ext>
            </a:extLst>
          </p:cNvPr>
          <p:cNvSpPr>
            <a:spLocks noGrp="1"/>
          </p:cNvSpPr>
          <p:nvPr>
            <p:ph type="title"/>
          </p:nvPr>
        </p:nvSpPr>
        <p:spPr/>
        <p:txBody>
          <a:bodyPr/>
          <a:lstStyle/>
          <a:p>
            <a:r>
              <a:rPr lang="en-US" b="1" dirty="0">
                <a:solidFill>
                  <a:schemeClr val="tx1"/>
                </a:solidFill>
              </a:rPr>
              <a:t>Fault Tolerance:</a:t>
            </a:r>
          </a:p>
        </p:txBody>
      </p:sp>
      <p:sp>
        <p:nvSpPr>
          <p:cNvPr id="3" name="Content Placeholder 2">
            <a:extLst>
              <a:ext uri="{FF2B5EF4-FFF2-40B4-BE49-F238E27FC236}">
                <a16:creationId xmlns:a16="http://schemas.microsoft.com/office/drawing/2014/main" id="{A33B6586-EE64-80A5-DA35-474796929DAC}"/>
              </a:ext>
            </a:extLst>
          </p:cNvPr>
          <p:cNvSpPr>
            <a:spLocks noGrp="1"/>
          </p:cNvSpPr>
          <p:nvPr>
            <p:ph idx="1"/>
          </p:nvPr>
        </p:nvSpPr>
        <p:spPr>
          <a:xfrm>
            <a:off x="1097279" y="1845734"/>
            <a:ext cx="10342245" cy="4023360"/>
          </a:xfrm>
        </p:spPr>
        <p:txBody>
          <a:bodyPr/>
          <a:lstStyle/>
          <a:p>
            <a:pPr>
              <a:buFont typeface="Arial" panose="020B0604020202020204" pitchFamily="34" charset="0"/>
              <a:buChar char="•"/>
            </a:pPr>
            <a:r>
              <a:rPr lang="en-US" dirty="0">
                <a:solidFill>
                  <a:schemeClr val="tx1"/>
                </a:solidFill>
              </a:rPr>
              <a:t>Fault tolerance refers to techniques that tolerate faults and local failures so that no global failures occur. </a:t>
            </a:r>
          </a:p>
          <a:p>
            <a:pPr>
              <a:buFont typeface="Arial" panose="020B0604020202020204" pitchFamily="34" charset="0"/>
              <a:buChar char="•"/>
            </a:pPr>
            <a:r>
              <a:rPr lang="en-US" dirty="0">
                <a:solidFill>
                  <a:schemeClr val="tx1"/>
                </a:solidFill>
              </a:rPr>
              <a:t>It involves keeping the system operational under dynamic problems by breaking the causal relations between faults and the resulting failures, thus "tolerating" these faults. </a:t>
            </a:r>
          </a:p>
          <a:p>
            <a:pPr>
              <a:buFont typeface="Arial" panose="020B0604020202020204" pitchFamily="34" charset="0"/>
              <a:buChar char="•"/>
            </a:pPr>
            <a:r>
              <a:rPr lang="en-US" dirty="0">
                <a:solidFill>
                  <a:schemeClr val="tx1"/>
                </a:solidFill>
              </a:rPr>
              <a:t>Within fault tolerance techniques, duplication generally implies that multiple programs are running in parallel, while backup involves a primary program or execution with backup used when problems or irregularities arise.</a:t>
            </a:r>
          </a:p>
        </p:txBody>
      </p:sp>
    </p:spTree>
    <p:extLst>
      <p:ext uri="{BB962C8B-B14F-4D97-AF65-F5344CB8AC3E}">
        <p14:creationId xmlns:p14="http://schemas.microsoft.com/office/powerpoint/2010/main" val="210456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7B9A21B-8D61-8D91-0B0A-1707A686A40D}"/>
              </a:ext>
            </a:extLst>
          </p:cNvPr>
          <p:cNvPicPr>
            <a:picLocks noGrp="1" noChangeAspect="1"/>
          </p:cNvPicPr>
          <p:nvPr>
            <p:ph idx="4294967295"/>
          </p:nvPr>
        </p:nvPicPr>
        <p:blipFill>
          <a:blip r:embed="rId2"/>
          <a:stretch>
            <a:fillRect/>
          </a:stretch>
        </p:blipFill>
        <p:spPr>
          <a:xfrm>
            <a:off x="1924571" y="841359"/>
            <a:ext cx="8342857" cy="4837546"/>
          </a:xfrm>
        </p:spPr>
      </p:pic>
    </p:spTree>
    <p:extLst>
      <p:ext uri="{BB962C8B-B14F-4D97-AF65-F5344CB8AC3E}">
        <p14:creationId xmlns:p14="http://schemas.microsoft.com/office/powerpoint/2010/main" val="4584700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83C7F-DEE1-326D-575F-7B44D36C2EB9}"/>
              </a:ext>
            </a:extLst>
          </p:cNvPr>
          <p:cNvSpPr>
            <a:spLocks noGrp="1"/>
          </p:cNvSpPr>
          <p:nvPr>
            <p:ph type="title"/>
          </p:nvPr>
        </p:nvSpPr>
        <p:spPr/>
        <p:txBody>
          <a:bodyPr/>
          <a:lstStyle/>
          <a:p>
            <a:r>
              <a:rPr lang="en-US" b="1" dirty="0">
                <a:solidFill>
                  <a:schemeClr val="tx1"/>
                </a:solidFill>
              </a:rPr>
              <a:t>Fault tolerance with recovery blocks</a:t>
            </a:r>
          </a:p>
        </p:txBody>
      </p:sp>
      <p:sp>
        <p:nvSpPr>
          <p:cNvPr id="3" name="Content Placeholder 2">
            <a:extLst>
              <a:ext uri="{FF2B5EF4-FFF2-40B4-BE49-F238E27FC236}">
                <a16:creationId xmlns:a16="http://schemas.microsoft.com/office/drawing/2014/main" id="{27CAADB3-2DD4-8540-16C9-59A53C94B6B4}"/>
              </a:ext>
            </a:extLst>
          </p:cNvPr>
          <p:cNvSpPr>
            <a:spLocks noGrp="1"/>
          </p:cNvSpPr>
          <p:nvPr>
            <p:ph idx="1"/>
          </p:nvPr>
        </p:nvSpPr>
        <p:spPr>
          <a:xfrm>
            <a:off x="1097280" y="1851660"/>
            <a:ext cx="10212705" cy="4131734"/>
          </a:xfrm>
        </p:spPr>
        <p:txBody>
          <a:bodyPr>
            <a:normAutofit/>
          </a:bodyPr>
          <a:lstStyle/>
          <a:p>
            <a:pPr marL="0" indent="0">
              <a:buNone/>
            </a:pPr>
            <a:r>
              <a:rPr lang="en-US" dirty="0">
                <a:solidFill>
                  <a:schemeClr val="tx1"/>
                </a:solidFill>
              </a:rPr>
              <a:t>The use of recovery blocks introduces duplication of software executions so that occasional failures only cause loss of partial computational results but not complete execution failures.</a:t>
            </a:r>
          </a:p>
          <a:p>
            <a:pPr marL="0" indent="0">
              <a:buNone/>
            </a:pPr>
            <a:r>
              <a:rPr lang="en-US" dirty="0">
                <a:solidFill>
                  <a:schemeClr val="tx1"/>
                </a:solidFill>
              </a:rPr>
              <a:t>Periodic checkpointing and refreshing save the dynamic contents of software executions. If a failure is detected or suspected, the system performs two steps:  </a:t>
            </a:r>
          </a:p>
          <a:p>
            <a:r>
              <a:rPr lang="en-US" dirty="0">
                <a:solidFill>
                  <a:schemeClr val="tx1"/>
                </a:solidFill>
              </a:rPr>
              <a:t>1. Rollback by restoring the saved dynamic contents associated with the latest checkpoint.  </a:t>
            </a:r>
          </a:p>
          <a:p>
            <a:r>
              <a:rPr lang="en-US" dirty="0">
                <a:solidFill>
                  <a:schemeClr val="tx1"/>
                </a:solidFill>
              </a:rPr>
              <a:t>2. Rerun the lost computation.  </a:t>
            </a:r>
          </a:p>
          <a:p>
            <a:endParaRPr lang="en-US" dirty="0">
              <a:solidFill>
                <a:schemeClr val="tx1"/>
              </a:solidFill>
            </a:endParaRPr>
          </a:p>
          <a:p>
            <a:r>
              <a:rPr lang="en-US" dirty="0">
                <a:solidFill>
                  <a:schemeClr val="tx1"/>
                </a:solidFill>
              </a:rPr>
              <a:t>In using recovery blocks, failures are detected but the underlying faults are not removed. The technique enhances system robustness under disturbances or unexpected usage environments.</a:t>
            </a:r>
          </a:p>
        </p:txBody>
      </p:sp>
    </p:spTree>
    <p:extLst>
      <p:ext uri="{BB962C8B-B14F-4D97-AF65-F5344CB8AC3E}">
        <p14:creationId xmlns:p14="http://schemas.microsoft.com/office/powerpoint/2010/main" val="21294266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D449-8CD9-DF78-1BA2-1D4C4BCD11A7}"/>
              </a:ext>
            </a:extLst>
          </p:cNvPr>
          <p:cNvSpPr>
            <a:spLocks noGrp="1"/>
          </p:cNvSpPr>
          <p:nvPr>
            <p:ph type="title"/>
          </p:nvPr>
        </p:nvSpPr>
        <p:spPr/>
        <p:txBody>
          <a:bodyPr/>
          <a:lstStyle/>
          <a:p>
            <a:r>
              <a:rPr lang="en-US" b="1" dirty="0">
                <a:solidFill>
                  <a:schemeClr val="tx1"/>
                </a:solidFill>
              </a:rPr>
              <a:t>Fault tolerance with NVP</a:t>
            </a:r>
          </a:p>
        </p:txBody>
      </p:sp>
      <p:pic>
        <p:nvPicPr>
          <p:cNvPr id="5" name="Content Placeholder 4">
            <a:extLst>
              <a:ext uri="{FF2B5EF4-FFF2-40B4-BE49-F238E27FC236}">
                <a16:creationId xmlns:a16="http://schemas.microsoft.com/office/drawing/2014/main" id="{E05C0DF4-C896-288E-5396-AD41B1E1C6BE}"/>
              </a:ext>
            </a:extLst>
          </p:cNvPr>
          <p:cNvPicPr>
            <a:picLocks noGrp="1" noChangeAspect="1"/>
          </p:cNvPicPr>
          <p:nvPr>
            <p:ph idx="1"/>
          </p:nvPr>
        </p:nvPicPr>
        <p:blipFill>
          <a:blip r:embed="rId2"/>
          <a:stretch>
            <a:fillRect/>
          </a:stretch>
        </p:blipFill>
        <p:spPr>
          <a:xfrm>
            <a:off x="2163379" y="1982734"/>
            <a:ext cx="6643370" cy="3547050"/>
          </a:xfrm>
        </p:spPr>
      </p:pic>
    </p:spTree>
    <p:extLst>
      <p:ext uri="{BB962C8B-B14F-4D97-AF65-F5344CB8AC3E}">
        <p14:creationId xmlns:p14="http://schemas.microsoft.com/office/powerpoint/2010/main" val="21892960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8CD75-04E6-19B5-41E9-3321C50D540B}"/>
              </a:ext>
            </a:extLst>
          </p:cNvPr>
          <p:cNvSpPr>
            <a:spLocks noGrp="1"/>
          </p:cNvSpPr>
          <p:nvPr>
            <p:ph type="title"/>
          </p:nvPr>
        </p:nvSpPr>
        <p:spPr/>
        <p:txBody>
          <a:bodyPr/>
          <a:lstStyle/>
          <a:p>
            <a:r>
              <a:rPr lang="en-US" b="1" dirty="0">
                <a:solidFill>
                  <a:schemeClr val="tx1"/>
                </a:solidFill>
              </a:rPr>
              <a:t>Fault tolerance with NVP</a:t>
            </a:r>
          </a:p>
        </p:txBody>
      </p:sp>
      <p:sp>
        <p:nvSpPr>
          <p:cNvPr id="3" name="Content Placeholder 2">
            <a:extLst>
              <a:ext uri="{FF2B5EF4-FFF2-40B4-BE49-F238E27FC236}">
                <a16:creationId xmlns:a16="http://schemas.microsoft.com/office/drawing/2014/main" id="{F2E9C12D-DFF2-CAF9-28BE-5B24F0CB3A23}"/>
              </a:ext>
            </a:extLst>
          </p:cNvPr>
          <p:cNvSpPr>
            <a:spLocks noGrp="1"/>
          </p:cNvSpPr>
          <p:nvPr>
            <p:ph idx="1"/>
          </p:nvPr>
        </p:nvSpPr>
        <p:spPr>
          <a:xfrm>
            <a:off x="1097280" y="1845734"/>
            <a:ext cx="10256520" cy="4364566"/>
          </a:xfrm>
        </p:spPr>
        <p:txBody>
          <a:bodyPr>
            <a:normAutofit/>
          </a:bodyPr>
          <a:lstStyle/>
          <a:p>
            <a:r>
              <a:rPr lang="en-US" dirty="0">
                <a:solidFill>
                  <a:schemeClr val="tx1"/>
                </a:solidFill>
              </a:rPr>
              <a:t>N-version programming (NVP) is another way to tolerate software faults by directly introducing duplications into the software itself (</a:t>
            </a:r>
            <a:r>
              <a:rPr lang="en-US" dirty="0" err="1">
                <a:solidFill>
                  <a:schemeClr val="tx1"/>
                </a:solidFill>
              </a:rPr>
              <a:t>Aviiienis</a:t>
            </a:r>
            <a:r>
              <a:rPr lang="en-US" dirty="0">
                <a:solidFill>
                  <a:schemeClr val="tx1"/>
                </a:solidFill>
              </a:rPr>
              <a:t>, 1995). NVP is generally more suitable than recovery blocks when timely decisions or performance are critical, such as in many real-time control systems, or when software faults, instead of environmental disturbances</a:t>
            </a:r>
          </a:p>
          <a:p>
            <a:r>
              <a:rPr lang="en-US" b="1" dirty="0">
                <a:solidFill>
                  <a:schemeClr val="tx1"/>
                </a:solidFill>
              </a:rPr>
              <a:t>Basic technique and implementation</a:t>
            </a:r>
          </a:p>
          <a:p>
            <a:pPr>
              <a:buFont typeface="Arial" panose="020B0604020202020204" pitchFamily="34" charset="0"/>
              <a:buChar char="•"/>
            </a:pPr>
            <a:r>
              <a:rPr lang="en-US" dirty="0">
                <a:solidFill>
                  <a:schemeClr val="tx1"/>
                </a:solidFill>
              </a:rPr>
              <a:t>The basic functional units of the software system consist of N parallel independent versions of programs with identical functionality: version 1, version 2, . . ., version N. </a:t>
            </a:r>
          </a:p>
          <a:p>
            <a:pPr>
              <a:buFont typeface="Arial" panose="020B0604020202020204" pitchFamily="34" charset="0"/>
              <a:buChar char="•"/>
            </a:pPr>
            <a:r>
              <a:rPr lang="en-US" dirty="0">
                <a:solidFill>
                  <a:schemeClr val="tx1"/>
                </a:solidFill>
              </a:rPr>
              <a:t>The system input is distributed to all the N versions. </a:t>
            </a:r>
          </a:p>
          <a:p>
            <a:pPr>
              <a:buFont typeface="Arial" panose="020B0604020202020204" pitchFamily="34" charset="0"/>
              <a:buChar char="•"/>
            </a:pPr>
            <a:r>
              <a:rPr lang="en-US" dirty="0">
                <a:solidFill>
                  <a:schemeClr val="tx1"/>
                </a:solidFill>
              </a:rPr>
              <a:t>The individual output for each version is fed to a decision unit. </a:t>
            </a:r>
          </a:p>
          <a:p>
            <a:pPr>
              <a:buFont typeface="Arial" panose="020B0604020202020204" pitchFamily="34" charset="0"/>
              <a:buChar char="•"/>
            </a:pPr>
            <a:r>
              <a:rPr lang="en-US" dirty="0">
                <a:solidFill>
                  <a:schemeClr val="tx1"/>
                </a:solidFill>
              </a:rPr>
              <a:t>The decision unit determines the system output using a specific decision algorithm. The most commonly used algorithm is a simple majority vote, but other algorithms are also possible.</a:t>
            </a:r>
          </a:p>
        </p:txBody>
      </p:sp>
    </p:spTree>
    <p:extLst>
      <p:ext uri="{BB962C8B-B14F-4D97-AF65-F5344CB8AC3E}">
        <p14:creationId xmlns:p14="http://schemas.microsoft.com/office/powerpoint/2010/main" val="38536324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7A30E-E47B-CDA4-D5DC-3AA88A2DEEFA}"/>
              </a:ext>
            </a:extLst>
          </p:cNvPr>
          <p:cNvSpPr>
            <a:spLocks noGrp="1"/>
          </p:cNvSpPr>
          <p:nvPr>
            <p:ph type="title"/>
          </p:nvPr>
        </p:nvSpPr>
        <p:spPr/>
        <p:txBody>
          <a:bodyPr/>
          <a:lstStyle/>
          <a:p>
            <a:r>
              <a:rPr lang="en-US" b="1" dirty="0">
                <a:solidFill>
                  <a:schemeClr val="tx1"/>
                </a:solidFill>
              </a:rPr>
              <a:t>Failure containment</a:t>
            </a:r>
          </a:p>
        </p:txBody>
      </p:sp>
      <p:sp>
        <p:nvSpPr>
          <p:cNvPr id="3" name="Content Placeholder 2">
            <a:extLst>
              <a:ext uri="{FF2B5EF4-FFF2-40B4-BE49-F238E27FC236}">
                <a16:creationId xmlns:a16="http://schemas.microsoft.com/office/drawing/2014/main" id="{AD07A211-F927-B247-D2F8-2A37EA73A146}"/>
              </a:ext>
            </a:extLst>
          </p:cNvPr>
          <p:cNvSpPr>
            <a:spLocks noGrp="1"/>
          </p:cNvSpPr>
          <p:nvPr>
            <p:ph idx="1"/>
          </p:nvPr>
        </p:nvSpPr>
        <p:spPr/>
        <p:txBody>
          <a:bodyPr/>
          <a:lstStyle/>
          <a:p>
            <a:pPr>
              <a:buFont typeface="Arial" panose="020B0604020202020204" pitchFamily="34" charset="0"/>
              <a:buChar char="•"/>
            </a:pPr>
            <a:r>
              <a:rPr lang="en-US" dirty="0">
                <a:solidFill>
                  <a:schemeClr val="tx1"/>
                </a:solidFill>
              </a:rPr>
              <a:t>Failure containment techniques reduce the impact or damage associated with certain system failures so that some accidents can be avoided or the related damage can be minimized.</a:t>
            </a:r>
          </a:p>
          <a:p>
            <a:pPr>
              <a:buFont typeface="Arial" panose="020B0604020202020204" pitchFamily="34" charset="0"/>
              <a:buChar char="•"/>
            </a:pPr>
            <a:r>
              <a:rPr lang="en-US" dirty="0">
                <a:solidFill>
                  <a:schemeClr val="tx1"/>
                </a:solidFill>
              </a:rPr>
              <a:t>Accidents are a subset of failures with severe consequences, and the pre-conditions to such accidents are called hazards. </a:t>
            </a:r>
          </a:p>
          <a:p>
            <a:pPr>
              <a:buFont typeface="Arial" panose="020B0604020202020204" pitchFamily="34" charset="0"/>
              <a:buChar char="•"/>
            </a:pPr>
            <a:r>
              <a:rPr lang="en-US" dirty="0">
                <a:solidFill>
                  <a:schemeClr val="tx1"/>
                </a:solidFill>
              </a:rPr>
              <a:t>Most of the failure containment activities are associated with safety-critical systems, where the main concerns are for the system to be as safe or to be as accident free as possible. </a:t>
            </a:r>
          </a:p>
          <a:p>
            <a:pPr>
              <a:buFont typeface="Arial" panose="020B0604020202020204" pitchFamily="34" charset="0"/>
              <a:buChar char="•"/>
            </a:pPr>
            <a:r>
              <a:rPr lang="en-US" dirty="0">
                <a:solidFill>
                  <a:schemeClr val="tx1"/>
                </a:solidFill>
              </a:rPr>
              <a:t>Hazard analysis and resolution play an important role in identifying hazards and dealing with them to contain failures related to potential accidents, thus ensuring system safety.</a:t>
            </a:r>
          </a:p>
        </p:txBody>
      </p:sp>
    </p:spTree>
    <p:extLst>
      <p:ext uri="{BB962C8B-B14F-4D97-AF65-F5344CB8AC3E}">
        <p14:creationId xmlns:p14="http://schemas.microsoft.com/office/powerpoint/2010/main" val="22738680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EFFECTIVENESS COMPARISON : Defect perspective </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400" dirty="0">
                <a:solidFill>
                  <a:schemeClr val="tx1"/>
                </a:solidFill>
              </a:rPr>
              <a:t>Among the different defect related perspectives and concepts, the QA alternatives can be compared by examining whether they are dealing with error sources, errors, faults, failures,  or accidents. </a:t>
            </a:r>
          </a:p>
          <a:p>
            <a:pPr algn="just">
              <a:buFont typeface="Arial" panose="020B0604020202020204" pitchFamily="34" charset="0"/>
              <a:buChar char="•"/>
            </a:pPr>
            <a:r>
              <a:rPr lang="en-US" sz="2400" dirty="0">
                <a:solidFill>
                  <a:schemeClr val="tx1"/>
                </a:solidFill>
              </a:rPr>
              <a:t>This examination can be broken down further into two parts: </a:t>
            </a:r>
          </a:p>
          <a:p>
            <a:pPr algn="just">
              <a:buFont typeface="Arial" panose="020B0604020202020204" pitchFamily="34" charset="0"/>
              <a:buChar char="•"/>
            </a:pPr>
            <a:r>
              <a:rPr lang="en-US" sz="2400" dirty="0">
                <a:solidFill>
                  <a:schemeClr val="tx1"/>
                </a:solidFill>
              </a:rPr>
              <a:t>Detection or observation of specific problems from specific defect perspectives during the performance of specific QA activities. </a:t>
            </a:r>
          </a:p>
          <a:p>
            <a:pPr algn="just">
              <a:buFont typeface="Arial" panose="020B0604020202020204" pitchFamily="34" charset="0"/>
              <a:buChar char="•"/>
            </a:pPr>
            <a:r>
              <a:rPr lang="en-US" sz="2400" dirty="0">
                <a:solidFill>
                  <a:schemeClr val="tx1"/>
                </a:solidFill>
              </a:rPr>
              <a:t>Types of follow-up actions that deal with the observed or detected problems in specific ways as examined from the defect perspectives. </a:t>
            </a:r>
          </a:p>
        </p:txBody>
      </p:sp>
    </p:spTree>
    <p:extLst>
      <p:ext uri="{BB962C8B-B14F-4D97-AF65-F5344CB8AC3E}">
        <p14:creationId xmlns:p14="http://schemas.microsoft.com/office/powerpoint/2010/main" val="34027539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EFFECTIVENESS COMPARISON: Defect perspective </a:t>
            </a:r>
          </a:p>
        </p:txBody>
      </p:sp>
      <p:pic>
        <p:nvPicPr>
          <p:cNvPr id="6" name="Content Placeholder 5"/>
          <p:cNvPicPr>
            <a:picLocks noGrp="1" noChangeAspect="1"/>
          </p:cNvPicPr>
          <p:nvPr>
            <p:ph idx="1"/>
          </p:nvPr>
        </p:nvPicPr>
        <p:blipFill>
          <a:blip r:embed="rId3"/>
          <a:stretch>
            <a:fillRect/>
          </a:stretch>
        </p:blipFill>
        <p:spPr>
          <a:xfrm>
            <a:off x="1518248" y="1863307"/>
            <a:ext cx="8488393" cy="3278038"/>
          </a:xfrm>
          <a:prstGeom prst="rect">
            <a:avLst/>
          </a:prstGeom>
        </p:spPr>
      </p:pic>
    </p:spTree>
    <p:extLst>
      <p:ext uri="{BB962C8B-B14F-4D97-AF65-F5344CB8AC3E}">
        <p14:creationId xmlns:p14="http://schemas.microsoft.com/office/powerpoint/2010/main" val="22480164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EFFECTIVENESS COMPARISON: Problem types </a:t>
            </a:r>
          </a:p>
        </p:txBody>
      </p:sp>
      <p:sp>
        <p:nvSpPr>
          <p:cNvPr id="3" name="Content Placeholder 2"/>
          <p:cNvSpPr>
            <a:spLocks noGrp="1"/>
          </p:cNvSpPr>
          <p:nvPr>
            <p:ph idx="1"/>
          </p:nvPr>
        </p:nvSpPr>
        <p:spPr>
          <a:xfrm>
            <a:off x="782670" y="1886028"/>
            <a:ext cx="11029615" cy="2078103"/>
          </a:xfrm>
        </p:spPr>
        <p:txBody>
          <a:bodyPr>
            <a:normAutofit/>
          </a:bodyPr>
          <a:lstStyle/>
          <a:p>
            <a:pPr algn="just"/>
            <a:r>
              <a:rPr lang="en-US" sz="2400" dirty="0">
                <a:solidFill>
                  <a:schemeClr val="tx1"/>
                </a:solidFill>
              </a:rPr>
              <a:t>Different QA alternative might be effective for different types of problems, including dealing with different perspectives of defects, ranging from different errors and error sources, various types of faults, and failures of different severity and other characteristics. </a:t>
            </a:r>
          </a:p>
          <a:p>
            <a:pPr algn="just"/>
            <a:endParaRPr lang="en-US" dirty="0"/>
          </a:p>
        </p:txBody>
      </p:sp>
      <p:pic>
        <p:nvPicPr>
          <p:cNvPr id="7" name="Picture 6"/>
          <p:cNvPicPr>
            <a:picLocks noChangeAspect="1"/>
          </p:cNvPicPr>
          <p:nvPr/>
        </p:nvPicPr>
        <p:blipFill>
          <a:blip r:embed="rId3"/>
          <a:stretch>
            <a:fillRect/>
          </a:stretch>
        </p:blipFill>
        <p:spPr>
          <a:xfrm>
            <a:off x="846356" y="3429000"/>
            <a:ext cx="10309324" cy="2893212"/>
          </a:xfrm>
          <a:prstGeom prst="rect">
            <a:avLst/>
          </a:prstGeom>
        </p:spPr>
      </p:pic>
    </p:spTree>
    <p:extLst>
      <p:ext uri="{BB962C8B-B14F-4D97-AF65-F5344CB8AC3E}">
        <p14:creationId xmlns:p14="http://schemas.microsoft.com/office/powerpoint/2010/main" val="22096281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EFFECTIVENESS COMPARISON: Problem types </a:t>
            </a:r>
          </a:p>
        </p:txBody>
      </p:sp>
      <p:sp>
        <p:nvSpPr>
          <p:cNvPr id="3" name="Content Placeholder 2"/>
          <p:cNvSpPr>
            <a:spLocks noGrp="1"/>
          </p:cNvSpPr>
          <p:nvPr>
            <p:ph idx="1"/>
          </p:nvPr>
        </p:nvSpPr>
        <p:spPr>
          <a:xfrm>
            <a:off x="306866" y="1737360"/>
            <a:ext cx="11639227" cy="4725663"/>
          </a:xfrm>
        </p:spPr>
        <p:txBody>
          <a:bodyPr>
            <a:normAutofit lnSpcReduction="10000"/>
          </a:bodyPr>
          <a:lstStyle/>
          <a:p>
            <a:pPr algn="just">
              <a:buFont typeface="Arial" panose="020B0604020202020204" pitchFamily="34" charset="0"/>
              <a:buChar char="•"/>
            </a:pPr>
            <a:r>
              <a:rPr lang="en-US" sz="2400" dirty="0">
                <a:solidFill>
                  <a:schemeClr val="tx1"/>
                </a:solidFill>
              </a:rPr>
              <a:t>Defect prevention works to block some errors or to remove error sources to prevent the injection of related faults. Therefore, it is generally good at dealing with conceptual  mistakes made by software designers and programmers. </a:t>
            </a:r>
          </a:p>
          <a:p>
            <a:pPr algn="just">
              <a:buFont typeface="Arial" panose="020B0604020202020204" pitchFamily="34" charset="0"/>
              <a:buChar char="•"/>
            </a:pPr>
            <a:r>
              <a:rPr lang="en-US" sz="2400" dirty="0">
                <a:solidFill>
                  <a:schemeClr val="tx1"/>
                </a:solidFill>
              </a:rPr>
              <a:t>Once such conceptual mistakes can  be identified as error sources, they can be effectively eliminated.</a:t>
            </a:r>
          </a:p>
          <a:p>
            <a:pPr algn="just">
              <a:buFont typeface="Arial" panose="020B0604020202020204" pitchFamily="34" charset="0"/>
              <a:buChar char="•"/>
            </a:pPr>
            <a:r>
              <a:rPr lang="en-US" sz="2400" dirty="0">
                <a:solidFill>
                  <a:schemeClr val="tx1"/>
                </a:solidFill>
              </a:rPr>
              <a:t>One key difference between inspection and testing is the way faults are identified: inspection identifies them directly by examining the software artifact, while failures are observed during testing and related faults are identified later by utilizing the recorded execution information. </a:t>
            </a:r>
          </a:p>
          <a:p>
            <a:pPr algn="just">
              <a:buFont typeface="Arial" panose="020B0604020202020204" pitchFamily="34" charset="0"/>
              <a:buChar char="•"/>
            </a:pPr>
            <a:r>
              <a:rPr lang="en-US" sz="2400" dirty="0">
                <a:solidFill>
                  <a:schemeClr val="tx1"/>
                </a:solidFill>
              </a:rPr>
              <a:t>This key difference leads to the different types of faults commonly detected using these two techniques.</a:t>
            </a:r>
          </a:p>
          <a:p>
            <a:pPr algn="just">
              <a:buFont typeface="Arial" panose="020B0604020202020204" pitchFamily="34" charset="0"/>
              <a:buChar char="•"/>
            </a:pPr>
            <a:r>
              <a:rPr lang="en-US" sz="2400" dirty="0">
                <a:solidFill>
                  <a:schemeClr val="tx1"/>
                </a:solidFill>
              </a:rPr>
              <a:t>Inspection is usually good at detecting static and localized faults which are often related to some common conceptual mistakes, while testing is good at detecting dynamic faults involving multiple components in interactions. </a:t>
            </a:r>
          </a:p>
        </p:txBody>
      </p:sp>
    </p:spTree>
    <p:extLst>
      <p:ext uri="{BB962C8B-B14F-4D97-AF65-F5344CB8AC3E}">
        <p14:creationId xmlns:p14="http://schemas.microsoft.com/office/powerpoint/2010/main" val="8662499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tx1"/>
                </a:solidFill>
              </a:rPr>
              <a:t>The reasons of  differences between the two types of QA alternatives: </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400" dirty="0">
                <a:solidFill>
                  <a:schemeClr val="tx1"/>
                </a:solidFill>
              </a:rPr>
              <a:t> Inspection involves static examination while testing involves dynamic executions.  Therefore, static problems are more likely to be found during inspection, while dynamic problems are more likely to be found during testing. </a:t>
            </a:r>
          </a:p>
          <a:p>
            <a:pPr algn="just">
              <a:buFont typeface="Arial" panose="020B0604020202020204" pitchFamily="34" charset="0"/>
              <a:buChar char="•"/>
            </a:pPr>
            <a:r>
              <a:rPr lang="en-US" sz="2400" dirty="0">
                <a:solidFill>
                  <a:schemeClr val="tx1"/>
                </a:solidFill>
              </a:rPr>
              <a:t>It is hard for human inspectors to keep track of multiple components and complicated interactions over time, while the same task may not be such a difficult one for computers. Therefore, testing is generally better at detecting interaction problems involving multiple components. </a:t>
            </a:r>
          </a:p>
        </p:txBody>
      </p:sp>
    </p:spTree>
    <p:extLst>
      <p:ext uri="{BB962C8B-B14F-4D97-AF65-F5344CB8AC3E}">
        <p14:creationId xmlns:p14="http://schemas.microsoft.com/office/powerpoint/2010/main" val="9988684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EFFECTIVENESS COMPARISON </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400" dirty="0">
                <a:solidFill>
                  <a:schemeClr val="tx1"/>
                </a:solidFill>
              </a:rPr>
              <a:t>Formal verification deals with logical (or mathematical) correctness, and can be interpreted as extremely formalized inspection. Therefore, it shares some of the characteristics of inspection in dealing with static and logical problems. </a:t>
            </a:r>
          </a:p>
          <a:p>
            <a:pPr algn="just">
              <a:buFont typeface="Arial" panose="020B0604020202020204" pitchFamily="34" charset="0"/>
              <a:buChar char="•"/>
            </a:pPr>
            <a:r>
              <a:rPr lang="en-US" sz="2400" dirty="0">
                <a:solidFill>
                  <a:schemeClr val="tx1"/>
                </a:solidFill>
              </a:rPr>
              <a:t>Problem identification is only a side-effect of failing to produce a correctness proof.</a:t>
            </a:r>
          </a:p>
          <a:p>
            <a:pPr algn="just">
              <a:buFont typeface="Arial" panose="020B0604020202020204" pitchFamily="34" charset="0"/>
              <a:buChar char="•"/>
            </a:pPr>
            <a:r>
              <a:rPr lang="en-US" sz="2400" dirty="0">
                <a:solidFill>
                  <a:schemeClr val="tx1"/>
                </a:solidFill>
              </a:rPr>
              <a:t>Fault tolerance and failure containment are designed to work with dynamic operational problems that may lead to global failures or accidents. </a:t>
            </a:r>
          </a:p>
        </p:txBody>
      </p:sp>
    </p:spTree>
    <p:extLst>
      <p:ext uri="{BB962C8B-B14F-4D97-AF65-F5344CB8AC3E}">
        <p14:creationId xmlns:p14="http://schemas.microsoft.com/office/powerpoint/2010/main" val="25206130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261127"/>
            <a:ext cx="11029616" cy="1374645"/>
          </a:xfrm>
        </p:spPr>
        <p:txBody>
          <a:bodyPr>
            <a:normAutofit/>
          </a:bodyPr>
          <a:lstStyle/>
          <a:p>
            <a:r>
              <a:rPr lang="en-US" b="1" dirty="0">
                <a:solidFill>
                  <a:schemeClr val="tx1"/>
                </a:solidFill>
              </a:rPr>
              <a:t>EFFECTIVENESS COMPARISON: Defect level and pervasiveness  </a:t>
            </a:r>
          </a:p>
        </p:txBody>
      </p:sp>
      <p:sp>
        <p:nvSpPr>
          <p:cNvPr id="3" name="Content Placeholder 2"/>
          <p:cNvSpPr>
            <a:spLocks noGrp="1"/>
          </p:cNvSpPr>
          <p:nvPr>
            <p:ph idx="1"/>
          </p:nvPr>
        </p:nvSpPr>
        <p:spPr>
          <a:xfrm>
            <a:off x="581192" y="1791340"/>
            <a:ext cx="11029615" cy="2455812"/>
          </a:xfrm>
        </p:spPr>
        <p:txBody>
          <a:bodyPr>
            <a:normAutofit/>
          </a:bodyPr>
          <a:lstStyle/>
          <a:p>
            <a:r>
              <a:rPr lang="en-US" sz="2400" dirty="0">
                <a:solidFill>
                  <a:schemeClr val="tx1"/>
                </a:solidFill>
              </a:rPr>
              <a:t>Different QA techniques may be suitable for different defect levels or pervasiveness.</a:t>
            </a:r>
          </a:p>
          <a:p>
            <a:endParaRPr lang="en-US" sz="2400" dirty="0">
              <a:solidFill>
                <a:schemeClr val="tx1"/>
              </a:solidFill>
            </a:endParaRPr>
          </a:p>
        </p:txBody>
      </p:sp>
      <p:pic>
        <p:nvPicPr>
          <p:cNvPr id="6" name="Picture 5"/>
          <p:cNvPicPr>
            <a:picLocks noChangeAspect="1"/>
          </p:cNvPicPr>
          <p:nvPr/>
        </p:nvPicPr>
        <p:blipFill>
          <a:blip r:embed="rId3"/>
          <a:stretch>
            <a:fillRect/>
          </a:stretch>
        </p:blipFill>
        <p:spPr>
          <a:xfrm>
            <a:off x="1630295" y="2752584"/>
            <a:ext cx="8931410" cy="3300271"/>
          </a:xfrm>
          <a:prstGeom prst="rect">
            <a:avLst/>
          </a:prstGeom>
        </p:spPr>
      </p:pic>
    </p:spTree>
    <p:extLst>
      <p:ext uri="{BB962C8B-B14F-4D97-AF65-F5344CB8AC3E}">
        <p14:creationId xmlns:p14="http://schemas.microsoft.com/office/powerpoint/2010/main" val="40271355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solidFill>
                  <a:schemeClr val="tx1"/>
                </a:solidFill>
              </a:rPr>
              <a:t>EFFECTIVENESS COMPARISON: Result interpretation and constructive information </a:t>
            </a:r>
          </a:p>
        </p:txBody>
      </p:sp>
      <p:sp>
        <p:nvSpPr>
          <p:cNvPr id="3" name="Content Placeholder 2"/>
          <p:cNvSpPr>
            <a:spLocks noGrp="1"/>
          </p:cNvSpPr>
          <p:nvPr>
            <p:ph idx="1"/>
          </p:nvPr>
        </p:nvSpPr>
        <p:spPr/>
        <p:txBody>
          <a:bodyPr>
            <a:noAutofit/>
          </a:bodyPr>
          <a:lstStyle/>
          <a:p>
            <a:pPr algn="just">
              <a:buFont typeface="Arial" panose="020B0604020202020204" pitchFamily="34" charset="0"/>
              <a:buChar char="•"/>
            </a:pPr>
            <a:r>
              <a:rPr lang="en-US" sz="2400" dirty="0">
                <a:solidFill>
                  <a:schemeClr val="tx1"/>
                </a:solidFill>
              </a:rPr>
              <a:t>Ease of result interpretation plays an important role in the application of specific QA techniques. A good understanding of the results is a precondition to follow-up actions. </a:t>
            </a:r>
          </a:p>
          <a:p>
            <a:pPr algn="just">
              <a:buFont typeface="Arial" panose="020B0604020202020204" pitchFamily="34" charset="0"/>
              <a:buChar char="•"/>
            </a:pPr>
            <a:r>
              <a:rPr lang="en-US" sz="2400" dirty="0">
                <a:solidFill>
                  <a:schemeClr val="tx1"/>
                </a:solidFill>
              </a:rPr>
              <a:t>For example, both inspection and testing are aimed at defect removal. However, inspection results are much easier to interpret and can be used directly for defect removal. Testing results need to be analyzed by experienced software professionals to locate the faults that caused the failures observed during testing, and only then can these faults be removed. </a:t>
            </a:r>
          </a:p>
        </p:txBody>
      </p:sp>
    </p:spTree>
    <p:extLst>
      <p:ext uri="{BB962C8B-B14F-4D97-AF65-F5344CB8AC3E}">
        <p14:creationId xmlns:p14="http://schemas.microsoft.com/office/powerpoint/2010/main" val="35098737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2719F-7675-AE71-20C7-01FF985E29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570B06-0D5E-72F8-5047-406BC5292395}"/>
              </a:ext>
            </a:extLst>
          </p:cNvPr>
          <p:cNvSpPr>
            <a:spLocks noGrp="1"/>
          </p:cNvSpPr>
          <p:nvPr>
            <p:ph type="title"/>
          </p:nvPr>
        </p:nvSpPr>
        <p:spPr/>
        <p:txBody>
          <a:bodyPr>
            <a:normAutofit/>
          </a:bodyPr>
          <a:lstStyle/>
          <a:p>
            <a:r>
              <a:rPr lang="en-US" sz="4000" b="1" dirty="0">
                <a:solidFill>
                  <a:schemeClr val="tx1"/>
                </a:solidFill>
              </a:rPr>
              <a:t>EFFECTIVENESS COMPARISON: Result interpretation and constructive information </a:t>
            </a:r>
          </a:p>
        </p:txBody>
      </p:sp>
      <p:sp>
        <p:nvSpPr>
          <p:cNvPr id="3" name="Content Placeholder 2">
            <a:extLst>
              <a:ext uri="{FF2B5EF4-FFF2-40B4-BE49-F238E27FC236}">
                <a16:creationId xmlns:a16="http://schemas.microsoft.com/office/drawing/2014/main" id="{CEF20F16-7C52-9365-A652-655385633EFB}"/>
              </a:ext>
            </a:extLst>
          </p:cNvPr>
          <p:cNvSpPr>
            <a:spLocks noGrp="1"/>
          </p:cNvSpPr>
          <p:nvPr>
            <p:ph idx="1"/>
          </p:nvPr>
        </p:nvSpPr>
        <p:spPr/>
        <p:txBody>
          <a:bodyPr>
            <a:noAutofit/>
          </a:bodyPr>
          <a:lstStyle/>
          <a:p>
            <a:pPr algn="just">
              <a:buFont typeface="Arial" panose="020B0604020202020204" pitchFamily="34" charset="0"/>
              <a:buChar char="•"/>
            </a:pPr>
            <a:r>
              <a:rPr lang="en-US" sz="2400" dirty="0">
                <a:solidFill>
                  <a:schemeClr val="tx1"/>
                </a:solidFill>
              </a:rPr>
              <a:t>Result interpretation for formal verification, fault tolerance, and failure containment is harder than that for inspection and testing. A significant amount of effort is needed to analyze these results to support follow-up actions. </a:t>
            </a:r>
          </a:p>
          <a:p>
            <a:pPr algn="just">
              <a:buFont typeface="Arial" panose="020B0604020202020204" pitchFamily="34" charset="0"/>
              <a:buChar char="•"/>
            </a:pPr>
            <a:r>
              <a:rPr lang="en-US" sz="2400" dirty="0">
                <a:solidFill>
                  <a:schemeClr val="tx1"/>
                </a:solidFill>
              </a:rPr>
              <a:t>For example, in a  fault tolerant system using recovery blocks, repeated failures need to be dealt with off-line by analyzing the dynamic records. Much information related to unanticipated environment and usage not covered in the pre-planned testing activities may be included in these records.</a:t>
            </a:r>
          </a:p>
          <a:p>
            <a:pPr algn="just">
              <a:buFont typeface="Arial" panose="020B0604020202020204" pitchFamily="34" charset="0"/>
              <a:buChar char="•"/>
            </a:pPr>
            <a:r>
              <a:rPr lang="en-US" sz="2400" dirty="0">
                <a:solidFill>
                  <a:schemeClr val="tx1"/>
                </a:solidFill>
              </a:rPr>
              <a:t>Similarly, failure containment results typically need additional analysis support.</a:t>
            </a:r>
          </a:p>
        </p:txBody>
      </p:sp>
    </p:spTree>
    <p:extLst>
      <p:ext uri="{BB962C8B-B14F-4D97-AF65-F5344CB8AC3E}">
        <p14:creationId xmlns:p14="http://schemas.microsoft.com/office/powerpoint/2010/main" val="8126018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tx1"/>
                </a:solidFill>
              </a:rPr>
              <a:t>EFFECTIVENESS COMPARISON: Result interpretation and constructive information </a:t>
            </a:r>
          </a:p>
        </p:txBody>
      </p:sp>
      <p:pic>
        <p:nvPicPr>
          <p:cNvPr id="6" name="Picture 5"/>
          <p:cNvPicPr>
            <a:picLocks noChangeAspect="1"/>
          </p:cNvPicPr>
          <p:nvPr/>
        </p:nvPicPr>
        <p:blipFill>
          <a:blip r:embed="rId2"/>
          <a:stretch>
            <a:fillRect/>
          </a:stretch>
        </p:blipFill>
        <p:spPr>
          <a:xfrm>
            <a:off x="0" y="1892344"/>
            <a:ext cx="12163785" cy="4121438"/>
          </a:xfrm>
          <a:prstGeom prst="rect">
            <a:avLst/>
          </a:prstGeom>
        </p:spPr>
      </p:pic>
    </p:spTree>
    <p:extLst>
      <p:ext uri="{BB962C8B-B14F-4D97-AF65-F5344CB8AC3E}">
        <p14:creationId xmlns:p14="http://schemas.microsoft.com/office/powerpoint/2010/main" val="42934360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COMPARISON SUMMARY</a:t>
            </a:r>
          </a:p>
        </p:txBody>
      </p:sp>
      <p:pic>
        <p:nvPicPr>
          <p:cNvPr id="6" name="Picture 5"/>
          <p:cNvPicPr>
            <a:picLocks noChangeAspect="1"/>
          </p:cNvPicPr>
          <p:nvPr/>
        </p:nvPicPr>
        <p:blipFill>
          <a:blip r:embed="rId2"/>
          <a:stretch>
            <a:fillRect/>
          </a:stretch>
        </p:blipFill>
        <p:spPr>
          <a:xfrm>
            <a:off x="1239959" y="2061275"/>
            <a:ext cx="9712082" cy="3782026"/>
          </a:xfrm>
          <a:prstGeom prst="rect">
            <a:avLst/>
          </a:prstGeom>
        </p:spPr>
      </p:pic>
    </p:spTree>
    <p:extLst>
      <p:ext uri="{BB962C8B-B14F-4D97-AF65-F5344CB8AC3E}">
        <p14:creationId xmlns:p14="http://schemas.microsoft.com/office/powerpoint/2010/main" val="35392731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047246" y="2509328"/>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501</TotalTime>
  <Words>2968</Words>
  <Application>Microsoft Office PowerPoint</Application>
  <PresentationFormat>Widescreen</PresentationFormat>
  <Paragraphs>224</Paragraphs>
  <Slides>45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Aptos</vt:lpstr>
      <vt:lpstr>Arial</vt:lpstr>
      <vt:lpstr>Calibri</vt:lpstr>
      <vt:lpstr>Calibri Light</vt:lpstr>
      <vt:lpstr>Times New Roman</vt:lpstr>
      <vt:lpstr>Trebuchet MS</vt:lpstr>
      <vt:lpstr>Wingdings</vt:lpstr>
      <vt:lpstr>Retrospect</vt:lpstr>
      <vt:lpstr>Software Quality Engineering</vt:lpstr>
      <vt:lpstr>Informal desk checks, reviews, and walkthroughs</vt:lpstr>
      <vt:lpstr>Formal Technical Reviews (FTR)</vt:lpstr>
      <vt:lpstr>Formal Technical Reviews (Cont..)</vt:lpstr>
      <vt:lpstr>Peer Review</vt:lpstr>
      <vt:lpstr>Audit</vt:lpstr>
      <vt:lpstr>Software Audits</vt:lpstr>
      <vt:lpstr>Audit Types (Cont..)</vt:lpstr>
      <vt:lpstr>Audit Types</vt:lpstr>
      <vt:lpstr>Audit Types  (Cont..)</vt:lpstr>
      <vt:lpstr>Audit Types  (Cont..)</vt:lpstr>
      <vt:lpstr>Audit Types  (Cont..)</vt:lpstr>
      <vt:lpstr>Audit Types  (Cont..)</vt:lpstr>
      <vt:lpstr>Software Audit Process</vt:lpstr>
      <vt:lpstr>Defect</vt:lpstr>
      <vt:lpstr>Defect Life Cycle</vt:lpstr>
      <vt:lpstr>PowerPoint Presentation</vt:lpstr>
      <vt:lpstr>Severity of Defect</vt:lpstr>
      <vt:lpstr>Guidelines for defect reporting</vt:lpstr>
      <vt:lpstr>Defect Report Template - Sample</vt:lpstr>
      <vt:lpstr>ROOT CAUSE ANALYSIS FOR DEFECT PREVENTION </vt:lpstr>
      <vt:lpstr>ROOT CAUSE ANALYSIS FOR DEFECT PREVENTION </vt:lpstr>
      <vt:lpstr>Formal Verification </vt:lpstr>
      <vt:lpstr>Use of formal methods</vt:lpstr>
      <vt:lpstr>Formal specifications </vt:lpstr>
      <vt:lpstr>Formal specification Categories</vt:lpstr>
      <vt:lpstr>Formal Verification and analysis</vt:lpstr>
      <vt:lpstr>Fault Tolerance:</vt:lpstr>
      <vt:lpstr>PowerPoint Presentation</vt:lpstr>
      <vt:lpstr>Fault tolerance with recovery blocks</vt:lpstr>
      <vt:lpstr>Fault tolerance with NVP</vt:lpstr>
      <vt:lpstr>Fault tolerance with NVP</vt:lpstr>
      <vt:lpstr>Failure containment</vt:lpstr>
      <vt:lpstr>EFFECTIVENESS COMPARISON : Defect perspective </vt:lpstr>
      <vt:lpstr>EFFECTIVENESS COMPARISON: Defect perspective </vt:lpstr>
      <vt:lpstr>EFFECTIVENESS COMPARISON: Problem types </vt:lpstr>
      <vt:lpstr>EFFECTIVENESS COMPARISON: Problem types </vt:lpstr>
      <vt:lpstr>The reasons of  differences between the two types of QA alternatives: </vt:lpstr>
      <vt:lpstr>EFFECTIVENESS COMPARISON </vt:lpstr>
      <vt:lpstr>EFFECTIVENESS COMPARISON: Defect level and pervasiveness  </vt:lpstr>
      <vt:lpstr>EFFECTIVENESS COMPARISON: Result interpretation and constructive information </vt:lpstr>
      <vt:lpstr>EFFECTIVENESS COMPARISON: Result interpretation and constructive information </vt:lpstr>
      <vt:lpstr>EFFECTIVENESS COMPARISON: Result interpretation and constructive information </vt:lpstr>
      <vt:lpstr>COMPARISON 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30</cp:revision>
  <dcterms:created xsi:type="dcterms:W3CDTF">2024-08-09T06:58:16Z</dcterms:created>
  <dcterms:modified xsi:type="dcterms:W3CDTF">2024-11-20T06:55:25Z</dcterms:modified>
</cp:coreProperties>
</file>