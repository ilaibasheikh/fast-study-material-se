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497" r:id="rId3"/>
    <p:sldId id="518" r:id="rId4"/>
    <p:sldId id="519" r:id="rId5"/>
    <p:sldId id="522" r:id="rId6"/>
    <p:sldId id="523" r:id="rId7"/>
    <p:sldId id="524" r:id="rId8"/>
    <p:sldId id="525" r:id="rId9"/>
    <p:sldId id="527" r:id="rId10"/>
    <p:sldId id="526" r:id="rId11"/>
    <p:sldId id="52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2337" autoAdjust="0"/>
  </p:normalViewPr>
  <p:slideViewPr>
    <p:cSldViewPr snapToGrid="0">
      <p:cViewPr varScale="1">
        <p:scale>
          <a:sx n="64" d="100"/>
          <a:sy n="64" d="100"/>
        </p:scale>
        <p:origin x="2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EADAEE91-4A7C-4065-A245-779568A60DD0}"/>
    <pc:docChg chg="undo custSel addSld delSld modSld sldOrd">
      <pc:chgData name="Ms Alina Arshad" userId="cccdfd85-d35d-4453-9c6f-a463aae40722" providerId="ADAL" clId="{EADAEE91-4A7C-4065-A245-779568A60DD0}" dt="2024-08-25T15:14:04.534" v="324" actId="2696"/>
      <pc:docMkLst>
        <pc:docMk/>
      </pc:docMkLst>
      <pc:sldChg chg="del">
        <pc:chgData name="Ms Alina Arshad" userId="cccdfd85-d35d-4453-9c6f-a463aae40722" providerId="ADAL" clId="{EADAEE91-4A7C-4065-A245-779568A60DD0}" dt="2024-08-25T13:34:30.844" v="2" actId="47"/>
        <pc:sldMkLst>
          <pc:docMk/>
          <pc:sldMk cId="3829966237" sldId="341"/>
        </pc:sldMkLst>
      </pc:sldChg>
      <pc:sldChg chg="del">
        <pc:chgData name="Ms Alina Arshad" userId="cccdfd85-d35d-4453-9c6f-a463aae40722" providerId="ADAL" clId="{EADAEE91-4A7C-4065-A245-779568A60DD0}" dt="2024-08-25T13:34:31.597" v="3" actId="47"/>
        <pc:sldMkLst>
          <pc:docMk/>
          <pc:sldMk cId="1130609535" sldId="342"/>
        </pc:sldMkLst>
      </pc:sldChg>
      <pc:sldChg chg="delSp modSp del mod">
        <pc:chgData name="Ms Alina Arshad" userId="cccdfd85-d35d-4453-9c6f-a463aae40722" providerId="ADAL" clId="{EADAEE91-4A7C-4065-A245-779568A60DD0}" dt="2024-08-25T15:09:29.508" v="302" actId="47"/>
        <pc:sldMkLst>
          <pc:docMk/>
          <pc:sldMk cId="47593581" sldId="345"/>
        </pc:sldMkLst>
        <pc:spChg chg="mod">
          <ac:chgData name="Ms Alina Arshad" userId="cccdfd85-d35d-4453-9c6f-a463aae40722" providerId="ADAL" clId="{EADAEE91-4A7C-4065-A245-779568A60DD0}" dt="2024-08-25T13:41:42.034" v="13" actId="14100"/>
          <ac:spMkLst>
            <pc:docMk/>
            <pc:sldMk cId="47593581" sldId="345"/>
            <ac:spMk id="2" creationId="{7E51EDD7-5122-4590-8B7F-DC837E23C380}"/>
          </ac:spMkLst>
        </pc:spChg>
        <pc:spChg chg="mod">
          <ac:chgData name="Ms Alina Arshad" userId="cccdfd85-d35d-4453-9c6f-a463aae40722" providerId="ADAL" clId="{EADAEE91-4A7C-4065-A245-779568A60DD0}" dt="2024-08-25T13:58:46.017" v="100" actId="12"/>
          <ac:spMkLst>
            <pc:docMk/>
            <pc:sldMk cId="47593581" sldId="345"/>
            <ac:spMk id="3" creationId="{2DFF783D-CE62-42B7-AF33-34074E4461A2}"/>
          </ac:spMkLst>
        </pc:spChg>
        <pc:spChg chg="del">
          <ac:chgData name="Ms Alina Arshad" userId="cccdfd85-d35d-4453-9c6f-a463aae40722" providerId="ADAL" clId="{EADAEE91-4A7C-4065-A245-779568A60DD0}" dt="2024-08-25T13:41:32.883" v="10" actId="478"/>
          <ac:spMkLst>
            <pc:docMk/>
            <pc:sldMk cId="47593581" sldId="34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34.842" v="11" actId="478"/>
          <ac:spMkLst>
            <pc:docMk/>
            <pc:sldMk cId="47593581" sldId="345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0.905" v="303" actId="47"/>
        <pc:sldMkLst>
          <pc:docMk/>
          <pc:sldMk cId="4118113692" sldId="346"/>
        </pc:sldMkLst>
        <pc:spChg chg="mod">
          <ac:chgData name="Ms Alina Arshad" userId="cccdfd85-d35d-4453-9c6f-a463aae40722" providerId="ADAL" clId="{EADAEE91-4A7C-4065-A245-779568A60DD0}" dt="2024-08-25T13:42:05.951" v="20" actId="1076"/>
          <ac:spMkLst>
            <pc:docMk/>
            <pc:sldMk cId="4118113692" sldId="346"/>
            <ac:spMk id="2" creationId="{189AF601-8D70-417E-83F0-4C2544ACF381}"/>
          </ac:spMkLst>
        </pc:spChg>
        <pc:spChg chg="mod">
          <ac:chgData name="Ms Alina Arshad" userId="cccdfd85-d35d-4453-9c6f-a463aae40722" providerId="ADAL" clId="{EADAEE91-4A7C-4065-A245-779568A60DD0}" dt="2024-08-25T13:42:08.883" v="21" actId="207"/>
          <ac:spMkLst>
            <pc:docMk/>
            <pc:sldMk cId="4118113692" sldId="346"/>
            <ac:spMk id="3" creationId="{7994D1C3-C6BD-49FE-ADD7-107918564080}"/>
          </ac:spMkLst>
        </pc:spChg>
        <pc:spChg chg="del">
          <ac:chgData name="Ms Alina Arshad" userId="cccdfd85-d35d-4453-9c6f-a463aae40722" providerId="ADAL" clId="{EADAEE91-4A7C-4065-A245-779568A60DD0}" dt="2024-08-25T13:41:52.482" v="15" actId="478"/>
          <ac:spMkLst>
            <pc:docMk/>
            <pc:sldMk cId="4118113692" sldId="34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54.245" v="16" actId="478"/>
          <ac:spMkLst>
            <pc:docMk/>
            <pc:sldMk cId="4118113692" sldId="346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1.592" v="304" actId="47"/>
        <pc:sldMkLst>
          <pc:docMk/>
          <pc:sldMk cId="1592470958" sldId="347"/>
        </pc:sldMkLst>
        <pc:spChg chg="mod">
          <ac:chgData name="Ms Alina Arshad" userId="cccdfd85-d35d-4453-9c6f-a463aae40722" providerId="ADAL" clId="{EADAEE91-4A7C-4065-A245-779568A60DD0}" dt="2024-08-25T13:42:20.300" v="24" actId="1076"/>
          <ac:spMkLst>
            <pc:docMk/>
            <pc:sldMk cId="1592470958" sldId="347"/>
            <ac:spMk id="2" creationId="{4095D5A0-FF21-4C13-A9F4-11F27B882005}"/>
          </ac:spMkLst>
        </pc:spChg>
        <pc:spChg chg="mod">
          <ac:chgData name="Ms Alina Arshad" userId="cccdfd85-d35d-4453-9c6f-a463aae40722" providerId="ADAL" clId="{EADAEE91-4A7C-4065-A245-779568A60DD0}" dt="2024-08-25T13:42:28.221" v="27" actId="255"/>
          <ac:spMkLst>
            <pc:docMk/>
            <pc:sldMk cId="1592470958" sldId="347"/>
            <ac:spMk id="3" creationId="{D93D2A2A-F7B4-4BEE-A16C-64E5A2B22228}"/>
          </ac:spMkLst>
        </pc:spChg>
        <pc:spChg chg="del">
          <ac:chgData name="Ms Alina Arshad" userId="cccdfd85-d35d-4453-9c6f-a463aae40722" providerId="ADAL" clId="{EADAEE91-4A7C-4065-A245-779568A60DD0}" dt="2024-08-25T13:42:31.109" v="28" actId="478"/>
          <ac:spMkLst>
            <pc:docMk/>
            <pc:sldMk cId="1592470958" sldId="34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2:33.014" v="29" actId="478"/>
          <ac:spMkLst>
            <pc:docMk/>
            <pc:sldMk cId="1592470958" sldId="347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177" v="305" actId="47"/>
        <pc:sldMkLst>
          <pc:docMk/>
          <pc:sldMk cId="2505751039" sldId="348"/>
        </pc:sldMkLst>
        <pc:spChg chg="mod">
          <ac:chgData name="Ms Alina Arshad" userId="cccdfd85-d35d-4453-9c6f-a463aae40722" providerId="ADAL" clId="{EADAEE91-4A7C-4065-A245-779568A60DD0}" dt="2024-08-25T13:42:47.129" v="31" actId="1076"/>
          <ac:spMkLst>
            <pc:docMk/>
            <pc:sldMk cId="2505751039" sldId="348"/>
            <ac:spMk id="2" creationId="{09840C44-A6AE-44E7-AB9D-97CB7C1C0B3B}"/>
          </ac:spMkLst>
        </pc:spChg>
        <pc:spChg chg="mod">
          <ac:chgData name="Ms Alina Arshad" userId="cccdfd85-d35d-4453-9c6f-a463aae40722" providerId="ADAL" clId="{EADAEE91-4A7C-4065-A245-779568A60DD0}" dt="2024-08-25T13:42:54.716" v="33" actId="207"/>
          <ac:spMkLst>
            <pc:docMk/>
            <pc:sldMk cId="2505751039" sldId="348"/>
            <ac:spMk id="3" creationId="{D9B437DC-A3DB-401E-B265-1B37EED2AEE1}"/>
          </ac:spMkLst>
        </pc:spChg>
        <pc:spChg chg="del">
          <ac:chgData name="Ms Alina Arshad" userId="cccdfd85-d35d-4453-9c6f-a463aae40722" providerId="ADAL" clId="{EADAEE91-4A7C-4065-A245-779568A60DD0}" dt="2024-08-25T13:42:58.434" v="34" actId="478"/>
          <ac:spMkLst>
            <pc:docMk/>
            <pc:sldMk cId="2505751039" sldId="348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01.831" v="35" actId="478"/>
          <ac:spMkLst>
            <pc:docMk/>
            <pc:sldMk cId="2505751039" sldId="348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959" v="306" actId="47"/>
        <pc:sldMkLst>
          <pc:docMk/>
          <pc:sldMk cId="662195488" sldId="349"/>
        </pc:sldMkLst>
        <pc:spChg chg="mod">
          <ac:chgData name="Ms Alina Arshad" userId="cccdfd85-d35d-4453-9c6f-a463aae40722" providerId="ADAL" clId="{EADAEE91-4A7C-4065-A245-779568A60DD0}" dt="2024-08-25T13:43:11.222" v="38" actId="207"/>
          <ac:spMkLst>
            <pc:docMk/>
            <pc:sldMk cId="662195488" sldId="349"/>
            <ac:spMk id="2" creationId="{E948826E-E54E-49E5-A1BB-A247D73F4654}"/>
          </ac:spMkLst>
        </pc:spChg>
        <pc:spChg chg="mod">
          <ac:chgData name="Ms Alina Arshad" userId="cccdfd85-d35d-4453-9c6f-a463aae40722" providerId="ADAL" clId="{EADAEE91-4A7C-4065-A245-779568A60DD0}" dt="2024-08-25T13:43:30.275" v="42" actId="207"/>
          <ac:spMkLst>
            <pc:docMk/>
            <pc:sldMk cId="662195488" sldId="349"/>
            <ac:spMk id="3" creationId="{73CAB96E-5D26-4FBA-93D4-48E335D0109C}"/>
          </ac:spMkLst>
        </pc:spChg>
        <pc:spChg chg="del">
          <ac:chgData name="Ms Alina Arshad" userId="cccdfd85-d35d-4453-9c6f-a463aae40722" providerId="ADAL" clId="{EADAEE91-4A7C-4065-A245-779568A60DD0}" dt="2024-08-25T13:43:21.984" v="40" actId="478"/>
          <ac:spMkLst>
            <pc:docMk/>
            <pc:sldMk cId="662195488" sldId="34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25.868" v="41" actId="478"/>
          <ac:spMkLst>
            <pc:docMk/>
            <pc:sldMk cId="662195488" sldId="349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19.557" v="149" actId="207"/>
        <pc:sldMkLst>
          <pc:docMk/>
          <pc:sldMk cId="0" sldId="350"/>
        </pc:sldMkLst>
        <pc:spChg chg="mod">
          <ac:chgData name="Ms Alina Arshad" userId="cccdfd85-d35d-4453-9c6f-a463aae40722" providerId="ADAL" clId="{EADAEE91-4A7C-4065-A245-779568A60DD0}" dt="2024-08-25T14:58:19.557" v="149" actId="207"/>
          <ac:spMkLst>
            <pc:docMk/>
            <pc:sldMk cId="0" sldId="350"/>
            <ac:spMk id="18434" creationId="{A577BD20-D1FF-1BEE-9621-64AB62F59F87}"/>
          </ac:spMkLst>
        </pc:spChg>
      </pc:sldChg>
      <pc:sldChg chg="modSp add mod">
        <pc:chgData name="Ms Alina Arshad" userId="cccdfd85-d35d-4453-9c6f-a463aae40722" providerId="ADAL" clId="{EADAEE91-4A7C-4065-A245-779568A60DD0}" dt="2024-08-25T14:59:22.631" v="165" actId="27636"/>
        <pc:sldMkLst>
          <pc:docMk/>
          <pc:sldMk cId="0" sldId="351"/>
        </pc:sldMkLst>
        <pc:spChg chg="mod">
          <ac:chgData name="Ms Alina Arshad" userId="cccdfd85-d35d-4453-9c6f-a463aae40722" providerId="ADAL" clId="{EADAEE91-4A7C-4065-A245-779568A60DD0}" dt="2024-08-25T14:59:22.631" v="165" actId="27636"/>
          <ac:spMkLst>
            <pc:docMk/>
            <pc:sldMk cId="0" sldId="351"/>
            <ac:spMk id="3" creationId="{C0C22FA1-E5B0-AD82-96B5-C98C4EA3D56C}"/>
          </ac:spMkLst>
        </pc:spChg>
        <pc:spChg chg="mod">
          <ac:chgData name="Ms Alina Arshad" userId="cccdfd85-d35d-4453-9c6f-a463aae40722" providerId="ADAL" clId="{EADAEE91-4A7C-4065-A245-779568A60DD0}" dt="2024-08-25T14:58:57.020" v="157" actId="1076"/>
          <ac:spMkLst>
            <pc:docMk/>
            <pc:sldMk cId="0" sldId="351"/>
            <ac:spMk id="20482" creationId="{BBAA9927-7645-6E75-19D7-0A3279220EA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0" creationId="{633463A3-DE25-CA28-40E4-8C3D91E4450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1" creationId="{D7881945-A53A-8D17-791D-162E4ADC9F1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5" creationId="{30D2EC8A-7B00-E22A-A5F0-C7C377536AE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6" creationId="{42E8223A-9727-18BC-F219-76783C6B798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7" creationId="{8CC3DB45-73B0-CB58-0A96-E1B87974EC7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8" creationId="{6B2D9AAB-1FD8-024E-2C7E-CD197AB3F16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9" creationId="{B21B324D-B54B-AB2A-35F9-0B2633DCB2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0" creationId="{368DA16C-FD8C-D0D7-7F0E-66A1775A49F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1" creationId="{BBE25917-92B5-29DD-2D43-C206AE6FAD3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2" creationId="{5B7BB921-3413-4F30-B079-54C603A5CA8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3" creationId="{33B1CDDC-6023-5CD5-5C24-0D8879304E0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4" creationId="{64F24335-C1B3-911B-8406-E9E34E828CE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6" creationId="{9B3659CD-6C1E-2B5A-5A04-DE082428E6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8" creationId="{B622AB96-288F-81CD-5E4A-A96A8645BC6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9" creationId="{89A1CA44-16E9-8216-7022-7920138E5E1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0" creationId="{EE6AD805-7BC0-6284-A5A6-E5975E600F6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1" creationId="{1C9AA088-7E22-4D43-1279-63DD018115A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2" creationId="{BB11CD00-1F5F-6793-EC2D-87C49775945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3" creationId="{FCC19961-6BBD-7936-C553-6162DC2475F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4" creationId="{43DD98F7-450E-0791-BFCC-67C8C437F2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5" creationId="{909C4666-C7D2-5CFD-2A9D-E6C939F855D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6" creationId="{F559048E-5AEA-BFAA-4AB2-A79BD77B4E6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8" creationId="{A73BE407-30D4-0E52-57AB-73F9CF23B9C0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9" creationId="{3D2DE760-CDA8-026D-2727-1D2422A400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2" creationId="{724AC8D3-447F-303D-8B23-332CAB4183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3" creationId="{F261ED58-EC46-D0CB-EF10-36FDD01A018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4" creationId="{2978236F-238F-63A3-A9C6-1BC14C387C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5" creationId="{3A10A80B-598C-6F80-B20E-D83391B4DAF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6" creationId="{DE8A2B8B-C132-773A-4325-63EA471A82E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7" creationId="{A7378887-B4EE-0D36-3B40-BF7373A0A75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8" creationId="{CBA19445-DC40-B276-D8A2-FB7B5D7C693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9" creationId="{3D9C512B-90B6-61AE-0FE2-301DA8BF616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2" creationId="{01F75FB1-FA05-E792-5677-1408EBFE489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5" creationId="{B248B2D8-4FD5-CC0D-B842-158AE12C4F7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6" creationId="{BC821949-4409-B6D2-0B76-CF34243713C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7" creationId="{D2F2A971-F446-C273-87FD-620558105FC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8" creationId="{8D694FCD-8075-29AA-7B6F-E3033267B8F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9" creationId="{C2E3A1C5-308C-D8E1-DF3B-D3F66602494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0" creationId="{3D348CA4-5DDE-5C56-5FA0-AF17C8561F3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1" creationId="{AFBDDBF6-D876-C151-24EF-4F8278F2BA3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2" creationId="{DBB3D900-774B-536F-785C-E839802B58E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3" creationId="{0952B678-AF27-EA9B-4BB4-76D04C4889D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4" creationId="{82380CB0-76D2-D7C4-10F0-DE56CAED63AE}"/>
          </ac:spMkLst>
        </pc:s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" creationId="{7F9631C9-A4A1-9EC8-8B28-D2C54EDAAC8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5" creationId="{B7A9110E-17AF-7A9A-94CA-09682B01ADA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6" creationId="{C87A5648-2ED0-13A1-E987-3804502F5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7" creationId="{FEF07A09-23EB-692B-E7F8-931D9A1688D3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8" creationId="{4F49DAD8-804A-D178-31DD-036F4BAAAE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9" creationId="{95027C7D-621B-B27C-733C-C9EC585D5C2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2" creationId="{054DD1F6-623A-E71F-F6E2-064F30277D1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3" creationId="{6ECA2E41-720C-F599-9154-426F329E4A5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4" creationId="{1E4BF6B6-F9CB-5FE1-F3F4-5BA86F870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5" creationId="{93453CF6-B129-40D6-76E3-5DC20D6CDA59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7" creationId="{DFBB99D5-D52B-1F57-9535-CF9B7EE2622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17" creationId="{264FBE28-AF63-C31F-376E-2E336D6CE57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0" creationId="{FC154E7D-4B1D-54F5-535F-267395724150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1" creationId="{D3F057E2-1931-2A47-5DEE-9A1C6D8472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0" creationId="{9329A31E-5CC2-8249-4436-0A6A6E596555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1" creationId="{84BB47A9-E83E-AEFB-27FA-6B66D827416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3" creationId="{201B7CCB-5F34-F678-758F-0661DE8D959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4" creationId="{0E9C74A4-0952-6E8E-DB45-32A6E2651681}"/>
          </ac:grpSpMkLst>
        </pc:grpChg>
      </pc:sldChg>
      <pc:sldChg chg="modSp add mod modAnim">
        <pc:chgData name="Ms Alina Arshad" userId="cccdfd85-d35d-4453-9c6f-a463aae40722" providerId="ADAL" clId="{EADAEE91-4A7C-4065-A245-779568A60DD0}" dt="2024-08-25T15:02:43.628" v="201" actId="12"/>
        <pc:sldMkLst>
          <pc:docMk/>
          <pc:sldMk cId="0" sldId="352"/>
        </pc:sldMkLst>
        <pc:spChg chg="mod">
          <ac:chgData name="Ms Alina Arshad" userId="cccdfd85-d35d-4453-9c6f-a463aae40722" providerId="ADAL" clId="{EADAEE91-4A7C-4065-A245-779568A60DD0}" dt="2024-08-25T15:02:43.628" v="201" actId="12"/>
          <ac:spMkLst>
            <pc:docMk/>
            <pc:sldMk cId="0" sldId="352"/>
            <ac:spMk id="2052" creationId="{B4DE60EB-A6E8-8EBF-8E19-B399561545C9}"/>
          </ac:spMkLst>
        </pc:spChg>
        <pc:spChg chg="mod">
          <ac:chgData name="Ms Alina Arshad" userId="cccdfd85-d35d-4453-9c6f-a463aae40722" providerId="ADAL" clId="{EADAEE91-4A7C-4065-A245-779568A60DD0}" dt="2024-08-25T15:01:36.327" v="178" actId="207"/>
          <ac:spMkLst>
            <pc:docMk/>
            <pc:sldMk cId="0" sldId="352"/>
            <ac:spMk id="22530" creationId="{81E4A2DE-EED4-BE27-0CBC-60AC4B3515B2}"/>
          </ac:spMkLst>
        </pc:spChg>
        <pc:graphicFrameChg chg="mod">
          <ac:chgData name="Ms Alina Arshad" userId="cccdfd85-d35d-4453-9c6f-a463aae40722" providerId="ADAL" clId="{EADAEE91-4A7C-4065-A245-779568A60DD0}" dt="2024-08-25T15:01:54.126" v="183" actId="1076"/>
          <ac:graphicFrameMkLst>
            <pc:docMk/>
            <pc:sldMk cId="0" sldId="352"/>
            <ac:graphicFrameMk id="2050" creationId="{69F5B8D4-45C1-7EAE-504B-933840C40481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4:31.039" v="226" actId="1076"/>
        <pc:sldMkLst>
          <pc:docMk/>
          <pc:sldMk cId="0" sldId="353"/>
        </pc:sldMkLst>
        <pc:spChg chg="mod">
          <ac:chgData name="Ms Alina Arshad" userId="cccdfd85-d35d-4453-9c6f-a463aae40722" providerId="ADAL" clId="{EADAEE91-4A7C-4065-A245-779568A60DD0}" dt="2024-08-25T15:04:31.039" v="226" actId="1076"/>
          <ac:spMkLst>
            <pc:docMk/>
            <pc:sldMk cId="0" sldId="353"/>
            <ac:spMk id="12" creationId="{1B6A82AF-111F-D1BE-2D7D-3590FC2DDAC9}"/>
          </ac:spMkLst>
        </pc:spChg>
        <pc:spChg chg="mod">
          <ac:chgData name="Ms Alina Arshad" userId="cccdfd85-d35d-4453-9c6f-a463aae40722" providerId="ADAL" clId="{EADAEE91-4A7C-4065-A245-779568A60DD0}" dt="2024-08-25T15:04:18.556" v="222" actId="207"/>
          <ac:spMkLst>
            <pc:docMk/>
            <pc:sldMk cId="0" sldId="353"/>
            <ac:spMk id="13" creationId="{40BD6F9F-8B0E-8151-5595-E398BA5B69BC}"/>
          </ac:spMkLst>
        </pc:spChg>
        <pc:spChg chg="mod">
          <ac:chgData name="Ms Alina Arshad" userId="cccdfd85-d35d-4453-9c6f-a463aae40722" providerId="ADAL" clId="{EADAEE91-4A7C-4065-A245-779568A60DD0}" dt="2024-08-25T15:03:57.441" v="219" actId="207"/>
          <ac:spMkLst>
            <pc:docMk/>
            <pc:sldMk cId="0" sldId="353"/>
            <ac:spMk id="24578" creationId="{A6AAA39F-8495-7D22-ACDD-646A2CF1F432}"/>
          </ac:spMkLst>
        </pc:spChg>
        <pc:spChg chg="mod">
          <ac:chgData name="Ms Alina Arshad" userId="cccdfd85-d35d-4453-9c6f-a463aae40722" providerId="ADAL" clId="{EADAEE91-4A7C-4065-A245-779568A60DD0}" dt="2024-08-25T15:04:21.653" v="223" actId="207"/>
          <ac:spMkLst>
            <pc:docMk/>
            <pc:sldMk cId="0" sldId="353"/>
            <ac:spMk id="24579" creationId="{1D3E6F96-66D0-4256-B3BD-7CD77460DDD7}"/>
          </ac:spMkLst>
        </pc:spChg>
        <pc:spChg chg="mod">
          <ac:chgData name="Ms Alina Arshad" userId="cccdfd85-d35d-4453-9c6f-a463aae40722" providerId="ADAL" clId="{EADAEE91-4A7C-4065-A245-779568A60DD0}" dt="2024-08-25T15:04:25.363" v="224" actId="113"/>
          <ac:spMkLst>
            <pc:docMk/>
            <pc:sldMk cId="0" sldId="353"/>
            <ac:spMk id="24581" creationId="{AC6072E2-E180-4510-5672-05CB4006ADFA}"/>
          </ac:spMkLst>
        </pc:spChg>
      </pc:sldChg>
      <pc:sldChg chg="modSp add mod">
        <pc:chgData name="Ms Alina Arshad" userId="cccdfd85-d35d-4453-9c6f-a463aae40722" providerId="ADAL" clId="{EADAEE91-4A7C-4065-A245-779568A60DD0}" dt="2024-08-25T15:04:55.549" v="232" actId="113"/>
        <pc:sldMkLst>
          <pc:docMk/>
          <pc:sldMk cId="0" sldId="354"/>
        </pc:sldMkLst>
        <pc:spChg chg="mod">
          <ac:chgData name="Ms Alina Arshad" userId="cccdfd85-d35d-4453-9c6f-a463aae40722" providerId="ADAL" clId="{EADAEE91-4A7C-4065-A245-779568A60DD0}" dt="2024-08-25T15:04:44.641" v="229" actId="207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EADAEE91-4A7C-4065-A245-779568A60DD0}" dt="2024-08-25T15:04:55.549" v="232" actId="113"/>
          <ac:spMkLst>
            <pc:docMk/>
            <pc:sldMk cId="0" sldId="354"/>
            <ac:spMk id="15" creationId="{220352EF-14A6-A74A-D1D9-AE269D4104D5}"/>
          </ac:spMkLst>
        </pc:spChg>
        <pc:spChg chg="mod">
          <ac:chgData name="Ms Alina Arshad" userId="cccdfd85-d35d-4453-9c6f-a463aae40722" providerId="ADAL" clId="{EADAEE91-4A7C-4065-A245-779568A60DD0}" dt="2024-08-25T15:04:37.382" v="227" actId="207"/>
          <ac:spMkLst>
            <pc:docMk/>
            <pc:sldMk cId="0" sldId="354"/>
            <ac:spMk id="25602" creationId="{763249DC-6058-8C52-C85A-8BDD92970B7F}"/>
          </ac:spMkLst>
        </pc:spChg>
        <pc:spChg chg="mod">
          <ac:chgData name="Ms Alina Arshad" userId="cccdfd85-d35d-4453-9c6f-a463aae40722" providerId="ADAL" clId="{EADAEE91-4A7C-4065-A245-779568A60DD0}" dt="2024-08-25T15:04:41.757" v="228" actId="207"/>
          <ac:spMkLst>
            <pc:docMk/>
            <pc:sldMk cId="0" sldId="354"/>
            <ac:spMk id="25603" creationId="{BF524721-A574-8A8A-2F01-CF97DC19A676}"/>
          </ac:spMkLst>
        </pc:spChg>
        <pc:spChg chg="mod">
          <ac:chgData name="Ms Alina Arshad" userId="cccdfd85-d35d-4453-9c6f-a463aae40722" providerId="ADAL" clId="{EADAEE91-4A7C-4065-A245-779568A60DD0}" dt="2024-08-25T15:04:51.278" v="231" actId="1076"/>
          <ac:spMkLst>
            <pc:docMk/>
            <pc:sldMk cId="0" sldId="354"/>
            <ac:spMk id="25605" creationId="{4AD958AC-ED29-36C3-55AE-161AB81FAC71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07.978" v="147" actId="207"/>
        <pc:sldMkLst>
          <pc:docMk/>
          <pc:sldMk cId="0" sldId="355"/>
        </pc:sldMkLst>
        <pc:spChg chg="mod">
          <ac:chgData name="Ms Alina Arshad" userId="cccdfd85-d35d-4453-9c6f-a463aae40722" providerId="ADAL" clId="{EADAEE91-4A7C-4065-A245-779568A60DD0}" dt="2024-08-25T14:58:07.978" v="147" actId="207"/>
          <ac:spMkLst>
            <pc:docMk/>
            <pc:sldMk cId="0" sldId="355"/>
            <ac:spMk id="3" creationId="{D85BE8BD-8465-2E9F-8E33-04A29E3523A4}"/>
          </ac:spMkLst>
        </pc:spChg>
        <pc:spChg chg="mod">
          <ac:chgData name="Ms Alina Arshad" userId="cccdfd85-d35d-4453-9c6f-a463aae40722" providerId="ADAL" clId="{EADAEE91-4A7C-4065-A245-779568A60DD0}" dt="2024-08-25T14:57:47.486" v="142" actId="207"/>
          <ac:spMkLst>
            <pc:docMk/>
            <pc:sldMk cId="0" sldId="355"/>
            <ac:spMk id="17410" creationId="{C3FC1DD1-B58D-09D5-C15F-8926BFD5C267}"/>
          </ac:spMkLst>
        </pc:spChg>
      </pc:sldChg>
      <pc:sldChg chg="modSp add mod modAnim">
        <pc:chgData name="Ms Alina Arshad" userId="cccdfd85-d35d-4453-9c6f-a463aae40722" providerId="ADAL" clId="{EADAEE91-4A7C-4065-A245-779568A60DD0}" dt="2024-08-25T15:03:12.680" v="212" actId="12"/>
        <pc:sldMkLst>
          <pc:docMk/>
          <pc:sldMk cId="0" sldId="356"/>
        </pc:sldMkLst>
        <pc:spChg chg="mod">
          <ac:chgData name="Ms Alina Arshad" userId="cccdfd85-d35d-4453-9c6f-a463aae40722" providerId="ADAL" clId="{EADAEE91-4A7C-4065-A245-779568A60DD0}" dt="2024-08-25T15:03:12.680" v="212" actId="12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EADAEE91-4A7C-4065-A245-779568A60DD0}" dt="2024-08-25T14:59:50.347" v="170" actId="1076"/>
          <ac:spMkLst>
            <pc:docMk/>
            <pc:sldMk cId="0" sldId="356"/>
            <ac:spMk id="6" creationId="{E1E67165-1674-230D-4202-24CCC9DB983B}"/>
          </ac:spMkLst>
        </pc:spChg>
        <pc:spChg chg="mod">
          <ac:chgData name="Ms Alina Arshad" userId="cccdfd85-d35d-4453-9c6f-a463aae40722" providerId="ADAL" clId="{EADAEE91-4A7C-4065-A245-779568A60DD0}" dt="2024-08-25T14:59:34.753" v="167" actId="207"/>
          <ac:spMkLst>
            <pc:docMk/>
            <pc:sldMk cId="0" sldId="356"/>
            <ac:spMk id="21506" creationId="{2FDC0C03-1A50-AFEA-680D-11CB0080FD7C}"/>
          </ac:spMkLst>
        </pc:spChg>
        <pc:graphicFrameChg chg="mod">
          <ac:chgData name="Ms Alina Arshad" userId="cccdfd85-d35d-4453-9c6f-a463aae40722" providerId="ADAL" clId="{EADAEE91-4A7C-4065-A245-779568A60DD0}" dt="2024-08-25T14:59:45.178" v="169" actId="1076"/>
          <ac:graphicFrameMkLst>
            <pc:docMk/>
            <pc:sldMk cId="0" sldId="356"/>
            <ac:graphicFrameMk id="21509" creationId="{81D7D4B2-F8DF-09C0-AA5D-0071884A3BF6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3:39.380" v="218" actId="1036"/>
        <pc:sldMkLst>
          <pc:docMk/>
          <pc:sldMk cId="0" sldId="357"/>
        </pc:sldMkLst>
        <pc:spChg chg="mod">
          <ac:chgData name="Ms Alina Arshad" userId="cccdfd85-d35d-4453-9c6f-a463aae40722" providerId="ADAL" clId="{EADAEE91-4A7C-4065-A245-779568A60DD0}" dt="2024-08-25T15:03:35.390" v="215" actId="1076"/>
          <ac:spMkLst>
            <pc:docMk/>
            <pc:sldMk cId="0" sldId="357"/>
            <ac:spMk id="23554" creationId="{715C96A0-76EB-2410-6028-7CC970A627D0}"/>
          </ac:spMkLst>
        </pc:spChg>
        <pc:graphicFrameChg chg="mod">
          <ac:chgData name="Ms Alina Arshad" userId="cccdfd85-d35d-4453-9c6f-a463aae40722" providerId="ADAL" clId="{EADAEE91-4A7C-4065-A245-779568A60DD0}" dt="2024-08-25T15:03:39.380" v="218" actId="1036"/>
          <ac:graphicFrameMkLst>
            <pc:docMk/>
            <pc:sldMk cId="0" sldId="357"/>
            <ac:graphicFrameMk id="4" creationId="{B1D77928-E685-A06F-FA78-FDDCC75A6255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5:45.451" v="243" actId="14100"/>
        <pc:sldMkLst>
          <pc:docMk/>
          <pc:sldMk cId="0" sldId="359"/>
        </pc:sldMkLst>
        <pc:spChg chg="mod">
          <ac:chgData name="Ms Alina Arshad" userId="cccdfd85-d35d-4453-9c6f-a463aae40722" providerId="ADAL" clId="{EADAEE91-4A7C-4065-A245-779568A60DD0}" dt="2024-08-25T15:05:45.451" v="243" actId="14100"/>
          <ac:spMkLst>
            <pc:docMk/>
            <pc:sldMk cId="0" sldId="359"/>
            <ac:spMk id="3" creationId="{69781428-DBFB-ECB6-E9C1-D0A247A45649}"/>
          </ac:spMkLst>
        </pc:spChg>
        <pc:spChg chg="mod">
          <ac:chgData name="Ms Alina Arshad" userId="cccdfd85-d35d-4453-9c6f-a463aae40722" providerId="ADAL" clId="{EADAEE91-4A7C-4065-A245-779568A60DD0}" dt="2024-08-25T15:05:24.436" v="236" actId="207"/>
          <ac:spMkLst>
            <pc:docMk/>
            <pc:sldMk cId="0" sldId="359"/>
            <ac:spMk id="27650" creationId="{3601D225-8BCB-CD61-89F6-BD0091383FA4}"/>
          </ac:spMkLst>
        </pc:spChg>
      </pc:sldChg>
      <pc:sldChg chg="modSp add mod">
        <pc:chgData name="Ms Alina Arshad" userId="cccdfd85-d35d-4453-9c6f-a463aae40722" providerId="ADAL" clId="{EADAEE91-4A7C-4065-A245-779568A60DD0}" dt="2024-08-25T15:06:27.309" v="255" actId="1076"/>
        <pc:sldMkLst>
          <pc:docMk/>
          <pc:sldMk cId="0" sldId="360"/>
        </pc:sldMkLst>
        <pc:spChg chg="mod">
          <ac:chgData name="Ms Alina Arshad" userId="cccdfd85-d35d-4453-9c6f-a463aae40722" providerId="ADAL" clId="{EADAEE91-4A7C-4065-A245-779568A60DD0}" dt="2024-08-25T15:06:12.105" v="252" actId="14100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EADAEE91-4A7C-4065-A245-779568A60DD0}" dt="2024-08-25T15:06:27.309" v="255" actId="1076"/>
          <ac:spMkLst>
            <pc:docMk/>
            <pc:sldMk cId="0" sldId="360"/>
            <ac:spMk id="28674" creationId="{5DF05B7C-3FB9-7AAD-79F2-F672F7AE8C7B}"/>
          </ac:spMkLst>
        </pc:spChg>
      </pc:sldChg>
      <pc:sldChg chg="delSp del mod">
        <pc:chgData name="Ms Alina Arshad" userId="cccdfd85-d35d-4453-9c6f-a463aae40722" providerId="ADAL" clId="{EADAEE91-4A7C-4065-A245-779568A60DD0}" dt="2024-08-25T15:14:04.534" v="324" actId="2696"/>
        <pc:sldMkLst>
          <pc:docMk/>
          <pc:sldMk cId="1781116589" sldId="366"/>
        </pc:sldMkLst>
        <pc:spChg chg="del">
          <ac:chgData name="Ms Alina Arshad" userId="cccdfd85-d35d-4453-9c6f-a463aae40722" providerId="ADAL" clId="{EADAEE91-4A7C-4065-A245-779568A60DD0}" dt="2024-08-25T13:49:30.341" v="85" actId="478"/>
          <ac:spMkLst>
            <pc:docMk/>
            <pc:sldMk cId="1781116589" sldId="366"/>
            <ac:spMk id="4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646350301" sldId="367"/>
        </pc:sldMkLst>
        <pc:spChg chg="mod">
          <ac:chgData name="Ms Alina Arshad" userId="cccdfd85-d35d-4453-9c6f-a463aae40722" providerId="ADAL" clId="{EADAEE91-4A7C-4065-A245-779568A60DD0}" dt="2024-08-25T15:13:28.452" v="322" actId="207"/>
          <ac:spMkLst>
            <pc:docMk/>
            <pc:sldMk cId="2646350301" sldId="367"/>
            <ac:spMk id="3" creationId="{2518979F-5DCB-4663-9049-A6A42C1D2313}"/>
          </ac:spMkLst>
        </pc:spChg>
        <pc:spChg chg="del">
          <ac:chgData name="Ms Alina Arshad" userId="cccdfd85-d35d-4453-9c6f-a463aae40722" providerId="ADAL" clId="{EADAEE91-4A7C-4065-A245-779568A60DD0}" dt="2024-08-25T13:49:36.906" v="86" actId="478"/>
          <ac:spMkLst>
            <pc:docMk/>
            <pc:sldMk cId="2646350301" sldId="36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42.150" v="87" actId="478"/>
          <ac:spMkLst>
            <pc:docMk/>
            <pc:sldMk cId="2646350301" sldId="36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15.486" v="296" actId="207"/>
        <pc:sldMkLst>
          <pc:docMk/>
          <pc:sldMk cId="0" sldId="368"/>
        </pc:sldMkLst>
        <pc:spChg chg="mod">
          <ac:chgData name="Ms Alina Arshad" userId="cccdfd85-d35d-4453-9c6f-a463aae40722" providerId="ADAL" clId="{EADAEE91-4A7C-4065-A245-779568A60DD0}" dt="2024-08-25T15:08:15.486" v="296" actId="207"/>
          <ac:spMkLst>
            <pc:docMk/>
            <pc:sldMk cId="0" sldId="368"/>
            <ac:spMk id="31746" creationId="{3F73AF0F-32BB-BF3D-2A46-896C3B9747AB}"/>
          </ac:spMkLst>
        </pc:spChg>
      </pc:sldChg>
      <pc:sldChg chg="modSp add mod">
        <pc:chgData name="Ms Alina Arshad" userId="cccdfd85-d35d-4453-9c6f-a463aae40722" providerId="ADAL" clId="{EADAEE91-4A7C-4065-A245-779568A60DD0}" dt="2024-08-25T15:05:05.625" v="234" actId="207"/>
        <pc:sldMkLst>
          <pc:docMk/>
          <pc:sldMk cId="0" sldId="369"/>
        </pc:sldMkLst>
        <pc:spChg chg="mod">
          <ac:chgData name="Ms Alina Arshad" userId="cccdfd85-d35d-4453-9c6f-a463aae40722" providerId="ADAL" clId="{EADAEE91-4A7C-4065-A245-779568A60DD0}" dt="2024-08-25T15:05:05.625" v="234" actId="207"/>
          <ac:spMkLst>
            <pc:docMk/>
            <pc:sldMk cId="0" sldId="369"/>
            <ac:spMk id="26626" creationId="{A4F027D1-2AC1-1C80-C6CA-8BCE00F02C1D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894339878" sldId="370"/>
        </pc:sldMkLst>
        <pc:spChg chg="del">
          <ac:chgData name="Ms Alina Arshad" userId="cccdfd85-d35d-4453-9c6f-a463aae40722" providerId="ADAL" clId="{EADAEE91-4A7C-4065-A245-779568A60DD0}" dt="2024-08-25T13:51:31.553" v="92" actId="478"/>
          <ac:spMkLst>
            <pc:docMk/>
            <pc:sldMk cId="894339878" sldId="370"/>
            <ac:spMk id="2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3.286" v="93" actId="478"/>
          <ac:spMkLst>
            <pc:docMk/>
            <pc:sldMk cId="894339878" sldId="370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38.988" v="299" actId="1076"/>
        <pc:sldMkLst>
          <pc:docMk/>
          <pc:sldMk cId="3002628608" sldId="371"/>
        </pc:sldMkLst>
        <pc:spChg chg="mod">
          <ac:chgData name="Ms Alina Arshad" userId="cccdfd85-d35d-4453-9c6f-a463aae40722" providerId="ADAL" clId="{EADAEE91-4A7C-4065-A245-779568A60DD0}" dt="2024-08-25T15:08:38.988" v="299" actId="1076"/>
          <ac:spMkLst>
            <pc:docMk/>
            <pc:sldMk cId="3002628608" sldId="371"/>
            <ac:spMk id="4" creationId="{94D4E49B-D791-29C0-F6A5-C1046AC56CDE}"/>
          </ac:spMkLst>
        </pc:spChg>
        <pc:spChg chg="mod">
          <ac:chgData name="Ms Alina Arshad" userId="cccdfd85-d35d-4453-9c6f-a463aae40722" providerId="ADAL" clId="{EADAEE91-4A7C-4065-A245-779568A60DD0}" dt="2024-08-25T15:08:30.414" v="298" actId="1076"/>
          <ac:spMkLst>
            <pc:docMk/>
            <pc:sldMk cId="3002628608" sldId="371"/>
            <ac:spMk id="32770" creationId="{FA441A40-7A87-2958-591E-25A88C4756ED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51.078" v="301" actId="207"/>
        <pc:sldMkLst>
          <pc:docMk/>
          <pc:sldMk cId="0" sldId="372"/>
        </pc:sldMkLst>
        <pc:spChg chg="mod">
          <ac:chgData name="Ms Alina Arshad" userId="cccdfd85-d35d-4453-9c6f-a463aae40722" providerId="ADAL" clId="{EADAEE91-4A7C-4065-A245-779568A60DD0}" dt="2024-08-25T15:08:51.078" v="301" actId="207"/>
          <ac:spMkLst>
            <pc:docMk/>
            <pc:sldMk cId="0" sldId="372"/>
            <ac:spMk id="33794" creationId="{21B4FF6A-7A53-1B02-2C5F-197ADE8BB9A5}"/>
          </ac:spMkLst>
        </pc:spChg>
      </pc:sldChg>
      <pc:sldChg chg="delSp mod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581933320" sldId="373"/>
        </pc:sldMkLst>
        <pc:spChg chg="del">
          <ac:chgData name="Ms Alina Arshad" userId="cccdfd85-d35d-4453-9c6f-a463aae40722" providerId="ADAL" clId="{EADAEE91-4A7C-4065-A245-779568A60DD0}" dt="2024-08-25T13:51:25.425" v="90" actId="478"/>
          <ac:spMkLst>
            <pc:docMk/>
            <pc:sldMk cId="2581933320" sldId="373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27.178" v="91" actId="478"/>
          <ac:spMkLst>
            <pc:docMk/>
            <pc:sldMk cId="2581933320" sldId="373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51:23.578" v="89" actId="1076"/>
          <ac:picMkLst>
            <pc:docMk/>
            <pc:sldMk cId="2581933320" sldId="373"/>
            <ac:picMk id="4" creationId="{47E901C3-88FE-4B0F-8736-32CA0B98907C}"/>
          </ac:picMkLst>
        </pc:picChg>
      </pc:sldChg>
      <pc:sldChg chg="modSp add mod">
        <pc:chgData name="Ms Alina Arshad" userId="cccdfd85-d35d-4453-9c6f-a463aae40722" providerId="ADAL" clId="{EADAEE91-4A7C-4065-A245-779568A60DD0}" dt="2024-08-25T14:58:46.193" v="155" actId="14100"/>
        <pc:sldMkLst>
          <pc:docMk/>
          <pc:sldMk cId="0" sldId="374"/>
        </pc:sldMkLst>
        <pc:spChg chg="mod">
          <ac:chgData name="Ms Alina Arshad" userId="cccdfd85-d35d-4453-9c6f-a463aae40722" providerId="ADAL" clId="{EADAEE91-4A7C-4065-A245-779568A60DD0}" dt="2024-08-25T14:58:41.662" v="153" actId="1076"/>
          <ac:spMkLst>
            <pc:docMk/>
            <pc:sldMk cId="0" sldId="374"/>
            <ac:spMk id="19458" creationId="{257D38D8-EC6F-DB19-5669-DB3AFD529775}"/>
          </ac:spMkLst>
        </pc:spChg>
        <pc:picChg chg="mod">
          <ac:chgData name="Ms Alina Arshad" userId="cccdfd85-d35d-4453-9c6f-a463aae40722" providerId="ADAL" clId="{EADAEE91-4A7C-4065-A245-779568A60DD0}" dt="2024-08-25T14:58:46.193" v="155" actId="14100"/>
          <ac:picMkLst>
            <pc:docMk/>
            <pc:sldMk cId="0" sldId="374"/>
            <ac:picMk id="19459" creationId="{08D96F9A-03EF-D418-E75A-0E6D82E325DD}"/>
          </ac:picMkLst>
        </pc:picChg>
      </pc:sldChg>
      <pc:sldChg chg="del">
        <pc:chgData name="Ms Alina Arshad" userId="cccdfd85-d35d-4453-9c6f-a463aae40722" providerId="ADAL" clId="{EADAEE91-4A7C-4065-A245-779568A60DD0}" dt="2024-08-25T13:34:25.062" v="0" actId="47"/>
        <pc:sldMkLst>
          <pc:docMk/>
          <pc:sldMk cId="50377824" sldId="375"/>
        </pc:sldMkLst>
      </pc:sldChg>
      <pc:sldChg chg="del">
        <pc:chgData name="Ms Alina Arshad" userId="cccdfd85-d35d-4453-9c6f-a463aae40722" providerId="ADAL" clId="{EADAEE91-4A7C-4065-A245-779568A60DD0}" dt="2024-08-25T13:34:25.561" v="1" actId="47"/>
        <pc:sldMkLst>
          <pc:docMk/>
          <pc:sldMk cId="387448209" sldId="376"/>
        </pc:sldMkLst>
      </pc:sldChg>
      <pc:sldChg chg="modSp add mod">
        <pc:chgData name="Ms Alina Arshad" userId="cccdfd85-d35d-4453-9c6f-a463aae40722" providerId="ADAL" clId="{EADAEE91-4A7C-4065-A245-779568A60DD0}" dt="2024-08-25T15:10:28.603" v="313" actId="14100"/>
        <pc:sldMkLst>
          <pc:docMk/>
          <pc:sldMk cId="0" sldId="377"/>
        </pc:sldMkLst>
        <pc:spChg chg="mod">
          <ac:chgData name="Ms Alina Arshad" userId="cccdfd85-d35d-4453-9c6f-a463aae40722" providerId="ADAL" clId="{EADAEE91-4A7C-4065-A245-779568A60DD0}" dt="2024-08-25T15:10:28.603" v="313" actId="14100"/>
          <ac:spMkLst>
            <pc:docMk/>
            <pc:sldMk cId="0" sldId="377"/>
            <ac:spMk id="3" creationId="{9C77C349-0A59-5576-A92B-0169D43EA6ED}"/>
          </ac:spMkLst>
        </pc:spChg>
        <pc:spChg chg="mod">
          <ac:chgData name="Ms Alina Arshad" userId="cccdfd85-d35d-4453-9c6f-a463aae40722" providerId="ADAL" clId="{EADAEE91-4A7C-4065-A245-779568A60DD0}" dt="2024-08-25T14:57:11.438" v="131" actId="207"/>
          <ac:spMkLst>
            <pc:docMk/>
            <pc:sldMk cId="0" sldId="377"/>
            <ac:spMk id="16386" creationId="{D17D7E4F-39CA-AA82-79C3-3E53DD62665E}"/>
          </ac:spMkLst>
        </pc:spChg>
      </pc:sldChg>
      <pc:sldChg chg="del">
        <pc:chgData name="Ms Alina Arshad" userId="cccdfd85-d35d-4453-9c6f-a463aae40722" providerId="ADAL" clId="{EADAEE91-4A7C-4065-A245-779568A60DD0}" dt="2024-08-25T13:35:28.486" v="4" actId="2696"/>
        <pc:sldMkLst>
          <pc:docMk/>
          <pc:sldMk cId="878700326" sldId="377"/>
        </pc:sldMkLst>
      </pc:sldChg>
      <pc:sldChg chg="delSp modSp del mod ord">
        <pc:chgData name="Ms Alina Arshad" userId="cccdfd85-d35d-4453-9c6f-a463aae40722" providerId="ADAL" clId="{EADAEE91-4A7C-4065-A245-779568A60DD0}" dt="2024-08-25T15:10:58.195" v="314" actId="47"/>
        <pc:sldMkLst>
          <pc:docMk/>
          <pc:sldMk cId="4064093034" sldId="378"/>
        </pc:sldMkLst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2" creationId="{5968DE79-4CF3-4764-A498-BFA5C2621DBE}"/>
          </ac:spMkLst>
        </pc:spChg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3" creationId="{43DC346B-280B-4E52-8205-38BC91F5925A}"/>
          </ac:spMkLst>
        </pc:spChg>
        <pc:spChg chg="del">
          <ac:chgData name="Ms Alina Arshad" userId="cccdfd85-d35d-4453-9c6f-a463aae40722" providerId="ADAL" clId="{EADAEE91-4A7C-4065-A245-779568A60DD0}" dt="2024-08-25T13:41:07.411" v="7" actId="478"/>
          <ac:spMkLst>
            <pc:docMk/>
            <pc:sldMk cId="4064093034" sldId="378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10.096" v="8" actId="478"/>
          <ac:spMkLst>
            <pc:docMk/>
            <pc:sldMk cId="4064093034" sldId="378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1:13.480" v="9" actId="1076"/>
          <ac:picMkLst>
            <pc:docMk/>
            <pc:sldMk cId="4064093034" sldId="378"/>
            <ac:picMk id="4" creationId="{3DBBE8BF-96C3-4767-8BE0-EE4991F19397}"/>
          </ac:picMkLst>
        </pc:picChg>
      </pc:sldChg>
      <pc:sldChg chg="delSp modSp del mod">
        <pc:chgData name="Ms Alina Arshad" userId="cccdfd85-d35d-4453-9c6f-a463aae40722" providerId="ADAL" clId="{EADAEE91-4A7C-4065-A245-779568A60DD0}" dt="2024-08-25T14:53:42.332" v="102" actId="47"/>
        <pc:sldMkLst>
          <pc:docMk/>
          <pc:sldMk cId="1461775536" sldId="379"/>
        </pc:sldMkLst>
        <pc:spChg chg="mod">
          <ac:chgData name="Ms Alina Arshad" userId="cccdfd85-d35d-4453-9c6f-a463aae40722" providerId="ADAL" clId="{EADAEE91-4A7C-4065-A245-779568A60DD0}" dt="2024-08-25T13:43:42.744" v="45" actId="1076"/>
          <ac:spMkLst>
            <pc:docMk/>
            <pc:sldMk cId="1461775536" sldId="379"/>
            <ac:spMk id="2" creationId="{D78211DC-DCD2-47C1-B8A3-58D1AA2D7DC9}"/>
          </ac:spMkLst>
        </pc:spChg>
        <pc:spChg chg="mod">
          <ac:chgData name="Ms Alina Arshad" userId="cccdfd85-d35d-4453-9c6f-a463aae40722" providerId="ADAL" clId="{EADAEE91-4A7C-4065-A245-779568A60DD0}" dt="2024-08-25T13:43:54.193" v="49" actId="14100"/>
          <ac:spMkLst>
            <pc:docMk/>
            <pc:sldMk cId="1461775536" sldId="379"/>
            <ac:spMk id="3" creationId="{C5C165DD-8B1C-4A87-83B9-18B35B126F92}"/>
          </ac:spMkLst>
        </pc:spChg>
        <pc:spChg chg="del">
          <ac:chgData name="Ms Alina Arshad" userId="cccdfd85-d35d-4453-9c6f-a463aae40722" providerId="ADAL" clId="{EADAEE91-4A7C-4065-A245-779568A60DD0}" dt="2024-08-25T13:43:56.477" v="50" actId="478"/>
          <ac:spMkLst>
            <pc:docMk/>
            <pc:sldMk cId="1461775536" sldId="37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59.873" v="51" actId="478"/>
          <ac:spMkLst>
            <pc:docMk/>
            <pc:sldMk cId="1461775536" sldId="379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43.340" v="103" actId="47"/>
        <pc:sldMkLst>
          <pc:docMk/>
          <pc:sldMk cId="1822324932" sldId="380"/>
        </pc:sldMkLst>
        <pc:spChg chg="mod">
          <ac:chgData name="Ms Alina Arshad" userId="cccdfd85-d35d-4453-9c6f-a463aae40722" providerId="ADAL" clId="{EADAEE91-4A7C-4065-A245-779568A60DD0}" dt="2024-08-25T13:44:11.452" v="54" actId="207"/>
          <ac:spMkLst>
            <pc:docMk/>
            <pc:sldMk cId="1822324932" sldId="380"/>
            <ac:spMk id="2" creationId="{D0A3B775-4D7B-444A-BAC6-72B54826614E}"/>
          </ac:spMkLst>
        </pc:spChg>
        <pc:spChg chg="mod">
          <ac:chgData name="Ms Alina Arshad" userId="cccdfd85-d35d-4453-9c6f-a463aae40722" providerId="ADAL" clId="{EADAEE91-4A7C-4065-A245-779568A60DD0}" dt="2024-08-25T13:44:52.564" v="58" actId="255"/>
          <ac:spMkLst>
            <pc:docMk/>
            <pc:sldMk cId="1822324932" sldId="380"/>
            <ac:spMk id="3" creationId="{EAB04FEA-9BA2-4990-A45A-478A844BEA75}"/>
          </ac:spMkLst>
        </pc:spChg>
        <pc:spChg chg="del">
          <ac:chgData name="Ms Alina Arshad" userId="cccdfd85-d35d-4453-9c6f-a463aae40722" providerId="ADAL" clId="{EADAEE91-4A7C-4065-A245-779568A60DD0}" dt="2024-08-25T13:44:16.661" v="55" actId="478"/>
          <ac:spMkLst>
            <pc:docMk/>
            <pc:sldMk cId="1822324932" sldId="380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4:41.318" v="56" actId="478"/>
          <ac:spMkLst>
            <pc:docMk/>
            <pc:sldMk cId="1822324932" sldId="380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50.254" v="104" actId="47"/>
        <pc:sldMkLst>
          <pc:docMk/>
          <pc:sldMk cId="4242572248" sldId="381"/>
        </pc:sldMkLst>
        <pc:spChg chg="mod">
          <ac:chgData name="Ms Alina Arshad" userId="cccdfd85-d35d-4453-9c6f-a463aae40722" providerId="ADAL" clId="{EADAEE91-4A7C-4065-A245-779568A60DD0}" dt="2024-08-25T13:45:14.185" v="61" actId="207"/>
          <ac:spMkLst>
            <pc:docMk/>
            <pc:sldMk cId="4242572248" sldId="381"/>
            <ac:spMk id="2" creationId="{4F73BFD3-DE5B-4C37-8B49-6083EEF64986}"/>
          </ac:spMkLst>
        </pc:spChg>
        <pc:spChg chg="mod">
          <ac:chgData name="Ms Alina Arshad" userId="cccdfd85-d35d-4453-9c6f-a463aae40722" providerId="ADAL" clId="{EADAEE91-4A7C-4065-A245-779568A60DD0}" dt="2024-08-25T13:45:18.401" v="62" actId="207"/>
          <ac:spMkLst>
            <pc:docMk/>
            <pc:sldMk cId="4242572248" sldId="381"/>
            <ac:spMk id="3" creationId="{F2238212-6622-4C4B-824C-18A1C8DB74A1}"/>
          </ac:spMkLst>
        </pc:spChg>
        <pc:spChg chg="del">
          <ac:chgData name="Ms Alina Arshad" userId="cccdfd85-d35d-4453-9c6f-a463aae40722" providerId="ADAL" clId="{EADAEE91-4A7C-4065-A245-779568A60DD0}" dt="2024-08-25T13:45:22.876" v="63" actId="478"/>
          <ac:spMkLst>
            <pc:docMk/>
            <pc:sldMk cId="4242572248" sldId="381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5:32.146" v="64" actId="478"/>
          <ac:spMkLst>
            <pc:docMk/>
            <pc:sldMk cId="4242572248" sldId="381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4.247" v="307" actId="47"/>
        <pc:sldMkLst>
          <pc:docMk/>
          <pc:sldMk cId="2023843453" sldId="382"/>
        </pc:sldMkLst>
        <pc:spChg chg="mod">
          <ac:chgData name="Ms Alina Arshad" userId="cccdfd85-d35d-4453-9c6f-a463aae40722" providerId="ADAL" clId="{EADAEE91-4A7C-4065-A245-779568A60DD0}" dt="2024-08-25T13:45:46.060" v="68" actId="207"/>
          <ac:spMkLst>
            <pc:docMk/>
            <pc:sldMk cId="2023843453" sldId="382"/>
            <ac:spMk id="2" creationId="{538BF2FB-FC35-43EB-BA77-A3228EA47211}"/>
          </ac:spMkLst>
        </pc:spChg>
        <pc:spChg chg="mod">
          <ac:chgData name="Ms Alina Arshad" userId="cccdfd85-d35d-4453-9c6f-a463aae40722" providerId="ADAL" clId="{EADAEE91-4A7C-4065-A245-779568A60DD0}" dt="2024-08-25T13:46:00.816" v="72" actId="14100"/>
          <ac:spMkLst>
            <pc:docMk/>
            <pc:sldMk cId="2023843453" sldId="382"/>
            <ac:spMk id="3" creationId="{5AE28F7A-B346-45F1-9C9B-99DF1EEE1C65}"/>
          </ac:spMkLst>
        </pc:spChg>
        <pc:spChg chg="del">
          <ac:chgData name="Ms Alina Arshad" userId="cccdfd85-d35d-4453-9c6f-a463aae40722" providerId="ADAL" clId="{EADAEE91-4A7C-4065-A245-779568A60DD0}" dt="2024-08-25T13:46:07.394" v="74" actId="478"/>
          <ac:spMkLst>
            <pc:docMk/>
            <pc:sldMk cId="2023843453" sldId="382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6:09.421" v="75" actId="478"/>
          <ac:spMkLst>
            <pc:docMk/>
            <pc:sldMk cId="2023843453" sldId="382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6:04.469" v="73" actId="1076"/>
          <ac:picMkLst>
            <pc:docMk/>
            <pc:sldMk cId="2023843453" sldId="382"/>
            <ac:picMk id="4" creationId="{E3038F35-9107-48C4-8C73-EA2DFE362B9E}"/>
          </ac:picMkLst>
        </pc:picChg>
      </pc:sldChg>
      <pc:sldChg chg="delSp modSp del mod ord">
        <pc:chgData name="Ms Alina Arshad" userId="cccdfd85-d35d-4453-9c6f-a463aae40722" providerId="ADAL" clId="{EADAEE91-4A7C-4065-A245-779568A60DD0}" dt="2024-08-25T15:09:35.215" v="308" actId="47"/>
        <pc:sldMkLst>
          <pc:docMk/>
          <pc:sldMk cId="938158308" sldId="383"/>
        </pc:sldMkLst>
        <pc:spChg chg="mod">
          <ac:chgData name="Ms Alina Arshad" userId="cccdfd85-d35d-4453-9c6f-a463aae40722" providerId="ADAL" clId="{EADAEE91-4A7C-4065-A245-779568A60DD0}" dt="2024-08-25T13:46:30.186" v="80" actId="207"/>
          <ac:spMkLst>
            <pc:docMk/>
            <pc:sldMk cId="938158308" sldId="383"/>
            <ac:spMk id="2" creationId="{CCD37E2F-361C-46F4-BD07-2D803DB23F9E}"/>
          </ac:spMkLst>
        </pc:spChg>
        <pc:spChg chg="del">
          <ac:chgData name="Ms Alina Arshad" userId="cccdfd85-d35d-4453-9c6f-a463aae40722" providerId="ADAL" clId="{EADAEE91-4A7C-4065-A245-779568A60DD0}" dt="2024-08-25T13:51:54.195" v="98" actId="478"/>
          <ac:spMkLst>
            <pc:docMk/>
            <pc:sldMk cId="938158308" sldId="383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56.090" v="99" actId="478"/>
          <ac:spMkLst>
            <pc:docMk/>
            <pc:sldMk cId="938158308" sldId="383"/>
            <ac:spMk id="5" creationId="{00000000-0000-0000-0000-000000000000}"/>
          </ac:spMkLst>
        </pc:spChg>
      </pc:sldChg>
      <pc:sldChg chg="delSp del mod">
        <pc:chgData name="Ms Alina Arshad" userId="cccdfd85-d35d-4453-9c6f-a463aae40722" providerId="ADAL" clId="{EADAEE91-4A7C-4065-A245-779568A60DD0}" dt="2024-08-25T15:09:36.010" v="309" actId="47"/>
        <pc:sldMkLst>
          <pc:docMk/>
          <pc:sldMk cId="3237861477" sldId="384"/>
        </pc:sldMkLst>
        <pc:spChg chg="del">
          <ac:chgData name="Ms Alina Arshad" userId="cccdfd85-d35d-4453-9c6f-a463aae40722" providerId="ADAL" clId="{EADAEE91-4A7C-4065-A245-779568A60DD0}" dt="2024-08-25T13:48:33.764" v="81" actId="478"/>
          <ac:spMkLst>
            <pc:docMk/>
            <pc:sldMk cId="3237861477" sldId="384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21.739" v="84" actId="478"/>
          <ac:spMkLst>
            <pc:docMk/>
            <pc:sldMk cId="3237861477" sldId="384"/>
            <ac:spMk id="5" creationId="{00000000-0000-0000-0000-000000000000}"/>
          </ac:spMkLst>
        </pc:spChg>
      </pc:sldChg>
      <pc:sldChg chg="delSp mod">
        <pc:chgData name="Ms Alina Arshad" userId="cccdfd85-d35d-4453-9c6f-a463aae40722" providerId="ADAL" clId="{EADAEE91-4A7C-4065-A245-779568A60DD0}" dt="2024-08-25T13:48:49.110" v="83" actId="478"/>
        <pc:sldMkLst>
          <pc:docMk/>
          <pc:sldMk cId="511546327" sldId="385"/>
        </pc:sldMkLst>
        <pc:spChg chg="del">
          <ac:chgData name="Ms Alina Arshad" userId="cccdfd85-d35d-4453-9c6f-a463aae40722" providerId="ADAL" clId="{EADAEE91-4A7C-4065-A245-779568A60DD0}" dt="2024-08-25T13:48:45.157" v="82" actId="478"/>
          <ac:spMkLst>
            <pc:docMk/>
            <pc:sldMk cId="511546327" sldId="38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8:49.110" v="83" actId="478"/>
          <ac:spMkLst>
            <pc:docMk/>
            <pc:sldMk cId="511546327" sldId="385"/>
            <ac:spMk id="5" creationId="{00000000-0000-0000-0000-000000000000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1584583967" sldId="386"/>
        </pc:sldMkLst>
        <pc:spChg chg="del">
          <ac:chgData name="Ms Alina Arshad" userId="cccdfd85-d35d-4453-9c6f-a463aae40722" providerId="ADAL" clId="{EADAEE91-4A7C-4065-A245-779568A60DD0}" dt="2024-08-25T13:51:36.422" v="94" actId="478"/>
          <ac:spMkLst>
            <pc:docMk/>
            <pc:sldMk cId="1584583967" sldId="38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8.372" v="95" actId="478"/>
          <ac:spMkLst>
            <pc:docMk/>
            <pc:sldMk cId="1584583967" sldId="38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6:27.787" v="121" actId="207"/>
        <pc:sldMkLst>
          <pc:docMk/>
          <pc:sldMk cId="0" sldId="387"/>
        </pc:sldMkLst>
        <pc:spChg chg="mod">
          <ac:chgData name="Ms Alina Arshad" userId="cccdfd85-d35d-4453-9c6f-a463aae40722" providerId="ADAL" clId="{EADAEE91-4A7C-4065-A245-779568A60DD0}" dt="2024-08-25T14:56:03.653" v="117" actId="207"/>
          <ac:spMkLst>
            <pc:docMk/>
            <pc:sldMk cId="0" sldId="387"/>
            <ac:spMk id="14338" creationId="{81533B99-E9C6-177C-C5E3-C137C5976086}"/>
          </ac:spMkLst>
        </pc:spChg>
        <pc:spChg chg="mod">
          <ac:chgData name="Ms Alina Arshad" userId="cccdfd85-d35d-4453-9c6f-a463aae40722" providerId="ADAL" clId="{EADAEE91-4A7C-4065-A245-779568A60DD0}" dt="2024-08-25T14:56:27.787" v="121" actId="207"/>
          <ac:spMkLst>
            <pc:docMk/>
            <pc:sldMk cId="0" sldId="387"/>
            <ac:spMk id="29699" creationId="{B29985D4-6109-961B-1AE6-8442985EB065}"/>
          </ac:spMkLst>
        </pc:spChg>
      </pc:sldChg>
      <pc:sldChg chg="modSp add mod">
        <pc:chgData name="Ms Alina Arshad" userId="cccdfd85-d35d-4453-9c6f-a463aae40722" providerId="ADAL" clId="{EADAEE91-4A7C-4065-A245-779568A60DD0}" dt="2024-08-25T15:10:23.068" v="312" actId="255"/>
        <pc:sldMkLst>
          <pc:docMk/>
          <pc:sldMk cId="0" sldId="388"/>
        </pc:sldMkLst>
        <pc:spChg chg="mod">
          <ac:chgData name="Ms Alina Arshad" userId="cccdfd85-d35d-4453-9c6f-a463aae40722" providerId="ADAL" clId="{EADAEE91-4A7C-4065-A245-779568A60DD0}" dt="2024-08-25T15:10:23.068" v="312" actId="255"/>
          <ac:spMkLst>
            <pc:docMk/>
            <pc:sldMk cId="0" sldId="388"/>
            <ac:spMk id="3" creationId="{AC66B0F0-3DFF-05B3-759F-1E7F3B2FAA83}"/>
          </ac:spMkLst>
        </pc:spChg>
        <pc:spChg chg="mod">
          <ac:chgData name="Ms Alina Arshad" userId="cccdfd85-d35d-4453-9c6f-a463aae40722" providerId="ADAL" clId="{EADAEE91-4A7C-4065-A245-779568A60DD0}" dt="2024-08-25T14:56:36.138" v="123" actId="207"/>
          <ac:spMkLst>
            <pc:docMk/>
            <pc:sldMk cId="0" sldId="388"/>
            <ac:spMk id="15362" creationId="{B5D5958D-6E5F-9718-7AE6-E98B7E13C061}"/>
          </ac:spMkLst>
        </pc:spChg>
      </pc:sldChg>
      <pc:sldChg chg="addSp delSp modSp add mod">
        <pc:chgData name="Ms Alina Arshad" userId="cccdfd85-d35d-4453-9c6f-a463aae40722" providerId="ADAL" clId="{EADAEE91-4A7C-4065-A245-779568A60DD0}" dt="2024-08-25T15:07:59.774" v="292" actId="1076"/>
        <pc:sldMkLst>
          <pc:docMk/>
          <pc:sldMk cId="0" sldId="389"/>
        </pc:sldMkLst>
        <pc:spChg chg="add del mod">
          <ac:chgData name="Ms Alina Arshad" userId="cccdfd85-d35d-4453-9c6f-a463aae40722" providerId="ADAL" clId="{EADAEE91-4A7C-4065-A245-779568A60DD0}" dt="2024-08-25T15:07:37.186" v="260" actId="478"/>
          <ac:spMkLst>
            <pc:docMk/>
            <pc:sldMk cId="0" sldId="389"/>
            <ac:spMk id="2" creationId="{0CE23F3B-4239-597E-A5B0-E94D1CCE768F}"/>
          </ac:spMkLst>
        </pc:spChg>
        <pc:spChg chg="add mod">
          <ac:chgData name="Ms Alina Arshad" userId="cccdfd85-d35d-4453-9c6f-a463aae40722" providerId="ADAL" clId="{EADAEE91-4A7C-4065-A245-779568A60DD0}" dt="2024-08-25T15:07:59.774" v="292" actId="1076"/>
          <ac:spMkLst>
            <pc:docMk/>
            <pc:sldMk cId="0" sldId="389"/>
            <ac:spMk id="3" creationId="{0173BDB6-055B-979D-8CAA-5632A73BCD82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4" creationId="{7FFE77F7-77BD-6779-7B8A-D5B59F9F753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5" creationId="{C4414AD6-34B1-DAA7-03FC-7EC433EC04E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6" creationId="{2E05F920-12EE-20C9-465F-E850967F1A78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7" creationId="{36DDBCEF-D6D2-C158-E99C-C9CDC65F8F3D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8" creationId="{17AE233E-13F0-77C2-B86F-7FEFD7F1B9F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9" creationId="{E7365357-B5DB-3CEF-F010-5742156B8C1B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0" creationId="{8CE65B31-5F33-1B6C-2F06-BE41749D91AA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1" creationId="{FA3B8632-49AD-498A-2A42-49E15FDFC5F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2" creationId="{6655D55A-3EB4-FB45-E5DF-E05B85B6EFC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3" creationId="{692A058E-6B2D-06E0-A7A9-05EC5DC3395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4" creationId="{23AB970B-A864-362B-B887-403304B23151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5" creationId="{A5773E1F-E06B-EAEB-0D02-BD6A2BF6D1E7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6" creationId="{879FA89E-6923-A723-4FD9-B6426E00E8D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8" creationId="{3F6F46F1-E6AC-8DD6-6673-7538B5C3F5B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9" creationId="{FC5184A2-F2B9-49F6-1654-ACACAB5C79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0" creationId="{F4DE8B67-78F5-A9E1-6315-6FAB587D180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1" creationId="{C2D1E451-E89C-E4E6-FD6F-C8D7A163B35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2" creationId="{B08645AD-AE88-D2C7-F504-F425F4BE939B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3" creationId="{5B6FBF83-817F-D141-D33E-459F0621F826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4" creationId="{DB589E3A-BF2E-E221-E6B6-993A216E442E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5" creationId="{38F3E364-724E-BA6F-FE49-BD3C10B1F1B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6" creationId="{D01EE884-8180-E26C-E572-2C33F3FCE09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7" creationId="{6CB2A977-4DC5-7FC7-496F-3B2CA32A8D6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8" creationId="{65EBF1BE-A165-21EE-2058-AE2B633A1A64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9" creationId="{AB1D4614-1815-DA2B-F9AF-FACE083AC6E5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0" creationId="{AB4D4B83-29AA-CEA2-851B-BB35CCE63F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1" creationId="{9AEF8E35-1583-35F5-98AC-117CF0E426B7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07.810" v="294" actId="207"/>
        <pc:sldMkLst>
          <pc:docMk/>
          <pc:sldMk cId="938158308" sldId="390"/>
        </pc:sldMkLst>
        <pc:spChg chg="mod">
          <ac:chgData name="Ms Alina Arshad" userId="cccdfd85-d35d-4453-9c6f-a463aae40722" providerId="ADAL" clId="{EADAEE91-4A7C-4065-A245-779568A60DD0}" dt="2024-08-25T15:08:07.810" v="294" actId="207"/>
          <ac:spMkLst>
            <pc:docMk/>
            <pc:sldMk cId="938158308" sldId="390"/>
            <ac:spMk id="30722" creationId="{F873CBB7-56F4-3671-10D2-8B22B4B80041}"/>
          </ac:spMkLst>
        </pc:spChg>
      </pc:sldChg>
    </pc:docChg>
  </pc:docChgLst>
  <pc:docChgLst>
    <pc:chgData name="Ms Alina Arshad" userId="cccdfd85-d35d-4453-9c6f-a463aae40722" providerId="ADAL" clId="{1C05DFB1-C023-4755-8788-6BFDA6690735}"/>
    <pc:docChg chg="undo custSel addSld delSld modSld sldOrd">
      <pc:chgData name="Ms Alina Arshad" userId="cccdfd85-d35d-4453-9c6f-a463aae40722" providerId="ADAL" clId="{1C05DFB1-C023-4755-8788-6BFDA6690735}" dt="2024-09-05T08:41:59.376" v="433" actId="20577"/>
      <pc:docMkLst>
        <pc:docMk/>
      </pc:docMkLst>
      <pc:sldChg chg="addSp delSp modSp mod">
        <pc:chgData name="Ms Alina Arshad" userId="cccdfd85-d35d-4453-9c6f-a463aae40722" providerId="ADAL" clId="{1C05DFB1-C023-4755-8788-6BFDA6690735}" dt="2024-09-05T08:41:59.376" v="43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C05DFB1-C023-4755-8788-6BFDA6690735}" dt="2024-09-05T08:41:59.376" v="433" actId="20577"/>
          <ac:spMkLst>
            <pc:docMk/>
            <pc:sldMk cId="3322361034" sldId="256"/>
            <ac:spMk id="3" creationId="{44E9F82C-BBA7-3495-1097-BEDB54FFFDF4}"/>
          </ac:spMkLst>
        </pc:spChg>
        <pc:spChg chg="add del">
          <ac:chgData name="Ms Alina Arshad" userId="cccdfd85-d35d-4453-9c6f-a463aae40722" providerId="ADAL" clId="{1C05DFB1-C023-4755-8788-6BFDA6690735}" dt="2024-09-05T07:34:55.610" v="146" actId="22"/>
          <ac:spMkLst>
            <pc:docMk/>
            <pc:sldMk cId="3322361034" sldId="256"/>
            <ac:spMk id="6" creationId="{3CA1EAAA-F942-5EDF-87BE-7AA035157A05}"/>
          </ac:spMkLst>
        </pc:spChg>
      </pc:sldChg>
      <pc:sldChg chg="modSp add mod ord">
        <pc:chgData name="Ms Alina Arshad" userId="cccdfd85-d35d-4453-9c6f-a463aae40722" providerId="ADAL" clId="{1C05DFB1-C023-4755-8788-6BFDA6690735}" dt="2024-09-05T07:56:57.780" v="375"/>
        <pc:sldMkLst>
          <pc:docMk/>
          <pc:sldMk cId="0" sldId="361"/>
        </pc:sldMkLst>
        <pc:spChg chg="mod">
          <ac:chgData name="Ms Alina Arshad" userId="cccdfd85-d35d-4453-9c6f-a463aae40722" providerId="ADAL" clId="{1C05DFB1-C023-4755-8788-6BFDA6690735}" dt="2024-09-05T07:45:06.953" v="192" actId="1076"/>
          <ac:spMkLst>
            <pc:docMk/>
            <pc:sldMk cId="0" sldId="361"/>
            <ac:spMk id="11266" creationId="{CDFEA5A7-DD76-DB88-8CE1-C136689A729E}"/>
          </ac:spMkLst>
        </pc:spChg>
        <pc:picChg chg="mod">
          <ac:chgData name="Ms Alina Arshad" userId="cccdfd85-d35d-4453-9c6f-a463aae40722" providerId="ADAL" clId="{1C05DFB1-C023-4755-8788-6BFDA6690735}" dt="2024-09-05T07:45:09.937" v="193" actId="1076"/>
          <ac:picMkLst>
            <pc:docMk/>
            <pc:sldMk cId="0" sldId="361"/>
            <ac:picMk id="11267" creationId="{E07318DB-010A-9C35-EA2F-B3B619FB4F96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11.075" v="401"/>
        <pc:sldMkLst>
          <pc:docMk/>
          <pc:sldMk cId="0" sldId="369"/>
        </pc:sldMkLst>
        <pc:spChg chg="mod">
          <ac:chgData name="Ms Alina Arshad" userId="cccdfd85-d35d-4453-9c6f-a463aae40722" providerId="ADAL" clId="{1C05DFB1-C023-4755-8788-6BFDA6690735}" dt="2024-09-05T07:50:23.356" v="262" actId="404"/>
          <ac:spMkLst>
            <pc:docMk/>
            <pc:sldMk cId="0" sldId="369"/>
            <ac:spMk id="4" creationId="{8E987808-8596-9880-3716-1A0FF1EDC058}"/>
          </ac:spMkLst>
        </pc:spChg>
        <pc:spChg chg="mod">
          <ac:chgData name="Ms Alina Arshad" userId="cccdfd85-d35d-4453-9c6f-a463aae40722" providerId="ADAL" clId="{1C05DFB1-C023-4755-8788-6BFDA6690735}" dt="2024-09-05T07:50:03.718" v="254" actId="1076"/>
          <ac:spMkLst>
            <pc:docMk/>
            <pc:sldMk cId="0" sldId="369"/>
            <ac:spMk id="17410" creationId="{DD6089CE-4A31-4A96-1F98-DDBB2C23FF42}"/>
          </ac:spMkLst>
        </pc:spChg>
        <pc:picChg chg="mod">
          <ac:chgData name="Ms Alina Arshad" userId="cccdfd85-d35d-4453-9c6f-a463aae40722" providerId="ADAL" clId="{1C05DFB1-C023-4755-8788-6BFDA6690735}" dt="2024-09-05T07:50:25.414" v="263" actId="1076"/>
          <ac:picMkLst>
            <pc:docMk/>
            <pc:sldMk cId="0" sldId="369"/>
            <ac:picMk id="17412" creationId="{A99781B3-ECFD-C897-E252-4DA1744B8C9F}"/>
          </ac:picMkLst>
        </pc:picChg>
      </pc:sldChg>
      <pc:sldChg chg="modSp add mod ord modAnim">
        <pc:chgData name="Ms Alina Arshad" userId="cccdfd85-d35d-4453-9c6f-a463aae40722" providerId="ADAL" clId="{1C05DFB1-C023-4755-8788-6BFDA6690735}" dt="2024-09-05T08:15:10.231" v="421"/>
        <pc:sldMkLst>
          <pc:docMk/>
          <pc:sldMk cId="0" sldId="370"/>
        </pc:sldMkLst>
        <pc:spChg chg="mod">
          <ac:chgData name="Ms Alina Arshad" userId="cccdfd85-d35d-4453-9c6f-a463aae40722" providerId="ADAL" clId="{1C05DFB1-C023-4755-8788-6BFDA6690735}" dt="2024-09-05T08:15:07.606" v="419" actId="12"/>
          <ac:spMkLst>
            <pc:docMk/>
            <pc:sldMk cId="0" sldId="370"/>
            <ac:spMk id="4" creationId="{1BF07008-22A4-D676-C9D6-7038ABDE0606}"/>
          </ac:spMkLst>
        </pc:spChg>
        <pc:spChg chg="mod">
          <ac:chgData name="Ms Alina Arshad" userId="cccdfd85-d35d-4453-9c6f-a463aae40722" providerId="ADAL" clId="{1C05DFB1-C023-4755-8788-6BFDA6690735}" dt="2024-09-05T07:51:17.485" v="281" actId="1076"/>
          <ac:spMkLst>
            <pc:docMk/>
            <pc:sldMk cId="0" sldId="370"/>
            <ac:spMk id="19458" creationId="{36059FCC-18D6-6332-D685-7C398C657D85}"/>
          </ac:spMkLst>
        </pc:spChg>
        <pc:picChg chg="mod">
          <ac:chgData name="Ms Alina Arshad" userId="cccdfd85-d35d-4453-9c6f-a463aae40722" providerId="ADAL" clId="{1C05DFB1-C023-4755-8788-6BFDA6690735}" dt="2024-09-05T07:51:56.269" v="290" actId="1076"/>
          <ac:picMkLst>
            <pc:docMk/>
            <pc:sldMk cId="0" sldId="370"/>
            <ac:picMk id="19460" creationId="{A9A59423-9CB7-223E-698D-5348E408B2CE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54.414" v="413"/>
        <pc:sldMkLst>
          <pc:docMk/>
          <pc:sldMk cId="0" sldId="371"/>
        </pc:sldMkLst>
        <pc:spChg chg="mod">
          <ac:chgData name="Ms Alina Arshad" userId="cccdfd85-d35d-4453-9c6f-a463aae40722" providerId="ADAL" clId="{1C05DFB1-C023-4755-8788-6BFDA6690735}" dt="2024-09-05T07:51:07.444" v="278" actId="12"/>
          <ac:spMkLst>
            <pc:docMk/>
            <pc:sldMk cId="0" sldId="371"/>
            <ac:spMk id="6" creationId="{BFF2EC28-54EE-BE7B-18AD-61866F6E4477}"/>
          </ac:spMkLst>
        </pc:spChg>
        <pc:spChg chg="mod">
          <ac:chgData name="Ms Alina Arshad" userId="cccdfd85-d35d-4453-9c6f-a463aae40722" providerId="ADAL" clId="{1C05DFB1-C023-4755-8788-6BFDA6690735}" dt="2024-09-05T07:50:36.990" v="267" actId="1076"/>
          <ac:spMkLst>
            <pc:docMk/>
            <pc:sldMk cId="0" sldId="371"/>
            <ac:spMk id="18434" creationId="{CC853854-2B92-E747-813E-1CCD9BE5A87A}"/>
          </ac:spMkLst>
        </pc:spChg>
      </pc:sldChg>
      <pc:sldChg chg="del">
        <pc:chgData name="Ms Alina Arshad" userId="cccdfd85-d35d-4453-9c6f-a463aae40722" providerId="ADAL" clId="{1C05DFB1-C023-4755-8788-6BFDA6690735}" dt="2024-09-05T06:57:39.431" v="12" actId="47"/>
        <pc:sldMkLst>
          <pc:docMk/>
          <pc:sldMk cId="3002628608" sldId="371"/>
        </pc:sldMkLst>
      </pc:sldChg>
      <pc:sldChg chg="modSp add mod ord">
        <pc:chgData name="Ms Alina Arshad" userId="cccdfd85-d35d-4453-9c6f-a463aae40722" providerId="ADAL" clId="{1C05DFB1-C023-4755-8788-6BFDA6690735}" dt="2024-09-05T08:15:20.321" v="423"/>
        <pc:sldMkLst>
          <pc:docMk/>
          <pc:sldMk cId="0" sldId="372"/>
        </pc:sldMkLst>
        <pc:spChg chg="mod">
          <ac:chgData name="Ms Alina Arshad" userId="cccdfd85-d35d-4453-9c6f-a463aae40722" providerId="ADAL" clId="{1C05DFB1-C023-4755-8788-6BFDA6690735}" dt="2024-09-05T07:52:20.715" v="298" actId="12"/>
          <ac:spMkLst>
            <pc:docMk/>
            <pc:sldMk cId="0" sldId="372"/>
            <ac:spMk id="3" creationId="{3CE06910-2266-68E8-32AE-E6FCE586718E}"/>
          </ac:spMkLst>
        </pc:spChg>
        <pc:spChg chg="mod">
          <ac:chgData name="Ms Alina Arshad" userId="cccdfd85-d35d-4453-9c6f-a463aae40722" providerId="ADAL" clId="{1C05DFB1-C023-4755-8788-6BFDA6690735}" dt="2024-09-05T07:52:06.262" v="293" actId="1076"/>
          <ac:spMkLst>
            <pc:docMk/>
            <pc:sldMk cId="0" sldId="372"/>
            <ac:spMk id="20482" creationId="{66081410-0D97-977C-9351-D99DD14E7278}"/>
          </ac:spMkLst>
        </pc:spChg>
      </pc:sldChg>
      <pc:sldChg chg="modSp add mod">
        <pc:chgData name="Ms Alina Arshad" userId="cccdfd85-d35d-4453-9c6f-a463aae40722" providerId="ADAL" clId="{1C05DFB1-C023-4755-8788-6BFDA6690735}" dt="2024-09-05T07:52:36.823" v="306" actId="12"/>
        <pc:sldMkLst>
          <pc:docMk/>
          <pc:sldMk cId="0" sldId="376"/>
        </pc:sldMkLst>
        <pc:spChg chg="mod">
          <ac:chgData name="Ms Alina Arshad" userId="cccdfd85-d35d-4453-9c6f-a463aae40722" providerId="ADAL" clId="{1C05DFB1-C023-4755-8788-6BFDA6690735}" dt="2024-09-05T07:52:36.823" v="306" actId="12"/>
          <ac:spMkLst>
            <pc:docMk/>
            <pc:sldMk cId="0" sldId="376"/>
            <ac:spMk id="14339" creationId="{94A197E7-6DCB-57DA-E27C-724B31356253}"/>
          </ac:spMkLst>
        </pc:spChg>
        <pc:spChg chg="mod">
          <ac:chgData name="Ms Alina Arshad" userId="cccdfd85-d35d-4453-9c6f-a463aae40722" providerId="ADAL" clId="{1C05DFB1-C023-4755-8788-6BFDA6690735}" dt="2024-09-05T07:52:26.389" v="300" actId="113"/>
          <ac:spMkLst>
            <pc:docMk/>
            <pc:sldMk cId="0" sldId="376"/>
            <ac:spMk id="21506" creationId="{94B96EC9-3772-F192-36A7-9AEC2591F83D}"/>
          </ac:spMkLst>
        </pc:spChg>
      </pc:sldChg>
      <pc:sldChg chg="modSp add mod">
        <pc:chgData name="Ms Alina Arshad" userId="cccdfd85-d35d-4453-9c6f-a463aae40722" providerId="ADAL" clId="{1C05DFB1-C023-4755-8788-6BFDA6690735}" dt="2024-09-05T07:53:06.340" v="318" actId="113"/>
        <pc:sldMkLst>
          <pc:docMk/>
          <pc:sldMk cId="0" sldId="377"/>
        </pc:sldMkLst>
        <pc:spChg chg="mod">
          <ac:chgData name="Ms Alina Arshad" userId="cccdfd85-d35d-4453-9c6f-a463aae40722" providerId="ADAL" clId="{1C05DFB1-C023-4755-8788-6BFDA6690735}" dt="2024-09-05T07:53:06.340" v="318" actId="113"/>
          <ac:spMkLst>
            <pc:docMk/>
            <pc:sldMk cId="0" sldId="377"/>
            <ac:spMk id="14339" creationId="{146A747E-9050-5C65-BC4A-8D4836FF8395}"/>
          </ac:spMkLst>
        </pc:spChg>
        <pc:spChg chg="mod">
          <ac:chgData name="Ms Alina Arshad" userId="cccdfd85-d35d-4453-9c6f-a463aae40722" providerId="ADAL" clId="{1C05DFB1-C023-4755-8788-6BFDA6690735}" dt="2024-09-05T07:52:44.618" v="309" actId="14100"/>
          <ac:spMkLst>
            <pc:docMk/>
            <pc:sldMk cId="0" sldId="377"/>
            <ac:spMk id="22530" creationId="{7FF264FD-3FAC-696B-B23E-80C7D4989C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40.697" v="240" actId="5793"/>
        <pc:sldMkLst>
          <pc:docMk/>
          <pc:sldMk cId="0" sldId="378"/>
        </pc:sldMkLst>
        <pc:spChg chg="mod">
          <ac:chgData name="Ms Alina Arshad" userId="cccdfd85-d35d-4453-9c6f-a463aae40722" providerId="ADAL" clId="{1C05DFB1-C023-4755-8788-6BFDA6690735}" dt="2024-09-05T07:47:40.697" v="240" actId="5793"/>
          <ac:spMkLst>
            <pc:docMk/>
            <pc:sldMk cId="0" sldId="378"/>
            <ac:spMk id="3" creationId="{4D92009B-F46A-5A2A-9F0D-713E31A909F0}"/>
          </ac:spMkLst>
        </pc:spChg>
        <pc:spChg chg="mod">
          <ac:chgData name="Ms Alina Arshad" userId="cccdfd85-d35d-4453-9c6f-a463aae40722" providerId="ADAL" clId="{1C05DFB1-C023-4755-8788-6BFDA6690735}" dt="2024-09-05T07:47:30.328" v="235" actId="1076"/>
          <ac:spMkLst>
            <pc:docMk/>
            <pc:sldMk cId="0" sldId="378"/>
            <ac:spMk id="15362" creationId="{3442C437-2A5E-2C29-35CE-ED5EFF025000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8:14:51.102" v="411" actId="20577"/>
        <pc:sldMkLst>
          <pc:docMk/>
          <pc:sldMk cId="0" sldId="379"/>
        </pc:sldMkLst>
        <pc:spChg chg="mod">
          <ac:chgData name="Ms Alina Arshad" userId="cccdfd85-d35d-4453-9c6f-a463aae40722" providerId="ADAL" clId="{1C05DFB1-C023-4755-8788-6BFDA6690735}" dt="2024-09-05T08:14:51.102" v="411" actId="20577"/>
          <ac:spMkLst>
            <pc:docMk/>
            <pc:sldMk cId="0" sldId="379"/>
            <ac:spMk id="3" creationId="{61195190-11D2-11B5-78F3-47F19F95C21B}"/>
          </ac:spMkLst>
        </pc:spChg>
        <pc:spChg chg="mod">
          <ac:chgData name="Ms Alina Arshad" userId="cccdfd85-d35d-4453-9c6f-a463aae40722" providerId="ADAL" clId="{1C05DFB1-C023-4755-8788-6BFDA6690735}" dt="2024-09-05T07:47:52.400" v="243" actId="1076"/>
          <ac:spMkLst>
            <pc:docMk/>
            <pc:sldMk cId="0" sldId="379"/>
            <ac:spMk id="16386" creationId="{0F49AA23-905E-F20F-088A-5E8560F2BB65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43:18.362" v="180" actId="5793"/>
        <pc:sldMkLst>
          <pc:docMk/>
          <pc:sldMk cId="0" sldId="383"/>
        </pc:sldMkLst>
        <pc:spChg chg="mod">
          <ac:chgData name="Ms Alina Arshad" userId="cccdfd85-d35d-4453-9c6f-a463aae40722" providerId="ADAL" clId="{1C05DFB1-C023-4755-8788-6BFDA6690735}" dt="2024-09-05T07:43:18.362" v="180" actId="5793"/>
          <ac:spMkLst>
            <pc:docMk/>
            <pc:sldMk cId="0" sldId="383"/>
            <ac:spMk id="3" creationId="{C2FC69E0-7DD3-4C45-6AFE-2872EF17DC2F}"/>
          </ac:spMkLst>
        </pc:spChg>
        <pc:spChg chg="mod">
          <ac:chgData name="Ms Alina Arshad" userId="cccdfd85-d35d-4453-9c6f-a463aae40722" providerId="ADAL" clId="{1C05DFB1-C023-4755-8788-6BFDA6690735}" dt="2024-09-05T07:42:53.024" v="172" actId="20577"/>
          <ac:spMkLst>
            <pc:docMk/>
            <pc:sldMk cId="0" sldId="383"/>
            <ac:spMk id="9218" creationId="{7D46923B-4293-0392-7CA6-15541CC5E291}"/>
          </ac:spMkLst>
        </pc:spChg>
      </pc:sldChg>
      <pc:sldChg chg="modSp add mod">
        <pc:chgData name="Ms Alina Arshad" userId="cccdfd85-d35d-4453-9c6f-a463aae40722" providerId="ADAL" clId="{1C05DFB1-C023-4755-8788-6BFDA6690735}" dt="2024-09-05T07:44:56.003" v="189" actId="14100"/>
        <pc:sldMkLst>
          <pc:docMk/>
          <pc:sldMk cId="0" sldId="384"/>
        </pc:sldMkLst>
        <pc:spChg chg="mod">
          <ac:chgData name="Ms Alina Arshad" userId="cccdfd85-d35d-4453-9c6f-a463aae40722" providerId="ADAL" clId="{1C05DFB1-C023-4755-8788-6BFDA6690735}" dt="2024-09-05T07:44:56.003" v="189" actId="14100"/>
          <ac:spMkLst>
            <pc:docMk/>
            <pc:sldMk cId="0" sldId="384"/>
            <ac:spMk id="3" creationId="{C634E1DB-E2BA-2AFF-7108-3E751B986BF9}"/>
          </ac:spMkLst>
        </pc:spChg>
        <pc:spChg chg="mod">
          <ac:chgData name="Ms Alina Arshad" userId="cccdfd85-d35d-4453-9c6f-a463aae40722" providerId="ADAL" clId="{1C05DFB1-C023-4755-8788-6BFDA6690735}" dt="2024-09-05T07:44:40.769" v="183" actId="1076"/>
          <ac:spMkLst>
            <pc:docMk/>
            <pc:sldMk cId="0" sldId="384"/>
            <ac:spMk id="10242" creationId="{50DB1E3C-43B1-2632-8424-D1FFA8841F47}"/>
          </ac:spMkLst>
        </pc:spChg>
      </pc:sldChg>
      <pc:sldChg chg="modSp add mod">
        <pc:chgData name="Ms Alina Arshad" userId="cccdfd85-d35d-4453-9c6f-a463aae40722" providerId="ADAL" clId="{1C05DFB1-C023-4755-8788-6BFDA6690735}" dt="2024-09-05T07:46:39.842" v="219" actId="12"/>
        <pc:sldMkLst>
          <pc:docMk/>
          <pc:sldMk cId="0" sldId="385"/>
        </pc:sldMkLst>
        <pc:spChg chg="mod">
          <ac:chgData name="Ms Alina Arshad" userId="cccdfd85-d35d-4453-9c6f-a463aae40722" providerId="ADAL" clId="{1C05DFB1-C023-4755-8788-6BFDA6690735}" dt="2024-09-05T07:46:39.842" v="219" actId="12"/>
          <ac:spMkLst>
            <pc:docMk/>
            <pc:sldMk cId="0" sldId="385"/>
            <ac:spMk id="3" creationId="{379A78FA-6D74-14F8-2672-ED7E5F387EF1}"/>
          </ac:spMkLst>
        </pc:spChg>
        <pc:spChg chg="mod">
          <ac:chgData name="Ms Alina Arshad" userId="cccdfd85-d35d-4453-9c6f-a463aae40722" providerId="ADAL" clId="{1C05DFB1-C023-4755-8788-6BFDA6690735}" dt="2024-09-05T07:46:15.304" v="212" actId="1076"/>
          <ac:spMkLst>
            <pc:docMk/>
            <pc:sldMk cId="0" sldId="385"/>
            <ac:spMk id="13314" creationId="{732ED189-5E03-CB9F-F411-B5D3F802C3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20.829" v="232" actId="403"/>
        <pc:sldMkLst>
          <pc:docMk/>
          <pc:sldMk cId="0" sldId="386"/>
        </pc:sldMkLst>
        <pc:spChg chg="mod">
          <ac:chgData name="Ms Alina Arshad" userId="cccdfd85-d35d-4453-9c6f-a463aae40722" providerId="ADAL" clId="{1C05DFB1-C023-4755-8788-6BFDA6690735}" dt="2024-09-05T07:47:20.829" v="232" actId="403"/>
          <ac:spMkLst>
            <pc:docMk/>
            <pc:sldMk cId="0" sldId="386"/>
            <ac:spMk id="3" creationId="{0ADDFDD8-BEF2-6FD9-6843-39FB18C7F97C}"/>
          </ac:spMkLst>
        </pc:spChg>
        <pc:spChg chg="mod">
          <ac:chgData name="Ms Alina Arshad" userId="cccdfd85-d35d-4453-9c6f-a463aae40722" providerId="ADAL" clId="{1C05DFB1-C023-4755-8788-6BFDA6690735}" dt="2024-09-05T07:46:47.656" v="222" actId="1076"/>
          <ac:spMkLst>
            <pc:docMk/>
            <pc:sldMk cId="0" sldId="386"/>
            <ac:spMk id="14338" creationId="{B83E9FFA-704B-66F4-F1D7-6A91C9C11149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54:35.206" v="338" actId="20577"/>
        <pc:sldMkLst>
          <pc:docMk/>
          <pc:sldMk cId="0" sldId="387"/>
        </pc:sldMkLst>
        <pc:spChg chg="mod">
          <ac:chgData name="Ms Alina Arshad" userId="cccdfd85-d35d-4453-9c6f-a463aae40722" providerId="ADAL" clId="{1C05DFB1-C023-4755-8788-6BFDA6690735}" dt="2024-09-05T07:54:35.206" v="338" actId="20577"/>
          <ac:spMkLst>
            <pc:docMk/>
            <pc:sldMk cId="0" sldId="387"/>
            <ac:spMk id="13315" creationId="{531687A9-A3D6-897B-44B5-C9FB8F83C570}"/>
          </ac:spMkLst>
        </pc:spChg>
        <pc:spChg chg="mod">
          <ac:chgData name="Ms Alina Arshad" userId="cccdfd85-d35d-4453-9c6f-a463aae40722" providerId="ADAL" clId="{1C05DFB1-C023-4755-8788-6BFDA6690735}" dt="2024-09-05T07:53:54.999" v="320" actId="113"/>
          <ac:spMkLst>
            <pc:docMk/>
            <pc:sldMk cId="0" sldId="387"/>
            <ac:spMk id="23554" creationId="{5CC3658E-AF25-BB3C-3809-6442770ED61D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35.887" v="366" actId="404"/>
        <pc:sldMkLst>
          <pc:docMk/>
          <pc:sldMk cId="0" sldId="388"/>
        </pc:sldMkLst>
        <pc:spChg chg="mod">
          <ac:chgData name="Ms Alina Arshad" userId="cccdfd85-d35d-4453-9c6f-a463aae40722" providerId="ADAL" clId="{1C05DFB1-C023-4755-8788-6BFDA6690735}" dt="2024-09-05T07:55:35.887" v="366" actId="404"/>
          <ac:spMkLst>
            <pc:docMk/>
            <pc:sldMk cId="0" sldId="388"/>
            <ac:spMk id="12291" creationId="{A4229261-4050-E940-E2CC-E6C349C00026}"/>
          </ac:spMkLst>
        </pc:spChg>
        <pc:spChg chg="mod">
          <ac:chgData name="Ms Alina Arshad" userId="cccdfd85-d35d-4453-9c6f-a463aae40722" providerId="ADAL" clId="{1C05DFB1-C023-4755-8788-6BFDA6690735}" dt="2024-09-05T07:54:43.782" v="340" actId="113"/>
          <ac:spMkLst>
            <pc:docMk/>
            <pc:sldMk cId="0" sldId="388"/>
            <ac:spMk id="25602" creationId="{B6BE0445-8A2A-E89B-D80A-2E7BB69D894C}"/>
          </ac:spMkLst>
        </pc:spChg>
        <pc:picChg chg="mod">
          <ac:chgData name="Ms Alina Arshad" userId="cccdfd85-d35d-4453-9c6f-a463aae40722" providerId="ADAL" clId="{1C05DFB1-C023-4755-8788-6BFDA6690735}" dt="2024-09-05T07:55:30.652" v="363" actId="1076"/>
          <ac:picMkLst>
            <pc:docMk/>
            <pc:sldMk cId="0" sldId="388"/>
            <ac:picMk id="4" creationId="{DC97E133-31CE-26D9-EDB0-C1FF1455F237}"/>
          </ac:picMkLst>
        </pc:picChg>
      </pc:sldChg>
      <pc:sldChg chg="add">
        <pc:chgData name="Ms Alina Arshad" userId="cccdfd85-d35d-4453-9c6f-a463aae40722" providerId="ADAL" clId="{1C05DFB1-C023-4755-8788-6BFDA6690735}" dt="2024-09-05T07:35:18.954" v="147"/>
        <pc:sldMkLst>
          <pc:docMk/>
          <pc:sldMk cId="0" sldId="389"/>
        </pc:sldMkLst>
      </pc:sldChg>
      <pc:sldChg chg="modSp add mod">
        <pc:chgData name="Ms Alina Arshad" userId="cccdfd85-d35d-4453-9c6f-a463aae40722" providerId="ADAL" clId="{1C05DFB1-C023-4755-8788-6BFDA6690735}" dt="2024-09-05T07:46:09.888" v="210" actId="1076"/>
        <pc:sldMkLst>
          <pc:docMk/>
          <pc:sldMk cId="0" sldId="390"/>
        </pc:sldMkLst>
        <pc:spChg chg="mod">
          <ac:chgData name="Ms Alina Arshad" userId="cccdfd85-d35d-4453-9c6f-a463aae40722" providerId="ADAL" clId="{1C05DFB1-C023-4755-8788-6BFDA6690735}" dt="2024-09-05T07:45:21.202" v="195" actId="207"/>
          <ac:spMkLst>
            <pc:docMk/>
            <pc:sldMk cId="0" sldId="390"/>
            <ac:spMk id="12290" creationId="{8E0F0A77-C487-B84C-9097-D4771F55B8EE}"/>
          </ac:spMkLst>
        </pc:spChg>
        <pc:spChg chg="mod">
          <ac:chgData name="Ms Alina Arshad" userId="cccdfd85-d35d-4453-9c6f-a463aae40722" providerId="ADAL" clId="{1C05DFB1-C023-4755-8788-6BFDA6690735}" dt="2024-09-05T07:46:09.888" v="210" actId="1076"/>
          <ac:spMkLst>
            <pc:docMk/>
            <pc:sldMk cId="0" sldId="390"/>
            <ac:spMk id="14339" creationId="{0243372F-21F0-51E3-14C0-24B5D136C36E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45.781" v="369" actId="1076"/>
        <pc:sldMkLst>
          <pc:docMk/>
          <pc:sldMk cId="0" sldId="391"/>
        </pc:sldMkLst>
        <pc:spChg chg="mod">
          <ac:chgData name="Ms Alina Arshad" userId="cccdfd85-d35d-4453-9c6f-a463aae40722" providerId="ADAL" clId="{1C05DFB1-C023-4755-8788-6BFDA6690735}" dt="2024-09-05T07:55:45.781" v="369" actId="1076"/>
          <ac:spMkLst>
            <pc:docMk/>
            <pc:sldMk cId="0" sldId="391"/>
            <ac:spMk id="26626" creationId="{0FEEB420-FF9F-896C-19FE-30B0D95ADF93}"/>
          </ac:spMkLst>
        </pc:spChg>
      </pc:sldChg>
      <pc:sldChg chg="del">
        <pc:chgData name="Ms Alina Arshad" userId="cccdfd85-d35d-4453-9c6f-a463aae40722" providerId="ADAL" clId="{1C05DFB1-C023-4755-8788-6BFDA6690735}" dt="2024-09-05T06:57:35.413" v="0" actId="47"/>
        <pc:sldMkLst>
          <pc:docMk/>
          <pc:sldMk cId="3567501205" sldId="393"/>
        </pc:sldMkLst>
      </pc:sldChg>
      <pc:sldChg chg="del">
        <pc:chgData name="Ms Alina Arshad" userId="cccdfd85-d35d-4453-9c6f-a463aae40722" providerId="ADAL" clId="{1C05DFB1-C023-4755-8788-6BFDA6690735}" dt="2024-09-05T06:57:36.202" v="3" actId="47"/>
        <pc:sldMkLst>
          <pc:docMk/>
          <pc:sldMk cId="2835579431" sldId="396"/>
        </pc:sldMkLst>
      </pc:sldChg>
      <pc:sldChg chg="del">
        <pc:chgData name="Ms Alina Arshad" userId="cccdfd85-d35d-4453-9c6f-a463aae40722" providerId="ADAL" clId="{1C05DFB1-C023-4755-8788-6BFDA6690735}" dt="2024-09-05T06:57:35.685" v="1" actId="47"/>
        <pc:sldMkLst>
          <pc:docMk/>
          <pc:sldMk cId="3038092496" sldId="400"/>
        </pc:sldMkLst>
      </pc:sldChg>
      <pc:sldChg chg="del">
        <pc:chgData name="Ms Alina Arshad" userId="cccdfd85-d35d-4453-9c6f-a463aae40722" providerId="ADAL" clId="{1C05DFB1-C023-4755-8788-6BFDA6690735}" dt="2024-09-05T06:57:35.968" v="2" actId="47"/>
        <pc:sldMkLst>
          <pc:docMk/>
          <pc:sldMk cId="2157527746" sldId="401"/>
        </pc:sldMkLst>
      </pc:sldChg>
      <pc:sldChg chg="del">
        <pc:chgData name="Ms Alina Arshad" userId="cccdfd85-d35d-4453-9c6f-a463aae40722" providerId="ADAL" clId="{1C05DFB1-C023-4755-8788-6BFDA6690735}" dt="2024-09-05T06:57:36.358" v="4" actId="47"/>
        <pc:sldMkLst>
          <pc:docMk/>
          <pc:sldMk cId="2990775597" sldId="402"/>
        </pc:sldMkLst>
      </pc:sldChg>
      <pc:sldChg chg="del">
        <pc:chgData name="Ms Alina Arshad" userId="cccdfd85-d35d-4453-9c6f-a463aae40722" providerId="ADAL" clId="{1C05DFB1-C023-4755-8788-6BFDA6690735}" dt="2024-09-05T06:57:36.546" v="5" actId="47"/>
        <pc:sldMkLst>
          <pc:docMk/>
          <pc:sldMk cId="1130882444" sldId="403"/>
        </pc:sldMkLst>
      </pc:sldChg>
      <pc:sldChg chg="del">
        <pc:chgData name="Ms Alina Arshad" userId="cccdfd85-d35d-4453-9c6f-a463aae40722" providerId="ADAL" clId="{1C05DFB1-C023-4755-8788-6BFDA6690735}" dt="2024-09-05T06:57:36.694" v="6" actId="47"/>
        <pc:sldMkLst>
          <pc:docMk/>
          <pc:sldMk cId="1416402" sldId="404"/>
        </pc:sldMkLst>
      </pc:sldChg>
      <pc:sldChg chg="del">
        <pc:chgData name="Ms Alina Arshad" userId="cccdfd85-d35d-4453-9c6f-a463aae40722" providerId="ADAL" clId="{1C05DFB1-C023-4755-8788-6BFDA6690735}" dt="2024-09-05T06:57:38.006" v="7" actId="47"/>
        <pc:sldMkLst>
          <pc:docMk/>
          <pc:sldMk cId="3071036191" sldId="405"/>
        </pc:sldMkLst>
      </pc:sldChg>
      <pc:sldChg chg="del">
        <pc:chgData name="Ms Alina Arshad" userId="cccdfd85-d35d-4453-9c6f-a463aae40722" providerId="ADAL" clId="{1C05DFB1-C023-4755-8788-6BFDA6690735}" dt="2024-09-05T06:57:38.244" v="8" actId="47"/>
        <pc:sldMkLst>
          <pc:docMk/>
          <pc:sldMk cId="1110637184" sldId="406"/>
        </pc:sldMkLst>
      </pc:sldChg>
      <pc:sldChg chg="del">
        <pc:chgData name="Ms Alina Arshad" userId="cccdfd85-d35d-4453-9c6f-a463aae40722" providerId="ADAL" clId="{1C05DFB1-C023-4755-8788-6BFDA6690735}" dt="2024-09-05T06:57:38.415" v="9" actId="47"/>
        <pc:sldMkLst>
          <pc:docMk/>
          <pc:sldMk cId="261616852" sldId="407"/>
        </pc:sldMkLst>
      </pc:sldChg>
      <pc:sldChg chg="del">
        <pc:chgData name="Ms Alina Arshad" userId="cccdfd85-d35d-4453-9c6f-a463aae40722" providerId="ADAL" clId="{1C05DFB1-C023-4755-8788-6BFDA6690735}" dt="2024-09-05T06:57:38.587" v="10" actId="47"/>
        <pc:sldMkLst>
          <pc:docMk/>
          <pc:sldMk cId="2553615988" sldId="409"/>
        </pc:sldMkLst>
      </pc:sldChg>
      <pc:sldChg chg="del">
        <pc:chgData name="Ms Alina Arshad" userId="cccdfd85-d35d-4453-9c6f-a463aae40722" providerId="ADAL" clId="{1C05DFB1-C023-4755-8788-6BFDA6690735}" dt="2024-09-05T06:57:38.947" v="11" actId="47"/>
        <pc:sldMkLst>
          <pc:docMk/>
          <pc:sldMk cId="515654138" sldId="410"/>
        </pc:sldMkLst>
      </pc:sldChg>
      <pc:sldChg chg="del">
        <pc:chgData name="Ms Alina Arshad" userId="cccdfd85-d35d-4453-9c6f-a463aae40722" providerId="ADAL" clId="{1C05DFB1-C023-4755-8788-6BFDA6690735}" dt="2024-09-05T06:57:39.759" v="13" actId="47"/>
        <pc:sldMkLst>
          <pc:docMk/>
          <pc:sldMk cId="317315783" sldId="412"/>
        </pc:sldMkLst>
      </pc:sldChg>
      <pc:sldChg chg="delSp modSp add del mod">
        <pc:chgData name="Ms Alina Arshad" userId="cccdfd85-d35d-4453-9c6f-a463aae40722" providerId="ADAL" clId="{1C05DFB1-C023-4755-8788-6BFDA6690735}" dt="2024-09-05T07:16:52.386" v="23" actId="47"/>
        <pc:sldMkLst>
          <pc:docMk/>
          <pc:sldMk cId="8447295" sldId="436"/>
        </pc:sldMkLst>
        <pc:spChg chg="mod">
          <ac:chgData name="Ms Alina Arshad" userId="cccdfd85-d35d-4453-9c6f-a463aae40722" providerId="ADAL" clId="{1C05DFB1-C023-4755-8788-6BFDA6690735}" dt="2024-09-05T07:12:06.985" v="21" actId="1076"/>
          <ac:spMkLst>
            <pc:docMk/>
            <pc:sldMk cId="8447295" sldId="436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2:10.600" v="22" actId="478"/>
          <ac:spMkLst>
            <pc:docMk/>
            <pc:sldMk cId="8447295" sldId="436"/>
            <ac:spMk id="4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C05DFB1-C023-4755-8788-6BFDA6690735}" dt="2024-09-05T07:56:56.253" v="373"/>
        <pc:sldMkLst>
          <pc:docMk/>
          <pc:sldMk cId="1737629093" sldId="438"/>
        </pc:sldMkLst>
        <pc:spChg chg="mod">
          <ac:chgData name="Ms Alina Arshad" userId="cccdfd85-d35d-4453-9c6f-a463aae40722" providerId="ADAL" clId="{1C05DFB1-C023-4755-8788-6BFDA6690735}" dt="2024-09-05T07:18:13.492" v="31" actId="20577"/>
          <ac:spMkLst>
            <pc:docMk/>
            <pc:sldMk cId="1737629093" sldId="43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19:24.244" v="46" actId="12"/>
          <ac:spMkLst>
            <pc:docMk/>
            <pc:sldMk cId="1737629093" sldId="43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0.423" v="29" actId="478"/>
          <ac:spMkLst>
            <pc:docMk/>
            <pc:sldMk cId="1737629093" sldId="43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3.157" v="30" actId="478"/>
          <ac:spMkLst>
            <pc:docMk/>
            <pc:sldMk cId="1737629093" sldId="43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2841578013" sldId="439"/>
        </pc:sldMkLst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4097389567" sldId="439"/>
        </pc:sldMkLst>
        <pc:spChg chg="mod">
          <ac:chgData name="Ms Alina Arshad" userId="cccdfd85-d35d-4453-9c6f-a463aae40722" providerId="ADAL" clId="{1C05DFB1-C023-4755-8788-6BFDA6690735}" dt="2024-09-05T07:18:53.327" v="37" actId="27636"/>
          <ac:spMkLst>
            <pc:docMk/>
            <pc:sldMk cId="4097389567" sldId="439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5.967" v="38" actId="478"/>
          <ac:spMkLst>
            <pc:docMk/>
            <pc:sldMk cId="4097389567" sldId="43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7.947" v="39" actId="478"/>
          <ac:spMkLst>
            <pc:docMk/>
            <pc:sldMk cId="4097389567" sldId="43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1869326336" sldId="440"/>
        </pc:sldMkLst>
        <pc:spChg chg="mod">
          <ac:chgData name="Ms Alina Arshad" userId="cccdfd85-d35d-4453-9c6f-a463aae40722" providerId="ADAL" clId="{1C05DFB1-C023-4755-8788-6BFDA6690735}" dt="2024-09-05T07:21:34.853" v="52" actId="14100"/>
          <ac:spMkLst>
            <pc:docMk/>
            <pc:sldMk cId="1869326336" sldId="440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3.813" v="47" actId="478"/>
          <ac:spMkLst>
            <pc:docMk/>
            <pc:sldMk cId="1869326336" sldId="44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5.622" v="48" actId="478"/>
          <ac:spMkLst>
            <pc:docMk/>
            <pc:sldMk cId="1869326336" sldId="440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1:38.145" v="53" actId="1076"/>
          <ac:picMkLst>
            <pc:docMk/>
            <pc:sldMk cId="1869326336" sldId="440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3081461208" sldId="440"/>
        </pc:sldMkLst>
      </pc:sldChg>
      <pc:sldChg chg="delSp modSp add del mod">
        <pc:chgData name="Ms Alina Arshad" userId="cccdfd85-d35d-4453-9c6f-a463aae40722" providerId="ADAL" clId="{1C05DFB1-C023-4755-8788-6BFDA6690735}" dt="2024-09-05T07:57:54.173" v="378" actId="2696"/>
        <pc:sldMkLst>
          <pc:docMk/>
          <pc:sldMk cId="2656535664" sldId="441"/>
        </pc:sldMkLst>
        <pc:spChg chg="mod">
          <ac:chgData name="Ms Alina Arshad" userId="cccdfd85-d35d-4453-9c6f-a463aae40722" providerId="ADAL" clId="{1C05DFB1-C023-4755-8788-6BFDA6690735}" dt="2024-09-05T07:21:45.032" v="56" actId="14100"/>
          <ac:spMkLst>
            <pc:docMk/>
            <pc:sldMk cId="2656535664" sldId="441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5.383" v="86" actId="113"/>
          <ac:spMkLst>
            <pc:docMk/>
            <pc:sldMk cId="2656535664" sldId="441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7.120" v="57" actId="478"/>
          <ac:spMkLst>
            <pc:docMk/>
            <pc:sldMk cId="2656535664" sldId="44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9.444" v="58" actId="478"/>
          <ac:spMkLst>
            <pc:docMk/>
            <pc:sldMk cId="2656535664" sldId="441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8:02.432" v="379"/>
        <pc:sldMkLst>
          <pc:docMk/>
          <pc:sldMk cId="4115417814" sldId="441"/>
        </pc:sldMkLst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646742664" sldId="443"/>
        </pc:sldMkLst>
        <pc:spChg chg="mod">
          <ac:chgData name="Ms Alina Arshad" userId="cccdfd85-d35d-4453-9c6f-a463aae40722" providerId="ADAL" clId="{1C05DFB1-C023-4755-8788-6BFDA6690735}" dt="2024-09-05T07:22:01.285" v="62" actId="207"/>
          <ac:spMkLst>
            <pc:docMk/>
            <pc:sldMk cId="2646742664" sldId="443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0.157" v="85" actId="14100"/>
          <ac:spMkLst>
            <pc:docMk/>
            <pc:sldMk cId="2646742664" sldId="443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08.503" v="64" actId="478"/>
          <ac:spMkLst>
            <pc:docMk/>
            <pc:sldMk cId="2646742664" sldId="443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10.204" v="65" actId="478"/>
          <ac:spMkLst>
            <pc:docMk/>
            <pc:sldMk cId="2646742664" sldId="443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32114375" sldId="444"/>
        </pc:sldMkLst>
        <pc:spChg chg="mod">
          <ac:chgData name="Ms Alina Arshad" userId="cccdfd85-d35d-4453-9c6f-a463aae40722" providerId="ADAL" clId="{1C05DFB1-C023-4755-8788-6BFDA6690735}" dt="2024-09-05T07:22:21.935" v="68" actId="14100"/>
          <ac:spMkLst>
            <pc:docMk/>
            <pc:sldMk cId="132114375" sldId="444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2:53.825" v="79" actId="113"/>
          <ac:spMkLst>
            <pc:docMk/>
            <pc:sldMk cId="132114375" sldId="444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3.883" v="69" actId="478"/>
          <ac:spMkLst>
            <pc:docMk/>
            <pc:sldMk cId="132114375" sldId="444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8.146" v="70" actId="478"/>
          <ac:spMkLst>
            <pc:docMk/>
            <pc:sldMk cId="132114375" sldId="444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C05DFB1-C023-4755-8788-6BFDA6690735}" dt="2024-09-05T08:14:26.302" v="402" actId="47"/>
        <pc:sldMkLst>
          <pc:docMk/>
          <pc:sldMk cId="2565756905" sldId="444"/>
        </pc:sldMkLst>
      </pc:sldChg>
      <pc:sldChg chg="add del">
        <pc:chgData name="Ms Alina Arshad" userId="cccdfd85-d35d-4453-9c6f-a463aae40722" providerId="ADAL" clId="{1C05DFB1-C023-4755-8788-6BFDA6690735}" dt="2024-09-05T08:00:24.115" v="399" actId="47"/>
        <pc:sldMkLst>
          <pc:docMk/>
          <pc:sldMk cId="1449205093" sldId="445"/>
        </pc:sldMkLst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534966288" sldId="445"/>
        </pc:sldMkLst>
        <pc:spChg chg="mod">
          <ac:chgData name="Ms Alina Arshad" userId="cccdfd85-d35d-4453-9c6f-a463aae40722" providerId="ADAL" clId="{1C05DFB1-C023-4755-8788-6BFDA6690735}" dt="2024-09-05T07:23:30.157" v="89" actId="207"/>
          <ac:spMkLst>
            <pc:docMk/>
            <pc:sldMk cId="1534966288" sldId="445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5:12.027" v="96" actId="12"/>
          <ac:spMkLst>
            <pc:docMk/>
            <pc:sldMk cId="1534966288" sldId="445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7.088" v="92" actId="478"/>
          <ac:spMkLst>
            <pc:docMk/>
            <pc:sldMk cId="1534966288" sldId="445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9.624" v="93" actId="478"/>
          <ac:spMkLst>
            <pc:docMk/>
            <pc:sldMk cId="1534966288" sldId="445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3:35.603" v="91" actId="14100"/>
          <ac:picMkLst>
            <pc:docMk/>
            <pc:sldMk cId="1534966288" sldId="445"/>
            <ac:picMk id="6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014349081" sldId="446"/>
        </pc:sldMkLst>
        <pc:spChg chg="mod">
          <ac:chgData name="Ms Alina Arshad" userId="cccdfd85-d35d-4453-9c6f-a463aae40722" providerId="ADAL" clId="{1C05DFB1-C023-4755-8788-6BFDA6690735}" dt="2024-09-05T07:26:17.254" v="98" actId="207"/>
          <ac:spMkLst>
            <pc:docMk/>
            <pc:sldMk cId="1014349081" sldId="446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6:23.209" v="100" actId="12"/>
          <ac:spMkLst>
            <pc:docMk/>
            <pc:sldMk cId="1014349081" sldId="446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6.563" v="101" actId="478"/>
          <ac:spMkLst>
            <pc:docMk/>
            <pc:sldMk cId="1014349081" sldId="446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7.910" v="102" actId="478"/>
          <ac:spMkLst>
            <pc:docMk/>
            <pc:sldMk cId="1014349081" sldId="44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C05DFB1-C023-4755-8788-6BFDA6690735}" dt="2024-09-05T08:14:44.713" v="409" actId="20577"/>
        <pc:sldMkLst>
          <pc:docMk/>
          <pc:sldMk cId="2279120568" sldId="446"/>
        </pc:sldMkLst>
        <pc:spChg chg="mod">
          <ac:chgData name="Ms Alina Arshad" userId="cccdfd85-d35d-4453-9c6f-a463aae40722" providerId="ADAL" clId="{1C05DFB1-C023-4755-8788-6BFDA6690735}" dt="2024-09-05T08:14:44.713" v="409" actId="20577"/>
          <ac:spMkLst>
            <pc:docMk/>
            <pc:sldMk cId="2279120568" sldId="446"/>
            <ac:spMk id="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674788557" sldId="447"/>
        </pc:sldMkLst>
        <pc:spChg chg="mod">
          <ac:chgData name="Ms Alina Arshad" userId="cccdfd85-d35d-4453-9c6f-a463aae40722" providerId="ADAL" clId="{1C05DFB1-C023-4755-8788-6BFDA6690735}" dt="2024-09-05T07:26:46.771" v="110" actId="5793"/>
          <ac:spMkLst>
            <pc:docMk/>
            <pc:sldMk cId="674788557" sldId="447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3.920" v="103" actId="478"/>
          <ac:spMkLst>
            <pc:docMk/>
            <pc:sldMk cId="674788557" sldId="447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5.837" v="104" actId="478"/>
          <ac:spMkLst>
            <pc:docMk/>
            <pc:sldMk cId="674788557" sldId="447"/>
            <ac:spMk id="5" creationId="{00000000-0000-0000-0000-000000000000}"/>
          </ac:spMkLst>
        </pc:spChg>
      </pc:sldChg>
      <pc:sldChg chg="modSp add del mod ord">
        <pc:chgData name="Ms Alina Arshad" userId="cccdfd85-d35d-4453-9c6f-a463aae40722" providerId="ADAL" clId="{1C05DFB1-C023-4755-8788-6BFDA6690735}" dt="2024-09-05T08:15:24.936" v="424" actId="47"/>
        <pc:sldMkLst>
          <pc:docMk/>
          <pc:sldMk cId="4044279338" sldId="447"/>
        </pc:sldMkLst>
        <pc:spChg chg="mod">
          <ac:chgData name="Ms Alina Arshad" userId="cccdfd85-d35d-4453-9c6f-a463aae40722" providerId="ADAL" clId="{1C05DFB1-C023-4755-8788-6BFDA6690735}" dt="2024-09-05T08:14:36.068" v="406" actId="207"/>
          <ac:spMkLst>
            <pc:docMk/>
            <pc:sldMk cId="4044279338" sldId="447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8:14:40.402" v="407" actId="403"/>
          <ac:spMkLst>
            <pc:docMk/>
            <pc:sldMk cId="4044279338" sldId="44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5:41.873" v="425" actId="47"/>
        <pc:sldMkLst>
          <pc:docMk/>
          <pc:sldMk cId="2809709330" sldId="448"/>
        </pc:sldMkLst>
        <pc:spChg chg="mod">
          <ac:chgData name="Ms Alina Arshad" userId="cccdfd85-d35d-4453-9c6f-a463aae40722" providerId="ADAL" clId="{1C05DFB1-C023-4755-8788-6BFDA6690735}" dt="2024-09-05T07:27:15.172" v="118" actId="1076"/>
          <ac:spMkLst>
            <pc:docMk/>
            <pc:sldMk cId="2809709330" sldId="44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27.486" v="122" actId="12"/>
          <ac:spMkLst>
            <pc:docMk/>
            <pc:sldMk cId="2809709330" sldId="44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20.389" v="120" actId="478"/>
          <ac:spMkLst>
            <pc:docMk/>
            <pc:sldMk cId="2809709330" sldId="44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17.872" v="119" actId="478"/>
          <ac:spMkLst>
            <pc:docMk/>
            <pc:sldMk cId="2809709330" sldId="448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81688199" sldId="449"/>
        </pc:sldMkLst>
        <pc:spChg chg="mod">
          <ac:chgData name="Ms Alina Arshad" userId="cccdfd85-d35d-4453-9c6f-a463aae40722" providerId="ADAL" clId="{1C05DFB1-C023-4755-8788-6BFDA6690735}" dt="2024-09-05T07:27:33.612" v="124" actId="207"/>
          <ac:spMkLst>
            <pc:docMk/>
            <pc:sldMk cId="1681688199" sldId="449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42.827" v="127" actId="12"/>
          <ac:spMkLst>
            <pc:docMk/>
            <pc:sldMk cId="1681688199" sldId="449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6.632" v="125" actId="478"/>
          <ac:spMkLst>
            <pc:docMk/>
            <pc:sldMk cId="1681688199" sldId="44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8.225" v="126" actId="478"/>
          <ac:spMkLst>
            <pc:docMk/>
            <pc:sldMk cId="1681688199" sldId="44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42073716" sldId="450"/>
        </pc:sldMkLst>
        <pc:spChg chg="mod">
          <ac:chgData name="Ms Alina Arshad" userId="cccdfd85-d35d-4453-9c6f-a463aae40722" providerId="ADAL" clId="{1C05DFB1-C023-4755-8788-6BFDA6690735}" dt="2024-09-05T07:27:53.868" v="130"/>
          <ac:spMkLst>
            <pc:docMk/>
            <pc:sldMk cId="242073716" sldId="450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8:27.093" v="141" actId="12"/>
          <ac:spMkLst>
            <pc:docMk/>
            <pc:sldMk cId="242073716" sldId="450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58.463" v="131" actId="478"/>
          <ac:spMkLst>
            <pc:docMk/>
            <pc:sldMk cId="242073716" sldId="45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8:01.743" v="132" actId="478"/>
          <ac:spMkLst>
            <pc:docMk/>
            <pc:sldMk cId="242073716" sldId="45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37132292" sldId="451"/>
        </pc:sldMkLst>
        <pc:spChg chg="mod">
          <ac:chgData name="Ms Alina Arshad" userId="cccdfd85-d35d-4453-9c6f-a463aae40722" providerId="ADAL" clId="{1C05DFB1-C023-4755-8788-6BFDA6690735}" dt="2024-09-05T07:33:02.749" v="143" actId="113"/>
          <ac:spMkLst>
            <pc:docMk/>
            <pc:sldMk cId="1637132292" sldId="451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1.026" v="428" actId="478"/>
          <ac:spMkLst>
            <pc:docMk/>
            <pc:sldMk cId="1637132292" sldId="45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2.792" v="429" actId="478"/>
          <ac:spMkLst>
            <pc:docMk/>
            <pc:sldMk cId="1637132292" sldId="451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33:07.044" v="144" actId="1076"/>
          <ac:picMkLst>
            <pc:docMk/>
            <pc:sldMk cId="1637132292" sldId="451"/>
            <ac:picMk id="7" creationId="{00000000-0000-0000-0000-000000000000}"/>
          </ac:picMkLst>
        </pc:picChg>
      </pc:sldChg>
      <pc:sldChg chg="del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723443559" sldId="452"/>
        </pc:sldMkLst>
        <pc:spChg chg="del">
          <ac:chgData name="Ms Alina Arshad" userId="cccdfd85-d35d-4453-9c6f-a463aae40722" providerId="ADAL" clId="{1C05DFB1-C023-4755-8788-6BFDA6690735}" dt="2024-09-05T08:15:53.419" v="426" actId="478"/>
          <ac:spMkLst>
            <pc:docMk/>
            <pc:sldMk cId="723443559" sldId="452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5:55.747" v="427" actId="478"/>
          <ac:spMkLst>
            <pc:docMk/>
            <pc:sldMk cId="723443559" sldId="452"/>
            <ac:spMk id="5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889ED1B4-3B5C-4371-ABF8-B9437E0A75AE}"/>
    <pc:docChg chg="custSel addSld delSld modSld">
      <pc:chgData name="Ms Alina Arshad" userId="cccdfd85-d35d-4453-9c6f-a463aae40722" providerId="ADAL" clId="{889ED1B4-3B5C-4371-ABF8-B9437E0A75AE}" dt="2024-09-19T05:09:47.152" v="38" actId="47"/>
      <pc:docMkLst>
        <pc:docMk/>
      </pc:docMkLst>
      <pc:sldChg chg="delSp modSp add mod">
        <pc:chgData name="Ms Alina Arshad" userId="cccdfd85-d35d-4453-9c6f-a463aae40722" providerId="ADAL" clId="{889ED1B4-3B5C-4371-ABF8-B9437E0A75AE}" dt="2024-09-13T05:08:52.831" v="31" actId="1076"/>
        <pc:sldMkLst>
          <pc:docMk/>
          <pc:sldMk cId="987785057" sldId="258"/>
        </pc:sldMkLst>
        <pc:spChg chg="del">
          <ac:chgData name="Ms Alina Arshad" userId="cccdfd85-d35d-4453-9c6f-a463aae40722" providerId="ADAL" clId="{889ED1B4-3B5C-4371-ABF8-B9437E0A75AE}" dt="2024-09-13T05:08:43.192" v="28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45.155" v="29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49.517" v="30" actId="207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52.831" v="31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add del">
        <pc:chgData name="Ms Alina Arshad" userId="cccdfd85-d35d-4453-9c6f-a463aae40722" providerId="ADAL" clId="{889ED1B4-3B5C-4371-ABF8-B9437E0A75AE}" dt="2024-09-13T05:08:20.368" v="1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889ED1B4-3B5C-4371-ABF8-B9437E0A75AE}" dt="2024-09-13T05:08:25.525" v="15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889ED1B4-3B5C-4371-ABF8-B9437E0A75AE}" dt="2024-09-13T05:08:29.024" v="21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889ED1B4-3B5C-4371-ABF8-B9437E0A75AE}" dt="2024-09-13T05:08:30.024" v="23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889ED1B4-3B5C-4371-ABF8-B9437E0A75AE}" dt="2024-09-13T05:08:29.227" v="22" actId="47"/>
        <pc:sldMkLst>
          <pc:docMk/>
          <pc:sldMk cId="0" sldId="371"/>
        </pc:sldMkLst>
      </pc:sldChg>
      <pc:sldChg chg="del">
        <pc:chgData name="Ms Alina Arshad" userId="cccdfd85-d35d-4453-9c6f-a463aae40722" providerId="ADAL" clId="{889ED1B4-3B5C-4371-ABF8-B9437E0A75AE}" dt="2024-09-13T05:08:30.367" v="24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889ED1B4-3B5C-4371-ABF8-B9437E0A75AE}" dt="2024-09-13T05:08:27.859" v="19" actId="47"/>
        <pc:sldMkLst>
          <pc:docMk/>
          <pc:sldMk cId="0" sldId="378"/>
        </pc:sldMkLst>
      </pc:sldChg>
      <pc:sldChg chg="del">
        <pc:chgData name="Ms Alina Arshad" userId="cccdfd85-d35d-4453-9c6f-a463aae40722" providerId="ADAL" clId="{889ED1B4-3B5C-4371-ABF8-B9437E0A75AE}" dt="2024-09-13T05:08:28.383" v="20" actId="47"/>
        <pc:sldMkLst>
          <pc:docMk/>
          <pc:sldMk cId="0" sldId="379"/>
        </pc:sldMkLst>
      </pc:sldChg>
      <pc:sldChg chg="del">
        <pc:chgData name="Ms Alina Arshad" userId="cccdfd85-d35d-4453-9c6f-a463aae40722" providerId="ADAL" clId="{889ED1B4-3B5C-4371-ABF8-B9437E0A75AE}" dt="2024-09-13T05:08:22.493" v="8" actId="47"/>
        <pc:sldMkLst>
          <pc:docMk/>
          <pc:sldMk cId="0" sldId="383"/>
        </pc:sldMkLst>
      </pc:sldChg>
      <pc:sldChg chg="del">
        <pc:chgData name="Ms Alina Arshad" userId="cccdfd85-d35d-4453-9c6f-a463aae40722" providerId="ADAL" clId="{889ED1B4-3B5C-4371-ABF8-B9437E0A75AE}" dt="2024-09-13T05:08:22.727" v="9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889ED1B4-3B5C-4371-ABF8-B9437E0A75AE}" dt="2024-09-13T05:08:26.559" v="17" actId="47"/>
        <pc:sldMkLst>
          <pc:docMk/>
          <pc:sldMk cId="0" sldId="385"/>
        </pc:sldMkLst>
      </pc:sldChg>
      <pc:sldChg chg="del">
        <pc:chgData name="Ms Alina Arshad" userId="cccdfd85-d35d-4453-9c6f-a463aae40722" providerId="ADAL" clId="{889ED1B4-3B5C-4371-ABF8-B9437E0A75AE}" dt="2024-09-13T05:08:27.218" v="18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889ED1B4-3B5C-4371-ABF8-B9437E0A75AE}" dt="2024-09-13T05:08:26.278" v="16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889ED1B4-3B5C-4371-ABF8-B9437E0A75AE}" dt="2024-09-13T05:08:20.618" v="2" actId="47"/>
        <pc:sldMkLst>
          <pc:docMk/>
          <pc:sldMk cId="1227695002" sldId="429"/>
        </pc:sldMkLst>
      </pc:sldChg>
      <pc:sldChg chg="del">
        <pc:chgData name="Ms Alina Arshad" userId="cccdfd85-d35d-4453-9c6f-a463aae40722" providerId="ADAL" clId="{889ED1B4-3B5C-4371-ABF8-B9437E0A75AE}" dt="2024-09-13T05:08:20.900" v="3" actId="47"/>
        <pc:sldMkLst>
          <pc:docMk/>
          <pc:sldMk cId="4289592975" sldId="430"/>
        </pc:sldMkLst>
      </pc:sldChg>
      <pc:sldChg chg="del">
        <pc:chgData name="Ms Alina Arshad" userId="cccdfd85-d35d-4453-9c6f-a463aae40722" providerId="ADAL" clId="{889ED1B4-3B5C-4371-ABF8-B9437E0A75AE}" dt="2024-09-13T05:08:21.118" v="4" actId="47"/>
        <pc:sldMkLst>
          <pc:docMk/>
          <pc:sldMk cId="1008177089" sldId="433"/>
        </pc:sldMkLst>
      </pc:sldChg>
      <pc:sldChg chg="del">
        <pc:chgData name="Ms Alina Arshad" userId="cccdfd85-d35d-4453-9c6f-a463aae40722" providerId="ADAL" clId="{889ED1B4-3B5C-4371-ABF8-B9437E0A75AE}" dt="2024-09-13T05:08:21.337" v="5" actId="47"/>
        <pc:sldMkLst>
          <pc:docMk/>
          <pc:sldMk cId="4177771332" sldId="434"/>
        </pc:sldMkLst>
      </pc:sldChg>
      <pc:sldChg chg="del">
        <pc:chgData name="Ms Alina Arshad" userId="cccdfd85-d35d-4453-9c6f-a463aae40722" providerId="ADAL" clId="{889ED1B4-3B5C-4371-ABF8-B9437E0A75AE}" dt="2024-09-13T05:08:21.446" v="6" actId="47"/>
        <pc:sldMkLst>
          <pc:docMk/>
          <pc:sldMk cId="2642975351" sldId="435"/>
        </pc:sldMkLst>
      </pc:sldChg>
      <pc:sldChg chg="del">
        <pc:chgData name="Ms Alina Arshad" userId="cccdfd85-d35d-4453-9c6f-a463aae40722" providerId="ADAL" clId="{889ED1B4-3B5C-4371-ABF8-B9437E0A75AE}" dt="2024-09-13T05:08:21.634" v="7" actId="47"/>
        <pc:sldMkLst>
          <pc:docMk/>
          <pc:sldMk cId="8447295" sldId="436"/>
        </pc:sldMkLst>
      </pc:sldChg>
      <pc:sldChg chg="del">
        <pc:chgData name="Ms Alina Arshad" userId="cccdfd85-d35d-4453-9c6f-a463aae40722" providerId="ADAL" clId="{889ED1B4-3B5C-4371-ABF8-B9437E0A75AE}" dt="2024-09-13T05:08:24.008" v="10" actId="47"/>
        <pc:sldMkLst>
          <pc:docMk/>
          <pc:sldMk cId="1737629093" sldId="438"/>
        </pc:sldMkLst>
      </pc:sldChg>
      <pc:sldChg chg="del">
        <pc:chgData name="Ms Alina Arshad" userId="cccdfd85-d35d-4453-9c6f-a463aae40722" providerId="ADAL" clId="{889ED1B4-3B5C-4371-ABF8-B9437E0A75AE}" dt="2024-09-13T05:08:24.336" v="12" actId="47"/>
        <pc:sldMkLst>
          <pc:docMk/>
          <pc:sldMk cId="2841578013" sldId="439"/>
        </pc:sldMkLst>
      </pc:sldChg>
      <pc:sldChg chg="del">
        <pc:chgData name="Ms Alina Arshad" userId="cccdfd85-d35d-4453-9c6f-a463aae40722" providerId="ADAL" clId="{889ED1B4-3B5C-4371-ABF8-B9437E0A75AE}" dt="2024-09-13T05:08:25.180" v="13" actId="47"/>
        <pc:sldMkLst>
          <pc:docMk/>
          <pc:sldMk cId="3081461208" sldId="440"/>
        </pc:sldMkLst>
      </pc:sldChg>
      <pc:sldChg chg="del">
        <pc:chgData name="Ms Alina Arshad" userId="cccdfd85-d35d-4453-9c6f-a463aae40722" providerId="ADAL" clId="{889ED1B4-3B5C-4371-ABF8-B9437E0A75AE}" dt="2024-09-13T05:08:24.211" v="11" actId="47"/>
        <pc:sldMkLst>
          <pc:docMk/>
          <pc:sldMk cId="4115417814" sldId="441"/>
        </pc:sldMkLst>
      </pc:sldChg>
      <pc:sldChg chg="del">
        <pc:chgData name="Ms Alina Arshad" userId="cccdfd85-d35d-4453-9c6f-a463aae40722" providerId="ADAL" clId="{889ED1B4-3B5C-4371-ABF8-B9437E0A75AE}" dt="2024-09-13T05:08:30.867" v="25" actId="47"/>
        <pc:sldMkLst>
          <pc:docMk/>
          <pc:sldMk cId="2279120568" sldId="446"/>
        </pc:sldMkLst>
      </pc:sldChg>
      <pc:sldChg chg="del">
        <pc:chgData name="Ms Alina Arshad" userId="cccdfd85-d35d-4453-9c6f-a463aae40722" providerId="ADAL" clId="{889ED1B4-3B5C-4371-ABF8-B9437E0A75AE}" dt="2024-09-13T05:08:25.353" v="14" actId="47"/>
        <pc:sldMkLst>
          <pc:docMk/>
          <pc:sldMk cId="2342459706" sldId="447"/>
        </pc:sldMkLst>
      </pc:sldChg>
      <pc:sldChg chg="modSp add del mod">
        <pc:chgData name="Ms Alina Arshad" userId="cccdfd85-d35d-4453-9c6f-a463aae40722" providerId="ADAL" clId="{889ED1B4-3B5C-4371-ABF8-B9437E0A75AE}" dt="2024-09-13T05:08:37.521" v="27" actId="47"/>
        <pc:sldMkLst>
          <pc:docMk/>
          <pc:sldMk cId="2348086917" sldId="448"/>
        </pc:sldMkLst>
        <pc:spChg chg="mod">
          <ac:chgData name="Ms Alina Arshad" userId="cccdfd85-d35d-4453-9c6f-a463aae40722" providerId="ADAL" clId="{889ED1B4-3B5C-4371-ABF8-B9437E0A75AE}" dt="2024-09-13T05:08:35.856" v="26" actId="6549"/>
          <ac:spMkLst>
            <pc:docMk/>
            <pc:sldMk cId="2348086917" sldId="448"/>
            <ac:spMk id="2" creationId="{00000000-0000-0000-0000-000000000000}"/>
          </ac:spMkLst>
        </pc:spChg>
      </pc:sldChg>
      <pc:sldChg chg="delSp modSp add mod">
        <pc:chgData name="Ms Alina Arshad" userId="cccdfd85-d35d-4453-9c6f-a463aae40722" providerId="ADAL" clId="{889ED1B4-3B5C-4371-ABF8-B9437E0A75AE}" dt="2024-09-13T05:09:06.731" v="36" actId="207"/>
        <pc:sldMkLst>
          <pc:docMk/>
          <pc:sldMk cId="719467134" sldId="458"/>
        </pc:sldMkLst>
        <pc:spChg chg="mod">
          <ac:chgData name="Ms Alina Arshad" userId="cccdfd85-d35d-4453-9c6f-a463aae40722" providerId="ADAL" clId="{889ED1B4-3B5C-4371-ABF8-B9437E0A75AE}" dt="2024-09-13T05:09:06.731" v="36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9:04.427" v="35" actId="207"/>
          <ac:spMkLst>
            <pc:docMk/>
            <pc:sldMk cId="719467134" sldId="458"/>
            <ac:spMk id="3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59.495" v="33" actId="478"/>
          <ac:spMkLst>
            <pc:docMk/>
            <pc:sldMk cId="719467134" sldId="458"/>
            <ac:spMk id="4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9:01.600" v="34" actId="478"/>
          <ac:spMkLst>
            <pc:docMk/>
            <pc:sldMk cId="719467134" sldId="45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79126886" sldId="45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75468520" sldId="461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55260321" sldId="46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175048454" sldId="46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2524428318" sldId="464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502560203" sldId="465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240682665" sldId="466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253061490" sldId="467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29599593" sldId="468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4372872" sldId="46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593451177" sldId="47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011208458" sldId="47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57050581" sldId="475"/>
        </pc:sldMkLst>
      </pc:sldChg>
      <pc:sldChg chg="del">
        <pc:chgData name="Ms Alina Arshad" userId="cccdfd85-d35d-4453-9c6f-a463aae40722" providerId="ADAL" clId="{889ED1B4-3B5C-4371-ABF8-B9437E0A75AE}" dt="2024-09-19T05:09:46.230" v="37" actId="47"/>
        <pc:sldMkLst>
          <pc:docMk/>
          <pc:sldMk cId="1229924645" sldId="476"/>
        </pc:sldMkLst>
      </pc:sldChg>
      <pc:sldChg chg="del">
        <pc:chgData name="Ms Alina Arshad" userId="cccdfd85-d35d-4453-9c6f-a463aae40722" providerId="ADAL" clId="{889ED1B4-3B5C-4371-ABF8-B9437E0A75AE}" dt="2024-09-19T05:09:47.152" v="38" actId="47"/>
        <pc:sldMkLst>
          <pc:docMk/>
          <pc:sldMk cId="2716896203" sldId="477"/>
        </pc:sldMkLst>
      </pc:sldChg>
    </pc:docChg>
  </pc:docChgLst>
  <pc:docChgLst>
    <pc:chgData name="Ms Alina Arshad" userId="cccdfd85-d35d-4453-9c6f-a463aae40722" providerId="ADAL" clId="{2FEB24EE-2666-4060-89BA-CD0A06313B23}"/>
    <pc:docChg chg="custSel addSld delSld modSld">
      <pc:chgData name="Ms Alina Arshad" userId="cccdfd85-d35d-4453-9c6f-a463aae40722" providerId="ADAL" clId="{2FEB24EE-2666-4060-89BA-CD0A06313B23}" dt="2024-09-07T15:30:07.645" v="78" actId="1076"/>
      <pc:docMkLst>
        <pc:docMk/>
      </pc:docMkLst>
      <pc:sldChg chg="modSp mod">
        <pc:chgData name="Ms Alina Arshad" userId="cccdfd85-d35d-4453-9c6f-a463aae40722" providerId="ADAL" clId="{2FEB24EE-2666-4060-89BA-CD0A06313B23}" dt="2024-09-07T14:12:40.520" v="22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2FEB24EE-2666-4060-89BA-CD0A06313B23}" dt="2024-09-07T14:12:40.520" v="22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mod">
        <pc:chgData name="Ms Alina Arshad" userId="cccdfd85-d35d-4453-9c6f-a463aae40722" providerId="ADAL" clId="{2FEB24EE-2666-4060-89BA-CD0A06313B23}" dt="2024-09-07T15:27:11.022" v="71" actId="20577"/>
        <pc:sldMkLst>
          <pc:docMk/>
          <pc:sldMk cId="0" sldId="372"/>
        </pc:sldMkLst>
        <pc:spChg chg="mod">
          <ac:chgData name="Ms Alina Arshad" userId="cccdfd85-d35d-4453-9c6f-a463aae40722" providerId="ADAL" clId="{2FEB24EE-2666-4060-89BA-CD0A06313B23}" dt="2024-09-07T15:27:11.022" v="71" actId="20577"/>
          <ac:spMkLst>
            <pc:docMk/>
            <pc:sldMk cId="0" sldId="372"/>
            <ac:spMk id="3" creationId="{3CE06910-2266-68E8-32AE-E6FCE586718E}"/>
          </ac:spMkLst>
        </pc:spChg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6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8"/>
        </pc:sldMkLst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9"/>
        </pc:sldMkLst>
        <pc:spChg chg="mod">
          <ac:chgData name="Ms Alina Arshad" userId="cccdfd85-d35d-4453-9c6f-a463aae40722" providerId="ADAL" clId="{2FEB24EE-2666-4060-89BA-CD0A06313B23}" dt="2024-09-07T14:04:23.480" v="10" actId="5793"/>
          <ac:spMkLst>
            <pc:docMk/>
            <pc:sldMk cId="0" sldId="389"/>
            <ac:spMk id="13315" creationId="{5AEC1019-6C33-068D-89FF-73F14DD73519}"/>
          </ac:spMkLst>
        </pc:spChg>
        <pc:spChg chg="mod">
          <ac:chgData name="Ms Alina Arshad" userId="cccdfd85-d35d-4453-9c6f-a463aae40722" providerId="ADAL" clId="{2FEB24EE-2666-4060-89BA-CD0A06313B23}" dt="2024-09-07T14:04:04.382" v="4" actId="27636"/>
          <ac:spMkLst>
            <pc:docMk/>
            <pc:sldMk cId="0" sldId="389"/>
            <ac:spMk id="24578" creationId="{305B7E1E-5597-3B12-6D73-B24294AD131D}"/>
          </ac:spMkLst>
        </pc:spChg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91"/>
        </pc:sldMkLst>
        <pc:spChg chg="mod">
          <ac:chgData name="Ms Alina Arshad" userId="cccdfd85-d35d-4453-9c6f-a463aae40722" providerId="ADAL" clId="{2FEB24EE-2666-4060-89BA-CD0A06313B23}" dt="2024-09-07T14:04:40.295" v="17" actId="20577"/>
          <ac:spMkLst>
            <pc:docMk/>
            <pc:sldMk cId="0" sldId="391"/>
            <ac:spMk id="26626" creationId="{0FEEB420-FF9F-896C-19FE-30B0D95ADF93}"/>
          </ac:spMkLst>
        </pc:spChg>
      </pc:sldChg>
      <pc:sldChg chg="modSp add mod">
        <pc:chgData name="Ms Alina Arshad" userId="cccdfd85-d35d-4453-9c6f-a463aae40722" providerId="ADAL" clId="{2FEB24EE-2666-4060-89BA-CD0A06313B23}" dt="2024-09-07T14:26:37.570" v="48" actId="20577"/>
        <pc:sldMkLst>
          <pc:docMk/>
          <pc:sldMk cId="1227695002" sldId="429"/>
        </pc:sldMkLst>
        <pc:spChg chg="mod">
          <ac:chgData name="Ms Alina Arshad" userId="cccdfd85-d35d-4453-9c6f-a463aae40722" providerId="ADAL" clId="{2FEB24EE-2666-4060-89BA-CD0A06313B23}" dt="2024-09-07T14:16:40.823" v="36" actId="14100"/>
          <ac:spMkLst>
            <pc:docMk/>
            <pc:sldMk cId="1227695002" sldId="429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26:37.570" v="48" actId="20577"/>
          <ac:spMkLst>
            <pc:docMk/>
            <pc:sldMk cId="1227695002" sldId="42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28:10.057" v="50" actId="20577"/>
        <pc:sldMkLst>
          <pc:docMk/>
          <pc:sldMk cId="4289592975" sldId="430"/>
        </pc:sldMkLst>
        <pc:spChg chg="mod">
          <ac:chgData name="Ms Alina Arshad" userId="cccdfd85-d35d-4453-9c6f-a463aae40722" providerId="ADAL" clId="{2FEB24EE-2666-4060-89BA-CD0A06313B23}" dt="2024-09-07T14:28:10.057" v="50" actId="20577"/>
          <ac:spMkLst>
            <pc:docMk/>
            <pc:sldMk cId="4289592975" sldId="43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3:40.207" v="55" actId="207"/>
        <pc:sldMkLst>
          <pc:docMk/>
          <pc:sldMk cId="1008177089" sldId="433"/>
        </pc:sldMkLst>
        <pc:spChg chg="mod">
          <ac:chgData name="Ms Alina Arshad" userId="cccdfd85-d35d-4453-9c6f-a463aae40722" providerId="ADAL" clId="{2FEB24EE-2666-4060-89BA-CD0A06313B23}" dt="2024-09-07T14:33:40.207" v="55" actId="207"/>
          <ac:spMkLst>
            <pc:docMk/>
            <pc:sldMk cId="1008177089" sldId="43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19.708" v="62" actId="20577"/>
        <pc:sldMkLst>
          <pc:docMk/>
          <pc:sldMk cId="4177771332" sldId="434"/>
        </pc:sldMkLst>
        <pc:spChg chg="mod">
          <ac:chgData name="Ms Alina Arshad" userId="cccdfd85-d35d-4453-9c6f-a463aae40722" providerId="ADAL" clId="{2FEB24EE-2666-4060-89BA-CD0A06313B23}" dt="2024-09-07T14:37:16.352" v="58" actId="1076"/>
          <ac:spMkLst>
            <pc:docMk/>
            <pc:sldMk cId="4177771332" sldId="434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38:19.708" v="62" actId="20577"/>
          <ac:spMkLst>
            <pc:docMk/>
            <pc:sldMk cId="4177771332" sldId="43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53.527" v="63" actId="404"/>
        <pc:sldMkLst>
          <pc:docMk/>
          <pc:sldMk cId="2642975351" sldId="435"/>
        </pc:sldMkLst>
        <pc:spChg chg="mod">
          <ac:chgData name="Ms Alina Arshad" userId="cccdfd85-d35d-4453-9c6f-a463aae40722" providerId="ADAL" clId="{2FEB24EE-2666-4060-89BA-CD0A06313B23}" dt="2024-09-07T14:38:53.527" v="63" actId="404"/>
          <ac:spMkLst>
            <pc:docMk/>
            <pc:sldMk cId="2642975351" sldId="43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42:05.679" v="66" actId="207"/>
        <pc:sldMkLst>
          <pc:docMk/>
          <pc:sldMk cId="8447295" sldId="436"/>
        </pc:sldMkLst>
        <pc:spChg chg="mod">
          <ac:chgData name="Ms Alina Arshad" userId="cccdfd85-d35d-4453-9c6f-a463aae40722" providerId="ADAL" clId="{2FEB24EE-2666-4060-89BA-CD0A06313B23}" dt="2024-09-07T14:41:44.573" v="64" actId="33524"/>
          <ac:spMkLst>
            <pc:docMk/>
            <pc:sldMk cId="8447295" sldId="436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42:05.679" v="66" actId="207"/>
          <ac:spMkLst>
            <pc:docMk/>
            <pc:sldMk cId="8447295" sldId="43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2FEB24EE-2666-4060-89BA-CD0A06313B23}" dt="2024-09-07T15:07:51.624" v="70" actId="20577"/>
        <pc:sldMkLst>
          <pc:docMk/>
          <pc:sldMk cId="1737629093" sldId="438"/>
        </pc:sldMkLst>
        <pc:spChg chg="mod">
          <ac:chgData name="Ms Alina Arshad" userId="cccdfd85-d35d-4453-9c6f-a463aae40722" providerId="ADAL" clId="{2FEB24EE-2666-4060-89BA-CD0A06313B23}" dt="2024-09-07T15:07:51.624" v="70" actId="20577"/>
          <ac:spMkLst>
            <pc:docMk/>
            <pc:sldMk cId="1737629093" sldId="438"/>
            <ac:spMk id="3" creationId="{00000000-0000-0000-0000-000000000000}"/>
          </ac:spMkLst>
        </pc:spChg>
      </pc:sldChg>
      <pc:sldChg chg="addSp modSp">
        <pc:chgData name="Ms Alina Arshad" userId="cccdfd85-d35d-4453-9c6f-a463aae40722" providerId="ADAL" clId="{2FEB24EE-2666-4060-89BA-CD0A06313B23}" dt="2024-09-07T15:30:07.645" v="78" actId="1076"/>
        <pc:sldMkLst>
          <pc:docMk/>
          <pc:sldMk cId="2279120568" sldId="446"/>
        </pc:sldMkLst>
        <pc:spChg chg="mod">
          <ac:chgData name="Ms Alina Arshad" userId="cccdfd85-d35d-4453-9c6f-a463aae40722" providerId="ADAL" clId="{2FEB24EE-2666-4060-89BA-CD0A06313B23}" dt="2024-09-07T15:29:56.694" v="75" actId="14100"/>
          <ac:spMkLst>
            <pc:docMk/>
            <pc:sldMk cId="2279120568" sldId="446"/>
            <ac:spMk id="3" creationId="{00000000-0000-0000-0000-000000000000}"/>
          </ac:spMkLst>
        </pc:spChg>
        <pc:picChg chg="add mod">
          <ac:chgData name="Ms Alina Arshad" userId="cccdfd85-d35d-4453-9c6f-a463aae40722" providerId="ADAL" clId="{2FEB24EE-2666-4060-89BA-CD0A06313B23}" dt="2024-09-07T15:30:07.645" v="78" actId="1076"/>
          <ac:picMkLst>
            <pc:docMk/>
            <pc:sldMk cId="2279120568" sldId="446"/>
            <ac:picMk id="1026" creationId="{33CCDCAF-3759-99D5-6506-736BA3E5DF0B}"/>
          </ac:picMkLst>
        </pc:picChg>
      </pc:sldChg>
    </pc:docChg>
  </pc:docChgLst>
  <pc:docChgLst>
    <pc:chgData name="Ms Alina Arshad" userId="cccdfd85-d35d-4453-9c6f-a463aae40722" providerId="ADAL" clId="{CCDD98BF-CD6D-4DFE-B52E-0B39A9A67B48}"/>
    <pc:docChg chg="delSld">
      <pc:chgData name="Ms Alina Arshad" userId="cccdfd85-d35d-4453-9c6f-a463aae40722" providerId="ADAL" clId="{CCDD98BF-CD6D-4DFE-B52E-0B39A9A67B48}" dt="2024-09-19T05:11:23.804" v="16" actId="47"/>
      <pc:docMkLst>
        <pc:docMk/>
      </pc:docMkLst>
      <pc:sldChg chg="del">
        <pc:chgData name="Ms Alina Arshad" userId="cccdfd85-d35d-4453-9c6f-a463aae40722" providerId="ADAL" clId="{CCDD98BF-CD6D-4DFE-B52E-0B39A9A67B48}" dt="2024-09-19T05:11:20.849" v="9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CCDD98BF-CD6D-4DFE-B52E-0B39A9A67B48}" dt="2024-09-19T05:11:21.493" v="10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CCDD98BF-CD6D-4DFE-B52E-0B39A9A67B48}" dt="2024-09-19T05:11:21.868" v="11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CCDD98BF-CD6D-4DFE-B52E-0B39A9A67B48}" dt="2024-09-19T05:11:22.086" v="12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CCDD98BF-CD6D-4DFE-B52E-0B39A9A67B48}" dt="2024-09-19T05:11:22.508" v="13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CCDD98BF-CD6D-4DFE-B52E-0B39A9A67B48}" dt="2024-09-19T05:11:22.898" v="14" actId="47"/>
        <pc:sldMkLst>
          <pc:docMk/>
          <pc:sldMk cId="0" sldId="391"/>
        </pc:sldMkLst>
      </pc:sldChg>
      <pc:sldChg chg="del">
        <pc:chgData name="Ms Alina Arshad" userId="cccdfd85-d35d-4453-9c6f-a463aae40722" providerId="ADAL" clId="{CCDD98BF-CD6D-4DFE-B52E-0B39A9A67B48}" dt="2024-09-19T05:11:23.320" v="15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CCDD98BF-CD6D-4DFE-B52E-0B39A9A67B48}" dt="2024-09-19T05:11:23.804" v="16" actId="47"/>
        <pc:sldMkLst>
          <pc:docMk/>
          <pc:sldMk cId="0" sldId="394"/>
        </pc:sldMkLst>
      </pc:sldChg>
      <pc:sldChg chg="del">
        <pc:chgData name="Ms Alina Arshad" userId="cccdfd85-d35d-4453-9c6f-a463aae40722" providerId="ADAL" clId="{CCDD98BF-CD6D-4DFE-B52E-0B39A9A67B48}" dt="2024-09-19T05:11:20.646" v="8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CCDD98BF-CD6D-4DFE-B52E-0B39A9A67B48}" dt="2024-09-19T05:11:17.979" v="0" actId="47"/>
        <pc:sldMkLst>
          <pc:docMk/>
          <pc:sldMk cId="719467134" sldId="458"/>
        </pc:sldMkLst>
      </pc:sldChg>
      <pc:sldChg chg="del">
        <pc:chgData name="Ms Alina Arshad" userId="cccdfd85-d35d-4453-9c6f-a463aae40722" providerId="ADAL" clId="{CCDD98BF-CD6D-4DFE-B52E-0B39A9A67B48}" dt="2024-09-19T05:11:18.463" v="1" actId="47"/>
        <pc:sldMkLst>
          <pc:docMk/>
          <pc:sldMk cId="379126886" sldId="459"/>
        </pc:sldMkLst>
      </pc:sldChg>
      <pc:sldChg chg="del">
        <pc:chgData name="Ms Alina Arshad" userId="cccdfd85-d35d-4453-9c6f-a463aae40722" providerId="ADAL" clId="{CCDD98BF-CD6D-4DFE-B52E-0B39A9A67B48}" dt="2024-09-19T05:11:18.666" v="2" actId="47"/>
        <pc:sldMkLst>
          <pc:docMk/>
          <pc:sldMk cId="475468520" sldId="461"/>
        </pc:sldMkLst>
      </pc:sldChg>
      <pc:sldChg chg="del">
        <pc:chgData name="Ms Alina Arshad" userId="cccdfd85-d35d-4453-9c6f-a463aae40722" providerId="ADAL" clId="{CCDD98BF-CD6D-4DFE-B52E-0B39A9A67B48}" dt="2024-09-19T05:11:18.869" v="3" actId="47"/>
        <pc:sldMkLst>
          <pc:docMk/>
          <pc:sldMk cId="1755260321" sldId="462"/>
        </pc:sldMkLst>
      </pc:sldChg>
      <pc:sldChg chg="del">
        <pc:chgData name="Ms Alina Arshad" userId="cccdfd85-d35d-4453-9c6f-a463aae40722" providerId="ADAL" clId="{CCDD98BF-CD6D-4DFE-B52E-0B39A9A67B48}" dt="2024-09-19T05:11:19.444" v="5" actId="47"/>
        <pc:sldMkLst>
          <pc:docMk/>
          <pc:sldMk cId="3175048454" sldId="463"/>
        </pc:sldMkLst>
      </pc:sldChg>
      <pc:sldChg chg="del">
        <pc:chgData name="Ms Alina Arshad" userId="cccdfd85-d35d-4453-9c6f-a463aae40722" providerId="ADAL" clId="{CCDD98BF-CD6D-4DFE-B52E-0B39A9A67B48}" dt="2024-09-19T05:11:19.240" v="4" actId="47"/>
        <pc:sldMkLst>
          <pc:docMk/>
          <pc:sldMk cId="2524428318" sldId="464"/>
        </pc:sldMkLst>
      </pc:sldChg>
      <pc:sldChg chg="del">
        <pc:chgData name="Ms Alina Arshad" userId="cccdfd85-d35d-4453-9c6f-a463aae40722" providerId="ADAL" clId="{CCDD98BF-CD6D-4DFE-B52E-0B39A9A67B48}" dt="2024-09-19T05:11:19.631" v="6" actId="47"/>
        <pc:sldMkLst>
          <pc:docMk/>
          <pc:sldMk cId="1539764836" sldId="478"/>
        </pc:sldMkLst>
      </pc:sldChg>
      <pc:sldChg chg="del">
        <pc:chgData name="Ms Alina Arshad" userId="cccdfd85-d35d-4453-9c6f-a463aae40722" providerId="ADAL" clId="{CCDD98BF-CD6D-4DFE-B52E-0B39A9A67B48}" dt="2024-09-19T05:11:20.037" v="7" actId="47"/>
        <pc:sldMkLst>
          <pc:docMk/>
          <pc:sldMk cId="3784571307" sldId="479"/>
        </pc:sldMkLst>
      </pc:sldChg>
    </pc:docChg>
  </pc:docChgLst>
  <pc:docChgLst>
    <pc:chgData name="Ms Alina Arshad" userId="cccdfd85-d35d-4453-9c6f-a463aae40722" providerId="ADAL" clId="{6D99148A-78EC-44A5-895B-9E6E7F8E190D}"/>
    <pc:docChg chg="undo custSel delSld modSld">
      <pc:chgData name="Ms Alina Arshad" userId="cccdfd85-d35d-4453-9c6f-a463aae40722" providerId="ADAL" clId="{6D99148A-78EC-44A5-895B-9E6E7F8E190D}" dt="2024-08-30T09:52:56.715" v="36" actId="47"/>
      <pc:docMkLst>
        <pc:docMk/>
      </pc:docMkLst>
      <pc:sldChg chg="modSp mod">
        <pc:chgData name="Ms Alina Arshad" userId="cccdfd85-d35d-4453-9c6f-a463aae40722" providerId="ADAL" clId="{6D99148A-78EC-44A5-895B-9E6E7F8E190D}" dt="2024-08-30T09:51:42.777" v="9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D99148A-78EC-44A5-895B-9E6E7F8E190D}" dt="2024-08-30T09:51:42.777" v="9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NotesTx">
        <pc:chgData name="Ms Alina Arshad" userId="cccdfd85-d35d-4453-9c6f-a463aae40722" providerId="ADAL" clId="{6D99148A-78EC-44A5-895B-9E6E7F8E190D}" dt="2024-08-30T09:52:54.702" v="35" actId="5793"/>
        <pc:sldMkLst>
          <pc:docMk/>
          <pc:sldMk cId="515654138" sldId="410"/>
        </pc:sldMkLst>
      </pc:sldChg>
      <pc:sldChg chg="modSp del mod">
        <pc:chgData name="Ms Alina Arshad" userId="cccdfd85-d35d-4453-9c6f-a463aae40722" providerId="ADAL" clId="{6D99148A-78EC-44A5-895B-9E6E7F8E190D}" dt="2024-08-30T09:52:56.715" v="36" actId="47"/>
        <pc:sldMkLst>
          <pc:docMk/>
          <pc:sldMk cId="2400755825" sldId="414"/>
        </pc:sldMkLst>
        <pc:spChg chg="mod">
          <ac:chgData name="Ms Alina Arshad" userId="cccdfd85-d35d-4453-9c6f-a463aae40722" providerId="ADAL" clId="{6D99148A-78EC-44A5-895B-9E6E7F8E190D}" dt="2024-08-30T09:52:11.454" v="11" actId="27636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03F3768F-5344-4E5A-B293-BE1259BC470C}"/>
    <pc:docChg chg="custSel addSld delSld modSld">
      <pc:chgData name="Ms Alina Arshad" userId="cccdfd85-d35d-4453-9c6f-a463aae40722" providerId="ADAL" clId="{03F3768F-5344-4E5A-B293-BE1259BC470C}" dt="2024-09-17T13:46:43.871" v="246" actId="12"/>
      <pc:docMkLst>
        <pc:docMk/>
      </pc:docMkLst>
      <pc:sldChg chg="del">
        <pc:chgData name="Ms Alina Arshad" userId="cccdfd85-d35d-4453-9c6f-a463aae40722" providerId="ADAL" clId="{03F3768F-5344-4E5A-B293-BE1259BC470C}" dt="2024-09-15T06:19:30.239" v="49" actId="47"/>
        <pc:sldMkLst>
          <pc:docMk/>
          <pc:sldMk cId="987785057" sldId="258"/>
        </pc:sldMkLst>
      </pc:sldChg>
      <pc:sldChg chg="modSp add mod">
        <pc:chgData name="Ms Alina Arshad" userId="cccdfd85-d35d-4453-9c6f-a463aae40722" providerId="ADAL" clId="{03F3768F-5344-4E5A-B293-BE1259BC470C}" dt="2024-09-17T13:39:19.174" v="208" actId="207"/>
        <pc:sldMkLst>
          <pc:docMk/>
          <pc:sldMk cId="0" sldId="386"/>
        </pc:sldMkLst>
        <pc:spChg chg="mod">
          <ac:chgData name="Ms Alina Arshad" userId="cccdfd85-d35d-4453-9c6f-a463aae40722" providerId="ADAL" clId="{03F3768F-5344-4E5A-B293-BE1259BC470C}" dt="2024-09-17T13:39:19.174" v="208" actId="207"/>
          <ac:spMkLst>
            <pc:docMk/>
            <pc:sldMk cId="0" sldId="386"/>
            <ac:spMk id="3" creationId="{746FE3BF-273E-CE1C-B58B-B5937FB4FDCA}"/>
          </ac:spMkLst>
        </pc:spChg>
        <pc:spChg chg="mod">
          <ac:chgData name="Ms Alina Arshad" userId="cccdfd85-d35d-4453-9c6f-a463aae40722" providerId="ADAL" clId="{03F3768F-5344-4E5A-B293-BE1259BC470C}" dt="2024-09-17T13:39:00.053" v="204" actId="1076"/>
          <ac:spMkLst>
            <pc:docMk/>
            <pc:sldMk cId="0" sldId="386"/>
            <ac:spMk id="18434" creationId="{D0231127-0A0A-57D3-2C1F-FC07E3FE6787}"/>
          </ac:spMkLst>
        </pc:spChg>
      </pc:sldChg>
      <pc:sldChg chg="modSp add mod">
        <pc:chgData name="Ms Alina Arshad" userId="cccdfd85-d35d-4453-9c6f-a463aae40722" providerId="ADAL" clId="{03F3768F-5344-4E5A-B293-BE1259BC470C}" dt="2024-09-17T13:39:40.216" v="213" actId="207"/>
        <pc:sldMkLst>
          <pc:docMk/>
          <pc:sldMk cId="0" sldId="387"/>
        </pc:sldMkLst>
        <pc:spChg chg="mod">
          <ac:chgData name="Ms Alina Arshad" userId="cccdfd85-d35d-4453-9c6f-a463aae40722" providerId="ADAL" clId="{03F3768F-5344-4E5A-B293-BE1259BC470C}" dt="2024-09-17T13:39:40.216" v="213" actId="207"/>
          <ac:spMkLst>
            <pc:docMk/>
            <pc:sldMk cId="0" sldId="387"/>
            <ac:spMk id="16386" creationId="{E92B245A-9B5F-2589-B515-A06EFC2B2B4C}"/>
          </ac:spMkLst>
        </pc:spChg>
        <pc:spChg chg="mod">
          <ac:chgData name="Ms Alina Arshad" userId="cccdfd85-d35d-4453-9c6f-a463aae40722" providerId="ADAL" clId="{03F3768F-5344-4E5A-B293-BE1259BC470C}" dt="2024-09-17T13:39:36.480" v="212" actId="207"/>
          <ac:spMkLst>
            <pc:docMk/>
            <pc:sldMk cId="0" sldId="387"/>
            <ac:spMk id="20483" creationId="{22E8BEA8-D2E3-B374-6221-0A36B07C7CA7}"/>
          </ac:spMkLst>
        </pc:spChg>
      </pc:sldChg>
      <pc:sldChg chg="modSp add mod">
        <pc:chgData name="Ms Alina Arshad" userId="cccdfd85-d35d-4453-9c6f-a463aae40722" providerId="ADAL" clId="{03F3768F-5344-4E5A-B293-BE1259BC470C}" dt="2024-09-17T13:40:17.880" v="218" actId="113"/>
        <pc:sldMkLst>
          <pc:docMk/>
          <pc:sldMk cId="0" sldId="388"/>
        </pc:sldMkLst>
        <pc:spChg chg="mod">
          <ac:chgData name="Ms Alina Arshad" userId="cccdfd85-d35d-4453-9c6f-a463aae40722" providerId="ADAL" clId="{03F3768F-5344-4E5A-B293-BE1259BC470C}" dt="2024-09-17T13:40:14.774" v="217" actId="207"/>
          <ac:spMkLst>
            <pc:docMk/>
            <pc:sldMk cId="0" sldId="388"/>
            <ac:spMk id="3" creationId="{CC3D0619-68B9-E6B7-1F59-66EB4AA60045}"/>
          </ac:spMkLst>
        </pc:spChg>
        <pc:spChg chg="mod">
          <ac:chgData name="Ms Alina Arshad" userId="cccdfd85-d35d-4453-9c6f-a463aae40722" providerId="ADAL" clId="{03F3768F-5344-4E5A-B293-BE1259BC470C}" dt="2024-09-17T13:40:17.880" v="218" actId="113"/>
          <ac:spMkLst>
            <pc:docMk/>
            <pc:sldMk cId="0" sldId="388"/>
            <ac:spMk id="17410" creationId="{D2EEC780-56FA-0048-CA6F-E5FBF9128A3B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00.101" v="224" actId="207"/>
        <pc:sldMkLst>
          <pc:docMk/>
          <pc:sldMk cId="0" sldId="389"/>
        </pc:sldMkLst>
        <pc:spChg chg="mod">
          <ac:chgData name="Ms Alina Arshad" userId="cccdfd85-d35d-4453-9c6f-a463aae40722" providerId="ADAL" clId="{03F3768F-5344-4E5A-B293-BE1259BC470C}" dt="2024-09-17T13:40:49.971" v="220" actId="113"/>
          <ac:spMkLst>
            <pc:docMk/>
            <pc:sldMk cId="0" sldId="389"/>
            <ac:spMk id="18434" creationId="{9B7DC386-4AC3-0F65-E605-F51840DD5C1C}"/>
          </ac:spMkLst>
        </pc:spChg>
        <pc:spChg chg="mod">
          <ac:chgData name="Ms Alina Arshad" userId="cccdfd85-d35d-4453-9c6f-a463aae40722" providerId="ADAL" clId="{03F3768F-5344-4E5A-B293-BE1259BC470C}" dt="2024-09-17T13:41:00.101" v="224" actId="207"/>
          <ac:spMkLst>
            <pc:docMk/>
            <pc:sldMk cId="0" sldId="389"/>
            <ac:spMk id="19459" creationId="{ACA6224F-9799-178D-D933-1C62B7EC23E3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43.983" v="230" actId="207"/>
        <pc:sldMkLst>
          <pc:docMk/>
          <pc:sldMk cId="0" sldId="390"/>
        </pc:sldMkLst>
        <pc:spChg chg="mod">
          <ac:chgData name="Ms Alina Arshad" userId="cccdfd85-d35d-4453-9c6f-a463aae40722" providerId="ADAL" clId="{03F3768F-5344-4E5A-B293-BE1259BC470C}" dt="2024-09-17T13:41:43.983" v="230" actId="207"/>
          <ac:spMkLst>
            <pc:docMk/>
            <pc:sldMk cId="0" sldId="390"/>
            <ac:spMk id="3" creationId="{FDE3EE85-3B99-FA9B-16FB-C60CC3D1A5BD}"/>
          </ac:spMkLst>
        </pc:spChg>
        <pc:spChg chg="mod">
          <ac:chgData name="Ms Alina Arshad" userId="cccdfd85-d35d-4453-9c6f-a463aae40722" providerId="ADAL" clId="{03F3768F-5344-4E5A-B293-BE1259BC470C}" dt="2024-09-17T13:41:27.965" v="225" actId="113"/>
          <ac:spMkLst>
            <pc:docMk/>
            <pc:sldMk cId="0" sldId="390"/>
            <ac:spMk id="19458" creationId="{81C82C7A-DD18-1772-7B91-BA06A9B7ED44}"/>
          </ac:spMkLst>
        </pc:spChg>
      </pc:sldChg>
      <pc:sldChg chg="modSp add mod">
        <pc:chgData name="Ms Alina Arshad" userId="cccdfd85-d35d-4453-9c6f-a463aae40722" providerId="ADAL" clId="{03F3768F-5344-4E5A-B293-BE1259BC470C}" dt="2024-09-17T13:42:49.035" v="235" actId="207"/>
        <pc:sldMkLst>
          <pc:docMk/>
          <pc:sldMk cId="0" sldId="391"/>
        </pc:sldMkLst>
        <pc:spChg chg="mod">
          <ac:chgData name="Ms Alina Arshad" userId="cccdfd85-d35d-4453-9c6f-a463aae40722" providerId="ADAL" clId="{03F3768F-5344-4E5A-B293-BE1259BC470C}" dt="2024-09-17T13:42:49.035" v="235" actId="207"/>
          <ac:spMkLst>
            <pc:docMk/>
            <pc:sldMk cId="0" sldId="391"/>
            <ac:spMk id="3" creationId="{23B298CD-E0BE-E34B-EE83-5EAC5F249733}"/>
          </ac:spMkLst>
        </pc:spChg>
        <pc:spChg chg="mod">
          <ac:chgData name="Ms Alina Arshad" userId="cccdfd85-d35d-4453-9c6f-a463aae40722" providerId="ADAL" clId="{03F3768F-5344-4E5A-B293-BE1259BC470C}" dt="2024-09-17T13:42:36.973" v="231" actId="113"/>
          <ac:spMkLst>
            <pc:docMk/>
            <pc:sldMk cId="0" sldId="391"/>
            <ac:spMk id="20482" creationId="{65E34859-55F2-6869-3330-F00023AA7697}"/>
          </ac:spMkLst>
        </pc:spChg>
      </pc:sldChg>
      <pc:sldChg chg="modSp add mod">
        <pc:chgData name="Ms Alina Arshad" userId="cccdfd85-d35d-4453-9c6f-a463aae40722" providerId="ADAL" clId="{03F3768F-5344-4E5A-B293-BE1259BC470C}" dt="2024-09-17T13:43:11.213" v="241" actId="207"/>
        <pc:sldMkLst>
          <pc:docMk/>
          <pc:sldMk cId="0" sldId="392"/>
        </pc:sldMkLst>
        <pc:spChg chg="mod">
          <ac:chgData name="Ms Alina Arshad" userId="cccdfd85-d35d-4453-9c6f-a463aae40722" providerId="ADAL" clId="{03F3768F-5344-4E5A-B293-BE1259BC470C}" dt="2024-09-17T13:43:11.213" v="241" actId="207"/>
          <ac:spMkLst>
            <pc:docMk/>
            <pc:sldMk cId="0" sldId="392"/>
            <ac:spMk id="3" creationId="{BD3578C5-9FB1-957E-51D3-E5FAC44DF0CB}"/>
          </ac:spMkLst>
        </pc:spChg>
        <pc:spChg chg="mod">
          <ac:chgData name="Ms Alina Arshad" userId="cccdfd85-d35d-4453-9c6f-a463aae40722" providerId="ADAL" clId="{03F3768F-5344-4E5A-B293-BE1259BC470C}" dt="2024-09-17T13:42:59.088" v="237" actId="14100"/>
          <ac:spMkLst>
            <pc:docMk/>
            <pc:sldMk cId="0" sldId="392"/>
            <ac:spMk id="21506" creationId="{284475D3-C7F9-89A6-A9C1-21E2D8ACB125}"/>
          </ac:spMkLst>
        </pc:spChg>
      </pc:sldChg>
      <pc:sldChg chg="modSp add mod">
        <pc:chgData name="Ms Alina Arshad" userId="cccdfd85-d35d-4453-9c6f-a463aae40722" providerId="ADAL" clId="{03F3768F-5344-4E5A-B293-BE1259BC470C}" dt="2024-09-17T13:44:11.378" v="245" actId="14100"/>
        <pc:sldMkLst>
          <pc:docMk/>
          <pc:sldMk cId="0" sldId="394"/>
        </pc:sldMkLst>
        <pc:spChg chg="mod">
          <ac:chgData name="Ms Alina Arshad" userId="cccdfd85-d35d-4453-9c6f-a463aae40722" providerId="ADAL" clId="{03F3768F-5344-4E5A-B293-BE1259BC470C}" dt="2024-09-17T13:44:04.430" v="242" actId="113"/>
          <ac:spMkLst>
            <pc:docMk/>
            <pc:sldMk cId="0" sldId="394"/>
            <ac:spMk id="21506" creationId="{FBD72B6B-756E-622C-CB19-1300F8168DD5}"/>
          </ac:spMkLst>
        </pc:spChg>
        <pc:spChg chg="mod">
          <ac:chgData name="Ms Alina Arshad" userId="cccdfd85-d35d-4453-9c6f-a463aae40722" providerId="ADAL" clId="{03F3768F-5344-4E5A-B293-BE1259BC470C}" dt="2024-09-17T13:44:11.378" v="245" actId="14100"/>
          <ac:spMkLst>
            <pc:docMk/>
            <pc:sldMk cId="0" sldId="394"/>
            <ac:spMk id="26627" creationId="{9B22326B-6B8F-96AA-268A-3F878AE180CC}"/>
          </ac:spMkLst>
        </pc:spChg>
      </pc:sldChg>
      <pc:sldChg chg="modSp add mod">
        <pc:chgData name="Ms Alina Arshad" userId="cccdfd85-d35d-4453-9c6f-a463aae40722" providerId="ADAL" clId="{03F3768F-5344-4E5A-B293-BE1259BC470C}" dt="2024-09-17T13:38:52.277" v="201" actId="113"/>
        <pc:sldMkLst>
          <pc:docMk/>
          <pc:sldMk cId="0" sldId="395"/>
        </pc:sldMkLst>
        <pc:spChg chg="mod">
          <ac:chgData name="Ms Alina Arshad" userId="cccdfd85-d35d-4453-9c6f-a463aae40722" providerId="ADAL" clId="{03F3768F-5344-4E5A-B293-BE1259BC470C}" dt="2024-09-17T13:38:52.277" v="201" actId="113"/>
          <ac:spMkLst>
            <pc:docMk/>
            <pc:sldMk cId="0" sldId="395"/>
            <ac:spMk id="17410" creationId="{A5E5E90F-809A-8C29-0A13-67E8CD91E805}"/>
          </ac:spMkLst>
        </pc:spChg>
        <pc:picChg chg="mod">
          <ac:chgData name="Ms Alina Arshad" userId="cccdfd85-d35d-4453-9c6f-a463aae40722" providerId="ADAL" clId="{03F3768F-5344-4E5A-B293-BE1259BC470C}" dt="2024-09-17T13:38:24.222" v="199" actId="1076"/>
          <ac:picMkLst>
            <pc:docMk/>
            <pc:sldMk cId="0" sldId="395"/>
            <ac:picMk id="17411" creationId="{7C787678-F63B-F6E3-98E0-43A886AF8B91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2T11:56:43.426" v="7" actId="1076"/>
        <pc:sldMkLst>
          <pc:docMk/>
          <pc:sldMk cId="2342459706" sldId="447"/>
        </pc:sldMkLst>
        <pc:spChg chg="add mod">
          <ac:chgData name="Ms Alina Arshad" userId="cccdfd85-d35d-4453-9c6f-a463aae40722" providerId="ADAL" clId="{03F3768F-5344-4E5A-B293-BE1259BC470C}" dt="2024-09-12T11:56:43.426" v="7" actId="1076"/>
          <ac:spMkLst>
            <pc:docMk/>
            <pc:sldMk cId="2342459706" sldId="447"/>
            <ac:spMk id="4" creationId="{887797D9-A663-D2C6-552E-4EBC5B78E9D7}"/>
          </ac:spMkLst>
        </pc:spChg>
        <pc:picChg chg="add mod">
          <ac:chgData name="Ms Alina Arshad" userId="cccdfd85-d35d-4453-9c6f-a463aae40722" providerId="ADAL" clId="{03F3768F-5344-4E5A-B293-BE1259BC470C}" dt="2024-09-12T11:56:31.661" v="5" actId="1076"/>
          <ac:picMkLst>
            <pc:docMk/>
            <pc:sldMk cId="2342459706" sldId="447"/>
            <ac:picMk id="2" creationId="{552D4A0C-07D1-C5F2-28BF-77125F167C87}"/>
          </ac:picMkLst>
        </pc:picChg>
      </pc:sldChg>
      <pc:sldChg chg="modSp mod">
        <pc:chgData name="Ms Alina Arshad" userId="cccdfd85-d35d-4453-9c6f-a463aae40722" providerId="ADAL" clId="{03F3768F-5344-4E5A-B293-BE1259BC470C}" dt="2024-09-15T06:19:35.738" v="50" actId="207"/>
        <pc:sldMkLst>
          <pc:docMk/>
          <pc:sldMk cId="719467134" sldId="458"/>
        </pc:sldMkLst>
        <pc:spChg chg="mod">
          <ac:chgData name="Ms Alina Arshad" userId="cccdfd85-d35d-4453-9c6f-a463aae40722" providerId="ADAL" clId="{03F3768F-5344-4E5A-B293-BE1259BC470C}" dt="2024-09-15T06:19:35.738" v="50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6:08.105" v="12" actId="207"/>
          <ac:spMkLst>
            <pc:docMk/>
            <pc:sldMk cId="719467134" sldId="458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7:05.784" v="23" actId="207"/>
        <pc:sldMkLst>
          <pc:docMk/>
          <pc:sldMk cId="379126886" sldId="459"/>
        </pc:sldMkLst>
        <pc:spChg chg="mod">
          <ac:chgData name="Ms Alina Arshad" userId="cccdfd85-d35d-4453-9c6f-a463aae40722" providerId="ADAL" clId="{03F3768F-5344-4E5A-B293-BE1259BC470C}" dt="2024-09-14T05:27:01.210" v="22" actId="207"/>
          <ac:spMkLst>
            <pc:docMk/>
            <pc:sldMk cId="379126886" sldId="459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7:05.784" v="23" actId="207"/>
          <ac:spMkLst>
            <pc:docMk/>
            <pc:sldMk cId="379126886" sldId="459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2.415" v="20" actId="478"/>
          <ac:spMkLst>
            <pc:docMk/>
            <pc:sldMk cId="379126886" sldId="45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4.475" v="21" actId="478"/>
          <ac:spMkLst>
            <pc:docMk/>
            <pc:sldMk cId="379126886" sldId="45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6:50.845" v="19" actId="1076"/>
          <ac:picMkLst>
            <pc:docMk/>
            <pc:sldMk cId="379126886" sldId="45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4T05:26:46.545" v="18" actId="1076"/>
          <ac:picMkLst>
            <pc:docMk/>
            <pc:sldMk cId="379126886" sldId="459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7:29.476" v="30" actId="478"/>
        <pc:sldMkLst>
          <pc:docMk/>
          <pc:sldMk cId="475468520" sldId="461"/>
        </pc:sldMkLst>
        <pc:spChg chg="mod">
          <ac:chgData name="Ms Alina Arshad" userId="cccdfd85-d35d-4453-9c6f-a463aae40722" providerId="ADAL" clId="{03F3768F-5344-4E5A-B293-BE1259BC470C}" dt="2024-09-14T05:27:24.384" v="28" actId="20577"/>
          <ac:spMkLst>
            <pc:docMk/>
            <pc:sldMk cId="475468520" sldId="461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7.484" v="29" actId="478"/>
          <ac:spMkLst>
            <pc:docMk/>
            <pc:sldMk cId="475468520" sldId="461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9.476" v="30" actId="478"/>
          <ac:spMkLst>
            <pc:docMk/>
            <pc:sldMk cId="475468520" sldId="461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7:12.725" v="24" actId="1076"/>
          <ac:picMkLst>
            <pc:docMk/>
            <pc:sldMk cId="475468520" sldId="461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8:00.386" v="37" actId="1076"/>
        <pc:sldMkLst>
          <pc:docMk/>
          <pc:sldMk cId="1755260321" sldId="462"/>
        </pc:sldMkLst>
        <pc:spChg chg="mod">
          <ac:chgData name="Ms Alina Arshad" userId="cccdfd85-d35d-4453-9c6f-a463aae40722" providerId="ADAL" clId="{03F3768F-5344-4E5A-B293-BE1259BC470C}" dt="2024-09-14T05:27:46.454" v="33" actId="14100"/>
          <ac:spMkLst>
            <pc:docMk/>
            <pc:sldMk cId="1755260321" sldId="462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49.285" v="34" actId="478"/>
          <ac:spMkLst>
            <pc:docMk/>
            <pc:sldMk cId="1755260321" sldId="46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52.165" v="35" actId="478"/>
          <ac:spMkLst>
            <pc:docMk/>
            <pc:sldMk cId="1755260321" sldId="462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8:00.386" v="37" actId="1076"/>
          <ac:picMkLst>
            <pc:docMk/>
            <pc:sldMk cId="1755260321" sldId="462"/>
            <ac:picMk id="8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6:11.282" v="68" actId="404"/>
        <pc:sldMkLst>
          <pc:docMk/>
          <pc:sldMk cId="3175048454" sldId="463"/>
        </pc:sldMkLst>
        <pc:spChg chg="mod">
          <ac:chgData name="Ms Alina Arshad" userId="cccdfd85-d35d-4453-9c6f-a463aae40722" providerId="ADAL" clId="{03F3768F-5344-4E5A-B293-BE1259BC470C}" dt="2024-09-14T05:28:29.612" v="45" actId="113"/>
          <ac:spMkLst>
            <pc:docMk/>
            <pc:sldMk cId="3175048454" sldId="46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11.282" v="68" actId="404"/>
          <ac:spMkLst>
            <pc:docMk/>
            <pc:sldMk cId="3175048454" sldId="46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6.584" v="47" actId="478"/>
          <ac:spMkLst>
            <pc:docMk/>
            <pc:sldMk cId="3175048454" sldId="46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8.365" v="48" actId="478"/>
          <ac:spMkLst>
            <pc:docMk/>
            <pc:sldMk cId="3175048454" sldId="46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8:22.835" v="43" actId="478"/>
        <pc:sldMkLst>
          <pc:docMk/>
          <pc:sldMk cId="2524428318" sldId="464"/>
        </pc:sldMkLst>
        <pc:spChg chg="mod">
          <ac:chgData name="Ms Alina Arshad" userId="cccdfd85-d35d-4453-9c6f-a463aae40722" providerId="ADAL" clId="{03F3768F-5344-4E5A-B293-BE1259BC470C}" dt="2024-09-14T05:28:06.649" v="39" actId="113"/>
          <ac:spMkLst>
            <pc:docMk/>
            <pc:sldMk cId="2524428318" sldId="464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8:18.686" v="41" actId="12"/>
          <ac:spMkLst>
            <pc:docMk/>
            <pc:sldMk cId="2524428318" sldId="464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0.785" v="42" actId="478"/>
          <ac:spMkLst>
            <pc:docMk/>
            <pc:sldMk cId="2524428318" sldId="464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2.835" v="43" actId="478"/>
          <ac:spMkLst>
            <pc:docMk/>
            <pc:sldMk cId="2524428318" sldId="464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6:58.244" v="78" actId="1036"/>
        <pc:sldMkLst>
          <pc:docMk/>
          <pc:sldMk cId="3502560203" sldId="465"/>
        </pc:sldMkLst>
        <pc:spChg chg="mod">
          <ac:chgData name="Ms Alina Arshad" userId="cccdfd85-d35d-4453-9c6f-a463aae40722" providerId="ADAL" clId="{03F3768F-5344-4E5A-B293-BE1259BC470C}" dt="2024-09-15T07:26:39.671" v="72" actId="113"/>
          <ac:spMkLst>
            <pc:docMk/>
            <pc:sldMk cId="3502560203" sldId="46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58.244" v="78" actId="1036"/>
          <ac:spMkLst>
            <pc:docMk/>
            <pc:sldMk cId="3502560203" sldId="46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4.293" v="55" actId="478"/>
          <ac:spMkLst>
            <pc:docMk/>
            <pc:sldMk cId="3502560203" sldId="46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7.788" v="56" actId="478"/>
          <ac:spMkLst>
            <pc:docMk/>
            <pc:sldMk cId="3502560203" sldId="465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6:54.568" v="76" actId="1076"/>
          <ac:picMkLst>
            <pc:docMk/>
            <pc:sldMk cId="3502560203" sldId="46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5T07:26:57.173" v="77" actId="1076"/>
          <ac:picMkLst>
            <pc:docMk/>
            <pc:sldMk cId="3502560203" sldId="465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7T13:46:43.871" v="246" actId="12"/>
        <pc:sldMkLst>
          <pc:docMk/>
          <pc:sldMk cId="4240682665" sldId="466"/>
        </pc:sldMkLst>
        <pc:spChg chg="mod">
          <ac:chgData name="Ms Alina Arshad" userId="cccdfd85-d35d-4453-9c6f-a463aae40722" providerId="ADAL" clId="{03F3768F-5344-4E5A-B293-BE1259BC470C}" dt="2024-09-15T07:27:06.716" v="80" actId="113"/>
          <ac:spMkLst>
            <pc:docMk/>
            <pc:sldMk cId="4240682665" sldId="466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7T13:46:43.871" v="246" actId="12"/>
          <ac:spMkLst>
            <pc:docMk/>
            <pc:sldMk cId="4240682665" sldId="466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28.002" v="53" actId="478"/>
          <ac:spMkLst>
            <pc:docMk/>
            <pc:sldMk cId="4240682665" sldId="466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0.106" v="54" actId="478"/>
          <ac:spMkLst>
            <pc:docMk/>
            <pc:sldMk cId="4240682665" sldId="466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15.867" v="89" actId="1036"/>
        <pc:sldMkLst>
          <pc:docMk/>
          <pc:sldMk cId="1253061490" sldId="467"/>
        </pc:sldMkLst>
        <pc:spChg chg="mod">
          <ac:chgData name="Ms Alina Arshad" userId="cccdfd85-d35d-4453-9c6f-a463aae40722" providerId="ADAL" clId="{03F3768F-5344-4E5A-B293-BE1259BC470C}" dt="2024-09-15T07:28:05.545" v="85" actId="113"/>
          <ac:spMkLst>
            <pc:docMk/>
            <pc:sldMk cId="1253061490" sldId="467"/>
            <ac:spMk id="2" creationId="{00000000-0000-0000-0000-000000000000}"/>
          </ac:spMkLst>
        </pc:spChg>
        <pc:spChg chg="del mod">
          <ac:chgData name="Ms Alina Arshad" userId="cccdfd85-d35d-4453-9c6f-a463aae40722" providerId="ADAL" clId="{03F3768F-5344-4E5A-B293-BE1259BC470C}" dt="2024-09-15T07:28:11.939" v="87" actId="478"/>
          <ac:spMkLst>
            <pc:docMk/>
            <pc:sldMk cId="1253061490" sldId="467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2.453" v="57" actId="478"/>
          <ac:spMkLst>
            <pc:docMk/>
            <pc:sldMk cId="1253061490" sldId="467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4.657" v="58" actId="478"/>
          <ac:spMkLst>
            <pc:docMk/>
            <pc:sldMk cId="1253061490" sldId="467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15.867" v="89" actId="1036"/>
          <ac:picMkLst>
            <pc:docMk/>
            <pc:sldMk cId="1253061490" sldId="467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25.745" v="92" actId="207"/>
        <pc:sldMkLst>
          <pc:docMk/>
          <pc:sldMk cId="1729599593" sldId="468"/>
        </pc:sldMkLst>
        <pc:spChg chg="mod">
          <ac:chgData name="Ms Alina Arshad" userId="cccdfd85-d35d-4453-9c6f-a463aae40722" providerId="ADAL" clId="{03F3768F-5344-4E5A-B293-BE1259BC470C}" dt="2024-09-15T07:28:25.745" v="92" actId="207"/>
          <ac:spMkLst>
            <pc:docMk/>
            <pc:sldMk cId="1729599593" sldId="46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21.071" v="90" actId="207"/>
          <ac:spMkLst>
            <pc:docMk/>
            <pc:sldMk cId="1729599593" sldId="468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1.890" v="59" actId="478"/>
          <ac:spMkLst>
            <pc:docMk/>
            <pc:sldMk cId="1729599593" sldId="468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5.306" v="60" actId="478"/>
          <ac:spMkLst>
            <pc:docMk/>
            <pc:sldMk cId="1729599593" sldId="468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38.185" v="97" actId="1076"/>
        <pc:sldMkLst>
          <pc:docMk/>
          <pc:sldMk cId="174372872" sldId="469"/>
        </pc:sldMkLst>
        <pc:spChg chg="del">
          <ac:chgData name="Ms Alina Arshad" userId="cccdfd85-d35d-4453-9c6f-a463aae40722" providerId="ADAL" clId="{03F3768F-5344-4E5A-B293-BE1259BC470C}" dt="2024-09-15T07:28:30.595" v="93" actId="478"/>
          <ac:spMkLst>
            <pc:docMk/>
            <pc:sldMk cId="174372872" sldId="469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9.748" v="61" actId="478"/>
          <ac:spMkLst>
            <pc:docMk/>
            <pc:sldMk cId="174372872" sldId="46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2.767" v="62" actId="478"/>
          <ac:spMkLst>
            <pc:docMk/>
            <pc:sldMk cId="174372872" sldId="46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38.185" v="97" actId="1076"/>
          <ac:picMkLst>
            <pc:docMk/>
            <pc:sldMk cId="174372872" sldId="469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59.921" v="103" actId="207"/>
        <pc:sldMkLst>
          <pc:docMk/>
          <pc:sldMk cId="1593451177" sldId="472"/>
        </pc:sldMkLst>
        <pc:spChg chg="mod">
          <ac:chgData name="Ms Alina Arshad" userId="cccdfd85-d35d-4453-9c6f-a463aae40722" providerId="ADAL" clId="{03F3768F-5344-4E5A-B293-BE1259BC470C}" dt="2024-09-15T07:28:59.921" v="103" actId="207"/>
          <ac:spMkLst>
            <pc:docMk/>
            <pc:sldMk cId="1593451177" sldId="472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55.842" v="101" actId="207"/>
          <ac:spMkLst>
            <pc:docMk/>
            <pc:sldMk cId="1593451177" sldId="472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1.404" v="66" actId="478"/>
          <ac:spMkLst>
            <pc:docMk/>
            <pc:sldMk cId="1593451177" sldId="47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3.819" v="67" actId="478"/>
          <ac:spMkLst>
            <pc:docMk/>
            <pc:sldMk cId="1593451177" sldId="47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7:35.272" v="83" actId="113"/>
        <pc:sldMkLst>
          <pc:docMk/>
          <pc:sldMk cId="3011208458" sldId="473"/>
        </pc:sldMkLst>
        <pc:spChg chg="mod">
          <ac:chgData name="Ms Alina Arshad" userId="cccdfd85-d35d-4453-9c6f-a463aae40722" providerId="ADAL" clId="{03F3768F-5344-4E5A-B293-BE1259BC470C}" dt="2024-09-15T07:27:35.272" v="83" actId="113"/>
          <ac:spMkLst>
            <pc:docMk/>
            <pc:sldMk cId="3011208458" sldId="47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33.422" v="70" actId="5793"/>
          <ac:spMkLst>
            <pc:docMk/>
            <pc:sldMk cId="3011208458" sldId="47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0.682" v="51" actId="478"/>
          <ac:spMkLst>
            <pc:docMk/>
            <pc:sldMk cId="3011208458" sldId="47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3.265" v="52" actId="478"/>
          <ac:spMkLst>
            <pc:docMk/>
            <pc:sldMk cId="3011208458" sldId="47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49.455" v="100" actId="207"/>
        <pc:sldMkLst>
          <pc:docMk/>
          <pc:sldMk cId="457050581" sldId="475"/>
        </pc:sldMkLst>
        <pc:spChg chg="mod">
          <ac:chgData name="Ms Alina Arshad" userId="cccdfd85-d35d-4453-9c6f-a463aae40722" providerId="ADAL" clId="{03F3768F-5344-4E5A-B293-BE1259BC470C}" dt="2024-09-15T07:28:44.663" v="99" actId="113"/>
          <ac:spMkLst>
            <pc:docMk/>
            <pc:sldMk cId="457050581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49.455" v="100" actId="207"/>
          <ac:spMkLst>
            <pc:docMk/>
            <pc:sldMk cId="457050581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6.344" v="63" actId="478"/>
          <ac:spMkLst>
            <pc:docMk/>
            <pc:sldMk cId="457050581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9.550" v="64" actId="478"/>
          <ac:spMkLst>
            <pc:docMk/>
            <pc:sldMk cId="457050581" sldId="475"/>
            <ac:spMk id="5" creationId="{00000000-0000-0000-0000-000000000000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14.265" v="119" actId="1076"/>
        <pc:sldMkLst>
          <pc:docMk/>
          <pc:sldMk cId="1229924645" sldId="476"/>
        </pc:sldMkLst>
        <pc:spChg chg="add mod">
          <ac:chgData name="Ms Alina Arshad" userId="cccdfd85-d35d-4453-9c6f-a463aae40722" providerId="ADAL" clId="{03F3768F-5344-4E5A-B293-BE1259BC470C}" dt="2024-09-15T14:22:14.265" v="119" actId="1076"/>
          <ac:spMkLst>
            <pc:docMk/>
            <pc:sldMk cId="1229924645" sldId="476"/>
            <ac:spMk id="3" creationId="{9E02BD07-5194-85B6-EFCE-6195A5F9FA2D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56.262" v="125" actId="1076"/>
        <pc:sldMkLst>
          <pc:docMk/>
          <pc:sldMk cId="2716896203" sldId="477"/>
        </pc:sldMkLst>
        <pc:picChg chg="add mod">
          <ac:chgData name="Ms Alina Arshad" userId="cccdfd85-d35d-4453-9c6f-a463aae40722" providerId="ADAL" clId="{03F3768F-5344-4E5A-B293-BE1259BC470C}" dt="2024-09-15T14:22:56.262" v="125" actId="1076"/>
          <ac:picMkLst>
            <pc:docMk/>
            <pc:sldMk cId="2716896203" sldId="477"/>
            <ac:picMk id="3" creationId="{CEC37F5B-D7E9-C7D7-A3FC-A6BFAA6D7D52}"/>
          </ac:picMkLst>
        </pc:picChg>
      </pc:sldChg>
      <pc:sldChg chg="addSp delSp modSp new mod">
        <pc:chgData name="Ms Alina Arshad" userId="cccdfd85-d35d-4453-9c6f-a463aae40722" providerId="ADAL" clId="{03F3768F-5344-4E5A-B293-BE1259BC470C}" dt="2024-09-15T14:37:15.065" v="188" actId="1076"/>
        <pc:sldMkLst>
          <pc:docMk/>
          <pc:sldMk cId="1539764836" sldId="478"/>
        </pc:sldMkLst>
        <pc:spChg chg="add del mod">
          <ac:chgData name="Ms Alina Arshad" userId="cccdfd85-d35d-4453-9c6f-a463aae40722" providerId="ADAL" clId="{03F3768F-5344-4E5A-B293-BE1259BC470C}" dt="2024-09-15T14:35:58.164" v="175" actId="478"/>
          <ac:spMkLst>
            <pc:docMk/>
            <pc:sldMk cId="1539764836" sldId="478"/>
            <ac:spMk id="3" creationId="{DE9F3615-82D7-D530-232F-134EC036A9F8}"/>
          </ac:spMkLst>
        </pc:spChg>
        <pc:spChg chg="add del mod">
          <ac:chgData name="Ms Alina Arshad" userId="cccdfd85-d35d-4453-9c6f-a463aae40722" providerId="ADAL" clId="{03F3768F-5344-4E5A-B293-BE1259BC470C}" dt="2024-09-15T14:36:00.568" v="176" actId="478"/>
          <ac:spMkLst>
            <pc:docMk/>
            <pc:sldMk cId="1539764836" sldId="478"/>
            <ac:spMk id="5" creationId="{FFB33835-B197-8C99-1F1B-D7A9E740DC8C}"/>
          </ac:spMkLst>
        </pc:spChg>
        <pc:picChg chg="add mod">
          <ac:chgData name="Ms Alina Arshad" userId="cccdfd85-d35d-4453-9c6f-a463aae40722" providerId="ADAL" clId="{03F3768F-5344-4E5A-B293-BE1259BC470C}" dt="2024-09-15T14:37:10.667" v="187" actId="14100"/>
          <ac:picMkLst>
            <pc:docMk/>
            <pc:sldMk cId="1539764836" sldId="478"/>
            <ac:picMk id="7" creationId="{F8D8019B-1533-A540-0238-00FE1B71E986}"/>
          </ac:picMkLst>
        </pc:picChg>
        <pc:picChg chg="add mod">
          <ac:chgData name="Ms Alina Arshad" userId="cccdfd85-d35d-4453-9c6f-a463aae40722" providerId="ADAL" clId="{03F3768F-5344-4E5A-B293-BE1259BC470C}" dt="2024-09-15T14:37:15.065" v="188" actId="1076"/>
          <ac:picMkLst>
            <pc:docMk/>
            <pc:sldMk cId="1539764836" sldId="478"/>
            <ac:picMk id="9" creationId="{7456819B-0B75-7F65-462A-907D44DEE7F2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5T14:38:10.439" v="195" actId="1076"/>
        <pc:sldMkLst>
          <pc:docMk/>
          <pc:sldMk cId="3784571307" sldId="479"/>
        </pc:sldMkLst>
        <pc:picChg chg="add mod">
          <ac:chgData name="Ms Alina Arshad" userId="cccdfd85-d35d-4453-9c6f-a463aae40722" providerId="ADAL" clId="{03F3768F-5344-4E5A-B293-BE1259BC470C}" dt="2024-09-15T14:38:10.439" v="195" actId="1076"/>
          <ac:picMkLst>
            <pc:docMk/>
            <pc:sldMk cId="3784571307" sldId="479"/>
            <ac:picMk id="3" creationId="{86476297-C38B-769A-0DB1-48DC457E7C69}"/>
          </ac:picMkLst>
        </pc:picChg>
      </pc:sldChg>
    </pc:docChg>
  </pc:docChgLst>
  <pc:docChgLst>
    <pc:chgData name="Ms Alina Arshad" userId="cccdfd85-d35d-4453-9c6f-a463aae40722" providerId="ADAL" clId="{9D070D90-1526-4C33-8966-8ADF4EF98FAB}"/>
    <pc:docChg chg="undo custSel addSld delSld modSld sldOrd">
      <pc:chgData name="Ms Alina Arshad" userId="cccdfd85-d35d-4453-9c6f-a463aae40722" providerId="ADAL" clId="{9D070D90-1526-4C33-8966-8ADF4EF98FAB}" dt="2024-08-27T08:37:18.370" v="480" actId="1076"/>
      <pc:docMkLst>
        <pc:docMk/>
      </pc:docMkLst>
      <pc:sldChg chg="delSp modSp mod modAnim">
        <pc:chgData name="Ms Alina Arshad" userId="cccdfd85-d35d-4453-9c6f-a463aae40722" providerId="ADAL" clId="{9D070D90-1526-4C33-8966-8ADF4EF98FAB}" dt="2024-08-26T08:55:30.162" v="20" actId="27636"/>
        <pc:sldMkLst>
          <pc:docMk/>
          <pc:sldMk cId="0" sldId="351"/>
        </pc:sldMkLst>
        <pc:spChg chg="mod">
          <ac:chgData name="Ms Alina Arshad" userId="cccdfd85-d35d-4453-9c6f-a463aae40722" providerId="ADAL" clId="{9D070D90-1526-4C33-8966-8ADF4EF98FAB}" dt="2024-08-26T08:55:30.162" v="20" actId="27636"/>
          <ac:spMkLst>
            <pc:docMk/>
            <pc:sldMk cId="0" sldId="351"/>
            <ac:spMk id="3" creationId="{C0C22FA1-E5B0-AD82-96B5-C98C4EA3D56C}"/>
          </ac:spMkLst>
        </pc:spChg>
        <pc:grpChg chg="del">
          <ac:chgData name="Ms Alina Arshad" userId="cccdfd85-d35d-4453-9c6f-a463aae40722" providerId="ADAL" clId="{9D070D90-1526-4C33-8966-8ADF4EF98FAB}" dt="2024-08-26T08:52:15.902" v="6" actId="478"/>
          <ac:grpSpMkLst>
            <pc:docMk/>
            <pc:sldMk cId="0" sldId="351"/>
            <ac:grpSpMk id="2" creationId="{7F9631C9-A4A1-9EC8-8B28-D2C54EDAAC8E}"/>
          </ac:grpSpMkLst>
        </pc:grpChg>
      </pc:sldChg>
      <pc:sldChg chg="modSp mod">
        <pc:chgData name="Ms Alina Arshad" userId="cccdfd85-d35d-4453-9c6f-a463aae40722" providerId="ADAL" clId="{9D070D90-1526-4C33-8966-8ADF4EF98FAB}" dt="2024-08-27T08:37:18.370" v="480" actId="1076"/>
        <pc:sldMkLst>
          <pc:docMk/>
          <pc:sldMk cId="0" sldId="354"/>
        </pc:sldMkLst>
        <pc:spChg chg="mod">
          <ac:chgData name="Ms Alina Arshad" userId="cccdfd85-d35d-4453-9c6f-a463aae40722" providerId="ADAL" clId="{9D070D90-1526-4C33-8966-8ADF4EF98FAB}" dt="2024-08-27T08:37:18.370" v="480" actId="1076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9D070D90-1526-4C33-8966-8ADF4EF98FAB}" dt="2024-08-27T08:37:15.907" v="479" actId="1076"/>
          <ac:spMkLst>
            <pc:docMk/>
            <pc:sldMk cId="0" sldId="354"/>
            <ac:spMk id="25603" creationId="{BF524721-A574-8A8A-2F01-CF97DC19A676}"/>
          </ac:spMkLst>
        </pc:spChg>
      </pc:sldChg>
      <pc:sldChg chg="modSp mod">
        <pc:chgData name="Ms Alina Arshad" userId="cccdfd85-d35d-4453-9c6f-a463aae40722" providerId="ADAL" clId="{9D070D90-1526-4C33-8966-8ADF4EF98FAB}" dt="2024-08-26T08:55:46.777" v="21" actId="1076"/>
        <pc:sldMkLst>
          <pc:docMk/>
          <pc:sldMk cId="0" sldId="356"/>
        </pc:sldMkLst>
        <pc:spChg chg="mod">
          <ac:chgData name="Ms Alina Arshad" userId="cccdfd85-d35d-4453-9c6f-a463aae40722" providerId="ADAL" clId="{9D070D90-1526-4C33-8966-8ADF4EF98FAB}" dt="2024-08-26T06:59:26.289" v="3" actId="207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9D070D90-1526-4C33-8966-8ADF4EF98FAB}" dt="2024-08-26T08:55:46.777" v="21" actId="1076"/>
          <ac:spMkLst>
            <pc:docMk/>
            <pc:sldMk cId="0" sldId="356"/>
            <ac:spMk id="21506" creationId="{2FDC0C03-1A50-AFEA-680D-11CB0080FD7C}"/>
          </ac:spMkLst>
        </pc:spChg>
      </pc:sldChg>
      <pc:sldChg chg="modSp mod">
        <pc:chgData name="Ms Alina Arshad" userId="cccdfd85-d35d-4453-9c6f-a463aae40722" providerId="ADAL" clId="{9D070D90-1526-4C33-8966-8ADF4EF98FAB}" dt="2024-08-26T08:57:57.549" v="23" actId="207"/>
        <pc:sldMkLst>
          <pc:docMk/>
          <pc:sldMk cId="0" sldId="357"/>
        </pc:sldMkLst>
        <pc:spChg chg="mod">
          <ac:chgData name="Ms Alina Arshad" userId="cccdfd85-d35d-4453-9c6f-a463aae40722" providerId="ADAL" clId="{9D070D90-1526-4C33-8966-8ADF4EF98FAB}" dt="2024-08-26T08:57:57.549" v="23" actId="207"/>
          <ac:spMkLst>
            <pc:docMk/>
            <pc:sldMk cId="0" sldId="357"/>
            <ac:spMk id="23554" creationId="{715C96A0-76EB-2410-6028-7CC970A627D0}"/>
          </ac:spMkLst>
        </pc:spChg>
      </pc:sldChg>
      <pc:sldChg chg="modSp mod">
        <pc:chgData name="Ms Alina Arshad" userId="cccdfd85-d35d-4453-9c6f-a463aae40722" providerId="ADAL" clId="{9D070D90-1526-4C33-8966-8ADF4EF98FAB}" dt="2024-08-26T08:59:32.937" v="31" actId="113"/>
        <pc:sldMkLst>
          <pc:docMk/>
          <pc:sldMk cId="0" sldId="359"/>
        </pc:sldMkLst>
        <pc:spChg chg="mod">
          <ac:chgData name="Ms Alina Arshad" userId="cccdfd85-d35d-4453-9c6f-a463aae40722" providerId="ADAL" clId="{9D070D90-1526-4C33-8966-8ADF4EF98FAB}" dt="2024-08-26T08:59:32.937" v="31" actId="113"/>
          <ac:spMkLst>
            <pc:docMk/>
            <pc:sldMk cId="0" sldId="359"/>
            <ac:spMk id="27650" creationId="{3601D225-8BCB-CD61-89F6-BD0091383FA4}"/>
          </ac:spMkLst>
        </pc:spChg>
      </pc:sldChg>
      <pc:sldChg chg="modSp mod">
        <pc:chgData name="Ms Alina Arshad" userId="cccdfd85-d35d-4453-9c6f-a463aae40722" providerId="ADAL" clId="{9D070D90-1526-4C33-8966-8ADF4EF98FAB}" dt="2024-08-26T09:01:41.296" v="33" actId="207"/>
        <pc:sldMkLst>
          <pc:docMk/>
          <pc:sldMk cId="0" sldId="360"/>
        </pc:sldMkLst>
        <pc:spChg chg="mod">
          <ac:chgData name="Ms Alina Arshad" userId="cccdfd85-d35d-4453-9c6f-a463aae40722" providerId="ADAL" clId="{9D070D90-1526-4C33-8966-8ADF4EF98FAB}" dt="2024-08-26T09:01:41.296" v="33" actId="207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9D070D90-1526-4C33-8966-8ADF4EF98FAB}" dt="2024-08-26T08:59:33.484" v="32" actId="113"/>
          <ac:spMkLst>
            <pc:docMk/>
            <pc:sldMk cId="0" sldId="360"/>
            <ac:spMk id="28674" creationId="{5DF05B7C-3FB9-7AAD-79F2-F672F7AE8C7B}"/>
          </ac:spMkLst>
        </pc:spChg>
      </pc:sldChg>
      <pc:sldChg chg="modSp mod">
        <pc:chgData name="Ms Alina Arshad" userId="cccdfd85-d35d-4453-9c6f-a463aae40722" providerId="ADAL" clId="{9D070D90-1526-4C33-8966-8ADF4EF98FAB}" dt="2024-08-26T08:59:31.922" v="30" actId="113"/>
        <pc:sldMkLst>
          <pc:docMk/>
          <pc:sldMk cId="0" sldId="369"/>
        </pc:sldMkLst>
        <pc:spChg chg="mod">
          <ac:chgData name="Ms Alina Arshad" userId="cccdfd85-d35d-4453-9c6f-a463aae40722" providerId="ADAL" clId="{9D070D90-1526-4C33-8966-8ADF4EF98FAB}" dt="2024-08-26T08:59:31.922" v="30" actId="113"/>
          <ac:spMkLst>
            <pc:docMk/>
            <pc:sldMk cId="0" sldId="369"/>
            <ac:spMk id="26626" creationId="{A4F027D1-2AC1-1C80-C6CA-8BCE00F02C1D}"/>
          </ac:spMkLst>
        </pc:spChg>
      </pc:sldChg>
      <pc:sldChg chg="del">
        <pc:chgData name="Ms Alina Arshad" userId="cccdfd85-d35d-4453-9c6f-a463aae40722" providerId="ADAL" clId="{9D070D90-1526-4C33-8966-8ADF4EF98FAB}" dt="2024-08-26T09:03:11.641" v="34" actId="47"/>
        <pc:sldMkLst>
          <pc:docMk/>
          <pc:sldMk cId="3002628608" sldId="371"/>
        </pc:sldMkLst>
      </pc:sldChg>
      <pc:sldChg chg="modSp del mod">
        <pc:chgData name="Ms Alina Arshad" userId="cccdfd85-d35d-4453-9c6f-a463aae40722" providerId="ADAL" clId="{9D070D90-1526-4C33-8966-8ADF4EF98FAB}" dt="2024-08-26T09:03:53.121" v="36" actId="47"/>
        <pc:sldMkLst>
          <pc:docMk/>
          <pc:sldMk cId="0" sldId="372"/>
        </pc:sldMkLst>
        <pc:spChg chg="mod">
          <ac:chgData name="Ms Alina Arshad" userId="cccdfd85-d35d-4453-9c6f-a463aae40722" providerId="ADAL" clId="{9D070D90-1526-4C33-8966-8ADF4EF98FAB}" dt="2024-08-26T09:03:17.065" v="35" actId="207"/>
          <ac:spMkLst>
            <pc:docMk/>
            <pc:sldMk cId="0" sldId="372"/>
            <ac:spMk id="33794" creationId="{21B4FF6A-7A53-1B02-2C5F-197ADE8BB9A5}"/>
          </ac:spMkLst>
        </pc:spChg>
      </pc:sldChg>
      <pc:sldChg chg="modSp mod ord">
        <pc:chgData name="Ms Alina Arshad" userId="cccdfd85-d35d-4453-9c6f-a463aae40722" providerId="ADAL" clId="{9D070D90-1526-4C33-8966-8ADF4EF98FAB}" dt="2024-08-26T09:04:28.044" v="40"/>
        <pc:sldMkLst>
          <pc:docMk/>
          <pc:sldMk cId="511546327" sldId="385"/>
        </pc:sldMkLst>
        <pc:spChg chg="mod">
          <ac:chgData name="Ms Alina Arshad" userId="cccdfd85-d35d-4453-9c6f-a463aae40722" providerId="ADAL" clId="{9D070D90-1526-4C33-8966-8ADF4EF98FAB}" dt="2024-08-26T09:03:57.994" v="37" actId="207"/>
          <ac:spMkLst>
            <pc:docMk/>
            <pc:sldMk cId="511546327" sldId="385"/>
            <ac:spMk id="2" creationId="{00000000-0000-0000-0000-000000000000}"/>
          </ac:spMkLst>
        </pc:spChg>
        <pc:picChg chg="mod">
          <ac:chgData name="Ms Alina Arshad" userId="cccdfd85-d35d-4453-9c6f-a463aae40722" providerId="ADAL" clId="{9D070D90-1526-4C33-8966-8ADF4EF98FAB}" dt="2024-08-26T09:04:01.816" v="38" actId="1076"/>
          <ac:picMkLst>
            <pc:docMk/>
            <pc:sldMk cId="511546327" sldId="385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9D070D90-1526-4C33-8966-8ADF4EF98FAB}" dt="2024-08-26T09:04:38.339" v="41" actId="47"/>
        <pc:sldMkLst>
          <pc:docMk/>
          <pc:sldMk cId="938158308" sldId="390"/>
        </pc:sldMkLst>
        <pc:spChg chg="mod">
          <ac:chgData name="Ms Alina Arshad" userId="cccdfd85-d35d-4453-9c6f-a463aae40722" providerId="ADAL" clId="{9D070D90-1526-4C33-8966-8ADF4EF98FAB}" dt="2024-08-26T09:06:18.885" v="52" actId="14100"/>
          <ac:spMkLst>
            <pc:docMk/>
            <pc:sldMk cId="938158308" sldId="390"/>
            <ac:spMk id="2" creationId="{CCD37E2F-361C-46F4-BD07-2D803DB23F9E}"/>
          </ac:spMkLst>
        </pc:spChg>
        <pc:spChg chg="mod">
          <ac:chgData name="Ms Alina Arshad" userId="cccdfd85-d35d-4453-9c6f-a463aae40722" providerId="ADAL" clId="{9D070D90-1526-4C33-8966-8ADF4EF98FAB}" dt="2024-08-26T09:06:10.008" v="47" actId="207"/>
          <ac:spMkLst>
            <pc:docMk/>
            <pc:sldMk cId="938158308" sldId="390"/>
            <ac:spMk id="3" creationId="{F59BCEDC-C5D1-42CB-8414-D9DBEA47ECB0}"/>
          </ac:spMkLst>
        </pc:spChg>
        <pc:spChg chg="del">
          <ac:chgData name="Ms Alina Arshad" userId="cccdfd85-d35d-4453-9c6f-a463aae40722" providerId="ADAL" clId="{9D070D90-1526-4C33-8966-8ADF4EF98FAB}" dt="2024-08-26T09:05:58.458" v="43" actId="478"/>
          <ac:spMkLst>
            <pc:docMk/>
            <pc:sldMk cId="938158308" sldId="390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1.138" v="44" actId="478"/>
          <ac:spMkLst>
            <pc:docMk/>
            <pc:sldMk cId="938158308" sldId="39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D070D90-1526-4C33-8966-8ADF4EF98FAB}" dt="2024-08-26T09:06:52.848" v="55" actId="1076"/>
        <pc:sldMkLst>
          <pc:docMk/>
          <pc:sldMk cId="3237861477" sldId="391"/>
        </pc:sldMkLst>
        <pc:spChg chg="mod">
          <ac:chgData name="Ms Alina Arshad" userId="cccdfd85-d35d-4453-9c6f-a463aae40722" providerId="ADAL" clId="{9D070D90-1526-4C33-8966-8ADF4EF98FAB}" dt="2024-08-26T09:06:52.848" v="55" actId="1076"/>
          <ac:spMkLst>
            <pc:docMk/>
            <pc:sldMk cId="3237861477" sldId="391"/>
            <ac:spMk id="2" creationId="{EDA72679-0F98-43B0-9C8E-609711DDE88A}"/>
          </ac:spMkLst>
        </pc:spChg>
        <pc:spChg chg="mod">
          <ac:chgData name="Ms Alina Arshad" userId="cccdfd85-d35d-4453-9c6f-a463aae40722" providerId="ADAL" clId="{9D070D90-1526-4C33-8966-8ADF4EF98FAB}" dt="2024-08-26T09:06:49.005" v="53" actId="207"/>
          <ac:spMkLst>
            <pc:docMk/>
            <pc:sldMk cId="3237861477" sldId="391"/>
            <ac:spMk id="3" creationId="{9F621F65-B7BE-4B1B-8A4D-34D27C89D961}"/>
          </ac:spMkLst>
        </pc:spChg>
        <pc:spChg chg="del">
          <ac:chgData name="Ms Alina Arshad" userId="cccdfd85-d35d-4453-9c6f-a463aae40722" providerId="ADAL" clId="{9D070D90-1526-4C33-8966-8ADF4EF98FAB}" dt="2024-08-26T09:06:04.744" v="45" actId="478"/>
          <ac:spMkLst>
            <pc:docMk/>
            <pc:sldMk cId="3237861477" sldId="391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6.196" v="46" actId="478"/>
          <ac:spMkLst>
            <pc:docMk/>
            <pc:sldMk cId="3237861477" sldId="391"/>
            <ac:spMk id="5" creationId="{00000000-0000-0000-0000-000000000000}"/>
          </ac:spMkLst>
        </pc:spChg>
      </pc:sldChg>
      <pc:sldChg chg="modSp new mod ord">
        <pc:chgData name="Ms Alina Arshad" userId="cccdfd85-d35d-4453-9c6f-a463aae40722" providerId="ADAL" clId="{9D070D90-1526-4C33-8966-8ADF4EF98FAB}" dt="2024-08-26T09:14:19.288" v="94"/>
        <pc:sldMkLst>
          <pc:docMk/>
          <pc:sldMk cId="3171797292" sldId="392"/>
        </pc:sldMkLst>
        <pc:spChg chg="mod">
          <ac:chgData name="Ms Alina Arshad" userId="cccdfd85-d35d-4453-9c6f-a463aae40722" providerId="ADAL" clId="{9D070D90-1526-4C33-8966-8ADF4EF98FAB}" dt="2024-08-26T09:08:44.241" v="76" actId="207"/>
          <ac:spMkLst>
            <pc:docMk/>
            <pc:sldMk cId="3171797292" sldId="392"/>
            <ac:spMk id="2" creationId="{71C7E6DC-E247-A1A6-4433-2D99DE757456}"/>
          </ac:spMkLst>
        </pc:spChg>
        <pc:spChg chg="mod">
          <ac:chgData name="Ms Alina Arshad" userId="cccdfd85-d35d-4453-9c6f-a463aae40722" providerId="ADAL" clId="{9D070D90-1526-4C33-8966-8ADF4EF98FAB}" dt="2024-08-26T09:09:47.517" v="87" actId="207"/>
          <ac:spMkLst>
            <pc:docMk/>
            <pc:sldMk cId="3171797292" sldId="392"/>
            <ac:spMk id="3" creationId="{8945664E-4C57-92F9-8D47-FA41D2EC3675}"/>
          </ac:spMkLst>
        </pc:spChg>
      </pc:sldChg>
      <pc:sldChg chg="new del">
        <pc:chgData name="Ms Alina Arshad" userId="cccdfd85-d35d-4453-9c6f-a463aae40722" providerId="ADAL" clId="{9D070D90-1526-4C33-8966-8ADF4EF98FAB}" dt="2024-08-26T09:08:28.926" v="57" actId="47"/>
        <pc:sldMkLst>
          <pc:docMk/>
          <pc:sldMk cId="3427654478" sldId="392"/>
        </pc:sldMkLst>
      </pc:sldChg>
      <pc:sldChg chg="delSp new del mod">
        <pc:chgData name="Ms Alina Arshad" userId="cccdfd85-d35d-4453-9c6f-a463aae40722" providerId="ADAL" clId="{9D070D90-1526-4C33-8966-8ADF4EF98FAB}" dt="2024-08-26T09:16:59.706" v="226" actId="47"/>
        <pc:sldMkLst>
          <pc:docMk/>
          <pc:sldMk cId="1468559554" sldId="393"/>
        </pc:sldMkLst>
        <pc:spChg chg="del">
          <ac:chgData name="Ms Alina Arshad" userId="cccdfd85-d35d-4453-9c6f-a463aae40722" providerId="ADAL" clId="{9D070D90-1526-4C33-8966-8ADF4EF98FAB}" dt="2024-08-26T09:14:10.928" v="92" actId="478"/>
          <ac:spMkLst>
            <pc:docMk/>
            <pc:sldMk cId="1468559554" sldId="393"/>
            <ac:spMk id="2" creationId="{7B3096DD-7254-94FB-B361-91D1E30F9BF0}"/>
          </ac:spMkLst>
        </pc:spChg>
        <pc:spChg chg="del">
          <ac:chgData name="Ms Alina Arshad" userId="cccdfd85-d35d-4453-9c6f-a463aae40722" providerId="ADAL" clId="{9D070D90-1526-4C33-8966-8ADF4EF98FAB}" dt="2024-08-26T09:14:09.350" v="91" actId="478"/>
          <ac:spMkLst>
            <pc:docMk/>
            <pc:sldMk cId="1468559554" sldId="393"/>
            <ac:spMk id="3" creationId="{D78851B1-4A44-FD00-8C39-D0F0F275E549}"/>
          </ac:spMkLst>
        </pc:spChg>
      </pc:sldChg>
      <pc:sldChg chg="modSp new mod">
        <pc:chgData name="Ms Alina Arshad" userId="cccdfd85-d35d-4453-9c6f-a463aae40722" providerId="ADAL" clId="{9D070D90-1526-4C33-8966-8ADF4EF98FAB}" dt="2024-08-26T09:16:54.548" v="225"/>
        <pc:sldMkLst>
          <pc:docMk/>
          <pc:sldMk cId="3643065844" sldId="394"/>
        </pc:sldMkLst>
        <pc:spChg chg="mod">
          <ac:chgData name="Ms Alina Arshad" userId="cccdfd85-d35d-4453-9c6f-a463aae40722" providerId="ADAL" clId="{9D070D90-1526-4C33-8966-8ADF4EF98FAB}" dt="2024-08-26T09:16:54.548" v="225"/>
          <ac:spMkLst>
            <pc:docMk/>
            <pc:sldMk cId="3643065844" sldId="394"/>
            <ac:spMk id="2" creationId="{56FB64E0-A331-330A-441B-B3C636221533}"/>
          </ac:spMkLst>
        </pc:spChg>
        <pc:spChg chg="mod">
          <ac:chgData name="Ms Alina Arshad" userId="cccdfd85-d35d-4453-9c6f-a463aae40722" providerId="ADAL" clId="{9D070D90-1526-4C33-8966-8ADF4EF98FAB}" dt="2024-08-26T09:16:41.558" v="224" actId="20577"/>
          <ac:spMkLst>
            <pc:docMk/>
            <pc:sldMk cId="3643065844" sldId="394"/>
            <ac:spMk id="3" creationId="{22ACE35B-3318-313E-A6ED-E9C39A6CC46C}"/>
          </ac:spMkLst>
        </pc:spChg>
      </pc:sldChg>
      <pc:sldChg chg="addSp modSp new mod">
        <pc:chgData name="Ms Alina Arshad" userId="cccdfd85-d35d-4453-9c6f-a463aae40722" providerId="ADAL" clId="{9D070D90-1526-4C33-8966-8ADF4EF98FAB}" dt="2024-08-26T09:19:42.253" v="237" actId="1076"/>
        <pc:sldMkLst>
          <pc:docMk/>
          <pc:sldMk cId="129645018" sldId="395"/>
        </pc:sldMkLst>
        <pc:spChg chg="add mod">
          <ac:chgData name="Ms Alina Arshad" userId="cccdfd85-d35d-4453-9c6f-a463aae40722" providerId="ADAL" clId="{9D070D90-1526-4C33-8966-8ADF4EF98FAB}" dt="2024-08-26T09:19:10.813" v="231" actId="1076"/>
          <ac:spMkLst>
            <pc:docMk/>
            <pc:sldMk cId="129645018" sldId="395"/>
            <ac:spMk id="3" creationId="{AE48E4DB-1020-2267-9323-EA4B0A7A40F7}"/>
          </ac:spMkLst>
        </pc:spChg>
        <pc:spChg chg="add mod">
          <ac:chgData name="Ms Alina Arshad" userId="cccdfd85-d35d-4453-9c6f-a463aae40722" providerId="ADAL" clId="{9D070D90-1526-4C33-8966-8ADF4EF98FAB}" dt="2024-08-26T09:19:42.253" v="237" actId="1076"/>
          <ac:spMkLst>
            <pc:docMk/>
            <pc:sldMk cId="129645018" sldId="395"/>
            <ac:spMk id="4" creationId="{E314460D-0C28-0074-04BC-D8A2FC53EC0F}"/>
          </ac:spMkLst>
        </pc:spChg>
      </pc:sldChg>
      <pc:sldChg chg="addSp delSp modSp new del mod">
        <pc:chgData name="Ms Alina Arshad" userId="cccdfd85-d35d-4453-9c6f-a463aae40722" providerId="ADAL" clId="{9D070D90-1526-4C33-8966-8ADF4EF98FAB}" dt="2024-08-26T09:50:52.084" v="253" actId="47"/>
        <pc:sldMkLst>
          <pc:docMk/>
          <pc:sldMk cId="195136698" sldId="396"/>
        </pc:sldMkLst>
        <pc:spChg chg="del">
          <ac:chgData name="Ms Alina Arshad" userId="cccdfd85-d35d-4453-9c6f-a463aae40722" providerId="ADAL" clId="{9D070D90-1526-4C33-8966-8ADF4EF98FAB}" dt="2024-08-26T09:50:10.617" v="243" actId="478"/>
          <ac:spMkLst>
            <pc:docMk/>
            <pc:sldMk cId="195136698" sldId="396"/>
            <ac:spMk id="2" creationId="{339A6985-72FC-5A91-A4DF-3F5B5298DCF8}"/>
          </ac:spMkLst>
        </pc:spChg>
        <pc:spChg chg="del">
          <ac:chgData name="Ms Alina Arshad" userId="cccdfd85-d35d-4453-9c6f-a463aae40722" providerId="ADAL" clId="{9D070D90-1526-4C33-8966-8ADF4EF98FAB}" dt="2024-08-26T09:49:52.682" v="240" actId="478"/>
          <ac:spMkLst>
            <pc:docMk/>
            <pc:sldMk cId="195136698" sldId="396"/>
            <ac:spMk id="3" creationId="{7878009F-28FC-5074-A45A-CC4FA57569B8}"/>
          </ac:spMkLst>
        </pc:spChg>
        <pc:spChg chg="add mod">
          <ac:chgData name="Ms Alina Arshad" userId="cccdfd85-d35d-4453-9c6f-a463aae40722" providerId="ADAL" clId="{9D070D90-1526-4C33-8966-8ADF4EF98FAB}" dt="2024-08-26T09:49:59.992" v="242" actId="14100"/>
          <ac:spMkLst>
            <pc:docMk/>
            <pc:sldMk cId="195136698" sldId="396"/>
            <ac:spMk id="4" creationId="{EC782C3C-54D3-9B18-19A8-E0A2A4D1DF4A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5" creationId="{DD9F2442-6369-3A35-4A3E-0B47D0C8A4F0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6" creationId="{DFEC5ACE-098C-E847-DA0F-9EEFCAC48C76}"/>
          </ac:spMkLst>
        </pc:spChg>
      </pc:sldChg>
      <pc:sldChg chg="addSp delSp modSp new mod">
        <pc:chgData name="Ms Alina Arshad" userId="cccdfd85-d35d-4453-9c6f-a463aae40722" providerId="ADAL" clId="{9D070D90-1526-4C33-8966-8ADF4EF98FAB}" dt="2024-08-27T04:54:01.181" v="478" actId="20577"/>
        <pc:sldMkLst>
          <pc:docMk/>
          <pc:sldMk cId="2801136258" sldId="397"/>
        </pc:sldMkLst>
        <pc:spChg chg="add mod">
          <ac:chgData name="Ms Alina Arshad" userId="cccdfd85-d35d-4453-9c6f-a463aae40722" providerId="ADAL" clId="{9D070D90-1526-4C33-8966-8ADF4EF98FAB}" dt="2024-08-27T04:54:01.181" v="478" actId="20577"/>
          <ac:spMkLst>
            <pc:docMk/>
            <pc:sldMk cId="2801136258" sldId="397"/>
            <ac:spMk id="2" creationId="{0AA35CFD-1519-F917-F636-053D59CFD9D1}"/>
          </ac:spMkLst>
        </pc:spChg>
        <pc:spChg chg="add">
          <ac:chgData name="Ms Alina Arshad" userId="cccdfd85-d35d-4453-9c6f-a463aae40722" providerId="ADAL" clId="{9D070D90-1526-4C33-8966-8ADF4EF98FAB}" dt="2024-08-27T04:49:53.463" v="336"/>
          <ac:spMkLst>
            <pc:docMk/>
            <pc:sldMk cId="2801136258" sldId="397"/>
            <ac:spMk id="3" creationId="{1A518913-A396-ACDA-F801-842CC2F63381}"/>
          </ac:spMkLst>
        </pc:spChg>
        <pc:spChg chg="add del mod">
          <ac:chgData name="Ms Alina Arshad" userId="cccdfd85-d35d-4453-9c6f-a463aae40722" providerId="ADAL" clId="{9D070D90-1526-4C33-8966-8ADF4EF98FAB}" dt="2024-08-26T09:51:37.534" v="264" actId="478"/>
          <ac:spMkLst>
            <pc:docMk/>
            <pc:sldMk cId="2801136258" sldId="397"/>
            <ac:spMk id="3" creationId="{D417D5B8-68C8-6DC5-BEEC-D1BEBA8C2A61}"/>
          </ac:spMkLst>
        </pc:spChg>
        <pc:spChg chg="add mod">
          <ac:chgData name="Ms Alina Arshad" userId="cccdfd85-d35d-4453-9c6f-a463aae40722" providerId="ADAL" clId="{9D070D90-1526-4C33-8966-8ADF4EF98FAB}" dt="2024-08-26T09:51:57.527" v="269" actId="1076"/>
          <ac:spMkLst>
            <pc:docMk/>
            <pc:sldMk cId="2801136258" sldId="397"/>
            <ac:spMk id="4" creationId="{9F6CA550-4BA9-D211-315D-511871109AFE}"/>
          </ac:spMkLst>
        </pc:spChg>
      </pc:sldChg>
      <pc:sldChg chg="new del">
        <pc:chgData name="Ms Alina Arshad" userId="cccdfd85-d35d-4453-9c6f-a463aae40722" providerId="ADAL" clId="{9D070D90-1526-4C33-8966-8ADF4EF98FAB}" dt="2024-08-27T04:43:07.654" v="271" actId="47"/>
        <pc:sldMkLst>
          <pc:docMk/>
          <pc:sldMk cId="1625032331" sldId="398"/>
        </pc:sldMkLst>
      </pc:sldChg>
      <pc:sldChg chg="addSp modSp new mod">
        <pc:chgData name="Ms Alina Arshad" userId="cccdfd85-d35d-4453-9c6f-a463aae40722" providerId="ADAL" clId="{9D070D90-1526-4C33-8966-8ADF4EF98FAB}" dt="2024-08-27T04:46:49.038" v="312" actId="21"/>
        <pc:sldMkLst>
          <pc:docMk/>
          <pc:sldMk cId="2310894512" sldId="398"/>
        </pc:sldMkLst>
        <pc:graphicFrameChg chg="add mod modGraphic">
          <ac:chgData name="Ms Alina Arshad" userId="cccdfd85-d35d-4453-9c6f-a463aae40722" providerId="ADAL" clId="{9D070D90-1526-4C33-8966-8ADF4EF98FAB}" dt="2024-08-27T04:46:49.038" v="312" actId="21"/>
          <ac:graphicFrameMkLst>
            <pc:docMk/>
            <pc:sldMk cId="2310894512" sldId="398"/>
            <ac:graphicFrameMk id="2" creationId="{0805F1E4-B84C-1BA4-9718-16AA4D217A43}"/>
          </ac:graphicFrameMkLst>
        </pc:graphicFrameChg>
      </pc:sldChg>
      <pc:sldChg chg="addSp modSp new mod">
        <pc:chgData name="Ms Alina Arshad" userId="cccdfd85-d35d-4453-9c6f-a463aae40722" providerId="ADAL" clId="{9D070D90-1526-4C33-8966-8ADF4EF98FAB}" dt="2024-08-27T04:48:27.289" v="332" actId="1076"/>
        <pc:sldMkLst>
          <pc:docMk/>
          <pc:sldMk cId="4103277343" sldId="399"/>
        </pc:sldMkLst>
        <pc:spChg chg="add mod">
          <ac:chgData name="Ms Alina Arshad" userId="cccdfd85-d35d-4453-9c6f-a463aae40722" providerId="ADAL" clId="{9D070D90-1526-4C33-8966-8ADF4EF98FAB}" dt="2024-08-27T04:48:27.289" v="332" actId="1076"/>
          <ac:spMkLst>
            <pc:docMk/>
            <pc:sldMk cId="4103277343" sldId="399"/>
            <ac:spMk id="4" creationId="{4C670BC4-2223-4809-FDC3-575B071F5472}"/>
          </ac:spMkLst>
        </pc:spChg>
        <pc:graphicFrameChg chg="add mod modGraphic">
          <ac:chgData name="Ms Alina Arshad" userId="cccdfd85-d35d-4453-9c6f-a463aae40722" providerId="ADAL" clId="{9D070D90-1526-4C33-8966-8ADF4EF98FAB}" dt="2024-08-27T04:48:11.618" v="325" actId="1076"/>
          <ac:graphicFrameMkLst>
            <pc:docMk/>
            <pc:sldMk cId="4103277343" sldId="399"/>
            <ac:graphicFrameMk id="2" creationId="{6D781DE9-F107-AAE6-19E7-A44FE0997EAB}"/>
          </ac:graphicFrameMkLst>
        </pc:graphicFrameChg>
      </pc:sldChg>
    </pc:docChg>
  </pc:docChgLst>
  <pc:docChgLst>
    <pc:chgData name="Ms Alina Arshad" userId="cccdfd85-d35d-4453-9c6f-a463aae40722" providerId="ADAL" clId="{2DC180FD-F18C-4625-AB1F-E76E8B18C48B}"/>
    <pc:docChg chg="undo custSel addSld delSld modSld">
      <pc:chgData name="Ms Alina Arshad" userId="cccdfd85-d35d-4453-9c6f-a463aae40722" providerId="ADAL" clId="{2DC180FD-F18C-4625-AB1F-E76E8B18C48B}" dt="2024-09-03T05:38:11.505" v="436" actId="5793"/>
      <pc:docMkLst>
        <pc:docMk/>
      </pc:docMkLst>
      <pc:sldChg chg="modSp mod">
        <pc:chgData name="Ms Alina Arshad" userId="cccdfd85-d35d-4453-9c6f-a463aae40722" providerId="ADAL" clId="{2DC180FD-F18C-4625-AB1F-E76E8B18C48B}" dt="2024-09-02T08:51:50.113" v="330"/>
        <pc:sldMkLst>
          <pc:docMk/>
          <pc:sldMk cId="3322361034" sldId="256"/>
        </pc:sldMkLst>
        <pc:spChg chg="mod">
          <ac:chgData name="Ms Alina Arshad" userId="cccdfd85-d35d-4453-9c6f-a463aae40722" providerId="ADAL" clId="{2DC180FD-F18C-4625-AB1F-E76E8B18C48B}" dt="2024-09-02T08:51:50.113" v="330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2DC180FD-F18C-4625-AB1F-E76E8B18C48B}" dt="2024-08-30T04:31:20.525" v="5" actId="47"/>
        <pc:sldMkLst>
          <pc:docMk/>
          <pc:sldMk cId="0" sldId="350"/>
        </pc:sldMkLst>
      </pc:sldChg>
      <pc:sldChg chg="del">
        <pc:chgData name="Ms Alina Arshad" userId="cccdfd85-d35d-4453-9c6f-a463aae40722" providerId="ADAL" clId="{2DC180FD-F18C-4625-AB1F-E76E8B18C48B}" dt="2024-08-30T04:31:21.134" v="7" actId="47"/>
        <pc:sldMkLst>
          <pc:docMk/>
          <pc:sldMk cId="0" sldId="351"/>
        </pc:sldMkLst>
      </pc:sldChg>
      <pc:sldChg chg="del">
        <pc:chgData name="Ms Alina Arshad" userId="cccdfd85-d35d-4453-9c6f-a463aae40722" providerId="ADAL" clId="{2DC180FD-F18C-4625-AB1F-E76E8B18C48B}" dt="2024-08-30T04:31:21.759" v="9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2DC180FD-F18C-4625-AB1F-E76E8B18C48B}" dt="2024-08-30T04:31:22.331" v="11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2DC180FD-F18C-4625-AB1F-E76E8B18C48B}" dt="2024-08-30T04:31:22.800" v="12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2DC180FD-F18C-4625-AB1F-E76E8B18C48B}" dt="2024-08-30T04:31:20.197" v="4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2DC180FD-F18C-4625-AB1F-E76E8B18C48B}" dt="2024-08-30T04:31:21.431" v="8" actId="47"/>
        <pc:sldMkLst>
          <pc:docMk/>
          <pc:sldMk cId="0" sldId="356"/>
        </pc:sldMkLst>
      </pc:sldChg>
      <pc:sldChg chg="del">
        <pc:chgData name="Ms Alina Arshad" userId="cccdfd85-d35d-4453-9c6f-a463aae40722" providerId="ADAL" clId="{2DC180FD-F18C-4625-AB1F-E76E8B18C48B}" dt="2024-08-30T04:31:22.034" v="10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2DC180FD-F18C-4625-AB1F-E76E8B18C48B}" dt="2024-08-30T04:31:25.753" v="19" actId="47"/>
        <pc:sldMkLst>
          <pc:docMk/>
          <pc:sldMk cId="0" sldId="359"/>
        </pc:sldMkLst>
      </pc:sldChg>
      <pc:sldChg chg="del">
        <pc:chgData name="Ms Alina Arshad" userId="cccdfd85-d35d-4453-9c6f-a463aae40722" providerId="ADAL" clId="{2DC180FD-F18C-4625-AB1F-E76E8B18C48B}" dt="2024-08-30T04:31:26.112" v="20" actId="47"/>
        <pc:sldMkLst>
          <pc:docMk/>
          <pc:sldMk cId="0" sldId="360"/>
        </pc:sldMkLst>
      </pc:sldChg>
      <pc:sldChg chg="del">
        <pc:chgData name="Ms Alina Arshad" userId="cccdfd85-d35d-4453-9c6f-a463aae40722" providerId="ADAL" clId="{2DC180FD-F18C-4625-AB1F-E76E8B18C48B}" dt="2024-08-30T04:31:27.753" v="23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2DC180FD-F18C-4625-AB1F-E76E8B18C48B}" dt="2024-08-30T04:31:25.237" v="18" actId="47"/>
        <pc:sldMkLst>
          <pc:docMk/>
          <pc:sldMk cId="0" sldId="369"/>
        </pc:sldMkLst>
      </pc:sldChg>
      <pc:sldChg chg="modSp add mod">
        <pc:chgData name="Ms Alina Arshad" userId="cccdfd85-d35d-4453-9c6f-a463aae40722" providerId="ADAL" clId="{2DC180FD-F18C-4625-AB1F-E76E8B18C48B}" dt="2024-08-30T05:02:55.440" v="315" actId="20577"/>
        <pc:sldMkLst>
          <pc:docMk/>
          <pc:sldMk cId="3002628608" sldId="371"/>
        </pc:sldMkLst>
        <pc:spChg chg="mod">
          <ac:chgData name="Ms Alina Arshad" userId="cccdfd85-d35d-4453-9c6f-a463aae40722" providerId="ADAL" clId="{2DC180FD-F18C-4625-AB1F-E76E8B18C48B}" dt="2024-08-30T05:02:41.621" v="307" actId="113"/>
          <ac:spMkLst>
            <pc:docMk/>
            <pc:sldMk cId="3002628608" sldId="37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55.440" v="315" actId="20577"/>
          <ac:spMkLst>
            <pc:docMk/>
            <pc:sldMk cId="3002628608" sldId="371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0.853" v="6" actId="47"/>
        <pc:sldMkLst>
          <pc:docMk/>
          <pc:sldMk cId="0" sldId="374"/>
        </pc:sldMkLst>
      </pc:sldChg>
      <pc:sldChg chg="del">
        <pc:chgData name="Ms Alina Arshad" userId="cccdfd85-d35d-4453-9c6f-a463aae40722" providerId="ADAL" clId="{2DC180FD-F18C-4625-AB1F-E76E8B18C48B}" dt="2024-08-30T04:31:19.806" v="3" actId="47"/>
        <pc:sldMkLst>
          <pc:docMk/>
          <pc:sldMk cId="0" sldId="377"/>
        </pc:sldMkLst>
      </pc:sldChg>
      <pc:sldChg chg="del">
        <pc:chgData name="Ms Alina Arshad" userId="cccdfd85-d35d-4453-9c6f-a463aae40722" providerId="ADAL" clId="{2DC180FD-F18C-4625-AB1F-E76E8B18C48B}" dt="2024-08-30T04:31:26.972" v="22" actId="47"/>
        <pc:sldMkLst>
          <pc:docMk/>
          <pc:sldMk cId="511546327" sldId="385"/>
        </pc:sldMkLst>
      </pc:sldChg>
      <pc:sldChg chg="del">
        <pc:chgData name="Ms Alina Arshad" userId="cccdfd85-d35d-4453-9c6f-a463aae40722" providerId="ADAL" clId="{2DC180FD-F18C-4625-AB1F-E76E8B18C48B}" dt="2024-08-30T04:31:18.931" v="1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2DC180FD-F18C-4625-AB1F-E76E8B18C48B}" dt="2024-08-30T04:31:19.462" v="2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2DC180FD-F18C-4625-AB1F-E76E8B18C48B}" dt="2024-08-30T04:31:26.628" v="21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2DC180FD-F18C-4625-AB1F-E76E8B18C48B}" dt="2024-08-30T04:31:23.175" v="13" actId="47"/>
        <pc:sldMkLst>
          <pc:docMk/>
          <pc:sldMk cId="938158308" sldId="390"/>
        </pc:sldMkLst>
      </pc:sldChg>
      <pc:sldChg chg="del">
        <pc:chgData name="Ms Alina Arshad" userId="cccdfd85-d35d-4453-9c6f-a463aae40722" providerId="ADAL" clId="{2DC180FD-F18C-4625-AB1F-E76E8B18C48B}" dt="2024-08-30T04:31:23.441" v="14" actId="47"/>
        <pc:sldMkLst>
          <pc:docMk/>
          <pc:sldMk cId="3237861477" sldId="391"/>
        </pc:sldMkLst>
      </pc:sldChg>
      <pc:sldChg chg="del">
        <pc:chgData name="Ms Alina Arshad" userId="cccdfd85-d35d-4453-9c6f-a463aae40722" providerId="ADAL" clId="{2DC180FD-F18C-4625-AB1F-E76E8B18C48B}" dt="2024-08-30T04:31:24.191" v="15" actId="47"/>
        <pc:sldMkLst>
          <pc:docMk/>
          <pc:sldMk cId="3171797292" sldId="392"/>
        </pc:sldMkLst>
      </pc:sldChg>
      <pc:sldChg chg="modSp add mod modNotesTx">
        <pc:chgData name="Ms Alina Arshad" userId="cccdfd85-d35d-4453-9c6f-a463aae40722" providerId="ADAL" clId="{2DC180FD-F18C-4625-AB1F-E76E8B18C48B}" dt="2024-09-03T05:36:37.436" v="434" actId="207"/>
        <pc:sldMkLst>
          <pc:docMk/>
          <pc:sldMk cId="3567501205" sldId="393"/>
        </pc:sldMkLst>
        <pc:spChg chg="mod">
          <ac:chgData name="Ms Alina Arshad" userId="cccdfd85-d35d-4453-9c6f-a463aae40722" providerId="ADAL" clId="{2DC180FD-F18C-4625-AB1F-E76E8B18C48B}" dt="2024-09-03T04:36:57.156" v="374" actId="207"/>
          <ac:spMkLst>
            <pc:docMk/>
            <pc:sldMk cId="3567501205" sldId="39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6:37.436" v="434" actId="207"/>
          <ac:spMkLst>
            <pc:docMk/>
            <pc:sldMk cId="3567501205" sldId="393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4.519" v="16" actId="47"/>
        <pc:sldMkLst>
          <pc:docMk/>
          <pc:sldMk cId="3643065844" sldId="394"/>
        </pc:sldMkLst>
      </pc:sldChg>
      <pc:sldChg chg="del">
        <pc:chgData name="Ms Alina Arshad" userId="cccdfd85-d35d-4453-9c6f-a463aae40722" providerId="ADAL" clId="{2DC180FD-F18C-4625-AB1F-E76E8B18C48B}" dt="2024-08-30T04:31:28.940" v="25" actId="47"/>
        <pc:sldMkLst>
          <pc:docMk/>
          <pc:sldMk cId="129645018" sldId="395"/>
        </pc:sldMkLst>
      </pc:sldChg>
      <pc:sldChg chg="modSp add mod">
        <pc:chgData name="Ms Alina Arshad" userId="cccdfd85-d35d-4453-9c6f-a463aae40722" providerId="ADAL" clId="{2DC180FD-F18C-4625-AB1F-E76E8B18C48B}" dt="2024-09-03T05:38:11.505" v="436" actId="5793"/>
        <pc:sldMkLst>
          <pc:docMk/>
          <pc:sldMk cId="2835579431" sldId="396"/>
        </pc:sldMkLst>
        <pc:spChg chg="mod">
          <ac:chgData name="Ms Alina Arshad" userId="cccdfd85-d35d-4453-9c6f-a463aae40722" providerId="ADAL" clId="{2DC180FD-F18C-4625-AB1F-E76E8B18C48B}" dt="2024-08-30T04:34:29.245" v="73" actId="113"/>
          <ac:spMkLst>
            <pc:docMk/>
            <pc:sldMk cId="2835579431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8:11.505" v="436" actId="5793"/>
          <ac:spMkLst>
            <pc:docMk/>
            <pc:sldMk cId="2835579431" sldId="39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9.442" v="26" actId="47"/>
        <pc:sldMkLst>
          <pc:docMk/>
          <pc:sldMk cId="2801136258" sldId="397"/>
        </pc:sldMkLst>
      </pc:sldChg>
      <pc:sldChg chg="del">
        <pc:chgData name="Ms Alina Arshad" userId="cccdfd85-d35d-4453-9c6f-a463aae40722" providerId="ADAL" clId="{2DC180FD-F18C-4625-AB1F-E76E8B18C48B}" dt="2024-08-30T04:31:25.003" v="17" actId="47"/>
        <pc:sldMkLst>
          <pc:docMk/>
          <pc:sldMk cId="2310894512" sldId="398"/>
        </pc:sldMkLst>
      </pc:sldChg>
      <pc:sldChg chg="del">
        <pc:chgData name="Ms Alina Arshad" userId="cccdfd85-d35d-4453-9c6f-a463aae40722" providerId="ADAL" clId="{2DC180FD-F18C-4625-AB1F-E76E8B18C48B}" dt="2024-08-30T04:31:28.097" v="24" actId="47"/>
        <pc:sldMkLst>
          <pc:docMk/>
          <pc:sldMk cId="4103277343" sldId="399"/>
        </pc:sldMkLst>
      </pc:sldChg>
      <pc:sldChg chg="modSp add mod modAnim">
        <pc:chgData name="Ms Alina Arshad" userId="cccdfd85-d35d-4453-9c6f-a463aae40722" providerId="ADAL" clId="{2DC180FD-F18C-4625-AB1F-E76E8B18C48B}" dt="2024-09-02T09:08:18.724" v="341" actId="14100"/>
        <pc:sldMkLst>
          <pc:docMk/>
          <pc:sldMk cId="3038092496" sldId="400"/>
        </pc:sldMkLst>
        <pc:spChg chg="mod">
          <ac:chgData name="Ms Alina Arshad" userId="cccdfd85-d35d-4453-9c6f-a463aae40722" providerId="ADAL" clId="{2DC180FD-F18C-4625-AB1F-E76E8B18C48B}" dt="2024-09-02T09:08:15.561" v="340" actId="113"/>
          <ac:spMkLst>
            <pc:docMk/>
            <pc:sldMk cId="3038092496" sldId="40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08:18.724" v="341" actId="14100"/>
          <ac:spMkLst>
            <pc:docMk/>
            <pc:sldMk cId="3038092496" sldId="4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6:37:53.683" v="329" actId="207"/>
        <pc:sldMkLst>
          <pc:docMk/>
          <pc:sldMk cId="2157527746" sldId="401"/>
        </pc:sldMkLst>
        <pc:spChg chg="del mod">
          <ac:chgData name="Ms Alina Arshad" userId="cccdfd85-d35d-4453-9c6f-a463aae40722" providerId="ADAL" clId="{2DC180FD-F18C-4625-AB1F-E76E8B18C48B}" dt="2024-08-30T04:34:15.526" v="70" actId="478"/>
          <ac:spMkLst>
            <pc:docMk/>
            <pc:sldMk cId="2157527746" sldId="401"/>
            <ac:spMk id="4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6:37:53.683" v="329" actId="207"/>
          <ac:spMkLst>
            <pc:docMk/>
            <pc:sldMk cId="2157527746" sldId="401"/>
            <ac:spMk id="7" creationId="{E6A48FC6-A99B-4FA8-A440-FEC0FDD782EA}"/>
          </ac:spMkLst>
        </pc:spChg>
        <pc:picChg chg="mod">
          <ac:chgData name="Ms Alina Arshad" userId="cccdfd85-d35d-4453-9c6f-a463aae40722" providerId="ADAL" clId="{2DC180FD-F18C-4625-AB1F-E76E8B18C48B}" dt="2024-08-30T04:34:21.717" v="71" actId="1076"/>
          <ac:picMkLst>
            <pc:docMk/>
            <pc:sldMk cId="2157527746" sldId="401"/>
            <ac:picMk id="1026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8-30T04:40:39.796" v="191" actId="207"/>
        <pc:sldMkLst>
          <pc:docMk/>
          <pc:sldMk cId="2990775597" sldId="402"/>
        </pc:sldMkLst>
        <pc:spChg chg="mod">
          <ac:chgData name="Ms Alina Arshad" userId="cccdfd85-d35d-4453-9c6f-a463aae40722" providerId="ADAL" clId="{2DC180FD-F18C-4625-AB1F-E76E8B18C48B}" dt="2024-08-30T04:37:33.296" v="176" actId="14100"/>
          <ac:spMkLst>
            <pc:docMk/>
            <pc:sldMk cId="2990775597" sldId="40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40:39.796" v="191" actId="207"/>
          <ac:spMkLst>
            <pc:docMk/>
            <pc:sldMk cId="2990775597" sldId="402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6:55.922" v="361" actId="403"/>
        <pc:sldMkLst>
          <pc:docMk/>
          <pc:sldMk cId="1130882444" sldId="403"/>
        </pc:sldMkLst>
        <pc:spChg chg="mod">
          <ac:chgData name="Ms Alina Arshad" userId="cccdfd85-d35d-4453-9c6f-a463aae40722" providerId="ADAL" clId="{2DC180FD-F18C-4625-AB1F-E76E8B18C48B}" dt="2024-08-30T04:48:46.558" v="208" actId="14100"/>
          <ac:spMkLst>
            <pc:docMk/>
            <pc:sldMk cId="1130882444" sldId="40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6:55.922" v="361" actId="403"/>
          <ac:spMkLst>
            <pc:docMk/>
            <pc:sldMk cId="1130882444" sldId="40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17.369" v="217" actId="207"/>
        <pc:sldMkLst>
          <pc:docMk/>
          <pc:sldMk cId="1416402" sldId="404"/>
        </pc:sldMkLst>
        <pc:spChg chg="mod">
          <ac:chgData name="Ms Alina Arshad" userId="cccdfd85-d35d-4453-9c6f-a463aae40722" providerId="ADAL" clId="{2DC180FD-F18C-4625-AB1F-E76E8B18C48B}" dt="2024-08-30T04:53:59.536" v="213" actId="1076"/>
          <ac:spMkLst>
            <pc:docMk/>
            <pc:sldMk cId="1416402" sldId="404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54:17.369" v="217" actId="207"/>
          <ac:spMkLst>
            <pc:docMk/>
            <pc:sldMk cId="1416402" sldId="40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51.487" v="230" actId="207"/>
        <pc:sldMkLst>
          <pc:docMk/>
          <pc:sldMk cId="3071036191" sldId="405"/>
        </pc:sldMkLst>
        <pc:spChg chg="mod">
          <ac:chgData name="Ms Alina Arshad" userId="cccdfd85-d35d-4453-9c6f-a463aae40722" providerId="ADAL" clId="{2DC180FD-F18C-4625-AB1F-E76E8B18C48B}" dt="2024-08-30T04:54:27.659" v="219" actId="207"/>
          <ac:spMkLst>
            <pc:docMk/>
            <pc:sldMk cId="3071036191" sldId="405"/>
            <ac:spMk id="2" creationId="{E0D201D3-B15F-4934-887A-5FCE7F2DF401}"/>
          </ac:spMkLst>
        </pc:spChg>
        <pc:spChg chg="mod">
          <ac:chgData name="Ms Alina Arshad" userId="cccdfd85-d35d-4453-9c6f-a463aae40722" providerId="ADAL" clId="{2DC180FD-F18C-4625-AB1F-E76E8B18C48B}" dt="2024-08-30T04:54:51.487" v="230" actId="207"/>
          <ac:spMkLst>
            <pc:docMk/>
            <pc:sldMk cId="3071036191" sldId="405"/>
            <ac:spMk id="3" creationId="{B06DAE9B-D257-4D59-AF08-5FC3CA34B519}"/>
          </ac:spMkLst>
        </pc:spChg>
      </pc:sldChg>
      <pc:sldChg chg="addSp delSp modSp add mod">
        <pc:chgData name="Ms Alina Arshad" userId="cccdfd85-d35d-4453-9c6f-a463aae40722" providerId="ADAL" clId="{2DC180FD-F18C-4625-AB1F-E76E8B18C48B}" dt="2024-09-02T09:18:24.468" v="367" actId="1076"/>
        <pc:sldMkLst>
          <pc:docMk/>
          <pc:sldMk cId="1110637184" sldId="406"/>
        </pc:sldMkLst>
        <pc:spChg chg="mod">
          <ac:chgData name="Ms Alina Arshad" userId="cccdfd85-d35d-4453-9c6f-a463aae40722" providerId="ADAL" clId="{2DC180FD-F18C-4625-AB1F-E76E8B18C48B}" dt="2024-08-30T04:55:02.050" v="234" actId="113"/>
          <ac:spMkLst>
            <pc:docMk/>
            <pc:sldMk cId="1110637184" sldId="406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2DC180FD-F18C-4625-AB1F-E76E8B18C48B}" dt="2024-09-02T09:18:24.468" v="367" actId="1076"/>
          <ac:picMkLst>
            <pc:docMk/>
            <pc:sldMk cId="1110637184" sldId="406"/>
            <ac:picMk id="1026" creationId="{2323452F-E9F2-364A-6D76-808115144BEA}"/>
          </ac:picMkLst>
        </pc:picChg>
        <pc:picChg chg="del mod">
          <ac:chgData name="Ms Alina Arshad" userId="cccdfd85-d35d-4453-9c6f-a463aae40722" providerId="ADAL" clId="{2DC180FD-F18C-4625-AB1F-E76E8B18C48B}" dt="2024-09-02T09:18:18.784" v="362" actId="478"/>
          <ac:picMkLst>
            <pc:docMk/>
            <pc:sldMk cId="1110637184" sldId="406"/>
            <ac:picMk id="2050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9-02T09:18:45.418" v="368" actId="207"/>
        <pc:sldMkLst>
          <pc:docMk/>
          <pc:sldMk cId="261616852" sldId="407"/>
        </pc:sldMkLst>
        <pc:spChg chg="mod">
          <ac:chgData name="Ms Alina Arshad" userId="cccdfd85-d35d-4453-9c6f-a463aae40722" providerId="ADAL" clId="{2DC180FD-F18C-4625-AB1F-E76E8B18C48B}" dt="2024-08-30T04:56:00.727" v="248" actId="1076"/>
          <ac:spMkLst>
            <pc:docMk/>
            <pc:sldMk cId="261616852" sldId="407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8:45.418" v="368" actId="207"/>
          <ac:spMkLst>
            <pc:docMk/>
            <pc:sldMk cId="261616852" sldId="40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4:56:30.069" v="255" actId="47"/>
        <pc:sldMkLst>
          <pc:docMk/>
          <pc:sldMk cId="2685411724" sldId="408"/>
        </pc:sldMkLst>
        <pc:spChg chg="mod">
          <ac:chgData name="Ms Alina Arshad" userId="cccdfd85-d35d-4453-9c6f-a463aae40722" providerId="ADAL" clId="{2DC180FD-F18C-4625-AB1F-E76E8B18C48B}" dt="2024-08-30T04:56:05.438" v="249" actId="21"/>
          <ac:spMkLst>
            <pc:docMk/>
            <pc:sldMk cId="2685411724" sldId="408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9:48.597" v="373" actId="14"/>
        <pc:sldMkLst>
          <pc:docMk/>
          <pc:sldMk cId="2553615988" sldId="409"/>
        </pc:sldMkLst>
        <pc:spChg chg="mod">
          <ac:chgData name="Ms Alina Arshad" userId="cccdfd85-d35d-4453-9c6f-a463aae40722" providerId="ADAL" clId="{2DC180FD-F18C-4625-AB1F-E76E8B18C48B}" dt="2024-08-30T04:57:40.923" v="273" actId="403"/>
          <ac:spMkLst>
            <pc:docMk/>
            <pc:sldMk cId="2553615988" sldId="409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9:48.597" v="373" actId="14"/>
          <ac:spMkLst>
            <pc:docMk/>
            <pc:sldMk cId="2553615988" sldId="40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5:01:52.923" v="293" actId="33524"/>
        <pc:sldMkLst>
          <pc:docMk/>
          <pc:sldMk cId="515654138" sldId="410"/>
        </pc:sldMkLst>
        <pc:spChg chg="mod">
          <ac:chgData name="Ms Alina Arshad" userId="cccdfd85-d35d-4453-9c6f-a463aae40722" providerId="ADAL" clId="{2DC180FD-F18C-4625-AB1F-E76E8B18C48B}" dt="2024-08-30T04:59:04.600" v="284" actId="403"/>
          <ac:spMkLst>
            <pc:docMk/>
            <pc:sldMk cId="515654138" sldId="41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1:52.923" v="293" actId="33524"/>
          <ac:spMkLst>
            <pc:docMk/>
            <pc:sldMk cId="515654138" sldId="41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5:03:27.610" v="321" actId="47"/>
        <pc:sldMkLst>
          <pc:docMk/>
          <pc:sldMk cId="1166324033" sldId="411"/>
        </pc:sldMkLst>
        <pc:spChg chg="mod">
          <ac:chgData name="Ms Alina Arshad" userId="cccdfd85-d35d-4453-9c6f-a463aae40722" providerId="ADAL" clId="{2DC180FD-F18C-4625-AB1F-E76E8B18C48B}" dt="2024-08-30T05:02:32.228" v="305" actId="14100"/>
          <ac:spMkLst>
            <pc:docMk/>
            <pc:sldMk cId="1166324033" sldId="41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25.322" v="299" actId="27636"/>
          <ac:spMkLst>
            <pc:docMk/>
            <pc:sldMk cId="1166324033" sldId="411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5:03:15.926" v="319" actId="478"/>
        <pc:sldMkLst>
          <pc:docMk/>
          <pc:sldMk cId="317315783" sldId="412"/>
        </pc:sldMkLst>
        <pc:spChg chg="mod">
          <ac:chgData name="Ms Alina Arshad" userId="cccdfd85-d35d-4453-9c6f-a463aae40722" providerId="ADAL" clId="{2DC180FD-F18C-4625-AB1F-E76E8B18C48B}" dt="2024-08-30T05:03:11.221" v="317" actId="113"/>
          <ac:spMkLst>
            <pc:docMk/>
            <pc:sldMk cId="317315783" sldId="41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3:07.056" v="316" actId="207"/>
          <ac:spMkLst>
            <pc:docMk/>
            <pc:sldMk cId="317315783" sldId="412"/>
            <ac:spMk id="3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4.398" v="318" actId="478"/>
          <ac:spMkLst>
            <pc:docMk/>
            <pc:sldMk cId="317315783" sldId="412"/>
            <ac:spMk id="4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5.926" v="319" actId="478"/>
          <ac:spMkLst>
            <pc:docMk/>
            <pc:sldMk cId="317315783" sldId="412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DC180FD-F18C-4625-AB1F-E76E8B18C48B}" dt="2024-08-30T05:04:12.713" v="328" actId="47"/>
        <pc:sldMkLst>
          <pc:docMk/>
          <pc:sldMk cId="3728980149" sldId="413"/>
        </pc:sldMkLst>
      </pc:sldChg>
      <pc:sldChg chg="new del">
        <pc:chgData name="Ms Alina Arshad" userId="cccdfd85-d35d-4453-9c6f-a463aae40722" providerId="ADAL" clId="{2DC180FD-F18C-4625-AB1F-E76E8B18C48B}" dt="2024-08-30T05:03:53.190" v="323" actId="47"/>
        <pc:sldMkLst>
          <pc:docMk/>
          <pc:sldMk cId="1613639856" sldId="414"/>
        </pc:sldMkLst>
      </pc:sldChg>
      <pc:sldChg chg="addSp delSp modSp new mod">
        <pc:chgData name="Ms Alina Arshad" userId="cccdfd85-d35d-4453-9c6f-a463aae40722" providerId="ADAL" clId="{2DC180FD-F18C-4625-AB1F-E76E8B18C48B}" dt="2024-08-30T05:04:09.868" v="327" actId="478"/>
        <pc:sldMkLst>
          <pc:docMk/>
          <pc:sldMk cId="2400755825" sldId="414"/>
        </pc:sldMkLst>
        <pc:spChg chg="del">
          <ac:chgData name="Ms Alina Arshad" userId="cccdfd85-d35d-4453-9c6f-a463aae40722" providerId="ADAL" clId="{2DC180FD-F18C-4625-AB1F-E76E8B18C48B}" dt="2024-08-30T05:04:09.868" v="327" actId="478"/>
          <ac:spMkLst>
            <pc:docMk/>
            <pc:sldMk cId="2400755825" sldId="414"/>
            <ac:spMk id="2" creationId="{12C4D42B-3827-A9BA-1272-BAAED7039507}"/>
          </ac:spMkLst>
        </pc:spChg>
        <pc:spChg chg="del">
          <ac:chgData name="Ms Alina Arshad" userId="cccdfd85-d35d-4453-9c6f-a463aae40722" providerId="ADAL" clId="{2DC180FD-F18C-4625-AB1F-E76E8B18C48B}" dt="2024-08-30T05:04:08.047" v="326" actId="478"/>
          <ac:spMkLst>
            <pc:docMk/>
            <pc:sldMk cId="2400755825" sldId="414"/>
            <ac:spMk id="3" creationId="{279481B2-0BCE-C230-6D15-9B44E227864D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4" creationId="{B7916EF2-DCF0-0573-80BA-3C20ED469E9E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2B0BDB09-5917-47B2-9AD9-E52B3C1731B6}"/>
    <pc:docChg chg="custSel addSld delSld modSld">
      <pc:chgData name="Ms Alina Arshad" userId="cccdfd85-d35d-4453-9c6f-a463aae40722" providerId="ADAL" clId="{2B0BDB09-5917-47B2-9AD9-E52B3C1731B6}" dt="2024-09-29T12:03:26.108" v="155" actId="47"/>
      <pc:docMkLst>
        <pc:docMk/>
      </pc:docMkLst>
      <pc:sldChg chg="modSp mod">
        <pc:chgData name="Ms Alina Arshad" userId="cccdfd85-d35d-4453-9c6f-a463aae40722" providerId="ADAL" clId="{2B0BDB09-5917-47B2-9AD9-E52B3C1731B6}" dt="2024-09-29T11:56:12.791" v="2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2B0BDB09-5917-47B2-9AD9-E52B3C1731B6}" dt="2024-09-29T11:56:12.791" v="2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add del mod">
        <pc:chgData name="Ms Alina Arshad" userId="cccdfd85-d35d-4453-9c6f-a463aae40722" providerId="ADAL" clId="{2B0BDB09-5917-47B2-9AD9-E52B3C1731B6}" dt="2024-09-29T11:56:28.698" v="24" actId="47"/>
        <pc:sldMkLst>
          <pc:docMk/>
          <pc:sldMk cId="987785057" sldId="258"/>
        </pc:sldMkLst>
        <pc:spChg chg="del">
          <ac:chgData name="Ms Alina Arshad" userId="cccdfd85-d35d-4453-9c6f-a463aae40722" providerId="ADAL" clId="{2B0BDB09-5917-47B2-9AD9-E52B3C1731B6}" dt="2024-09-29T11:56:18.480" v="22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20.475" v="23" actId="478"/>
          <ac:spMkLst>
            <pc:docMk/>
            <pc:sldMk cId="987785057" sldId="258"/>
            <ac:spMk id="5" creationId="{00000000-0000-0000-0000-000000000000}"/>
          </ac:spMkLst>
        </pc:spChg>
      </pc:sldChg>
      <pc:sldChg chg="modSp add del mod">
        <pc:chgData name="Ms Alina Arshad" userId="cccdfd85-d35d-4453-9c6f-a463aae40722" providerId="ADAL" clId="{2B0BDB09-5917-47B2-9AD9-E52B3C1731B6}" dt="2024-09-29T11:56:09.183" v="19" actId="47"/>
        <pc:sldMkLst>
          <pc:docMk/>
          <pc:sldMk cId="2348086917" sldId="280"/>
        </pc:sldMkLst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3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B0BDB09-5917-47B2-9AD9-E52B3C1731B6}" dt="2024-09-29T12:03:26.108" v="155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2B0BDB09-5917-47B2-9AD9-E52B3C1731B6}" dt="2024-09-29T11:55:39.253" v="0" actId="47"/>
        <pc:sldMkLst>
          <pc:docMk/>
          <pc:sldMk cId="1317028974" sldId="475"/>
        </pc:sldMkLst>
      </pc:sldChg>
      <pc:sldChg chg="del">
        <pc:chgData name="Ms Alina Arshad" userId="cccdfd85-d35d-4453-9c6f-a463aae40722" providerId="ADAL" clId="{2B0BDB09-5917-47B2-9AD9-E52B3C1731B6}" dt="2024-09-29T11:55:41.199" v="2" actId="47"/>
        <pc:sldMkLst>
          <pc:docMk/>
          <pc:sldMk cId="1999589581" sldId="476"/>
        </pc:sldMkLst>
      </pc:sldChg>
      <pc:sldChg chg="del">
        <pc:chgData name="Ms Alina Arshad" userId="cccdfd85-d35d-4453-9c6f-a463aae40722" providerId="ADAL" clId="{2B0BDB09-5917-47B2-9AD9-E52B3C1731B6}" dt="2024-09-29T11:55:41.501" v="3" actId="47"/>
        <pc:sldMkLst>
          <pc:docMk/>
          <pc:sldMk cId="4056107159" sldId="477"/>
        </pc:sldMkLst>
      </pc:sldChg>
      <pc:sldChg chg="del">
        <pc:chgData name="Ms Alina Arshad" userId="cccdfd85-d35d-4453-9c6f-a463aae40722" providerId="ADAL" clId="{2B0BDB09-5917-47B2-9AD9-E52B3C1731B6}" dt="2024-09-29T11:55:42.027" v="5" actId="47"/>
        <pc:sldMkLst>
          <pc:docMk/>
          <pc:sldMk cId="3142530740" sldId="478"/>
        </pc:sldMkLst>
      </pc:sldChg>
      <pc:sldChg chg="del">
        <pc:chgData name="Ms Alina Arshad" userId="cccdfd85-d35d-4453-9c6f-a463aae40722" providerId="ADAL" clId="{2B0BDB09-5917-47B2-9AD9-E52B3C1731B6}" dt="2024-09-29T11:55:42.629" v="7" actId="47"/>
        <pc:sldMkLst>
          <pc:docMk/>
          <pc:sldMk cId="3718238795" sldId="479"/>
        </pc:sldMkLst>
      </pc:sldChg>
      <pc:sldChg chg="del">
        <pc:chgData name="Ms Alina Arshad" userId="cccdfd85-d35d-4453-9c6f-a463aae40722" providerId="ADAL" clId="{2B0BDB09-5917-47B2-9AD9-E52B3C1731B6}" dt="2024-09-29T11:55:43.590" v="11" actId="47"/>
        <pc:sldMkLst>
          <pc:docMk/>
          <pc:sldMk cId="3737652639" sldId="482"/>
        </pc:sldMkLst>
      </pc:sldChg>
      <pc:sldChg chg="del">
        <pc:chgData name="Ms Alina Arshad" userId="cccdfd85-d35d-4453-9c6f-a463aae40722" providerId="ADAL" clId="{2B0BDB09-5917-47B2-9AD9-E52B3C1731B6}" dt="2024-09-29T11:55:43.872" v="12" actId="47"/>
        <pc:sldMkLst>
          <pc:docMk/>
          <pc:sldMk cId="2818035381" sldId="483"/>
        </pc:sldMkLst>
      </pc:sldChg>
      <pc:sldChg chg="del">
        <pc:chgData name="Ms Alina Arshad" userId="cccdfd85-d35d-4453-9c6f-a463aae40722" providerId="ADAL" clId="{2B0BDB09-5917-47B2-9AD9-E52B3C1731B6}" dt="2024-09-29T11:55:42.898" v="8" actId="47"/>
        <pc:sldMkLst>
          <pc:docMk/>
          <pc:sldMk cId="267361801" sldId="484"/>
        </pc:sldMkLst>
      </pc:sldChg>
      <pc:sldChg chg="del">
        <pc:chgData name="Ms Alina Arshad" userId="cccdfd85-d35d-4453-9c6f-a463aae40722" providerId="ADAL" clId="{2B0BDB09-5917-47B2-9AD9-E52B3C1731B6}" dt="2024-09-29T11:55:42.294" v="6" actId="47"/>
        <pc:sldMkLst>
          <pc:docMk/>
          <pc:sldMk cId="2146923405" sldId="485"/>
        </pc:sldMkLst>
      </pc:sldChg>
      <pc:sldChg chg="del">
        <pc:chgData name="Ms Alina Arshad" userId="cccdfd85-d35d-4453-9c6f-a463aae40722" providerId="ADAL" clId="{2B0BDB09-5917-47B2-9AD9-E52B3C1731B6}" dt="2024-09-29T11:55:43.133" v="9" actId="47"/>
        <pc:sldMkLst>
          <pc:docMk/>
          <pc:sldMk cId="3895319384" sldId="486"/>
        </pc:sldMkLst>
      </pc:sldChg>
      <pc:sldChg chg="del">
        <pc:chgData name="Ms Alina Arshad" userId="cccdfd85-d35d-4453-9c6f-a463aae40722" providerId="ADAL" clId="{2B0BDB09-5917-47B2-9AD9-E52B3C1731B6}" dt="2024-09-29T11:55:44.367" v="13" actId="47"/>
        <pc:sldMkLst>
          <pc:docMk/>
          <pc:sldMk cId="2382187672" sldId="488"/>
        </pc:sldMkLst>
      </pc:sldChg>
      <pc:sldChg chg="del">
        <pc:chgData name="Ms Alina Arshad" userId="cccdfd85-d35d-4453-9c6f-a463aae40722" providerId="ADAL" clId="{2B0BDB09-5917-47B2-9AD9-E52B3C1731B6}" dt="2024-09-29T11:55:43.374" v="10" actId="47"/>
        <pc:sldMkLst>
          <pc:docMk/>
          <pc:sldMk cId="2466836527" sldId="490"/>
        </pc:sldMkLst>
      </pc:sldChg>
      <pc:sldChg chg="del">
        <pc:chgData name="Ms Alina Arshad" userId="cccdfd85-d35d-4453-9c6f-a463aae40722" providerId="ADAL" clId="{2B0BDB09-5917-47B2-9AD9-E52B3C1731B6}" dt="2024-09-29T11:55:41.782" v="4" actId="47"/>
        <pc:sldMkLst>
          <pc:docMk/>
          <pc:sldMk cId="1501064082" sldId="491"/>
        </pc:sldMkLst>
      </pc:sldChg>
      <pc:sldChg chg="del">
        <pc:chgData name="Ms Alina Arshad" userId="cccdfd85-d35d-4453-9c6f-a463aae40722" providerId="ADAL" clId="{2B0BDB09-5917-47B2-9AD9-E52B3C1731B6}" dt="2024-09-29T11:55:40.800" v="1" actId="47"/>
        <pc:sldMkLst>
          <pc:docMk/>
          <pc:sldMk cId="746752752" sldId="492"/>
        </pc:sldMkLst>
      </pc:sldChg>
      <pc:sldChg chg="delSp modSp add mod">
        <pc:chgData name="Ms Alina Arshad" userId="cccdfd85-d35d-4453-9c6f-a463aae40722" providerId="ADAL" clId="{2B0BDB09-5917-47B2-9AD9-E52B3C1731B6}" dt="2024-09-29T11:56:53.572" v="29" actId="207"/>
        <pc:sldMkLst>
          <pc:docMk/>
          <pc:sldMk cId="3595481221" sldId="492"/>
        </pc:sldMkLst>
        <pc:spChg chg="mod">
          <ac:chgData name="Ms Alina Arshad" userId="cccdfd85-d35d-4453-9c6f-a463aae40722" providerId="ADAL" clId="{2B0BDB09-5917-47B2-9AD9-E52B3C1731B6}" dt="2024-09-29T11:56:47.976" v="28" actId="113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6:53.572" v="29" actId="207"/>
          <ac:spMkLst>
            <pc:docMk/>
            <pc:sldMk cId="3595481221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3.333" v="25" actId="478"/>
          <ac:spMkLst>
            <pc:docMk/>
            <pc:sldMk cId="3595481221" sldId="49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6.486" v="26" actId="478"/>
          <ac:spMkLst>
            <pc:docMk/>
            <pc:sldMk cId="3595481221" sldId="49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7:34.158" v="42" actId="12"/>
        <pc:sldMkLst>
          <pc:docMk/>
          <pc:sldMk cId="3384488715" sldId="493"/>
        </pc:sldMkLst>
        <pc:spChg chg="mod">
          <ac:chgData name="Ms Alina Arshad" userId="cccdfd85-d35d-4453-9c6f-a463aae40722" providerId="ADAL" clId="{2B0BDB09-5917-47B2-9AD9-E52B3C1731B6}" dt="2024-09-29T11:57:11.536" v="34" actId="113"/>
          <ac:spMkLst>
            <pc:docMk/>
            <pc:sldMk cId="3384488715" sldId="493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7:34.158" v="42" actId="12"/>
          <ac:spMkLst>
            <pc:docMk/>
            <pc:sldMk cId="3384488715" sldId="493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58.578" v="30" actId="478"/>
          <ac:spMkLst>
            <pc:docMk/>
            <pc:sldMk cId="3384488715" sldId="49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00.519" v="31" actId="478"/>
          <ac:spMkLst>
            <pc:docMk/>
            <pc:sldMk cId="3384488715" sldId="493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7:28.124" v="41" actId="1076"/>
          <ac:picMkLst>
            <pc:docMk/>
            <pc:sldMk cId="3384488715" sldId="49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08.886" v="52" actId="1076"/>
        <pc:sldMkLst>
          <pc:docMk/>
          <pc:sldMk cId="3386321733" sldId="494"/>
        </pc:sldMkLst>
        <pc:spChg chg="mod">
          <ac:chgData name="Ms Alina Arshad" userId="cccdfd85-d35d-4453-9c6f-a463aae40722" providerId="ADAL" clId="{2B0BDB09-5917-47B2-9AD9-E52B3C1731B6}" dt="2024-09-29T11:58:08.886" v="52" actId="1076"/>
          <ac:spMkLst>
            <pc:docMk/>
            <pc:sldMk cId="3386321733" sldId="494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03.553" v="51" actId="1076"/>
          <ac:spMkLst>
            <pc:docMk/>
            <pc:sldMk cId="3386321733" sldId="494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39.081" v="43" actId="478"/>
          <ac:spMkLst>
            <pc:docMk/>
            <pc:sldMk cId="3386321733" sldId="49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40.847" v="44" actId="478"/>
          <ac:spMkLst>
            <pc:docMk/>
            <pc:sldMk cId="3386321733" sldId="494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00.649" v="70" actId="12"/>
        <pc:sldMkLst>
          <pc:docMk/>
          <pc:sldMk cId="4273395344" sldId="495"/>
        </pc:sldMkLst>
        <pc:spChg chg="mod">
          <ac:chgData name="Ms Alina Arshad" userId="cccdfd85-d35d-4453-9c6f-a463aae40722" providerId="ADAL" clId="{2B0BDB09-5917-47B2-9AD9-E52B3C1731B6}" dt="2024-09-29T11:58:41.524" v="63" actId="113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9:00.649" v="70" actId="12"/>
          <ac:spMkLst>
            <pc:docMk/>
            <pc:sldMk cId="4273395344" sldId="495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4.982" v="64" actId="478"/>
          <ac:spMkLst>
            <pc:docMk/>
            <pc:sldMk cId="4273395344" sldId="49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6.496" v="65" actId="478"/>
          <ac:spMkLst>
            <pc:docMk/>
            <pc:sldMk cId="4273395344" sldId="49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0:23.716" v="98" actId="403"/>
        <pc:sldMkLst>
          <pc:docMk/>
          <pc:sldMk cId="1058188132" sldId="496"/>
        </pc:sldMkLst>
        <pc:spChg chg="mod">
          <ac:chgData name="Ms Alina Arshad" userId="cccdfd85-d35d-4453-9c6f-a463aae40722" providerId="ADAL" clId="{2B0BDB09-5917-47B2-9AD9-E52B3C1731B6}" dt="2024-09-29T12:00:12.718" v="95" actId="113"/>
          <ac:spMkLst>
            <pc:docMk/>
            <pc:sldMk cId="1058188132" sldId="49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23.716" v="98" actId="403"/>
          <ac:spMkLst>
            <pc:docMk/>
            <pc:sldMk cId="1058188132" sldId="49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6.071" v="92" actId="478"/>
          <ac:spMkLst>
            <pc:docMk/>
            <pc:sldMk cId="1058188132" sldId="49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8.060" v="93" actId="478"/>
          <ac:spMkLst>
            <pc:docMk/>
            <pc:sldMk cId="1058188132" sldId="49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50.418" v="124" actId="478"/>
        <pc:sldMkLst>
          <pc:docMk/>
          <pc:sldMk cId="1132663045" sldId="497"/>
        </pc:sldMkLst>
        <pc:spChg chg="mod">
          <ac:chgData name="Ms Alina Arshad" userId="cccdfd85-d35d-4453-9c6f-a463aae40722" providerId="ADAL" clId="{2B0BDB09-5917-47B2-9AD9-E52B3C1731B6}" dt="2024-09-29T12:01:40.109" v="120" actId="113"/>
          <ac:spMkLst>
            <pc:docMk/>
            <pc:sldMk cId="1132663045" sldId="497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47.026" v="122" actId="12"/>
          <ac:spMkLst>
            <pc:docMk/>
            <pc:sldMk cId="1132663045" sldId="497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48.726" v="123" actId="478"/>
          <ac:spMkLst>
            <pc:docMk/>
            <pc:sldMk cId="1132663045" sldId="49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50.418" v="124" actId="478"/>
          <ac:spMkLst>
            <pc:docMk/>
            <pc:sldMk cId="1132663045" sldId="49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26.248" v="79" actId="478"/>
        <pc:sldMkLst>
          <pc:docMk/>
          <pc:sldMk cId="1570724855" sldId="505"/>
        </pc:sldMkLst>
        <pc:spChg chg="mod">
          <ac:chgData name="Ms Alina Arshad" userId="cccdfd85-d35d-4453-9c6f-a463aae40722" providerId="ADAL" clId="{2B0BDB09-5917-47B2-9AD9-E52B3C1731B6}" dt="2024-09-29T11:59:11.914" v="73" actId="14100"/>
          <ac:spMkLst>
            <pc:docMk/>
            <pc:sldMk cId="1570724855" sldId="505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4.430" v="78" actId="478"/>
          <ac:spMkLst>
            <pc:docMk/>
            <pc:sldMk cId="1570724855" sldId="50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6.248" v="79" actId="478"/>
          <ac:spMkLst>
            <pc:docMk/>
            <pc:sldMk cId="1570724855" sldId="505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22.229" v="77" actId="1076"/>
          <ac:picMkLst>
            <pc:docMk/>
            <pc:sldMk cId="1570724855" sldId="50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1:59:20.384" v="76" actId="1076"/>
          <ac:picMkLst>
            <pc:docMk/>
            <pc:sldMk cId="1570724855" sldId="505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9:57.001" v="91" actId="1076"/>
        <pc:sldMkLst>
          <pc:docMk/>
          <pc:sldMk cId="2421881517" sldId="506"/>
        </pc:sldMkLst>
        <pc:spChg chg="del">
          <ac:chgData name="Ms Alina Arshad" userId="cccdfd85-d35d-4453-9c6f-a463aae40722" providerId="ADAL" clId="{2B0BDB09-5917-47B2-9AD9-E52B3C1731B6}" dt="2024-09-29T11:59:36.340" v="83" actId="478"/>
          <ac:spMkLst>
            <pc:docMk/>
            <pc:sldMk cId="2421881517" sldId="506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2.382" v="81" actId="478"/>
          <ac:spMkLst>
            <pc:docMk/>
            <pc:sldMk cId="2421881517" sldId="50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4.023" v="82" actId="478"/>
          <ac:spMkLst>
            <pc:docMk/>
            <pc:sldMk cId="2421881517" sldId="506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57.001" v="91" actId="1076"/>
          <ac:picMkLst>
            <pc:docMk/>
            <pc:sldMk cId="2421881517" sldId="50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33.476" v="61" actId="1076"/>
        <pc:sldMkLst>
          <pc:docMk/>
          <pc:sldMk cId="1799033065" sldId="507"/>
        </pc:sldMkLst>
        <pc:spChg chg="mod">
          <ac:chgData name="Ms Alina Arshad" userId="cccdfd85-d35d-4453-9c6f-a463aae40722" providerId="ADAL" clId="{2B0BDB09-5917-47B2-9AD9-E52B3C1731B6}" dt="2024-09-29T11:58:16.306" v="54" actId="113"/>
          <ac:spMkLst>
            <pc:docMk/>
            <pc:sldMk cId="1799033065" sldId="507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29.802" v="59" actId="478"/>
          <ac:spMkLst>
            <pc:docMk/>
            <pc:sldMk cId="1799033065" sldId="50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31.558" v="60" actId="478"/>
          <ac:spMkLst>
            <pc:docMk/>
            <pc:sldMk cId="1799033065" sldId="507"/>
            <ac:spMk id="5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20.780" v="56" actId="113"/>
          <ac:spMkLst>
            <pc:docMk/>
            <pc:sldMk cId="1799033065" sldId="507"/>
            <ac:spMk id="7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8:33.476" v="61" actId="1076"/>
          <ac:picMkLst>
            <pc:docMk/>
            <pc:sldMk cId="1799033065" sldId="507"/>
            <ac:picMk id="8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0:42.638" v="104" actId="12"/>
        <pc:sldMkLst>
          <pc:docMk/>
          <pc:sldMk cId="163811022" sldId="511"/>
        </pc:sldMkLst>
        <pc:spChg chg="mod">
          <ac:chgData name="Ms Alina Arshad" userId="cccdfd85-d35d-4453-9c6f-a463aae40722" providerId="ADAL" clId="{2B0BDB09-5917-47B2-9AD9-E52B3C1731B6}" dt="2024-09-29T12:00:30.945" v="100" actId="113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42.638" v="104" actId="12"/>
          <ac:spMkLst>
            <pc:docMk/>
            <pc:sldMk cId="163811022" sldId="511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3.391" v="101" actId="478"/>
          <ac:spMkLst>
            <pc:docMk/>
            <pc:sldMk cId="163811022" sldId="511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4.984" v="102" actId="478"/>
          <ac:spMkLst>
            <pc:docMk/>
            <pc:sldMk cId="163811022" sldId="51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01.172" v="109" actId="207"/>
        <pc:sldMkLst>
          <pc:docMk/>
          <pc:sldMk cId="1045239677" sldId="512"/>
        </pc:sldMkLst>
        <pc:spChg chg="mod">
          <ac:chgData name="Ms Alina Arshad" userId="cccdfd85-d35d-4453-9c6f-a463aae40722" providerId="ADAL" clId="{2B0BDB09-5917-47B2-9AD9-E52B3C1731B6}" dt="2024-09-29T12:00:49.099" v="105" actId="207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01.172" v="109" actId="207"/>
          <ac:spMkLst>
            <pc:docMk/>
            <pc:sldMk cId="1045239677" sldId="51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0:53.437" v="107" actId="478"/>
          <ac:spMkLst>
            <pc:docMk/>
            <pc:sldMk cId="1045239677" sldId="51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56.800" v="108" actId="478"/>
          <ac:spMkLst>
            <pc:docMk/>
            <pc:sldMk cId="1045239677" sldId="51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32.686" v="118" actId="207"/>
        <pc:sldMkLst>
          <pc:docMk/>
          <pc:sldMk cId="711124051" sldId="516"/>
        </pc:sldMkLst>
        <pc:spChg chg="mod">
          <ac:chgData name="Ms Alina Arshad" userId="cccdfd85-d35d-4453-9c6f-a463aae40722" providerId="ADAL" clId="{2B0BDB09-5917-47B2-9AD9-E52B3C1731B6}" dt="2024-09-29T12:01:15.530" v="113" actId="27636"/>
          <ac:spMkLst>
            <pc:docMk/>
            <pc:sldMk cId="711124051" sldId="51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32.686" v="118" actId="207"/>
          <ac:spMkLst>
            <pc:docMk/>
            <pc:sldMk cId="711124051" sldId="51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6.565" v="116" actId="478"/>
          <ac:spMkLst>
            <pc:docMk/>
            <pc:sldMk cId="711124051" sldId="51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8.676" v="117" actId="478"/>
          <ac:spMkLst>
            <pc:docMk/>
            <pc:sldMk cId="711124051" sldId="51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10.794" v="129" actId="478"/>
        <pc:sldMkLst>
          <pc:docMk/>
          <pc:sldMk cId="1747393571" sldId="518"/>
        </pc:sldMkLst>
        <pc:spChg chg="mod">
          <ac:chgData name="Ms Alina Arshad" userId="cccdfd85-d35d-4453-9c6f-a463aae40722" providerId="ADAL" clId="{2B0BDB09-5917-47B2-9AD9-E52B3C1731B6}" dt="2024-09-29T12:01:58.662" v="126" actId="113"/>
          <ac:spMkLst>
            <pc:docMk/>
            <pc:sldMk cId="1747393571" sldId="518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03.066" v="127" actId="207"/>
          <ac:spMkLst>
            <pc:docMk/>
            <pc:sldMk cId="1747393571" sldId="518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09.041" v="128" actId="478"/>
          <ac:spMkLst>
            <pc:docMk/>
            <pc:sldMk cId="1747393571" sldId="518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10.794" v="129" actId="478"/>
          <ac:spMkLst>
            <pc:docMk/>
            <pc:sldMk cId="1747393571" sldId="5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32.238" v="134" actId="478"/>
        <pc:sldMkLst>
          <pc:docMk/>
          <pc:sldMk cId="275598820" sldId="519"/>
        </pc:sldMkLst>
        <pc:spChg chg="mod">
          <ac:chgData name="Ms Alina Arshad" userId="cccdfd85-d35d-4453-9c6f-a463aae40722" providerId="ADAL" clId="{2B0BDB09-5917-47B2-9AD9-E52B3C1731B6}" dt="2024-09-29T12:02:19.653" v="131" actId="14100"/>
          <ac:spMkLst>
            <pc:docMk/>
            <pc:sldMk cId="275598820" sldId="519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24.162" v="132" actId="207"/>
          <ac:spMkLst>
            <pc:docMk/>
            <pc:sldMk cId="275598820" sldId="519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0.769" v="133" actId="478"/>
          <ac:spMkLst>
            <pc:docMk/>
            <pc:sldMk cId="275598820" sldId="519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2.238" v="134" actId="478"/>
          <ac:spMkLst>
            <pc:docMk/>
            <pc:sldMk cId="275598820" sldId="51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50.938" v="144" actId="478"/>
        <pc:sldMkLst>
          <pc:docMk/>
          <pc:sldMk cId="3035140792" sldId="522"/>
        </pc:sldMkLst>
        <pc:spChg chg="mod">
          <ac:chgData name="Ms Alina Arshad" userId="cccdfd85-d35d-4453-9c6f-a463aae40722" providerId="ADAL" clId="{2B0BDB09-5917-47B2-9AD9-E52B3C1731B6}" dt="2024-09-29T12:02:36.992" v="136" actId="5793"/>
          <ac:spMkLst>
            <pc:docMk/>
            <pc:sldMk cId="3035140792" sldId="52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2:48.318" v="143" actId="478"/>
          <ac:spMkLst>
            <pc:docMk/>
            <pc:sldMk cId="3035140792" sldId="52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50.938" v="144" actId="478"/>
          <ac:spMkLst>
            <pc:docMk/>
            <pc:sldMk cId="3035140792" sldId="522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2:40.114" v="137" actId="1076"/>
          <ac:picMkLst>
            <pc:docMk/>
            <pc:sldMk cId="3035140792" sldId="522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3:06.343" v="148" actId="478"/>
        <pc:sldMkLst>
          <pc:docMk/>
          <pc:sldMk cId="2350581562" sldId="523"/>
        </pc:sldMkLst>
        <pc:spChg chg="mod">
          <ac:chgData name="Ms Alina Arshad" userId="cccdfd85-d35d-4453-9c6f-a463aae40722" providerId="ADAL" clId="{2B0BDB09-5917-47B2-9AD9-E52B3C1731B6}" dt="2024-09-29T12:02:59.595" v="146" actId="5793"/>
          <ac:spMkLst>
            <pc:docMk/>
            <pc:sldMk cId="2350581562" sldId="523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4.385" v="147" actId="478"/>
          <ac:spMkLst>
            <pc:docMk/>
            <pc:sldMk cId="2350581562" sldId="52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6.343" v="148" actId="478"/>
          <ac:spMkLst>
            <pc:docMk/>
            <pc:sldMk cId="2350581562" sldId="523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3:22.543" v="154" actId="478"/>
        <pc:sldMkLst>
          <pc:docMk/>
          <pc:sldMk cId="627369714" sldId="524"/>
        </pc:sldMkLst>
        <pc:spChg chg="mod">
          <ac:chgData name="Ms Alina Arshad" userId="cccdfd85-d35d-4453-9c6f-a463aae40722" providerId="ADAL" clId="{2B0BDB09-5917-47B2-9AD9-E52B3C1731B6}" dt="2024-09-29T12:03:11.628" v="150" actId="5793"/>
          <ac:spMkLst>
            <pc:docMk/>
            <pc:sldMk cId="627369714" sldId="524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19.840" v="153" actId="478"/>
          <ac:spMkLst>
            <pc:docMk/>
            <pc:sldMk cId="627369714" sldId="52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22.543" v="154" actId="478"/>
          <ac:spMkLst>
            <pc:docMk/>
            <pc:sldMk cId="627369714" sldId="524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3:14.850" v="151" actId="1076"/>
          <ac:picMkLst>
            <pc:docMk/>
            <pc:sldMk cId="627369714" sldId="524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2:03:18.261" v="152" actId="1076"/>
          <ac:picMkLst>
            <pc:docMk/>
            <pc:sldMk cId="627369714" sldId="524"/>
            <ac:picMk id="8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32985948-661D-45EF-9212-3BF9750EF1D6}"/>
    <pc:docChg chg="undo custSel addSld delSld modSld">
      <pc:chgData name="Ms Alina Arshad" userId="cccdfd85-d35d-4453-9c6f-a463aae40722" providerId="ADAL" clId="{32985948-661D-45EF-9212-3BF9750EF1D6}" dt="2024-09-29T11:40:01.801" v="677" actId="20577"/>
      <pc:docMkLst>
        <pc:docMk/>
      </pc:docMkLst>
      <pc:sldChg chg="modSp mod">
        <pc:chgData name="Ms Alina Arshad" userId="cccdfd85-d35d-4453-9c6f-a463aae40722" providerId="ADAL" clId="{32985948-661D-45EF-9212-3BF9750EF1D6}" dt="2024-09-29T04:49:30.477" v="45" actId="1076"/>
        <pc:sldMkLst>
          <pc:docMk/>
          <pc:sldMk cId="3322361034" sldId="256"/>
        </pc:sldMkLst>
        <pc:spChg chg="mod">
          <ac:chgData name="Ms Alina Arshad" userId="cccdfd85-d35d-4453-9c6f-a463aae40722" providerId="ADAL" clId="{32985948-661D-45EF-9212-3BF9750EF1D6}" dt="2024-09-29T04:49:30.477" v="45" actId="1076"/>
          <ac:spMkLst>
            <pc:docMk/>
            <pc:sldMk cId="3322361034" sldId="256"/>
            <ac:spMk id="3" creationId="{44E9F82C-BBA7-3495-1097-BEDB54FFFDF4}"/>
          </ac:spMkLst>
        </pc:spChg>
        <pc:spChg chg="mod">
          <ac:chgData name="Ms Alina Arshad" userId="cccdfd85-d35d-4453-9c6f-a463aae40722" providerId="ADAL" clId="{32985948-661D-45EF-9212-3BF9750EF1D6}" dt="2024-09-29T04:49:26.874" v="44" actId="1076"/>
          <ac:spMkLst>
            <pc:docMk/>
            <pc:sldMk cId="3322361034" sldId="256"/>
            <ac:spMk id="5" creationId="{75DE143E-53E3-798D-07E7-8D85DD770A95}"/>
          </ac:spMkLst>
        </pc:spChg>
      </pc:sldChg>
      <pc:sldChg chg="add del">
        <pc:chgData name="Ms Alina Arshad" userId="cccdfd85-d35d-4453-9c6f-a463aae40722" providerId="ADAL" clId="{32985948-661D-45EF-9212-3BF9750EF1D6}" dt="2024-09-29T04:49:39.110" v="47" actId="47"/>
        <pc:sldMkLst>
          <pc:docMk/>
          <pc:sldMk cId="987785057" sldId="258"/>
        </pc:sldMkLst>
      </pc:sldChg>
      <pc:sldChg chg="modSp add del mod">
        <pc:chgData name="Ms Alina Arshad" userId="cccdfd85-d35d-4453-9c6f-a463aae40722" providerId="ADAL" clId="{32985948-661D-45EF-9212-3BF9750EF1D6}" dt="2024-09-29T04:49:34.214" v="46" actId="47"/>
        <pc:sldMkLst>
          <pc:docMk/>
          <pc:sldMk cId="2348086917" sldId="280"/>
        </pc:sldMkLst>
        <pc:spChg chg="mod">
          <ac:chgData name="Ms Alina Arshad" userId="cccdfd85-d35d-4453-9c6f-a463aae40722" providerId="ADAL" clId="{32985948-661D-45EF-9212-3BF9750EF1D6}" dt="2024-09-29T04:48:48.551" v="10" actId="368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32985948-661D-45EF-9212-3BF9750EF1D6}" dt="2024-09-29T04:49:54.369" v="48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32985948-661D-45EF-9212-3BF9750EF1D6}" dt="2024-09-29T04:47:46.044" v="1" actId="47"/>
        <pc:sldMkLst>
          <pc:docMk/>
          <pc:sldMk cId="3502560203" sldId="465"/>
        </pc:sldMkLst>
      </pc:sldChg>
      <pc:sldChg chg="del">
        <pc:chgData name="Ms Alina Arshad" userId="cccdfd85-d35d-4453-9c6f-a463aae40722" providerId="ADAL" clId="{32985948-661D-45EF-9212-3BF9750EF1D6}" dt="2024-09-29T04:47:46.450" v="2" actId="47"/>
        <pc:sldMkLst>
          <pc:docMk/>
          <pc:sldMk cId="4240682665" sldId="466"/>
        </pc:sldMkLst>
      </pc:sldChg>
      <pc:sldChg chg="del">
        <pc:chgData name="Ms Alina Arshad" userId="cccdfd85-d35d-4453-9c6f-a463aae40722" providerId="ADAL" clId="{32985948-661D-45EF-9212-3BF9750EF1D6}" dt="2024-09-29T04:47:46.804" v="3" actId="47"/>
        <pc:sldMkLst>
          <pc:docMk/>
          <pc:sldMk cId="1253061490" sldId="467"/>
        </pc:sldMkLst>
      </pc:sldChg>
      <pc:sldChg chg="del">
        <pc:chgData name="Ms Alina Arshad" userId="cccdfd85-d35d-4453-9c6f-a463aae40722" providerId="ADAL" clId="{32985948-661D-45EF-9212-3BF9750EF1D6}" dt="2024-09-29T04:47:47.168" v="4" actId="47"/>
        <pc:sldMkLst>
          <pc:docMk/>
          <pc:sldMk cId="1729599593" sldId="468"/>
        </pc:sldMkLst>
      </pc:sldChg>
      <pc:sldChg chg="del">
        <pc:chgData name="Ms Alina Arshad" userId="cccdfd85-d35d-4453-9c6f-a463aae40722" providerId="ADAL" clId="{32985948-661D-45EF-9212-3BF9750EF1D6}" dt="2024-09-29T04:47:47.478" v="5" actId="47"/>
        <pc:sldMkLst>
          <pc:docMk/>
          <pc:sldMk cId="174372872" sldId="469"/>
        </pc:sldMkLst>
      </pc:sldChg>
      <pc:sldChg chg="del">
        <pc:chgData name="Ms Alina Arshad" userId="cccdfd85-d35d-4453-9c6f-a463aae40722" providerId="ADAL" clId="{32985948-661D-45EF-9212-3BF9750EF1D6}" dt="2024-09-29T04:47:48.252" v="7" actId="47"/>
        <pc:sldMkLst>
          <pc:docMk/>
          <pc:sldMk cId="1593451177" sldId="472"/>
        </pc:sldMkLst>
      </pc:sldChg>
      <pc:sldChg chg="del">
        <pc:chgData name="Ms Alina Arshad" userId="cccdfd85-d35d-4453-9c6f-a463aae40722" providerId="ADAL" clId="{32985948-661D-45EF-9212-3BF9750EF1D6}" dt="2024-09-29T04:47:45.581" v="0" actId="47"/>
        <pc:sldMkLst>
          <pc:docMk/>
          <pc:sldMk cId="3011208458" sldId="473"/>
        </pc:sldMkLst>
      </pc:sldChg>
      <pc:sldChg chg="del">
        <pc:chgData name="Ms Alina Arshad" userId="cccdfd85-d35d-4453-9c6f-a463aae40722" providerId="ADAL" clId="{32985948-661D-45EF-9212-3BF9750EF1D6}" dt="2024-09-29T04:47:47.777" v="6" actId="47"/>
        <pc:sldMkLst>
          <pc:docMk/>
          <pc:sldMk cId="457050581" sldId="475"/>
        </pc:sldMkLst>
      </pc:sldChg>
      <pc:sldChg chg="delSp modSp add mod delAnim">
        <pc:chgData name="Ms Alina Arshad" userId="cccdfd85-d35d-4453-9c6f-a463aae40722" providerId="ADAL" clId="{32985948-661D-45EF-9212-3BF9750EF1D6}" dt="2024-09-29T11:40:01.801" v="677" actId="20577"/>
        <pc:sldMkLst>
          <pc:docMk/>
          <pc:sldMk cId="1317028974" sldId="475"/>
        </pc:sldMkLst>
        <pc:spChg chg="mod">
          <ac:chgData name="Ms Alina Arshad" userId="cccdfd85-d35d-4453-9c6f-a463aae40722" providerId="ADAL" clId="{32985948-661D-45EF-9212-3BF9750EF1D6}" dt="2024-09-29T11:40:01.801" v="677" actId="20577"/>
          <ac:spMkLst>
            <pc:docMk/>
            <pc:sldMk cId="1317028974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7:59:38.105" v="330" actId="20577"/>
          <ac:spMkLst>
            <pc:docMk/>
            <pc:sldMk cId="1317028974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0:29.988" v="51" actId="478"/>
          <ac:spMkLst>
            <pc:docMk/>
            <pc:sldMk cId="1317028974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49.173" v="252" actId="478"/>
          <ac:spMkLst>
            <pc:docMk/>
            <pc:sldMk cId="1317028974" sldId="475"/>
            <ac:spMk id="5" creationId="{00000000-0000-0000-0000-000000000000}"/>
          </ac:spMkLst>
        </pc:spChg>
        <pc:picChg chg="del mod">
          <ac:chgData name="Ms Alina Arshad" userId="cccdfd85-d35d-4453-9c6f-a463aae40722" providerId="ADAL" clId="{32985948-661D-45EF-9212-3BF9750EF1D6}" dt="2024-09-29T07:57:47.155" v="251" actId="478"/>
          <ac:picMkLst>
            <pc:docMk/>
            <pc:sldMk cId="1317028974" sldId="475"/>
            <ac:picMk id="6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06:47.981" v="374" actId="1076"/>
        <pc:sldMkLst>
          <pc:docMk/>
          <pc:sldMk cId="1999589581" sldId="476"/>
        </pc:sldMkLst>
        <pc:spChg chg="mod">
          <ac:chgData name="Ms Alina Arshad" userId="cccdfd85-d35d-4453-9c6f-a463aae40722" providerId="ADAL" clId="{32985948-661D-45EF-9212-3BF9750EF1D6}" dt="2024-09-29T08:01:18.508" v="331" actId="207"/>
          <ac:spMkLst>
            <pc:docMk/>
            <pc:sldMk cId="1999589581" sldId="47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06:37.805" v="373" actId="403"/>
          <ac:spMkLst>
            <pc:docMk/>
            <pc:sldMk cId="1999589581" sldId="47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2.726" v="67" actId="478"/>
          <ac:spMkLst>
            <pc:docMk/>
            <pc:sldMk cId="1999589581" sldId="47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4.730" v="68" actId="478"/>
          <ac:spMkLst>
            <pc:docMk/>
            <pc:sldMk cId="1999589581" sldId="476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06:29.680" v="370" actId="207"/>
          <ac:spMkLst>
            <pc:docMk/>
            <pc:sldMk cId="1999589581" sldId="476"/>
            <ac:spMk id="5" creationId="{F0FC1B4B-EFA7-313C-F90C-846A894B9230}"/>
          </ac:spMkLst>
        </pc:spChg>
        <pc:picChg chg="mod">
          <ac:chgData name="Ms Alina Arshad" userId="cccdfd85-d35d-4453-9c6f-a463aae40722" providerId="ADAL" clId="{32985948-661D-45EF-9212-3BF9750EF1D6}" dt="2024-09-29T08:06:47.981" v="374" actId="1076"/>
          <ac:picMkLst>
            <pc:docMk/>
            <pc:sldMk cId="1999589581" sldId="476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4:51.266" v="333" actId="478"/>
          <ac:picMkLst>
            <pc:docMk/>
            <pc:sldMk cId="1999589581" sldId="476"/>
            <ac:picMk id="8" creationId="{00000000-0000-0000-0000-000000000000}"/>
          </ac:picMkLst>
        </pc:picChg>
      </pc:sldChg>
      <pc:sldChg chg="addSp delSp modSp add mod modNotesTx">
        <pc:chgData name="Ms Alina Arshad" userId="cccdfd85-d35d-4453-9c6f-a463aae40722" providerId="ADAL" clId="{32985948-661D-45EF-9212-3BF9750EF1D6}" dt="2024-09-29T09:05:12.947" v="502" actId="1036"/>
        <pc:sldMkLst>
          <pc:docMk/>
          <pc:sldMk cId="4056107159" sldId="477"/>
        </pc:sldMkLst>
        <pc:spChg chg="mod">
          <ac:chgData name="Ms Alina Arshad" userId="cccdfd85-d35d-4453-9c6f-a463aae40722" providerId="ADAL" clId="{32985948-661D-45EF-9212-3BF9750EF1D6}" dt="2024-09-29T04:51:55.633" v="75" actId="113"/>
          <ac:spMkLst>
            <pc:docMk/>
            <pc:sldMk cId="4056107159" sldId="477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3:00.586" v="90" actId="478"/>
          <ac:spMkLst>
            <pc:docMk/>
            <pc:sldMk cId="4056107159" sldId="477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2:53.893" v="89" actId="478"/>
          <ac:spMkLst>
            <pc:docMk/>
            <pc:sldMk cId="4056107159" sldId="477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05:12.947" v="502" actId="1036"/>
          <ac:spMkLst>
            <pc:docMk/>
            <pc:sldMk cId="4056107159" sldId="477"/>
            <ac:spMk id="5" creationId="{23586CC7-BCFB-60C9-94BB-FF3EBB06A1D4}"/>
          </ac:spMkLst>
        </pc:spChg>
        <pc:picChg chg="del mod">
          <ac:chgData name="Ms Alina Arshad" userId="cccdfd85-d35d-4453-9c6f-a463aae40722" providerId="ADAL" clId="{32985948-661D-45EF-9212-3BF9750EF1D6}" dt="2024-09-29T04:53:21.891" v="92" actId="478"/>
          <ac:picMkLst>
            <pc:docMk/>
            <pc:sldMk cId="4056107159" sldId="477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7:12.619" v="375" actId="478"/>
          <ac:picMkLst>
            <pc:docMk/>
            <pc:sldMk cId="4056107159" sldId="477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4:53:23.715" v="93" actId="478"/>
          <ac:picMkLst>
            <pc:docMk/>
            <pc:sldMk cId="4056107159" sldId="477"/>
            <ac:picMk id="8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15:06.065" v="479" actId="20577"/>
        <pc:sldMkLst>
          <pc:docMk/>
          <pc:sldMk cId="3142530740" sldId="478"/>
        </pc:sldMkLst>
        <pc:spChg chg="mod">
          <ac:chgData name="Ms Alina Arshad" userId="cccdfd85-d35d-4453-9c6f-a463aae40722" providerId="ADAL" clId="{32985948-661D-45EF-9212-3BF9750EF1D6}" dt="2024-09-29T04:54:29.523" v="102" actId="113"/>
          <ac:spMkLst>
            <pc:docMk/>
            <pc:sldMk cId="3142530740" sldId="47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13:59.233" v="464"/>
          <ac:spMkLst>
            <pc:docMk/>
            <pc:sldMk cId="3142530740" sldId="47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6.885" v="119" actId="478"/>
          <ac:spMkLst>
            <pc:docMk/>
            <pc:sldMk cId="3142530740" sldId="47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8.892" v="120" actId="478"/>
          <ac:spMkLst>
            <pc:docMk/>
            <pc:sldMk cId="3142530740" sldId="478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15:06.065" v="479" actId="20577"/>
          <ac:spMkLst>
            <pc:docMk/>
            <pc:sldMk cId="3142530740" sldId="478"/>
            <ac:spMk id="5" creationId="{BB6A54B0-BC62-4B83-BA65-03696D78FBA8}"/>
          </ac:spMkLst>
        </pc:spChg>
        <pc:spChg chg="add mod">
          <ac:chgData name="Ms Alina Arshad" userId="cccdfd85-d35d-4453-9c6f-a463aae40722" providerId="ADAL" clId="{32985948-661D-45EF-9212-3BF9750EF1D6}" dt="2024-09-29T08:14:36.689" v="473" actId="1076"/>
          <ac:spMkLst>
            <pc:docMk/>
            <pc:sldMk cId="3142530740" sldId="478"/>
            <ac:spMk id="8" creationId="{EECA2D44-D37B-E53E-E9E8-1E944B4ED565}"/>
          </ac:spMkLst>
        </pc:spChg>
        <pc:picChg chg="del mod modCrop">
          <ac:chgData name="Ms Alina Arshad" userId="cccdfd85-d35d-4453-9c6f-a463aae40722" providerId="ADAL" clId="{32985948-661D-45EF-9212-3BF9750EF1D6}" dt="2024-09-29T08:12:25.409" v="441" actId="478"/>
          <ac:picMkLst>
            <pc:docMk/>
            <pc:sldMk cId="3142530740" sldId="47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5:55.321" v="132" actId="207"/>
        <pc:sldMkLst>
          <pc:docMk/>
          <pc:sldMk cId="3718238795" sldId="479"/>
        </pc:sldMkLst>
        <pc:spChg chg="mod">
          <ac:chgData name="Ms Alina Arshad" userId="cccdfd85-d35d-4453-9c6f-a463aae40722" providerId="ADAL" clId="{32985948-661D-45EF-9212-3BF9750EF1D6}" dt="2024-09-29T04:55:46.840" v="129" actId="113"/>
          <ac:spMkLst>
            <pc:docMk/>
            <pc:sldMk cId="3718238795" sldId="479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5:55.321" v="132" actId="207"/>
          <ac:spMkLst>
            <pc:docMk/>
            <pc:sldMk cId="3718238795" sldId="479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49.250" v="130" actId="478"/>
          <ac:spMkLst>
            <pc:docMk/>
            <pc:sldMk cId="3718238795" sldId="479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51.210" v="131" actId="478"/>
          <ac:spMkLst>
            <pc:docMk/>
            <pc:sldMk cId="3718238795" sldId="47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1:04.287" v="233" actId="207"/>
        <pc:sldMkLst>
          <pc:docMk/>
          <pc:sldMk cId="3737652639" sldId="482"/>
        </pc:sldMkLst>
        <pc:spChg chg="del">
          <ac:chgData name="Ms Alina Arshad" userId="cccdfd85-d35d-4453-9c6f-a463aae40722" providerId="ADAL" clId="{32985948-661D-45EF-9212-3BF9750EF1D6}" dt="2024-09-29T05:01:00.790" v="232" actId="478"/>
          <ac:spMkLst>
            <pc:docMk/>
            <pc:sldMk cId="3737652639" sldId="482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1:04.287" v="233" actId="207"/>
          <ac:spMkLst>
            <pc:docMk/>
            <pc:sldMk cId="3737652639" sldId="48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0.263" v="173" actId="478"/>
          <ac:spMkLst>
            <pc:docMk/>
            <pc:sldMk cId="3737652639" sldId="482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2.125" v="174" actId="478"/>
          <ac:spMkLst>
            <pc:docMk/>
            <pc:sldMk cId="3737652639" sldId="48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8:18.837" v="179" actId="1076"/>
        <pc:sldMkLst>
          <pc:docMk/>
          <pc:sldMk cId="2818035381" sldId="483"/>
        </pc:sldMkLst>
        <pc:spChg chg="mod">
          <ac:chgData name="Ms Alina Arshad" userId="cccdfd85-d35d-4453-9c6f-a463aae40722" providerId="ADAL" clId="{32985948-661D-45EF-9212-3BF9750EF1D6}" dt="2024-09-29T04:58:08.310" v="175" actId="207"/>
          <ac:spMkLst>
            <pc:docMk/>
            <pc:sldMk cId="2818035381" sldId="483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1.149" v="176" actId="478"/>
          <ac:spMkLst>
            <pc:docMk/>
            <pc:sldMk cId="2818035381" sldId="483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2.842" v="177" actId="478"/>
          <ac:spMkLst>
            <pc:docMk/>
            <pc:sldMk cId="2818035381" sldId="483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8:18.837" v="179" actId="1076"/>
          <ac:picMkLst>
            <pc:docMk/>
            <pc:sldMk cId="2818035381" sldId="48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6:39.564" v="145" actId="478"/>
        <pc:sldMkLst>
          <pc:docMk/>
          <pc:sldMk cId="267361801" sldId="484"/>
        </pc:sldMkLst>
        <pc:spChg chg="mod">
          <ac:chgData name="Ms Alina Arshad" userId="cccdfd85-d35d-4453-9c6f-a463aae40722" providerId="ADAL" clId="{32985948-661D-45EF-9212-3BF9750EF1D6}" dt="2024-09-29T04:56:03.073" v="134" actId="113"/>
          <ac:spMkLst>
            <pc:docMk/>
            <pc:sldMk cId="267361801" sldId="484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6:33.338" v="141" actId="207"/>
          <ac:spMkLst>
            <pc:docMk/>
            <pc:sldMk cId="267361801" sldId="484"/>
            <ac:spMk id="3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6:37.688" v="144" actId="478"/>
          <ac:spMkLst>
            <pc:docMk/>
            <pc:sldMk cId="267361801" sldId="484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6:39.564" v="145" actId="478"/>
          <ac:spMkLst>
            <pc:docMk/>
            <pc:sldMk cId="267361801" sldId="484"/>
            <ac:spMk id="5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32985948-661D-45EF-9212-3BF9750EF1D6}" dt="2024-09-29T09:22:13.220" v="673" actId="14100"/>
        <pc:sldMkLst>
          <pc:docMk/>
          <pc:sldMk cId="2146923405" sldId="485"/>
        </pc:sldMkLst>
        <pc:spChg chg="mod">
          <ac:chgData name="Ms Alina Arshad" userId="cccdfd85-d35d-4453-9c6f-a463aae40722" providerId="ADAL" clId="{32985948-661D-45EF-9212-3BF9750EF1D6}" dt="2024-09-29T09:22:13.220" v="673" actId="14100"/>
          <ac:spMkLst>
            <pc:docMk/>
            <pc:sldMk cId="2146923405" sldId="485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25.845" v="121" actId="478"/>
          <ac:spMkLst>
            <pc:docMk/>
            <pc:sldMk cId="2146923405" sldId="485"/>
            <ac:spMk id="4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18:29.911" v="606" actId="20577"/>
          <ac:spMkLst>
            <pc:docMk/>
            <pc:sldMk cId="2146923405" sldId="485"/>
            <ac:spMk id="4" creationId="{32DBD649-80B3-AACA-CD0B-976727483B58}"/>
          </ac:spMkLst>
        </pc:spChg>
        <pc:spChg chg="del mod">
          <ac:chgData name="Ms Alina Arshad" userId="cccdfd85-d35d-4453-9c6f-a463aae40722" providerId="ADAL" clId="{32985948-661D-45EF-9212-3BF9750EF1D6}" dt="2024-09-29T04:55:32.064" v="126" actId="478"/>
          <ac:spMkLst>
            <pc:docMk/>
            <pc:sldMk cId="2146923405" sldId="485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9:21:09.379" v="672" actId="1036"/>
          <ac:picMkLst>
            <pc:docMk/>
            <pc:sldMk cId="2146923405" sldId="48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11:32:32.367" v="675" actId="20577"/>
        <pc:sldMkLst>
          <pc:docMk/>
          <pc:sldMk cId="3895319384" sldId="486"/>
        </pc:sldMkLst>
        <pc:spChg chg="mod">
          <ac:chgData name="Ms Alina Arshad" userId="cccdfd85-d35d-4453-9c6f-a463aae40722" providerId="ADAL" clId="{32985948-661D-45EF-9212-3BF9750EF1D6}" dt="2024-09-29T04:57:26.429" v="166" actId="1076"/>
          <ac:spMkLst>
            <pc:docMk/>
            <pc:sldMk cId="3895319384" sldId="48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11:32:32.367" v="675" actId="20577"/>
          <ac:spMkLst>
            <pc:docMk/>
            <pc:sldMk cId="3895319384" sldId="48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0.756" v="161" actId="478"/>
          <ac:spMkLst>
            <pc:docMk/>
            <pc:sldMk cId="3895319384" sldId="48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6.047" v="162" actId="478"/>
          <ac:spMkLst>
            <pc:docMk/>
            <pc:sldMk cId="3895319384" sldId="48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0:52.503" v="231" actId="113"/>
        <pc:sldMkLst>
          <pc:docMk/>
          <pc:sldMk cId="2382187672" sldId="488"/>
        </pc:sldMkLst>
        <pc:spChg chg="mod">
          <ac:chgData name="Ms Alina Arshad" userId="cccdfd85-d35d-4453-9c6f-a463aae40722" providerId="ADAL" clId="{32985948-661D-45EF-9212-3BF9750EF1D6}" dt="2024-09-29T04:58:31.403" v="183" actId="20577"/>
          <ac:spMkLst>
            <pc:docMk/>
            <pc:sldMk cId="2382187672" sldId="48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0:52.503" v="231" actId="113"/>
          <ac:spMkLst>
            <pc:docMk/>
            <pc:sldMk cId="2382187672" sldId="48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08.548" v="191" actId="478"/>
          <ac:spMkLst>
            <pc:docMk/>
            <pc:sldMk cId="2382187672" sldId="48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10.277" v="192" actId="478"/>
          <ac:spMkLst>
            <pc:docMk/>
            <pc:sldMk cId="2382187672" sldId="488"/>
            <ac:spMk id="5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9:39.422" v="199" actId="478"/>
          <ac:spMkLst>
            <pc:docMk/>
            <pc:sldMk cId="2382187672" sldId="488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7:48.366" v="172" actId="478"/>
        <pc:sldMkLst>
          <pc:docMk/>
          <pc:sldMk cId="2466836527" sldId="490"/>
        </pc:sldMkLst>
        <pc:spChg chg="mod">
          <ac:chgData name="Ms Alina Arshad" userId="cccdfd85-d35d-4453-9c6f-a463aae40722" providerId="ADAL" clId="{32985948-661D-45EF-9212-3BF9750EF1D6}" dt="2024-09-29T04:57:38.511" v="168" actId="113"/>
          <ac:spMkLst>
            <pc:docMk/>
            <pc:sldMk cId="2466836527" sldId="490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6.352" v="171" actId="478"/>
          <ac:spMkLst>
            <pc:docMk/>
            <pc:sldMk cId="2466836527" sldId="490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8.366" v="172" actId="478"/>
          <ac:spMkLst>
            <pc:docMk/>
            <pc:sldMk cId="2466836527" sldId="490"/>
            <ac:spMk id="5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1.296" v="169" actId="478"/>
          <ac:spMkLst>
            <pc:docMk/>
            <pc:sldMk cId="2466836527" sldId="490"/>
            <ac:spMk id="8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7:44.064" v="170" actId="1076"/>
          <ac:picMkLst>
            <pc:docMk/>
            <pc:sldMk cId="2466836527" sldId="490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8:10:20.046" v="421" actId="1076"/>
        <pc:sldMkLst>
          <pc:docMk/>
          <pc:sldMk cId="1501064082" sldId="491"/>
        </pc:sldMkLst>
        <pc:picChg chg="mod">
          <ac:chgData name="Ms Alina Arshad" userId="cccdfd85-d35d-4453-9c6f-a463aae40722" providerId="ADAL" clId="{32985948-661D-45EF-9212-3BF9750EF1D6}" dt="2024-09-29T08:10:20.046" v="421" actId="1076"/>
          <ac:picMkLst>
            <pc:docMk/>
            <pc:sldMk cId="1501064082" sldId="491"/>
            <ac:picMk id="6" creationId="{00000000-0000-0000-0000-000000000000}"/>
          </ac:picMkLst>
        </pc:picChg>
        <pc:picChg chg="del">
          <ac:chgData name="Ms Alina Arshad" userId="cccdfd85-d35d-4453-9c6f-a463aae40722" providerId="ADAL" clId="{32985948-661D-45EF-9212-3BF9750EF1D6}" dt="2024-09-29T04:53:27.602" v="94" actId="478"/>
          <ac:picMkLst>
            <pc:docMk/>
            <pc:sldMk cId="1501064082" sldId="491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10:10.255" v="416" actId="478"/>
          <ac:picMkLst>
            <pc:docMk/>
            <pc:sldMk cId="1501064082" sldId="491"/>
            <ac:picMk id="8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32985948-661D-45EF-9212-3BF9750EF1D6}" dt="2024-09-29T07:57:43.687" v="250" actId="1076"/>
        <pc:sldMkLst>
          <pc:docMk/>
          <pc:sldMk cId="746752752" sldId="492"/>
        </pc:sldMkLst>
        <pc:spChg chg="mod">
          <ac:chgData name="Ms Alina Arshad" userId="cccdfd85-d35d-4453-9c6f-a463aae40722" providerId="ADAL" clId="{32985948-661D-45EF-9212-3BF9750EF1D6}" dt="2024-09-29T07:57:34.799" v="246" actId="1076"/>
          <ac:spMkLst>
            <pc:docMk/>
            <pc:sldMk cId="746752752" sldId="492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18.852" v="238" actId="478"/>
          <ac:spMkLst>
            <pc:docMk/>
            <pc:sldMk cId="746752752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38.417" v="248" actId="478"/>
          <ac:spMkLst>
            <pc:docMk/>
            <pc:sldMk cId="746752752" sldId="492"/>
            <ac:spMk id="5" creationId="{00000000-0000-0000-0000-000000000000}"/>
          </ac:spMkLst>
        </pc:spChg>
        <pc:spChg chg="add del mod">
          <ac:chgData name="Ms Alina Arshad" userId="cccdfd85-d35d-4453-9c6f-a463aae40722" providerId="ADAL" clId="{32985948-661D-45EF-9212-3BF9750EF1D6}" dt="2024-09-29T07:57:21.829" v="239" actId="478"/>
          <ac:spMkLst>
            <pc:docMk/>
            <pc:sldMk cId="746752752" sldId="492"/>
            <ac:spMk id="7" creationId="{F175443F-0E9F-67F5-61E0-5244B3B38723}"/>
          </ac:spMkLst>
        </pc:spChg>
        <pc:picChg chg="mod">
          <ac:chgData name="Ms Alina Arshad" userId="cccdfd85-d35d-4453-9c6f-a463aae40722" providerId="ADAL" clId="{32985948-661D-45EF-9212-3BF9750EF1D6}" dt="2024-09-29T07:57:43.687" v="250" actId="1076"/>
          <ac:picMkLst>
            <pc:docMk/>
            <pc:sldMk cId="746752752" sldId="492"/>
            <ac:picMk id="6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A8F62292-C3D6-4926-9BC9-5B18711B6FF1}"/>
    <pc:docChg chg="undo custSel addSld delSld modSld sldOrd">
      <pc:chgData name="Ms Alina Arshad" userId="cccdfd85-d35d-4453-9c6f-a463aae40722" providerId="ADAL" clId="{A8F62292-C3D6-4926-9BC9-5B18711B6FF1}" dt="2024-10-06T05:09:35.700" v="1260" actId="20577"/>
      <pc:docMkLst>
        <pc:docMk/>
      </pc:docMkLst>
      <pc:sldChg chg="modSp mod">
        <pc:chgData name="Ms Alina Arshad" userId="cccdfd85-d35d-4453-9c6f-a463aae40722" providerId="ADAL" clId="{A8F62292-C3D6-4926-9BC9-5B18711B6FF1}" dt="2024-10-05T15:04:47.322" v="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A8F62292-C3D6-4926-9BC9-5B18711B6FF1}" dt="2024-10-05T15:04:47.322" v="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mod">
        <pc:chgData name="Ms Alina Arshad" userId="cccdfd85-d35d-4453-9c6f-a463aae40722" providerId="ADAL" clId="{A8F62292-C3D6-4926-9BC9-5B18711B6FF1}" dt="2024-10-06T04:35:52.309" v="635" actId="255"/>
        <pc:sldMkLst>
          <pc:docMk/>
          <pc:sldMk cId="3595481221" sldId="492"/>
        </pc:sldMkLst>
        <pc:spChg chg="mod">
          <ac:chgData name="Ms Alina Arshad" userId="cccdfd85-d35d-4453-9c6f-a463aae40722" providerId="ADAL" clId="{A8F62292-C3D6-4926-9BC9-5B18711B6FF1}" dt="2024-10-05T15:05:02.423" v="3" actId="207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5:52.309" v="635" actId="255"/>
          <ac:spMkLst>
            <pc:docMk/>
            <pc:sldMk cId="3595481221" sldId="492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A8F62292-C3D6-4926-9BC9-5B18711B6FF1}" dt="2024-10-06T04:38:52.629" v="661" actId="403"/>
        <pc:sldMkLst>
          <pc:docMk/>
          <pc:sldMk cId="3384488715" sldId="493"/>
        </pc:sldMkLst>
        <pc:spChg chg="mod">
          <ac:chgData name="Ms Alina Arshad" userId="cccdfd85-d35d-4453-9c6f-a463aae40722" providerId="ADAL" clId="{A8F62292-C3D6-4926-9BC9-5B18711B6FF1}" dt="2024-10-06T04:38:52.629" v="661" actId="403"/>
          <ac:spMkLst>
            <pc:docMk/>
            <pc:sldMk cId="3384488715" sldId="493"/>
            <ac:spMk id="3" creationId="{00000000-0000-0000-0000-000000000000}"/>
          </ac:spMkLst>
        </pc:spChg>
        <pc:picChg chg="del">
          <ac:chgData name="Ms Alina Arshad" userId="cccdfd85-d35d-4453-9c6f-a463aae40722" providerId="ADAL" clId="{A8F62292-C3D6-4926-9BC9-5B18711B6FF1}" dt="2024-10-06T04:38:36.879" v="657" actId="478"/>
          <ac:picMkLst>
            <pc:docMk/>
            <pc:sldMk cId="3384488715" sldId="493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A8F62292-C3D6-4926-9BC9-5B18711B6FF1}" dt="2024-10-06T04:39:09.730" v="662" actId="47"/>
        <pc:sldMkLst>
          <pc:docMk/>
          <pc:sldMk cId="3386321733" sldId="494"/>
        </pc:sldMkLst>
      </pc:sldChg>
      <pc:sldChg chg="modSp mod">
        <pc:chgData name="Ms Alina Arshad" userId="cccdfd85-d35d-4453-9c6f-a463aae40722" providerId="ADAL" clId="{A8F62292-C3D6-4926-9BC9-5B18711B6FF1}" dt="2024-10-06T04:39:58.959" v="672" actId="1076"/>
        <pc:sldMkLst>
          <pc:docMk/>
          <pc:sldMk cId="4273395344" sldId="495"/>
        </pc:sldMkLst>
        <pc:spChg chg="mod">
          <ac:chgData name="Ms Alina Arshad" userId="cccdfd85-d35d-4453-9c6f-a463aae40722" providerId="ADAL" clId="{A8F62292-C3D6-4926-9BC9-5B18711B6FF1}" dt="2024-10-06T04:39:18.456" v="664" actId="207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9:58.959" v="672" actId="1076"/>
          <ac:spMkLst>
            <pc:docMk/>
            <pc:sldMk cId="4273395344" sldId="49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8F62292-C3D6-4926-9BC9-5B18711B6FF1}" dt="2024-10-06T04:39:11.965" v="663" actId="47"/>
        <pc:sldMkLst>
          <pc:docMk/>
          <pc:sldMk cId="1799033065" sldId="507"/>
        </pc:sldMkLst>
      </pc:sldChg>
      <pc:sldChg chg="modSp new mod">
        <pc:chgData name="Ms Alina Arshad" userId="cccdfd85-d35d-4453-9c6f-a463aae40722" providerId="ADAL" clId="{A8F62292-C3D6-4926-9BC9-5B18711B6FF1}" dt="2024-10-06T04:34:09.200" v="575" actId="27636"/>
        <pc:sldMkLst>
          <pc:docMk/>
          <pc:sldMk cId="3654789932" sldId="525"/>
        </pc:sldMkLst>
        <pc:spChg chg="mod">
          <ac:chgData name="Ms Alina Arshad" userId="cccdfd85-d35d-4453-9c6f-a463aae40722" providerId="ADAL" clId="{A8F62292-C3D6-4926-9BC9-5B18711B6FF1}" dt="2024-10-06T04:32:24.541" v="545" actId="207"/>
          <ac:spMkLst>
            <pc:docMk/>
            <pc:sldMk cId="3654789932" sldId="525"/>
            <ac:spMk id="2" creationId="{98F2F3A0-6F3B-8C01-158E-C78C9D71DD82}"/>
          </ac:spMkLst>
        </pc:spChg>
        <pc:spChg chg="mod">
          <ac:chgData name="Ms Alina Arshad" userId="cccdfd85-d35d-4453-9c6f-a463aae40722" providerId="ADAL" clId="{A8F62292-C3D6-4926-9BC9-5B18711B6FF1}" dt="2024-10-06T04:34:09.200" v="575" actId="27636"/>
          <ac:spMkLst>
            <pc:docMk/>
            <pc:sldMk cId="3654789932" sldId="525"/>
            <ac:spMk id="3" creationId="{9A831400-11CD-74FE-91A4-F6C2DD118D6F}"/>
          </ac:spMkLst>
        </pc:spChg>
      </pc:sldChg>
      <pc:sldChg chg="modSp new del mod">
        <pc:chgData name="Ms Alina Arshad" userId="cccdfd85-d35d-4453-9c6f-a463aae40722" providerId="ADAL" clId="{A8F62292-C3D6-4926-9BC9-5B18711B6FF1}" dt="2024-10-06T04:35:58.918" v="636" actId="47"/>
        <pc:sldMkLst>
          <pc:docMk/>
          <pc:sldMk cId="1285450132" sldId="526"/>
        </pc:sldMkLst>
        <pc:spChg chg="mod">
          <ac:chgData name="Ms Alina Arshad" userId="cccdfd85-d35d-4453-9c6f-a463aae40722" providerId="ADAL" clId="{A8F62292-C3D6-4926-9BC9-5B18711B6FF1}" dt="2024-10-06T04:08:16.053" v="499" actId="20577"/>
          <ac:spMkLst>
            <pc:docMk/>
            <pc:sldMk cId="1285450132" sldId="526"/>
            <ac:spMk id="2" creationId="{6D2603C7-333C-1F44-94A9-A6EDE3260738}"/>
          </ac:spMkLst>
        </pc:spChg>
        <pc:spChg chg="mod">
          <ac:chgData name="Ms Alina Arshad" userId="cccdfd85-d35d-4453-9c6f-a463aae40722" providerId="ADAL" clId="{A8F62292-C3D6-4926-9BC9-5B18711B6FF1}" dt="2024-10-06T04:34:34.888" v="577" actId="21"/>
          <ac:spMkLst>
            <pc:docMk/>
            <pc:sldMk cId="1285450132" sldId="526"/>
            <ac:spMk id="3" creationId="{1BD5B6FC-BE51-CEFC-C5C9-97B2B6C1CD0E}"/>
          </ac:spMkLst>
        </pc:spChg>
      </pc:sldChg>
      <pc:sldChg chg="addSp delSp modSp new mod">
        <pc:chgData name="Ms Alina Arshad" userId="cccdfd85-d35d-4453-9c6f-a463aae40722" providerId="ADAL" clId="{A8F62292-C3D6-4926-9BC9-5B18711B6FF1}" dt="2024-10-06T04:09:51.372" v="514" actId="1076"/>
        <pc:sldMkLst>
          <pc:docMk/>
          <pc:sldMk cId="1051870460" sldId="527"/>
        </pc:sldMkLst>
        <pc:spChg chg="mod">
          <ac:chgData name="Ms Alina Arshad" userId="cccdfd85-d35d-4453-9c6f-a463aae40722" providerId="ADAL" clId="{A8F62292-C3D6-4926-9BC9-5B18711B6FF1}" dt="2024-10-06T04:09:43.825" v="512" actId="20577"/>
          <ac:spMkLst>
            <pc:docMk/>
            <pc:sldMk cId="1051870460" sldId="527"/>
            <ac:spMk id="2" creationId="{71E231F1-93FE-9646-AE27-86180FB6F288}"/>
          </ac:spMkLst>
        </pc:spChg>
        <pc:spChg chg="del">
          <ac:chgData name="Ms Alina Arshad" userId="cccdfd85-d35d-4453-9c6f-a463aae40722" providerId="ADAL" clId="{A8F62292-C3D6-4926-9BC9-5B18711B6FF1}" dt="2024-10-06T04:09:38.284" v="502" actId="22"/>
          <ac:spMkLst>
            <pc:docMk/>
            <pc:sldMk cId="1051870460" sldId="527"/>
            <ac:spMk id="3" creationId="{8A84921D-8057-70B7-43E4-5CD1BF5F9DD8}"/>
          </ac:spMkLst>
        </pc:spChg>
        <pc:picChg chg="add mod ord">
          <ac:chgData name="Ms Alina Arshad" userId="cccdfd85-d35d-4453-9c6f-a463aae40722" providerId="ADAL" clId="{A8F62292-C3D6-4926-9BC9-5B18711B6FF1}" dt="2024-10-06T04:09:51.372" v="514" actId="1076"/>
          <ac:picMkLst>
            <pc:docMk/>
            <pc:sldMk cId="1051870460" sldId="527"/>
            <ac:picMk id="5" creationId="{F63BED9D-1E5E-3D7D-CA6A-0569F637F64F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11:17.513" v="519" actId="1076"/>
        <pc:sldMkLst>
          <pc:docMk/>
          <pc:sldMk cId="1758917919" sldId="528"/>
        </pc:sldMkLst>
        <pc:spChg chg="del">
          <ac:chgData name="Ms Alina Arshad" userId="cccdfd85-d35d-4453-9c6f-a463aae40722" providerId="ADAL" clId="{A8F62292-C3D6-4926-9BC9-5B18711B6FF1}" dt="2024-10-06T04:10:22.465" v="516" actId="22"/>
          <ac:spMkLst>
            <pc:docMk/>
            <pc:sldMk cId="1758917919" sldId="528"/>
            <ac:spMk id="3" creationId="{AD3E4215-54EB-2D55-F378-5EF4F9936AA9}"/>
          </ac:spMkLst>
        </pc:spChg>
        <pc:picChg chg="add mod ord">
          <ac:chgData name="Ms Alina Arshad" userId="cccdfd85-d35d-4453-9c6f-a463aae40722" providerId="ADAL" clId="{A8F62292-C3D6-4926-9BC9-5B18711B6FF1}" dt="2024-10-06T04:11:17.513" v="519" actId="1076"/>
          <ac:picMkLst>
            <pc:docMk/>
            <pc:sldMk cId="1758917919" sldId="528"/>
            <ac:picMk id="5" creationId="{1784CF38-96D5-3E2A-1345-15017DEB4132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38:22.662" v="656"/>
        <pc:sldMkLst>
          <pc:docMk/>
          <pc:sldMk cId="2613136086" sldId="529"/>
        </pc:sldMkLst>
        <pc:spChg chg="mod">
          <ac:chgData name="Ms Alina Arshad" userId="cccdfd85-d35d-4453-9c6f-a463aae40722" providerId="ADAL" clId="{A8F62292-C3D6-4926-9BC9-5B18711B6FF1}" dt="2024-10-06T04:36:23.894" v="638" actId="207"/>
          <ac:spMkLst>
            <pc:docMk/>
            <pc:sldMk cId="2613136086" sldId="529"/>
            <ac:spMk id="2" creationId="{F91AFA57-3D6E-EEDC-CB33-82B94A6E739E}"/>
          </ac:spMkLst>
        </pc:spChg>
        <pc:spChg chg="del mod">
          <ac:chgData name="Ms Alina Arshad" userId="cccdfd85-d35d-4453-9c6f-a463aae40722" providerId="ADAL" clId="{A8F62292-C3D6-4926-9BC9-5B18711B6FF1}" dt="2024-10-06T04:11:45.254" v="523" actId="478"/>
          <ac:spMkLst>
            <pc:docMk/>
            <pc:sldMk cId="2613136086" sldId="529"/>
            <ac:spMk id="3" creationId="{6AD306E3-FF3A-F28D-F6BD-8AF7D5EF2C51}"/>
          </ac:spMkLst>
        </pc:spChg>
        <pc:spChg chg="add mod">
          <ac:chgData name="Ms Alina Arshad" userId="cccdfd85-d35d-4453-9c6f-a463aae40722" providerId="ADAL" clId="{A8F62292-C3D6-4926-9BC9-5B18711B6FF1}" dt="2024-10-06T04:36:44.248" v="642" actId="207"/>
          <ac:spMkLst>
            <pc:docMk/>
            <pc:sldMk cId="2613136086" sldId="529"/>
            <ac:spMk id="4" creationId="{3E05BF73-E989-3814-052F-354452D948EA}"/>
          </ac:spMkLst>
        </pc:spChg>
        <pc:picChg chg="add mod">
          <ac:chgData name="Ms Alina Arshad" userId="cccdfd85-d35d-4453-9c6f-a463aae40722" providerId="ADAL" clId="{A8F62292-C3D6-4926-9BC9-5B18711B6FF1}" dt="2024-10-06T04:37:48.123" v="652" actId="1076"/>
          <ac:picMkLst>
            <pc:docMk/>
            <pc:sldMk cId="2613136086" sldId="529"/>
            <ac:picMk id="1026" creationId="{ADA61062-260B-1A9C-9869-DA04445B3E08}"/>
          </ac:picMkLst>
        </pc:picChg>
        <pc:picChg chg="add mod">
          <ac:chgData name="Ms Alina Arshad" userId="cccdfd85-d35d-4453-9c6f-a463aae40722" providerId="ADAL" clId="{A8F62292-C3D6-4926-9BC9-5B18711B6FF1}" dt="2024-10-06T04:38:22.662" v="656"/>
          <ac:picMkLst>
            <pc:docMk/>
            <pc:sldMk cId="2613136086" sldId="529"/>
            <ac:picMk id="1027" creationId="{22731AC4-95E9-3DA6-4033-9A8AF14C2392}"/>
          </ac:picMkLst>
        </pc:picChg>
        <pc:picChg chg="add mod">
          <ac:chgData name="Ms Alina Arshad" userId="cccdfd85-d35d-4453-9c6f-a463aae40722" providerId="ADAL" clId="{A8F62292-C3D6-4926-9BC9-5B18711B6FF1}" dt="2024-10-06T04:37:56.879" v="653"/>
          <ac:picMkLst>
            <pc:docMk/>
            <pc:sldMk cId="2613136086" sldId="529"/>
            <ac:picMk id="1028" creationId="{4EABB25B-4C15-DE35-B1E0-330D969955E5}"/>
          </ac:picMkLst>
        </pc:picChg>
        <pc:picChg chg="add mod">
          <ac:chgData name="Ms Alina Arshad" userId="cccdfd85-d35d-4453-9c6f-a463aae40722" providerId="ADAL" clId="{A8F62292-C3D6-4926-9BC9-5B18711B6FF1}" dt="2024-10-06T04:38:14.213" v="655" actId="1076"/>
          <ac:picMkLst>
            <pc:docMk/>
            <pc:sldMk cId="2613136086" sldId="529"/>
            <ac:picMk id="1029" creationId="{3DB78F31-E123-5706-48AB-7D3EB0B9B094}"/>
          </ac:picMkLst>
        </pc:picChg>
      </pc:sldChg>
      <pc:sldChg chg="modSp new mod ord">
        <pc:chgData name="Ms Alina Arshad" userId="cccdfd85-d35d-4453-9c6f-a463aae40722" providerId="ADAL" clId="{A8F62292-C3D6-4926-9BC9-5B18711B6FF1}" dt="2024-10-06T04:40:30.040" v="681" actId="2711"/>
        <pc:sldMkLst>
          <pc:docMk/>
          <pc:sldMk cId="1875193234" sldId="530"/>
        </pc:sldMkLst>
        <pc:spChg chg="mod">
          <ac:chgData name="Ms Alina Arshad" userId="cccdfd85-d35d-4453-9c6f-a463aae40722" providerId="ADAL" clId="{A8F62292-C3D6-4926-9BC9-5B18711B6FF1}" dt="2024-10-06T04:40:30.040" v="681" actId="2711"/>
          <ac:spMkLst>
            <pc:docMk/>
            <pc:sldMk cId="1875193234" sldId="530"/>
            <ac:spMk id="2" creationId="{88B496CB-83AA-033D-FEB0-6044F7B0DD2F}"/>
          </ac:spMkLst>
        </pc:spChg>
        <pc:spChg chg="mod">
          <ac:chgData name="Ms Alina Arshad" userId="cccdfd85-d35d-4453-9c6f-a463aae40722" providerId="ADAL" clId="{A8F62292-C3D6-4926-9BC9-5B18711B6FF1}" dt="2024-10-06T04:40:16.723" v="679" actId="14100"/>
          <ac:spMkLst>
            <pc:docMk/>
            <pc:sldMk cId="1875193234" sldId="530"/>
            <ac:spMk id="3" creationId="{BE0E0C63-0550-7810-0C46-2ABA7B01846D}"/>
          </ac:spMkLst>
        </pc:spChg>
      </pc:sldChg>
      <pc:sldChg chg="addSp delSp modSp new del mod ord">
        <pc:chgData name="Ms Alina Arshad" userId="cccdfd85-d35d-4453-9c6f-a463aae40722" providerId="ADAL" clId="{A8F62292-C3D6-4926-9BC9-5B18711B6FF1}" dt="2024-10-06T04:56:38.088" v="919" actId="47"/>
        <pc:sldMkLst>
          <pc:docMk/>
          <pc:sldMk cId="2729188232" sldId="531"/>
        </pc:sldMkLst>
        <pc:spChg chg="del">
          <ac:chgData name="Ms Alina Arshad" userId="cccdfd85-d35d-4453-9c6f-a463aae40722" providerId="ADAL" clId="{A8F62292-C3D6-4926-9BC9-5B18711B6FF1}" dt="2024-10-06T04:41:21.194" v="683" actId="478"/>
          <ac:spMkLst>
            <pc:docMk/>
            <pc:sldMk cId="2729188232" sldId="531"/>
            <ac:spMk id="3" creationId="{C4EC7ACE-3C77-4C93-DDB8-F5488302C478}"/>
          </ac:spMkLst>
        </pc:spChg>
        <pc:picChg chg="add mod">
          <ac:chgData name="Ms Alina Arshad" userId="cccdfd85-d35d-4453-9c6f-a463aae40722" providerId="ADAL" clId="{A8F62292-C3D6-4926-9BC9-5B18711B6FF1}" dt="2024-10-06T04:41:32.793" v="686" actId="1076"/>
          <ac:picMkLst>
            <pc:docMk/>
            <pc:sldMk cId="2729188232" sldId="531"/>
            <ac:picMk id="2050" creationId="{10A2C191-7A7F-1426-D248-4AF426D6E35D}"/>
          </ac:picMkLst>
        </pc:picChg>
        <pc:picChg chg="add">
          <ac:chgData name="Ms Alina Arshad" userId="cccdfd85-d35d-4453-9c6f-a463aae40722" providerId="ADAL" clId="{A8F62292-C3D6-4926-9BC9-5B18711B6FF1}" dt="2024-10-06T04:41:59.477" v="687"/>
          <ac:picMkLst>
            <pc:docMk/>
            <pc:sldMk cId="2729188232" sldId="531"/>
            <ac:picMk id="2052" creationId="{EB1705C7-F3A1-633F-B4C6-EE5D4AE1CA36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5:04:12.377" v="1141" actId="20577"/>
        <pc:sldMkLst>
          <pc:docMk/>
          <pc:sldMk cId="3545550237" sldId="532"/>
        </pc:sldMkLst>
        <pc:spChg chg="mod">
          <ac:chgData name="Ms Alina Arshad" userId="cccdfd85-d35d-4453-9c6f-a463aae40722" providerId="ADAL" clId="{A8F62292-C3D6-4926-9BC9-5B18711B6FF1}" dt="2024-10-06T04:57:26.705" v="939" actId="20577"/>
          <ac:spMkLst>
            <pc:docMk/>
            <pc:sldMk cId="3545550237" sldId="532"/>
            <ac:spMk id="2" creationId="{D030AFEC-965B-F22F-B0B5-0BBB9AE23E50}"/>
          </ac:spMkLst>
        </pc:spChg>
        <pc:spChg chg="del">
          <ac:chgData name="Ms Alina Arshad" userId="cccdfd85-d35d-4453-9c6f-a463aae40722" providerId="ADAL" clId="{A8F62292-C3D6-4926-9BC9-5B18711B6FF1}" dt="2024-10-06T04:46:04.731" v="731" actId="478"/>
          <ac:spMkLst>
            <pc:docMk/>
            <pc:sldMk cId="3545550237" sldId="532"/>
            <ac:spMk id="3" creationId="{360585AC-CEB9-3660-A264-AD692CB9B531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4" creationId="{E8FDBE96-FFC2-FA16-5876-24DC810756B3}"/>
          </ac:spMkLst>
        </pc:spChg>
        <pc:spChg chg="add del mod">
          <ac:chgData name="Ms Alina Arshad" userId="cccdfd85-d35d-4453-9c6f-a463aae40722" providerId="ADAL" clId="{A8F62292-C3D6-4926-9BC9-5B18711B6FF1}" dt="2024-10-06T04:48:25.535" v="804" actId="478"/>
          <ac:spMkLst>
            <pc:docMk/>
            <pc:sldMk cId="3545550237" sldId="532"/>
            <ac:spMk id="5" creationId="{193D73B8-DA38-585B-9A7C-6FE8AEFDDC6D}"/>
          </ac:spMkLst>
        </pc:spChg>
        <pc:spChg chg="add mod">
          <ac:chgData name="Ms Alina Arshad" userId="cccdfd85-d35d-4453-9c6f-a463aae40722" providerId="ADAL" clId="{A8F62292-C3D6-4926-9BC9-5B18711B6FF1}" dt="2024-10-06T05:04:12.377" v="1141" actId="20577"/>
          <ac:spMkLst>
            <pc:docMk/>
            <pc:sldMk cId="3545550237" sldId="532"/>
            <ac:spMk id="6" creationId="{97E24E0D-BBD5-FA46-CD36-F7464C23C681}"/>
          </ac:spMkLst>
        </pc:spChg>
        <pc:spChg chg="add mod">
          <ac:chgData name="Ms Alina Arshad" userId="cccdfd85-d35d-4453-9c6f-a463aae40722" providerId="ADAL" clId="{A8F62292-C3D6-4926-9BC9-5B18711B6FF1}" dt="2024-10-06T05:03:54.721" v="1122" actId="20577"/>
          <ac:spMkLst>
            <pc:docMk/>
            <pc:sldMk cId="3545550237" sldId="532"/>
            <ac:spMk id="7" creationId="{2F1C7FD1-C084-A920-4810-9881E8E5E41C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8" creationId="{70AF3C1F-D287-2522-60A9-273B5AF32303}"/>
          </ac:spMkLst>
        </pc:spChg>
        <pc:spChg chg="add del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9" creationId="{77F2E839-7F85-5443-A52A-0A9133592D5F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10" creationId="{C1489C06-253E-42AE-2CD6-0634D54AC85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1" creationId="{6C3CD05F-311A-C2C9-ABF3-05BA661423E4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2" creationId="{54E2ED62-C853-A247-2518-62428E6CA14B}"/>
          </ac:spMkLst>
        </pc:spChg>
        <pc:spChg chg="add del mod">
          <ac:chgData name="Ms Alina Arshad" userId="cccdfd85-d35d-4453-9c6f-a463aae40722" providerId="ADAL" clId="{A8F62292-C3D6-4926-9BC9-5B18711B6FF1}" dt="2024-10-06T04:48:09.460" v="800" actId="478"/>
          <ac:spMkLst>
            <pc:docMk/>
            <pc:sldMk cId="3545550237" sldId="532"/>
            <ac:spMk id="13" creationId="{5FC748D0-2040-9D33-BAC6-E07D824705EA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4" creationId="{DC16D253-6027-3A36-D97D-F5FF63903729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5" creationId="{C1F190D9-EEF0-7506-62A9-F5D57A1D4365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6" creationId="{DDCAE6F2-3BBE-816F-2703-9999ABC5AB28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7" creationId="{47F02330-B651-1BFD-2100-B72FD02E3876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8" creationId="{B2EBB152-ABA8-8205-9E81-48FC8DEA95D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9" creationId="{F047D76A-3F98-2937-ECF1-261166E4A139}"/>
          </ac:spMkLst>
        </pc:spChg>
        <pc:cxnChg chg="add mod">
          <ac:chgData name="Ms Alina Arshad" userId="cccdfd85-d35d-4453-9c6f-a463aae40722" providerId="ADAL" clId="{A8F62292-C3D6-4926-9BC9-5B18711B6FF1}" dt="2024-10-06T04:57:02.555" v="924" actId="14100"/>
          <ac:cxnSpMkLst>
            <pc:docMk/>
            <pc:sldMk cId="3545550237" sldId="532"/>
            <ac:cxnSpMk id="21" creationId="{9702C17C-F06A-1138-783D-1B72682A289C}"/>
          </ac:cxnSpMkLst>
        </pc:cxnChg>
        <pc:cxnChg chg="add mod">
          <ac:chgData name="Ms Alina Arshad" userId="cccdfd85-d35d-4453-9c6f-a463aae40722" providerId="ADAL" clId="{A8F62292-C3D6-4926-9BC9-5B18711B6FF1}" dt="2024-10-06T04:56:54.443" v="921" actId="14100"/>
          <ac:cxnSpMkLst>
            <pc:docMk/>
            <pc:sldMk cId="3545550237" sldId="532"/>
            <ac:cxnSpMk id="23" creationId="{F2718462-25F0-0C98-751F-E439918AD78B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6" creationId="{14EE53DC-DC8C-BA44-CB05-4FA5F7100CCE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7" creationId="{0E38D9F2-EC66-1099-7616-8B9D4D83E30D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0" creationId="{D60394C6-4F38-BFF4-44B2-F34E378B95D6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3" creationId="{F67CC95A-7436-8A77-88A6-E5E24734FB89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7" creationId="{BFE28554-187E-773B-D5CB-CFF822C7723A}"/>
          </ac:cxnSpMkLst>
        </pc:cxnChg>
      </pc:sldChg>
      <pc:sldChg chg="addSp modSp new del mod">
        <pc:chgData name="Ms Alina Arshad" userId="cccdfd85-d35d-4453-9c6f-a463aae40722" providerId="ADAL" clId="{A8F62292-C3D6-4926-9BC9-5B18711B6FF1}" dt="2024-10-06T05:06:24.433" v="1226" actId="47"/>
        <pc:sldMkLst>
          <pc:docMk/>
          <pc:sldMk cId="2054905135" sldId="533"/>
        </pc:sldMkLst>
        <pc:graphicFrameChg chg="add mod modGraphic">
          <ac:chgData name="Ms Alina Arshad" userId="cccdfd85-d35d-4453-9c6f-a463aae40722" providerId="ADAL" clId="{A8F62292-C3D6-4926-9BC9-5B18711B6FF1}" dt="2024-10-06T05:06:02.768" v="1222" actId="1076"/>
          <ac:graphicFrameMkLst>
            <pc:docMk/>
            <pc:sldMk cId="2054905135" sldId="533"/>
            <ac:graphicFrameMk id="2" creationId="{FC398764-79EA-68BC-ECBC-5FC1A79EC2C5}"/>
          </ac:graphicFrameMkLst>
        </pc:graphicFrameChg>
      </pc:sldChg>
      <pc:sldChg chg="addSp modSp new mod">
        <pc:chgData name="Ms Alina Arshad" userId="cccdfd85-d35d-4453-9c6f-a463aae40722" providerId="ADAL" clId="{A8F62292-C3D6-4926-9BC9-5B18711B6FF1}" dt="2024-10-06T05:06:47.625" v="1243" actId="1076"/>
        <pc:sldMkLst>
          <pc:docMk/>
          <pc:sldMk cId="3162381277" sldId="534"/>
        </pc:sldMkLst>
        <pc:spChg chg="mod">
          <ac:chgData name="Ms Alina Arshad" userId="cccdfd85-d35d-4453-9c6f-a463aae40722" providerId="ADAL" clId="{A8F62292-C3D6-4926-9BC9-5B18711B6FF1}" dt="2024-10-06T05:06:40.074" v="1240" actId="14100"/>
          <ac:spMkLst>
            <pc:docMk/>
            <pc:sldMk cId="3162381277" sldId="534"/>
            <ac:spMk id="2" creationId="{485A7A91-CB93-852E-32FB-484830C62884}"/>
          </ac:spMkLst>
        </pc:spChg>
        <pc:graphicFrameChg chg="add mod modGraphic">
          <ac:chgData name="Ms Alina Arshad" userId="cccdfd85-d35d-4453-9c6f-a463aae40722" providerId="ADAL" clId="{A8F62292-C3D6-4926-9BC9-5B18711B6FF1}" dt="2024-10-06T05:06:47.625" v="1243" actId="1076"/>
          <ac:graphicFrameMkLst>
            <pc:docMk/>
            <pc:sldMk cId="3162381277" sldId="534"/>
            <ac:graphicFrameMk id="4" creationId="{BC1A96F8-75CE-398D-1083-6347D11F64B9}"/>
          </ac:graphicFrameMkLst>
        </pc:graphicFrameChg>
      </pc:sldChg>
      <pc:sldChg chg="modSp new mod">
        <pc:chgData name="Ms Alina Arshad" userId="cccdfd85-d35d-4453-9c6f-a463aae40722" providerId="ADAL" clId="{A8F62292-C3D6-4926-9BC9-5B18711B6FF1}" dt="2024-10-06T05:09:35.700" v="1260" actId="20577"/>
        <pc:sldMkLst>
          <pc:docMk/>
          <pc:sldMk cId="1199260640" sldId="535"/>
        </pc:sldMkLst>
        <pc:spChg chg="mod">
          <ac:chgData name="Ms Alina Arshad" userId="cccdfd85-d35d-4453-9c6f-a463aae40722" providerId="ADAL" clId="{A8F62292-C3D6-4926-9BC9-5B18711B6FF1}" dt="2024-10-06T05:09:35.700" v="1260" actId="20577"/>
          <ac:spMkLst>
            <pc:docMk/>
            <pc:sldMk cId="1199260640" sldId="535"/>
            <ac:spMk id="2" creationId="{02106BE8-DF64-9A48-B1D3-308FEDC4CC7F}"/>
          </ac:spMkLst>
        </pc:spChg>
        <pc:spChg chg="mod">
          <ac:chgData name="Ms Alina Arshad" userId="cccdfd85-d35d-4453-9c6f-a463aae40722" providerId="ADAL" clId="{A8F62292-C3D6-4926-9BC9-5B18711B6FF1}" dt="2024-10-06T05:09:12.780" v="1248" actId="207"/>
          <ac:spMkLst>
            <pc:docMk/>
            <pc:sldMk cId="1199260640" sldId="535"/>
            <ac:spMk id="3" creationId="{F572B3B7-8AC4-17B3-8E63-73657D18ED3A}"/>
          </ac:spMkLst>
        </pc:spChg>
      </pc:sldChg>
    </pc:docChg>
  </pc:docChgLst>
  <pc:docChgLst>
    <pc:chgData name="Ms Alina Arshad" userId="cccdfd85-d35d-4453-9c6f-a463aae40722" providerId="ADAL" clId="{40E39ED7-2B34-45F4-A0BF-530DDD206240}"/>
    <pc:docChg chg="undo custSel addSld delSld modSld sldOrd">
      <pc:chgData name="Ms Alina Arshad" userId="cccdfd85-d35d-4453-9c6f-a463aae40722" providerId="ADAL" clId="{40E39ED7-2B34-45F4-A0BF-530DDD206240}" dt="2024-10-08T18:14:39.953" v="77" actId="1076"/>
      <pc:docMkLst>
        <pc:docMk/>
      </pc:docMkLst>
      <pc:sldChg chg="modSp mod">
        <pc:chgData name="Ms Alina Arshad" userId="cccdfd85-d35d-4453-9c6f-a463aae40722" providerId="ADAL" clId="{40E39ED7-2B34-45F4-A0BF-530DDD206240}" dt="2024-10-07T13:45:42.184" v="1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40E39ED7-2B34-45F4-A0BF-530DDD206240}" dt="2024-10-07T13:45:42.184" v="1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40E39ED7-2B34-45F4-A0BF-530DDD206240}" dt="2024-10-07T13:43:45.133" v="9" actId="47"/>
        <pc:sldMkLst>
          <pc:docMk/>
          <pc:sldMk cId="1132663045" sldId="497"/>
        </pc:sldMkLst>
      </pc:sldChg>
      <pc:sldChg chg="del">
        <pc:chgData name="Ms Alina Arshad" userId="cccdfd85-d35d-4453-9c6f-a463aae40722" providerId="ADAL" clId="{40E39ED7-2B34-45F4-A0BF-530DDD206240}" dt="2024-10-07T13:43:39.815" v="0" actId="47"/>
        <pc:sldMkLst>
          <pc:docMk/>
          <pc:sldMk cId="163811022" sldId="511"/>
        </pc:sldMkLst>
      </pc:sldChg>
      <pc:sldChg chg="del">
        <pc:chgData name="Ms Alina Arshad" userId="cccdfd85-d35d-4453-9c6f-a463aae40722" providerId="ADAL" clId="{40E39ED7-2B34-45F4-A0BF-530DDD206240}" dt="2024-10-07T13:43:40.300" v="1" actId="47"/>
        <pc:sldMkLst>
          <pc:docMk/>
          <pc:sldMk cId="1045239677" sldId="512"/>
        </pc:sldMkLst>
      </pc:sldChg>
      <pc:sldChg chg="del">
        <pc:chgData name="Ms Alina Arshad" userId="cccdfd85-d35d-4453-9c6f-a463aae40722" providerId="ADAL" clId="{40E39ED7-2B34-45F4-A0BF-530DDD206240}" dt="2024-10-07T13:43:43.175" v="7" actId="47"/>
        <pc:sldMkLst>
          <pc:docMk/>
          <pc:sldMk cId="711124051" sldId="516"/>
        </pc:sldMkLst>
      </pc:sldChg>
      <pc:sldChg chg="del">
        <pc:chgData name="Ms Alina Arshad" userId="cccdfd85-d35d-4453-9c6f-a463aae40722" providerId="ADAL" clId="{40E39ED7-2B34-45F4-A0BF-530DDD206240}" dt="2024-10-07T13:43:40.734" v="2" actId="47"/>
        <pc:sldMkLst>
          <pc:docMk/>
          <pc:sldMk cId="2427267918" sldId="525"/>
        </pc:sldMkLst>
      </pc:sldChg>
      <pc:sldChg chg="addSp modSp new mod setBg">
        <pc:chgData name="Ms Alina Arshad" userId="cccdfd85-d35d-4453-9c6f-a463aae40722" providerId="ADAL" clId="{40E39ED7-2B34-45F4-A0BF-530DDD206240}" dt="2024-10-08T18:10:17.426" v="20" actId="1076"/>
        <pc:sldMkLst>
          <pc:docMk/>
          <pc:sldMk cId="3885855992" sldId="525"/>
        </pc:sldMkLst>
        <pc:picChg chg="add mod">
          <ac:chgData name="Ms Alina Arshad" userId="cccdfd85-d35d-4453-9c6f-a463aae40722" providerId="ADAL" clId="{40E39ED7-2B34-45F4-A0BF-530DDD206240}" dt="2024-10-08T18:10:17.426" v="20" actId="1076"/>
          <ac:picMkLst>
            <pc:docMk/>
            <pc:sldMk cId="3885855992" sldId="525"/>
            <ac:picMk id="3" creationId="{EE2703DC-2A25-8710-4D8E-F08D1366A416}"/>
          </ac:picMkLst>
        </pc:picChg>
      </pc:sldChg>
      <pc:sldChg chg="addSp modSp new mod">
        <pc:chgData name="Ms Alina Arshad" userId="cccdfd85-d35d-4453-9c6f-a463aae40722" providerId="ADAL" clId="{40E39ED7-2B34-45F4-A0BF-530DDD206240}" dt="2024-10-08T18:13:50.249" v="68" actId="1076"/>
        <pc:sldMkLst>
          <pc:docMk/>
          <pc:sldMk cId="1147621906" sldId="526"/>
        </pc:sldMkLst>
        <pc:picChg chg="add mod">
          <ac:chgData name="Ms Alina Arshad" userId="cccdfd85-d35d-4453-9c6f-a463aae40722" providerId="ADAL" clId="{40E39ED7-2B34-45F4-A0BF-530DDD206240}" dt="2024-10-08T18:13:50.249" v="68" actId="1076"/>
          <ac:picMkLst>
            <pc:docMk/>
            <pc:sldMk cId="1147621906" sldId="526"/>
            <ac:picMk id="3" creationId="{00F97ABC-3728-896B-AB49-1F251818F042}"/>
          </ac:picMkLst>
        </pc:picChg>
      </pc:sldChg>
      <pc:sldChg chg="del">
        <pc:chgData name="Ms Alina Arshad" userId="cccdfd85-d35d-4453-9c6f-a463aae40722" providerId="ADAL" clId="{40E39ED7-2B34-45F4-A0BF-530DDD206240}" dt="2024-10-07T13:43:41.177" v="3" actId="47"/>
        <pc:sldMkLst>
          <pc:docMk/>
          <pc:sldMk cId="1270081800" sldId="526"/>
        </pc:sldMkLst>
      </pc:sldChg>
      <pc:sldChg chg="del">
        <pc:chgData name="Ms Alina Arshad" userId="cccdfd85-d35d-4453-9c6f-a463aae40722" providerId="ADAL" clId="{40E39ED7-2B34-45F4-A0BF-530DDD206240}" dt="2024-10-07T13:43:41.641" v="4" actId="47"/>
        <pc:sldMkLst>
          <pc:docMk/>
          <pc:sldMk cId="870909777" sldId="527"/>
        </pc:sldMkLst>
      </pc:sldChg>
      <pc:sldChg chg="addSp delSp modSp new mod ord">
        <pc:chgData name="Ms Alina Arshad" userId="cccdfd85-d35d-4453-9c6f-a463aae40722" providerId="ADAL" clId="{40E39ED7-2B34-45F4-A0BF-530DDD206240}" dt="2024-10-08T18:12:40.239" v="63"/>
        <pc:sldMkLst>
          <pc:docMk/>
          <pc:sldMk cId="1296992722" sldId="527"/>
        </pc:sldMkLst>
        <pc:spChg chg="mod">
          <ac:chgData name="Ms Alina Arshad" userId="cccdfd85-d35d-4453-9c6f-a463aae40722" providerId="ADAL" clId="{40E39ED7-2B34-45F4-A0BF-530DDD206240}" dt="2024-10-08T18:12:12.756" v="57" actId="1076"/>
          <ac:spMkLst>
            <pc:docMk/>
            <pc:sldMk cId="1296992722" sldId="527"/>
            <ac:spMk id="2" creationId="{17AE3F2A-9188-08E1-B3BE-076E56085992}"/>
          </ac:spMkLst>
        </pc:spChg>
        <pc:spChg chg="del">
          <ac:chgData name="Ms Alina Arshad" userId="cccdfd85-d35d-4453-9c6f-a463aae40722" providerId="ADAL" clId="{40E39ED7-2B34-45F4-A0BF-530DDD206240}" dt="2024-10-08T18:11:04.964" v="23" actId="22"/>
          <ac:spMkLst>
            <pc:docMk/>
            <pc:sldMk cId="1296992722" sldId="527"/>
            <ac:spMk id="3" creationId="{C5CC6208-9072-96D4-59BC-FE53D38E1E69}"/>
          </ac:spMkLst>
        </pc:spChg>
        <pc:picChg chg="add mod ord">
          <ac:chgData name="Ms Alina Arshad" userId="cccdfd85-d35d-4453-9c6f-a463aae40722" providerId="ADAL" clId="{40E39ED7-2B34-45F4-A0BF-530DDD206240}" dt="2024-10-08T18:12:23.316" v="61" actId="1076"/>
          <ac:picMkLst>
            <pc:docMk/>
            <pc:sldMk cId="1296992722" sldId="527"/>
            <ac:picMk id="5" creationId="{15E4006F-E087-7238-2E5F-2DF5ACBBEA3D}"/>
          </ac:picMkLst>
        </pc:picChg>
      </pc:sldChg>
      <pc:sldChg chg="del">
        <pc:chgData name="Ms Alina Arshad" userId="cccdfd85-d35d-4453-9c6f-a463aae40722" providerId="ADAL" clId="{40E39ED7-2B34-45F4-A0BF-530DDD206240}" dt="2024-10-07T13:43:42.482" v="5" actId="47"/>
        <pc:sldMkLst>
          <pc:docMk/>
          <pc:sldMk cId="503587932" sldId="528"/>
        </pc:sldMkLst>
      </pc:sldChg>
      <pc:sldChg chg="addSp delSp modSp new mod">
        <pc:chgData name="Ms Alina Arshad" userId="cccdfd85-d35d-4453-9c6f-a463aae40722" providerId="ADAL" clId="{40E39ED7-2B34-45F4-A0BF-530DDD206240}" dt="2024-10-08T18:14:39.953" v="77" actId="1076"/>
        <pc:sldMkLst>
          <pc:docMk/>
          <pc:sldMk cId="777408629" sldId="528"/>
        </pc:sldMkLst>
        <pc:spChg chg="del">
          <ac:chgData name="Ms Alina Arshad" userId="cccdfd85-d35d-4453-9c6f-a463aae40722" providerId="ADAL" clId="{40E39ED7-2B34-45F4-A0BF-530DDD206240}" dt="2024-10-08T18:14:26.974" v="70" actId="478"/>
          <ac:spMkLst>
            <pc:docMk/>
            <pc:sldMk cId="777408629" sldId="528"/>
            <ac:spMk id="3" creationId="{2B4831B1-BF65-F559-09B6-1579BE0F47F3}"/>
          </ac:spMkLst>
        </pc:spChg>
        <pc:picChg chg="add mod">
          <ac:chgData name="Ms Alina Arshad" userId="cccdfd85-d35d-4453-9c6f-a463aae40722" providerId="ADAL" clId="{40E39ED7-2B34-45F4-A0BF-530DDD206240}" dt="2024-10-08T18:14:39.953" v="77" actId="1076"/>
          <ac:picMkLst>
            <pc:docMk/>
            <pc:sldMk cId="777408629" sldId="528"/>
            <ac:picMk id="5" creationId="{C8637874-4499-160F-63B0-DC6DA7BBC080}"/>
          </ac:picMkLst>
        </pc:picChg>
      </pc:sldChg>
      <pc:sldChg chg="del">
        <pc:chgData name="Ms Alina Arshad" userId="cccdfd85-d35d-4453-9c6f-a463aae40722" providerId="ADAL" clId="{40E39ED7-2B34-45F4-A0BF-530DDD206240}" dt="2024-10-07T13:43:42.692" v="6" actId="47"/>
        <pc:sldMkLst>
          <pc:docMk/>
          <pc:sldMk cId="1646226232" sldId="529"/>
        </pc:sldMkLst>
      </pc:sldChg>
    </pc:docChg>
  </pc:docChgLst>
  <pc:docChgLst>
    <pc:chgData name="Ms Alina Arshad" userId="cccdfd85-d35d-4453-9c6f-a463aae40722" providerId="ADAL" clId="{F914C121-27D5-40DE-A44B-03621975D748}"/>
    <pc:docChg chg="custSel addSld delSld modSld sldOrd">
      <pc:chgData name="Ms Alina Arshad" userId="cccdfd85-d35d-4453-9c6f-a463aae40722" providerId="ADAL" clId="{F914C121-27D5-40DE-A44B-03621975D748}" dt="2024-10-07T13:18:10.111" v="285" actId="1076"/>
      <pc:docMkLst>
        <pc:docMk/>
      </pc:docMkLst>
      <pc:sldChg chg="modSp mod">
        <pc:chgData name="Ms Alina Arshad" userId="cccdfd85-d35d-4453-9c6f-a463aae40722" providerId="ADAL" clId="{F914C121-27D5-40DE-A44B-03621975D748}" dt="2024-10-06T15:37:21.877" v="1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F914C121-27D5-40DE-A44B-03621975D748}" dt="2024-10-06T15:37:21.877" v="1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F914C121-27D5-40DE-A44B-03621975D748}" dt="2024-10-06T05:53:35.979" v="1" actId="47"/>
        <pc:sldMkLst>
          <pc:docMk/>
          <pc:sldMk cId="3595481221" sldId="492"/>
        </pc:sldMkLst>
      </pc:sldChg>
      <pc:sldChg chg="del">
        <pc:chgData name="Ms Alina Arshad" userId="cccdfd85-d35d-4453-9c6f-a463aae40722" providerId="ADAL" clId="{F914C121-27D5-40DE-A44B-03621975D748}" dt="2024-10-06T05:53:37.855" v="5" actId="47"/>
        <pc:sldMkLst>
          <pc:docMk/>
          <pc:sldMk cId="3384488715" sldId="493"/>
        </pc:sldMkLst>
      </pc:sldChg>
      <pc:sldChg chg="del">
        <pc:chgData name="Ms Alina Arshad" userId="cccdfd85-d35d-4453-9c6f-a463aae40722" providerId="ADAL" clId="{F914C121-27D5-40DE-A44B-03621975D748}" dt="2024-10-06T05:53:40.273" v="10" actId="47"/>
        <pc:sldMkLst>
          <pc:docMk/>
          <pc:sldMk cId="4273395344" sldId="49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058188132" sldId="496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570724855" sldId="50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2421881517" sldId="506"/>
        </pc:sldMkLst>
      </pc:sldChg>
      <pc:sldChg chg="modSp mod">
        <pc:chgData name="Ms Alina Arshad" userId="cccdfd85-d35d-4453-9c6f-a463aae40722" providerId="ADAL" clId="{F914C121-27D5-40DE-A44B-03621975D748}" dt="2024-10-07T13:08:17.810" v="125" actId="403"/>
        <pc:sldMkLst>
          <pc:docMk/>
          <pc:sldMk cId="163811022" sldId="511"/>
        </pc:sldMkLst>
        <pc:spChg chg="mod">
          <ac:chgData name="Ms Alina Arshad" userId="cccdfd85-d35d-4453-9c6f-a463aae40722" providerId="ADAL" clId="{F914C121-27D5-40DE-A44B-03621975D748}" dt="2024-10-07T13:08:12.572" v="124" actId="1076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17.810" v="125" actId="403"/>
          <ac:spMkLst>
            <pc:docMk/>
            <pc:sldMk cId="163811022" sldId="51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3:08:52.370" v="129" actId="20577"/>
        <pc:sldMkLst>
          <pc:docMk/>
          <pc:sldMk cId="1045239677" sldId="512"/>
        </pc:sldMkLst>
        <pc:spChg chg="mod">
          <ac:chgData name="Ms Alina Arshad" userId="cccdfd85-d35d-4453-9c6f-a463aae40722" providerId="ADAL" clId="{F914C121-27D5-40DE-A44B-03621975D748}" dt="2024-10-07T13:08:23.659" v="127" actId="1076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52.370" v="129" actId="20577"/>
          <ac:spMkLst>
            <pc:docMk/>
            <pc:sldMk cId="1045239677" sldId="51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2:55:16.637" v="27" actId="207"/>
        <pc:sldMkLst>
          <pc:docMk/>
          <pc:sldMk cId="711124051" sldId="516"/>
        </pc:sldMkLst>
        <pc:spChg chg="mod">
          <ac:chgData name="Ms Alina Arshad" userId="cccdfd85-d35d-4453-9c6f-a463aae40722" providerId="ADAL" clId="{F914C121-27D5-40DE-A44B-03621975D748}" dt="2024-10-07T12:55:16.637" v="27" actId="207"/>
          <ac:spMkLst>
            <pc:docMk/>
            <pc:sldMk cId="711124051" sldId="516"/>
            <ac:spMk id="2" creationId="{00000000-0000-0000-0000-000000000000}"/>
          </ac:spMkLst>
        </pc:spChg>
      </pc:sldChg>
      <pc:sldChg chg="modSp new mod ord">
        <pc:chgData name="Ms Alina Arshad" userId="cccdfd85-d35d-4453-9c6f-a463aae40722" providerId="ADAL" clId="{F914C121-27D5-40DE-A44B-03621975D748}" dt="2024-10-07T13:11:39.635" v="183" actId="20577"/>
        <pc:sldMkLst>
          <pc:docMk/>
          <pc:sldMk cId="2427267918" sldId="525"/>
        </pc:sldMkLst>
        <pc:spChg chg="mod">
          <ac:chgData name="Ms Alina Arshad" userId="cccdfd85-d35d-4453-9c6f-a463aae40722" providerId="ADAL" clId="{F914C121-27D5-40DE-A44B-03621975D748}" dt="2024-10-07T13:09:07.808" v="130"/>
          <ac:spMkLst>
            <pc:docMk/>
            <pc:sldMk cId="2427267918" sldId="525"/>
            <ac:spMk id="2" creationId="{E37F6D6B-52E2-13D9-241A-623409ECED82}"/>
          </ac:spMkLst>
        </pc:spChg>
        <pc:spChg chg="mod">
          <ac:chgData name="Ms Alina Arshad" userId="cccdfd85-d35d-4453-9c6f-a463aae40722" providerId="ADAL" clId="{F914C121-27D5-40DE-A44B-03621975D748}" dt="2024-10-07T13:11:39.635" v="183" actId="20577"/>
          <ac:spMkLst>
            <pc:docMk/>
            <pc:sldMk cId="2427267918" sldId="525"/>
            <ac:spMk id="3" creationId="{D24F7636-2D0D-03B4-A70E-BF1BCCC7DD42}"/>
          </ac:spMkLst>
        </pc:spChg>
      </pc:sldChg>
      <pc:sldChg chg="del">
        <pc:chgData name="Ms Alina Arshad" userId="cccdfd85-d35d-4453-9c6f-a463aae40722" providerId="ADAL" clId="{F914C121-27D5-40DE-A44B-03621975D748}" dt="2024-10-06T05:53:35.623" v="0" actId="47"/>
        <pc:sldMkLst>
          <pc:docMk/>
          <pc:sldMk cId="3654789932" sldId="525"/>
        </pc:sldMkLst>
      </pc:sldChg>
      <pc:sldChg chg="modSp new mod">
        <pc:chgData name="Ms Alina Arshad" userId="cccdfd85-d35d-4453-9c6f-a463aae40722" providerId="ADAL" clId="{F914C121-27D5-40DE-A44B-03621975D748}" dt="2024-10-07T13:13:01.438" v="195" actId="5793"/>
        <pc:sldMkLst>
          <pc:docMk/>
          <pc:sldMk cId="1270081800" sldId="526"/>
        </pc:sldMkLst>
        <pc:spChg chg="mod">
          <ac:chgData name="Ms Alina Arshad" userId="cccdfd85-d35d-4453-9c6f-a463aae40722" providerId="ADAL" clId="{F914C121-27D5-40DE-A44B-03621975D748}" dt="2024-10-07T13:12:23.914" v="184"/>
          <ac:spMkLst>
            <pc:docMk/>
            <pc:sldMk cId="1270081800" sldId="526"/>
            <ac:spMk id="2" creationId="{6E5B1C21-D1B5-5FD5-09AA-19D5F7B39D16}"/>
          </ac:spMkLst>
        </pc:spChg>
        <pc:spChg chg="mod">
          <ac:chgData name="Ms Alina Arshad" userId="cccdfd85-d35d-4453-9c6f-a463aae40722" providerId="ADAL" clId="{F914C121-27D5-40DE-A44B-03621975D748}" dt="2024-10-07T13:13:01.438" v="195" actId="5793"/>
          <ac:spMkLst>
            <pc:docMk/>
            <pc:sldMk cId="1270081800" sldId="526"/>
            <ac:spMk id="3" creationId="{0B4D9234-DC1E-63D1-6478-EB07B63884A3}"/>
          </ac:spMkLst>
        </pc:spChg>
      </pc:sldChg>
      <pc:sldChg chg="addSp delSp modSp new mod">
        <pc:chgData name="Ms Alina Arshad" userId="cccdfd85-d35d-4453-9c6f-a463aae40722" providerId="ADAL" clId="{F914C121-27D5-40DE-A44B-03621975D748}" dt="2024-10-07T13:14:45.447" v="248" actId="20577"/>
        <pc:sldMkLst>
          <pc:docMk/>
          <pc:sldMk cId="870909777" sldId="527"/>
        </pc:sldMkLst>
        <pc:spChg chg="del">
          <ac:chgData name="Ms Alina Arshad" userId="cccdfd85-d35d-4453-9c6f-a463aae40722" providerId="ADAL" clId="{F914C121-27D5-40DE-A44B-03621975D748}" dt="2024-10-07T13:03:36.458" v="47" actId="478"/>
          <ac:spMkLst>
            <pc:docMk/>
            <pc:sldMk cId="870909777" sldId="527"/>
            <ac:spMk id="2" creationId="{3E9E35B2-C05A-E334-D7E0-5743F9C9EABF}"/>
          </ac:spMkLst>
        </pc:spChg>
        <pc:spChg chg="mod">
          <ac:chgData name="Ms Alina Arshad" userId="cccdfd85-d35d-4453-9c6f-a463aae40722" providerId="ADAL" clId="{F914C121-27D5-40DE-A44B-03621975D748}" dt="2024-10-07T13:14:45.447" v="248" actId="20577"/>
          <ac:spMkLst>
            <pc:docMk/>
            <pc:sldMk cId="870909777" sldId="527"/>
            <ac:spMk id="3" creationId="{C80DA4E9-1DE3-00D3-6721-52348858C824}"/>
          </ac:spMkLst>
        </pc:spChg>
        <pc:spChg chg="add mod">
          <ac:chgData name="Ms Alina Arshad" userId="cccdfd85-d35d-4453-9c6f-a463aae40722" providerId="ADAL" clId="{F914C121-27D5-40DE-A44B-03621975D748}" dt="2024-10-07T13:14:05.503" v="230" actId="20577"/>
          <ac:spMkLst>
            <pc:docMk/>
            <pc:sldMk cId="870909777" sldId="527"/>
            <ac:spMk id="4" creationId="{0FC78A23-41CA-037C-BFCC-9A29C7B5EE39}"/>
          </ac:spMkLst>
        </pc:spChg>
      </pc:sldChg>
      <pc:sldChg chg="del">
        <pc:chgData name="Ms Alina Arshad" userId="cccdfd85-d35d-4453-9c6f-a463aae40722" providerId="ADAL" clId="{F914C121-27D5-40DE-A44B-03621975D748}" dt="2024-10-06T05:53:36.364" v="2" actId="47"/>
        <pc:sldMkLst>
          <pc:docMk/>
          <pc:sldMk cId="1051870460" sldId="527"/>
        </pc:sldMkLst>
      </pc:sldChg>
      <pc:sldChg chg="modSp new mod">
        <pc:chgData name="Ms Alina Arshad" userId="cccdfd85-d35d-4453-9c6f-a463aae40722" providerId="ADAL" clId="{F914C121-27D5-40DE-A44B-03621975D748}" dt="2024-10-07T13:16:52.103" v="283" actId="20577"/>
        <pc:sldMkLst>
          <pc:docMk/>
          <pc:sldMk cId="503587932" sldId="528"/>
        </pc:sldMkLst>
        <pc:spChg chg="mod">
          <ac:chgData name="Ms Alina Arshad" userId="cccdfd85-d35d-4453-9c6f-a463aae40722" providerId="ADAL" clId="{F914C121-27D5-40DE-A44B-03621975D748}" dt="2024-10-07T13:15:12.718" v="258" actId="113"/>
          <ac:spMkLst>
            <pc:docMk/>
            <pc:sldMk cId="503587932" sldId="528"/>
            <ac:spMk id="2" creationId="{4FD1C097-DB08-E7FD-F0E6-3182220123C7}"/>
          </ac:spMkLst>
        </pc:spChg>
        <pc:spChg chg="mod">
          <ac:chgData name="Ms Alina Arshad" userId="cccdfd85-d35d-4453-9c6f-a463aae40722" providerId="ADAL" clId="{F914C121-27D5-40DE-A44B-03621975D748}" dt="2024-10-07T13:16:52.103" v="283" actId="20577"/>
          <ac:spMkLst>
            <pc:docMk/>
            <pc:sldMk cId="503587932" sldId="528"/>
            <ac:spMk id="3" creationId="{1A1CDF7E-3834-5C8D-DFBE-531D101A666D}"/>
          </ac:spMkLst>
        </pc:spChg>
      </pc:sldChg>
      <pc:sldChg chg="del">
        <pc:chgData name="Ms Alina Arshad" userId="cccdfd85-d35d-4453-9c6f-a463aae40722" providerId="ADAL" clId="{F914C121-27D5-40DE-A44B-03621975D748}" dt="2024-10-06T05:53:36.865" v="3" actId="47"/>
        <pc:sldMkLst>
          <pc:docMk/>
          <pc:sldMk cId="1758917919" sldId="528"/>
        </pc:sldMkLst>
      </pc:sldChg>
      <pc:sldChg chg="addSp delSp modSp new mod">
        <pc:chgData name="Ms Alina Arshad" userId="cccdfd85-d35d-4453-9c6f-a463aae40722" providerId="ADAL" clId="{F914C121-27D5-40DE-A44B-03621975D748}" dt="2024-10-07T13:18:10.111" v="285" actId="1076"/>
        <pc:sldMkLst>
          <pc:docMk/>
          <pc:sldMk cId="1646226232" sldId="529"/>
        </pc:sldMkLst>
        <pc:spChg chg="add del mod">
          <ac:chgData name="Ms Alina Arshad" userId="cccdfd85-d35d-4453-9c6f-a463aae40722" providerId="ADAL" clId="{F914C121-27D5-40DE-A44B-03621975D748}" dt="2024-10-07T13:04:50.809" v="89" actId="478"/>
          <ac:spMkLst>
            <pc:docMk/>
            <pc:sldMk cId="1646226232" sldId="529"/>
            <ac:spMk id="3" creationId="{48A03DF7-526A-149F-40DC-6BC0D54F51D3}"/>
          </ac:spMkLst>
        </pc:spChg>
        <pc:graphicFrameChg chg="add mod modGraphic">
          <ac:chgData name="Ms Alina Arshad" userId="cccdfd85-d35d-4453-9c6f-a463aae40722" providerId="ADAL" clId="{F914C121-27D5-40DE-A44B-03621975D748}" dt="2024-10-07T13:18:10.111" v="285" actId="1076"/>
          <ac:graphicFrameMkLst>
            <pc:docMk/>
            <pc:sldMk cId="1646226232" sldId="529"/>
            <ac:graphicFrameMk id="2" creationId="{D85D5C57-72E3-7FB1-3FA8-F393EFF5D1D8}"/>
          </ac:graphicFrameMkLst>
        </pc:graphicFrameChg>
      </pc:sldChg>
      <pc:sldChg chg="del">
        <pc:chgData name="Ms Alina Arshad" userId="cccdfd85-d35d-4453-9c6f-a463aae40722" providerId="ADAL" clId="{F914C121-27D5-40DE-A44B-03621975D748}" dt="2024-10-06T05:53:37.420" v="4" actId="47"/>
        <pc:sldMkLst>
          <pc:docMk/>
          <pc:sldMk cId="2613136086" sldId="529"/>
        </pc:sldMkLst>
      </pc:sldChg>
      <pc:sldChg chg="del">
        <pc:chgData name="Ms Alina Arshad" userId="cccdfd85-d35d-4453-9c6f-a463aae40722" providerId="ADAL" clId="{F914C121-27D5-40DE-A44B-03621975D748}" dt="2024-10-06T05:53:38.334" v="6" actId="47"/>
        <pc:sldMkLst>
          <pc:docMk/>
          <pc:sldMk cId="1875193234" sldId="530"/>
        </pc:sldMkLst>
      </pc:sldChg>
      <pc:sldChg chg="del">
        <pc:chgData name="Ms Alina Arshad" userId="cccdfd85-d35d-4453-9c6f-a463aae40722" providerId="ADAL" clId="{F914C121-27D5-40DE-A44B-03621975D748}" dt="2024-10-06T05:53:38.936" v="7" actId="47"/>
        <pc:sldMkLst>
          <pc:docMk/>
          <pc:sldMk cId="3545550237" sldId="532"/>
        </pc:sldMkLst>
      </pc:sldChg>
      <pc:sldChg chg="del">
        <pc:chgData name="Ms Alina Arshad" userId="cccdfd85-d35d-4453-9c6f-a463aae40722" providerId="ADAL" clId="{F914C121-27D5-40DE-A44B-03621975D748}" dt="2024-10-06T05:53:39.389" v="8" actId="47"/>
        <pc:sldMkLst>
          <pc:docMk/>
          <pc:sldMk cId="3162381277" sldId="534"/>
        </pc:sldMkLst>
      </pc:sldChg>
      <pc:sldChg chg="del">
        <pc:chgData name="Ms Alina Arshad" userId="cccdfd85-d35d-4453-9c6f-a463aae40722" providerId="ADAL" clId="{F914C121-27D5-40DE-A44B-03621975D748}" dt="2024-10-06T05:53:39.823" v="9" actId="47"/>
        <pc:sldMkLst>
          <pc:docMk/>
          <pc:sldMk cId="1199260640" sldId="5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2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807809"/>
            <a:ext cx="10058400" cy="192273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4400" b="1">
                <a:solidFill>
                  <a:schemeClr val="tx1"/>
                </a:solidFill>
                <a:cs typeface="Times New Roman" panose="02020603050405020304" pitchFamily="18" charset="0"/>
              </a:rPr>
              <a:t>Lecture 3</a:t>
            </a:r>
            <a:endParaRPr lang="en-US" sz="4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Part II-software testing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Functional testing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7923640" y="5712251"/>
            <a:ext cx="4397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 cases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Case Testing is a functional black box testing technique that helps testers to identify test scenarios that exercise the whole system on each transaction basis from start to finish.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cases are a representation of the expected behavior of a system as it should respond to the requests of users external to the system.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level of modeling detail can vary for use cases, which usually involves transactions from initiation until termination, and includes other factors besides the system, such as sub-systems or other software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sum of all the use cases is used to describe the way the system or software works.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This is the case in agile development methods when specifications are provided in the form of use cases or user stories.</a:t>
            </a:r>
          </a:p>
        </p:txBody>
      </p:sp>
    </p:spTree>
    <p:extLst>
      <p:ext uri="{BB962C8B-B14F-4D97-AF65-F5344CB8AC3E}">
        <p14:creationId xmlns:p14="http://schemas.microsoft.com/office/powerpoint/2010/main" val="113266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Cash withdrawal – use case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 Brief Description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use case describes how the Bank Customer uses the ATM to withdraw money to his/her bank account.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9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2388"/>
            <a:ext cx="10058400" cy="105497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4 Basic Flow of Events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672414"/>
            <a:ext cx="11029615" cy="4600980"/>
          </a:xfrm>
        </p:spPr>
        <p:txBody>
          <a:bodyPr>
            <a:normAutofit/>
          </a:bodyPr>
          <a:lstStyle/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1. The use case begins when Bank Customer inserts their Bank Card.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2. Use Case: Validate User is performed.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3. The ATM displays the different alternatives that are available on this unit. In this case the Bank Customer always selects "Withdraw Cash".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4. The ATM prompts for an account. 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5. The Bank Customer selects an account.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6. The ATM prompts for an amount.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7. The Bank Customer enters an amount.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8. Card ID, PIN, amount and account is sent to Bank as a transaction. The Bank Consortium replies with a go/no go reply telling if the transaction is ok.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9. Then money is dispensed.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10. The Bank Card is returned.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11. The receipt is printed.</a:t>
            </a:r>
          </a:p>
          <a:p>
            <a:pPr marL="3240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12. The use case ends successfully.</a:t>
            </a:r>
          </a:p>
        </p:txBody>
      </p:sp>
    </p:spTree>
    <p:extLst>
      <p:ext uri="{BB962C8B-B14F-4D97-AF65-F5344CB8AC3E}">
        <p14:creationId xmlns:p14="http://schemas.microsoft.com/office/powerpoint/2010/main" val="27559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57" y="1985555"/>
            <a:ext cx="11669486" cy="313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4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025" y="2685143"/>
            <a:ext cx="11233604" cy="18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23" y="2091388"/>
            <a:ext cx="11596914" cy="15933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43" y="3857414"/>
            <a:ext cx="11596914" cy="13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6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EE2703DC-2A25-8710-4D8E-F08D1366A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14"/>
          <a:stretch/>
        </p:blipFill>
        <p:spPr>
          <a:xfrm>
            <a:off x="527164" y="179892"/>
            <a:ext cx="11137672" cy="626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5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3F2A-9188-08E1-B3BE-076E56085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9883"/>
            <a:ext cx="10058400" cy="1137753"/>
          </a:xfrm>
        </p:spPr>
        <p:txBody>
          <a:bodyPr/>
          <a:lstStyle/>
          <a:p>
            <a:r>
              <a:rPr lang="en-US" b="1" dirty="0"/>
              <a:t>E-commerce use case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E4006F-E087-7238-2E5F-2DF5ACBBE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456" y="1317636"/>
            <a:ext cx="10295744" cy="5157463"/>
          </a:xfrm>
        </p:spPr>
      </p:pic>
    </p:spTree>
    <p:extLst>
      <p:ext uri="{BB962C8B-B14F-4D97-AF65-F5344CB8AC3E}">
        <p14:creationId xmlns:p14="http://schemas.microsoft.com/office/powerpoint/2010/main" val="129699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97ABC-3728-896B-AB49-1F251818F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77" y="424631"/>
            <a:ext cx="9683646" cy="600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2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33BF3-944A-F245-09EA-27B6A87DD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37874-4499-160F-63B0-DC6DA7BBC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3"/>
            <a:ext cx="10058400" cy="615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0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1428</TotalTime>
  <Words>360</Words>
  <Application>Microsoft Office PowerPoint</Application>
  <PresentationFormat>Widescreen</PresentationFormat>
  <Paragraphs>38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Retrospect</vt:lpstr>
      <vt:lpstr> Software Quality Engineering</vt:lpstr>
      <vt:lpstr>Use cases testing</vt:lpstr>
      <vt:lpstr>Cash withdrawal – use case specification</vt:lpstr>
      <vt:lpstr>4 Basic Flow of Events</vt:lpstr>
      <vt:lpstr>Test cases</vt:lpstr>
      <vt:lpstr>Test cases</vt:lpstr>
      <vt:lpstr>Test cases</vt:lpstr>
      <vt:lpstr>PowerPoint Presentation</vt:lpstr>
      <vt:lpstr>E-commerce use case 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28</cp:revision>
  <dcterms:created xsi:type="dcterms:W3CDTF">2024-08-09T06:58:16Z</dcterms:created>
  <dcterms:modified xsi:type="dcterms:W3CDTF">2024-10-08T18:14:42Z</dcterms:modified>
</cp:coreProperties>
</file>