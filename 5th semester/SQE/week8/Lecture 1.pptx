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525" r:id="rId3"/>
    <p:sldId id="492" r:id="rId4"/>
    <p:sldId id="527" r:id="rId5"/>
    <p:sldId id="529" r:id="rId6"/>
    <p:sldId id="493" r:id="rId7"/>
    <p:sldId id="530" r:id="rId8"/>
    <p:sldId id="532" r:id="rId9"/>
    <p:sldId id="534" r:id="rId10"/>
    <p:sldId id="535" r:id="rId11"/>
    <p:sldId id="536" r:id="rId12"/>
    <p:sldId id="505" r:id="rId13"/>
    <p:sldId id="506" r:id="rId14"/>
    <p:sldId id="496" r:id="rId15"/>
    <p:sldId id="495"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62292-C3D6-4926-9BC9-5B18711B6FF1}" v="88" dt="2024-10-06T12:45:22.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0805"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12:45:22.828" v="2242"/>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add del">
        <pc:chgData name="Ms Alina Arshad" userId="cccdfd85-d35d-4453-9c6f-a463aae40722" providerId="ADAL" clId="{A8F62292-C3D6-4926-9BC9-5B18711B6FF1}" dt="2024-10-06T12:45:15.076" v="2241" actId="2696"/>
        <pc:sldMkLst>
          <pc:docMk/>
          <pc:sldMk cId="1058188132" sldId="496"/>
        </pc:sldMkLst>
      </pc:sldChg>
      <pc:sldChg chg="add">
        <pc:chgData name="Ms Alina Arshad" userId="cccdfd85-d35d-4453-9c6f-a463aae40722" providerId="ADAL" clId="{A8F62292-C3D6-4926-9BC9-5B18711B6FF1}" dt="2024-10-06T12:45:22.828" v="2242"/>
        <pc:sldMkLst>
          <pc:docMk/>
          <pc:sldMk cId="1571222058" sldId="496"/>
        </pc:sldMkLst>
      </pc:sldChg>
      <pc:sldChg chg="del">
        <pc:chgData name="Ms Alina Arshad" userId="cccdfd85-d35d-4453-9c6f-a463aae40722" providerId="ADAL" clId="{A8F62292-C3D6-4926-9BC9-5B18711B6FF1}" dt="2024-10-06T05:10:03.761" v="1267" actId="47"/>
        <pc:sldMkLst>
          <pc:docMk/>
          <pc:sldMk cId="1132663045" sldId="497"/>
        </pc:sldMkLst>
      </pc:sldChg>
      <pc:sldChg chg="add">
        <pc:chgData name="Ms Alina Arshad" userId="cccdfd85-d35d-4453-9c6f-a463aae40722" providerId="ADAL" clId="{A8F62292-C3D6-4926-9BC9-5B18711B6FF1}" dt="2024-10-06T12:45:22.828" v="2242"/>
        <pc:sldMkLst>
          <pc:docMk/>
          <pc:sldMk cId="100074574" sldId="505"/>
        </pc:sldMkLst>
      </pc:sldChg>
      <pc:sldChg chg="modSp add del mod">
        <pc:chgData name="Ms Alina Arshad" userId="cccdfd85-d35d-4453-9c6f-a463aae40722" providerId="ADAL" clId="{A8F62292-C3D6-4926-9BC9-5B18711B6FF1}" dt="2024-10-06T12:45:15.076" v="2241" actId="2696"/>
        <pc:sldMkLst>
          <pc:docMk/>
          <pc:sldMk cId="1570724855" sldId="505"/>
        </pc:sldMkLst>
        <pc:picChg chg="mod modCrop">
          <ac:chgData name="Ms Alina Arshad" userId="cccdfd85-d35d-4453-9c6f-a463aae40722" providerId="ADAL" clId="{A8F62292-C3D6-4926-9BC9-5B18711B6FF1}" dt="2024-10-06T06:11:05.452" v="2228" actId="1076"/>
          <ac:picMkLst>
            <pc:docMk/>
            <pc:sldMk cId="1570724855" sldId="505"/>
            <ac:picMk id="6" creationId="{00000000-0000-0000-0000-000000000000}"/>
          </ac:picMkLst>
        </pc:picChg>
        <pc:picChg chg="mod">
          <ac:chgData name="Ms Alina Arshad" userId="cccdfd85-d35d-4453-9c6f-a463aae40722" providerId="ADAL" clId="{A8F62292-C3D6-4926-9BC9-5B18711B6FF1}" dt="2024-10-06T06:11:26.635" v="2240" actId="1038"/>
          <ac:picMkLst>
            <pc:docMk/>
            <pc:sldMk cId="1570724855" sldId="505"/>
            <ac:picMk id="7" creationId="{00000000-0000-0000-0000-000000000000}"/>
          </ac:picMkLst>
        </pc:picChg>
      </pc:sldChg>
      <pc:sldChg chg="add">
        <pc:chgData name="Ms Alina Arshad" userId="cccdfd85-d35d-4453-9c6f-a463aae40722" providerId="ADAL" clId="{A8F62292-C3D6-4926-9BC9-5B18711B6FF1}" dt="2024-10-06T12:45:22.828" v="2242"/>
        <pc:sldMkLst>
          <pc:docMk/>
          <pc:sldMk cId="960832018" sldId="506"/>
        </pc:sldMkLst>
      </pc:sldChg>
      <pc:sldChg chg="modSp add del mod">
        <pc:chgData name="Ms Alina Arshad" userId="cccdfd85-d35d-4453-9c6f-a463aae40722" providerId="ADAL" clId="{A8F62292-C3D6-4926-9BC9-5B18711B6FF1}" dt="2024-10-06T12:45:15.076" v="2241" actId="2696"/>
        <pc:sldMkLst>
          <pc:docMk/>
          <pc:sldMk cId="2421881517" sldId="506"/>
        </pc:sldMkLst>
        <pc:picChg chg="mod">
          <ac:chgData name="Ms Alina Arshad" userId="cccdfd85-d35d-4453-9c6f-a463aae40722" providerId="ADAL" clId="{A8F62292-C3D6-4926-9BC9-5B18711B6FF1}" dt="2024-10-06T05:56:29" v="2164" actId="1035"/>
          <ac:picMkLst>
            <pc:docMk/>
            <pc:sldMk cId="2421881517" sldId="506"/>
            <ac:picMk id="6" creationId="{00000000-0000-0000-0000-000000000000}"/>
          </ac:picMkLst>
        </pc:picChg>
      </pc:sldChg>
      <pc:sldChg chg="del">
        <pc:chgData name="Ms Alina Arshad" userId="cccdfd85-d35d-4453-9c6f-a463aae40722" providerId="ADAL" clId="{A8F62292-C3D6-4926-9BC9-5B18711B6FF1}" dt="2024-10-06T04:39:11.965" v="663" actId="47"/>
        <pc:sldMkLst>
          <pc:docMk/>
          <pc:sldMk cId="1799033065" sldId="507"/>
        </pc:sldMkLst>
      </pc:sldChg>
      <pc:sldChg chg="del">
        <pc:chgData name="Ms Alina Arshad" userId="cccdfd85-d35d-4453-9c6f-a463aae40722" providerId="ADAL" clId="{A8F62292-C3D6-4926-9BC9-5B18711B6FF1}" dt="2024-10-06T05:10:01.995" v="1264" actId="47"/>
        <pc:sldMkLst>
          <pc:docMk/>
          <pc:sldMk cId="163811022" sldId="511"/>
        </pc:sldMkLst>
      </pc:sldChg>
      <pc:sldChg chg="del">
        <pc:chgData name="Ms Alina Arshad" userId="cccdfd85-d35d-4453-9c6f-a463aae40722" providerId="ADAL" clId="{A8F62292-C3D6-4926-9BC9-5B18711B6FF1}" dt="2024-10-06T05:10:02.494" v="1265" actId="47"/>
        <pc:sldMkLst>
          <pc:docMk/>
          <pc:sldMk cId="1045239677" sldId="512"/>
        </pc:sldMkLst>
      </pc:sldChg>
      <pc:sldChg chg="del">
        <pc:chgData name="Ms Alina Arshad" userId="cccdfd85-d35d-4453-9c6f-a463aae40722" providerId="ADAL" clId="{A8F62292-C3D6-4926-9BC9-5B18711B6FF1}" dt="2024-10-06T05:10:03.094" v="1266" actId="47"/>
        <pc:sldMkLst>
          <pc:docMk/>
          <pc:sldMk cId="711124051" sldId="516"/>
        </pc:sldMkLst>
      </pc:sldChg>
      <pc:sldChg chg="del">
        <pc:chgData name="Ms Alina Arshad" userId="cccdfd85-d35d-4453-9c6f-a463aae40722" providerId="ADAL" clId="{A8F62292-C3D6-4926-9BC9-5B18711B6FF1}" dt="2024-10-06T05:10:04.668" v="1268" actId="47"/>
        <pc:sldMkLst>
          <pc:docMk/>
          <pc:sldMk cId="1747393571" sldId="518"/>
        </pc:sldMkLst>
      </pc:sldChg>
      <pc:sldChg chg="del">
        <pc:chgData name="Ms Alina Arshad" userId="cccdfd85-d35d-4453-9c6f-a463aae40722" providerId="ADAL" clId="{A8F62292-C3D6-4926-9BC9-5B18711B6FF1}" dt="2024-10-06T05:10:05.379" v="1269" actId="47"/>
        <pc:sldMkLst>
          <pc:docMk/>
          <pc:sldMk cId="275598820" sldId="519"/>
        </pc:sldMkLst>
      </pc:sldChg>
      <pc:sldChg chg="del">
        <pc:chgData name="Ms Alina Arshad" userId="cccdfd85-d35d-4453-9c6f-a463aae40722" providerId="ADAL" clId="{A8F62292-C3D6-4926-9BC9-5B18711B6FF1}" dt="2024-10-06T05:10:06.046" v="1270" actId="47"/>
        <pc:sldMkLst>
          <pc:docMk/>
          <pc:sldMk cId="3035140792" sldId="522"/>
        </pc:sldMkLst>
      </pc:sldChg>
      <pc:sldChg chg="del">
        <pc:chgData name="Ms Alina Arshad" userId="cccdfd85-d35d-4453-9c6f-a463aae40722" providerId="ADAL" clId="{A8F62292-C3D6-4926-9BC9-5B18711B6FF1}" dt="2024-10-06T05:10:06.723" v="1271" actId="47"/>
        <pc:sldMkLst>
          <pc:docMk/>
          <pc:sldMk cId="2350581562" sldId="523"/>
        </pc:sldMkLst>
      </pc:sldChg>
      <pc:sldChg chg="del">
        <pc:chgData name="Ms Alina Arshad" userId="cccdfd85-d35d-4453-9c6f-a463aae40722" providerId="ADAL" clId="{A8F62292-C3D6-4926-9BC9-5B18711B6FF1}" dt="2024-10-06T05:10:07.394" v="1272" actId="47"/>
        <pc:sldMkLst>
          <pc:docMk/>
          <pc:sldMk cId="627369714" sldId="524"/>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5:13:57.173" v="1282" actId="113"/>
        <pc:sldMkLst>
          <pc:docMk/>
          <pc:sldMk cId="1051870460" sldId="527"/>
        </pc:sldMkLst>
        <pc:spChg chg="mod">
          <ac:chgData name="Ms Alina Arshad" userId="cccdfd85-d35d-4453-9c6f-a463aae40722" providerId="ADAL" clId="{A8F62292-C3D6-4926-9BC9-5B18711B6FF1}" dt="2024-10-06T05:13:57.173" v="1282" actId="113"/>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del mod">
        <pc:chgData name="Ms Alina Arshad" userId="cccdfd85-d35d-4453-9c6f-a463aae40722" providerId="ADAL" clId="{A8F62292-C3D6-4926-9BC9-5B18711B6FF1}" dt="2024-10-06T05:45:01.545" v="2065" actId="47"/>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ord">
        <pc:chgData name="Ms Alina Arshad" userId="cccdfd85-d35d-4453-9c6f-a463aae40722" providerId="ADAL" clId="{A8F62292-C3D6-4926-9BC9-5B18711B6FF1}" dt="2024-10-06T05:58:34.826" v="2224" actId="1036"/>
        <pc:sldMkLst>
          <pc:docMk/>
          <pc:sldMk cId="2613136086" sldId="529"/>
        </pc:sldMkLst>
        <pc:spChg chg="mod">
          <ac:chgData name="Ms Alina Arshad" userId="cccdfd85-d35d-4453-9c6f-a463aae40722" providerId="ADAL" clId="{A8F62292-C3D6-4926-9BC9-5B18711B6FF1}" dt="2024-10-06T05:28:36.305" v="2064" actId="1076"/>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5:58:21.111" v="2217" actId="1076"/>
          <ac:spMkLst>
            <pc:docMk/>
            <pc:sldMk cId="2613136086" sldId="529"/>
            <ac:spMk id="3" creationId="{F0D5554B-EFC5-BB11-D95E-91FE78A1C5C3}"/>
          </ac:spMkLst>
        </pc:spChg>
        <pc:spChg chg="add mod">
          <ac:chgData name="Ms Alina Arshad" userId="cccdfd85-d35d-4453-9c6f-a463aae40722" providerId="ADAL" clId="{A8F62292-C3D6-4926-9BC9-5B18711B6FF1}" dt="2024-10-06T05:58:07.646" v="2214" actId="20577"/>
          <ac:spMkLst>
            <pc:docMk/>
            <pc:sldMk cId="2613136086" sldId="529"/>
            <ac:spMk id="4" creationId="{3E05BF73-E989-3814-052F-354452D948EA}"/>
          </ac:spMkLst>
        </pc:spChg>
        <pc:spChg chg="add mod">
          <ac:chgData name="Ms Alina Arshad" userId="cccdfd85-d35d-4453-9c6f-a463aae40722" providerId="ADAL" clId="{A8F62292-C3D6-4926-9BC9-5B18711B6FF1}" dt="2024-10-06T05:58:13.738" v="2215" actId="1076"/>
          <ac:spMkLst>
            <pc:docMk/>
            <pc:sldMk cId="2613136086" sldId="529"/>
            <ac:spMk id="5" creationId="{A058D4A8-68B7-E296-EB4B-6F3ECEA36EFE}"/>
          </ac:spMkLst>
        </pc:spChg>
        <pc:spChg chg="add mod">
          <ac:chgData name="Ms Alina Arshad" userId="cccdfd85-d35d-4453-9c6f-a463aae40722" providerId="ADAL" clId="{A8F62292-C3D6-4926-9BC9-5B18711B6FF1}" dt="2024-10-06T05:58:18.107" v="2216" actId="1076"/>
          <ac:spMkLst>
            <pc:docMk/>
            <pc:sldMk cId="2613136086" sldId="529"/>
            <ac:spMk id="6" creationId="{DA8EBA41-E0BB-162F-5AA1-5C7BEB13F13E}"/>
          </ac:spMkLst>
        </pc:spChg>
        <pc:picChg chg="add del mod">
          <ac:chgData name="Ms Alina Arshad" userId="cccdfd85-d35d-4453-9c6f-a463aae40722" providerId="ADAL" clId="{A8F62292-C3D6-4926-9BC9-5B18711B6FF1}" dt="2024-10-06T05:25:53.043" v="1720" actId="478"/>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5:58:34.826" v="2224" actId="1036"/>
          <ac:picMkLst>
            <pc:docMk/>
            <pc:sldMk cId="2613136086" sldId="529"/>
            <ac:picMk id="1027" creationId="{22731AC4-95E9-3DA6-4033-9A8AF14C2392}"/>
          </ac:picMkLst>
        </pc:picChg>
        <pc:picChg chg="add del mod">
          <ac:chgData name="Ms Alina Arshad" userId="cccdfd85-d35d-4453-9c6f-a463aae40722" providerId="ADAL" clId="{A8F62292-C3D6-4926-9BC9-5B18711B6FF1}" dt="2024-10-06T05:27:02.416" v="1797" actId="478"/>
          <ac:picMkLst>
            <pc:docMk/>
            <pc:sldMk cId="2613136086" sldId="529"/>
            <ac:picMk id="1028" creationId="{4EABB25B-4C15-DE35-B1E0-330D969955E5}"/>
          </ac:picMkLst>
        </pc:picChg>
        <pc:picChg chg="add del mod">
          <ac:chgData name="Ms Alina Arshad" userId="cccdfd85-d35d-4453-9c6f-a463aae40722" providerId="ADAL" clId="{A8F62292-C3D6-4926-9BC9-5B18711B6FF1}" dt="2024-10-06T05:27:04.486" v="1798" actId="478"/>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25:30.402" v="1719" actId="1036"/>
        <pc:sldMkLst>
          <pc:docMk/>
          <pc:sldMk cId="3545550237" sldId="532"/>
        </pc:sldMkLst>
        <pc:spChg chg="mod">
          <ac:chgData name="Ms Alina Arshad" userId="cccdfd85-d35d-4453-9c6f-a463aae40722" providerId="ADAL" clId="{A8F62292-C3D6-4926-9BC9-5B18711B6FF1}" dt="2024-10-06T05:25:30.402" v="1719" actId="1036"/>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del">
          <ac:chgData name="Ms Alina Arshad" userId="cccdfd85-d35d-4453-9c6f-a463aae40722" providerId="ADAL" clId="{A8F62292-C3D6-4926-9BC9-5B18711B6FF1}" dt="2024-10-06T05:16:25.727" v="1286" actId="478"/>
          <ac:spMkLst>
            <pc:docMk/>
            <pc:sldMk cId="3545550237" sldId="532"/>
            <ac:spMk id="3" creationId="{AD34B7C1-25BA-6FF7-D825-A00C145D7A65}"/>
          </ac:spMkLst>
        </pc:spChg>
        <pc:spChg chg="add del mod">
          <ac:chgData name="Ms Alina Arshad" userId="cccdfd85-d35d-4453-9c6f-a463aae40722" providerId="ADAL" clId="{A8F62292-C3D6-4926-9BC9-5B18711B6FF1}" dt="2024-10-06T05:18:03.522" v="1296" actId="478"/>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18:10.271" v="1298"/>
          <ac:spMkLst>
            <pc:docMk/>
            <pc:sldMk cId="3545550237" sldId="532"/>
            <ac:spMk id="5" creationId="{637DBD1B-F05D-5845-F4EC-DD995E60D8CE}"/>
          </ac:spMkLst>
        </pc:spChg>
        <pc:spChg chg="add del mod">
          <ac:chgData name="Ms Alina Arshad" userId="cccdfd85-d35d-4453-9c6f-a463aae40722" providerId="ADAL" clId="{A8F62292-C3D6-4926-9BC9-5B18711B6FF1}" dt="2024-10-06T05:22:30.205" v="1559" actId="478"/>
          <ac:spMkLst>
            <pc:docMk/>
            <pc:sldMk cId="3545550237" sldId="532"/>
            <ac:spMk id="6" creationId="{97E24E0D-BBD5-FA46-CD36-F7464C23C681}"/>
          </ac:spMkLst>
        </pc:spChg>
        <pc:spChg chg="add del mod">
          <ac:chgData name="Ms Alina Arshad" userId="cccdfd85-d35d-4453-9c6f-a463aae40722" providerId="ADAL" clId="{A8F62292-C3D6-4926-9BC9-5B18711B6FF1}" dt="2024-10-06T05:22:04.599" v="1429" actId="478"/>
          <ac:spMkLst>
            <pc:docMk/>
            <pc:sldMk cId="3545550237" sldId="532"/>
            <ac:spMk id="7" creationId="{2F1C7FD1-C084-A920-4810-9881E8E5E41C}"/>
          </ac:spMkLst>
        </pc:spChg>
        <pc:spChg chg="add del mod">
          <ac:chgData name="Ms Alina Arshad" userId="cccdfd85-d35d-4453-9c6f-a463aae40722" providerId="ADAL" clId="{A8F62292-C3D6-4926-9BC9-5B18711B6FF1}" dt="2024-10-06T05:18:25.146" v="1303" actId="478"/>
          <ac:spMkLst>
            <pc:docMk/>
            <pc:sldMk cId="3545550237" sldId="532"/>
            <ac:spMk id="8" creationId="{70AF3C1F-D287-2522-60A9-273B5AF32303}"/>
          </ac:spMkLst>
        </pc:spChg>
        <pc:spChg chg="add del mod">
          <ac:chgData name="Ms Alina Arshad" userId="cccdfd85-d35d-4453-9c6f-a463aae40722" providerId="ADAL" clId="{A8F62292-C3D6-4926-9BC9-5B18711B6FF1}" dt="2024-10-06T05:18:47.202" v="1308" actId="478"/>
          <ac:spMkLst>
            <pc:docMk/>
            <pc:sldMk cId="3545550237" sldId="532"/>
            <ac:spMk id="9" creationId="{77F2E839-7F85-5443-A52A-0A9133592D5F}"/>
          </ac:spMkLst>
        </pc:spChg>
        <pc:spChg chg="add del mod">
          <ac:chgData name="Ms Alina Arshad" userId="cccdfd85-d35d-4453-9c6f-a463aae40722" providerId="ADAL" clId="{A8F62292-C3D6-4926-9BC9-5B18711B6FF1}" dt="2024-10-06T05:18:54.199" v="1310" actId="478"/>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5:24:20.545" v="1696" actId="207"/>
          <ac:spMkLst>
            <pc:docMk/>
            <pc:sldMk cId="3545550237" sldId="532"/>
            <ac:spMk id="13" creationId="{8ECCBEB1-5A4F-7EBE-4C36-0E438D4511FB}"/>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5:25:16.684" v="1709"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5:20:41.468" v="1342" actId="1035"/>
          <ac:spMkLst>
            <pc:docMk/>
            <pc:sldMk cId="3545550237" sldId="532"/>
            <ac:spMk id="17" creationId="{47F02330-B651-1BFD-2100-B72FD02E3876}"/>
          </ac:spMkLst>
        </pc:spChg>
        <pc:spChg chg="add mod">
          <ac:chgData name="Ms Alina Arshad" userId="cccdfd85-d35d-4453-9c6f-a463aae40722" providerId="ADAL" clId="{A8F62292-C3D6-4926-9BC9-5B18711B6FF1}" dt="2024-10-06T05:20:09.865" v="1334"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5:19:45.251" v="1324" actId="1037"/>
          <ac:spMkLst>
            <pc:docMk/>
            <pc:sldMk cId="3545550237" sldId="532"/>
            <ac:spMk id="19" creationId="{F047D76A-3F98-2937-ECF1-261166E4A139}"/>
          </ac:spMkLst>
        </pc:spChg>
        <pc:spChg chg="add mod">
          <ac:chgData name="Ms Alina Arshad" userId="cccdfd85-d35d-4453-9c6f-a463aae40722" providerId="ADAL" clId="{A8F62292-C3D6-4926-9BC9-5B18711B6FF1}" dt="2024-10-06T05:24:23.333" v="1697" actId="207"/>
          <ac:spMkLst>
            <pc:docMk/>
            <pc:sldMk cId="3545550237" sldId="532"/>
            <ac:spMk id="20" creationId="{117910C1-5583-E7AD-72AD-761CC58DC27F}"/>
          </ac:spMkLst>
        </pc:spChg>
        <pc:spChg chg="add mod">
          <ac:chgData name="Ms Alina Arshad" userId="cccdfd85-d35d-4453-9c6f-a463aae40722" providerId="ADAL" clId="{A8F62292-C3D6-4926-9BC9-5B18711B6FF1}" dt="2024-10-06T05:24:26.634" v="1698" actId="207"/>
          <ac:spMkLst>
            <pc:docMk/>
            <pc:sldMk cId="3545550237" sldId="532"/>
            <ac:spMk id="22" creationId="{3C2B756D-920D-A4B3-581B-B71C03DD76DC}"/>
          </ac:spMkLst>
        </pc:spChg>
        <pc:spChg chg="add mod">
          <ac:chgData name="Ms Alina Arshad" userId="cccdfd85-d35d-4453-9c6f-a463aae40722" providerId="ADAL" clId="{A8F62292-C3D6-4926-9BC9-5B18711B6FF1}" dt="2024-10-06T05:23:42.628" v="1693" actId="1035"/>
          <ac:spMkLst>
            <pc:docMk/>
            <pc:sldMk cId="3545550237" sldId="532"/>
            <ac:spMk id="31" creationId="{18A0CCB9-2F4F-C684-480C-51562FA93127}"/>
          </ac:spMkLst>
        </pc:spChg>
        <pc:spChg chg="add mod">
          <ac:chgData name="Ms Alina Arshad" userId="cccdfd85-d35d-4453-9c6f-a463aae40722" providerId="ADAL" clId="{A8F62292-C3D6-4926-9BC9-5B18711B6FF1}" dt="2024-10-06T05:24:33.428" v="1699" actId="207"/>
          <ac:spMkLst>
            <pc:docMk/>
            <pc:sldMk cId="3545550237" sldId="532"/>
            <ac:spMk id="32" creationId="{88B5A884-31F5-000A-D0FB-4DBE3965E553}"/>
          </ac:spMkLst>
        </pc:spChg>
        <pc:cxnChg chg="add mod">
          <ac:chgData name="Ms Alina Arshad" userId="cccdfd85-d35d-4453-9c6f-a463aae40722" providerId="ADAL" clId="{A8F62292-C3D6-4926-9BC9-5B18711B6FF1}" dt="2024-10-06T05:23:47.732" v="169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5:23:53.046" v="1695"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5:20:55.567" v="1344" actId="14100"/>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5:20:50.281" v="1343" actId="14100"/>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5:21:00.967" v="1345" actId="14100"/>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5:25:16.684" v="1709"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5:25:16.684" v="1709"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53:12.208" v="2162"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53:12.208" v="2162" actId="20577"/>
          <ac:spMkLst>
            <pc:docMk/>
            <pc:sldMk cId="1199260640" sldId="535"/>
            <ac:spMk id="3" creationId="{F572B3B7-8AC4-17B3-8E63-73657D18ED3A}"/>
          </ac:spMkLst>
        </pc:spChg>
      </pc:sldChg>
      <pc:sldChg chg="modSp new mod ord">
        <pc:chgData name="Ms Alina Arshad" userId="cccdfd85-d35d-4453-9c6f-a463aae40722" providerId="ADAL" clId="{A8F62292-C3D6-4926-9BC9-5B18711B6FF1}" dt="2024-10-06T05:53:01.362" v="2159"/>
        <pc:sldMkLst>
          <pc:docMk/>
          <pc:sldMk cId="3317521878" sldId="536"/>
        </pc:sldMkLst>
        <pc:spChg chg="mod">
          <ac:chgData name="Ms Alina Arshad" userId="cccdfd85-d35d-4453-9c6f-a463aae40722" providerId="ADAL" clId="{A8F62292-C3D6-4926-9BC9-5B18711B6FF1}" dt="2024-10-06T05:52:53.437" v="2157" actId="1076"/>
          <ac:spMkLst>
            <pc:docMk/>
            <pc:sldMk cId="3317521878" sldId="536"/>
            <ac:spMk id="2" creationId="{B64A155D-2959-4830-E57B-8C185D4316E9}"/>
          </ac:spMkLst>
        </pc:spChg>
        <pc:spChg chg="mod">
          <ac:chgData name="Ms Alina Arshad" userId="cccdfd85-d35d-4453-9c6f-a463aae40722" providerId="ADAL" clId="{A8F62292-C3D6-4926-9BC9-5B18711B6FF1}" dt="2024-10-06T05:52:44.919" v="2155" actId="14100"/>
          <ac:spMkLst>
            <pc:docMk/>
            <pc:sldMk cId="3317521878" sldId="536"/>
            <ac:spMk id="3" creationId="{143B09A1-D1FD-DE41-A926-B108BF10EE43}"/>
          </ac:spMkLst>
        </pc:spChg>
        <pc:spChg chg="mod">
          <ac:chgData name="Ms Alina Arshad" userId="cccdfd85-d35d-4453-9c6f-a463aae40722" providerId="ADAL" clId="{A8F62292-C3D6-4926-9BC9-5B18711B6FF1}" dt="2024-10-06T05:52:40.655" v="2153" actId="27636"/>
          <ac:spMkLst>
            <pc:docMk/>
            <pc:sldMk cId="3317521878" sldId="536"/>
            <ac:spMk id="4" creationId="{93A3061D-1F06-0D3D-9595-232468880D45}"/>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uru99.com/images/1/103017_0527_WhatIsState2.png" TargetMode="Externa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uru99.com/uft-qtp-flight-reservation.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Functional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3A0-6F3B-8C01-158E-C78C9D71DD82}"/>
              </a:ext>
            </a:extLst>
          </p:cNvPr>
          <p:cNvSpPr>
            <a:spLocks noGrp="1"/>
          </p:cNvSpPr>
          <p:nvPr>
            <p:ph type="title"/>
          </p:nvPr>
        </p:nvSpPr>
        <p:spPr>
          <a:xfrm>
            <a:off x="1097280" y="653143"/>
            <a:ext cx="10058400" cy="1084217"/>
          </a:xfrm>
        </p:spPr>
        <p:txBody>
          <a:bodyPr/>
          <a:lstStyle/>
          <a:p>
            <a:r>
              <a:rPr lang="en-US" b="1" dirty="0">
                <a:solidFill>
                  <a:schemeClr val="tx1"/>
                </a:solidFill>
              </a:rPr>
              <a:t>State Transition Testing</a:t>
            </a:r>
            <a:endParaRPr lang="en-US" dirty="0">
              <a:solidFill>
                <a:schemeClr val="tx1"/>
              </a:solidFill>
            </a:endParaRPr>
          </a:p>
        </p:txBody>
      </p:sp>
      <p:sp>
        <p:nvSpPr>
          <p:cNvPr id="3" name="Content Placeholder 2">
            <a:extLst>
              <a:ext uri="{FF2B5EF4-FFF2-40B4-BE49-F238E27FC236}">
                <a16:creationId xmlns:a16="http://schemas.microsoft.com/office/drawing/2014/main" id="{9A831400-11CD-74FE-91A4-F6C2DD118D6F}"/>
              </a:ext>
            </a:extLst>
          </p:cNvPr>
          <p:cNvSpPr>
            <a:spLocks noGrp="1"/>
          </p:cNvSpPr>
          <p:nvPr>
            <p:ph idx="1"/>
          </p:nvPr>
        </p:nvSpPr>
        <p:spPr/>
        <p:txBody>
          <a:bodyPr>
            <a:normAutofit lnSpcReduction="10000"/>
          </a:bodyPr>
          <a:lstStyle/>
          <a:p>
            <a:pPr>
              <a:buFont typeface="Arial" panose="020B0604020202020204" pitchFamily="34" charset="0"/>
              <a:buChar char="•"/>
            </a:pPr>
            <a:r>
              <a:rPr lang="en-US" sz="2400" dirty="0">
                <a:solidFill>
                  <a:schemeClr val="tx1"/>
                </a:solidFill>
              </a:rPr>
              <a:t>State transition testing a black box testing technique in which output are triggered by changes to input conditions or changes to state of the system.</a:t>
            </a:r>
          </a:p>
          <a:p>
            <a:pPr>
              <a:buFont typeface="Arial" panose="020B0604020202020204" pitchFamily="34" charset="0"/>
              <a:buChar char="•"/>
            </a:pPr>
            <a:r>
              <a:rPr lang="en-US" sz="2400" dirty="0">
                <a:solidFill>
                  <a:schemeClr val="tx1"/>
                </a:solidFill>
              </a:rPr>
              <a:t>In other word, test are designed to execute valid and invalid state transitions.</a:t>
            </a:r>
          </a:p>
          <a:p>
            <a:pPr>
              <a:buFont typeface="Arial" panose="020B0604020202020204" pitchFamily="34" charset="0"/>
              <a:buChar char="•"/>
            </a:pPr>
            <a:r>
              <a:rPr lang="en-US" sz="2400" dirty="0">
                <a:solidFill>
                  <a:schemeClr val="tx1"/>
                </a:solidFill>
              </a:rPr>
              <a:t>A dynamic testing technique, which is used when the system is defined in term of finite number of state and the transitions between the state are governed by the rule of system.</a:t>
            </a:r>
          </a:p>
          <a:p>
            <a:pPr>
              <a:buFont typeface="Arial" panose="020B0604020202020204" pitchFamily="34" charset="0"/>
              <a:buChar char="•"/>
            </a:pPr>
            <a:r>
              <a:rPr lang="en-US" sz="2400" dirty="0">
                <a:solidFill>
                  <a:schemeClr val="tx1"/>
                </a:solidFill>
              </a:rPr>
              <a:t>Write test cases from given software models using state transition diagrams/tables.</a:t>
            </a:r>
          </a:p>
          <a:p>
            <a:pPr>
              <a:buFont typeface="Arial" panose="020B0604020202020204" pitchFamily="34" charset="0"/>
              <a:buChar char="•"/>
            </a:pPr>
            <a:r>
              <a:rPr lang="en-US" sz="2400" dirty="0">
                <a:solidFill>
                  <a:schemeClr val="tx1"/>
                </a:solidFill>
              </a:rPr>
              <a:t>Many systems have a number of stable states and transitions from one stable state to another stable state. These machines are called “finite state machines”. </a:t>
            </a:r>
          </a:p>
          <a:p>
            <a:pPr>
              <a:buFont typeface="Arial" panose="020B0604020202020204" pitchFamily="34" charset="0"/>
              <a:buChar char="•"/>
            </a:pPr>
            <a:endParaRPr lang="en-US" sz="2400" dirty="0">
              <a:solidFill>
                <a:schemeClr val="tx1"/>
              </a:solidFill>
            </a:endParaRPr>
          </a:p>
          <a:p>
            <a:pPr>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65478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State Transition Testing</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State transition testing is based on the fact that the same action will give different results depending on the initial state for this action. </a:t>
            </a:r>
          </a:p>
          <a:p>
            <a:pPr>
              <a:buFont typeface="Arial" panose="020B0604020202020204" pitchFamily="34" charset="0"/>
              <a:buChar char="•"/>
            </a:pPr>
            <a:r>
              <a:rPr lang="en-US" sz="2400" dirty="0">
                <a:solidFill>
                  <a:schemeClr val="tx1"/>
                </a:solidFill>
              </a:rPr>
              <a:t>The actions that lead from one state to another are called transitions. </a:t>
            </a:r>
          </a:p>
          <a:p>
            <a:pPr>
              <a:buFont typeface="Arial" panose="020B0604020202020204" pitchFamily="34" charset="0"/>
              <a:buChar char="•"/>
            </a:pPr>
            <a:r>
              <a:rPr lang="en-US" sz="2400" dirty="0">
                <a:solidFill>
                  <a:schemeClr val="tx1"/>
                </a:solidFill>
              </a:rPr>
              <a:t>When to use:</a:t>
            </a:r>
          </a:p>
          <a:p>
            <a:pPr marL="749808" lvl="1" indent="-457200">
              <a:buFont typeface="+mj-lt"/>
              <a:buAutoNum type="arabicPeriod"/>
            </a:pPr>
            <a:r>
              <a:rPr lang="en-US" sz="2000" b="0" i="0" dirty="0">
                <a:solidFill>
                  <a:schemeClr val="tx1"/>
                </a:solidFill>
                <a:effectLst/>
                <a:latin typeface="Source Sans Pro" panose="020F0502020204030204" pitchFamily="34" charset="0"/>
              </a:rPr>
              <a:t>When the tester is trying to test sequence of events that occur in the application under test. I.e., this will allow the tester to test the application behavior for a sequence of input values.</a:t>
            </a:r>
          </a:p>
          <a:p>
            <a:pPr marL="749808" lvl="1" indent="-457200">
              <a:buFont typeface="+mj-lt"/>
              <a:buAutoNum type="arabicPeriod"/>
            </a:pPr>
            <a:r>
              <a:rPr lang="en-US" sz="2000" b="0" i="0" dirty="0">
                <a:solidFill>
                  <a:schemeClr val="tx1"/>
                </a:solidFill>
                <a:effectLst/>
                <a:latin typeface="Source Sans Pro" panose="020F0502020204030204" pitchFamily="34" charset="0"/>
              </a:rPr>
              <a:t>When the system under test has a dependency on the events/values in the past.</a:t>
            </a:r>
          </a:p>
          <a:p>
            <a:endParaRPr lang="en-US" sz="2400" dirty="0"/>
          </a:p>
          <a:p>
            <a:pPr>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59548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31F1-93FE-9646-AE27-86180FB6F288}"/>
              </a:ext>
            </a:extLst>
          </p:cNvPr>
          <p:cNvSpPr>
            <a:spLocks noGrp="1"/>
          </p:cNvSpPr>
          <p:nvPr>
            <p:ph type="title"/>
          </p:nvPr>
        </p:nvSpPr>
        <p:spPr/>
        <p:txBody>
          <a:bodyPr/>
          <a:lstStyle/>
          <a:p>
            <a:r>
              <a:rPr lang="en-US" b="1" dirty="0">
                <a:solidFill>
                  <a:schemeClr val="tx1"/>
                </a:solidFill>
              </a:rPr>
              <a:t>Example</a:t>
            </a:r>
          </a:p>
        </p:txBody>
      </p:sp>
      <p:pic>
        <p:nvPicPr>
          <p:cNvPr id="5" name="Content Placeholder 4">
            <a:extLst>
              <a:ext uri="{FF2B5EF4-FFF2-40B4-BE49-F238E27FC236}">
                <a16:creationId xmlns:a16="http://schemas.microsoft.com/office/drawing/2014/main" id="{F63BED9D-1E5E-3D7D-CA6A-0569F637F64F}"/>
              </a:ext>
            </a:extLst>
          </p:cNvPr>
          <p:cNvPicPr>
            <a:picLocks noGrp="1" noChangeAspect="1"/>
          </p:cNvPicPr>
          <p:nvPr>
            <p:ph idx="1"/>
          </p:nvPr>
        </p:nvPicPr>
        <p:blipFill>
          <a:blip r:embed="rId2"/>
          <a:stretch>
            <a:fillRect/>
          </a:stretch>
        </p:blipFill>
        <p:spPr>
          <a:xfrm>
            <a:off x="2599508" y="1855665"/>
            <a:ext cx="6214882" cy="3602432"/>
          </a:xfrm>
        </p:spPr>
      </p:pic>
    </p:spTree>
    <p:extLst>
      <p:ext uri="{BB962C8B-B14F-4D97-AF65-F5344CB8AC3E}">
        <p14:creationId xmlns:p14="http://schemas.microsoft.com/office/powerpoint/2010/main" val="1051870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AFA57-3D6E-EEDC-CB33-82B94A6E739E}"/>
              </a:ext>
            </a:extLst>
          </p:cNvPr>
          <p:cNvSpPr>
            <a:spLocks noGrp="1"/>
          </p:cNvSpPr>
          <p:nvPr>
            <p:ph type="title"/>
          </p:nvPr>
        </p:nvSpPr>
        <p:spPr>
          <a:xfrm>
            <a:off x="862149" y="259257"/>
            <a:ext cx="10058400" cy="1450757"/>
          </a:xfrm>
        </p:spPr>
        <p:txBody>
          <a:bodyPr/>
          <a:lstStyle/>
          <a:p>
            <a:r>
              <a:rPr kumimoji="0" lang="en-US" altLang="en-US" sz="4800" b="1" i="0" u="none" strike="noStrike" cap="none" normalizeH="0" baseline="0" dirty="0">
                <a:ln>
                  <a:noFill/>
                </a:ln>
                <a:solidFill>
                  <a:schemeClr val="tx1"/>
                </a:solidFill>
                <a:effectLst/>
              </a:rPr>
              <a:t>Four Parts Of State Transition Diagram</a:t>
            </a:r>
            <a:endParaRPr lang="en-US" dirty="0">
              <a:solidFill>
                <a:schemeClr val="tx1"/>
              </a:solidFill>
            </a:endParaRPr>
          </a:p>
        </p:txBody>
      </p:sp>
      <p:sp>
        <p:nvSpPr>
          <p:cNvPr id="4" name="Rectangle 1">
            <a:extLst>
              <a:ext uri="{FF2B5EF4-FFF2-40B4-BE49-F238E27FC236}">
                <a16:creationId xmlns:a16="http://schemas.microsoft.com/office/drawing/2014/main" id="{3E05BF73-E989-3814-052F-354452D948EA}"/>
              </a:ext>
            </a:extLst>
          </p:cNvPr>
          <p:cNvSpPr>
            <a:spLocks noChangeArrowheads="1"/>
          </p:cNvSpPr>
          <p:nvPr/>
        </p:nvSpPr>
        <p:spPr bwMode="auto">
          <a:xfrm>
            <a:off x="862149" y="1647281"/>
            <a:ext cx="10984125" cy="3773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There are 4 main components of the State Transition Model as below</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mn-lt"/>
              </a:rPr>
              <a:t>1) States</a:t>
            </a:r>
            <a:r>
              <a:rPr kumimoji="0" lang="en-US" altLang="en-US" sz="2400" b="0" i="0" u="none" strike="noStrike" cap="none" normalizeH="0" baseline="0" dirty="0">
                <a:ln>
                  <a:noFill/>
                </a:ln>
                <a:effectLst/>
                <a:latin typeface="+mn-lt"/>
              </a:rPr>
              <a:t> that the software might get</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mn-lt"/>
              </a:rPr>
              <a:t>2) Transition</a:t>
            </a:r>
            <a:r>
              <a:rPr kumimoji="0" lang="en-US" altLang="en-US" sz="2400" b="0" i="0" u="none" strike="noStrike" cap="none" normalizeH="0" baseline="0" dirty="0">
                <a:ln>
                  <a:noFill/>
                </a:ln>
                <a:effectLst/>
                <a:latin typeface="+mn-lt"/>
              </a:rPr>
              <a:t> from one state to another</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mn-lt"/>
              </a:rPr>
              <a:t>3) Events</a:t>
            </a:r>
            <a:r>
              <a:rPr kumimoji="0" lang="en-US" altLang="en-US" sz="2400" b="0" i="0" u="none" strike="noStrike" cap="none" normalizeH="0" baseline="0" dirty="0">
                <a:ln>
                  <a:noFill/>
                </a:ln>
                <a:effectLst/>
                <a:latin typeface="+mn-lt"/>
              </a:rPr>
              <a:t> </a:t>
            </a:r>
            <a:r>
              <a:rPr lang="en-US" sz="2400" dirty="0"/>
              <a:t>An input (a message or method call)</a:t>
            </a:r>
            <a:r>
              <a:rPr kumimoji="0" lang="en-US" altLang="en-US" sz="2400" b="0" i="0" u="none" strike="noStrike" cap="none" normalizeH="0" baseline="0" dirty="0">
                <a:ln>
                  <a:noFill/>
                </a:ln>
                <a:effectLst/>
                <a:latin typeface="+mn-lt"/>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mn-lt"/>
              </a:rPr>
              <a:t>4) Actions</a:t>
            </a:r>
            <a:r>
              <a:rPr kumimoji="0" lang="en-US" altLang="en-US" sz="2400" b="0" i="0" u="none" strike="noStrike" cap="none" normalizeH="0" baseline="0" dirty="0">
                <a:ln>
                  <a:noFill/>
                </a:ln>
                <a:effectLst/>
                <a:latin typeface="+mn-lt"/>
              </a:rPr>
              <a:t> that result/output from a transition (an error message or being given the cash.)</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             </a:t>
            </a:r>
          </a:p>
        </p:txBody>
      </p:sp>
      <p:pic>
        <p:nvPicPr>
          <p:cNvPr id="1027" name="Picture 3" descr="Transition">
            <a:hlinkClick r:id="rId2"/>
            <a:extLst>
              <a:ext uri="{FF2B5EF4-FFF2-40B4-BE49-F238E27FC236}">
                <a16:creationId xmlns:a16="http://schemas.microsoft.com/office/drawing/2014/main" id="{22731AC4-95E9-3DA6-4033-9A8AF14C239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5834720" y="2821329"/>
            <a:ext cx="766100" cy="317653"/>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F0D5554B-EFC5-BB11-D95E-91FE78A1C5C3}"/>
              </a:ext>
            </a:extLst>
          </p:cNvPr>
          <p:cNvSpPr/>
          <p:nvPr/>
        </p:nvSpPr>
        <p:spPr>
          <a:xfrm>
            <a:off x="5704903" y="2030494"/>
            <a:ext cx="782194" cy="6960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1</a:t>
            </a:r>
            <a:r>
              <a:rPr lang="en-US" sz="1400" baseline="30000" dirty="0"/>
              <a:t>st</a:t>
            </a:r>
            <a:r>
              <a:rPr lang="en-US" sz="1400" dirty="0"/>
              <a:t> try</a:t>
            </a:r>
          </a:p>
        </p:txBody>
      </p:sp>
      <p:sp>
        <p:nvSpPr>
          <p:cNvPr id="5" name="Oval 4">
            <a:extLst>
              <a:ext uri="{FF2B5EF4-FFF2-40B4-BE49-F238E27FC236}">
                <a16:creationId xmlns:a16="http://schemas.microsoft.com/office/drawing/2014/main" id="{A058D4A8-68B7-E296-EB4B-6F3ECEA36EFE}"/>
              </a:ext>
            </a:extLst>
          </p:cNvPr>
          <p:cNvSpPr/>
          <p:nvPr/>
        </p:nvSpPr>
        <p:spPr>
          <a:xfrm>
            <a:off x="10946711" y="4546258"/>
            <a:ext cx="766279" cy="6644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Home page</a:t>
            </a:r>
          </a:p>
        </p:txBody>
      </p:sp>
      <p:sp>
        <p:nvSpPr>
          <p:cNvPr id="6" name="Rectangle 5">
            <a:extLst>
              <a:ext uri="{FF2B5EF4-FFF2-40B4-BE49-F238E27FC236}">
                <a16:creationId xmlns:a16="http://schemas.microsoft.com/office/drawing/2014/main" id="{DA8EBA41-E0BB-162F-5AA1-5C7BEB13F13E}"/>
              </a:ext>
            </a:extLst>
          </p:cNvPr>
          <p:cNvSpPr/>
          <p:nvPr/>
        </p:nvSpPr>
        <p:spPr>
          <a:xfrm>
            <a:off x="7279680" y="3534003"/>
            <a:ext cx="1436914" cy="339634"/>
          </a:xfrm>
          <a:prstGeom prst="rect">
            <a:avLst/>
          </a:prstGeom>
          <a:solidFill>
            <a:schemeClr val="accent2"/>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Incorrect pin</a:t>
            </a:r>
          </a:p>
        </p:txBody>
      </p:sp>
    </p:spTree>
    <p:extLst>
      <p:ext uri="{BB962C8B-B14F-4D97-AF65-F5344CB8AC3E}">
        <p14:creationId xmlns:p14="http://schemas.microsoft.com/office/powerpoint/2010/main" val="2613136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State Transition Testing</a:t>
            </a:r>
          </a:p>
        </p:txBody>
      </p:sp>
      <p:sp>
        <p:nvSpPr>
          <p:cNvPr id="3" name="Content Placeholder 2"/>
          <p:cNvSpPr>
            <a:spLocks noGrp="1"/>
          </p:cNvSpPr>
          <p:nvPr>
            <p:ph idx="1"/>
          </p:nvPr>
        </p:nvSpPr>
        <p:spPr>
          <a:xfrm>
            <a:off x="941018" y="1880246"/>
            <a:ext cx="10580421" cy="3678303"/>
          </a:xfrm>
        </p:spPr>
        <p:txBody>
          <a:bodyPr>
            <a:normAutofit/>
          </a:bodyPr>
          <a:lstStyle/>
          <a:p>
            <a:pPr marL="0" indent="0" algn="just">
              <a:buNone/>
            </a:pPr>
            <a:r>
              <a:rPr lang="en-US" sz="2400" dirty="0">
                <a:solidFill>
                  <a:schemeClr val="tx1"/>
                </a:solidFill>
              </a:rPr>
              <a:t>This technique is based on the following steps:</a:t>
            </a:r>
          </a:p>
          <a:p>
            <a:pPr algn="just">
              <a:buFont typeface="Arial" panose="020B0604020202020204" pitchFamily="34" charset="0"/>
              <a:buChar char="•"/>
            </a:pPr>
            <a:r>
              <a:rPr lang="en-US" sz="2400" dirty="0">
                <a:solidFill>
                  <a:schemeClr val="tx1"/>
                </a:solidFill>
              </a:rPr>
              <a:t>identify the different stable states of the system, including temporary states, including the initial and final states;</a:t>
            </a:r>
          </a:p>
          <a:p>
            <a:pPr algn="just">
              <a:buFont typeface="Arial" panose="020B0604020202020204" pitchFamily="34" charset="0"/>
              <a:buChar char="•"/>
            </a:pPr>
            <a:r>
              <a:rPr lang="en-US" sz="2400" dirty="0">
                <a:solidFill>
                  <a:schemeClr val="tx1"/>
                </a:solidFill>
              </a:rPr>
              <a:t>for each state, identify the transactions, events, conditions, and actions that can be executed in this state;</a:t>
            </a:r>
          </a:p>
          <a:p>
            <a:pPr algn="just">
              <a:buFont typeface="Arial" panose="020B0604020202020204" pitchFamily="34" charset="0"/>
              <a:buChar char="•"/>
            </a:pPr>
            <a:r>
              <a:rPr lang="en-US" sz="2400" dirty="0">
                <a:solidFill>
                  <a:schemeClr val="tx1"/>
                </a:solidFill>
              </a:rPr>
              <a:t>model the system as a graph (or drawing) or as a table, in order to use it;</a:t>
            </a:r>
          </a:p>
          <a:p>
            <a:pPr algn="just">
              <a:buFont typeface="Arial" panose="020B0604020202020204" pitchFamily="34" charset="0"/>
              <a:buChar char="•"/>
            </a:pPr>
            <a:r>
              <a:rPr lang="en-US" sz="2400" dirty="0">
                <a:solidFill>
                  <a:schemeClr val="tx1"/>
                </a:solidFill>
              </a:rPr>
              <a:t>for each combination of state, event, and condition, verify the actions and resulting states.</a:t>
            </a:r>
          </a:p>
        </p:txBody>
      </p:sp>
    </p:spTree>
    <p:extLst>
      <p:ext uri="{BB962C8B-B14F-4D97-AF65-F5344CB8AC3E}">
        <p14:creationId xmlns:p14="http://schemas.microsoft.com/office/powerpoint/2010/main" val="338448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496CB-83AA-033D-FEB0-6044F7B0DD2F}"/>
              </a:ext>
            </a:extLst>
          </p:cNvPr>
          <p:cNvSpPr>
            <a:spLocks noGrp="1"/>
          </p:cNvSpPr>
          <p:nvPr>
            <p:ph type="title"/>
          </p:nvPr>
        </p:nvSpPr>
        <p:spPr/>
        <p:txBody>
          <a:bodyPr/>
          <a:lstStyle/>
          <a:p>
            <a:r>
              <a:rPr lang="en-US" b="1" dirty="0">
                <a:solidFill>
                  <a:schemeClr val="tx1"/>
                </a:solidFill>
              </a:rPr>
              <a:t>Example 1:</a:t>
            </a:r>
            <a:endParaRPr lang="en-US" dirty="0">
              <a:solidFill>
                <a:schemeClr val="tx1"/>
              </a:solidFill>
            </a:endParaRPr>
          </a:p>
        </p:txBody>
      </p:sp>
      <p:sp>
        <p:nvSpPr>
          <p:cNvPr id="3" name="Content Placeholder 2">
            <a:extLst>
              <a:ext uri="{FF2B5EF4-FFF2-40B4-BE49-F238E27FC236}">
                <a16:creationId xmlns:a16="http://schemas.microsoft.com/office/drawing/2014/main" id="{BE0E0C63-0550-7810-0C46-2ABA7B01846D}"/>
              </a:ext>
            </a:extLst>
          </p:cNvPr>
          <p:cNvSpPr>
            <a:spLocks noGrp="1"/>
          </p:cNvSpPr>
          <p:nvPr>
            <p:ph idx="1"/>
          </p:nvPr>
        </p:nvSpPr>
        <p:spPr>
          <a:xfrm>
            <a:off x="1097279" y="1845734"/>
            <a:ext cx="10528663" cy="4023360"/>
          </a:xfrm>
        </p:spPr>
        <p:txBody>
          <a:bodyPr/>
          <a:lstStyle/>
          <a:p>
            <a:pPr algn="l"/>
            <a:r>
              <a:rPr lang="en-US" sz="2400" b="0" i="0" dirty="0">
                <a:solidFill>
                  <a:schemeClr val="tx1"/>
                </a:solidFill>
                <a:effectLst/>
                <a:latin typeface="Source Sans Pro" panose="020B0503030403020204" pitchFamily="34" charset="0"/>
              </a:rPr>
              <a:t>Let’s consider an ATM system function where if the user enters the invalid password three times the account will be locked.</a:t>
            </a:r>
          </a:p>
          <a:p>
            <a:pPr algn="l"/>
            <a:r>
              <a:rPr lang="en-US" sz="2400" b="0" i="0" dirty="0">
                <a:solidFill>
                  <a:schemeClr val="tx1"/>
                </a:solidFill>
                <a:effectLst/>
                <a:latin typeface="Source Sans Pro" panose="020B0503030403020204" pitchFamily="34" charset="0"/>
              </a:rPr>
              <a:t>In this system, if the user enters a valid password in any of the first three attempts the user will be logged in successfully. If the user enters the invalid password in the first or second try, the user will be asked to re-enter the password. And finally, if the user enters incorrect password 3</a:t>
            </a:r>
            <a:r>
              <a:rPr lang="en-US" sz="2400" b="0" i="0" baseline="30000" dirty="0">
                <a:solidFill>
                  <a:schemeClr val="tx1"/>
                </a:solidFill>
                <a:effectLst/>
                <a:latin typeface="Source Sans Pro" panose="020B0503030403020204" pitchFamily="34" charset="0"/>
              </a:rPr>
              <a:t>rd</a:t>
            </a:r>
            <a:r>
              <a:rPr lang="en-US" sz="2400" b="0" i="0" dirty="0">
                <a:solidFill>
                  <a:schemeClr val="tx1"/>
                </a:solidFill>
                <a:effectLst/>
                <a:latin typeface="Source Sans Pro" panose="020B0503030403020204" pitchFamily="34" charset="0"/>
              </a:rPr>
              <a:t> time, the account will be blocked.</a:t>
            </a:r>
          </a:p>
          <a:p>
            <a:endParaRPr lang="en-US" dirty="0"/>
          </a:p>
        </p:txBody>
      </p:sp>
    </p:spTree>
    <p:extLst>
      <p:ext uri="{BB962C8B-B14F-4D97-AF65-F5344CB8AC3E}">
        <p14:creationId xmlns:p14="http://schemas.microsoft.com/office/powerpoint/2010/main" val="1875193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0AFEC-965B-F22F-B0B5-0BBB9AE23E50}"/>
              </a:ext>
            </a:extLst>
          </p:cNvPr>
          <p:cNvSpPr>
            <a:spLocks noGrp="1"/>
          </p:cNvSpPr>
          <p:nvPr>
            <p:ph type="title"/>
          </p:nvPr>
        </p:nvSpPr>
        <p:spPr>
          <a:xfrm>
            <a:off x="962297" y="612709"/>
            <a:ext cx="10058400" cy="1088815"/>
          </a:xfrm>
        </p:spPr>
        <p:txBody>
          <a:bodyPr/>
          <a:lstStyle/>
          <a:p>
            <a:r>
              <a:rPr lang="en-US" b="1" dirty="0">
                <a:solidFill>
                  <a:schemeClr val="tx1"/>
                </a:solidFill>
              </a:rPr>
              <a:t>State Transition Diagram</a:t>
            </a:r>
            <a:endParaRPr lang="en-US" dirty="0"/>
          </a:p>
        </p:txBody>
      </p:sp>
      <p:sp>
        <p:nvSpPr>
          <p:cNvPr id="11" name="Rectangle 10">
            <a:extLst>
              <a:ext uri="{FF2B5EF4-FFF2-40B4-BE49-F238E27FC236}">
                <a16:creationId xmlns:a16="http://schemas.microsoft.com/office/drawing/2014/main" id="{6C3CD05F-311A-C2C9-ABF3-05BA661423E4}"/>
              </a:ext>
            </a:extLst>
          </p:cNvPr>
          <p:cNvSpPr/>
          <p:nvPr/>
        </p:nvSpPr>
        <p:spPr>
          <a:xfrm>
            <a:off x="5991497" y="4188827"/>
            <a:ext cx="1436914" cy="339634"/>
          </a:xfrm>
          <a:prstGeom prst="rect">
            <a:avLst/>
          </a:prstGeom>
          <a:solidFill>
            <a:schemeClr val="bg2">
              <a:lumMod val="25000"/>
            </a:schemeClr>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Correct pin</a:t>
            </a:r>
          </a:p>
        </p:txBody>
      </p:sp>
      <p:sp>
        <p:nvSpPr>
          <p:cNvPr id="12" name="Rectangle 11">
            <a:extLst>
              <a:ext uri="{FF2B5EF4-FFF2-40B4-BE49-F238E27FC236}">
                <a16:creationId xmlns:a16="http://schemas.microsoft.com/office/drawing/2014/main" id="{54E2ED62-C853-A247-2518-62428E6CA14B}"/>
              </a:ext>
            </a:extLst>
          </p:cNvPr>
          <p:cNvSpPr/>
          <p:nvPr/>
        </p:nvSpPr>
        <p:spPr>
          <a:xfrm>
            <a:off x="3470365" y="4188827"/>
            <a:ext cx="1436914" cy="339634"/>
          </a:xfrm>
          <a:prstGeom prst="rect">
            <a:avLst/>
          </a:prstGeom>
          <a:solidFill>
            <a:schemeClr val="bg2">
              <a:lumMod val="25000"/>
            </a:schemeClr>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Correct pin</a:t>
            </a:r>
          </a:p>
        </p:txBody>
      </p:sp>
      <p:sp>
        <p:nvSpPr>
          <p:cNvPr id="14" name="Rectangle 13">
            <a:extLst>
              <a:ext uri="{FF2B5EF4-FFF2-40B4-BE49-F238E27FC236}">
                <a16:creationId xmlns:a16="http://schemas.microsoft.com/office/drawing/2014/main" id="{DC16D253-6027-3A36-D97D-F5FF63903729}"/>
              </a:ext>
            </a:extLst>
          </p:cNvPr>
          <p:cNvSpPr/>
          <p:nvPr/>
        </p:nvSpPr>
        <p:spPr>
          <a:xfrm>
            <a:off x="5136967" y="1894175"/>
            <a:ext cx="1436914" cy="339634"/>
          </a:xfrm>
          <a:prstGeom prst="rect">
            <a:avLst/>
          </a:prstGeom>
          <a:solidFill>
            <a:schemeClr val="accent2"/>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Incorrect pin</a:t>
            </a:r>
          </a:p>
        </p:txBody>
      </p:sp>
      <p:sp>
        <p:nvSpPr>
          <p:cNvPr id="15" name="Rectangle 14">
            <a:extLst>
              <a:ext uri="{FF2B5EF4-FFF2-40B4-BE49-F238E27FC236}">
                <a16:creationId xmlns:a16="http://schemas.microsoft.com/office/drawing/2014/main" id="{C1F190D9-EEF0-7506-62A9-F5D57A1D4365}"/>
              </a:ext>
            </a:extLst>
          </p:cNvPr>
          <p:cNvSpPr/>
          <p:nvPr/>
        </p:nvSpPr>
        <p:spPr>
          <a:xfrm>
            <a:off x="7428411" y="1845735"/>
            <a:ext cx="1436914" cy="339634"/>
          </a:xfrm>
          <a:prstGeom prst="rect">
            <a:avLst/>
          </a:prstGeom>
          <a:solidFill>
            <a:schemeClr val="accent2"/>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Incorrect pin</a:t>
            </a:r>
          </a:p>
        </p:txBody>
      </p:sp>
      <p:sp>
        <p:nvSpPr>
          <p:cNvPr id="16" name="Rectangle 15">
            <a:extLst>
              <a:ext uri="{FF2B5EF4-FFF2-40B4-BE49-F238E27FC236}">
                <a16:creationId xmlns:a16="http://schemas.microsoft.com/office/drawing/2014/main" id="{DDCAE6F2-3BBE-816F-2703-9999ABC5AB28}"/>
              </a:ext>
            </a:extLst>
          </p:cNvPr>
          <p:cNvSpPr/>
          <p:nvPr/>
        </p:nvSpPr>
        <p:spPr>
          <a:xfrm>
            <a:off x="8749119" y="4196693"/>
            <a:ext cx="1436914" cy="339634"/>
          </a:xfrm>
          <a:prstGeom prst="rect">
            <a:avLst/>
          </a:prstGeom>
          <a:solidFill>
            <a:schemeClr val="accent2"/>
          </a:solidFill>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Incorrect pin</a:t>
            </a:r>
          </a:p>
        </p:txBody>
      </p:sp>
      <p:sp>
        <p:nvSpPr>
          <p:cNvPr id="17" name="Arrow: Right 16">
            <a:extLst>
              <a:ext uri="{FF2B5EF4-FFF2-40B4-BE49-F238E27FC236}">
                <a16:creationId xmlns:a16="http://schemas.microsoft.com/office/drawing/2014/main" id="{47F02330-B651-1BFD-2100-B72FD02E3876}"/>
              </a:ext>
            </a:extLst>
          </p:cNvPr>
          <p:cNvSpPr/>
          <p:nvPr/>
        </p:nvSpPr>
        <p:spPr>
          <a:xfrm>
            <a:off x="2639865" y="2651843"/>
            <a:ext cx="1290933" cy="149170"/>
          </a:xfrm>
          <a:prstGeom prst="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Arrow: Right 17">
            <a:extLst>
              <a:ext uri="{FF2B5EF4-FFF2-40B4-BE49-F238E27FC236}">
                <a16:creationId xmlns:a16="http://schemas.microsoft.com/office/drawing/2014/main" id="{B2EBB152-ABA8-8205-9E81-48FC8DEA95DF}"/>
              </a:ext>
            </a:extLst>
          </p:cNvPr>
          <p:cNvSpPr/>
          <p:nvPr/>
        </p:nvSpPr>
        <p:spPr>
          <a:xfrm>
            <a:off x="5184867" y="2648093"/>
            <a:ext cx="1233266" cy="166568"/>
          </a:xfrm>
          <a:prstGeom prst="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rrow: Right 18">
            <a:extLst>
              <a:ext uri="{FF2B5EF4-FFF2-40B4-BE49-F238E27FC236}">
                <a16:creationId xmlns:a16="http://schemas.microsoft.com/office/drawing/2014/main" id="{F047D76A-3F98-2937-ECF1-261166E4A139}"/>
              </a:ext>
            </a:extLst>
          </p:cNvPr>
          <p:cNvSpPr/>
          <p:nvPr/>
        </p:nvSpPr>
        <p:spPr>
          <a:xfrm>
            <a:off x="7624026" y="2621974"/>
            <a:ext cx="1276276" cy="179038"/>
          </a:xfrm>
          <a:prstGeom prst="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9702C17C-F06A-1138-783D-1B72682A289C}"/>
              </a:ext>
            </a:extLst>
          </p:cNvPr>
          <p:cNvCxnSpPr>
            <a:cxnSpLocks/>
            <a:stCxn id="12" idx="2"/>
            <a:endCxn id="31" idx="0"/>
          </p:cNvCxnSpPr>
          <p:nvPr/>
        </p:nvCxnSpPr>
        <p:spPr>
          <a:xfrm>
            <a:off x="4188822" y="4528461"/>
            <a:ext cx="927084" cy="6564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2718462-25F0-0C98-751F-E439918AD78B}"/>
              </a:ext>
            </a:extLst>
          </p:cNvPr>
          <p:cNvCxnSpPr>
            <a:cxnSpLocks/>
            <a:stCxn id="11" idx="2"/>
            <a:endCxn id="31" idx="0"/>
          </p:cNvCxnSpPr>
          <p:nvPr/>
        </p:nvCxnSpPr>
        <p:spPr>
          <a:xfrm flipH="1">
            <a:off x="5115906" y="4528461"/>
            <a:ext cx="1594048" cy="6564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14EE53DC-DC8C-BA44-CB05-4FA5F7100CCE}"/>
              </a:ext>
            </a:extLst>
          </p:cNvPr>
          <p:cNvCxnSpPr>
            <a:cxnSpLocks/>
            <a:stCxn id="13" idx="4"/>
            <a:endCxn id="12" idx="0"/>
          </p:cNvCxnSpPr>
          <p:nvPr/>
        </p:nvCxnSpPr>
        <p:spPr>
          <a:xfrm flipH="1">
            <a:off x="4188822" y="3296199"/>
            <a:ext cx="351609" cy="892628"/>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E38D9F2-EC66-1099-7616-8B9D4D83E30D}"/>
              </a:ext>
            </a:extLst>
          </p:cNvPr>
          <p:cNvCxnSpPr>
            <a:cxnSpLocks/>
            <a:stCxn id="20" idx="4"/>
            <a:endCxn id="11" idx="0"/>
          </p:cNvCxnSpPr>
          <p:nvPr/>
        </p:nvCxnSpPr>
        <p:spPr>
          <a:xfrm flipH="1">
            <a:off x="6709954" y="3319299"/>
            <a:ext cx="322329" cy="869528"/>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D60394C6-4F38-BFF4-44B2-F34E378B95D6}"/>
              </a:ext>
            </a:extLst>
          </p:cNvPr>
          <p:cNvCxnSpPr>
            <a:cxnSpLocks/>
            <a:stCxn id="22" idx="4"/>
            <a:endCxn id="11" idx="0"/>
          </p:cNvCxnSpPr>
          <p:nvPr/>
        </p:nvCxnSpPr>
        <p:spPr>
          <a:xfrm flipH="1">
            <a:off x="6709954" y="3296199"/>
            <a:ext cx="2783894" cy="892628"/>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67CC95A-7436-8A77-88A6-E5E24734FB89}"/>
              </a:ext>
            </a:extLst>
          </p:cNvPr>
          <p:cNvCxnSpPr>
            <a:cxnSpLocks/>
            <a:stCxn id="22" idx="4"/>
            <a:endCxn id="16" idx="0"/>
          </p:cNvCxnSpPr>
          <p:nvPr/>
        </p:nvCxnSpPr>
        <p:spPr>
          <a:xfrm flipH="1">
            <a:off x="9467576" y="3296199"/>
            <a:ext cx="26272" cy="900494"/>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BFE28554-187E-773B-D5CB-CFF822C7723A}"/>
              </a:ext>
            </a:extLst>
          </p:cNvPr>
          <p:cNvCxnSpPr>
            <a:cxnSpLocks/>
            <a:stCxn id="16" idx="2"/>
            <a:endCxn id="32" idx="0"/>
          </p:cNvCxnSpPr>
          <p:nvPr/>
        </p:nvCxnSpPr>
        <p:spPr>
          <a:xfrm flipH="1">
            <a:off x="9414965" y="4536327"/>
            <a:ext cx="52611" cy="621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Oval 4">
            <a:extLst>
              <a:ext uri="{FF2B5EF4-FFF2-40B4-BE49-F238E27FC236}">
                <a16:creationId xmlns:a16="http://schemas.microsoft.com/office/drawing/2014/main" id="{637DBD1B-F05D-5845-F4EC-DD995E60D8CE}"/>
              </a:ext>
            </a:extLst>
          </p:cNvPr>
          <p:cNvSpPr/>
          <p:nvPr/>
        </p:nvSpPr>
        <p:spPr>
          <a:xfrm>
            <a:off x="1421333" y="2191174"/>
            <a:ext cx="1173707" cy="10888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Start</a:t>
            </a:r>
            <a:endParaRPr lang="en-US" dirty="0"/>
          </a:p>
        </p:txBody>
      </p:sp>
      <p:sp>
        <p:nvSpPr>
          <p:cNvPr id="13" name="Oval 12">
            <a:extLst>
              <a:ext uri="{FF2B5EF4-FFF2-40B4-BE49-F238E27FC236}">
                <a16:creationId xmlns:a16="http://schemas.microsoft.com/office/drawing/2014/main" id="{8ECCBEB1-5A4F-7EBE-4C36-0E438D4511FB}"/>
              </a:ext>
            </a:extLst>
          </p:cNvPr>
          <p:cNvSpPr/>
          <p:nvPr/>
        </p:nvSpPr>
        <p:spPr>
          <a:xfrm>
            <a:off x="3953577" y="2207384"/>
            <a:ext cx="1173707" cy="10888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r>
              <a:rPr lang="en-US" baseline="30000" dirty="0"/>
              <a:t>st</a:t>
            </a:r>
            <a:r>
              <a:rPr lang="en-US" dirty="0"/>
              <a:t> try</a:t>
            </a:r>
          </a:p>
        </p:txBody>
      </p:sp>
      <p:sp>
        <p:nvSpPr>
          <p:cNvPr id="20" name="Oval 19">
            <a:extLst>
              <a:ext uri="{FF2B5EF4-FFF2-40B4-BE49-F238E27FC236}">
                <a16:creationId xmlns:a16="http://schemas.microsoft.com/office/drawing/2014/main" id="{117910C1-5583-E7AD-72AD-761CC58DC27F}"/>
              </a:ext>
            </a:extLst>
          </p:cNvPr>
          <p:cNvSpPr/>
          <p:nvPr/>
        </p:nvSpPr>
        <p:spPr>
          <a:xfrm>
            <a:off x="6445429" y="2230484"/>
            <a:ext cx="1173707" cy="10888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r>
              <a:rPr lang="en-US" baseline="30000" dirty="0"/>
              <a:t>nd</a:t>
            </a:r>
            <a:r>
              <a:rPr lang="en-US" dirty="0"/>
              <a:t> try</a:t>
            </a:r>
          </a:p>
        </p:txBody>
      </p:sp>
      <p:sp>
        <p:nvSpPr>
          <p:cNvPr id="22" name="Oval 21">
            <a:extLst>
              <a:ext uri="{FF2B5EF4-FFF2-40B4-BE49-F238E27FC236}">
                <a16:creationId xmlns:a16="http://schemas.microsoft.com/office/drawing/2014/main" id="{3C2B756D-920D-A4B3-581B-B71C03DD76DC}"/>
              </a:ext>
            </a:extLst>
          </p:cNvPr>
          <p:cNvSpPr/>
          <p:nvPr/>
        </p:nvSpPr>
        <p:spPr>
          <a:xfrm>
            <a:off x="8906994" y="2207384"/>
            <a:ext cx="1173707" cy="10888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3rd try</a:t>
            </a:r>
          </a:p>
        </p:txBody>
      </p:sp>
      <p:sp>
        <p:nvSpPr>
          <p:cNvPr id="31" name="Oval 30">
            <a:extLst>
              <a:ext uri="{FF2B5EF4-FFF2-40B4-BE49-F238E27FC236}">
                <a16:creationId xmlns:a16="http://schemas.microsoft.com/office/drawing/2014/main" id="{18A0CCB9-2F4F-C684-480C-51562FA93127}"/>
              </a:ext>
            </a:extLst>
          </p:cNvPr>
          <p:cNvSpPr/>
          <p:nvPr/>
        </p:nvSpPr>
        <p:spPr>
          <a:xfrm>
            <a:off x="4529052" y="5184876"/>
            <a:ext cx="1173707" cy="10888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Home page</a:t>
            </a:r>
          </a:p>
        </p:txBody>
      </p:sp>
      <p:sp>
        <p:nvSpPr>
          <p:cNvPr id="32" name="Oval 31">
            <a:extLst>
              <a:ext uri="{FF2B5EF4-FFF2-40B4-BE49-F238E27FC236}">
                <a16:creationId xmlns:a16="http://schemas.microsoft.com/office/drawing/2014/main" id="{88B5A884-31F5-000A-D0FB-4DBE3965E553}"/>
              </a:ext>
            </a:extLst>
          </p:cNvPr>
          <p:cNvSpPr/>
          <p:nvPr/>
        </p:nvSpPr>
        <p:spPr>
          <a:xfrm>
            <a:off x="8828111" y="5157587"/>
            <a:ext cx="1173707" cy="108881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Account locked</a:t>
            </a:r>
          </a:p>
        </p:txBody>
      </p:sp>
    </p:spTree>
    <p:extLst>
      <p:ext uri="{BB962C8B-B14F-4D97-AF65-F5344CB8AC3E}">
        <p14:creationId xmlns:p14="http://schemas.microsoft.com/office/powerpoint/2010/main" val="3545550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7A91-CB93-852E-32FB-484830C62884}"/>
              </a:ext>
            </a:extLst>
          </p:cNvPr>
          <p:cNvSpPr>
            <a:spLocks noGrp="1"/>
          </p:cNvSpPr>
          <p:nvPr>
            <p:ph type="title"/>
          </p:nvPr>
        </p:nvSpPr>
        <p:spPr>
          <a:xfrm>
            <a:off x="1097280" y="809897"/>
            <a:ext cx="10058400" cy="927463"/>
          </a:xfrm>
        </p:spPr>
        <p:txBody>
          <a:bodyPr/>
          <a:lstStyle/>
          <a:p>
            <a:r>
              <a:rPr lang="en-US" b="1" dirty="0">
                <a:solidFill>
                  <a:schemeClr val="tx1"/>
                </a:solidFill>
              </a:rPr>
              <a:t>State Transition Table</a:t>
            </a:r>
            <a:endParaRPr lang="en-US" dirty="0"/>
          </a:p>
        </p:txBody>
      </p:sp>
      <p:sp>
        <p:nvSpPr>
          <p:cNvPr id="3" name="Content Placeholder 2">
            <a:extLst>
              <a:ext uri="{FF2B5EF4-FFF2-40B4-BE49-F238E27FC236}">
                <a16:creationId xmlns:a16="http://schemas.microsoft.com/office/drawing/2014/main" id="{92D98F3F-5570-733C-2B58-24A8EAB0A72B}"/>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BC1A96F8-75CE-398D-1083-6347D11F64B9}"/>
              </a:ext>
            </a:extLst>
          </p:cNvPr>
          <p:cNvGraphicFramePr>
            <a:graphicFrameLocks noGrp="1"/>
          </p:cNvGraphicFramePr>
          <p:nvPr>
            <p:extLst>
              <p:ext uri="{D42A27DB-BD31-4B8C-83A1-F6EECF244321}">
                <p14:modId xmlns:p14="http://schemas.microsoft.com/office/powerpoint/2010/main" val="289407297"/>
              </p:ext>
            </p:extLst>
          </p:nvPr>
        </p:nvGraphicFramePr>
        <p:xfrm>
          <a:off x="516708" y="1845734"/>
          <a:ext cx="11219544" cy="4505577"/>
        </p:xfrm>
        <a:graphic>
          <a:graphicData uri="http://schemas.openxmlformats.org/drawingml/2006/table">
            <a:tbl>
              <a:tblPr firstRow="1" bandRow="1">
                <a:tableStyleId>{5C22544A-7EE6-4342-B048-85BDC9FD1C3A}</a:tableStyleId>
              </a:tblPr>
              <a:tblGrid>
                <a:gridCol w="1573254">
                  <a:extLst>
                    <a:ext uri="{9D8B030D-6E8A-4147-A177-3AD203B41FA5}">
                      <a16:colId xmlns:a16="http://schemas.microsoft.com/office/drawing/2014/main" val="3643421778"/>
                    </a:ext>
                  </a:extLst>
                </a:gridCol>
                <a:gridCol w="1553217">
                  <a:extLst>
                    <a:ext uri="{9D8B030D-6E8A-4147-A177-3AD203B41FA5}">
                      <a16:colId xmlns:a16="http://schemas.microsoft.com/office/drawing/2014/main" val="3602234067"/>
                    </a:ext>
                  </a:extLst>
                </a:gridCol>
                <a:gridCol w="1814810">
                  <a:extLst>
                    <a:ext uri="{9D8B030D-6E8A-4147-A177-3AD203B41FA5}">
                      <a16:colId xmlns:a16="http://schemas.microsoft.com/office/drawing/2014/main" val="354765058"/>
                    </a:ext>
                  </a:extLst>
                </a:gridCol>
                <a:gridCol w="1489375">
                  <a:extLst>
                    <a:ext uri="{9D8B030D-6E8A-4147-A177-3AD203B41FA5}">
                      <a16:colId xmlns:a16="http://schemas.microsoft.com/office/drawing/2014/main" val="3503270105"/>
                    </a:ext>
                  </a:extLst>
                </a:gridCol>
                <a:gridCol w="1780554">
                  <a:extLst>
                    <a:ext uri="{9D8B030D-6E8A-4147-A177-3AD203B41FA5}">
                      <a16:colId xmlns:a16="http://schemas.microsoft.com/office/drawing/2014/main" val="635770383"/>
                    </a:ext>
                  </a:extLst>
                </a:gridCol>
                <a:gridCol w="1412038">
                  <a:extLst>
                    <a:ext uri="{9D8B030D-6E8A-4147-A177-3AD203B41FA5}">
                      <a16:colId xmlns:a16="http://schemas.microsoft.com/office/drawing/2014/main" val="1292176256"/>
                    </a:ext>
                  </a:extLst>
                </a:gridCol>
                <a:gridCol w="1596296">
                  <a:extLst>
                    <a:ext uri="{9D8B030D-6E8A-4147-A177-3AD203B41FA5}">
                      <a16:colId xmlns:a16="http://schemas.microsoft.com/office/drawing/2014/main" val="2322710487"/>
                    </a:ext>
                  </a:extLst>
                </a:gridCol>
              </a:tblGrid>
              <a:tr h="896870">
                <a:tc>
                  <a:txBody>
                    <a:bodyPr/>
                    <a:lstStyle/>
                    <a:p>
                      <a:r>
                        <a:rPr lang="en-US" dirty="0"/>
                        <a:t>Test cases</a:t>
                      </a:r>
                    </a:p>
                  </a:txBody>
                  <a:tcPr/>
                </a:tc>
                <a:tc>
                  <a:txBody>
                    <a:bodyPr/>
                    <a:lstStyle/>
                    <a:p>
                      <a:r>
                        <a:rPr lang="en-US" dirty="0"/>
                        <a:t>TC1</a:t>
                      </a:r>
                    </a:p>
                  </a:txBody>
                  <a:tcPr/>
                </a:tc>
                <a:tc>
                  <a:txBody>
                    <a:bodyPr/>
                    <a:lstStyle/>
                    <a:p>
                      <a:r>
                        <a:rPr lang="en-US" dirty="0"/>
                        <a:t>TC2</a:t>
                      </a:r>
                    </a:p>
                  </a:txBody>
                  <a:tcPr/>
                </a:tc>
                <a:tc>
                  <a:txBody>
                    <a:bodyPr/>
                    <a:lstStyle/>
                    <a:p>
                      <a:r>
                        <a:rPr lang="en-US" dirty="0"/>
                        <a:t>TC3</a:t>
                      </a:r>
                    </a:p>
                  </a:txBody>
                  <a:tcPr/>
                </a:tc>
                <a:tc>
                  <a:txBody>
                    <a:bodyPr/>
                    <a:lstStyle/>
                    <a:p>
                      <a:r>
                        <a:rPr lang="en-US" dirty="0"/>
                        <a:t>TC4</a:t>
                      </a:r>
                    </a:p>
                  </a:txBody>
                  <a:tcPr/>
                </a:tc>
                <a:tc>
                  <a:txBody>
                    <a:bodyPr/>
                    <a:lstStyle/>
                    <a:p>
                      <a:r>
                        <a:rPr lang="en-US" dirty="0"/>
                        <a:t>TC5</a:t>
                      </a:r>
                    </a:p>
                  </a:txBody>
                  <a:tcPr/>
                </a:tc>
                <a:tc>
                  <a:txBody>
                    <a:bodyPr/>
                    <a:lstStyle/>
                    <a:p>
                      <a:r>
                        <a:rPr lang="en-US" dirty="0"/>
                        <a:t>TC6</a:t>
                      </a:r>
                    </a:p>
                  </a:txBody>
                  <a:tcPr/>
                </a:tc>
                <a:extLst>
                  <a:ext uri="{0D108BD9-81ED-4DB2-BD59-A6C34878D82A}">
                    <a16:rowId xmlns:a16="http://schemas.microsoft.com/office/drawing/2014/main" val="3095226732"/>
                  </a:ext>
                </a:extLst>
              </a:tr>
              <a:tr h="896870">
                <a:tc>
                  <a:txBody>
                    <a:bodyPr/>
                    <a:lstStyle/>
                    <a:p>
                      <a:r>
                        <a:rPr lang="en-US" dirty="0"/>
                        <a:t>State</a:t>
                      </a:r>
                    </a:p>
                  </a:txBody>
                  <a:tcPr/>
                </a:tc>
                <a:tc>
                  <a:txBody>
                    <a:bodyPr/>
                    <a:lstStyle/>
                    <a:p>
                      <a:r>
                        <a:rPr lang="en-US" dirty="0"/>
                        <a:t>S1</a:t>
                      </a:r>
                    </a:p>
                  </a:txBody>
                  <a:tcPr/>
                </a:tc>
                <a:tc>
                  <a:txBody>
                    <a:bodyPr/>
                    <a:lstStyle/>
                    <a:p>
                      <a:r>
                        <a:rPr lang="en-US" dirty="0"/>
                        <a:t>S1</a:t>
                      </a:r>
                    </a:p>
                  </a:txBody>
                  <a:tcPr/>
                </a:tc>
                <a:tc>
                  <a:txBody>
                    <a:bodyPr/>
                    <a:lstStyle/>
                    <a:p>
                      <a:r>
                        <a:rPr lang="en-US" dirty="0"/>
                        <a:t>S2</a:t>
                      </a:r>
                    </a:p>
                  </a:txBody>
                  <a:tcPr/>
                </a:tc>
                <a:tc>
                  <a:txBody>
                    <a:bodyPr/>
                    <a:lstStyle/>
                    <a:p>
                      <a:r>
                        <a:rPr lang="en-US" dirty="0"/>
                        <a:t>S2</a:t>
                      </a:r>
                    </a:p>
                  </a:txBody>
                  <a:tcPr/>
                </a:tc>
                <a:tc>
                  <a:txBody>
                    <a:bodyPr/>
                    <a:lstStyle/>
                    <a:p>
                      <a:r>
                        <a:rPr lang="en-US" dirty="0"/>
                        <a:t>S3</a:t>
                      </a:r>
                    </a:p>
                  </a:txBody>
                  <a:tcPr/>
                </a:tc>
                <a:tc>
                  <a:txBody>
                    <a:bodyPr/>
                    <a:lstStyle/>
                    <a:p>
                      <a:r>
                        <a:rPr lang="en-US" dirty="0"/>
                        <a:t>S3</a:t>
                      </a:r>
                    </a:p>
                  </a:txBody>
                  <a:tcPr/>
                </a:tc>
                <a:extLst>
                  <a:ext uri="{0D108BD9-81ED-4DB2-BD59-A6C34878D82A}">
                    <a16:rowId xmlns:a16="http://schemas.microsoft.com/office/drawing/2014/main" val="1784182327"/>
                  </a:ext>
                </a:extLst>
              </a:tr>
              <a:tr h="918097">
                <a:tc>
                  <a:txBody>
                    <a:bodyPr/>
                    <a:lstStyle/>
                    <a:p>
                      <a:r>
                        <a:rPr lang="en-US" dirty="0"/>
                        <a:t>Input</a:t>
                      </a:r>
                    </a:p>
                  </a:txBody>
                  <a:tcPr/>
                </a:tc>
                <a:tc>
                  <a:txBody>
                    <a:bodyPr/>
                    <a:lstStyle/>
                    <a:p>
                      <a:r>
                        <a:rPr lang="en-US" dirty="0"/>
                        <a:t>Correct pin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Incorrect pin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Correct pin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Incorrect pin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Correct pin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Incorrect pin</a:t>
                      </a:r>
                    </a:p>
                    <a:p>
                      <a:endParaRPr lang="en-US" dirty="0"/>
                    </a:p>
                  </a:txBody>
                  <a:tcPr/>
                </a:tc>
                <a:extLst>
                  <a:ext uri="{0D108BD9-81ED-4DB2-BD59-A6C34878D82A}">
                    <a16:rowId xmlns:a16="http://schemas.microsoft.com/office/drawing/2014/main" val="4099257099"/>
                  </a:ext>
                </a:extLst>
              </a:tr>
              <a:tr h="896870">
                <a:tc>
                  <a:txBody>
                    <a:bodyPr/>
                    <a:lstStyle/>
                    <a:p>
                      <a:r>
                        <a:rPr lang="en-US" dirty="0"/>
                        <a:t>Output</a:t>
                      </a:r>
                    </a:p>
                  </a:txBody>
                  <a:tcPr/>
                </a:tc>
                <a:tc>
                  <a:txBody>
                    <a:bodyPr/>
                    <a:lstStyle/>
                    <a:p>
                      <a:r>
                        <a:rPr lang="en-US" dirty="0"/>
                        <a:t>Home page</a:t>
                      </a:r>
                    </a:p>
                  </a:txBody>
                  <a:tcPr/>
                </a:tc>
                <a:tc>
                  <a:txBody>
                    <a:bodyPr/>
                    <a:lstStyle/>
                    <a:p>
                      <a:r>
                        <a:rPr lang="en-US" dirty="0"/>
                        <a:t>Second attempt</a:t>
                      </a:r>
                    </a:p>
                  </a:txBody>
                  <a:tcPr/>
                </a:tc>
                <a:tc>
                  <a:txBody>
                    <a:bodyPr/>
                    <a:lstStyle/>
                    <a:p>
                      <a:r>
                        <a:rPr lang="en-US" dirty="0"/>
                        <a:t>Home page</a:t>
                      </a:r>
                    </a:p>
                  </a:txBody>
                  <a:tcPr/>
                </a:tc>
                <a:tc>
                  <a:txBody>
                    <a:bodyPr/>
                    <a:lstStyle/>
                    <a:p>
                      <a:r>
                        <a:rPr lang="en-US" dirty="0"/>
                        <a:t>Third attempt</a:t>
                      </a:r>
                    </a:p>
                  </a:txBody>
                  <a:tcPr/>
                </a:tc>
                <a:tc>
                  <a:txBody>
                    <a:bodyPr/>
                    <a:lstStyle/>
                    <a:p>
                      <a:r>
                        <a:rPr lang="en-US" dirty="0"/>
                        <a:t>Home page</a:t>
                      </a:r>
                    </a:p>
                  </a:txBody>
                  <a:tcPr/>
                </a:tc>
                <a:tc>
                  <a:txBody>
                    <a:bodyPr/>
                    <a:lstStyle/>
                    <a:p>
                      <a:r>
                        <a:rPr lang="en-US" dirty="0"/>
                        <a:t>Account blocked</a:t>
                      </a:r>
                    </a:p>
                  </a:txBody>
                  <a:tcPr/>
                </a:tc>
                <a:extLst>
                  <a:ext uri="{0D108BD9-81ED-4DB2-BD59-A6C34878D82A}">
                    <a16:rowId xmlns:a16="http://schemas.microsoft.com/office/drawing/2014/main" val="1994314667"/>
                  </a:ext>
                </a:extLst>
              </a:tr>
              <a:tr h="896870">
                <a:tc>
                  <a:txBody>
                    <a:bodyPr/>
                    <a:lstStyle/>
                    <a:p>
                      <a:r>
                        <a:rPr lang="en-US" dirty="0"/>
                        <a:t>Finished state</a:t>
                      </a:r>
                    </a:p>
                  </a:txBody>
                  <a:tcPr/>
                </a:tc>
                <a:tc>
                  <a:txBody>
                    <a:bodyPr/>
                    <a:lstStyle/>
                    <a:p>
                      <a:r>
                        <a:rPr lang="en-US" dirty="0"/>
                        <a:t>S4</a:t>
                      </a:r>
                    </a:p>
                  </a:txBody>
                  <a:tcPr/>
                </a:tc>
                <a:tc>
                  <a:txBody>
                    <a:bodyPr/>
                    <a:lstStyle/>
                    <a:p>
                      <a:r>
                        <a:rPr lang="en-US" dirty="0"/>
                        <a:t>S2</a:t>
                      </a:r>
                    </a:p>
                  </a:txBody>
                  <a:tcPr/>
                </a:tc>
                <a:tc>
                  <a:txBody>
                    <a:bodyPr/>
                    <a:lstStyle/>
                    <a:p>
                      <a:r>
                        <a:rPr lang="en-US" dirty="0"/>
                        <a:t>S4</a:t>
                      </a:r>
                    </a:p>
                  </a:txBody>
                  <a:tcPr/>
                </a:tc>
                <a:tc>
                  <a:txBody>
                    <a:bodyPr/>
                    <a:lstStyle/>
                    <a:p>
                      <a:r>
                        <a:rPr lang="en-US" dirty="0"/>
                        <a:t>S3</a:t>
                      </a:r>
                    </a:p>
                  </a:txBody>
                  <a:tcPr/>
                </a:tc>
                <a:tc>
                  <a:txBody>
                    <a:bodyPr/>
                    <a:lstStyle/>
                    <a:p>
                      <a:r>
                        <a:rPr lang="en-US" dirty="0"/>
                        <a:t>S4</a:t>
                      </a:r>
                    </a:p>
                  </a:txBody>
                  <a:tcPr/>
                </a:tc>
                <a:tc>
                  <a:txBody>
                    <a:bodyPr/>
                    <a:lstStyle/>
                    <a:p>
                      <a:r>
                        <a:rPr lang="en-US" dirty="0"/>
                        <a:t>S5</a:t>
                      </a:r>
                    </a:p>
                  </a:txBody>
                  <a:tcPr/>
                </a:tc>
                <a:extLst>
                  <a:ext uri="{0D108BD9-81ED-4DB2-BD59-A6C34878D82A}">
                    <a16:rowId xmlns:a16="http://schemas.microsoft.com/office/drawing/2014/main" val="3722447557"/>
                  </a:ext>
                </a:extLst>
              </a:tr>
            </a:tbl>
          </a:graphicData>
        </a:graphic>
      </p:graphicFrame>
    </p:spTree>
    <p:extLst>
      <p:ext uri="{BB962C8B-B14F-4D97-AF65-F5344CB8AC3E}">
        <p14:creationId xmlns:p14="http://schemas.microsoft.com/office/powerpoint/2010/main" val="3162381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06BE8-DF64-9A48-B1D3-308FEDC4CC7F}"/>
              </a:ext>
            </a:extLst>
          </p:cNvPr>
          <p:cNvSpPr>
            <a:spLocks noGrp="1"/>
          </p:cNvSpPr>
          <p:nvPr>
            <p:ph type="title"/>
          </p:nvPr>
        </p:nvSpPr>
        <p:spPr/>
        <p:txBody>
          <a:bodyPr/>
          <a:lstStyle/>
          <a:p>
            <a:r>
              <a:rPr lang="en-US" b="1" dirty="0">
                <a:solidFill>
                  <a:schemeClr val="tx1"/>
                </a:solidFill>
              </a:rPr>
              <a:t>Activity</a:t>
            </a:r>
          </a:p>
        </p:txBody>
      </p:sp>
      <p:sp>
        <p:nvSpPr>
          <p:cNvPr id="3" name="Content Placeholder 2">
            <a:extLst>
              <a:ext uri="{FF2B5EF4-FFF2-40B4-BE49-F238E27FC236}">
                <a16:creationId xmlns:a16="http://schemas.microsoft.com/office/drawing/2014/main" id="{F572B3B7-8AC4-17B3-8E63-73657D18ED3A}"/>
              </a:ext>
            </a:extLst>
          </p:cNvPr>
          <p:cNvSpPr>
            <a:spLocks noGrp="1"/>
          </p:cNvSpPr>
          <p:nvPr>
            <p:ph idx="1"/>
          </p:nvPr>
        </p:nvSpPr>
        <p:spPr/>
        <p:txBody>
          <a:bodyPr/>
          <a:lstStyle/>
          <a:p>
            <a:r>
              <a:rPr lang="en-US" b="0" i="0" dirty="0">
                <a:solidFill>
                  <a:schemeClr val="tx1"/>
                </a:solidFill>
                <a:effectLst/>
                <a:latin typeface="Source Sans Pro" panose="020B0503030403020204" pitchFamily="34" charset="0"/>
              </a:rPr>
              <a:t>In the flight reservation login screen, consider you have to enter correct agent name and password to access the </a:t>
            </a:r>
            <a:r>
              <a:rPr lang="en-US" b="0" i="0" u="none" strike="noStrike" dirty="0">
                <a:solidFill>
                  <a:schemeClr val="tx1"/>
                </a:solidFill>
                <a:effectLst/>
                <a:latin typeface="Source Sans Pro" panose="020B0503030403020204" pitchFamily="34" charset="0"/>
                <a:hlinkClick r:id="rId2">
                  <a:extLst>
                    <a:ext uri="{A12FA001-AC4F-418D-AE19-62706E023703}">
                      <ahyp:hlinkClr xmlns:ahyp="http://schemas.microsoft.com/office/drawing/2018/hyperlinkcolor" val="tx"/>
                    </a:ext>
                  </a:extLst>
                </a:hlinkClick>
              </a:rPr>
              <a:t>flight reservation application</a:t>
            </a:r>
            <a:r>
              <a:rPr lang="en-US" b="0" i="0" dirty="0">
                <a:solidFill>
                  <a:schemeClr val="tx1"/>
                </a:solidFill>
                <a:effectLst/>
                <a:latin typeface="Source Sans Pro" panose="020B0503030403020204" pitchFamily="34" charset="0"/>
              </a:rPr>
              <a:t>.</a:t>
            </a:r>
          </a:p>
          <a:p>
            <a:pPr algn="l"/>
            <a:r>
              <a:rPr lang="en-US" b="0" i="0" dirty="0">
                <a:solidFill>
                  <a:schemeClr val="tx1"/>
                </a:solidFill>
                <a:effectLst/>
                <a:latin typeface="Source Sans Pro" panose="020B0503030403020204" pitchFamily="34" charset="0"/>
              </a:rPr>
              <a:t>It gives you the access to the application with correct password and login name, but what if you entered the wrong password.</a:t>
            </a:r>
          </a:p>
          <a:p>
            <a:pPr algn="l"/>
            <a:r>
              <a:rPr lang="en-US" b="0" i="0" dirty="0">
                <a:solidFill>
                  <a:schemeClr val="tx1"/>
                </a:solidFill>
                <a:effectLst/>
                <a:latin typeface="Source Sans Pro" panose="020B0503030403020204" pitchFamily="34" charset="0"/>
              </a:rPr>
              <a:t>The application allows three attempts, and if users enter the wrong password at 4th attempt, the system closes the application </a:t>
            </a:r>
            <a:r>
              <a:rPr lang="en-US" b="0" i="0">
                <a:solidFill>
                  <a:schemeClr val="tx1"/>
                </a:solidFill>
                <a:effectLst/>
                <a:latin typeface="Source Sans Pro" panose="020B0503030403020204" pitchFamily="34" charset="0"/>
              </a:rPr>
              <a:t>automatically.</a:t>
            </a:r>
            <a:endParaRPr lang="en-US" b="0" i="0" dirty="0">
              <a:solidFill>
                <a:schemeClr val="tx1"/>
              </a:solidFill>
              <a:effectLst/>
              <a:latin typeface="Source Sans Pro" panose="020B0503030403020204" pitchFamily="34" charset="0"/>
            </a:endParaRPr>
          </a:p>
        </p:txBody>
      </p:sp>
    </p:spTree>
    <p:extLst>
      <p:ext uri="{BB962C8B-B14F-4D97-AF65-F5344CB8AC3E}">
        <p14:creationId xmlns:p14="http://schemas.microsoft.com/office/powerpoint/2010/main" val="1199260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A155D-2959-4830-E57B-8C185D4316E9}"/>
              </a:ext>
            </a:extLst>
          </p:cNvPr>
          <p:cNvSpPr>
            <a:spLocks noGrp="1"/>
          </p:cNvSpPr>
          <p:nvPr>
            <p:ph type="title"/>
          </p:nvPr>
        </p:nvSpPr>
        <p:spPr>
          <a:xfrm>
            <a:off x="1066800" y="679658"/>
            <a:ext cx="10058400" cy="1034501"/>
          </a:xfrm>
        </p:spPr>
        <p:txBody>
          <a:bodyPr/>
          <a:lstStyle/>
          <a:p>
            <a:r>
              <a:rPr lang="en-US" b="1" dirty="0">
                <a:solidFill>
                  <a:schemeClr val="tx1"/>
                </a:solidFill>
              </a:rPr>
              <a:t>Advantages and Disadvantages</a:t>
            </a:r>
          </a:p>
        </p:txBody>
      </p:sp>
      <p:sp>
        <p:nvSpPr>
          <p:cNvPr id="3" name="Content Placeholder 2">
            <a:extLst>
              <a:ext uri="{FF2B5EF4-FFF2-40B4-BE49-F238E27FC236}">
                <a16:creationId xmlns:a16="http://schemas.microsoft.com/office/drawing/2014/main" id="{143B09A1-D1FD-DE41-A926-B108BF10EE43}"/>
              </a:ext>
            </a:extLst>
          </p:cNvPr>
          <p:cNvSpPr>
            <a:spLocks noGrp="1"/>
          </p:cNvSpPr>
          <p:nvPr>
            <p:ph sz="half" idx="1"/>
          </p:nvPr>
        </p:nvSpPr>
        <p:spPr>
          <a:xfrm>
            <a:off x="933505" y="1845735"/>
            <a:ext cx="10762625" cy="1880104"/>
          </a:xfrm>
        </p:spPr>
        <p:txBody>
          <a:bodyPr>
            <a:normAutofit lnSpcReduction="10000"/>
          </a:bodyPr>
          <a:lstStyle/>
          <a:p>
            <a:pPr marL="0" indent="0">
              <a:buNone/>
            </a:pPr>
            <a:r>
              <a:rPr lang="en-US" b="1" i="0" dirty="0">
                <a:solidFill>
                  <a:schemeClr val="tx1"/>
                </a:solidFill>
                <a:effectLst/>
                <a:latin typeface="Source Sans Pro" panose="020B0503030403020204" pitchFamily="34" charset="0"/>
              </a:rPr>
              <a:t>ADVANTAGE:</a:t>
            </a:r>
          </a:p>
          <a:p>
            <a:pPr marL="457200" indent="-457200">
              <a:buFont typeface="+mj-lt"/>
              <a:buAutoNum type="arabicPeriod"/>
            </a:pPr>
            <a:r>
              <a:rPr lang="en-US" b="0" i="0" dirty="0">
                <a:solidFill>
                  <a:schemeClr val="tx1"/>
                </a:solidFill>
                <a:effectLst/>
                <a:latin typeface="Source Sans Pro" panose="020B0503030403020204" pitchFamily="34" charset="0"/>
              </a:rPr>
              <a:t>This testing technique will provide a pictorial or tabular representation of system behavior which will make the tester to cover and understand the system behavior effectively.</a:t>
            </a:r>
            <a:endParaRPr lang="en-US" dirty="0">
              <a:solidFill>
                <a:schemeClr val="tx1"/>
              </a:solidFill>
              <a:latin typeface="Source Sans Pro" panose="020B0503030403020204" pitchFamily="34" charset="0"/>
            </a:endParaRPr>
          </a:p>
          <a:p>
            <a:pPr marL="457200" indent="-457200">
              <a:buFont typeface="+mj-lt"/>
              <a:buAutoNum type="arabicPeriod"/>
            </a:pPr>
            <a:r>
              <a:rPr lang="en-US" b="0" i="0" dirty="0">
                <a:solidFill>
                  <a:schemeClr val="tx1"/>
                </a:solidFill>
                <a:effectLst/>
                <a:latin typeface="Source Sans Pro" panose="020B0503030403020204" pitchFamily="34" charset="0"/>
              </a:rPr>
              <a:t>By using this testing, technique tester can verify that all the conditions are covered, and the results are captured</a:t>
            </a:r>
            <a:endParaRPr lang="en-US" dirty="0">
              <a:solidFill>
                <a:schemeClr val="tx1"/>
              </a:solidFill>
            </a:endParaRPr>
          </a:p>
        </p:txBody>
      </p:sp>
      <p:sp>
        <p:nvSpPr>
          <p:cNvPr id="4" name="Content Placeholder 3">
            <a:extLst>
              <a:ext uri="{FF2B5EF4-FFF2-40B4-BE49-F238E27FC236}">
                <a16:creationId xmlns:a16="http://schemas.microsoft.com/office/drawing/2014/main" id="{93A3061D-1F06-0D3D-9595-232468880D45}"/>
              </a:ext>
            </a:extLst>
          </p:cNvPr>
          <p:cNvSpPr>
            <a:spLocks noGrp="1"/>
          </p:cNvSpPr>
          <p:nvPr>
            <p:ph sz="half" idx="2"/>
          </p:nvPr>
        </p:nvSpPr>
        <p:spPr>
          <a:xfrm>
            <a:off x="933506" y="3857415"/>
            <a:ext cx="10882725" cy="2297726"/>
          </a:xfrm>
        </p:spPr>
        <p:txBody>
          <a:bodyPr>
            <a:normAutofit lnSpcReduction="10000"/>
          </a:bodyPr>
          <a:lstStyle/>
          <a:p>
            <a:r>
              <a:rPr lang="en-US" b="1" i="0" dirty="0">
                <a:solidFill>
                  <a:schemeClr val="tx1"/>
                </a:solidFill>
                <a:effectLst/>
                <a:latin typeface="Source Sans Pro" panose="020B0503030403020204" pitchFamily="34" charset="0"/>
              </a:rPr>
              <a:t>DISADVANTAGE:</a:t>
            </a:r>
          </a:p>
          <a:p>
            <a:pPr marL="457200" indent="-457200">
              <a:buFont typeface="+mj-lt"/>
              <a:buAutoNum type="arabicPeriod"/>
            </a:pPr>
            <a:r>
              <a:rPr lang="en-US" b="0" i="0" dirty="0">
                <a:solidFill>
                  <a:schemeClr val="tx1"/>
                </a:solidFill>
                <a:effectLst/>
                <a:latin typeface="Source Sans Pro" panose="020B0503030403020204" pitchFamily="34" charset="0"/>
              </a:rPr>
              <a:t>The main disadvantage of this testing technique is that we can’t rely in this technique every time. For example, if the system is not a finite system (not in sequential order), this technique cannot be used.</a:t>
            </a:r>
            <a:endParaRPr lang="en-US" dirty="0">
              <a:solidFill>
                <a:schemeClr val="tx1"/>
              </a:solidFill>
              <a:latin typeface="Source Sans Pro" panose="020B0503030403020204" pitchFamily="34" charset="0"/>
            </a:endParaRPr>
          </a:p>
          <a:p>
            <a:pPr marL="457200" indent="-457200">
              <a:buFont typeface="+mj-lt"/>
              <a:buAutoNum type="arabicPeriod"/>
            </a:pPr>
            <a:r>
              <a:rPr lang="en-US" b="0" i="0" dirty="0">
                <a:solidFill>
                  <a:schemeClr val="tx1"/>
                </a:solidFill>
                <a:effectLst/>
                <a:latin typeface="Source Sans Pro" panose="020B0503030403020204" pitchFamily="34" charset="0"/>
              </a:rPr>
              <a:t>Another disadvantage is that you have to define all the possible states of a system. While this is all right for small systems, it soon breaks down into larger systems as there is an exponential progression in the number of states.</a:t>
            </a:r>
            <a:endParaRPr lang="en-US" dirty="0">
              <a:solidFill>
                <a:schemeClr val="tx1"/>
              </a:solidFill>
            </a:endParaRPr>
          </a:p>
        </p:txBody>
      </p:sp>
    </p:spTree>
    <p:extLst>
      <p:ext uri="{BB962C8B-B14F-4D97-AF65-F5344CB8AC3E}">
        <p14:creationId xmlns:p14="http://schemas.microsoft.com/office/powerpoint/2010/main" val="3317521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23331"/>
            <a:ext cx="10058400" cy="1014029"/>
          </a:xfrm>
        </p:spPr>
        <p:txBody>
          <a:bodyPr/>
          <a:lstStyle/>
          <a:p>
            <a:r>
              <a:rPr lang="en-US" b="1" dirty="0">
                <a:solidFill>
                  <a:schemeClr val="tx1"/>
                </a:solidFill>
              </a:rPr>
              <a:t>Weather station state diagram</a:t>
            </a:r>
          </a:p>
        </p:txBody>
      </p:sp>
      <p:pic>
        <p:nvPicPr>
          <p:cNvPr id="6" name="Content Placeholder 5"/>
          <p:cNvPicPr>
            <a:picLocks noGrp="1" noChangeAspect="1"/>
          </p:cNvPicPr>
          <p:nvPr>
            <p:ph idx="1"/>
          </p:nvPr>
        </p:nvPicPr>
        <p:blipFill>
          <a:blip r:embed="rId2"/>
          <a:srcRect l="9901" r="3822"/>
          <a:stretch/>
        </p:blipFill>
        <p:spPr>
          <a:xfrm>
            <a:off x="4947020" y="1906245"/>
            <a:ext cx="6332561" cy="3352800"/>
          </a:xfrm>
          <a:prstGeom prst="rect">
            <a:avLst/>
          </a:prstGeom>
        </p:spPr>
      </p:pic>
      <p:pic>
        <p:nvPicPr>
          <p:cNvPr id="7" name="Picture 6"/>
          <p:cNvPicPr>
            <a:picLocks noChangeAspect="1"/>
          </p:cNvPicPr>
          <p:nvPr/>
        </p:nvPicPr>
        <p:blipFill>
          <a:blip r:embed="rId3"/>
          <a:stretch>
            <a:fillRect/>
          </a:stretch>
        </p:blipFill>
        <p:spPr>
          <a:xfrm>
            <a:off x="1976947" y="2524837"/>
            <a:ext cx="2640979" cy="2443163"/>
          </a:xfrm>
          <a:prstGeom prst="rect">
            <a:avLst/>
          </a:prstGeom>
        </p:spPr>
      </p:pic>
    </p:spTree>
    <p:extLst>
      <p:ext uri="{BB962C8B-B14F-4D97-AF65-F5344CB8AC3E}">
        <p14:creationId xmlns:p14="http://schemas.microsoft.com/office/powerpoint/2010/main" val="100074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991737" y="1037230"/>
            <a:ext cx="10208525" cy="3521121"/>
          </a:xfrm>
          <a:prstGeom prst="rect">
            <a:avLst/>
          </a:prstGeom>
        </p:spPr>
      </p:pic>
    </p:spTree>
    <p:extLst>
      <p:ext uri="{BB962C8B-B14F-4D97-AF65-F5344CB8AC3E}">
        <p14:creationId xmlns:p14="http://schemas.microsoft.com/office/powerpoint/2010/main" val="960832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Limitations and assumptions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The main assumptions with state transition testing are that we have identified all states and all transitions.</a:t>
            </a:r>
          </a:p>
          <a:p>
            <a:pPr>
              <a:buFont typeface="Arial" panose="020B0604020202020204" pitchFamily="34" charset="0"/>
              <a:buChar char="•"/>
            </a:pPr>
            <a:r>
              <a:rPr lang="en-US" sz="2400" dirty="0">
                <a:solidFill>
                  <a:schemeClr val="tx1"/>
                </a:solidFill>
              </a:rPr>
              <a:t> Any possible “un-identified” state or transition can lead to potential defects being left for the customer to find.</a:t>
            </a:r>
          </a:p>
        </p:txBody>
      </p:sp>
    </p:spTree>
    <p:extLst>
      <p:ext uri="{BB962C8B-B14F-4D97-AF65-F5344CB8AC3E}">
        <p14:creationId xmlns:p14="http://schemas.microsoft.com/office/powerpoint/2010/main" val="1571222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State Transition Testing</a:t>
            </a:r>
          </a:p>
        </p:txBody>
      </p:sp>
      <p:sp>
        <p:nvSpPr>
          <p:cNvPr id="3" name="Content Placeholder 2"/>
          <p:cNvSpPr>
            <a:spLocks noGrp="1"/>
          </p:cNvSpPr>
          <p:nvPr>
            <p:ph idx="1"/>
          </p:nvPr>
        </p:nvSpPr>
        <p:spPr>
          <a:xfrm>
            <a:off x="1097280" y="1867989"/>
            <a:ext cx="10808637" cy="4490697"/>
          </a:xfrm>
        </p:spPr>
        <p:txBody>
          <a:bodyPr>
            <a:normAutofit lnSpcReduction="10000"/>
          </a:bodyPr>
          <a:lstStyle/>
          <a:p>
            <a:pPr algn="just">
              <a:buFont typeface="Arial" panose="020B0604020202020204" pitchFamily="34" charset="0"/>
              <a:buChar char="•"/>
            </a:pPr>
            <a:r>
              <a:rPr lang="en-US" dirty="0">
                <a:solidFill>
                  <a:schemeClr val="tx1"/>
                </a:solidFill>
              </a:rPr>
              <a:t>A graphical representation of states and transitions quickly becomes cluttered and difficult to visualize if the graph has too many states or transitions. It is then necessary to group many different sub-states and their transitions in separate graphs showing the operation of the sub-system, with its inputs and outputs. </a:t>
            </a:r>
          </a:p>
          <a:p>
            <a:pPr algn="just">
              <a:buFont typeface="Arial" panose="020B0604020202020204" pitchFamily="34" charset="0"/>
              <a:buChar char="•"/>
            </a:pPr>
            <a:r>
              <a:rPr lang="en-US" dirty="0">
                <a:solidFill>
                  <a:schemeClr val="tx1"/>
                </a:solidFill>
              </a:rPr>
              <a:t>To identify potentially forgotten actions, it is possible to explore the system by trying all possible actions at all the possible states. </a:t>
            </a:r>
          </a:p>
          <a:p>
            <a:pPr algn="just">
              <a:buFont typeface="Arial" panose="020B0604020202020204" pitchFamily="34" charset="0"/>
              <a:buChar char="•"/>
            </a:pPr>
            <a:r>
              <a:rPr lang="en-US" dirty="0">
                <a:solidFill>
                  <a:schemeClr val="tx1"/>
                </a:solidFill>
              </a:rPr>
              <a:t>Identification of the valid states and transitions allows identification of invalid or non-authorized transitions from that state. </a:t>
            </a:r>
          </a:p>
          <a:p>
            <a:pPr algn="just">
              <a:buFont typeface="Arial" panose="020B0604020202020204" pitchFamily="34" charset="0"/>
              <a:buChar char="•"/>
            </a:pPr>
            <a:r>
              <a:rPr lang="en-US" dirty="0">
                <a:solidFill>
                  <a:schemeClr val="tx1"/>
                </a:solidFill>
              </a:rPr>
              <a:t>It is thus possible to verify that the possible actions from that state do not allow execution of invalid transactions.</a:t>
            </a:r>
          </a:p>
          <a:p>
            <a:pPr algn="just">
              <a:buFont typeface="Arial" panose="020B0604020202020204" pitchFamily="34" charset="0"/>
              <a:buChar char="•"/>
            </a:pPr>
            <a:r>
              <a:rPr lang="en-US" dirty="0">
                <a:solidFill>
                  <a:schemeClr val="tx1"/>
                </a:solidFill>
              </a:rPr>
              <a:t>Identification of invalid transitions and actions must be envisaged to ensure that such transitions and states are indeed impossible.</a:t>
            </a:r>
          </a:p>
          <a:p>
            <a:pPr algn="just">
              <a:buFont typeface="Arial" panose="020B0604020202020204" pitchFamily="34" charset="0"/>
              <a:buChar char="•"/>
            </a:pPr>
            <a:r>
              <a:rPr lang="en-US" dirty="0">
                <a:solidFill>
                  <a:schemeClr val="tx1"/>
                </a:solidFill>
              </a:rPr>
              <a:t>Analysis of valid and invalid transitions, from all possible states of a system enables the design of test conditions, and sometimes identification of transitions that were not anticipated.</a:t>
            </a:r>
          </a:p>
        </p:txBody>
      </p:sp>
    </p:spTree>
    <p:extLst>
      <p:ext uri="{BB962C8B-B14F-4D97-AF65-F5344CB8AC3E}">
        <p14:creationId xmlns:p14="http://schemas.microsoft.com/office/powerpoint/2010/main" val="4273395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1385</TotalTime>
  <Words>1013</Words>
  <Application>Microsoft Office PowerPoint</Application>
  <PresentationFormat>Widescreen</PresentationFormat>
  <Paragraphs>112</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Calibri Light</vt:lpstr>
      <vt:lpstr>Source Sans Pro</vt:lpstr>
      <vt:lpstr>Times New Roman</vt:lpstr>
      <vt:lpstr>Retrospect</vt:lpstr>
      <vt:lpstr> Software Quality Engineering</vt:lpstr>
      <vt:lpstr>State Transition Testing</vt:lpstr>
      <vt:lpstr>State Transition Testing</vt:lpstr>
      <vt:lpstr>Example</vt:lpstr>
      <vt:lpstr>Four Parts Of State Transition Diagram</vt:lpstr>
      <vt:lpstr>State Transition Testing</vt:lpstr>
      <vt:lpstr>Example 1:</vt:lpstr>
      <vt:lpstr>State Transition Diagram</vt:lpstr>
      <vt:lpstr>State Transition Table</vt:lpstr>
      <vt:lpstr>Activity</vt:lpstr>
      <vt:lpstr>Advantages and Disadvantages</vt:lpstr>
      <vt:lpstr>Weather station state diagram</vt:lpstr>
      <vt:lpstr>PowerPoint Presentation</vt:lpstr>
      <vt:lpstr>Limitations and assumptions</vt:lpstr>
      <vt:lpstr>State Transition 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2024-10-06T12:45:23Z</dcterms:modified>
</cp:coreProperties>
</file>