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40"/>
  </p:notesMasterIdLst>
  <p:sldIdLst>
    <p:sldId id="256" r:id="rId2"/>
    <p:sldId id="258" r:id="rId3"/>
    <p:sldId id="314" r:id="rId4"/>
    <p:sldId id="344" r:id="rId5"/>
    <p:sldId id="315" r:id="rId6"/>
    <p:sldId id="324" r:id="rId7"/>
    <p:sldId id="335" r:id="rId8"/>
    <p:sldId id="346" r:id="rId9"/>
    <p:sldId id="334" r:id="rId10"/>
    <p:sldId id="347" r:id="rId11"/>
    <p:sldId id="316" r:id="rId12"/>
    <p:sldId id="317" r:id="rId13"/>
    <p:sldId id="325" r:id="rId14"/>
    <p:sldId id="326" r:id="rId15"/>
    <p:sldId id="327" r:id="rId16"/>
    <p:sldId id="328" r:id="rId17"/>
    <p:sldId id="329" r:id="rId18"/>
    <p:sldId id="333" r:id="rId19"/>
    <p:sldId id="332" r:id="rId20"/>
    <p:sldId id="318" r:id="rId21"/>
    <p:sldId id="319" r:id="rId22"/>
    <p:sldId id="320" r:id="rId23"/>
    <p:sldId id="336" r:id="rId24"/>
    <p:sldId id="322" r:id="rId25"/>
    <p:sldId id="338" r:id="rId26"/>
    <p:sldId id="321" r:id="rId27"/>
    <p:sldId id="337" r:id="rId28"/>
    <p:sldId id="381" r:id="rId29"/>
    <p:sldId id="382" r:id="rId30"/>
    <p:sldId id="383" r:id="rId31"/>
    <p:sldId id="366" r:id="rId32"/>
    <p:sldId id="351" r:id="rId33"/>
    <p:sldId id="353" r:id="rId34"/>
    <p:sldId id="363" r:id="rId35"/>
    <p:sldId id="340" r:id="rId36"/>
    <p:sldId id="341" r:id="rId37"/>
    <p:sldId id="342" r:id="rId38"/>
    <p:sldId id="343" r:id="rId3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45A6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E30FDE5-F87C-4BE6-B19D-C06044992F6A}" v="121" dt="2024-10-28T13:56:22.08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441" autoAdjust="0"/>
    <p:restoredTop sz="94061" autoAdjust="0"/>
  </p:normalViewPr>
  <p:slideViewPr>
    <p:cSldViewPr snapToGrid="0">
      <p:cViewPr varScale="1">
        <p:scale>
          <a:sx n="70" d="100"/>
          <a:sy n="70" d="100"/>
        </p:scale>
        <p:origin x="720"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notesMaster" Target="notesMasters/notesMaster1.xml"/><Relationship Id="rId45"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microsoft.com/office/2015/10/relationships/revisionInfo" Target="revisionInfo.xml"/><Relationship Id="rId20" Type="http://schemas.openxmlformats.org/officeDocument/2006/relationships/slide" Target="slides/slide19.xml"/><Relationship Id="rId41"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s Alina Arshad" userId="cccdfd85-d35d-4453-9c6f-a463aae40722" providerId="ADAL" clId="{9A8D5D83-33E5-4CEE-8357-E82B508215CD}"/>
    <pc:docChg chg="undo custSel addSld delSld modSld">
      <pc:chgData name="Ms Alina Arshad" userId="cccdfd85-d35d-4453-9c6f-a463aae40722" providerId="ADAL" clId="{9A8D5D83-33E5-4CEE-8357-E82B508215CD}" dt="2024-10-15T13:06:59.573" v="504" actId="47"/>
      <pc:docMkLst>
        <pc:docMk/>
      </pc:docMkLst>
      <pc:sldChg chg="modSp add del mod">
        <pc:chgData name="Ms Alina Arshad" userId="cccdfd85-d35d-4453-9c6f-a463aae40722" providerId="ADAL" clId="{9A8D5D83-33E5-4CEE-8357-E82B508215CD}" dt="2024-10-12T09:34:30.546" v="78" actId="20577"/>
        <pc:sldMkLst>
          <pc:docMk/>
          <pc:sldMk cId="3322361034" sldId="256"/>
        </pc:sldMkLst>
        <pc:spChg chg="mod">
          <ac:chgData name="Ms Alina Arshad" userId="cccdfd85-d35d-4453-9c6f-a463aae40722" providerId="ADAL" clId="{9A8D5D83-33E5-4CEE-8357-E82B508215CD}" dt="2024-10-12T09:34:30.546" v="78" actId="20577"/>
          <ac:spMkLst>
            <pc:docMk/>
            <pc:sldMk cId="3322361034" sldId="256"/>
            <ac:spMk id="3" creationId="{44E9F82C-BBA7-3495-1097-BEDB54FFFDF4}"/>
          </ac:spMkLst>
        </pc:spChg>
      </pc:sldChg>
      <pc:sldChg chg="delSp modSp add del mod">
        <pc:chgData name="Ms Alina Arshad" userId="cccdfd85-d35d-4453-9c6f-a463aae40722" providerId="ADAL" clId="{9A8D5D83-33E5-4CEE-8357-E82B508215CD}" dt="2024-10-12T09:34:35.723" v="79" actId="47"/>
        <pc:sldMkLst>
          <pc:docMk/>
          <pc:sldMk cId="2348086917" sldId="257"/>
        </pc:sldMkLst>
        <pc:spChg chg="del mod">
          <ac:chgData name="Ms Alina Arshad" userId="cccdfd85-d35d-4453-9c6f-a463aae40722" providerId="ADAL" clId="{9A8D5D83-33E5-4CEE-8357-E82B508215CD}" dt="2024-10-12T09:34:07.866" v="57" actId="478"/>
          <ac:spMkLst>
            <pc:docMk/>
            <pc:sldMk cId="2348086917" sldId="257"/>
            <ac:spMk id="2" creationId="{00000000-0000-0000-0000-000000000000}"/>
          </ac:spMkLst>
        </pc:spChg>
        <pc:spChg chg="mod">
          <ac:chgData name="Ms Alina Arshad" userId="cccdfd85-d35d-4453-9c6f-a463aae40722" providerId="ADAL" clId="{9A8D5D83-33E5-4CEE-8357-E82B508215CD}" dt="2024-10-12T09:34:12.302" v="58" actId="207"/>
          <ac:spMkLst>
            <pc:docMk/>
            <pc:sldMk cId="2348086917" sldId="257"/>
            <ac:spMk id="5" creationId="{00000000-0000-0000-0000-000000000000}"/>
          </ac:spMkLst>
        </pc:spChg>
      </pc:sldChg>
      <pc:sldChg chg="delSp modSp add mod">
        <pc:chgData name="Ms Alina Arshad" userId="cccdfd85-d35d-4453-9c6f-a463aae40722" providerId="ADAL" clId="{9A8D5D83-33E5-4CEE-8357-E82B508215CD}" dt="2024-10-12T09:35:07.834" v="87" actId="1076"/>
        <pc:sldMkLst>
          <pc:docMk/>
          <pc:sldMk cId="987785057" sldId="258"/>
        </pc:sldMkLst>
        <pc:spChg chg="del">
          <ac:chgData name="Ms Alina Arshad" userId="cccdfd85-d35d-4453-9c6f-a463aae40722" providerId="ADAL" clId="{9A8D5D83-33E5-4CEE-8357-E82B508215CD}" dt="2024-10-12T09:34:42.887" v="80" actId="478"/>
          <ac:spMkLst>
            <pc:docMk/>
            <pc:sldMk cId="987785057" sldId="258"/>
            <ac:spMk id="2" creationId="{00000000-0000-0000-0000-000000000000}"/>
          </ac:spMkLst>
        </pc:spChg>
        <pc:spChg chg="del">
          <ac:chgData name="Ms Alina Arshad" userId="cccdfd85-d35d-4453-9c6f-a463aae40722" providerId="ADAL" clId="{9A8D5D83-33E5-4CEE-8357-E82B508215CD}" dt="2024-10-12T09:34:44.599" v="81" actId="478"/>
          <ac:spMkLst>
            <pc:docMk/>
            <pc:sldMk cId="987785057" sldId="258"/>
            <ac:spMk id="5" creationId="{00000000-0000-0000-0000-000000000000}"/>
          </ac:spMkLst>
        </pc:spChg>
        <pc:spChg chg="mod">
          <ac:chgData name="Ms Alina Arshad" userId="cccdfd85-d35d-4453-9c6f-a463aae40722" providerId="ADAL" clId="{9A8D5D83-33E5-4CEE-8357-E82B508215CD}" dt="2024-10-12T09:34:52.017" v="83" actId="113"/>
          <ac:spMkLst>
            <pc:docMk/>
            <pc:sldMk cId="987785057" sldId="258"/>
            <ac:spMk id="107522" creationId="{00000000-0000-0000-0000-000000000000}"/>
          </ac:spMkLst>
        </pc:spChg>
        <pc:spChg chg="mod">
          <ac:chgData name="Ms Alina Arshad" userId="cccdfd85-d35d-4453-9c6f-a463aae40722" providerId="ADAL" clId="{9A8D5D83-33E5-4CEE-8357-E82B508215CD}" dt="2024-10-12T09:35:07.834" v="87" actId="1076"/>
          <ac:spMkLst>
            <pc:docMk/>
            <pc:sldMk cId="987785057" sldId="258"/>
            <ac:spMk id="107523" creationId="{00000000-0000-0000-0000-000000000000}"/>
          </ac:spMkLst>
        </pc:spChg>
      </pc:sldChg>
      <pc:sldChg chg="del">
        <pc:chgData name="Ms Alina Arshad" userId="cccdfd85-d35d-4453-9c6f-a463aae40722" providerId="ADAL" clId="{9A8D5D83-33E5-4CEE-8357-E82B508215CD}" dt="2024-10-12T09:33:39.856" v="8" actId="47"/>
        <pc:sldMkLst>
          <pc:docMk/>
          <pc:sldMk cId="1325985888" sldId="279"/>
        </pc:sldMkLst>
      </pc:sldChg>
      <pc:sldChg chg="add del">
        <pc:chgData name="Ms Alina Arshad" userId="cccdfd85-d35d-4453-9c6f-a463aae40722" providerId="ADAL" clId="{9A8D5D83-33E5-4CEE-8357-E82B508215CD}" dt="2024-10-15T13:06:59.573" v="504" actId="47"/>
        <pc:sldMkLst>
          <pc:docMk/>
          <pc:sldMk cId="1032267902" sldId="313"/>
        </pc:sldMkLst>
      </pc:sldChg>
      <pc:sldChg chg="delSp modSp add mod">
        <pc:chgData name="Ms Alina Arshad" userId="cccdfd85-d35d-4453-9c6f-a463aae40722" providerId="ADAL" clId="{9A8D5D83-33E5-4CEE-8357-E82B508215CD}" dt="2024-10-15T12:13:59.402" v="216" actId="12"/>
        <pc:sldMkLst>
          <pc:docMk/>
          <pc:sldMk cId="3777174035" sldId="314"/>
        </pc:sldMkLst>
        <pc:spChg chg="mod">
          <ac:chgData name="Ms Alina Arshad" userId="cccdfd85-d35d-4453-9c6f-a463aae40722" providerId="ADAL" clId="{9A8D5D83-33E5-4CEE-8357-E82B508215CD}" dt="2024-10-15T12:13:44.792" v="215" actId="207"/>
          <ac:spMkLst>
            <pc:docMk/>
            <pc:sldMk cId="3777174035" sldId="314"/>
            <ac:spMk id="2" creationId="{00000000-0000-0000-0000-000000000000}"/>
          </ac:spMkLst>
        </pc:spChg>
        <pc:spChg chg="mod">
          <ac:chgData name="Ms Alina Arshad" userId="cccdfd85-d35d-4453-9c6f-a463aae40722" providerId="ADAL" clId="{9A8D5D83-33E5-4CEE-8357-E82B508215CD}" dt="2024-10-15T12:13:59.402" v="216" actId="12"/>
          <ac:spMkLst>
            <pc:docMk/>
            <pc:sldMk cId="3777174035" sldId="314"/>
            <ac:spMk id="3" creationId="{00000000-0000-0000-0000-000000000000}"/>
          </ac:spMkLst>
        </pc:spChg>
        <pc:spChg chg="del">
          <ac:chgData name="Ms Alina Arshad" userId="cccdfd85-d35d-4453-9c6f-a463aae40722" providerId="ADAL" clId="{9A8D5D83-33E5-4CEE-8357-E82B508215CD}" dt="2024-10-12T09:35:52.564" v="100" actId="478"/>
          <ac:spMkLst>
            <pc:docMk/>
            <pc:sldMk cId="3777174035" sldId="314"/>
            <ac:spMk id="4" creationId="{00000000-0000-0000-0000-000000000000}"/>
          </ac:spMkLst>
        </pc:spChg>
        <pc:spChg chg="del">
          <ac:chgData name="Ms Alina Arshad" userId="cccdfd85-d35d-4453-9c6f-a463aae40722" providerId="ADAL" clId="{9A8D5D83-33E5-4CEE-8357-E82B508215CD}" dt="2024-10-12T09:35:54.612" v="101" actId="478"/>
          <ac:spMkLst>
            <pc:docMk/>
            <pc:sldMk cId="3777174035" sldId="314"/>
            <ac:spMk id="5" creationId="{00000000-0000-0000-0000-000000000000}"/>
          </ac:spMkLst>
        </pc:spChg>
        <pc:picChg chg="mod">
          <ac:chgData name="Ms Alina Arshad" userId="cccdfd85-d35d-4453-9c6f-a463aae40722" providerId="ADAL" clId="{9A8D5D83-33E5-4CEE-8357-E82B508215CD}" dt="2024-10-12T09:36:03.583" v="104" actId="1076"/>
          <ac:picMkLst>
            <pc:docMk/>
            <pc:sldMk cId="3777174035" sldId="314"/>
            <ac:picMk id="6" creationId="{00000000-0000-0000-0000-000000000000}"/>
          </ac:picMkLst>
        </pc:picChg>
      </pc:sldChg>
      <pc:sldChg chg="delSp modSp add mod">
        <pc:chgData name="Ms Alina Arshad" userId="cccdfd85-d35d-4453-9c6f-a463aae40722" providerId="ADAL" clId="{9A8D5D83-33E5-4CEE-8357-E82B508215CD}" dt="2024-10-15T12:14:23.035" v="219" actId="207"/>
        <pc:sldMkLst>
          <pc:docMk/>
          <pc:sldMk cId="4181556699" sldId="315"/>
        </pc:sldMkLst>
        <pc:spChg chg="mod">
          <ac:chgData name="Ms Alina Arshad" userId="cccdfd85-d35d-4453-9c6f-a463aae40722" providerId="ADAL" clId="{9A8D5D83-33E5-4CEE-8357-E82B508215CD}" dt="2024-10-15T12:14:23.035" v="219" actId="207"/>
          <ac:spMkLst>
            <pc:docMk/>
            <pc:sldMk cId="4181556699" sldId="315"/>
            <ac:spMk id="2" creationId="{00000000-0000-0000-0000-000000000000}"/>
          </ac:spMkLst>
        </pc:spChg>
        <pc:spChg chg="mod">
          <ac:chgData name="Ms Alina Arshad" userId="cccdfd85-d35d-4453-9c6f-a463aae40722" providerId="ADAL" clId="{9A8D5D83-33E5-4CEE-8357-E82B508215CD}" dt="2024-10-12T09:36:25.741" v="114" actId="12"/>
          <ac:spMkLst>
            <pc:docMk/>
            <pc:sldMk cId="4181556699" sldId="315"/>
            <ac:spMk id="3" creationId="{00000000-0000-0000-0000-000000000000}"/>
          </ac:spMkLst>
        </pc:spChg>
        <pc:spChg chg="del">
          <ac:chgData name="Ms Alina Arshad" userId="cccdfd85-d35d-4453-9c6f-a463aae40722" providerId="ADAL" clId="{9A8D5D83-33E5-4CEE-8357-E82B508215CD}" dt="2024-10-12T09:36:13.524" v="108" actId="478"/>
          <ac:spMkLst>
            <pc:docMk/>
            <pc:sldMk cId="4181556699" sldId="315"/>
            <ac:spMk id="4" creationId="{00000000-0000-0000-0000-000000000000}"/>
          </ac:spMkLst>
        </pc:spChg>
        <pc:spChg chg="del mod">
          <ac:chgData name="Ms Alina Arshad" userId="cccdfd85-d35d-4453-9c6f-a463aae40722" providerId="ADAL" clId="{9A8D5D83-33E5-4CEE-8357-E82B508215CD}" dt="2024-10-12T09:36:18.727" v="112" actId="478"/>
          <ac:spMkLst>
            <pc:docMk/>
            <pc:sldMk cId="4181556699" sldId="315"/>
            <ac:spMk id="5" creationId="{00000000-0000-0000-0000-000000000000}"/>
          </ac:spMkLst>
        </pc:spChg>
      </pc:sldChg>
      <pc:sldChg chg="delSp modSp add mod">
        <pc:chgData name="Ms Alina Arshad" userId="cccdfd85-d35d-4453-9c6f-a463aae40722" providerId="ADAL" clId="{9A8D5D83-33E5-4CEE-8357-E82B508215CD}" dt="2024-10-12T09:36:43.549" v="118" actId="113"/>
        <pc:sldMkLst>
          <pc:docMk/>
          <pc:sldMk cId="1268528167" sldId="316"/>
        </pc:sldMkLst>
        <pc:spChg chg="mod">
          <ac:chgData name="Ms Alina Arshad" userId="cccdfd85-d35d-4453-9c6f-a463aae40722" providerId="ADAL" clId="{9A8D5D83-33E5-4CEE-8357-E82B508215CD}" dt="2024-10-12T09:36:43.549" v="118" actId="113"/>
          <ac:spMkLst>
            <pc:docMk/>
            <pc:sldMk cId="1268528167" sldId="316"/>
            <ac:spMk id="2" creationId="{00000000-0000-0000-0000-000000000000}"/>
          </ac:spMkLst>
        </pc:spChg>
        <pc:spChg chg="mod">
          <ac:chgData name="Ms Alina Arshad" userId="cccdfd85-d35d-4453-9c6f-a463aae40722" providerId="ADAL" clId="{9A8D5D83-33E5-4CEE-8357-E82B508215CD}" dt="2024-10-12T09:36:40.496" v="117" actId="207"/>
          <ac:spMkLst>
            <pc:docMk/>
            <pc:sldMk cId="1268528167" sldId="316"/>
            <ac:spMk id="3" creationId="{00000000-0000-0000-0000-000000000000}"/>
          </ac:spMkLst>
        </pc:spChg>
        <pc:spChg chg="del">
          <ac:chgData name="Ms Alina Arshad" userId="cccdfd85-d35d-4453-9c6f-a463aae40722" providerId="ADAL" clId="{9A8D5D83-33E5-4CEE-8357-E82B508215CD}" dt="2024-10-12T09:36:33.872" v="115" actId="478"/>
          <ac:spMkLst>
            <pc:docMk/>
            <pc:sldMk cId="1268528167" sldId="316"/>
            <ac:spMk id="4" creationId="{00000000-0000-0000-0000-000000000000}"/>
          </ac:spMkLst>
        </pc:spChg>
        <pc:spChg chg="del">
          <ac:chgData name="Ms Alina Arshad" userId="cccdfd85-d35d-4453-9c6f-a463aae40722" providerId="ADAL" clId="{9A8D5D83-33E5-4CEE-8357-E82B508215CD}" dt="2024-10-12T09:36:36.044" v="116" actId="478"/>
          <ac:spMkLst>
            <pc:docMk/>
            <pc:sldMk cId="1268528167" sldId="316"/>
            <ac:spMk id="5" creationId="{00000000-0000-0000-0000-000000000000}"/>
          </ac:spMkLst>
        </pc:spChg>
      </pc:sldChg>
      <pc:sldChg chg="delSp modSp add mod modAnim">
        <pc:chgData name="Ms Alina Arshad" userId="cccdfd85-d35d-4453-9c6f-a463aae40722" providerId="ADAL" clId="{9A8D5D83-33E5-4CEE-8357-E82B508215CD}" dt="2024-10-15T12:38:10.005" v="254" actId="20577"/>
        <pc:sldMkLst>
          <pc:docMk/>
          <pc:sldMk cId="2565091885" sldId="317"/>
        </pc:sldMkLst>
        <pc:spChg chg="mod">
          <ac:chgData name="Ms Alina Arshad" userId="cccdfd85-d35d-4453-9c6f-a463aae40722" providerId="ADAL" clId="{9A8D5D83-33E5-4CEE-8357-E82B508215CD}" dt="2024-10-12T09:36:51.499" v="121" actId="14100"/>
          <ac:spMkLst>
            <pc:docMk/>
            <pc:sldMk cId="2565091885" sldId="317"/>
            <ac:spMk id="2" creationId="{00000000-0000-0000-0000-000000000000}"/>
          </ac:spMkLst>
        </pc:spChg>
        <pc:spChg chg="mod">
          <ac:chgData name="Ms Alina Arshad" userId="cccdfd85-d35d-4453-9c6f-a463aae40722" providerId="ADAL" clId="{9A8D5D83-33E5-4CEE-8357-E82B508215CD}" dt="2024-10-15T12:38:10.005" v="254" actId="20577"/>
          <ac:spMkLst>
            <pc:docMk/>
            <pc:sldMk cId="2565091885" sldId="317"/>
            <ac:spMk id="3" creationId="{00000000-0000-0000-0000-000000000000}"/>
          </ac:spMkLst>
        </pc:spChg>
        <pc:spChg chg="del">
          <ac:chgData name="Ms Alina Arshad" userId="cccdfd85-d35d-4453-9c6f-a463aae40722" providerId="ADAL" clId="{9A8D5D83-33E5-4CEE-8357-E82B508215CD}" dt="2024-10-12T09:37:32.238" v="139" actId="478"/>
          <ac:spMkLst>
            <pc:docMk/>
            <pc:sldMk cId="2565091885" sldId="317"/>
            <ac:spMk id="4" creationId="{00000000-0000-0000-0000-000000000000}"/>
          </ac:spMkLst>
        </pc:spChg>
        <pc:spChg chg="del">
          <ac:chgData name="Ms Alina Arshad" userId="cccdfd85-d35d-4453-9c6f-a463aae40722" providerId="ADAL" clId="{9A8D5D83-33E5-4CEE-8357-E82B508215CD}" dt="2024-10-12T09:37:34.863" v="140" actId="478"/>
          <ac:spMkLst>
            <pc:docMk/>
            <pc:sldMk cId="2565091885" sldId="317"/>
            <ac:spMk id="5" creationId="{00000000-0000-0000-0000-000000000000}"/>
          </ac:spMkLst>
        </pc:spChg>
      </pc:sldChg>
      <pc:sldChg chg="delSp modSp add mod">
        <pc:chgData name="Ms Alina Arshad" userId="cccdfd85-d35d-4453-9c6f-a463aae40722" providerId="ADAL" clId="{9A8D5D83-33E5-4CEE-8357-E82B508215CD}" dt="2024-10-15T12:38:46.303" v="262"/>
        <pc:sldMkLst>
          <pc:docMk/>
          <pc:sldMk cId="3888176007" sldId="318"/>
        </pc:sldMkLst>
        <pc:spChg chg="mod">
          <ac:chgData name="Ms Alina Arshad" userId="cccdfd85-d35d-4453-9c6f-a463aae40722" providerId="ADAL" clId="{9A8D5D83-33E5-4CEE-8357-E82B508215CD}" dt="2024-10-12T09:37:46.333" v="142" actId="113"/>
          <ac:spMkLst>
            <pc:docMk/>
            <pc:sldMk cId="3888176007" sldId="318"/>
            <ac:spMk id="2" creationId="{00000000-0000-0000-0000-000000000000}"/>
          </ac:spMkLst>
        </pc:spChg>
        <pc:spChg chg="mod">
          <ac:chgData name="Ms Alina Arshad" userId="cccdfd85-d35d-4453-9c6f-a463aae40722" providerId="ADAL" clId="{9A8D5D83-33E5-4CEE-8357-E82B508215CD}" dt="2024-10-15T12:38:46.303" v="262"/>
          <ac:spMkLst>
            <pc:docMk/>
            <pc:sldMk cId="3888176007" sldId="318"/>
            <ac:spMk id="3" creationId="{00000000-0000-0000-0000-000000000000}"/>
          </ac:spMkLst>
        </pc:spChg>
        <pc:spChg chg="del">
          <ac:chgData name="Ms Alina Arshad" userId="cccdfd85-d35d-4453-9c6f-a463aae40722" providerId="ADAL" clId="{9A8D5D83-33E5-4CEE-8357-E82B508215CD}" dt="2024-10-12T09:38:01.349" v="146" actId="478"/>
          <ac:spMkLst>
            <pc:docMk/>
            <pc:sldMk cId="3888176007" sldId="318"/>
            <ac:spMk id="4" creationId="{00000000-0000-0000-0000-000000000000}"/>
          </ac:spMkLst>
        </pc:spChg>
        <pc:spChg chg="del">
          <ac:chgData name="Ms Alina Arshad" userId="cccdfd85-d35d-4453-9c6f-a463aae40722" providerId="ADAL" clId="{9A8D5D83-33E5-4CEE-8357-E82B508215CD}" dt="2024-10-12T09:38:03.298" v="147" actId="478"/>
          <ac:spMkLst>
            <pc:docMk/>
            <pc:sldMk cId="3888176007" sldId="318"/>
            <ac:spMk id="5" creationId="{00000000-0000-0000-0000-000000000000}"/>
          </ac:spMkLst>
        </pc:spChg>
      </pc:sldChg>
      <pc:sldChg chg="delSp modSp add mod">
        <pc:chgData name="Ms Alina Arshad" userId="cccdfd85-d35d-4453-9c6f-a463aae40722" providerId="ADAL" clId="{9A8D5D83-33E5-4CEE-8357-E82B508215CD}" dt="2024-10-15T12:40:41.122" v="311" actId="14100"/>
        <pc:sldMkLst>
          <pc:docMk/>
          <pc:sldMk cId="3310025659" sldId="319"/>
        </pc:sldMkLst>
        <pc:spChg chg="mod">
          <ac:chgData name="Ms Alina Arshad" userId="cccdfd85-d35d-4453-9c6f-a463aae40722" providerId="ADAL" clId="{9A8D5D83-33E5-4CEE-8357-E82B508215CD}" dt="2024-10-12T09:38:11.636" v="149" actId="113"/>
          <ac:spMkLst>
            <pc:docMk/>
            <pc:sldMk cId="3310025659" sldId="319"/>
            <ac:spMk id="2" creationId="{00000000-0000-0000-0000-000000000000}"/>
          </ac:spMkLst>
        </pc:spChg>
        <pc:spChg chg="mod">
          <ac:chgData name="Ms Alina Arshad" userId="cccdfd85-d35d-4453-9c6f-a463aae40722" providerId="ADAL" clId="{9A8D5D83-33E5-4CEE-8357-E82B508215CD}" dt="2024-10-15T12:40:22.924" v="306" actId="313"/>
          <ac:spMkLst>
            <pc:docMk/>
            <pc:sldMk cId="3310025659" sldId="319"/>
            <ac:spMk id="3" creationId="{00000000-0000-0000-0000-000000000000}"/>
          </ac:spMkLst>
        </pc:spChg>
        <pc:spChg chg="del">
          <ac:chgData name="Ms Alina Arshad" userId="cccdfd85-d35d-4453-9c6f-a463aae40722" providerId="ADAL" clId="{9A8D5D83-33E5-4CEE-8357-E82B508215CD}" dt="2024-10-12T09:38:26.777" v="151" actId="478"/>
          <ac:spMkLst>
            <pc:docMk/>
            <pc:sldMk cId="3310025659" sldId="319"/>
            <ac:spMk id="4" creationId="{00000000-0000-0000-0000-000000000000}"/>
          </ac:spMkLst>
        </pc:spChg>
        <pc:spChg chg="del">
          <ac:chgData name="Ms Alina Arshad" userId="cccdfd85-d35d-4453-9c6f-a463aae40722" providerId="ADAL" clId="{9A8D5D83-33E5-4CEE-8357-E82B508215CD}" dt="2024-10-12T09:38:30.524" v="152" actId="478"/>
          <ac:spMkLst>
            <pc:docMk/>
            <pc:sldMk cId="3310025659" sldId="319"/>
            <ac:spMk id="5" creationId="{00000000-0000-0000-0000-000000000000}"/>
          </ac:spMkLst>
        </pc:spChg>
        <pc:picChg chg="mod">
          <ac:chgData name="Ms Alina Arshad" userId="cccdfd85-d35d-4453-9c6f-a463aae40722" providerId="ADAL" clId="{9A8D5D83-33E5-4CEE-8357-E82B508215CD}" dt="2024-10-15T12:39:52.680" v="275" actId="1076"/>
          <ac:picMkLst>
            <pc:docMk/>
            <pc:sldMk cId="3310025659" sldId="319"/>
            <ac:picMk id="6" creationId="{00000000-0000-0000-0000-000000000000}"/>
          </ac:picMkLst>
        </pc:picChg>
        <pc:picChg chg="mod">
          <ac:chgData name="Ms Alina Arshad" userId="cccdfd85-d35d-4453-9c6f-a463aae40722" providerId="ADAL" clId="{9A8D5D83-33E5-4CEE-8357-E82B508215CD}" dt="2024-10-15T12:40:41.122" v="311" actId="14100"/>
          <ac:picMkLst>
            <pc:docMk/>
            <pc:sldMk cId="3310025659" sldId="319"/>
            <ac:picMk id="7" creationId="{00000000-0000-0000-0000-000000000000}"/>
          </ac:picMkLst>
        </pc:picChg>
      </pc:sldChg>
      <pc:sldChg chg="delSp modSp add mod">
        <pc:chgData name="Ms Alina Arshad" userId="cccdfd85-d35d-4453-9c6f-a463aae40722" providerId="ADAL" clId="{9A8D5D83-33E5-4CEE-8357-E82B508215CD}" dt="2024-10-12T09:39:02.419" v="163" actId="478"/>
        <pc:sldMkLst>
          <pc:docMk/>
          <pc:sldMk cId="339546399" sldId="320"/>
        </pc:sldMkLst>
        <pc:spChg chg="mod">
          <ac:chgData name="Ms Alina Arshad" userId="cccdfd85-d35d-4453-9c6f-a463aae40722" providerId="ADAL" clId="{9A8D5D83-33E5-4CEE-8357-E82B508215CD}" dt="2024-10-12T09:38:54.065" v="160" actId="113"/>
          <ac:spMkLst>
            <pc:docMk/>
            <pc:sldMk cId="339546399" sldId="320"/>
            <ac:spMk id="2" creationId="{00000000-0000-0000-0000-000000000000}"/>
          </ac:spMkLst>
        </pc:spChg>
        <pc:spChg chg="mod">
          <ac:chgData name="Ms Alina Arshad" userId="cccdfd85-d35d-4453-9c6f-a463aae40722" providerId="ADAL" clId="{9A8D5D83-33E5-4CEE-8357-E82B508215CD}" dt="2024-10-12T09:38:58.052" v="161" actId="207"/>
          <ac:spMkLst>
            <pc:docMk/>
            <pc:sldMk cId="339546399" sldId="320"/>
            <ac:spMk id="3" creationId="{00000000-0000-0000-0000-000000000000}"/>
          </ac:spMkLst>
        </pc:spChg>
        <pc:spChg chg="del">
          <ac:chgData name="Ms Alina Arshad" userId="cccdfd85-d35d-4453-9c6f-a463aae40722" providerId="ADAL" clId="{9A8D5D83-33E5-4CEE-8357-E82B508215CD}" dt="2024-10-12T09:39:00.370" v="162" actId="478"/>
          <ac:spMkLst>
            <pc:docMk/>
            <pc:sldMk cId="339546399" sldId="320"/>
            <ac:spMk id="4" creationId="{00000000-0000-0000-0000-000000000000}"/>
          </ac:spMkLst>
        </pc:spChg>
        <pc:spChg chg="del">
          <ac:chgData name="Ms Alina Arshad" userId="cccdfd85-d35d-4453-9c6f-a463aae40722" providerId="ADAL" clId="{9A8D5D83-33E5-4CEE-8357-E82B508215CD}" dt="2024-10-12T09:39:02.419" v="163" actId="478"/>
          <ac:spMkLst>
            <pc:docMk/>
            <pc:sldMk cId="339546399" sldId="320"/>
            <ac:spMk id="5" creationId="{00000000-0000-0000-0000-000000000000}"/>
          </ac:spMkLst>
        </pc:spChg>
      </pc:sldChg>
      <pc:sldChg chg="delSp modSp add mod">
        <pc:chgData name="Ms Alina Arshad" userId="cccdfd85-d35d-4453-9c6f-a463aae40722" providerId="ADAL" clId="{9A8D5D83-33E5-4CEE-8357-E82B508215CD}" dt="2024-10-12T09:39:20.468" v="168" actId="478"/>
        <pc:sldMkLst>
          <pc:docMk/>
          <pc:sldMk cId="820248258" sldId="321"/>
        </pc:sldMkLst>
        <pc:spChg chg="mod">
          <ac:chgData name="Ms Alina Arshad" userId="cccdfd85-d35d-4453-9c6f-a463aae40722" providerId="ADAL" clId="{9A8D5D83-33E5-4CEE-8357-E82B508215CD}" dt="2024-10-12T09:39:12.069" v="165" actId="113"/>
          <ac:spMkLst>
            <pc:docMk/>
            <pc:sldMk cId="820248258" sldId="321"/>
            <ac:spMk id="2" creationId="{00000000-0000-0000-0000-000000000000}"/>
          </ac:spMkLst>
        </pc:spChg>
        <pc:spChg chg="mod">
          <ac:chgData name="Ms Alina Arshad" userId="cccdfd85-d35d-4453-9c6f-a463aae40722" providerId="ADAL" clId="{9A8D5D83-33E5-4CEE-8357-E82B508215CD}" dt="2024-10-12T09:39:15.540" v="166" actId="207"/>
          <ac:spMkLst>
            <pc:docMk/>
            <pc:sldMk cId="820248258" sldId="321"/>
            <ac:spMk id="3" creationId="{00000000-0000-0000-0000-000000000000}"/>
          </ac:spMkLst>
        </pc:spChg>
        <pc:spChg chg="del">
          <ac:chgData name="Ms Alina Arshad" userId="cccdfd85-d35d-4453-9c6f-a463aae40722" providerId="ADAL" clId="{9A8D5D83-33E5-4CEE-8357-E82B508215CD}" dt="2024-10-12T09:39:18.351" v="167" actId="478"/>
          <ac:spMkLst>
            <pc:docMk/>
            <pc:sldMk cId="820248258" sldId="321"/>
            <ac:spMk id="4" creationId="{00000000-0000-0000-0000-000000000000}"/>
          </ac:spMkLst>
        </pc:spChg>
        <pc:spChg chg="del">
          <ac:chgData name="Ms Alina Arshad" userId="cccdfd85-d35d-4453-9c6f-a463aae40722" providerId="ADAL" clId="{9A8D5D83-33E5-4CEE-8357-E82B508215CD}" dt="2024-10-12T09:39:20.468" v="168" actId="478"/>
          <ac:spMkLst>
            <pc:docMk/>
            <pc:sldMk cId="820248258" sldId="321"/>
            <ac:spMk id="5" creationId="{00000000-0000-0000-0000-000000000000}"/>
          </ac:spMkLst>
        </pc:spChg>
      </pc:sldChg>
      <pc:sldChg chg="delSp modSp add mod">
        <pc:chgData name="Ms Alina Arshad" userId="cccdfd85-d35d-4453-9c6f-a463aae40722" providerId="ADAL" clId="{9A8D5D83-33E5-4CEE-8357-E82B508215CD}" dt="2024-10-12T09:40:07.290" v="189" actId="478"/>
        <pc:sldMkLst>
          <pc:docMk/>
          <pc:sldMk cId="302804215" sldId="322"/>
        </pc:sldMkLst>
        <pc:spChg chg="mod">
          <ac:chgData name="Ms Alina Arshad" userId="cccdfd85-d35d-4453-9c6f-a463aae40722" providerId="ADAL" clId="{9A8D5D83-33E5-4CEE-8357-E82B508215CD}" dt="2024-10-12T09:39:26.073" v="169" actId="207"/>
          <ac:spMkLst>
            <pc:docMk/>
            <pc:sldMk cId="302804215" sldId="322"/>
            <ac:spMk id="2" creationId="{00000000-0000-0000-0000-000000000000}"/>
          </ac:spMkLst>
        </pc:spChg>
        <pc:spChg chg="mod">
          <ac:chgData name="Ms Alina Arshad" userId="cccdfd85-d35d-4453-9c6f-a463aae40722" providerId="ADAL" clId="{9A8D5D83-33E5-4CEE-8357-E82B508215CD}" dt="2024-10-12T09:40:04.097" v="187" actId="12"/>
          <ac:spMkLst>
            <pc:docMk/>
            <pc:sldMk cId="302804215" sldId="322"/>
            <ac:spMk id="3" creationId="{00000000-0000-0000-0000-000000000000}"/>
          </ac:spMkLst>
        </pc:spChg>
        <pc:spChg chg="del">
          <ac:chgData name="Ms Alina Arshad" userId="cccdfd85-d35d-4453-9c6f-a463aae40722" providerId="ADAL" clId="{9A8D5D83-33E5-4CEE-8357-E82B508215CD}" dt="2024-10-12T09:40:05.708" v="188" actId="478"/>
          <ac:spMkLst>
            <pc:docMk/>
            <pc:sldMk cId="302804215" sldId="322"/>
            <ac:spMk id="4" creationId="{00000000-0000-0000-0000-000000000000}"/>
          </ac:spMkLst>
        </pc:spChg>
        <pc:spChg chg="del">
          <ac:chgData name="Ms Alina Arshad" userId="cccdfd85-d35d-4453-9c6f-a463aae40722" providerId="ADAL" clId="{9A8D5D83-33E5-4CEE-8357-E82B508215CD}" dt="2024-10-12T09:40:07.290" v="189" actId="478"/>
          <ac:spMkLst>
            <pc:docMk/>
            <pc:sldMk cId="302804215" sldId="322"/>
            <ac:spMk id="5" creationId="{00000000-0000-0000-0000-000000000000}"/>
          </ac:spMkLst>
        </pc:spChg>
      </pc:sldChg>
      <pc:sldChg chg="delSp modSp add mod">
        <pc:chgData name="Ms Alina Arshad" userId="cccdfd85-d35d-4453-9c6f-a463aae40722" providerId="ADAL" clId="{9A8D5D83-33E5-4CEE-8357-E82B508215CD}" dt="2024-10-12T09:40:34.708" v="196" actId="478"/>
        <pc:sldMkLst>
          <pc:docMk/>
          <pc:sldMk cId="3966666735" sldId="323"/>
        </pc:sldMkLst>
        <pc:spChg chg="mod">
          <ac:chgData name="Ms Alina Arshad" userId="cccdfd85-d35d-4453-9c6f-a463aae40722" providerId="ADAL" clId="{9A8D5D83-33E5-4CEE-8357-E82B508215CD}" dt="2024-10-12T09:40:19.072" v="190" actId="207"/>
          <ac:spMkLst>
            <pc:docMk/>
            <pc:sldMk cId="3966666735" sldId="323"/>
            <ac:spMk id="2" creationId="{00000000-0000-0000-0000-000000000000}"/>
          </ac:spMkLst>
        </pc:spChg>
        <pc:spChg chg="mod">
          <ac:chgData name="Ms Alina Arshad" userId="cccdfd85-d35d-4453-9c6f-a463aae40722" providerId="ADAL" clId="{9A8D5D83-33E5-4CEE-8357-E82B508215CD}" dt="2024-10-12T09:40:23.893" v="191" actId="207"/>
          <ac:spMkLst>
            <pc:docMk/>
            <pc:sldMk cId="3966666735" sldId="323"/>
            <ac:spMk id="3" creationId="{00000000-0000-0000-0000-000000000000}"/>
          </ac:spMkLst>
        </pc:spChg>
        <pc:spChg chg="del">
          <ac:chgData name="Ms Alina Arshad" userId="cccdfd85-d35d-4453-9c6f-a463aae40722" providerId="ADAL" clId="{9A8D5D83-33E5-4CEE-8357-E82B508215CD}" dt="2024-10-12T09:40:27.733" v="192" actId="478"/>
          <ac:spMkLst>
            <pc:docMk/>
            <pc:sldMk cId="3966666735" sldId="323"/>
            <ac:spMk id="4" creationId="{00000000-0000-0000-0000-000000000000}"/>
          </ac:spMkLst>
        </pc:spChg>
        <pc:spChg chg="del mod">
          <ac:chgData name="Ms Alina Arshad" userId="cccdfd85-d35d-4453-9c6f-a463aae40722" providerId="ADAL" clId="{9A8D5D83-33E5-4CEE-8357-E82B508215CD}" dt="2024-10-12T09:40:34.708" v="196" actId="478"/>
          <ac:spMkLst>
            <pc:docMk/>
            <pc:sldMk cId="3966666735" sldId="323"/>
            <ac:spMk id="5" creationId="{00000000-0000-0000-0000-000000000000}"/>
          </ac:spMkLst>
        </pc:spChg>
      </pc:sldChg>
      <pc:sldChg chg="addSp delSp modSp add del mod">
        <pc:chgData name="Ms Alina Arshad" userId="cccdfd85-d35d-4453-9c6f-a463aae40722" providerId="ADAL" clId="{9A8D5D83-33E5-4CEE-8357-E82B508215CD}" dt="2024-10-15T12:41:32.489" v="317" actId="47"/>
        <pc:sldMkLst>
          <pc:docMk/>
          <pc:sldMk cId="2040789729" sldId="324"/>
        </pc:sldMkLst>
        <pc:spChg chg="del mod">
          <ac:chgData name="Ms Alina Arshad" userId="cccdfd85-d35d-4453-9c6f-a463aae40722" providerId="ADAL" clId="{9A8D5D83-33E5-4CEE-8357-E82B508215CD}" dt="2024-10-15T12:41:26.525" v="315" actId="21"/>
          <ac:spMkLst>
            <pc:docMk/>
            <pc:sldMk cId="2040789729" sldId="324"/>
            <ac:spMk id="2" creationId="{00000000-0000-0000-0000-000000000000}"/>
          </ac:spMkLst>
        </pc:spChg>
        <pc:spChg chg="del">
          <ac:chgData name="Ms Alina Arshad" userId="cccdfd85-d35d-4453-9c6f-a463aae40722" providerId="ADAL" clId="{9A8D5D83-33E5-4CEE-8357-E82B508215CD}" dt="2024-10-15T12:41:11.647" v="312" actId="478"/>
          <ac:spMkLst>
            <pc:docMk/>
            <pc:sldMk cId="2040789729" sldId="324"/>
            <ac:spMk id="4" creationId="{00000000-0000-0000-0000-000000000000}"/>
          </ac:spMkLst>
        </pc:spChg>
        <pc:spChg chg="del">
          <ac:chgData name="Ms Alina Arshad" userId="cccdfd85-d35d-4453-9c6f-a463aae40722" providerId="ADAL" clId="{9A8D5D83-33E5-4CEE-8357-E82B508215CD}" dt="2024-10-12T09:40:53.357" v="201" actId="478"/>
          <ac:spMkLst>
            <pc:docMk/>
            <pc:sldMk cId="2040789729" sldId="324"/>
            <ac:spMk id="5" creationId="{00000000-0000-0000-0000-000000000000}"/>
          </ac:spMkLst>
        </pc:spChg>
        <pc:spChg chg="add mod">
          <ac:chgData name="Ms Alina Arshad" userId="cccdfd85-d35d-4453-9c6f-a463aae40722" providerId="ADAL" clId="{9A8D5D83-33E5-4CEE-8357-E82B508215CD}" dt="2024-10-15T12:41:26.525" v="315" actId="21"/>
          <ac:spMkLst>
            <pc:docMk/>
            <pc:sldMk cId="2040789729" sldId="324"/>
            <ac:spMk id="5" creationId="{C4419CA4-2816-8078-291D-49A5C5EF7EBD}"/>
          </ac:spMkLst>
        </pc:spChg>
        <pc:spChg chg="add mod">
          <ac:chgData name="Ms Alina Arshad" userId="cccdfd85-d35d-4453-9c6f-a463aae40722" providerId="ADAL" clId="{9A8D5D83-33E5-4CEE-8357-E82B508215CD}" dt="2024-10-15T12:41:26.525" v="315" actId="21"/>
          <ac:spMkLst>
            <pc:docMk/>
            <pc:sldMk cId="2040789729" sldId="324"/>
            <ac:spMk id="9" creationId="{7373F223-8CB8-97EB-366F-8CF36E93DCFE}"/>
          </ac:spMkLst>
        </pc:spChg>
        <pc:picChg chg="del mod">
          <ac:chgData name="Ms Alina Arshad" userId="cccdfd85-d35d-4453-9c6f-a463aae40722" providerId="ADAL" clId="{9A8D5D83-33E5-4CEE-8357-E82B508215CD}" dt="2024-10-15T12:41:26.525" v="315" actId="21"/>
          <ac:picMkLst>
            <pc:docMk/>
            <pc:sldMk cId="2040789729" sldId="324"/>
            <ac:picMk id="6" creationId="{00000000-0000-0000-0000-000000000000}"/>
          </ac:picMkLst>
        </pc:picChg>
        <pc:picChg chg="del">
          <ac:chgData name="Ms Alina Arshad" userId="cccdfd85-d35d-4453-9c6f-a463aae40722" providerId="ADAL" clId="{9A8D5D83-33E5-4CEE-8357-E82B508215CD}" dt="2024-10-15T12:41:26.525" v="315" actId="21"/>
          <ac:picMkLst>
            <pc:docMk/>
            <pc:sldMk cId="2040789729" sldId="324"/>
            <ac:picMk id="7" creationId="{00000000-0000-0000-0000-000000000000}"/>
          </ac:picMkLst>
        </pc:picChg>
      </pc:sldChg>
      <pc:sldChg chg="delSp modSp add mod">
        <pc:chgData name="Ms Alina Arshad" userId="cccdfd85-d35d-4453-9c6f-a463aae40722" providerId="ADAL" clId="{9A8D5D83-33E5-4CEE-8357-E82B508215CD}" dt="2024-10-12T09:35:29.940" v="93" actId="478"/>
        <pc:sldMkLst>
          <pc:docMk/>
          <pc:sldMk cId="2110059545" sldId="325"/>
        </pc:sldMkLst>
        <pc:spChg chg="del">
          <ac:chgData name="Ms Alina Arshad" userId="cccdfd85-d35d-4453-9c6f-a463aae40722" providerId="ADAL" clId="{9A8D5D83-33E5-4CEE-8357-E82B508215CD}" dt="2024-10-12T09:35:12.400" v="88" actId="478"/>
          <ac:spMkLst>
            <pc:docMk/>
            <pc:sldMk cId="2110059545" sldId="325"/>
            <ac:spMk id="2" creationId="{00000000-0000-0000-0000-000000000000}"/>
          </ac:spMkLst>
        </pc:spChg>
        <pc:spChg chg="del">
          <ac:chgData name="Ms Alina Arshad" userId="cccdfd85-d35d-4453-9c6f-a463aae40722" providerId="ADAL" clId="{9A8D5D83-33E5-4CEE-8357-E82B508215CD}" dt="2024-10-12T09:35:27.641" v="92" actId="478"/>
          <ac:spMkLst>
            <pc:docMk/>
            <pc:sldMk cId="2110059545" sldId="325"/>
            <ac:spMk id="4" creationId="{00000000-0000-0000-0000-000000000000}"/>
          </ac:spMkLst>
        </pc:spChg>
        <pc:spChg chg="del">
          <ac:chgData name="Ms Alina Arshad" userId="cccdfd85-d35d-4453-9c6f-a463aae40722" providerId="ADAL" clId="{9A8D5D83-33E5-4CEE-8357-E82B508215CD}" dt="2024-10-12T09:35:29.940" v="93" actId="478"/>
          <ac:spMkLst>
            <pc:docMk/>
            <pc:sldMk cId="2110059545" sldId="325"/>
            <ac:spMk id="5" creationId="{00000000-0000-0000-0000-000000000000}"/>
          </ac:spMkLst>
        </pc:spChg>
        <pc:picChg chg="mod">
          <ac:chgData name="Ms Alina Arshad" userId="cccdfd85-d35d-4453-9c6f-a463aae40722" providerId="ADAL" clId="{9A8D5D83-33E5-4CEE-8357-E82B508215CD}" dt="2024-10-12T09:35:24.142" v="91" actId="1076"/>
          <ac:picMkLst>
            <pc:docMk/>
            <pc:sldMk cId="2110059545" sldId="325"/>
            <ac:picMk id="6" creationId="{00000000-0000-0000-0000-000000000000}"/>
          </ac:picMkLst>
        </pc:picChg>
      </pc:sldChg>
      <pc:sldChg chg="delSp modSp add mod">
        <pc:chgData name="Ms Alina Arshad" userId="cccdfd85-d35d-4453-9c6f-a463aae40722" providerId="ADAL" clId="{9A8D5D83-33E5-4CEE-8357-E82B508215CD}" dt="2024-10-12T09:38:45.722" v="158" actId="478"/>
        <pc:sldMkLst>
          <pc:docMk/>
          <pc:sldMk cId="1890923545" sldId="326"/>
        </pc:sldMkLst>
        <pc:spChg chg="mod">
          <ac:chgData name="Ms Alina Arshad" userId="cccdfd85-d35d-4453-9c6f-a463aae40722" providerId="ADAL" clId="{9A8D5D83-33E5-4CEE-8357-E82B508215CD}" dt="2024-10-12T09:38:38.608" v="155" actId="14100"/>
          <ac:spMkLst>
            <pc:docMk/>
            <pc:sldMk cId="1890923545" sldId="326"/>
            <ac:spMk id="2" creationId="{00000000-0000-0000-0000-000000000000}"/>
          </ac:spMkLst>
        </pc:spChg>
        <pc:spChg chg="del">
          <ac:chgData name="Ms Alina Arshad" userId="cccdfd85-d35d-4453-9c6f-a463aae40722" providerId="ADAL" clId="{9A8D5D83-33E5-4CEE-8357-E82B508215CD}" dt="2024-10-12T09:38:43.043" v="157" actId="478"/>
          <ac:spMkLst>
            <pc:docMk/>
            <pc:sldMk cId="1890923545" sldId="326"/>
            <ac:spMk id="4" creationId="{00000000-0000-0000-0000-000000000000}"/>
          </ac:spMkLst>
        </pc:spChg>
        <pc:spChg chg="del">
          <ac:chgData name="Ms Alina Arshad" userId="cccdfd85-d35d-4453-9c6f-a463aae40722" providerId="ADAL" clId="{9A8D5D83-33E5-4CEE-8357-E82B508215CD}" dt="2024-10-12T09:38:45.722" v="158" actId="478"/>
          <ac:spMkLst>
            <pc:docMk/>
            <pc:sldMk cId="1890923545" sldId="326"/>
            <ac:spMk id="5" creationId="{00000000-0000-0000-0000-000000000000}"/>
          </ac:spMkLst>
        </pc:spChg>
        <pc:picChg chg="mod">
          <ac:chgData name="Ms Alina Arshad" userId="cccdfd85-d35d-4453-9c6f-a463aae40722" providerId="ADAL" clId="{9A8D5D83-33E5-4CEE-8357-E82B508215CD}" dt="2024-10-12T09:38:40.960" v="156" actId="1076"/>
          <ac:picMkLst>
            <pc:docMk/>
            <pc:sldMk cId="1890923545" sldId="326"/>
            <ac:picMk id="6" creationId="{00000000-0000-0000-0000-000000000000}"/>
          </ac:picMkLst>
        </pc:picChg>
      </pc:sldChg>
      <pc:sldChg chg="delSp modSp add mod">
        <pc:chgData name="Ms Alina Arshad" userId="cccdfd85-d35d-4453-9c6f-a463aae40722" providerId="ADAL" clId="{9A8D5D83-33E5-4CEE-8357-E82B508215CD}" dt="2024-10-12T09:41:04.982" v="205" actId="478"/>
        <pc:sldMkLst>
          <pc:docMk/>
          <pc:sldMk cId="4133473658" sldId="327"/>
        </pc:sldMkLst>
        <pc:spChg chg="mod">
          <ac:chgData name="Ms Alina Arshad" userId="cccdfd85-d35d-4453-9c6f-a463aae40722" providerId="ADAL" clId="{9A8D5D83-33E5-4CEE-8357-E82B508215CD}" dt="2024-10-12T09:40:59.536" v="203" actId="113"/>
          <ac:spMkLst>
            <pc:docMk/>
            <pc:sldMk cId="4133473658" sldId="327"/>
            <ac:spMk id="2" creationId="{00000000-0000-0000-0000-000000000000}"/>
          </ac:spMkLst>
        </pc:spChg>
        <pc:spChg chg="del">
          <ac:chgData name="Ms Alina Arshad" userId="cccdfd85-d35d-4453-9c6f-a463aae40722" providerId="ADAL" clId="{9A8D5D83-33E5-4CEE-8357-E82B508215CD}" dt="2024-10-12T09:41:02.930" v="204" actId="478"/>
          <ac:spMkLst>
            <pc:docMk/>
            <pc:sldMk cId="4133473658" sldId="327"/>
            <ac:spMk id="4" creationId="{00000000-0000-0000-0000-000000000000}"/>
          </ac:spMkLst>
        </pc:spChg>
        <pc:spChg chg="del">
          <ac:chgData name="Ms Alina Arshad" userId="cccdfd85-d35d-4453-9c6f-a463aae40722" providerId="ADAL" clId="{9A8D5D83-33E5-4CEE-8357-E82B508215CD}" dt="2024-10-12T09:41:04.982" v="205" actId="478"/>
          <ac:spMkLst>
            <pc:docMk/>
            <pc:sldMk cId="4133473658" sldId="327"/>
            <ac:spMk id="5" creationId="{00000000-0000-0000-0000-000000000000}"/>
          </ac:spMkLst>
        </pc:spChg>
      </pc:sldChg>
      <pc:sldChg chg="delSp modSp add mod">
        <pc:chgData name="Ms Alina Arshad" userId="cccdfd85-d35d-4453-9c6f-a463aae40722" providerId="ADAL" clId="{9A8D5D83-33E5-4CEE-8357-E82B508215CD}" dt="2024-10-15T12:42:52.847" v="339" actId="207"/>
        <pc:sldMkLst>
          <pc:docMk/>
          <pc:sldMk cId="562791159" sldId="328"/>
        </pc:sldMkLst>
        <pc:spChg chg="mod">
          <ac:chgData name="Ms Alina Arshad" userId="cccdfd85-d35d-4453-9c6f-a463aae40722" providerId="ADAL" clId="{9A8D5D83-33E5-4CEE-8357-E82B508215CD}" dt="2024-10-15T12:42:52.847" v="339" actId="207"/>
          <ac:spMkLst>
            <pc:docMk/>
            <pc:sldMk cId="562791159" sldId="328"/>
            <ac:spMk id="2" creationId="{00000000-0000-0000-0000-000000000000}"/>
          </ac:spMkLst>
        </pc:spChg>
        <pc:spChg chg="del">
          <ac:chgData name="Ms Alina Arshad" userId="cccdfd85-d35d-4453-9c6f-a463aae40722" providerId="ADAL" clId="{9A8D5D83-33E5-4CEE-8357-E82B508215CD}" dt="2024-10-12T09:41:19.307" v="209" actId="478"/>
          <ac:spMkLst>
            <pc:docMk/>
            <pc:sldMk cId="562791159" sldId="328"/>
            <ac:spMk id="4" creationId="{00000000-0000-0000-0000-000000000000}"/>
          </ac:spMkLst>
        </pc:spChg>
        <pc:spChg chg="del">
          <ac:chgData name="Ms Alina Arshad" userId="cccdfd85-d35d-4453-9c6f-a463aae40722" providerId="ADAL" clId="{9A8D5D83-33E5-4CEE-8357-E82B508215CD}" dt="2024-10-12T09:41:21.009" v="210" actId="478"/>
          <ac:spMkLst>
            <pc:docMk/>
            <pc:sldMk cId="562791159" sldId="328"/>
            <ac:spMk id="5" creationId="{00000000-0000-0000-0000-000000000000}"/>
          </ac:spMkLst>
        </pc:spChg>
        <pc:picChg chg="mod">
          <ac:chgData name="Ms Alina Arshad" userId="cccdfd85-d35d-4453-9c6f-a463aae40722" providerId="ADAL" clId="{9A8D5D83-33E5-4CEE-8357-E82B508215CD}" dt="2024-10-15T12:42:45.553" v="338" actId="1076"/>
          <ac:picMkLst>
            <pc:docMk/>
            <pc:sldMk cId="562791159" sldId="328"/>
            <ac:picMk id="6" creationId="{00000000-0000-0000-0000-000000000000}"/>
          </ac:picMkLst>
        </pc:picChg>
      </pc:sldChg>
      <pc:sldChg chg="delSp modSp add mod">
        <pc:chgData name="Ms Alina Arshad" userId="cccdfd85-d35d-4453-9c6f-a463aae40722" providerId="ADAL" clId="{9A8D5D83-33E5-4CEE-8357-E82B508215CD}" dt="2024-10-15T12:43:03.837" v="342" actId="1076"/>
        <pc:sldMkLst>
          <pc:docMk/>
          <pc:sldMk cId="902647392" sldId="329"/>
        </pc:sldMkLst>
        <pc:spChg chg="mod">
          <ac:chgData name="Ms Alina Arshad" userId="cccdfd85-d35d-4453-9c6f-a463aae40722" providerId="ADAL" clId="{9A8D5D83-33E5-4CEE-8357-E82B508215CD}" dt="2024-10-12T09:41:27.591" v="212" actId="113"/>
          <ac:spMkLst>
            <pc:docMk/>
            <pc:sldMk cId="902647392" sldId="329"/>
            <ac:spMk id="2" creationId="{00000000-0000-0000-0000-000000000000}"/>
          </ac:spMkLst>
        </pc:spChg>
        <pc:spChg chg="del">
          <ac:chgData name="Ms Alina Arshad" userId="cccdfd85-d35d-4453-9c6f-a463aae40722" providerId="ADAL" clId="{9A8D5D83-33E5-4CEE-8357-E82B508215CD}" dt="2024-10-12T09:41:29.466" v="213" actId="478"/>
          <ac:spMkLst>
            <pc:docMk/>
            <pc:sldMk cId="902647392" sldId="329"/>
            <ac:spMk id="4" creationId="{00000000-0000-0000-0000-000000000000}"/>
          </ac:spMkLst>
        </pc:spChg>
        <pc:spChg chg="del">
          <ac:chgData name="Ms Alina Arshad" userId="cccdfd85-d35d-4453-9c6f-a463aae40722" providerId="ADAL" clId="{9A8D5D83-33E5-4CEE-8357-E82B508215CD}" dt="2024-10-12T09:41:31.921" v="214" actId="478"/>
          <ac:spMkLst>
            <pc:docMk/>
            <pc:sldMk cId="902647392" sldId="329"/>
            <ac:spMk id="5" creationId="{00000000-0000-0000-0000-000000000000}"/>
          </ac:spMkLst>
        </pc:spChg>
        <pc:picChg chg="mod">
          <ac:chgData name="Ms Alina Arshad" userId="cccdfd85-d35d-4453-9c6f-a463aae40722" providerId="ADAL" clId="{9A8D5D83-33E5-4CEE-8357-E82B508215CD}" dt="2024-10-15T12:43:03.837" v="342" actId="1076"/>
          <ac:picMkLst>
            <pc:docMk/>
            <pc:sldMk cId="902647392" sldId="329"/>
            <ac:picMk id="6" creationId="{00000000-0000-0000-0000-000000000000}"/>
          </ac:picMkLst>
        </pc:picChg>
      </pc:sldChg>
      <pc:sldChg chg="add">
        <pc:chgData name="Ms Alina Arshad" userId="cccdfd85-d35d-4453-9c6f-a463aae40722" providerId="ADAL" clId="{9A8D5D83-33E5-4CEE-8357-E82B508215CD}" dt="2024-10-12T09:33:44.439" v="11"/>
        <pc:sldMkLst>
          <pc:docMk/>
          <pc:sldMk cId="364105119" sldId="330"/>
        </pc:sldMkLst>
      </pc:sldChg>
      <pc:sldChg chg="add">
        <pc:chgData name="Ms Alina Arshad" userId="cccdfd85-d35d-4453-9c6f-a463aae40722" providerId="ADAL" clId="{9A8D5D83-33E5-4CEE-8357-E82B508215CD}" dt="2024-10-12T09:33:44.439" v="11"/>
        <pc:sldMkLst>
          <pc:docMk/>
          <pc:sldMk cId="3507957172" sldId="331"/>
        </pc:sldMkLst>
      </pc:sldChg>
      <pc:sldChg chg="add">
        <pc:chgData name="Ms Alina Arshad" userId="cccdfd85-d35d-4453-9c6f-a463aae40722" providerId="ADAL" clId="{9A8D5D83-33E5-4CEE-8357-E82B508215CD}" dt="2024-10-12T09:33:44.439" v="11"/>
        <pc:sldMkLst>
          <pc:docMk/>
          <pc:sldMk cId="2370268370" sldId="332"/>
        </pc:sldMkLst>
      </pc:sldChg>
      <pc:sldChg chg="add">
        <pc:chgData name="Ms Alina Arshad" userId="cccdfd85-d35d-4453-9c6f-a463aae40722" providerId="ADAL" clId="{9A8D5D83-33E5-4CEE-8357-E82B508215CD}" dt="2024-10-12T09:33:44.439" v="11"/>
        <pc:sldMkLst>
          <pc:docMk/>
          <pc:sldMk cId="4266472454" sldId="333"/>
        </pc:sldMkLst>
      </pc:sldChg>
      <pc:sldChg chg="add">
        <pc:chgData name="Ms Alina Arshad" userId="cccdfd85-d35d-4453-9c6f-a463aae40722" providerId="ADAL" clId="{9A8D5D83-33E5-4CEE-8357-E82B508215CD}" dt="2024-10-12T09:33:44.439" v="11"/>
        <pc:sldMkLst>
          <pc:docMk/>
          <pc:sldMk cId="3773565437" sldId="337"/>
        </pc:sldMkLst>
      </pc:sldChg>
      <pc:sldChg chg="add">
        <pc:chgData name="Ms Alina Arshad" userId="cccdfd85-d35d-4453-9c6f-a463aae40722" providerId="ADAL" clId="{9A8D5D83-33E5-4CEE-8357-E82B508215CD}" dt="2024-10-12T09:33:44.439" v="11"/>
        <pc:sldMkLst>
          <pc:docMk/>
          <pc:sldMk cId="4279161592" sldId="338"/>
        </pc:sldMkLst>
      </pc:sldChg>
      <pc:sldChg chg="add">
        <pc:chgData name="Ms Alina Arshad" userId="cccdfd85-d35d-4453-9c6f-a463aae40722" providerId="ADAL" clId="{9A8D5D83-33E5-4CEE-8357-E82B508215CD}" dt="2024-10-12T09:33:44.439" v="11"/>
        <pc:sldMkLst>
          <pc:docMk/>
          <pc:sldMk cId="3802661232" sldId="339"/>
        </pc:sldMkLst>
      </pc:sldChg>
      <pc:sldChg chg="add">
        <pc:chgData name="Ms Alina Arshad" userId="cccdfd85-d35d-4453-9c6f-a463aae40722" providerId="ADAL" clId="{9A8D5D83-33E5-4CEE-8357-E82B508215CD}" dt="2024-10-12T09:33:44.439" v="11"/>
        <pc:sldMkLst>
          <pc:docMk/>
          <pc:sldMk cId="2631992896" sldId="341"/>
        </pc:sldMkLst>
      </pc:sldChg>
      <pc:sldChg chg="add">
        <pc:chgData name="Ms Alina Arshad" userId="cccdfd85-d35d-4453-9c6f-a463aae40722" providerId="ADAL" clId="{9A8D5D83-33E5-4CEE-8357-E82B508215CD}" dt="2024-10-12T09:33:44.439" v="11"/>
        <pc:sldMkLst>
          <pc:docMk/>
          <pc:sldMk cId="1272390140" sldId="342"/>
        </pc:sldMkLst>
      </pc:sldChg>
      <pc:sldChg chg="modSp add mod">
        <pc:chgData name="Ms Alina Arshad" userId="cccdfd85-d35d-4453-9c6f-a463aae40722" providerId="ADAL" clId="{9A8D5D83-33E5-4CEE-8357-E82B508215CD}" dt="2024-10-12T09:33:44.601" v="12" actId="27636"/>
        <pc:sldMkLst>
          <pc:docMk/>
          <pc:sldMk cId="2975843183" sldId="343"/>
        </pc:sldMkLst>
        <pc:spChg chg="mod">
          <ac:chgData name="Ms Alina Arshad" userId="cccdfd85-d35d-4453-9c6f-a463aae40722" providerId="ADAL" clId="{9A8D5D83-33E5-4CEE-8357-E82B508215CD}" dt="2024-10-12T09:33:44.601" v="12" actId="27636"/>
          <ac:spMkLst>
            <pc:docMk/>
            <pc:sldMk cId="2975843183" sldId="343"/>
            <ac:spMk id="3" creationId="{00000000-0000-0000-0000-000000000000}"/>
          </ac:spMkLst>
        </pc:spChg>
      </pc:sldChg>
      <pc:sldChg chg="add">
        <pc:chgData name="Ms Alina Arshad" userId="cccdfd85-d35d-4453-9c6f-a463aae40722" providerId="ADAL" clId="{9A8D5D83-33E5-4CEE-8357-E82B508215CD}" dt="2024-10-12T09:33:44.439" v="11"/>
        <pc:sldMkLst>
          <pc:docMk/>
          <pc:sldMk cId="2728092652" sldId="344"/>
        </pc:sldMkLst>
      </pc:sldChg>
      <pc:sldChg chg="add">
        <pc:chgData name="Ms Alina Arshad" userId="cccdfd85-d35d-4453-9c6f-a463aae40722" providerId="ADAL" clId="{9A8D5D83-33E5-4CEE-8357-E82B508215CD}" dt="2024-10-12T09:33:44.439" v="11"/>
        <pc:sldMkLst>
          <pc:docMk/>
          <pc:sldMk cId="1152589764" sldId="345"/>
        </pc:sldMkLst>
      </pc:sldChg>
      <pc:sldChg chg="add">
        <pc:chgData name="Ms Alina Arshad" userId="cccdfd85-d35d-4453-9c6f-a463aae40722" providerId="ADAL" clId="{9A8D5D83-33E5-4CEE-8357-E82B508215CD}" dt="2024-10-12T09:33:44.439" v="11"/>
        <pc:sldMkLst>
          <pc:docMk/>
          <pc:sldMk cId="2836377052" sldId="346"/>
        </pc:sldMkLst>
      </pc:sldChg>
      <pc:sldChg chg="add">
        <pc:chgData name="Ms Alina Arshad" userId="cccdfd85-d35d-4453-9c6f-a463aae40722" providerId="ADAL" clId="{9A8D5D83-33E5-4CEE-8357-E82B508215CD}" dt="2024-10-12T09:33:44.439" v="11"/>
        <pc:sldMkLst>
          <pc:docMk/>
          <pc:sldMk cId="1937937038" sldId="347"/>
        </pc:sldMkLst>
      </pc:sldChg>
      <pc:sldChg chg="modSp add mod">
        <pc:chgData name="Ms Alina Arshad" userId="cccdfd85-d35d-4453-9c6f-a463aae40722" providerId="ADAL" clId="{9A8D5D83-33E5-4CEE-8357-E82B508215CD}" dt="2024-10-12T09:33:44.622" v="13" actId="27636"/>
        <pc:sldMkLst>
          <pc:docMk/>
          <pc:sldMk cId="4039711712" sldId="348"/>
        </pc:sldMkLst>
        <pc:spChg chg="mod">
          <ac:chgData name="Ms Alina Arshad" userId="cccdfd85-d35d-4453-9c6f-a463aae40722" providerId="ADAL" clId="{9A8D5D83-33E5-4CEE-8357-E82B508215CD}" dt="2024-10-12T09:33:44.622" v="13" actId="27636"/>
          <ac:spMkLst>
            <pc:docMk/>
            <pc:sldMk cId="4039711712" sldId="348"/>
            <ac:spMk id="3" creationId="{00000000-0000-0000-0000-000000000000}"/>
          </ac:spMkLst>
        </pc:spChg>
      </pc:sldChg>
      <pc:sldChg chg="add">
        <pc:chgData name="Ms Alina Arshad" userId="cccdfd85-d35d-4453-9c6f-a463aae40722" providerId="ADAL" clId="{9A8D5D83-33E5-4CEE-8357-E82B508215CD}" dt="2024-10-12T09:33:44.439" v="11"/>
        <pc:sldMkLst>
          <pc:docMk/>
          <pc:sldMk cId="920152002" sldId="349"/>
        </pc:sldMkLst>
      </pc:sldChg>
      <pc:sldChg chg="add">
        <pc:chgData name="Ms Alina Arshad" userId="cccdfd85-d35d-4453-9c6f-a463aae40722" providerId="ADAL" clId="{9A8D5D83-33E5-4CEE-8357-E82B508215CD}" dt="2024-10-12T09:33:44.439" v="11"/>
        <pc:sldMkLst>
          <pc:docMk/>
          <pc:sldMk cId="4094110610" sldId="350"/>
        </pc:sldMkLst>
      </pc:sldChg>
      <pc:sldChg chg="add">
        <pc:chgData name="Ms Alina Arshad" userId="cccdfd85-d35d-4453-9c6f-a463aae40722" providerId="ADAL" clId="{9A8D5D83-33E5-4CEE-8357-E82B508215CD}" dt="2024-10-12T09:33:44.439" v="11"/>
        <pc:sldMkLst>
          <pc:docMk/>
          <pc:sldMk cId="2870650755" sldId="351"/>
        </pc:sldMkLst>
      </pc:sldChg>
      <pc:sldChg chg="add">
        <pc:chgData name="Ms Alina Arshad" userId="cccdfd85-d35d-4453-9c6f-a463aae40722" providerId="ADAL" clId="{9A8D5D83-33E5-4CEE-8357-E82B508215CD}" dt="2024-10-12T09:33:44.439" v="11"/>
        <pc:sldMkLst>
          <pc:docMk/>
          <pc:sldMk cId="2110565016" sldId="352"/>
        </pc:sldMkLst>
      </pc:sldChg>
      <pc:sldChg chg="add">
        <pc:chgData name="Ms Alina Arshad" userId="cccdfd85-d35d-4453-9c6f-a463aae40722" providerId="ADAL" clId="{9A8D5D83-33E5-4CEE-8357-E82B508215CD}" dt="2024-10-12T09:33:44.439" v="11"/>
        <pc:sldMkLst>
          <pc:docMk/>
          <pc:sldMk cId="3796521914" sldId="354"/>
        </pc:sldMkLst>
      </pc:sldChg>
      <pc:sldChg chg="add">
        <pc:chgData name="Ms Alina Arshad" userId="cccdfd85-d35d-4453-9c6f-a463aae40722" providerId="ADAL" clId="{9A8D5D83-33E5-4CEE-8357-E82B508215CD}" dt="2024-10-12T09:33:44.439" v="11"/>
        <pc:sldMkLst>
          <pc:docMk/>
          <pc:sldMk cId="301380529" sldId="355"/>
        </pc:sldMkLst>
      </pc:sldChg>
      <pc:sldChg chg="add">
        <pc:chgData name="Ms Alina Arshad" userId="cccdfd85-d35d-4453-9c6f-a463aae40722" providerId="ADAL" clId="{9A8D5D83-33E5-4CEE-8357-E82B508215CD}" dt="2024-10-12T09:33:44.439" v="11"/>
        <pc:sldMkLst>
          <pc:docMk/>
          <pc:sldMk cId="3254965192" sldId="356"/>
        </pc:sldMkLst>
      </pc:sldChg>
      <pc:sldChg chg="addSp modSp new mod">
        <pc:chgData name="Ms Alina Arshad" userId="cccdfd85-d35d-4453-9c6f-a463aae40722" providerId="ADAL" clId="{9A8D5D83-33E5-4CEE-8357-E82B508215CD}" dt="2024-10-15T12:42:29.552" v="335" actId="1076"/>
        <pc:sldMkLst>
          <pc:docMk/>
          <pc:sldMk cId="2667064654" sldId="357"/>
        </pc:sldMkLst>
        <pc:spChg chg="add mod">
          <ac:chgData name="Ms Alina Arshad" userId="cccdfd85-d35d-4453-9c6f-a463aae40722" providerId="ADAL" clId="{9A8D5D83-33E5-4CEE-8357-E82B508215CD}" dt="2024-10-15T12:42:29.552" v="335" actId="1076"/>
          <ac:spMkLst>
            <pc:docMk/>
            <pc:sldMk cId="2667064654" sldId="357"/>
            <ac:spMk id="2" creationId="{00000000-0000-0000-0000-000000000000}"/>
          </ac:spMkLst>
        </pc:spChg>
        <pc:picChg chg="add mod">
          <ac:chgData name="Ms Alina Arshad" userId="cccdfd85-d35d-4453-9c6f-a463aae40722" providerId="ADAL" clId="{9A8D5D83-33E5-4CEE-8357-E82B508215CD}" dt="2024-10-15T12:42:07.573" v="327" actId="14100"/>
          <ac:picMkLst>
            <pc:docMk/>
            <pc:sldMk cId="2667064654" sldId="357"/>
            <ac:picMk id="6" creationId="{00000000-0000-0000-0000-000000000000}"/>
          </ac:picMkLst>
        </pc:picChg>
        <pc:picChg chg="add mod">
          <ac:chgData name="Ms Alina Arshad" userId="cccdfd85-d35d-4453-9c6f-a463aae40722" providerId="ADAL" clId="{9A8D5D83-33E5-4CEE-8357-E82B508215CD}" dt="2024-10-15T12:42:24.065" v="332" actId="1076"/>
          <ac:picMkLst>
            <pc:docMk/>
            <pc:sldMk cId="2667064654" sldId="357"/>
            <ac:picMk id="7" creationId="{00000000-0000-0000-0000-000000000000}"/>
          </ac:picMkLst>
        </pc:picChg>
      </pc:sldChg>
      <pc:sldChg chg="addSp delSp modSp new del mod">
        <pc:chgData name="Ms Alina Arshad" userId="cccdfd85-d35d-4453-9c6f-a463aae40722" providerId="ADAL" clId="{9A8D5D83-33E5-4CEE-8357-E82B508215CD}" dt="2024-10-15T13:01:24.462" v="435" actId="47"/>
        <pc:sldMkLst>
          <pc:docMk/>
          <pc:sldMk cId="3239686355" sldId="358"/>
        </pc:sldMkLst>
        <pc:graphicFrameChg chg="add del mod modGraphic">
          <ac:chgData name="Ms Alina Arshad" userId="cccdfd85-d35d-4453-9c6f-a463aae40722" providerId="ADAL" clId="{9A8D5D83-33E5-4CEE-8357-E82B508215CD}" dt="2024-10-15T13:00:30.162" v="411" actId="21"/>
          <ac:graphicFrameMkLst>
            <pc:docMk/>
            <pc:sldMk cId="3239686355" sldId="358"/>
            <ac:graphicFrameMk id="4" creationId="{4D738402-E301-292E-9C00-2538DE92881C}"/>
          </ac:graphicFrameMkLst>
        </pc:graphicFrameChg>
        <pc:picChg chg="add del mod">
          <ac:chgData name="Ms Alina Arshad" userId="cccdfd85-d35d-4453-9c6f-a463aae40722" providerId="ADAL" clId="{9A8D5D83-33E5-4CEE-8357-E82B508215CD}" dt="2024-10-15T13:00:49.198" v="417" actId="21"/>
          <ac:picMkLst>
            <pc:docMk/>
            <pc:sldMk cId="3239686355" sldId="358"/>
            <ac:picMk id="3" creationId="{4DC65383-0CD7-97F4-F94C-8BFA49BBA27E}"/>
          </ac:picMkLst>
        </pc:picChg>
      </pc:sldChg>
      <pc:sldChg chg="addSp delSp modSp new mod">
        <pc:chgData name="Ms Alina Arshad" userId="cccdfd85-d35d-4453-9c6f-a463aae40722" providerId="ADAL" clId="{9A8D5D83-33E5-4CEE-8357-E82B508215CD}" dt="2024-10-15T13:05:47.604" v="503" actId="1076"/>
        <pc:sldMkLst>
          <pc:docMk/>
          <pc:sldMk cId="2986565107" sldId="359"/>
        </pc:sldMkLst>
        <pc:spChg chg="mod">
          <ac:chgData name="Ms Alina Arshad" userId="cccdfd85-d35d-4453-9c6f-a463aae40722" providerId="ADAL" clId="{9A8D5D83-33E5-4CEE-8357-E82B508215CD}" dt="2024-10-15T13:01:36.189" v="436"/>
          <ac:spMkLst>
            <pc:docMk/>
            <pc:sldMk cId="2986565107" sldId="359"/>
            <ac:spMk id="2" creationId="{06706209-AC64-9AE5-5348-A089AF8514D3}"/>
          </ac:spMkLst>
        </pc:spChg>
        <pc:spChg chg="del">
          <ac:chgData name="Ms Alina Arshad" userId="cccdfd85-d35d-4453-9c6f-a463aae40722" providerId="ADAL" clId="{9A8D5D83-33E5-4CEE-8357-E82B508215CD}" dt="2024-10-15T13:00:37.805" v="413" actId="478"/>
          <ac:spMkLst>
            <pc:docMk/>
            <pc:sldMk cId="2986565107" sldId="359"/>
            <ac:spMk id="3" creationId="{4CB0F13D-B4B8-521E-ED17-019681FE0EFF}"/>
          </ac:spMkLst>
        </pc:spChg>
        <pc:graphicFrameChg chg="add mod modGraphic">
          <ac:chgData name="Ms Alina Arshad" userId="cccdfd85-d35d-4453-9c6f-a463aae40722" providerId="ADAL" clId="{9A8D5D83-33E5-4CEE-8357-E82B508215CD}" dt="2024-10-15T13:03:58.844" v="469" actId="20577"/>
          <ac:graphicFrameMkLst>
            <pc:docMk/>
            <pc:sldMk cId="2986565107" sldId="359"/>
            <ac:graphicFrameMk id="4" creationId="{4D738402-E301-292E-9C00-2538DE92881C}"/>
          </ac:graphicFrameMkLst>
        </pc:graphicFrameChg>
        <pc:graphicFrameChg chg="add mod modGraphic">
          <ac:chgData name="Ms Alina Arshad" userId="cccdfd85-d35d-4453-9c6f-a463aae40722" providerId="ADAL" clId="{9A8D5D83-33E5-4CEE-8357-E82B508215CD}" dt="2024-10-15T13:05:47.604" v="503" actId="1076"/>
          <ac:graphicFrameMkLst>
            <pc:docMk/>
            <pc:sldMk cId="2986565107" sldId="359"/>
            <ac:graphicFrameMk id="5" creationId="{5B7D658E-4E35-7E28-68C8-01A79A3484CB}"/>
          </ac:graphicFrameMkLst>
        </pc:graphicFrameChg>
      </pc:sldChg>
      <pc:sldChg chg="addSp delSp modSp new mod">
        <pc:chgData name="Ms Alina Arshad" userId="cccdfd85-d35d-4453-9c6f-a463aae40722" providerId="ADAL" clId="{9A8D5D83-33E5-4CEE-8357-E82B508215CD}" dt="2024-10-15T13:01:20.391" v="434" actId="1076"/>
        <pc:sldMkLst>
          <pc:docMk/>
          <pc:sldMk cId="851498927" sldId="360"/>
        </pc:sldMkLst>
        <pc:spChg chg="mod">
          <ac:chgData name="Ms Alina Arshad" userId="cccdfd85-d35d-4453-9c6f-a463aae40722" providerId="ADAL" clId="{9A8D5D83-33E5-4CEE-8357-E82B508215CD}" dt="2024-10-15T13:01:09.122" v="429" actId="113"/>
          <ac:spMkLst>
            <pc:docMk/>
            <pc:sldMk cId="851498927" sldId="360"/>
            <ac:spMk id="2" creationId="{013E43B6-0CC4-7A05-BEE5-6DEBCD0C42B6}"/>
          </ac:spMkLst>
        </pc:spChg>
        <pc:spChg chg="del">
          <ac:chgData name="Ms Alina Arshad" userId="cccdfd85-d35d-4453-9c6f-a463aae40722" providerId="ADAL" clId="{9A8D5D83-33E5-4CEE-8357-E82B508215CD}" dt="2024-10-15T13:00:53.267" v="418" actId="478"/>
          <ac:spMkLst>
            <pc:docMk/>
            <pc:sldMk cId="851498927" sldId="360"/>
            <ac:spMk id="3" creationId="{E00A279E-8ADC-BAA9-50C5-43272D8DEB34}"/>
          </ac:spMkLst>
        </pc:spChg>
        <pc:picChg chg="add mod">
          <ac:chgData name="Ms Alina Arshad" userId="cccdfd85-d35d-4453-9c6f-a463aae40722" providerId="ADAL" clId="{9A8D5D83-33E5-4CEE-8357-E82B508215CD}" dt="2024-10-15T13:01:20.391" v="434" actId="1076"/>
          <ac:picMkLst>
            <pc:docMk/>
            <pc:sldMk cId="851498927" sldId="360"/>
            <ac:picMk id="4" creationId="{4DC65383-0CD7-97F4-F94C-8BFA49BBA27E}"/>
          </ac:picMkLst>
        </pc:picChg>
      </pc:sldChg>
      <pc:sldChg chg="del">
        <pc:chgData name="Ms Alina Arshad" userId="cccdfd85-d35d-4453-9c6f-a463aae40722" providerId="ADAL" clId="{9A8D5D83-33E5-4CEE-8357-E82B508215CD}" dt="2024-10-12T09:33:39.119" v="0" actId="47"/>
        <pc:sldMkLst>
          <pc:docMk/>
          <pc:sldMk cId="163811022" sldId="511"/>
        </pc:sldMkLst>
      </pc:sldChg>
      <pc:sldChg chg="del">
        <pc:chgData name="Ms Alina Arshad" userId="cccdfd85-d35d-4453-9c6f-a463aae40722" providerId="ADAL" clId="{9A8D5D83-33E5-4CEE-8357-E82B508215CD}" dt="2024-10-12T09:33:39.623" v="1" actId="47"/>
        <pc:sldMkLst>
          <pc:docMk/>
          <pc:sldMk cId="1045239677" sldId="512"/>
        </pc:sldMkLst>
      </pc:sldChg>
      <pc:sldChg chg="del">
        <pc:chgData name="Ms Alina Arshad" userId="cccdfd85-d35d-4453-9c6f-a463aae40722" providerId="ADAL" clId="{9A8D5D83-33E5-4CEE-8357-E82B508215CD}" dt="2024-10-12T09:33:39.815" v="7" actId="47"/>
        <pc:sldMkLst>
          <pc:docMk/>
          <pc:sldMk cId="711124051" sldId="516"/>
        </pc:sldMkLst>
      </pc:sldChg>
      <pc:sldChg chg="del">
        <pc:chgData name="Ms Alina Arshad" userId="cccdfd85-d35d-4453-9c6f-a463aae40722" providerId="ADAL" clId="{9A8D5D83-33E5-4CEE-8357-E82B508215CD}" dt="2024-10-12T09:33:39.657" v="2" actId="47"/>
        <pc:sldMkLst>
          <pc:docMk/>
          <pc:sldMk cId="2427267918" sldId="525"/>
        </pc:sldMkLst>
      </pc:sldChg>
      <pc:sldChg chg="del">
        <pc:chgData name="Ms Alina Arshad" userId="cccdfd85-d35d-4453-9c6f-a463aae40722" providerId="ADAL" clId="{9A8D5D83-33E5-4CEE-8357-E82B508215CD}" dt="2024-10-12T09:33:39.689" v="3" actId="47"/>
        <pc:sldMkLst>
          <pc:docMk/>
          <pc:sldMk cId="1270081800" sldId="526"/>
        </pc:sldMkLst>
      </pc:sldChg>
      <pc:sldChg chg="del">
        <pc:chgData name="Ms Alina Arshad" userId="cccdfd85-d35d-4453-9c6f-a463aae40722" providerId="ADAL" clId="{9A8D5D83-33E5-4CEE-8357-E82B508215CD}" dt="2024-10-12T09:33:39.721" v="4" actId="47"/>
        <pc:sldMkLst>
          <pc:docMk/>
          <pc:sldMk cId="870909777" sldId="527"/>
        </pc:sldMkLst>
      </pc:sldChg>
      <pc:sldChg chg="del">
        <pc:chgData name="Ms Alina Arshad" userId="cccdfd85-d35d-4453-9c6f-a463aae40722" providerId="ADAL" clId="{9A8D5D83-33E5-4CEE-8357-E82B508215CD}" dt="2024-10-12T09:33:39.769" v="5" actId="47"/>
        <pc:sldMkLst>
          <pc:docMk/>
          <pc:sldMk cId="503587932" sldId="528"/>
        </pc:sldMkLst>
      </pc:sldChg>
      <pc:sldChg chg="del">
        <pc:chgData name="Ms Alina Arshad" userId="cccdfd85-d35d-4453-9c6f-a463aae40722" providerId="ADAL" clId="{9A8D5D83-33E5-4CEE-8357-E82B508215CD}" dt="2024-10-12T09:33:39.792" v="6" actId="47"/>
        <pc:sldMkLst>
          <pc:docMk/>
          <pc:sldMk cId="1646226232" sldId="529"/>
        </pc:sldMkLst>
      </pc:sldChg>
    </pc:docChg>
  </pc:docChgLst>
  <pc:docChgLst>
    <pc:chgData name="Ms Alina Arshad" userId="cccdfd85-d35d-4453-9c6f-a463aae40722" providerId="ADAL" clId="{0DA76797-60DF-45CB-98EC-5411C798E0C4}"/>
    <pc:docChg chg="custSel modSld">
      <pc:chgData name="Ms Alina Arshad" userId="cccdfd85-d35d-4453-9c6f-a463aae40722" providerId="ADAL" clId="{0DA76797-60DF-45CB-98EC-5411C798E0C4}" dt="2024-10-28T09:17:22.472" v="66" actId="207"/>
      <pc:docMkLst>
        <pc:docMk/>
      </pc:docMkLst>
      <pc:sldChg chg="delSp modSp mod">
        <pc:chgData name="Ms Alina Arshad" userId="cccdfd85-d35d-4453-9c6f-a463aae40722" providerId="ADAL" clId="{0DA76797-60DF-45CB-98EC-5411C798E0C4}" dt="2024-10-28T09:04:30.738" v="58" actId="1076"/>
        <pc:sldMkLst>
          <pc:docMk/>
          <pc:sldMk cId="3189981567" sldId="321"/>
        </pc:sldMkLst>
        <pc:spChg chg="mod">
          <ac:chgData name="Ms Alina Arshad" userId="cccdfd85-d35d-4453-9c6f-a463aae40722" providerId="ADAL" clId="{0DA76797-60DF-45CB-98EC-5411C798E0C4}" dt="2024-10-28T07:39:18.273" v="9" actId="20577"/>
          <ac:spMkLst>
            <pc:docMk/>
            <pc:sldMk cId="3189981567" sldId="321"/>
            <ac:spMk id="2" creationId="{00000000-0000-0000-0000-000000000000}"/>
          </ac:spMkLst>
        </pc:spChg>
        <pc:spChg chg="mod">
          <ac:chgData name="Ms Alina Arshad" userId="cccdfd85-d35d-4453-9c6f-a463aae40722" providerId="ADAL" clId="{0DA76797-60DF-45CB-98EC-5411C798E0C4}" dt="2024-10-28T09:04:30.738" v="58" actId="1076"/>
          <ac:spMkLst>
            <pc:docMk/>
            <pc:sldMk cId="3189981567" sldId="321"/>
            <ac:spMk id="3" creationId="{00000000-0000-0000-0000-000000000000}"/>
          </ac:spMkLst>
        </pc:spChg>
        <pc:spChg chg="del">
          <ac:chgData name="Ms Alina Arshad" userId="cccdfd85-d35d-4453-9c6f-a463aae40722" providerId="ADAL" clId="{0DA76797-60DF-45CB-98EC-5411C798E0C4}" dt="2024-10-28T07:39:28.380" v="12" actId="478"/>
          <ac:spMkLst>
            <pc:docMk/>
            <pc:sldMk cId="3189981567" sldId="321"/>
            <ac:spMk id="4" creationId="{00000000-0000-0000-0000-000000000000}"/>
          </ac:spMkLst>
        </pc:spChg>
        <pc:spChg chg="del">
          <ac:chgData name="Ms Alina Arshad" userId="cccdfd85-d35d-4453-9c6f-a463aae40722" providerId="ADAL" clId="{0DA76797-60DF-45CB-98EC-5411C798E0C4}" dt="2024-10-28T07:39:30.692" v="13" actId="478"/>
          <ac:spMkLst>
            <pc:docMk/>
            <pc:sldMk cId="3189981567" sldId="321"/>
            <ac:spMk id="5" creationId="{00000000-0000-0000-0000-000000000000}"/>
          </ac:spMkLst>
        </pc:spChg>
      </pc:sldChg>
      <pc:sldChg chg="delSp modSp mod">
        <pc:chgData name="Ms Alina Arshad" userId="cccdfd85-d35d-4453-9c6f-a463aae40722" providerId="ADAL" clId="{0DA76797-60DF-45CB-98EC-5411C798E0C4}" dt="2024-10-28T09:09:17.375" v="61" actId="1076"/>
        <pc:sldMkLst>
          <pc:docMk/>
          <pc:sldMk cId="1375169002" sldId="337"/>
        </pc:sldMkLst>
        <pc:spChg chg="mod">
          <ac:chgData name="Ms Alina Arshad" userId="cccdfd85-d35d-4453-9c6f-a463aae40722" providerId="ADAL" clId="{0DA76797-60DF-45CB-98EC-5411C798E0C4}" dt="2024-10-28T07:39:38.114" v="16" actId="207"/>
          <ac:spMkLst>
            <pc:docMk/>
            <pc:sldMk cId="1375169002" sldId="337"/>
            <ac:spMk id="2" creationId="{00000000-0000-0000-0000-000000000000}"/>
          </ac:spMkLst>
        </pc:spChg>
        <pc:spChg chg="mod">
          <ac:chgData name="Ms Alina Arshad" userId="cccdfd85-d35d-4453-9c6f-a463aae40722" providerId="ADAL" clId="{0DA76797-60DF-45CB-98EC-5411C798E0C4}" dt="2024-10-28T09:09:17.375" v="61" actId="1076"/>
          <ac:spMkLst>
            <pc:docMk/>
            <pc:sldMk cId="1375169002" sldId="337"/>
            <ac:spMk id="3" creationId="{00000000-0000-0000-0000-000000000000}"/>
          </ac:spMkLst>
        </pc:spChg>
        <pc:spChg chg="del">
          <ac:chgData name="Ms Alina Arshad" userId="cccdfd85-d35d-4453-9c6f-a463aae40722" providerId="ADAL" clId="{0DA76797-60DF-45CB-98EC-5411C798E0C4}" dt="2024-10-28T07:39:44.216" v="18" actId="478"/>
          <ac:spMkLst>
            <pc:docMk/>
            <pc:sldMk cId="1375169002" sldId="337"/>
            <ac:spMk id="4" creationId="{00000000-0000-0000-0000-000000000000}"/>
          </ac:spMkLst>
        </pc:spChg>
        <pc:spChg chg="del">
          <ac:chgData name="Ms Alina Arshad" userId="cccdfd85-d35d-4453-9c6f-a463aae40722" providerId="ADAL" clId="{0DA76797-60DF-45CB-98EC-5411C798E0C4}" dt="2024-10-28T07:39:45.898" v="19" actId="478"/>
          <ac:spMkLst>
            <pc:docMk/>
            <pc:sldMk cId="1375169002" sldId="337"/>
            <ac:spMk id="5" creationId="{00000000-0000-0000-0000-000000000000}"/>
          </ac:spMkLst>
        </pc:spChg>
      </pc:sldChg>
      <pc:sldChg chg="delSp modSp mod">
        <pc:chgData name="Ms Alina Arshad" userId="cccdfd85-d35d-4453-9c6f-a463aae40722" providerId="ADAL" clId="{0DA76797-60DF-45CB-98EC-5411C798E0C4}" dt="2024-10-28T07:39:09.097" v="5" actId="478"/>
        <pc:sldMkLst>
          <pc:docMk/>
          <pc:sldMk cId="2459555094" sldId="338"/>
        </pc:sldMkLst>
        <pc:spChg chg="mod">
          <ac:chgData name="Ms Alina Arshad" userId="cccdfd85-d35d-4453-9c6f-a463aae40722" providerId="ADAL" clId="{0DA76797-60DF-45CB-98EC-5411C798E0C4}" dt="2024-10-28T07:38:57.099" v="1" actId="113"/>
          <ac:spMkLst>
            <pc:docMk/>
            <pc:sldMk cId="2459555094" sldId="338"/>
            <ac:spMk id="2" creationId="{00000000-0000-0000-0000-000000000000}"/>
          </ac:spMkLst>
        </pc:spChg>
        <pc:spChg chg="mod">
          <ac:chgData name="Ms Alina Arshad" userId="cccdfd85-d35d-4453-9c6f-a463aae40722" providerId="ADAL" clId="{0DA76797-60DF-45CB-98EC-5411C798E0C4}" dt="2024-10-28T07:39:04.109" v="3" actId="12"/>
          <ac:spMkLst>
            <pc:docMk/>
            <pc:sldMk cId="2459555094" sldId="338"/>
            <ac:spMk id="3" creationId="{00000000-0000-0000-0000-000000000000}"/>
          </ac:spMkLst>
        </pc:spChg>
        <pc:spChg chg="del">
          <ac:chgData name="Ms Alina Arshad" userId="cccdfd85-d35d-4453-9c6f-a463aae40722" providerId="ADAL" clId="{0DA76797-60DF-45CB-98EC-5411C798E0C4}" dt="2024-10-28T07:39:07.049" v="4" actId="478"/>
          <ac:spMkLst>
            <pc:docMk/>
            <pc:sldMk cId="2459555094" sldId="338"/>
            <ac:spMk id="4" creationId="{00000000-0000-0000-0000-000000000000}"/>
          </ac:spMkLst>
        </pc:spChg>
        <pc:spChg chg="del">
          <ac:chgData name="Ms Alina Arshad" userId="cccdfd85-d35d-4453-9c6f-a463aae40722" providerId="ADAL" clId="{0DA76797-60DF-45CB-98EC-5411C798E0C4}" dt="2024-10-28T07:39:09.097" v="5" actId="478"/>
          <ac:spMkLst>
            <pc:docMk/>
            <pc:sldMk cId="2459555094" sldId="338"/>
            <ac:spMk id="5" creationId="{00000000-0000-0000-0000-000000000000}"/>
          </ac:spMkLst>
        </pc:spChg>
      </pc:sldChg>
      <pc:sldChg chg="delSp modSp mod">
        <pc:chgData name="Ms Alina Arshad" userId="cccdfd85-d35d-4453-9c6f-a463aae40722" providerId="ADAL" clId="{0DA76797-60DF-45CB-98EC-5411C798E0C4}" dt="2024-10-28T09:17:22.472" v="66" actId="207"/>
        <pc:sldMkLst>
          <pc:docMk/>
          <pc:sldMk cId="2337772874" sldId="340"/>
        </pc:sldMkLst>
        <pc:spChg chg="mod">
          <ac:chgData name="Ms Alina Arshad" userId="cccdfd85-d35d-4453-9c6f-a463aae40722" providerId="ADAL" clId="{0DA76797-60DF-45CB-98EC-5411C798E0C4}" dt="2024-10-28T07:39:51.177" v="21" actId="113"/>
          <ac:spMkLst>
            <pc:docMk/>
            <pc:sldMk cId="2337772874" sldId="340"/>
            <ac:spMk id="2" creationId="{00000000-0000-0000-0000-000000000000}"/>
          </ac:spMkLst>
        </pc:spChg>
        <pc:spChg chg="mod">
          <ac:chgData name="Ms Alina Arshad" userId="cccdfd85-d35d-4453-9c6f-a463aae40722" providerId="ADAL" clId="{0DA76797-60DF-45CB-98EC-5411C798E0C4}" dt="2024-10-28T09:17:22.472" v="66" actId="207"/>
          <ac:spMkLst>
            <pc:docMk/>
            <pc:sldMk cId="2337772874" sldId="340"/>
            <ac:spMk id="3" creationId="{00000000-0000-0000-0000-000000000000}"/>
          </ac:spMkLst>
        </pc:spChg>
        <pc:spChg chg="del">
          <ac:chgData name="Ms Alina Arshad" userId="cccdfd85-d35d-4453-9c6f-a463aae40722" providerId="ADAL" clId="{0DA76797-60DF-45CB-98EC-5411C798E0C4}" dt="2024-10-28T07:39:59.076" v="24" actId="478"/>
          <ac:spMkLst>
            <pc:docMk/>
            <pc:sldMk cId="2337772874" sldId="340"/>
            <ac:spMk id="4" creationId="{00000000-0000-0000-0000-000000000000}"/>
          </ac:spMkLst>
        </pc:spChg>
        <pc:spChg chg="del">
          <ac:chgData name="Ms Alina Arshad" userId="cccdfd85-d35d-4453-9c6f-a463aae40722" providerId="ADAL" clId="{0DA76797-60DF-45CB-98EC-5411C798E0C4}" dt="2024-10-28T07:40:00.885" v="25" actId="478"/>
          <ac:spMkLst>
            <pc:docMk/>
            <pc:sldMk cId="2337772874" sldId="340"/>
            <ac:spMk id="5" creationId="{00000000-0000-0000-0000-000000000000}"/>
          </ac:spMkLst>
        </pc:spChg>
      </pc:sldChg>
      <pc:sldChg chg="delSp modSp mod">
        <pc:chgData name="Ms Alina Arshad" userId="cccdfd85-d35d-4453-9c6f-a463aae40722" providerId="ADAL" clId="{0DA76797-60DF-45CB-98EC-5411C798E0C4}" dt="2024-10-28T07:43:13.978" v="54" actId="20577"/>
        <pc:sldMkLst>
          <pc:docMk/>
          <pc:sldMk cId="3575603783" sldId="341"/>
        </pc:sldMkLst>
        <pc:spChg chg="mod">
          <ac:chgData name="Ms Alina Arshad" userId="cccdfd85-d35d-4453-9c6f-a463aae40722" providerId="ADAL" clId="{0DA76797-60DF-45CB-98EC-5411C798E0C4}" dt="2024-10-28T07:41:54.048" v="49" actId="1076"/>
          <ac:spMkLst>
            <pc:docMk/>
            <pc:sldMk cId="3575603783" sldId="341"/>
            <ac:spMk id="2" creationId="{00000000-0000-0000-0000-000000000000}"/>
          </ac:spMkLst>
        </pc:spChg>
        <pc:spChg chg="del">
          <ac:chgData name="Ms Alina Arshad" userId="cccdfd85-d35d-4453-9c6f-a463aae40722" providerId="ADAL" clId="{0DA76797-60DF-45CB-98EC-5411C798E0C4}" dt="2024-10-28T07:40:09.977" v="28" actId="478"/>
          <ac:spMkLst>
            <pc:docMk/>
            <pc:sldMk cId="3575603783" sldId="341"/>
            <ac:spMk id="5" creationId="{00000000-0000-0000-0000-000000000000}"/>
          </ac:spMkLst>
        </pc:spChg>
        <pc:graphicFrameChg chg="mod modGraphic">
          <ac:chgData name="Ms Alina Arshad" userId="cccdfd85-d35d-4453-9c6f-a463aae40722" providerId="ADAL" clId="{0DA76797-60DF-45CB-98EC-5411C798E0C4}" dt="2024-10-28T07:43:13.978" v="54" actId="20577"/>
          <ac:graphicFrameMkLst>
            <pc:docMk/>
            <pc:sldMk cId="3575603783" sldId="341"/>
            <ac:graphicFrameMk id="6" creationId="{00000000-0000-0000-0000-000000000000}"/>
          </ac:graphicFrameMkLst>
        </pc:graphicFrameChg>
      </pc:sldChg>
      <pc:sldChg chg="delSp modSp mod">
        <pc:chgData name="Ms Alina Arshad" userId="cccdfd85-d35d-4453-9c6f-a463aae40722" providerId="ADAL" clId="{0DA76797-60DF-45CB-98EC-5411C798E0C4}" dt="2024-10-28T07:40:31.949" v="34" actId="478"/>
        <pc:sldMkLst>
          <pc:docMk/>
          <pc:sldMk cId="2397383464" sldId="342"/>
        </pc:sldMkLst>
        <pc:spChg chg="mod">
          <ac:chgData name="Ms Alina Arshad" userId="cccdfd85-d35d-4453-9c6f-a463aae40722" providerId="ADAL" clId="{0DA76797-60DF-45CB-98EC-5411C798E0C4}" dt="2024-10-28T07:40:24.459" v="31" actId="113"/>
          <ac:spMkLst>
            <pc:docMk/>
            <pc:sldMk cId="2397383464" sldId="342"/>
            <ac:spMk id="2" creationId="{00000000-0000-0000-0000-000000000000}"/>
          </ac:spMkLst>
        </pc:spChg>
        <pc:spChg chg="mod">
          <ac:chgData name="Ms Alina Arshad" userId="cccdfd85-d35d-4453-9c6f-a463aae40722" providerId="ADAL" clId="{0DA76797-60DF-45CB-98EC-5411C798E0C4}" dt="2024-10-28T07:40:28.060" v="32" actId="12"/>
          <ac:spMkLst>
            <pc:docMk/>
            <pc:sldMk cId="2397383464" sldId="342"/>
            <ac:spMk id="3" creationId="{00000000-0000-0000-0000-000000000000}"/>
          </ac:spMkLst>
        </pc:spChg>
        <pc:spChg chg="del">
          <ac:chgData name="Ms Alina Arshad" userId="cccdfd85-d35d-4453-9c6f-a463aae40722" providerId="ADAL" clId="{0DA76797-60DF-45CB-98EC-5411C798E0C4}" dt="2024-10-28T07:40:30.213" v="33" actId="478"/>
          <ac:spMkLst>
            <pc:docMk/>
            <pc:sldMk cId="2397383464" sldId="342"/>
            <ac:spMk id="4" creationId="{00000000-0000-0000-0000-000000000000}"/>
          </ac:spMkLst>
        </pc:spChg>
        <pc:spChg chg="del">
          <ac:chgData name="Ms Alina Arshad" userId="cccdfd85-d35d-4453-9c6f-a463aae40722" providerId="ADAL" clId="{0DA76797-60DF-45CB-98EC-5411C798E0C4}" dt="2024-10-28T07:40:31.949" v="34" actId="478"/>
          <ac:spMkLst>
            <pc:docMk/>
            <pc:sldMk cId="2397383464" sldId="342"/>
            <ac:spMk id="5" creationId="{00000000-0000-0000-0000-000000000000}"/>
          </ac:spMkLst>
        </pc:spChg>
      </pc:sldChg>
      <pc:sldChg chg="delSp modSp mod">
        <pc:chgData name="Ms Alina Arshad" userId="cccdfd85-d35d-4453-9c6f-a463aae40722" providerId="ADAL" clId="{0DA76797-60DF-45CB-98EC-5411C798E0C4}" dt="2024-10-28T07:40:54.604" v="39" actId="478"/>
        <pc:sldMkLst>
          <pc:docMk/>
          <pc:sldMk cId="3298095811" sldId="343"/>
        </pc:sldMkLst>
        <pc:spChg chg="mod">
          <ac:chgData name="Ms Alina Arshad" userId="cccdfd85-d35d-4453-9c6f-a463aae40722" providerId="ADAL" clId="{0DA76797-60DF-45CB-98EC-5411C798E0C4}" dt="2024-10-28T07:40:38.642" v="36" actId="113"/>
          <ac:spMkLst>
            <pc:docMk/>
            <pc:sldMk cId="3298095811" sldId="343"/>
            <ac:spMk id="2" creationId="{00000000-0000-0000-0000-000000000000}"/>
          </ac:spMkLst>
        </pc:spChg>
        <pc:spChg chg="mod">
          <ac:chgData name="Ms Alina Arshad" userId="cccdfd85-d35d-4453-9c6f-a463aae40722" providerId="ADAL" clId="{0DA76797-60DF-45CB-98EC-5411C798E0C4}" dt="2024-10-28T07:40:42.486" v="37" actId="207"/>
          <ac:spMkLst>
            <pc:docMk/>
            <pc:sldMk cId="3298095811" sldId="343"/>
            <ac:spMk id="3" creationId="{00000000-0000-0000-0000-000000000000}"/>
          </ac:spMkLst>
        </pc:spChg>
        <pc:spChg chg="del">
          <ac:chgData name="Ms Alina Arshad" userId="cccdfd85-d35d-4453-9c6f-a463aae40722" providerId="ADAL" clId="{0DA76797-60DF-45CB-98EC-5411C798E0C4}" dt="2024-10-28T07:40:47.956" v="38" actId="478"/>
          <ac:spMkLst>
            <pc:docMk/>
            <pc:sldMk cId="3298095811" sldId="343"/>
            <ac:spMk id="4" creationId="{00000000-0000-0000-0000-000000000000}"/>
          </ac:spMkLst>
        </pc:spChg>
        <pc:spChg chg="del">
          <ac:chgData name="Ms Alina Arshad" userId="cccdfd85-d35d-4453-9c6f-a463aae40722" providerId="ADAL" clId="{0DA76797-60DF-45CB-98EC-5411C798E0C4}" dt="2024-10-28T07:40:54.604" v="39" actId="478"/>
          <ac:spMkLst>
            <pc:docMk/>
            <pc:sldMk cId="3298095811" sldId="343"/>
            <ac:spMk id="5" creationId="{00000000-0000-0000-0000-000000000000}"/>
          </ac:spMkLst>
        </pc:spChg>
      </pc:sldChg>
    </pc:docChg>
  </pc:docChgLst>
  <pc:docChgLst>
    <pc:chgData name="Ms Alina Arshad" userId="cccdfd85-d35d-4453-9c6f-a463aae40722" providerId="ADAL" clId="{9D070D90-1526-4C33-8966-8ADF4EF98FAB}"/>
    <pc:docChg chg="undo custSel addSld delSld modSld sldOrd">
      <pc:chgData name="Ms Alina Arshad" userId="cccdfd85-d35d-4453-9c6f-a463aae40722" providerId="ADAL" clId="{9D070D90-1526-4C33-8966-8ADF4EF98FAB}" dt="2024-08-27T08:37:18.370" v="480" actId="1076"/>
      <pc:docMkLst>
        <pc:docMk/>
      </pc:docMkLst>
      <pc:sldChg chg="delSp modSp mod modAnim">
        <pc:chgData name="Ms Alina Arshad" userId="cccdfd85-d35d-4453-9c6f-a463aae40722" providerId="ADAL" clId="{9D070D90-1526-4C33-8966-8ADF4EF98FAB}" dt="2024-08-26T08:55:30.162" v="20" actId="27636"/>
        <pc:sldMkLst>
          <pc:docMk/>
          <pc:sldMk cId="0" sldId="351"/>
        </pc:sldMkLst>
        <pc:spChg chg="mod">
          <ac:chgData name="Ms Alina Arshad" userId="cccdfd85-d35d-4453-9c6f-a463aae40722" providerId="ADAL" clId="{9D070D90-1526-4C33-8966-8ADF4EF98FAB}" dt="2024-08-26T08:55:30.162" v="20" actId="27636"/>
          <ac:spMkLst>
            <pc:docMk/>
            <pc:sldMk cId="0" sldId="351"/>
            <ac:spMk id="3" creationId="{C0C22FA1-E5B0-AD82-96B5-C98C4EA3D56C}"/>
          </ac:spMkLst>
        </pc:spChg>
        <pc:grpChg chg="del">
          <ac:chgData name="Ms Alina Arshad" userId="cccdfd85-d35d-4453-9c6f-a463aae40722" providerId="ADAL" clId="{9D070D90-1526-4C33-8966-8ADF4EF98FAB}" dt="2024-08-26T08:52:15.902" v="6" actId="478"/>
          <ac:grpSpMkLst>
            <pc:docMk/>
            <pc:sldMk cId="0" sldId="351"/>
            <ac:grpSpMk id="2" creationId="{7F9631C9-A4A1-9EC8-8B28-D2C54EDAAC8E}"/>
          </ac:grpSpMkLst>
        </pc:grpChg>
      </pc:sldChg>
      <pc:sldChg chg="modSp mod">
        <pc:chgData name="Ms Alina Arshad" userId="cccdfd85-d35d-4453-9c6f-a463aae40722" providerId="ADAL" clId="{9D070D90-1526-4C33-8966-8ADF4EF98FAB}" dt="2024-08-27T08:37:18.370" v="480" actId="1076"/>
        <pc:sldMkLst>
          <pc:docMk/>
          <pc:sldMk cId="0" sldId="354"/>
        </pc:sldMkLst>
        <pc:spChg chg="mod">
          <ac:chgData name="Ms Alina Arshad" userId="cccdfd85-d35d-4453-9c6f-a463aae40722" providerId="ADAL" clId="{9D070D90-1526-4C33-8966-8ADF4EF98FAB}" dt="2024-08-27T08:37:18.370" v="480" actId="1076"/>
          <ac:spMkLst>
            <pc:docMk/>
            <pc:sldMk cId="0" sldId="354"/>
            <ac:spMk id="8" creationId="{643E073A-7DD6-73B9-FE08-31C2814707E7}"/>
          </ac:spMkLst>
        </pc:spChg>
        <pc:spChg chg="mod">
          <ac:chgData name="Ms Alina Arshad" userId="cccdfd85-d35d-4453-9c6f-a463aae40722" providerId="ADAL" clId="{9D070D90-1526-4C33-8966-8ADF4EF98FAB}" dt="2024-08-27T08:37:15.907" v="479" actId="1076"/>
          <ac:spMkLst>
            <pc:docMk/>
            <pc:sldMk cId="0" sldId="354"/>
            <ac:spMk id="25603" creationId="{BF524721-A574-8A8A-2F01-CF97DC19A676}"/>
          </ac:spMkLst>
        </pc:spChg>
      </pc:sldChg>
      <pc:sldChg chg="modSp mod">
        <pc:chgData name="Ms Alina Arshad" userId="cccdfd85-d35d-4453-9c6f-a463aae40722" providerId="ADAL" clId="{9D070D90-1526-4C33-8966-8ADF4EF98FAB}" dt="2024-08-26T08:55:46.777" v="21" actId="1076"/>
        <pc:sldMkLst>
          <pc:docMk/>
          <pc:sldMk cId="0" sldId="356"/>
        </pc:sldMkLst>
        <pc:spChg chg="mod">
          <ac:chgData name="Ms Alina Arshad" userId="cccdfd85-d35d-4453-9c6f-a463aae40722" providerId="ADAL" clId="{9D070D90-1526-4C33-8966-8ADF4EF98FAB}" dt="2024-08-26T06:59:26.289" v="3" actId="207"/>
          <ac:spMkLst>
            <pc:docMk/>
            <pc:sldMk cId="0" sldId="356"/>
            <ac:spMk id="3" creationId="{A0C26980-5FCF-11CE-42EA-C789EFC81BF9}"/>
          </ac:spMkLst>
        </pc:spChg>
        <pc:spChg chg="mod">
          <ac:chgData name="Ms Alina Arshad" userId="cccdfd85-d35d-4453-9c6f-a463aae40722" providerId="ADAL" clId="{9D070D90-1526-4C33-8966-8ADF4EF98FAB}" dt="2024-08-26T08:55:46.777" v="21" actId="1076"/>
          <ac:spMkLst>
            <pc:docMk/>
            <pc:sldMk cId="0" sldId="356"/>
            <ac:spMk id="21506" creationId="{2FDC0C03-1A50-AFEA-680D-11CB0080FD7C}"/>
          </ac:spMkLst>
        </pc:spChg>
      </pc:sldChg>
      <pc:sldChg chg="modSp mod">
        <pc:chgData name="Ms Alina Arshad" userId="cccdfd85-d35d-4453-9c6f-a463aae40722" providerId="ADAL" clId="{9D070D90-1526-4C33-8966-8ADF4EF98FAB}" dt="2024-08-26T08:57:57.549" v="23" actId="207"/>
        <pc:sldMkLst>
          <pc:docMk/>
          <pc:sldMk cId="0" sldId="357"/>
        </pc:sldMkLst>
        <pc:spChg chg="mod">
          <ac:chgData name="Ms Alina Arshad" userId="cccdfd85-d35d-4453-9c6f-a463aae40722" providerId="ADAL" clId="{9D070D90-1526-4C33-8966-8ADF4EF98FAB}" dt="2024-08-26T08:57:57.549" v="23" actId="207"/>
          <ac:spMkLst>
            <pc:docMk/>
            <pc:sldMk cId="0" sldId="357"/>
            <ac:spMk id="23554" creationId="{715C96A0-76EB-2410-6028-7CC970A627D0}"/>
          </ac:spMkLst>
        </pc:spChg>
      </pc:sldChg>
      <pc:sldChg chg="modSp mod">
        <pc:chgData name="Ms Alina Arshad" userId="cccdfd85-d35d-4453-9c6f-a463aae40722" providerId="ADAL" clId="{9D070D90-1526-4C33-8966-8ADF4EF98FAB}" dt="2024-08-26T08:59:32.937" v="31" actId="113"/>
        <pc:sldMkLst>
          <pc:docMk/>
          <pc:sldMk cId="0" sldId="359"/>
        </pc:sldMkLst>
        <pc:spChg chg="mod">
          <ac:chgData name="Ms Alina Arshad" userId="cccdfd85-d35d-4453-9c6f-a463aae40722" providerId="ADAL" clId="{9D070D90-1526-4C33-8966-8ADF4EF98FAB}" dt="2024-08-26T08:59:32.937" v="31" actId="113"/>
          <ac:spMkLst>
            <pc:docMk/>
            <pc:sldMk cId="0" sldId="359"/>
            <ac:spMk id="27650" creationId="{3601D225-8BCB-CD61-89F6-BD0091383FA4}"/>
          </ac:spMkLst>
        </pc:spChg>
      </pc:sldChg>
      <pc:sldChg chg="modSp mod">
        <pc:chgData name="Ms Alina Arshad" userId="cccdfd85-d35d-4453-9c6f-a463aae40722" providerId="ADAL" clId="{9D070D90-1526-4C33-8966-8ADF4EF98FAB}" dt="2024-08-26T09:01:41.296" v="33" actId="207"/>
        <pc:sldMkLst>
          <pc:docMk/>
          <pc:sldMk cId="0" sldId="360"/>
        </pc:sldMkLst>
        <pc:spChg chg="mod">
          <ac:chgData name="Ms Alina Arshad" userId="cccdfd85-d35d-4453-9c6f-a463aae40722" providerId="ADAL" clId="{9D070D90-1526-4C33-8966-8ADF4EF98FAB}" dt="2024-08-26T09:01:41.296" v="33" actId="207"/>
          <ac:spMkLst>
            <pc:docMk/>
            <pc:sldMk cId="0" sldId="360"/>
            <ac:spMk id="3" creationId="{5A29B148-68E9-42A4-AAEF-21C44FB97CC8}"/>
          </ac:spMkLst>
        </pc:spChg>
        <pc:spChg chg="mod">
          <ac:chgData name="Ms Alina Arshad" userId="cccdfd85-d35d-4453-9c6f-a463aae40722" providerId="ADAL" clId="{9D070D90-1526-4C33-8966-8ADF4EF98FAB}" dt="2024-08-26T08:59:33.484" v="32" actId="113"/>
          <ac:spMkLst>
            <pc:docMk/>
            <pc:sldMk cId="0" sldId="360"/>
            <ac:spMk id="28674" creationId="{5DF05B7C-3FB9-7AAD-79F2-F672F7AE8C7B}"/>
          </ac:spMkLst>
        </pc:spChg>
      </pc:sldChg>
      <pc:sldChg chg="modSp mod">
        <pc:chgData name="Ms Alina Arshad" userId="cccdfd85-d35d-4453-9c6f-a463aae40722" providerId="ADAL" clId="{9D070D90-1526-4C33-8966-8ADF4EF98FAB}" dt="2024-08-26T08:59:31.922" v="30" actId="113"/>
        <pc:sldMkLst>
          <pc:docMk/>
          <pc:sldMk cId="0" sldId="369"/>
        </pc:sldMkLst>
        <pc:spChg chg="mod">
          <ac:chgData name="Ms Alina Arshad" userId="cccdfd85-d35d-4453-9c6f-a463aae40722" providerId="ADAL" clId="{9D070D90-1526-4C33-8966-8ADF4EF98FAB}" dt="2024-08-26T08:59:31.922" v="30" actId="113"/>
          <ac:spMkLst>
            <pc:docMk/>
            <pc:sldMk cId="0" sldId="369"/>
            <ac:spMk id="26626" creationId="{A4F027D1-2AC1-1C80-C6CA-8BCE00F02C1D}"/>
          </ac:spMkLst>
        </pc:spChg>
      </pc:sldChg>
      <pc:sldChg chg="del">
        <pc:chgData name="Ms Alina Arshad" userId="cccdfd85-d35d-4453-9c6f-a463aae40722" providerId="ADAL" clId="{9D070D90-1526-4C33-8966-8ADF4EF98FAB}" dt="2024-08-26T09:03:11.641" v="34" actId="47"/>
        <pc:sldMkLst>
          <pc:docMk/>
          <pc:sldMk cId="3002628608" sldId="371"/>
        </pc:sldMkLst>
      </pc:sldChg>
      <pc:sldChg chg="modSp del mod">
        <pc:chgData name="Ms Alina Arshad" userId="cccdfd85-d35d-4453-9c6f-a463aae40722" providerId="ADAL" clId="{9D070D90-1526-4C33-8966-8ADF4EF98FAB}" dt="2024-08-26T09:03:53.121" v="36" actId="47"/>
        <pc:sldMkLst>
          <pc:docMk/>
          <pc:sldMk cId="0" sldId="372"/>
        </pc:sldMkLst>
        <pc:spChg chg="mod">
          <ac:chgData name="Ms Alina Arshad" userId="cccdfd85-d35d-4453-9c6f-a463aae40722" providerId="ADAL" clId="{9D070D90-1526-4C33-8966-8ADF4EF98FAB}" dt="2024-08-26T09:03:17.065" v="35" actId="207"/>
          <ac:spMkLst>
            <pc:docMk/>
            <pc:sldMk cId="0" sldId="372"/>
            <ac:spMk id="33794" creationId="{21B4FF6A-7A53-1B02-2C5F-197ADE8BB9A5}"/>
          </ac:spMkLst>
        </pc:spChg>
      </pc:sldChg>
      <pc:sldChg chg="modSp mod ord">
        <pc:chgData name="Ms Alina Arshad" userId="cccdfd85-d35d-4453-9c6f-a463aae40722" providerId="ADAL" clId="{9D070D90-1526-4C33-8966-8ADF4EF98FAB}" dt="2024-08-26T09:04:28.044" v="40"/>
        <pc:sldMkLst>
          <pc:docMk/>
          <pc:sldMk cId="511546327" sldId="385"/>
        </pc:sldMkLst>
        <pc:spChg chg="mod">
          <ac:chgData name="Ms Alina Arshad" userId="cccdfd85-d35d-4453-9c6f-a463aae40722" providerId="ADAL" clId="{9D070D90-1526-4C33-8966-8ADF4EF98FAB}" dt="2024-08-26T09:03:57.994" v="37" actId="207"/>
          <ac:spMkLst>
            <pc:docMk/>
            <pc:sldMk cId="511546327" sldId="385"/>
            <ac:spMk id="2" creationId="{00000000-0000-0000-0000-000000000000}"/>
          </ac:spMkLst>
        </pc:spChg>
        <pc:picChg chg="mod">
          <ac:chgData name="Ms Alina Arshad" userId="cccdfd85-d35d-4453-9c6f-a463aae40722" providerId="ADAL" clId="{9D070D90-1526-4C33-8966-8ADF4EF98FAB}" dt="2024-08-26T09:04:01.816" v="38" actId="1076"/>
          <ac:picMkLst>
            <pc:docMk/>
            <pc:sldMk cId="511546327" sldId="385"/>
            <ac:picMk id="6" creationId="{00000000-0000-0000-0000-000000000000}"/>
          </ac:picMkLst>
        </pc:picChg>
      </pc:sldChg>
      <pc:sldChg chg="del">
        <pc:chgData name="Ms Alina Arshad" userId="cccdfd85-d35d-4453-9c6f-a463aae40722" providerId="ADAL" clId="{9D070D90-1526-4C33-8966-8ADF4EF98FAB}" dt="2024-08-26T09:04:38.339" v="41" actId="47"/>
        <pc:sldMkLst>
          <pc:docMk/>
          <pc:sldMk cId="938158308" sldId="390"/>
        </pc:sldMkLst>
        <pc:spChg chg="mod">
          <ac:chgData name="Ms Alina Arshad" userId="cccdfd85-d35d-4453-9c6f-a463aae40722" providerId="ADAL" clId="{9D070D90-1526-4C33-8966-8ADF4EF98FAB}" dt="2024-08-26T09:06:18.885" v="52" actId="14100"/>
          <ac:spMkLst>
            <pc:docMk/>
            <pc:sldMk cId="938158308" sldId="390"/>
            <ac:spMk id="2" creationId="{CCD37E2F-361C-46F4-BD07-2D803DB23F9E}"/>
          </ac:spMkLst>
        </pc:spChg>
        <pc:spChg chg="mod">
          <ac:chgData name="Ms Alina Arshad" userId="cccdfd85-d35d-4453-9c6f-a463aae40722" providerId="ADAL" clId="{9D070D90-1526-4C33-8966-8ADF4EF98FAB}" dt="2024-08-26T09:06:10.008" v="47" actId="207"/>
          <ac:spMkLst>
            <pc:docMk/>
            <pc:sldMk cId="938158308" sldId="390"/>
            <ac:spMk id="3" creationId="{F59BCEDC-C5D1-42CB-8414-D9DBEA47ECB0}"/>
          </ac:spMkLst>
        </pc:spChg>
        <pc:spChg chg="del">
          <ac:chgData name="Ms Alina Arshad" userId="cccdfd85-d35d-4453-9c6f-a463aae40722" providerId="ADAL" clId="{9D070D90-1526-4C33-8966-8ADF4EF98FAB}" dt="2024-08-26T09:05:58.458" v="43" actId="478"/>
          <ac:spMkLst>
            <pc:docMk/>
            <pc:sldMk cId="938158308" sldId="390"/>
            <ac:spMk id="4" creationId="{00000000-0000-0000-0000-000000000000}"/>
          </ac:spMkLst>
        </pc:spChg>
        <pc:spChg chg="del">
          <ac:chgData name="Ms Alina Arshad" userId="cccdfd85-d35d-4453-9c6f-a463aae40722" providerId="ADAL" clId="{9D070D90-1526-4C33-8966-8ADF4EF98FAB}" dt="2024-08-26T09:06:01.138" v="44" actId="478"/>
          <ac:spMkLst>
            <pc:docMk/>
            <pc:sldMk cId="938158308" sldId="390"/>
            <ac:spMk id="5" creationId="{00000000-0000-0000-0000-000000000000}"/>
          </ac:spMkLst>
        </pc:spChg>
      </pc:sldChg>
      <pc:sldChg chg="delSp modSp add mod">
        <pc:chgData name="Ms Alina Arshad" userId="cccdfd85-d35d-4453-9c6f-a463aae40722" providerId="ADAL" clId="{9D070D90-1526-4C33-8966-8ADF4EF98FAB}" dt="2024-08-26T09:06:52.848" v="55" actId="1076"/>
        <pc:sldMkLst>
          <pc:docMk/>
          <pc:sldMk cId="3237861477" sldId="391"/>
        </pc:sldMkLst>
        <pc:spChg chg="mod">
          <ac:chgData name="Ms Alina Arshad" userId="cccdfd85-d35d-4453-9c6f-a463aae40722" providerId="ADAL" clId="{9D070D90-1526-4C33-8966-8ADF4EF98FAB}" dt="2024-08-26T09:06:52.848" v="55" actId="1076"/>
          <ac:spMkLst>
            <pc:docMk/>
            <pc:sldMk cId="3237861477" sldId="391"/>
            <ac:spMk id="2" creationId="{EDA72679-0F98-43B0-9C8E-609711DDE88A}"/>
          </ac:spMkLst>
        </pc:spChg>
        <pc:spChg chg="mod">
          <ac:chgData name="Ms Alina Arshad" userId="cccdfd85-d35d-4453-9c6f-a463aae40722" providerId="ADAL" clId="{9D070D90-1526-4C33-8966-8ADF4EF98FAB}" dt="2024-08-26T09:06:49.005" v="53" actId="207"/>
          <ac:spMkLst>
            <pc:docMk/>
            <pc:sldMk cId="3237861477" sldId="391"/>
            <ac:spMk id="3" creationId="{9F621F65-B7BE-4B1B-8A4D-34D27C89D961}"/>
          </ac:spMkLst>
        </pc:spChg>
        <pc:spChg chg="del">
          <ac:chgData name="Ms Alina Arshad" userId="cccdfd85-d35d-4453-9c6f-a463aae40722" providerId="ADAL" clId="{9D070D90-1526-4C33-8966-8ADF4EF98FAB}" dt="2024-08-26T09:06:04.744" v="45" actId="478"/>
          <ac:spMkLst>
            <pc:docMk/>
            <pc:sldMk cId="3237861477" sldId="391"/>
            <ac:spMk id="4" creationId="{00000000-0000-0000-0000-000000000000}"/>
          </ac:spMkLst>
        </pc:spChg>
        <pc:spChg chg="del">
          <ac:chgData name="Ms Alina Arshad" userId="cccdfd85-d35d-4453-9c6f-a463aae40722" providerId="ADAL" clId="{9D070D90-1526-4C33-8966-8ADF4EF98FAB}" dt="2024-08-26T09:06:06.196" v="46" actId="478"/>
          <ac:spMkLst>
            <pc:docMk/>
            <pc:sldMk cId="3237861477" sldId="391"/>
            <ac:spMk id="5" creationId="{00000000-0000-0000-0000-000000000000}"/>
          </ac:spMkLst>
        </pc:spChg>
      </pc:sldChg>
      <pc:sldChg chg="modSp new mod ord">
        <pc:chgData name="Ms Alina Arshad" userId="cccdfd85-d35d-4453-9c6f-a463aae40722" providerId="ADAL" clId="{9D070D90-1526-4C33-8966-8ADF4EF98FAB}" dt="2024-08-26T09:14:19.288" v="94"/>
        <pc:sldMkLst>
          <pc:docMk/>
          <pc:sldMk cId="3171797292" sldId="392"/>
        </pc:sldMkLst>
        <pc:spChg chg="mod">
          <ac:chgData name="Ms Alina Arshad" userId="cccdfd85-d35d-4453-9c6f-a463aae40722" providerId="ADAL" clId="{9D070D90-1526-4C33-8966-8ADF4EF98FAB}" dt="2024-08-26T09:08:44.241" v="76" actId="207"/>
          <ac:spMkLst>
            <pc:docMk/>
            <pc:sldMk cId="3171797292" sldId="392"/>
            <ac:spMk id="2" creationId="{71C7E6DC-E247-A1A6-4433-2D99DE757456}"/>
          </ac:spMkLst>
        </pc:spChg>
        <pc:spChg chg="mod">
          <ac:chgData name="Ms Alina Arshad" userId="cccdfd85-d35d-4453-9c6f-a463aae40722" providerId="ADAL" clId="{9D070D90-1526-4C33-8966-8ADF4EF98FAB}" dt="2024-08-26T09:09:47.517" v="87" actId="207"/>
          <ac:spMkLst>
            <pc:docMk/>
            <pc:sldMk cId="3171797292" sldId="392"/>
            <ac:spMk id="3" creationId="{8945664E-4C57-92F9-8D47-FA41D2EC3675}"/>
          </ac:spMkLst>
        </pc:spChg>
      </pc:sldChg>
      <pc:sldChg chg="new del">
        <pc:chgData name="Ms Alina Arshad" userId="cccdfd85-d35d-4453-9c6f-a463aae40722" providerId="ADAL" clId="{9D070D90-1526-4C33-8966-8ADF4EF98FAB}" dt="2024-08-26T09:08:28.926" v="57" actId="47"/>
        <pc:sldMkLst>
          <pc:docMk/>
          <pc:sldMk cId="3427654478" sldId="392"/>
        </pc:sldMkLst>
      </pc:sldChg>
      <pc:sldChg chg="delSp new del mod">
        <pc:chgData name="Ms Alina Arshad" userId="cccdfd85-d35d-4453-9c6f-a463aae40722" providerId="ADAL" clId="{9D070D90-1526-4C33-8966-8ADF4EF98FAB}" dt="2024-08-26T09:16:59.706" v="226" actId="47"/>
        <pc:sldMkLst>
          <pc:docMk/>
          <pc:sldMk cId="1468559554" sldId="393"/>
        </pc:sldMkLst>
        <pc:spChg chg="del">
          <ac:chgData name="Ms Alina Arshad" userId="cccdfd85-d35d-4453-9c6f-a463aae40722" providerId="ADAL" clId="{9D070D90-1526-4C33-8966-8ADF4EF98FAB}" dt="2024-08-26T09:14:10.928" v="92" actId="478"/>
          <ac:spMkLst>
            <pc:docMk/>
            <pc:sldMk cId="1468559554" sldId="393"/>
            <ac:spMk id="2" creationId="{7B3096DD-7254-94FB-B361-91D1E30F9BF0}"/>
          </ac:spMkLst>
        </pc:spChg>
        <pc:spChg chg="del">
          <ac:chgData name="Ms Alina Arshad" userId="cccdfd85-d35d-4453-9c6f-a463aae40722" providerId="ADAL" clId="{9D070D90-1526-4C33-8966-8ADF4EF98FAB}" dt="2024-08-26T09:14:09.350" v="91" actId="478"/>
          <ac:spMkLst>
            <pc:docMk/>
            <pc:sldMk cId="1468559554" sldId="393"/>
            <ac:spMk id="3" creationId="{D78851B1-4A44-FD00-8C39-D0F0F275E549}"/>
          </ac:spMkLst>
        </pc:spChg>
      </pc:sldChg>
      <pc:sldChg chg="modSp new mod">
        <pc:chgData name="Ms Alina Arshad" userId="cccdfd85-d35d-4453-9c6f-a463aae40722" providerId="ADAL" clId="{9D070D90-1526-4C33-8966-8ADF4EF98FAB}" dt="2024-08-26T09:16:54.548" v="225"/>
        <pc:sldMkLst>
          <pc:docMk/>
          <pc:sldMk cId="3643065844" sldId="394"/>
        </pc:sldMkLst>
        <pc:spChg chg="mod">
          <ac:chgData name="Ms Alina Arshad" userId="cccdfd85-d35d-4453-9c6f-a463aae40722" providerId="ADAL" clId="{9D070D90-1526-4C33-8966-8ADF4EF98FAB}" dt="2024-08-26T09:16:54.548" v="225"/>
          <ac:spMkLst>
            <pc:docMk/>
            <pc:sldMk cId="3643065844" sldId="394"/>
            <ac:spMk id="2" creationId="{56FB64E0-A331-330A-441B-B3C636221533}"/>
          </ac:spMkLst>
        </pc:spChg>
        <pc:spChg chg="mod">
          <ac:chgData name="Ms Alina Arshad" userId="cccdfd85-d35d-4453-9c6f-a463aae40722" providerId="ADAL" clId="{9D070D90-1526-4C33-8966-8ADF4EF98FAB}" dt="2024-08-26T09:16:41.558" v="224" actId="20577"/>
          <ac:spMkLst>
            <pc:docMk/>
            <pc:sldMk cId="3643065844" sldId="394"/>
            <ac:spMk id="3" creationId="{22ACE35B-3318-313E-A6ED-E9C39A6CC46C}"/>
          </ac:spMkLst>
        </pc:spChg>
      </pc:sldChg>
      <pc:sldChg chg="addSp modSp new mod">
        <pc:chgData name="Ms Alina Arshad" userId="cccdfd85-d35d-4453-9c6f-a463aae40722" providerId="ADAL" clId="{9D070D90-1526-4C33-8966-8ADF4EF98FAB}" dt="2024-08-26T09:19:42.253" v="237" actId="1076"/>
        <pc:sldMkLst>
          <pc:docMk/>
          <pc:sldMk cId="129645018" sldId="395"/>
        </pc:sldMkLst>
        <pc:spChg chg="add mod">
          <ac:chgData name="Ms Alina Arshad" userId="cccdfd85-d35d-4453-9c6f-a463aae40722" providerId="ADAL" clId="{9D070D90-1526-4C33-8966-8ADF4EF98FAB}" dt="2024-08-26T09:19:10.813" v="231" actId="1076"/>
          <ac:spMkLst>
            <pc:docMk/>
            <pc:sldMk cId="129645018" sldId="395"/>
            <ac:spMk id="3" creationId="{AE48E4DB-1020-2267-9323-EA4B0A7A40F7}"/>
          </ac:spMkLst>
        </pc:spChg>
        <pc:spChg chg="add mod">
          <ac:chgData name="Ms Alina Arshad" userId="cccdfd85-d35d-4453-9c6f-a463aae40722" providerId="ADAL" clId="{9D070D90-1526-4C33-8966-8ADF4EF98FAB}" dt="2024-08-26T09:19:42.253" v="237" actId="1076"/>
          <ac:spMkLst>
            <pc:docMk/>
            <pc:sldMk cId="129645018" sldId="395"/>
            <ac:spMk id="4" creationId="{E314460D-0C28-0074-04BC-D8A2FC53EC0F}"/>
          </ac:spMkLst>
        </pc:spChg>
      </pc:sldChg>
      <pc:sldChg chg="addSp delSp modSp new del mod">
        <pc:chgData name="Ms Alina Arshad" userId="cccdfd85-d35d-4453-9c6f-a463aae40722" providerId="ADAL" clId="{9D070D90-1526-4C33-8966-8ADF4EF98FAB}" dt="2024-08-26T09:50:52.084" v="253" actId="47"/>
        <pc:sldMkLst>
          <pc:docMk/>
          <pc:sldMk cId="195136698" sldId="396"/>
        </pc:sldMkLst>
        <pc:spChg chg="del">
          <ac:chgData name="Ms Alina Arshad" userId="cccdfd85-d35d-4453-9c6f-a463aae40722" providerId="ADAL" clId="{9D070D90-1526-4C33-8966-8ADF4EF98FAB}" dt="2024-08-26T09:50:10.617" v="243" actId="478"/>
          <ac:spMkLst>
            <pc:docMk/>
            <pc:sldMk cId="195136698" sldId="396"/>
            <ac:spMk id="2" creationId="{339A6985-72FC-5A91-A4DF-3F5B5298DCF8}"/>
          </ac:spMkLst>
        </pc:spChg>
        <pc:spChg chg="del">
          <ac:chgData name="Ms Alina Arshad" userId="cccdfd85-d35d-4453-9c6f-a463aae40722" providerId="ADAL" clId="{9D070D90-1526-4C33-8966-8ADF4EF98FAB}" dt="2024-08-26T09:49:52.682" v="240" actId="478"/>
          <ac:spMkLst>
            <pc:docMk/>
            <pc:sldMk cId="195136698" sldId="396"/>
            <ac:spMk id="3" creationId="{7878009F-28FC-5074-A45A-CC4FA57569B8}"/>
          </ac:spMkLst>
        </pc:spChg>
        <pc:spChg chg="add mod">
          <ac:chgData name="Ms Alina Arshad" userId="cccdfd85-d35d-4453-9c6f-a463aae40722" providerId="ADAL" clId="{9D070D90-1526-4C33-8966-8ADF4EF98FAB}" dt="2024-08-26T09:49:59.992" v="242" actId="14100"/>
          <ac:spMkLst>
            <pc:docMk/>
            <pc:sldMk cId="195136698" sldId="396"/>
            <ac:spMk id="4" creationId="{EC782C3C-54D3-9B18-19A8-E0A2A4D1DF4A}"/>
          </ac:spMkLst>
        </pc:spChg>
        <pc:spChg chg="add">
          <ac:chgData name="Ms Alina Arshad" userId="cccdfd85-d35d-4453-9c6f-a463aae40722" providerId="ADAL" clId="{9D070D90-1526-4C33-8966-8ADF4EF98FAB}" dt="2024-08-26T09:49:45.156" v="239"/>
          <ac:spMkLst>
            <pc:docMk/>
            <pc:sldMk cId="195136698" sldId="396"/>
            <ac:spMk id="5" creationId="{DD9F2442-6369-3A35-4A3E-0B47D0C8A4F0}"/>
          </ac:spMkLst>
        </pc:spChg>
        <pc:spChg chg="add">
          <ac:chgData name="Ms Alina Arshad" userId="cccdfd85-d35d-4453-9c6f-a463aae40722" providerId="ADAL" clId="{9D070D90-1526-4C33-8966-8ADF4EF98FAB}" dt="2024-08-26T09:49:45.156" v="239"/>
          <ac:spMkLst>
            <pc:docMk/>
            <pc:sldMk cId="195136698" sldId="396"/>
            <ac:spMk id="6" creationId="{DFEC5ACE-098C-E847-DA0F-9EEFCAC48C76}"/>
          </ac:spMkLst>
        </pc:spChg>
      </pc:sldChg>
      <pc:sldChg chg="addSp delSp modSp new mod">
        <pc:chgData name="Ms Alina Arshad" userId="cccdfd85-d35d-4453-9c6f-a463aae40722" providerId="ADAL" clId="{9D070D90-1526-4C33-8966-8ADF4EF98FAB}" dt="2024-08-27T04:54:01.181" v="478" actId="20577"/>
        <pc:sldMkLst>
          <pc:docMk/>
          <pc:sldMk cId="2801136258" sldId="397"/>
        </pc:sldMkLst>
        <pc:spChg chg="add mod">
          <ac:chgData name="Ms Alina Arshad" userId="cccdfd85-d35d-4453-9c6f-a463aae40722" providerId="ADAL" clId="{9D070D90-1526-4C33-8966-8ADF4EF98FAB}" dt="2024-08-27T04:54:01.181" v="478" actId="20577"/>
          <ac:spMkLst>
            <pc:docMk/>
            <pc:sldMk cId="2801136258" sldId="397"/>
            <ac:spMk id="2" creationId="{0AA35CFD-1519-F917-F636-053D59CFD9D1}"/>
          </ac:spMkLst>
        </pc:spChg>
        <pc:spChg chg="add">
          <ac:chgData name="Ms Alina Arshad" userId="cccdfd85-d35d-4453-9c6f-a463aae40722" providerId="ADAL" clId="{9D070D90-1526-4C33-8966-8ADF4EF98FAB}" dt="2024-08-27T04:49:53.463" v="336"/>
          <ac:spMkLst>
            <pc:docMk/>
            <pc:sldMk cId="2801136258" sldId="397"/>
            <ac:spMk id="3" creationId="{1A518913-A396-ACDA-F801-842CC2F63381}"/>
          </ac:spMkLst>
        </pc:spChg>
        <pc:spChg chg="add del mod">
          <ac:chgData name="Ms Alina Arshad" userId="cccdfd85-d35d-4453-9c6f-a463aae40722" providerId="ADAL" clId="{9D070D90-1526-4C33-8966-8ADF4EF98FAB}" dt="2024-08-26T09:51:37.534" v="264" actId="478"/>
          <ac:spMkLst>
            <pc:docMk/>
            <pc:sldMk cId="2801136258" sldId="397"/>
            <ac:spMk id="3" creationId="{D417D5B8-68C8-6DC5-BEEC-D1BEBA8C2A61}"/>
          </ac:spMkLst>
        </pc:spChg>
        <pc:spChg chg="add mod">
          <ac:chgData name="Ms Alina Arshad" userId="cccdfd85-d35d-4453-9c6f-a463aae40722" providerId="ADAL" clId="{9D070D90-1526-4C33-8966-8ADF4EF98FAB}" dt="2024-08-26T09:51:57.527" v="269" actId="1076"/>
          <ac:spMkLst>
            <pc:docMk/>
            <pc:sldMk cId="2801136258" sldId="397"/>
            <ac:spMk id="4" creationId="{9F6CA550-4BA9-D211-315D-511871109AFE}"/>
          </ac:spMkLst>
        </pc:spChg>
      </pc:sldChg>
      <pc:sldChg chg="new del">
        <pc:chgData name="Ms Alina Arshad" userId="cccdfd85-d35d-4453-9c6f-a463aae40722" providerId="ADAL" clId="{9D070D90-1526-4C33-8966-8ADF4EF98FAB}" dt="2024-08-27T04:43:07.654" v="271" actId="47"/>
        <pc:sldMkLst>
          <pc:docMk/>
          <pc:sldMk cId="1625032331" sldId="398"/>
        </pc:sldMkLst>
      </pc:sldChg>
      <pc:sldChg chg="addSp modSp new mod">
        <pc:chgData name="Ms Alina Arshad" userId="cccdfd85-d35d-4453-9c6f-a463aae40722" providerId="ADAL" clId="{9D070D90-1526-4C33-8966-8ADF4EF98FAB}" dt="2024-08-27T04:46:49.038" v="312" actId="21"/>
        <pc:sldMkLst>
          <pc:docMk/>
          <pc:sldMk cId="2310894512" sldId="398"/>
        </pc:sldMkLst>
        <pc:graphicFrameChg chg="add mod modGraphic">
          <ac:chgData name="Ms Alina Arshad" userId="cccdfd85-d35d-4453-9c6f-a463aae40722" providerId="ADAL" clId="{9D070D90-1526-4C33-8966-8ADF4EF98FAB}" dt="2024-08-27T04:46:49.038" v="312" actId="21"/>
          <ac:graphicFrameMkLst>
            <pc:docMk/>
            <pc:sldMk cId="2310894512" sldId="398"/>
            <ac:graphicFrameMk id="2" creationId="{0805F1E4-B84C-1BA4-9718-16AA4D217A43}"/>
          </ac:graphicFrameMkLst>
        </pc:graphicFrameChg>
      </pc:sldChg>
      <pc:sldChg chg="addSp modSp new mod">
        <pc:chgData name="Ms Alina Arshad" userId="cccdfd85-d35d-4453-9c6f-a463aae40722" providerId="ADAL" clId="{9D070D90-1526-4C33-8966-8ADF4EF98FAB}" dt="2024-08-27T04:48:27.289" v="332" actId="1076"/>
        <pc:sldMkLst>
          <pc:docMk/>
          <pc:sldMk cId="4103277343" sldId="399"/>
        </pc:sldMkLst>
        <pc:spChg chg="add mod">
          <ac:chgData name="Ms Alina Arshad" userId="cccdfd85-d35d-4453-9c6f-a463aae40722" providerId="ADAL" clId="{9D070D90-1526-4C33-8966-8ADF4EF98FAB}" dt="2024-08-27T04:48:27.289" v="332" actId="1076"/>
          <ac:spMkLst>
            <pc:docMk/>
            <pc:sldMk cId="4103277343" sldId="399"/>
            <ac:spMk id="4" creationId="{4C670BC4-2223-4809-FDC3-575B071F5472}"/>
          </ac:spMkLst>
        </pc:spChg>
        <pc:graphicFrameChg chg="add mod modGraphic">
          <ac:chgData name="Ms Alina Arshad" userId="cccdfd85-d35d-4453-9c6f-a463aae40722" providerId="ADAL" clId="{9D070D90-1526-4C33-8966-8ADF4EF98FAB}" dt="2024-08-27T04:48:11.618" v="325" actId="1076"/>
          <ac:graphicFrameMkLst>
            <pc:docMk/>
            <pc:sldMk cId="4103277343" sldId="399"/>
            <ac:graphicFrameMk id="2" creationId="{6D781DE9-F107-AAE6-19E7-A44FE0997EAB}"/>
          </ac:graphicFrameMkLst>
        </pc:graphicFrameChg>
      </pc:sldChg>
    </pc:docChg>
  </pc:docChgLst>
  <pc:docChgLst>
    <pc:chgData name="Ms Alina Arshad" userId="cccdfd85-d35d-4453-9c6f-a463aae40722" providerId="ADAL" clId="{EADAEE91-4A7C-4065-A245-779568A60DD0}"/>
    <pc:docChg chg="undo custSel addSld delSld modSld sldOrd">
      <pc:chgData name="Ms Alina Arshad" userId="cccdfd85-d35d-4453-9c6f-a463aae40722" providerId="ADAL" clId="{EADAEE91-4A7C-4065-A245-779568A60DD0}" dt="2024-08-25T15:14:04.534" v="324" actId="2696"/>
      <pc:docMkLst>
        <pc:docMk/>
      </pc:docMkLst>
      <pc:sldChg chg="del">
        <pc:chgData name="Ms Alina Arshad" userId="cccdfd85-d35d-4453-9c6f-a463aae40722" providerId="ADAL" clId="{EADAEE91-4A7C-4065-A245-779568A60DD0}" dt="2024-08-25T13:34:30.844" v="2" actId="47"/>
        <pc:sldMkLst>
          <pc:docMk/>
          <pc:sldMk cId="3829966237" sldId="341"/>
        </pc:sldMkLst>
      </pc:sldChg>
      <pc:sldChg chg="del">
        <pc:chgData name="Ms Alina Arshad" userId="cccdfd85-d35d-4453-9c6f-a463aae40722" providerId="ADAL" clId="{EADAEE91-4A7C-4065-A245-779568A60DD0}" dt="2024-08-25T13:34:31.597" v="3" actId="47"/>
        <pc:sldMkLst>
          <pc:docMk/>
          <pc:sldMk cId="1130609535" sldId="342"/>
        </pc:sldMkLst>
      </pc:sldChg>
      <pc:sldChg chg="delSp modSp del mod">
        <pc:chgData name="Ms Alina Arshad" userId="cccdfd85-d35d-4453-9c6f-a463aae40722" providerId="ADAL" clId="{EADAEE91-4A7C-4065-A245-779568A60DD0}" dt="2024-08-25T15:09:29.508" v="302" actId="47"/>
        <pc:sldMkLst>
          <pc:docMk/>
          <pc:sldMk cId="47593581" sldId="345"/>
        </pc:sldMkLst>
        <pc:spChg chg="mod">
          <ac:chgData name="Ms Alina Arshad" userId="cccdfd85-d35d-4453-9c6f-a463aae40722" providerId="ADAL" clId="{EADAEE91-4A7C-4065-A245-779568A60DD0}" dt="2024-08-25T13:41:42.034" v="13" actId="14100"/>
          <ac:spMkLst>
            <pc:docMk/>
            <pc:sldMk cId="47593581" sldId="345"/>
            <ac:spMk id="2" creationId="{7E51EDD7-5122-4590-8B7F-DC837E23C380}"/>
          </ac:spMkLst>
        </pc:spChg>
        <pc:spChg chg="mod">
          <ac:chgData name="Ms Alina Arshad" userId="cccdfd85-d35d-4453-9c6f-a463aae40722" providerId="ADAL" clId="{EADAEE91-4A7C-4065-A245-779568A60DD0}" dt="2024-08-25T13:58:46.017" v="100" actId="12"/>
          <ac:spMkLst>
            <pc:docMk/>
            <pc:sldMk cId="47593581" sldId="345"/>
            <ac:spMk id="3" creationId="{2DFF783D-CE62-42B7-AF33-34074E4461A2}"/>
          </ac:spMkLst>
        </pc:spChg>
        <pc:spChg chg="del">
          <ac:chgData name="Ms Alina Arshad" userId="cccdfd85-d35d-4453-9c6f-a463aae40722" providerId="ADAL" clId="{EADAEE91-4A7C-4065-A245-779568A60DD0}" dt="2024-08-25T13:41:32.883" v="10" actId="478"/>
          <ac:spMkLst>
            <pc:docMk/>
            <pc:sldMk cId="47593581" sldId="345"/>
            <ac:spMk id="4" creationId="{00000000-0000-0000-0000-000000000000}"/>
          </ac:spMkLst>
        </pc:spChg>
        <pc:spChg chg="del">
          <ac:chgData name="Ms Alina Arshad" userId="cccdfd85-d35d-4453-9c6f-a463aae40722" providerId="ADAL" clId="{EADAEE91-4A7C-4065-A245-779568A60DD0}" dt="2024-08-25T13:41:34.842" v="11" actId="478"/>
          <ac:spMkLst>
            <pc:docMk/>
            <pc:sldMk cId="47593581" sldId="345"/>
            <ac:spMk id="5" creationId="{00000000-0000-0000-0000-000000000000}"/>
          </ac:spMkLst>
        </pc:spChg>
      </pc:sldChg>
      <pc:sldChg chg="delSp modSp del mod">
        <pc:chgData name="Ms Alina Arshad" userId="cccdfd85-d35d-4453-9c6f-a463aae40722" providerId="ADAL" clId="{EADAEE91-4A7C-4065-A245-779568A60DD0}" dt="2024-08-25T15:09:30.905" v="303" actId="47"/>
        <pc:sldMkLst>
          <pc:docMk/>
          <pc:sldMk cId="4118113692" sldId="346"/>
        </pc:sldMkLst>
        <pc:spChg chg="mod">
          <ac:chgData name="Ms Alina Arshad" userId="cccdfd85-d35d-4453-9c6f-a463aae40722" providerId="ADAL" clId="{EADAEE91-4A7C-4065-A245-779568A60DD0}" dt="2024-08-25T13:42:05.951" v="20" actId="1076"/>
          <ac:spMkLst>
            <pc:docMk/>
            <pc:sldMk cId="4118113692" sldId="346"/>
            <ac:spMk id="2" creationId="{189AF601-8D70-417E-83F0-4C2544ACF381}"/>
          </ac:spMkLst>
        </pc:spChg>
        <pc:spChg chg="mod">
          <ac:chgData name="Ms Alina Arshad" userId="cccdfd85-d35d-4453-9c6f-a463aae40722" providerId="ADAL" clId="{EADAEE91-4A7C-4065-A245-779568A60DD0}" dt="2024-08-25T13:42:08.883" v="21" actId="207"/>
          <ac:spMkLst>
            <pc:docMk/>
            <pc:sldMk cId="4118113692" sldId="346"/>
            <ac:spMk id="3" creationId="{7994D1C3-C6BD-49FE-ADD7-107918564080}"/>
          </ac:spMkLst>
        </pc:spChg>
        <pc:spChg chg="del">
          <ac:chgData name="Ms Alina Arshad" userId="cccdfd85-d35d-4453-9c6f-a463aae40722" providerId="ADAL" clId="{EADAEE91-4A7C-4065-A245-779568A60DD0}" dt="2024-08-25T13:41:52.482" v="15" actId="478"/>
          <ac:spMkLst>
            <pc:docMk/>
            <pc:sldMk cId="4118113692" sldId="346"/>
            <ac:spMk id="4" creationId="{00000000-0000-0000-0000-000000000000}"/>
          </ac:spMkLst>
        </pc:spChg>
        <pc:spChg chg="del">
          <ac:chgData name="Ms Alina Arshad" userId="cccdfd85-d35d-4453-9c6f-a463aae40722" providerId="ADAL" clId="{EADAEE91-4A7C-4065-A245-779568A60DD0}" dt="2024-08-25T13:41:54.245" v="16" actId="478"/>
          <ac:spMkLst>
            <pc:docMk/>
            <pc:sldMk cId="4118113692" sldId="346"/>
            <ac:spMk id="5" creationId="{00000000-0000-0000-0000-000000000000}"/>
          </ac:spMkLst>
        </pc:spChg>
      </pc:sldChg>
      <pc:sldChg chg="delSp modSp del mod">
        <pc:chgData name="Ms Alina Arshad" userId="cccdfd85-d35d-4453-9c6f-a463aae40722" providerId="ADAL" clId="{EADAEE91-4A7C-4065-A245-779568A60DD0}" dt="2024-08-25T15:09:31.592" v="304" actId="47"/>
        <pc:sldMkLst>
          <pc:docMk/>
          <pc:sldMk cId="1592470958" sldId="347"/>
        </pc:sldMkLst>
        <pc:spChg chg="mod">
          <ac:chgData name="Ms Alina Arshad" userId="cccdfd85-d35d-4453-9c6f-a463aae40722" providerId="ADAL" clId="{EADAEE91-4A7C-4065-A245-779568A60DD0}" dt="2024-08-25T13:42:20.300" v="24" actId="1076"/>
          <ac:spMkLst>
            <pc:docMk/>
            <pc:sldMk cId="1592470958" sldId="347"/>
            <ac:spMk id="2" creationId="{4095D5A0-FF21-4C13-A9F4-11F27B882005}"/>
          </ac:spMkLst>
        </pc:spChg>
        <pc:spChg chg="mod">
          <ac:chgData name="Ms Alina Arshad" userId="cccdfd85-d35d-4453-9c6f-a463aae40722" providerId="ADAL" clId="{EADAEE91-4A7C-4065-A245-779568A60DD0}" dt="2024-08-25T13:42:28.221" v="27" actId="255"/>
          <ac:spMkLst>
            <pc:docMk/>
            <pc:sldMk cId="1592470958" sldId="347"/>
            <ac:spMk id="3" creationId="{D93D2A2A-F7B4-4BEE-A16C-64E5A2B22228}"/>
          </ac:spMkLst>
        </pc:spChg>
        <pc:spChg chg="del">
          <ac:chgData name="Ms Alina Arshad" userId="cccdfd85-d35d-4453-9c6f-a463aae40722" providerId="ADAL" clId="{EADAEE91-4A7C-4065-A245-779568A60DD0}" dt="2024-08-25T13:42:31.109" v="28" actId="478"/>
          <ac:spMkLst>
            <pc:docMk/>
            <pc:sldMk cId="1592470958" sldId="347"/>
            <ac:spMk id="4" creationId="{00000000-0000-0000-0000-000000000000}"/>
          </ac:spMkLst>
        </pc:spChg>
        <pc:spChg chg="del">
          <ac:chgData name="Ms Alina Arshad" userId="cccdfd85-d35d-4453-9c6f-a463aae40722" providerId="ADAL" clId="{EADAEE91-4A7C-4065-A245-779568A60DD0}" dt="2024-08-25T13:42:33.014" v="29" actId="478"/>
          <ac:spMkLst>
            <pc:docMk/>
            <pc:sldMk cId="1592470958" sldId="347"/>
            <ac:spMk id="5" creationId="{00000000-0000-0000-0000-000000000000}"/>
          </ac:spMkLst>
        </pc:spChg>
      </pc:sldChg>
      <pc:sldChg chg="delSp modSp del mod">
        <pc:chgData name="Ms Alina Arshad" userId="cccdfd85-d35d-4453-9c6f-a463aae40722" providerId="ADAL" clId="{EADAEE91-4A7C-4065-A245-779568A60DD0}" dt="2024-08-25T15:09:32.177" v="305" actId="47"/>
        <pc:sldMkLst>
          <pc:docMk/>
          <pc:sldMk cId="2505751039" sldId="348"/>
        </pc:sldMkLst>
        <pc:spChg chg="mod">
          <ac:chgData name="Ms Alina Arshad" userId="cccdfd85-d35d-4453-9c6f-a463aae40722" providerId="ADAL" clId="{EADAEE91-4A7C-4065-A245-779568A60DD0}" dt="2024-08-25T13:42:47.129" v="31" actId="1076"/>
          <ac:spMkLst>
            <pc:docMk/>
            <pc:sldMk cId="2505751039" sldId="348"/>
            <ac:spMk id="2" creationId="{09840C44-A6AE-44E7-AB9D-97CB7C1C0B3B}"/>
          </ac:spMkLst>
        </pc:spChg>
        <pc:spChg chg="mod">
          <ac:chgData name="Ms Alina Arshad" userId="cccdfd85-d35d-4453-9c6f-a463aae40722" providerId="ADAL" clId="{EADAEE91-4A7C-4065-A245-779568A60DD0}" dt="2024-08-25T13:42:54.716" v="33" actId="207"/>
          <ac:spMkLst>
            <pc:docMk/>
            <pc:sldMk cId="2505751039" sldId="348"/>
            <ac:spMk id="3" creationId="{D9B437DC-A3DB-401E-B265-1B37EED2AEE1}"/>
          </ac:spMkLst>
        </pc:spChg>
        <pc:spChg chg="del">
          <ac:chgData name="Ms Alina Arshad" userId="cccdfd85-d35d-4453-9c6f-a463aae40722" providerId="ADAL" clId="{EADAEE91-4A7C-4065-A245-779568A60DD0}" dt="2024-08-25T13:42:58.434" v="34" actId="478"/>
          <ac:spMkLst>
            <pc:docMk/>
            <pc:sldMk cId="2505751039" sldId="348"/>
            <ac:spMk id="4" creationId="{00000000-0000-0000-0000-000000000000}"/>
          </ac:spMkLst>
        </pc:spChg>
        <pc:spChg chg="del">
          <ac:chgData name="Ms Alina Arshad" userId="cccdfd85-d35d-4453-9c6f-a463aae40722" providerId="ADAL" clId="{EADAEE91-4A7C-4065-A245-779568A60DD0}" dt="2024-08-25T13:43:01.831" v="35" actId="478"/>
          <ac:spMkLst>
            <pc:docMk/>
            <pc:sldMk cId="2505751039" sldId="348"/>
            <ac:spMk id="5" creationId="{00000000-0000-0000-0000-000000000000}"/>
          </ac:spMkLst>
        </pc:spChg>
      </pc:sldChg>
      <pc:sldChg chg="delSp modSp del mod">
        <pc:chgData name="Ms Alina Arshad" userId="cccdfd85-d35d-4453-9c6f-a463aae40722" providerId="ADAL" clId="{EADAEE91-4A7C-4065-A245-779568A60DD0}" dt="2024-08-25T15:09:32.959" v="306" actId="47"/>
        <pc:sldMkLst>
          <pc:docMk/>
          <pc:sldMk cId="662195488" sldId="349"/>
        </pc:sldMkLst>
        <pc:spChg chg="mod">
          <ac:chgData name="Ms Alina Arshad" userId="cccdfd85-d35d-4453-9c6f-a463aae40722" providerId="ADAL" clId="{EADAEE91-4A7C-4065-A245-779568A60DD0}" dt="2024-08-25T13:43:11.222" v="38" actId="207"/>
          <ac:spMkLst>
            <pc:docMk/>
            <pc:sldMk cId="662195488" sldId="349"/>
            <ac:spMk id="2" creationId="{E948826E-E54E-49E5-A1BB-A247D73F4654}"/>
          </ac:spMkLst>
        </pc:spChg>
        <pc:spChg chg="mod">
          <ac:chgData name="Ms Alina Arshad" userId="cccdfd85-d35d-4453-9c6f-a463aae40722" providerId="ADAL" clId="{EADAEE91-4A7C-4065-A245-779568A60DD0}" dt="2024-08-25T13:43:30.275" v="42" actId="207"/>
          <ac:spMkLst>
            <pc:docMk/>
            <pc:sldMk cId="662195488" sldId="349"/>
            <ac:spMk id="3" creationId="{73CAB96E-5D26-4FBA-93D4-48E335D0109C}"/>
          </ac:spMkLst>
        </pc:spChg>
        <pc:spChg chg="del">
          <ac:chgData name="Ms Alina Arshad" userId="cccdfd85-d35d-4453-9c6f-a463aae40722" providerId="ADAL" clId="{EADAEE91-4A7C-4065-A245-779568A60DD0}" dt="2024-08-25T13:43:21.984" v="40" actId="478"/>
          <ac:spMkLst>
            <pc:docMk/>
            <pc:sldMk cId="662195488" sldId="349"/>
            <ac:spMk id="4" creationId="{00000000-0000-0000-0000-000000000000}"/>
          </ac:spMkLst>
        </pc:spChg>
        <pc:spChg chg="del">
          <ac:chgData name="Ms Alina Arshad" userId="cccdfd85-d35d-4453-9c6f-a463aae40722" providerId="ADAL" clId="{EADAEE91-4A7C-4065-A245-779568A60DD0}" dt="2024-08-25T13:43:25.868" v="41" actId="478"/>
          <ac:spMkLst>
            <pc:docMk/>
            <pc:sldMk cId="662195488" sldId="349"/>
            <ac:spMk id="5" creationId="{00000000-0000-0000-0000-000000000000}"/>
          </ac:spMkLst>
        </pc:spChg>
      </pc:sldChg>
      <pc:sldChg chg="modSp add mod">
        <pc:chgData name="Ms Alina Arshad" userId="cccdfd85-d35d-4453-9c6f-a463aae40722" providerId="ADAL" clId="{EADAEE91-4A7C-4065-A245-779568A60DD0}" dt="2024-08-25T14:58:19.557" v="149" actId="207"/>
        <pc:sldMkLst>
          <pc:docMk/>
          <pc:sldMk cId="0" sldId="350"/>
        </pc:sldMkLst>
        <pc:spChg chg="mod">
          <ac:chgData name="Ms Alina Arshad" userId="cccdfd85-d35d-4453-9c6f-a463aae40722" providerId="ADAL" clId="{EADAEE91-4A7C-4065-A245-779568A60DD0}" dt="2024-08-25T14:58:19.557" v="149" actId="207"/>
          <ac:spMkLst>
            <pc:docMk/>
            <pc:sldMk cId="0" sldId="350"/>
            <ac:spMk id="18434" creationId="{A577BD20-D1FF-1BEE-9621-64AB62F59F87}"/>
          </ac:spMkLst>
        </pc:spChg>
      </pc:sldChg>
      <pc:sldChg chg="modSp add mod">
        <pc:chgData name="Ms Alina Arshad" userId="cccdfd85-d35d-4453-9c6f-a463aae40722" providerId="ADAL" clId="{EADAEE91-4A7C-4065-A245-779568A60DD0}" dt="2024-08-25T14:59:22.631" v="165" actId="27636"/>
        <pc:sldMkLst>
          <pc:docMk/>
          <pc:sldMk cId="0" sldId="351"/>
        </pc:sldMkLst>
        <pc:spChg chg="mod">
          <ac:chgData name="Ms Alina Arshad" userId="cccdfd85-d35d-4453-9c6f-a463aae40722" providerId="ADAL" clId="{EADAEE91-4A7C-4065-A245-779568A60DD0}" dt="2024-08-25T14:59:22.631" v="165" actId="27636"/>
          <ac:spMkLst>
            <pc:docMk/>
            <pc:sldMk cId="0" sldId="351"/>
            <ac:spMk id="3" creationId="{C0C22FA1-E5B0-AD82-96B5-C98C4EA3D56C}"/>
          </ac:spMkLst>
        </pc:spChg>
        <pc:spChg chg="mod">
          <ac:chgData name="Ms Alina Arshad" userId="cccdfd85-d35d-4453-9c6f-a463aae40722" providerId="ADAL" clId="{EADAEE91-4A7C-4065-A245-779568A60DD0}" dt="2024-08-25T14:58:57.020" v="157" actId="1076"/>
          <ac:spMkLst>
            <pc:docMk/>
            <pc:sldMk cId="0" sldId="351"/>
            <ac:spMk id="20482" creationId="{BBAA9927-7645-6E75-19D7-0A3279220EAB}"/>
          </ac:spMkLst>
        </pc:spChg>
        <pc:spChg chg="mod">
          <ac:chgData name="Ms Alina Arshad" userId="cccdfd85-d35d-4453-9c6f-a463aae40722" providerId="ADAL" clId="{EADAEE91-4A7C-4065-A245-779568A60DD0}" dt="2024-08-25T14:59:06.519" v="160" actId="1076"/>
          <ac:spMkLst>
            <pc:docMk/>
            <pc:sldMk cId="0" sldId="351"/>
            <ac:spMk id="20490" creationId="{633463A3-DE25-CA28-40E4-8C3D91E44508}"/>
          </ac:spMkLst>
        </pc:spChg>
        <pc:spChg chg="mod">
          <ac:chgData name="Ms Alina Arshad" userId="cccdfd85-d35d-4453-9c6f-a463aae40722" providerId="ADAL" clId="{EADAEE91-4A7C-4065-A245-779568A60DD0}" dt="2024-08-25T14:59:06.519" v="160" actId="1076"/>
          <ac:spMkLst>
            <pc:docMk/>
            <pc:sldMk cId="0" sldId="351"/>
            <ac:spMk id="20491" creationId="{D7881945-A53A-8D17-791D-162E4ADC9F1A}"/>
          </ac:spMkLst>
        </pc:spChg>
        <pc:spChg chg="mod">
          <ac:chgData name="Ms Alina Arshad" userId="cccdfd85-d35d-4453-9c6f-a463aae40722" providerId="ADAL" clId="{EADAEE91-4A7C-4065-A245-779568A60DD0}" dt="2024-08-25T14:59:06.519" v="160" actId="1076"/>
          <ac:spMkLst>
            <pc:docMk/>
            <pc:sldMk cId="0" sldId="351"/>
            <ac:spMk id="20495" creationId="{30D2EC8A-7B00-E22A-A5F0-C7C377536AE3}"/>
          </ac:spMkLst>
        </pc:spChg>
        <pc:spChg chg="mod">
          <ac:chgData name="Ms Alina Arshad" userId="cccdfd85-d35d-4453-9c6f-a463aae40722" providerId="ADAL" clId="{EADAEE91-4A7C-4065-A245-779568A60DD0}" dt="2024-08-25T14:59:06.519" v="160" actId="1076"/>
          <ac:spMkLst>
            <pc:docMk/>
            <pc:sldMk cId="0" sldId="351"/>
            <ac:spMk id="20496" creationId="{42E8223A-9727-18BC-F219-76783C6B7987}"/>
          </ac:spMkLst>
        </pc:spChg>
        <pc:spChg chg="mod">
          <ac:chgData name="Ms Alina Arshad" userId="cccdfd85-d35d-4453-9c6f-a463aae40722" providerId="ADAL" clId="{EADAEE91-4A7C-4065-A245-779568A60DD0}" dt="2024-08-25T14:59:06.519" v="160" actId="1076"/>
          <ac:spMkLst>
            <pc:docMk/>
            <pc:sldMk cId="0" sldId="351"/>
            <ac:spMk id="20497" creationId="{8CC3DB45-73B0-CB58-0A96-E1B87974EC72}"/>
          </ac:spMkLst>
        </pc:spChg>
        <pc:spChg chg="mod">
          <ac:chgData name="Ms Alina Arshad" userId="cccdfd85-d35d-4453-9c6f-a463aae40722" providerId="ADAL" clId="{EADAEE91-4A7C-4065-A245-779568A60DD0}" dt="2024-08-25T14:59:06.519" v="160" actId="1076"/>
          <ac:spMkLst>
            <pc:docMk/>
            <pc:sldMk cId="0" sldId="351"/>
            <ac:spMk id="20498" creationId="{6B2D9AAB-1FD8-024E-2C7E-CD197AB3F167}"/>
          </ac:spMkLst>
        </pc:spChg>
        <pc:spChg chg="mod">
          <ac:chgData name="Ms Alina Arshad" userId="cccdfd85-d35d-4453-9c6f-a463aae40722" providerId="ADAL" clId="{EADAEE91-4A7C-4065-A245-779568A60DD0}" dt="2024-08-25T14:59:06.519" v="160" actId="1076"/>
          <ac:spMkLst>
            <pc:docMk/>
            <pc:sldMk cId="0" sldId="351"/>
            <ac:spMk id="20499" creationId="{B21B324D-B54B-AB2A-35F9-0B2633DCB27E}"/>
          </ac:spMkLst>
        </pc:spChg>
        <pc:spChg chg="mod">
          <ac:chgData name="Ms Alina Arshad" userId="cccdfd85-d35d-4453-9c6f-a463aae40722" providerId="ADAL" clId="{EADAEE91-4A7C-4065-A245-779568A60DD0}" dt="2024-08-25T14:59:06.519" v="160" actId="1076"/>
          <ac:spMkLst>
            <pc:docMk/>
            <pc:sldMk cId="0" sldId="351"/>
            <ac:spMk id="20500" creationId="{368DA16C-FD8C-D0D7-7F0E-66A1775A49F1}"/>
          </ac:spMkLst>
        </pc:spChg>
        <pc:spChg chg="mod">
          <ac:chgData name="Ms Alina Arshad" userId="cccdfd85-d35d-4453-9c6f-a463aae40722" providerId="ADAL" clId="{EADAEE91-4A7C-4065-A245-779568A60DD0}" dt="2024-08-25T14:59:06.519" v="160" actId="1076"/>
          <ac:spMkLst>
            <pc:docMk/>
            <pc:sldMk cId="0" sldId="351"/>
            <ac:spMk id="20501" creationId="{BBE25917-92B5-29DD-2D43-C206AE6FAD3F}"/>
          </ac:spMkLst>
        </pc:spChg>
        <pc:spChg chg="mod">
          <ac:chgData name="Ms Alina Arshad" userId="cccdfd85-d35d-4453-9c6f-a463aae40722" providerId="ADAL" clId="{EADAEE91-4A7C-4065-A245-779568A60DD0}" dt="2024-08-25T14:59:06.519" v="160" actId="1076"/>
          <ac:spMkLst>
            <pc:docMk/>
            <pc:sldMk cId="0" sldId="351"/>
            <ac:spMk id="20502" creationId="{5B7BB921-3413-4F30-B079-54C603A5CA86}"/>
          </ac:spMkLst>
        </pc:spChg>
        <pc:spChg chg="mod">
          <ac:chgData name="Ms Alina Arshad" userId="cccdfd85-d35d-4453-9c6f-a463aae40722" providerId="ADAL" clId="{EADAEE91-4A7C-4065-A245-779568A60DD0}" dt="2024-08-25T14:59:06.519" v="160" actId="1076"/>
          <ac:spMkLst>
            <pc:docMk/>
            <pc:sldMk cId="0" sldId="351"/>
            <ac:spMk id="20503" creationId="{33B1CDDC-6023-5CD5-5C24-0D8879304E02}"/>
          </ac:spMkLst>
        </pc:spChg>
        <pc:spChg chg="mod">
          <ac:chgData name="Ms Alina Arshad" userId="cccdfd85-d35d-4453-9c6f-a463aae40722" providerId="ADAL" clId="{EADAEE91-4A7C-4065-A245-779568A60DD0}" dt="2024-08-25T14:59:06.519" v="160" actId="1076"/>
          <ac:spMkLst>
            <pc:docMk/>
            <pc:sldMk cId="0" sldId="351"/>
            <ac:spMk id="20504" creationId="{64F24335-C1B3-911B-8406-E9E34E828CE1}"/>
          </ac:spMkLst>
        </pc:spChg>
        <pc:spChg chg="mod">
          <ac:chgData name="Ms Alina Arshad" userId="cccdfd85-d35d-4453-9c6f-a463aae40722" providerId="ADAL" clId="{EADAEE91-4A7C-4065-A245-779568A60DD0}" dt="2024-08-25T14:59:06.519" v="160" actId="1076"/>
          <ac:spMkLst>
            <pc:docMk/>
            <pc:sldMk cId="0" sldId="351"/>
            <ac:spMk id="20506" creationId="{9B3659CD-6C1E-2B5A-5A04-DE082428E653}"/>
          </ac:spMkLst>
        </pc:spChg>
        <pc:spChg chg="mod">
          <ac:chgData name="Ms Alina Arshad" userId="cccdfd85-d35d-4453-9c6f-a463aae40722" providerId="ADAL" clId="{EADAEE91-4A7C-4065-A245-779568A60DD0}" dt="2024-08-25T14:59:06.519" v="160" actId="1076"/>
          <ac:spMkLst>
            <pc:docMk/>
            <pc:sldMk cId="0" sldId="351"/>
            <ac:spMk id="20508" creationId="{B622AB96-288F-81CD-5E4A-A96A8645BC6A}"/>
          </ac:spMkLst>
        </pc:spChg>
        <pc:spChg chg="mod">
          <ac:chgData name="Ms Alina Arshad" userId="cccdfd85-d35d-4453-9c6f-a463aae40722" providerId="ADAL" clId="{EADAEE91-4A7C-4065-A245-779568A60DD0}" dt="2024-08-25T14:59:06.519" v="160" actId="1076"/>
          <ac:spMkLst>
            <pc:docMk/>
            <pc:sldMk cId="0" sldId="351"/>
            <ac:spMk id="20509" creationId="{89A1CA44-16E9-8216-7022-7920138E5E17}"/>
          </ac:spMkLst>
        </pc:spChg>
        <pc:spChg chg="mod">
          <ac:chgData name="Ms Alina Arshad" userId="cccdfd85-d35d-4453-9c6f-a463aae40722" providerId="ADAL" clId="{EADAEE91-4A7C-4065-A245-779568A60DD0}" dt="2024-08-25T14:59:06.519" v="160" actId="1076"/>
          <ac:spMkLst>
            <pc:docMk/>
            <pc:sldMk cId="0" sldId="351"/>
            <ac:spMk id="20510" creationId="{EE6AD805-7BC0-6284-A5A6-E5975E600F61}"/>
          </ac:spMkLst>
        </pc:spChg>
        <pc:spChg chg="mod">
          <ac:chgData name="Ms Alina Arshad" userId="cccdfd85-d35d-4453-9c6f-a463aae40722" providerId="ADAL" clId="{EADAEE91-4A7C-4065-A245-779568A60DD0}" dt="2024-08-25T14:59:06.519" v="160" actId="1076"/>
          <ac:spMkLst>
            <pc:docMk/>
            <pc:sldMk cId="0" sldId="351"/>
            <ac:spMk id="20511" creationId="{1C9AA088-7E22-4D43-1279-63DD018115AA}"/>
          </ac:spMkLst>
        </pc:spChg>
        <pc:spChg chg="mod">
          <ac:chgData name="Ms Alina Arshad" userId="cccdfd85-d35d-4453-9c6f-a463aae40722" providerId="ADAL" clId="{EADAEE91-4A7C-4065-A245-779568A60DD0}" dt="2024-08-25T14:59:06.519" v="160" actId="1076"/>
          <ac:spMkLst>
            <pc:docMk/>
            <pc:sldMk cId="0" sldId="351"/>
            <ac:spMk id="20512" creationId="{BB11CD00-1F5F-6793-EC2D-87C49775945D}"/>
          </ac:spMkLst>
        </pc:spChg>
        <pc:spChg chg="mod">
          <ac:chgData name="Ms Alina Arshad" userId="cccdfd85-d35d-4453-9c6f-a463aae40722" providerId="ADAL" clId="{EADAEE91-4A7C-4065-A245-779568A60DD0}" dt="2024-08-25T14:59:06.519" v="160" actId="1076"/>
          <ac:spMkLst>
            <pc:docMk/>
            <pc:sldMk cId="0" sldId="351"/>
            <ac:spMk id="20513" creationId="{FCC19961-6BBD-7936-C553-6162DC2475FF}"/>
          </ac:spMkLst>
        </pc:spChg>
        <pc:spChg chg="mod">
          <ac:chgData name="Ms Alina Arshad" userId="cccdfd85-d35d-4453-9c6f-a463aae40722" providerId="ADAL" clId="{EADAEE91-4A7C-4065-A245-779568A60DD0}" dt="2024-08-25T14:59:06.519" v="160" actId="1076"/>
          <ac:spMkLst>
            <pc:docMk/>
            <pc:sldMk cId="0" sldId="351"/>
            <ac:spMk id="20514" creationId="{43DD98F7-450E-0791-BFCC-67C8C437F27A}"/>
          </ac:spMkLst>
        </pc:spChg>
        <pc:spChg chg="mod">
          <ac:chgData name="Ms Alina Arshad" userId="cccdfd85-d35d-4453-9c6f-a463aae40722" providerId="ADAL" clId="{EADAEE91-4A7C-4065-A245-779568A60DD0}" dt="2024-08-25T14:59:06.519" v="160" actId="1076"/>
          <ac:spMkLst>
            <pc:docMk/>
            <pc:sldMk cId="0" sldId="351"/>
            <ac:spMk id="20515" creationId="{909C4666-C7D2-5CFD-2A9D-E6C939F855DB}"/>
          </ac:spMkLst>
        </pc:spChg>
        <pc:spChg chg="mod">
          <ac:chgData name="Ms Alina Arshad" userId="cccdfd85-d35d-4453-9c6f-a463aae40722" providerId="ADAL" clId="{EADAEE91-4A7C-4065-A245-779568A60DD0}" dt="2024-08-25T14:59:06.519" v="160" actId="1076"/>
          <ac:spMkLst>
            <pc:docMk/>
            <pc:sldMk cId="0" sldId="351"/>
            <ac:spMk id="20516" creationId="{F559048E-5AEA-BFAA-4AB2-A79BD77B4E64}"/>
          </ac:spMkLst>
        </pc:spChg>
        <pc:spChg chg="mod">
          <ac:chgData name="Ms Alina Arshad" userId="cccdfd85-d35d-4453-9c6f-a463aae40722" providerId="ADAL" clId="{EADAEE91-4A7C-4065-A245-779568A60DD0}" dt="2024-08-25T14:59:06.519" v="160" actId="1076"/>
          <ac:spMkLst>
            <pc:docMk/>
            <pc:sldMk cId="0" sldId="351"/>
            <ac:spMk id="20518" creationId="{A73BE407-30D4-0E52-57AB-73F9CF23B9C0}"/>
          </ac:spMkLst>
        </pc:spChg>
        <pc:spChg chg="mod">
          <ac:chgData name="Ms Alina Arshad" userId="cccdfd85-d35d-4453-9c6f-a463aae40722" providerId="ADAL" clId="{EADAEE91-4A7C-4065-A245-779568A60DD0}" dt="2024-08-25T14:59:06.519" v="160" actId="1076"/>
          <ac:spMkLst>
            <pc:docMk/>
            <pc:sldMk cId="0" sldId="351"/>
            <ac:spMk id="20519" creationId="{3D2DE760-CDA8-026D-2727-1D2422A40053}"/>
          </ac:spMkLst>
        </pc:spChg>
        <pc:spChg chg="mod">
          <ac:chgData name="Ms Alina Arshad" userId="cccdfd85-d35d-4453-9c6f-a463aae40722" providerId="ADAL" clId="{EADAEE91-4A7C-4065-A245-779568A60DD0}" dt="2024-08-25T14:59:06.519" v="160" actId="1076"/>
          <ac:spMkLst>
            <pc:docMk/>
            <pc:sldMk cId="0" sldId="351"/>
            <ac:spMk id="20522" creationId="{724AC8D3-447F-303D-8B23-332CAB41837E}"/>
          </ac:spMkLst>
        </pc:spChg>
        <pc:spChg chg="mod">
          <ac:chgData name="Ms Alina Arshad" userId="cccdfd85-d35d-4453-9c6f-a463aae40722" providerId="ADAL" clId="{EADAEE91-4A7C-4065-A245-779568A60DD0}" dt="2024-08-25T14:59:06.519" v="160" actId="1076"/>
          <ac:spMkLst>
            <pc:docMk/>
            <pc:sldMk cId="0" sldId="351"/>
            <ac:spMk id="20523" creationId="{F261ED58-EC46-D0CB-EF10-36FDD01A018A}"/>
          </ac:spMkLst>
        </pc:spChg>
        <pc:spChg chg="mod">
          <ac:chgData name="Ms Alina Arshad" userId="cccdfd85-d35d-4453-9c6f-a463aae40722" providerId="ADAL" clId="{EADAEE91-4A7C-4065-A245-779568A60DD0}" dt="2024-08-25T14:59:06.519" v="160" actId="1076"/>
          <ac:spMkLst>
            <pc:docMk/>
            <pc:sldMk cId="0" sldId="351"/>
            <ac:spMk id="20524" creationId="{2978236F-238F-63A3-A9C6-1BC14C387C7A}"/>
          </ac:spMkLst>
        </pc:spChg>
        <pc:spChg chg="mod">
          <ac:chgData name="Ms Alina Arshad" userId="cccdfd85-d35d-4453-9c6f-a463aae40722" providerId="ADAL" clId="{EADAEE91-4A7C-4065-A245-779568A60DD0}" dt="2024-08-25T14:59:06.519" v="160" actId="1076"/>
          <ac:spMkLst>
            <pc:docMk/>
            <pc:sldMk cId="0" sldId="351"/>
            <ac:spMk id="20525" creationId="{3A10A80B-598C-6F80-B20E-D83391B4DAFE}"/>
          </ac:spMkLst>
        </pc:spChg>
        <pc:spChg chg="mod">
          <ac:chgData name="Ms Alina Arshad" userId="cccdfd85-d35d-4453-9c6f-a463aae40722" providerId="ADAL" clId="{EADAEE91-4A7C-4065-A245-779568A60DD0}" dt="2024-08-25T14:59:06.519" v="160" actId="1076"/>
          <ac:spMkLst>
            <pc:docMk/>
            <pc:sldMk cId="0" sldId="351"/>
            <ac:spMk id="20526" creationId="{DE8A2B8B-C132-773A-4325-63EA471A82E6}"/>
          </ac:spMkLst>
        </pc:spChg>
        <pc:spChg chg="mod">
          <ac:chgData name="Ms Alina Arshad" userId="cccdfd85-d35d-4453-9c6f-a463aae40722" providerId="ADAL" clId="{EADAEE91-4A7C-4065-A245-779568A60DD0}" dt="2024-08-25T14:59:06.519" v="160" actId="1076"/>
          <ac:spMkLst>
            <pc:docMk/>
            <pc:sldMk cId="0" sldId="351"/>
            <ac:spMk id="20527" creationId="{A7378887-B4EE-0D36-3B40-BF7373A0A755}"/>
          </ac:spMkLst>
        </pc:spChg>
        <pc:spChg chg="mod">
          <ac:chgData name="Ms Alina Arshad" userId="cccdfd85-d35d-4453-9c6f-a463aae40722" providerId="ADAL" clId="{EADAEE91-4A7C-4065-A245-779568A60DD0}" dt="2024-08-25T14:59:06.519" v="160" actId="1076"/>
          <ac:spMkLst>
            <pc:docMk/>
            <pc:sldMk cId="0" sldId="351"/>
            <ac:spMk id="20528" creationId="{CBA19445-DC40-B276-D8A2-FB7B5D7C6931}"/>
          </ac:spMkLst>
        </pc:spChg>
        <pc:spChg chg="mod">
          <ac:chgData name="Ms Alina Arshad" userId="cccdfd85-d35d-4453-9c6f-a463aae40722" providerId="ADAL" clId="{EADAEE91-4A7C-4065-A245-779568A60DD0}" dt="2024-08-25T14:59:06.519" v="160" actId="1076"/>
          <ac:spMkLst>
            <pc:docMk/>
            <pc:sldMk cId="0" sldId="351"/>
            <ac:spMk id="20529" creationId="{3D9C512B-90B6-61AE-0FE2-301DA8BF6166}"/>
          </ac:spMkLst>
        </pc:spChg>
        <pc:spChg chg="mod">
          <ac:chgData name="Ms Alina Arshad" userId="cccdfd85-d35d-4453-9c6f-a463aae40722" providerId="ADAL" clId="{EADAEE91-4A7C-4065-A245-779568A60DD0}" dt="2024-08-25T14:59:06.519" v="160" actId="1076"/>
          <ac:spMkLst>
            <pc:docMk/>
            <pc:sldMk cId="0" sldId="351"/>
            <ac:spMk id="20532" creationId="{01F75FB1-FA05-E792-5677-1408EBFE4895}"/>
          </ac:spMkLst>
        </pc:spChg>
        <pc:spChg chg="mod">
          <ac:chgData name="Ms Alina Arshad" userId="cccdfd85-d35d-4453-9c6f-a463aae40722" providerId="ADAL" clId="{EADAEE91-4A7C-4065-A245-779568A60DD0}" dt="2024-08-25T14:59:06.519" v="160" actId="1076"/>
          <ac:spMkLst>
            <pc:docMk/>
            <pc:sldMk cId="0" sldId="351"/>
            <ac:spMk id="20535" creationId="{B248B2D8-4FD5-CC0D-B842-158AE12C4F74}"/>
          </ac:spMkLst>
        </pc:spChg>
        <pc:spChg chg="mod">
          <ac:chgData name="Ms Alina Arshad" userId="cccdfd85-d35d-4453-9c6f-a463aae40722" providerId="ADAL" clId="{EADAEE91-4A7C-4065-A245-779568A60DD0}" dt="2024-08-25T14:59:06.519" v="160" actId="1076"/>
          <ac:spMkLst>
            <pc:docMk/>
            <pc:sldMk cId="0" sldId="351"/>
            <ac:spMk id="20536" creationId="{BC821949-4409-B6D2-0B76-CF34243713C4}"/>
          </ac:spMkLst>
        </pc:spChg>
        <pc:spChg chg="mod">
          <ac:chgData name="Ms Alina Arshad" userId="cccdfd85-d35d-4453-9c6f-a463aae40722" providerId="ADAL" clId="{EADAEE91-4A7C-4065-A245-779568A60DD0}" dt="2024-08-25T14:59:06.519" v="160" actId="1076"/>
          <ac:spMkLst>
            <pc:docMk/>
            <pc:sldMk cId="0" sldId="351"/>
            <ac:spMk id="20537" creationId="{D2F2A971-F446-C273-87FD-620558105FC1}"/>
          </ac:spMkLst>
        </pc:spChg>
        <pc:spChg chg="mod">
          <ac:chgData name="Ms Alina Arshad" userId="cccdfd85-d35d-4453-9c6f-a463aae40722" providerId="ADAL" clId="{EADAEE91-4A7C-4065-A245-779568A60DD0}" dt="2024-08-25T14:59:06.519" v="160" actId="1076"/>
          <ac:spMkLst>
            <pc:docMk/>
            <pc:sldMk cId="0" sldId="351"/>
            <ac:spMk id="20538" creationId="{8D694FCD-8075-29AA-7B6F-E3033267B8FA}"/>
          </ac:spMkLst>
        </pc:spChg>
        <pc:spChg chg="mod">
          <ac:chgData name="Ms Alina Arshad" userId="cccdfd85-d35d-4453-9c6f-a463aae40722" providerId="ADAL" clId="{EADAEE91-4A7C-4065-A245-779568A60DD0}" dt="2024-08-25T14:59:06.519" v="160" actId="1076"/>
          <ac:spMkLst>
            <pc:docMk/>
            <pc:sldMk cId="0" sldId="351"/>
            <ac:spMk id="20539" creationId="{C2E3A1C5-308C-D8E1-DF3B-D3F666024944}"/>
          </ac:spMkLst>
        </pc:spChg>
        <pc:spChg chg="mod">
          <ac:chgData name="Ms Alina Arshad" userId="cccdfd85-d35d-4453-9c6f-a463aae40722" providerId="ADAL" clId="{EADAEE91-4A7C-4065-A245-779568A60DD0}" dt="2024-08-25T14:59:06.519" v="160" actId="1076"/>
          <ac:spMkLst>
            <pc:docMk/>
            <pc:sldMk cId="0" sldId="351"/>
            <ac:spMk id="20540" creationId="{3D348CA4-5DDE-5C56-5FA0-AF17C8561F35}"/>
          </ac:spMkLst>
        </pc:spChg>
        <pc:spChg chg="mod">
          <ac:chgData name="Ms Alina Arshad" userId="cccdfd85-d35d-4453-9c6f-a463aae40722" providerId="ADAL" clId="{EADAEE91-4A7C-4065-A245-779568A60DD0}" dt="2024-08-25T14:59:06.519" v="160" actId="1076"/>
          <ac:spMkLst>
            <pc:docMk/>
            <pc:sldMk cId="0" sldId="351"/>
            <ac:spMk id="20541" creationId="{AFBDDBF6-D876-C151-24EF-4F8278F2BA34}"/>
          </ac:spMkLst>
        </pc:spChg>
        <pc:spChg chg="mod">
          <ac:chgData name="Ms Alina Arshad" userId="cccdfd85-d35d-4453-9c6f-a463aae40722" providerId="ADAL" clId="{EADAEE91-4A7C-4065-A245-779568A60DD0}" dt="2024-08-25T14:59:06.519" v="160" actId="1076"/>
          <ac:spMkLst>
            <pc:docMk/>
            <pc:sldMk cId="0" sldId="351"/>
            <ac:spMk id="20542" creationId="{DBB3D900-774B-536F-785C-E839802B58ED}"/>
          </ac:spMkLst>
        </pc:spChg>
        <pc:spChg chg="mod">
          <ac:chgData name="Ms Alina Arshad" userId="cccdfd85-d35d-4453-9c6f-a463aae40722" providerId="ADAL" clId="{EADAEE91-4A7C-4065-A245-779568A60DD0}" dt="2024-08-25T14:59:06.519" v="160" actId="1076"/>
          <ac:spMkLst>
            <pc:docMk/>
            <pc:sldMk cId="0" sldId="351"/>
            <ac:spMk id="20543" creationId="{0952B678-AF27-EA9B-4BB4-76D04C4889D8}"/>
          </ac:spMkLst>
        </pc:spChg>
        <pc:spChg chg="mod">
          <ac:chgData name="Ms Alina Arshad" userId="cccdfd85-d35d-4453-9c6f-a463aae40722" providerId="ADAL" clId="{EADAEE91-4A7C-4065-A245-779568A60DD0}" dt="2024-08-25T14:59:06.519" v="160" actId="1076"/>
          <ac:spMkLst>
            <pc:docMk/>
            <pc:sldMk cId="0" sldId="351"/>
            <ac:spMk id="20544" creationId="{82380CB0-76D2-D7C4-10F0-DE56CAED63AE}"/>
          </ac:spMkLst>
        </pc:spChg>
        <pc:grpChg chg="mod">
          <ac:chgData name="Ms Alina Arshad" userId="cccdfd85-d35d-4453-9c6f-a463aae40722" providerId="ADAL" clId="{EADAEE91-4A7C-4065-A245-779568A60DD0}" dt="2024-08-25T14:59:06.519" v="160" actId="1076"/>
          <ac:grpSpMkLst>
            <pc:docMk/>
            <pc:sldMk cId="0" sldId="351"/>
            <ac:grpSpMk id="2" creationId="{7F9631C9-A4A1-9EC8-8B28-D2C54EDAAC8E}"/>
          </ac:grpSpMkLst>
        </pc:grpChg>
        <pc:grpChg chg="mod">
          <ac:chgData name="Ms Alina Arshad" userId="cccdfd85-d35d-4453-9c6f-a463aae40722" providerId="ADAL" clId="{EADAEE91-4A7C-4065-A245-779568A60DD0}" dt="2024-08-25T14:59:06.519" v="160" actId="1076"/>
          <ac:grpSpMkLst>
            <pc:docMk/>
            <pc:sldMk cId="0" sldId="351"/>
            <ac:grpSpMk id="20485" creationId="{B7A9110E-17AF-7A9A-94CA-09682B01ADA7}"/>
          </ac:grpSpMkLst>
        </pc:grpChg>
        <pc:grpChg chg="mod">
          <ac:chgData name="Ms Alina Arshad" userId="cccdfd85-d35d-4453-9c6f-a463aae40722" providerId="ADAL" clId="{EADAEE91-4A7C-4065-A245-779568A60DD0}" dt="2024-08-25T14:59:06.519" v="160" actId="1076"/>
          <ac:grpSpMkLst>
            <pc:docMk/>
            <pc:sldMk cId="0" sldId="351"/>
            <ac:grpSpMk id="20486" creationId="{C87A5648-2ED0-13A1-E987-3804502F5DB1}"/>
          </ac:grpSpMkLst>
        </pc:grpChg>
        <pc:grpChg chg="mod">
          <ac:chgData name="Ms Alina Arshad" userId="cccdfd85-d35d-4453-9c6f-a463aae40722" providerId="ADAL" clId="{EADAEE91-4A7C-4065-A245-779568A60DD0}" dt="2024-08-25T14:59:06.519" v="160" actId="1076"/>
          <ac:grpSpMkLst>
            <pc:docMk/>
            <pc:sldMk cId="0" sldId="351"/>
            <ac:grpSpMk id="20487" creationId="{FEF07A09-23EB-692B-E7F8-931D9A1688D3}"/>
          </ac:grpSpMkLst>
        </pc:grpChg>
        <pc:grpChg chg="mod">
          <ac:chgData name="Ms Alina Arshad" userId="cccdfd85-d35d-4453-9c6f-a463aae40722" providerId="ADAL" clId="{EADAEE91-4A7C-4065-A245-779568A60DD0}" dt="2024-08-25T14:59:06.519" v="160" actId="1076"/>
          <ac:grpSpMkLst>
            <pc:docMk/>
            <pc:sldMk cId="0" sldId="351"/>
            <ac:grpSpMk id="20488" creationId="{4F49DAD8-804A-D178-31DD-036F4BAAAE47}"/>
          </ac:grpSpMkLst>
        </pc:grpChg>
        <pc:grpChg chg="mod">
          <ac:chgData name="Ms Alina Arshad" userId="cccdfd85-d35d-4453-9c6f-a463aae40722" providerId="ADAL" clId="{EADAEE91-4A7C-4065-A245-779568A60DD0}" dt="2024-08-25T14:59:06.519" v="160" actId="1076"/>
          <ac:grpSpMkLst>
            <pc:docMk/>
            <pc:sldMk cId="0" sldId="351"/>
            <ac:grpSpMk id="20489" creationId="{95027C7D-621B-B27C-733C-C9EC585D5C2C}"/>
          </ac:grpSpMkLst>
        </pc:grpChg>
        <pc:grpChg chg="mod">
          <ac:chgData name="Ms Alina Arshad" userId="cccdfd85-d35d-4453-9c6f-a463aae40722" providerId="ADAL" clId="{EADAEE91-4A7C-4065-A245-779568A60DD0}" dt="2024-08-25T14:59:06.519" v="160" actId="1076"/>
          <ac:grpSpMkLst>
            <pc:docMk/>
            <pc:sldMk cId="0" sldId="351"/>
            <ac:grpSpMk id="20492" creationId="{054DD1F6-623A-E71F-F6E2-064F30277D12}"/>
          </ac:grpSpMkLst>
        </pc:grpChg>
        <pc:grpChg chg="mod">
          <ac:chgData name="Ms Alina Arshad" userId="cccdfd85-d35d-4453-9c6f-a463aae40722" providerId="ADAL" clId="{EADAEE91-4A7C-4065-A245-779568A60DD0}" dt="2024-08-25T14:59:06.519" v="160" actId="1076"/>
          <ac:grpSpMkLst>
            <pc:docMk/>
            <pc:sldMk cId="0" sldId="351"/>
            <ac:grpSpMk id="20493" creationId="{6ECA2E41-720C-F599-9154-426F329E4A57}"/>
          </ac:grpSpMkLst>
        </pc:grpChg>
        <pc:grpChg chg="mod">
          <ac:chgData name="Ms Alina Arshad" userId="cccdfd85-d35d-4453-9c6f-a463aae40722" providerId="ADAL" clId="{EADAEE91-4A7C-4065-A245-779568A60DD0}" dt="2024-08-25T14:59:06.519" v="160" actId="1076"/>
          <ac:grpSpMkLst>
            <pc:docMk/>
            <pc:sldMk cId="0" sldId="351"/>
            <ac:grpSpMk id="20494" creationId="{1E4BF6B6-F9CB-5FE1-F3F4-5BA86F870DB1}"/>
          </ac:grpSpMkLst>
        </pc:grpChg>
        <pc:grpChg chg="mod">
          <ac:chgData name="Ms Alina Arshad" userId="cccdfd85-d35d-4453-9c6f-a463aae40722" providerId="ADAL" clId="{EADAEE91-4A7C-4065-A245-779568A60DD0}" dt="2024-08-25T14:59:06.519" v="160" actId="1076"/>
          <ac:grpSpMkLst>
            <pc:docMk/>
            <pc:sldMk cId="0" sldId="351"/>
            <ac:grpSpMk id="20505" creationId="{93453CF6-B129-40D6-76E3-5DC20D6CDA59}"/>
          </ac:grpSpMkLst>
        </pc:grpChg>
        <pc:grpChg chg="mod">
          <ac:chgData name="Ms Alina Arshad" userId="cccdfd85-d35d-4453-9c6f-a463aae40722" providerId="ADAL" clId="{EADAEE91-4A7C-4065-A245-779568A60DD0}" dt="2024-08-25T14:59:06.519" v="160" actId="1076"/>
          <ac:grpSpMkLst>
            <pc:docMk/>
            <pc:sldMk cId="0" sldId="351"/>
            <ac:grpSpMk id="20507" creationId="{DFBB99D5-D52B-1F57-9535-CF9B7EE26221}"/>
          </ac:grpSpMkLst>
        </pc:grpChg>
        <pc:grpChg chg="mod">
          <ac:chgData name="Ms Alina Arshad" userId="cccdfd85-d35d-4453-9c6f-a463aae40722" providerId="ADAL" clId="{EADAEE91-4A7C-4065-A245-779568A60DD0}" dt="2024-08-25T14:59:06.519" v="160" actId="1076"/>
          <ac:grpSpMkLst>
            <pc:docMk/>
            <pc:sldMk cId="0" sldId="351"/>
            <ac:grpSpMk id="20517" creationId="{264FBE28-AF63-C31F-376E-2E336D6CE572}"/>
          </ac:grpSpMkLst>
        </pc:grpChg>
        <pc:grpChg chg="mod">
          <ac:chgData name="Ms Alina Arshad" userId="cccdfd85-d35d-4453-9c6f-a463aae40722" providerId="ADAL" clId="{EADAEE91-4A7C-4065-A245-779568A60DD0}" dt="2024-08-25T14:59:06.519" v="160" actId="1076"/>
          <ac:grpSpMkLst>
            <pc:docMk/>
            <pc:sldMk cId="0" sldId="351"/>
            <ac:grpSpMk id="20520" creationId="{FC154E7D-4B1D-54F5-535F-267395724150}"/>
          </ac:grpSpMkLst>
        </pc:grpChg>
        <pc:grpChg chg="mod">
          <ac:chgData name="Ms Alina Arshad" userId="cccdfd85-d35d-4453-9c6f-a463aae40722" providerId="ADAL" clId="{EADAEE91-4A7C-4065-A245-779568A60DD0}" dt="2024-08-25T14:59:06.519" v="160" actId="1076"/>
          <ac:grpSpMkLst>
            <pc:docMk/>
            <pc:sldMk cId="0" sldId="351"/>
            <ac:grpSpMk id="20521" creationId="{D3F057E2-1931-2A47-5DEE-9A1C6D847247}"/>
          </ac:grpSpMkLst>
        </pc:grpChg>
        <pc:grpChg chg="mod">
          <ac:chgData name="Ms Alina Arshad" userId="cccdfd85-d35d-4453-9c6f-a463aae40722" providerId="ADAL" clId="{EADAEE91-4A7C-4065-A245-779568A60DD0}" dt="2024-08-25T14:59:06.519" v="160" actId="1076"/>
          <ac:grpSpMkLst>
            <pc:docMk/>
            <pc:sldMk cId="0" sldId="351"/>
            <ac:grpSpMk id="20530" creationId="{9329A31E-5CC2-8249-4436-0A6A6E596555}"/>
          </ac:grpSpMkLst>
        </pc:grpChg>
        <pc:grpChg chg="mod">
          <ac:chgData name="Ms Alina Arshad" userId="cccdfd85-d35d-4453-9c6f-a463aae40722" providerId="ADAL" clId="{EADAEE91-4A7C-4065-A245-779568A60DD0}" dt="2024-08-25T14:59:06.519" v="160" actId="1076"/>
          <ac:grpSpMkLst>
            <pc:docMk/>
            <pc:sldMk cId="0" sldId="351"/>
            <ac:grpSpMk id="20531" creationId="{84BB47A9-E83E-AEFB-27FA-6B66D827416E}"/>
          </ac:grpSpMkLst>
        </pc:grpChg>
        <pc:grpChg chg="mod">
          <ac:chgData name="Ms Alina Arshad" userId="cccdfd85-d35d-4453-9c6f-a463aae40722" providerId="ADAL" clId="{EADAEE91-4A7C-4065-A245-779568A60DD0}" dt="2024-08-25T14:59:06.519" v="160" actId="1076"/>
          <ac:grpSpMkLst>
            <pc:docMk/>
            <pc:sldMk cId="0" sldId="351"/>
            <ac:grpSpMk id="20533" creationId="{201B7CCB-5F34-F678-758F-0661DE8D959C}"/>
          </ac:grpSpMkLst>
        </pc:grpChg>
        <pc:grpChg chg="mod">
          <ac:chgData name="Ms Alina Arshad" userId="cccdfd85-d35d-4453-9c6f-a463aae40722" providerId="ADAL" clId="{EADAEE91-4A7C-4065-A245-779568A60DD0}" dt="2024-08-25T14:59:06.519" v="160" actId="1076"/>
          <ac:grpSpMkLst>
            <pc:docMk/>
            <pc:sldMk cId="0" sldId="351"/>
            <ac:grpSpMk id="20534" creationId="{0E9C74A4-0952-6E8E-DB45-32A6E2651681}"/>
          </ac:grpSpMkLst>
        </pc:grpChg>
      </pc:sldChg>
      <pc:sldChg chg="modSp add mod modAnim">
        <pc:chgData name="Ms Alina Arshad" userId="cccdfd85-d35d-4453-9c6f-a463aae40722" providerId="ADAL" clId="{EADAEE91-4A7C-4065-A245-779568A60DD0}" dt="2024-08-25T15:02:43.628" v="201" actId="12"/>
        <pc:sldMkLst>
          <pc:docMk/>
          <pc:sldMk cId="0" sldId="352"/>
        </pc:sldMkLst>
        <pc:spChg chg="mod">
          <ac:chgData name="Ms Alina Arshad" userId="cccdfd85-d35d-4453-9c6f-a463aae40722" providerId="ADAL" clId="{EADAEE91-4A7C-4065-A245-779568A60DD0}" dt="2024-08-25T15:02:43.628" v="201" actId="12"/>
          <ac:spMkLst>
            <pc:docMk/>
            <pc:sldMk cId="0" sldId="352"/>
            <ac:spMk id="2052" creationId="{B4DE60EB-A6E8-8EBF-8E19-B399561545C9}"/>
          </ac:spMkLst>
        </pc:spChg>
        <pc:spChg chg="mod">
          <ac:chgData name="Ms Alina Arshad" userId="cccdfd85-d35d-4453-9c6f-a463aae40722" providerId="ADAL" clId="{EADAEE91-4A7C-4065-A245-779568A60DD0}" dt="2024-08-25T15:01:36.327" v="178" actId="207"/>
          <ac:spMkLst>
            <pc:docMk/>
            <pc:sldMk cId="0" sldId="352"/>
            <ac:spMk id="22530" creationId="{81E4A2DE-EED4-BE27-0CBC-60AC4B3515B2}"/>
          </ac:spMkLst>
        </pc:spChg>
        <pc:graphicFrameChg chg="mod">
          <ac:chgData name="Ms Alina Arshad" userId="cccdfd85-d35d-4453-9c6f-a463aae40722" providerId="ADAL" clId="{EADAEE91-4A7C-4065-A245-779568A60DD0}" dt="2024-08-25T15:01:54.126" v="183" actId="1076"/>
          <ac:graphicFrameMkLst>
            <pc:docMk/>
            <pc:sldMk cId="0" sldId="352"/>
            <ac:graphicFrameMk id="2050" creationId="{69F5B8D4-45C1-7EAE-504B-933840C40481}"/>
          </ac:graphicFrameMkLst>
        </pc:graphicFrameChg>
      </pc:sldChg>
      <pc:sldChg chg="modSp add mod">
        <pc:chgData name="Ms Alina Arshad" userId="cccdfd85-d35d-4453-9c6f-a463aae40722" providerId="ADAL" clId="{EADAEE91-4A7C-4065-A245-779568A60DD0}" dt="2024-08-25T15:04:31.039" v="226" actId="1076"/>
        <pc:sldMkLst>
          <pc:docMk/>
          <pc:sldMk cId="0" sldId="353"/>
        </pc:sldMkLst>
        <pc:spChg chg="mod">
          <ac:chgData name="Ms Alina Arshad" userId="cccdfd85-d35d-4453-9c6f-a463aae40722" providerId="ADAL" clId="{EADAEE91-4A7C-4065-A245-779568A60DD0}" dt="2024-08-25T15:04:31.039" v="226" actId="1076"/>
          <ac:spMkLst>
            <pc:docMk/>
            <pc:sldMk cId="0" sldId="353"/>
            <ac:spMk id="12" creationId="{1B6A82AF-111F-D1BE-2D7D-3590FC2DDAC9}"/>
          </ac:spMkLst>
        </pc:spChg>
        <pc:spChg chg="mod">
          <ac:chgData name="Ms Alina Arshad" userId="cccdfd85-d35d-4453-9c6f-a463aae40722" providerId="ADAL" clId="{EADAEE91-4A7C-4065-A245-779568A60DD0}" dt="2024-08-25T15:04:18.556" v="222" actId="207"/>
          <ac:spMkLst>
            <pc:docMk/>
            <pc:sldMk cId="0" sldId="353"/>
            <ac:spMk id="13" creationId="{40BD6F9F-8B0E-8151-5595-E398BA5B69BC}"/>
          </ac:spMkLst>
        </pc:spChg>
        <pc:spChg chg="mod">
          <ac:chgData name="Ms Alina Arshad" userId="cccdfd85-d35d-4453-9c6f-a463aae40722" providerId="ADAL" clId="{EADAEE91-4A7C-4065-A245-779568A60DD0}" dt="2024-08-25T15:03:57.441" v="219" actId="207"/>
          <ac:spMkLst>
            <pc:docMk/>
            <pc:sldMk cId="0" sldId="353"/>
            <ac:spMk id="24578" creationId="{A6AAA39F-8495-7D22-ACDD-646A2CF1F432}"/>
          </ac:spMkLst>
        </pc:spChg>
        <pc:spChg chg="mod">
          <ac:chgData name="Ms Alina Arshad" userId="cccdfd85-d35d-4453-9c6f-a463aae40722" providerId="ADAL" clId="{EADAEE91-4A7C-4065-A245-779568A60DD0}" dt="2024-08-25T15:04:21.653" v="223" actId="207"/>
          <ac:spMkLst>
            <pc:docMk/>
            <pc:sldMk cId="0" sldId="353"/>
            <ac:spMk id="24579" creationId="{1D3E6F96-66D0-4256-B3BD-7CD77460DDD7}"/>
          </ac:spMkLst>
        </pc:spChg>
        <pc:spChg chg="mod">
          <ac:chgData name="Ms Alina Arshad" userId="cccdfd85-d35d-4453-9c6f-a463aae40722" providerId="ADAL" clId="{EADAEE91-4A7C-4065-A245-779568A60DD0}" dt="2024-08-25T15:04:25.363" v="224" actId="113"/>
          <ac:spMkLst>
            <pc:docMk/>
            <pc:sldMk cId="0" sldId="353"/>
            <ac:spMk id="24581" creationId="{AC6072E2-E180-4510-5672-05CB4006ADFA}"/>
          </ac:spMkLst>
        </pc:spChg>
      </pc:sldChg>
      <pc:sldChg chg="modSp add mod">
        <pc:chgData name="Ms Alina Arshad" userId="cccdfd85-d35d-4453-9c6f-a463aae40722" providerId="ADAL" clId="{EADAEE91-4A7C-4065-A245-779568A60DD0}" dt="2024-08-25T15:04:55.549" v="232" actId="113"/>
        <pc:sldMkLst>
          <pc:docMk/>
          <pc:sldMk cId="0" sldId="354"/>
        </pc:sldMkLst>
        <pc:spChg chg="mod">
          <ac:chgData name="Ms Alina Arshad" userId="cccdfd85-d35d-4453-9c6f-a463aae40722" providerId="ADAL" clId="{EADAEE91-4A7C-4065-A245-779568A60DD0}" dt="2024-08-25T15:04:44.641" v="229" actId="207"/>
          <ac:spMkLst>
            <pc:docMk/>
            <pc:sldMk cId="0" sldId="354"/>
            <ac:spMk id="8" creationId="{643E073A-7DD6-73B9-FE08-31C2814707E7}"/>
          </ac:spMkLst>
        </pc:spChg>
        <pc:spChg chg="mod">
          <ac:chgData name="Ms Alina Arshad" userId="cccdfd85-d35d-4453-9c6f-a463aae40722" providerId="ADAL" clId="{EADAEE91-4A7C-4065-A245-779568A60DD0}" dt="2024-08-25T15:04:55.549" v="232" actId="113"/>
          <ac:spMkLst>
            <pc:docMk/>
            <pc:sldMk cId="0" sldId="354"/>
            <ac:spMk id="15" creationId="{220352EF-14A6-A74A-D1D9-AE269D4104D5}"/>
          </ac:spMkLst>
        </pc:spChg>
        <pc:spChg chg="mod">
          <ac:chgData name="Ms Alina Arshad" userId="cccdfd85-d35d-4453-9c6f-a463aae40722" providerId="ADAL" clId="{EADAEE91-4A7C-4065-A245-779568A60DD0}" dt="2024-08-25T15:04:37.382" v="227" actId="207"/>
          <ac:spMkLst>
            <pc:docMk/>
            <pc:sldMk cId="0" sldId="354"/>
            <ac:spMk id="25602" creationId="{763249DC-6058-8C52-C85A-8BDD92970B7F}"/>
          </ac:spMkLst>
        </pc:spChg>
        <pc:spChg chg="mod">
          <ac:chgData name="Ms Alina Arshad" userId="cccdfd85-d35d-4453-9c6f-a463aae40722" providerId="ADAL" clId="{EADAEE91-4A7C-4065-A245-779568A60DD0}" dt="2024-08-25T15:04:41.757" v="228" actId="207"/>
          <ac:spMkLst>
            <pc:docMk/>
            <pc:sldMk cId="0" sldId="354"/>
            <ac:spMk id="25603" creationId="{BF524721-A574-8A8A-2F01-CF97DC19A676}"/>
          </ac:spMkLst>
        </pc:spChg>
        <pc:spChg chg="mod">
          <ac:chgData name="Ms Alina Arshad" userId="cccdfd85-d35d-4453-9c6f-a463aae40722" providerId="ADAL" clId="{EADAEE91-4A7C-4065-A245-779568A60DD0}" dt="2024-08-25T15:04:51.278" v="231" actId="1076"/>
          <ac:spMkLst>
            <pc:docMk/>
            <pc:sldMk cId="0" sldId="354"/>
            <ac:spMk id="25605" creationId="{4AD958AC-ED29-36C3-55AE-161AB81FAC71}"/>
          </ac:spMkLst>
        </pc:spChg>
      </pc:sldChg>
      <pc:sldChg chg="modSp add mod">
        <pc:chgData name="Ms Alina Arshad" userId="cccdfd85-d35d-4453-9c6f-a463aae40722" providerId="ADAL" clId="{EADAEE91-4A7C-4065-A245-779568A60DD0}" dt="2024-08-25T14:58:07.978" v="147" actId="207"/>
        <pc:sldMkLst>
          <pc:docMk/>
          <pc:sldMk cId="0" sldId="355"/>
        </pc:sldMkLst>
        <pc:spChg chg="mod">
          <ac:chgData name="Ms Alina Arshad" userId="cccdfd85-d35d-4453-9c6f-a463aae40722" providerId="ADAL" clId="{EADAEE91-4A7C-4065-A245-779568A60DD0}" dt="2024-08-25T14:58:07.978" v="147" actId="207"/>
          <ac:spMkLst>
            <pc:docMk/>
            <pc:sldMk cId="0" sldId="355"/>
            <ac:spMk id="3" creationId="{D85BE8BD-8465-2E9F-8E33-04A29E3523A4}"/>
          </ac:spMkLst>
        </pc:spChg>
        <pc:spChg chg="mod">
          <ac:chgData name="Ms Alina Arshad" userId="cccdfd85-d35d-4453-9c6f-a463aae40722" providerId="ADAL" clId="{EADAEE91-4A7C-4065-A245-779568A60DD0}" dt="2024-08-25T14:57:47.486" v="142" actId="207"/>
          <ac:spMkLst>
            <pc:docMk/>
            <pc:sldMk cId="0" sldId="355"/>
            <ac:spMk id="17410" creationId="{C3FC1DD1-B58D-09D5-C15F-8926BFD5C267}"/>
          </ac:spMkLst>
        </pc:spChg>
      </pc:sldChg>
      <pc:sldChg chg="modSp add mod modAnim">
        <pc:chgData name="Ms Alina Arshad" userId="cccdfd85-d35d-4453-9c6f-a463aae40722" providerId="ADAL" clId="{EADAEE91-4A7C-4065-A245-779568A60DD0}" dt="2024-08-25T15:03:12.680" v="212" actId="12"/>
        <pc:sldMkLst>
          <pc:docMk/>
          <pc:sldMk cId="0" sldId="356"/>
        </pc:sldMkLst>
        <pc:spChg chg="mod">
          <ac:chgData name="Ms Alina Arshad" userId="cccdfd85-d35d-4453-9c6f-a463aae40722" providerId="ADAL" clId="{EADAEE91-4A7C-4065-A245-779568A60DD0}" dt="2024-08-25T15:03:12.680" v="212" actId="12"/>
          <ac:spMkLst>
            <pc:docMk/>
            <pc:sldMk cId="0" sldId="356"/>
            <ac:spMk id="3" creationId="{A0C26980-5FCF-11CE-42EA-C789EFC81BF9}"/>
          </ac:spMkLst>
        </pc:spChg>
        <pc:spChg chg="mod">
          <ac:chgData name="Ms Alina Arshad" userId="cccdfd85-d35d-4453-9c6f-a463aae40722" providerId="ADAL" clId="{EADAEE91-4A7C-4065-A245-779568A60DD0}" dt="2024-08-25T14:59:50.347" v="170" actId="1076"/>
          <ac:spMkLst>
            <pc:docMk/>
            <pc:sldMk cId="0" sldId="356"/>
            <ac:spMk id="6" creationId="{E1E67165-1674-230D-4202-24CCC9DB983B}"/>
          </ac:spMkLst>
        </pc:spChg>
        <pc:spChg chg="mod">
          <ac:chgData name="Ms Alina Arshad" userId="cccdfd85-d35d-4453-9c6f-a463aae40722" providerId="ADAL" clId="{EADAEE91-4A7C-4065-A245-779568A60DD0}" dt="2024-08-25T14:59:34.753" v="167" actId="207"/>
          <ac:spMkLst>
            <pc:docMk/>
            <pc:sldMk cId="0" sldId="356"/>
            <ac:spMk id="21506" creationId="{2FDC0C03-1A50-AFEA-680D-11CB0080FD7C}"/>
          </ac:spMkLst>
        </pc:spChg>
        <pc:graphicFrameChg chg="mod">
          <ac:chgData name="Ms Alina Arshad" userId="cccdfd85-d35d-4453-9c6f-a463aae40722" providerId="ADAL" clId="{EADAEE91-4A7C-4065-A245-779568A60DD0}" dt="2024-08-25T14:59:45.178" v="169" actId="1076"/>
          <ac:graphicFrameMkLst>
            <pc:docMk/>
            <pc:sldMk cId="0" sldId="356"/>
            <ac:graphicFrameMk id="21509" creationId="{81D7D4B2-F8DF-09C0-AA5D-0071884A3BF6}"/>
          </ac:graphicFrameMkLst>
        </pc:graphicFrameChg>
      </pc:sldChg>
      <pc:sldChg chg="modSp add mod">
        <pc:chgData name="Ms Alina Arshad" userId="cccdfd85-d35d-4453-9c6f-a463aae40722" providerId="ADAL" clId="{EADAEE91-4A7C-4065-A245-779568A60DD0}" dt="2024-08-25T15:03:39.380" v="218" actId="1036"/>
        <pc:sldMkLst>
          <pc:docMk/>
          <pc:sldMk cId="0" sldId="357"/>
        </pc:sldMkLst>
        <pc:spChg chg="mod">
          <ac:chgData name="Ms Alina Arshad" userId="cccdfd85-d35d-4453-9c6f-a463aae40722" providerId="ADAL" clId="{EADAEE91-4A7C-4065-A245-779568A60DD0}" dt="2024-08-25T15:03:35.390" v="215" actId="1076"/>
          <ac:spMkLst>
            <pc:docMk/>
            <pc:sldMk cId="0" sldId="357"/>
            <ac:spMk id="23554" creationId="{715C96A0-76EB-2410-6028-7CC970A627D0}"/>
          </ac:spMkLst>
        </pc:spChg>
        <pc:graphicFrameChg chg="mod">
          <ac:chgData name="Ms Alina Arshad" userId="cccdfd85-d35d-4453-9c6f-a463aae40722" providerId="ADAL" clId="{EADAEE91-4A7C-4065-A245-779568A60DD0}" dt="2024-08-25T15:03:39.380" v="218" actId="1036"/>
          <ac:graphicFrameMkLst>
            <pc:docMk/>
            <pc:sldMk cId="0" sldId="357"/>
            <ac:graphicFrameMk id="4" creationId="{B1D77928-E685-A06F-FA78-FDDCC75A6255}"/>
          </ac:graphicFrameMkLst>
        </pc:graphicFrameChg>
      </pc:sldChg>
      <pc:sldChg chg="modSp add mod">
        <pc:chgData name="Ms Alina Arshad" userId="cccdfd85-d35d-4453-9c6f-a463aae40722" providerId="ADAL" clId="{EADAEE91-4A7C-4065-A245-779568A60DD0}" dt="2024-08-25T15:05:45.451" v="243" actId="14100"/>
        <pc:sldMkLst>
          <pc:docMk/>
          <pc:sldMk cId="0" sldId="359"/>
        </pc:sldMkLst>
        <pc:spChg chg="mod">
          <ac:chgData name="Ms Alina Arshad" userId="cccdfd85-d35d-4453-9c6f-a463aae40722" providerId="ADAL" clId="{EADAEE91-4A7C-4065-A245-779568A60DD0}" dt="2024-08-25T15:05:45.451" v="243" actId="14100"/>
          <ac:spMkLst>
            <pc:docMk/>
            <pc:sldMk cId="0" sldId="359"/>
            <ac:spMk id="3" creationId="{69781428-DBFB-ECB6-E9C1-D0A247A45649}"/>
          </ac:spMkLst>
        </pc:spChg>
        <pc:spChg chg="mod">
          <ac:chgData name="Ms Alina Arshad" userId="cccdfd85-d35d-4453-9c6f-a463aae40722" providerId="ADAL" clId="{EADAEE91-4A7C-4065-A245-779568A60DD0}" dt="2024-08-25T15:05:24.436" v="236" actId="207"/>
          <ac:spMkLst>
            <pc:docMk/>
            <pc:sldMk cId="0" sldId="359"/>
            <ac:spMk id="27650" creationId="{3601D225-8BCB-CD61-89F6-BD0091383FA4}"/>
          </ac:spMkLst>
        </pc:spChg>
      </pc:sldChg>
      <pc:sldChg chg="modSp add mod">
        <pc:chgData name="Ms Alina Arshad" userId="cccdfd85-d35d-4453-9c6f-a463aae40722" providerId="ADAL" clId="{EADAEE91-4A7C-4065-A245-779568A60DD0}" dt="2024-08-25T15:06:27.309" v="255" actId="1076"/>
        <pc:sldMkLst>
          <pc:docMk/>
          <pc:sldMk cId="0" sldId="360"/>
        </pc:sldMkLst>
        <pc:spChg chg="mod">
          <ac:chgData name="Ms Alina Arshad" userId="cccdfd85-d35d-4453-9c6f-a463aae40722" providerId="ADAL" clId="{EADAEE91-4A7C-4065-A245-779568A60DD0}" dt="2024-08-25T15:06:12.105" v="252" actId="14100"/>
          <ac:spMkLst>
            <pc:docMk/>
            <pc:sldMk cId="0" sldId="360"/>
            <ac:spMk id="3" creationId="{5A29B148-68E9-42A4-AAEF-21C44FB97CC8}"/>
          </ac:spMkLst>
        </pc:spChg>
        <pc:spChg chg="mod">
          <ac:chgData name="Ms Alina Arshad" userId="cccdfd85-d35d-4453-9c6f-a463aae40722" providerId="ADAL" clId="{EADAEE91-4A7C-4065-A245-779568A60DD0}" dt="2024-08-25T15:06:27.309" v="255" actId="1076"/>
          <ac:spMkLst>
            <pc:docMk/>
            <pc:sldMk cId="0" sldId="360"/>
            <ac:spMk id="28674" creationId="{5DF05B7C-3FB9-7AAD-79F2-F672F7AE8C7B}"/>
          </ac:spMkLst>
        </pc:spChg>
      </pc:sldChg>
      <pc:sldChg chg="delSp del mod">
        <pc:chgData name="Ms Alina Arshad" userId="cccdfd85-d35d-4453-9c6f-a463aae40722" providerId="ADAL" clId="{EADAEE91-4A7C-4065-A245-779568A60DD0}" dt="2024-08-25T15:14:04.534" v="324" actId="2696"/>
        <pc:sldMkLst>
          <pc:docMk/>
          <pc:sldMk cId="1781116589" sldId="366"/>
        </pc:sldMkLst>
        <pc:spChg chg="del">
          <ac:chgData name="Ms Alina Arshad" userId="cccdfd85-d35d-4453-9c6f-a463aae40722" providerId="ADAL" clId="{EADAEE91-4A7C-4065-A245-779568A60DD0}" dt="2024-08-25T13:49:30.341" v="85" actId="478"/>
          <ac:spMkLst>
            <pc:docMk/>
            <pc:sldMk cId="1781116589" sldId="366"/>
            <ac:spMk id="4" creationId="{00000000-0000-0000-0000-000000000000}"/>
          </ac:spMkLst>
        </pc:spChg>
      </pc:sldChg>
      <pc:sldChg chg="delSp modSp del mod">
        <pc:chgData name="Ms Alina Arshad" userId="cccdfd85-d35d-4453-9c6f-a463aae40722" providerId="ADAL" clId="{EADAEE91-4A7C-4065-A245-779568A60DD0}" dt="2024-08-25T15:13:48.352" v="323" actId="2696"/>
        <pc:sldMkLst>
          <pc:docMk/>
          <pc:sldMk cId="2646350301" sldId="367"/>
        </pc:sldMkLst>
        <pc:spChg chg="mod">
          <ac:chgData name="Ms Alina Arshad" userId="cccdfd85-d35d-4453-9c6f-a463aae40722" providerId="ADAL" clId="{EADAEE91-4A7C-4065-A245-779568A60DD0}" dt="2024-08-25T15:13:28.452" v="322" actId="207"/>
          <ac:spMkLst>
            <pc:docMk/>
            <pc:sldMk cId="2646350301" sldId="367"/>
            <ac:spMk id="3" creationId="{2518979F-5DCB-4663-9049-A6A42C1D2313}"/>
          </ac:spMkLst>
        </pc:spChg>
        <pc:spChg chg="del">
          <ac:chgData name="Ms Alina Arshad" userId="cccdfd85-d35d-4453-9c6f-a463aae40722" providerId="ADAL" clId="{EADAEE91-4A7C-4065-A245-779568A60DD0}" dt="2024-08-25T13:49:36.906" v="86" actId="478"/>
          <ac:spMkLst>
            <pc:docMk/>
            <pc:sldMk cId="2646350301" sldId="367"/>
            <ac:spMk id="4" creationId="{00000000-0000-0000-0000-000000000000}"/>
          </ac:spMkLst>
        </pc:spChg>
        <pc:spChg chg="del">
          <ac:chgData name="Ms Alina Arshad" userId="cccdfd85-d35d-4453-9c6f-a463aae40722" providerId="ADAL" clId="{EADAEE91-4A7C-4065-A245-779568A60DD0}" dt="2024-08-25T13:49:42.150" v="87" actId="478"/>
          <ac:spMkLst>
            <pc:docMk/>
            <pc:sldMk cId="2646350301" sldId="367"/>
            <ac:spMk id="5" creationId="{00000000-0000-0000-0000-000000000000}"/>
          </ac:spMkLst>
        </pc:spChg>
      </pc:sldChg>
      <pc:sldChg chg="modSp add mod">
        <pc:chgData name="Ms Alina Arshad" userId="cccdfd85-d35d-4453-9c6f-a463aae40722" providerId="ADAL" clId="{EADAEE91-4A7C-4065-A245-779568A60DD0}" dt="2024-08-25T15:08:15.486" v="296" actId="207"/>
        <pc:sldMkLst>
          <pc:docMk/>
          <pc:sldMk cId="0" sldId="368"/>
        </pc:sldMkLst>
        <pc:spChg chg="mod">
          <ac:chgData name="Ms Alina Arshad" userId="cccdfd85-d35d-4453-9c6f-a463aae40722" providerId="ADAL" clId="{EADAEE91-4A7C-4065-A245-779568A60DD0}" dt="2024-08-25T15:08:15.486" v="296" actId="207"/>
          <ac:spMkLst>
            <pc:docMk/>
            <pc:sldMk cId="0" sldId="368"/>
            <ac:spMk id="31746" creationId="{3F73AF0F-32BB-BF3D-2A46-896C3B9747AB}"/>
          </ac:spMkLst>
        </pc:spChg>
      </pc:sldChg>
      <pc:sldChg chg="modSp add mod">
        <pc:chgData name="Ms Alina Arshad" userId="cccdfd85-d35d-4453-9c6f-a463aae40722" providerId="ADAL" clId="{EADAEE91-4A7C-4065-A245-779568A60DD0}" dt="2024-08-25T15:05:05.625" v="234" actId="207"/>
        <pc:sldMkLst>
          <pc:docMk/>
          <pc:sldMk cId="0" sldId="369"/>
        </pc:sldMkLst>
        <pc:spChg chg="mod">
          <ac:chgData name="Ms Alina Arshad" userId="cccdfd85-d35d-4453-9c6f-a463aae40722" providerId="ADAL" clId="{EADAEE91-4A7C-4065-A245-779568A60DD0}" dt="2024-08-25T15:05:05.625" v="234" actId="207"/>
          <ac:spMkLst>
            <pc:docMk/>
            <pc:sldMk cId="0" sldId="369"/>
            <ac:spMk id="26626" creationId="{A4F027D1-2AC1-1C80-C6CA-8BCE00F02C1D}"/>
          </ac:spMkLst>
        </pc:spChg>
      </pc:sldChg>
      <pc:sldChg chg="delSp add del mod">
        <pc:chgData name="Ms Alina Arshad" userId="cccdfd85-d35d-4453-9c6f-a463aae40722" providerId="ADAL" clId="{EADAEE91-4A7C-4065-A245-779568A60DD0}" dt="2024-08-25T15:13:48.352" v="323" actId="2696"/>
        <pc:sldMkLst>
          <pc:docMk/>
          <pc:sldMk cId="894339878" sldId="370"/>
        </pc:sldMkLst>
        <pc:spChg chg="del">
          <ac:chgData name="Ms Alina Arshad" userId="cccdfd85-d35d-4453-9c6f-a463aae40722" providerId="ADAL" clId="{EADAEE91-4A7C-4065-A245-779568A60DD0}" dt="2024-08-25T13:51:31.553" v="92" actId="478"/>
          <ac:spMkLst>
            <pc:docMk/>
            <pc:sldMk cId="894339878" sldId="370"/>
            <ac:spMk id="2" creationId="{00000000-0000-0000-0000-000000000000}"/>
          </ac:spMkLst>
        </pc:spChg>
        <pc:spChg chg="del">
          <ac:chgData name="Ms Alina Arshad" userId="cccdfd85-d35d-4453-9c6f-a463aae40722" providerId="ADAL" clId="{EADAEE91-4A7C-4065-A245-779568A60DD0}" dt="2024-08-25T13:51:33.286" v="93" actId="478"/>
          <ac:spMkLst>
            <pc:docMk/>
            <pc:sldMk cId="894339878" sldId="370"/>
            <ac:spMk id="5" creationId="{00000000-0000-0000-0000-000000000000}"/>
          </ac:spMkLst>
        </pc:spChg>
      </pc:sldChg>
      <pc:sldChg chg="modSp add mod">
        <pc:chgData name="Ms Alina Arshad" userId="cccdfd85-d35d-4453-9c6f-a463aae40722" providerId="ADAL" clId="{EADAEE91-4A7C-4065-A245-779568A60DD0}" dt="2024-08-25T15:08:38.988" v="299" actId="1076"/>
        <pc:sldMkLst>
          <pc:docMk/>
          <pc:sldMk cId="3002628608" sldId="371"/>
        </pc:sldMkLst>
        <pc:spChg chg="mod">
          <ac:chgData name="Ms Alina Arshad" userId="cccdfd85-d35d-4453-9c6f-a463aae40722" providerId="ADAL" clId="{EADAEE91-4A7C-4065-A245-779568A60DD0}" dt="2024-08-25T15:08:38.988" v="299" actId="1076"/>
          <ac:spMkLst>
            <pc:docMk/>
            <pc:sldMk cId="3002628608" sldId="371"/>
            <ac:spMk id="4" creationId="{94D4E49B-D791-29C0-F6A5-C1046AC56CDE}"/>
          </ac:spMkLst>
        </pc:spChg>
        <pc:spChg chg="mod">
          <ac:chgData name="Ms Alina Arshad" userId="cccdfd85-d35d-4453-9c6f-a463aae40722" providerId="ADAL" clId="{EADAEE91-4A7C-4065-A245-779568A60DD0}" dt="2024-08-25T15:08:30.414" v="298" actId="1076"/>
          <ac:spMkLst>
            <pc:docMk/>
            <pc:sldMk cId="3002628608" sldId="371"/>
            <ac:spMk id="32770" creationId="{FA441A40-7A87-2958-591E-25A88C4756ED}"/>
          </ac:spMkLst>
        </pc:spChg>
      </pc:sldChg>
      <pc:sldChg chg="modSp add mod">
        <pc:chgData name="Ms Alina Arshad" userId="cccdfd85-d35d-4453-9c6f-a463aae40722" providerId="ADAL" clId="{EADAEE91-4A7C-4065-A245-779568A60DD0}" dt="2024-08-25T15:08:51.078" v="301" actId="207"/>
        <pc:sldMkLst>
          <pc:docMk/>
          <pc:sldMk cId="0" sldId="372"/>
        </pc:sldMkLst>
        <pc:spChg chg="mod">
          <ac:chgData name="Ms Alina Arshad" userId="cccdfd85-d35d-4453-9c6f-a463aae40722" providerId="ADAL" clId="{EADAEE91-4A7C-4065-A245-779568A60DD0}" dt="2024-08-25T15:08:51.078" v="301" actId="207"/>
          <ac:spMkLst>
            <pc:docMk/>
            <pc:sldMk cId="0" sldId="372"/>
            <ac:spMk id="33794" creationId="{21B4FF6A-7A53-1B02-2C5F-197ADE8BB9A5}"/>
          </ac:spMkLst>
        </pc:spChg>
      </pc:sldChg>
      <pc:sldChg chg="delSp modSp add del mod">
        <pc:chgData name="Ms Alina Arshad" userId="cccdfd85-d35d-4453-9c6f-a463aae40722" providerId="ADAL" clId="{EADAEE91-4A7C-4065-A245-779568A60DD0}" dt="2024-08-25T15:13:48.352" v="323" actId="2696"/>
        <pc:sldMkLst>
          <pc:docMk/>
          <pc:sldMk cId="2581933320" sldId="373"/>
        </pc:sldMkLst>
        <pc:spChg chg="del">
          <ac:chgData name="Ms Alina Arshad" userId="cccdfd85-d35d-4453-9c6f-a463aae40722" providerId="ADAL" clId="{EADAEE91-4A7C-4065-A245-779568A60DD0}" dt="2024-08-25T13:51:25.425" v="90" actId="478"/>
          <ac:spMkLst>
            <pc:docMk/>
            <pc:sldMk cId="2581933320" sldId="373"/>
            <ac:spMk id="5" creationId="{00000000-0000-0000-0000-000000000000}"/>
          </ac:spMkLst>
        </pc:spChg>
        <pc:spChg chg="del">
          <ac:chgData name="Ms Alina Arshad" userId="cccdfd85-d35d-4453-9c6f-a463aae40722" providerId="ADAL" clId="{EADAEE91-4A7C-4065-A245-779568A60DD0}" dt="2024-08-25T13:51:27.178" v="91" actId="478"/>
          <ac:spMkLst>
            <pc:docMk/>
            <pc:sldMk cId="2581933320" sldId="373"/>
            <ac:spMk id="6" creationId="{00000000-0000-0000-0000-000000000000}"/>
          </ac:spMkLst>
        </pc:spChg>
        <pc:picChg chg="mod">
          <ac:chgData name="Ms Alina Arshad" userId="cccdfd85-d35d-4453-9c6f-a463aae40722" providerId="ADAL" clId="{EADAEE91-4A7C-4065-A245-779568A60DD0}" dt="2024-08-25T13:51:23.578" v="89" actId="1076"/>
          <ac:picMkLst>
            <pc:docMk/>
            <pc:sldMk cId="2581933320" sldId="373"/>
            <ac:picMk id="4" creationId="{47E901C3-88FE-4B0F-8736-32CA0B98907C}"/>
          </ac:picMkLst>
        </pc:picChg>
      </pc:sldChg>
      <pc:sldChg chg="modSp add mod">
        <pc:chgData name="Ms Alina Arshad" userId="cccdfd85-d35d-4453-9c6f-a463aae40722" providerId="ADAL" clId="{EADAEE91-4A7C-4065-A245-779568A60DD0}" dt="2024-08-25T14:58:46.193" v="155" actId="14100"/>
        <pc:sldMkLst>
          <pc:docMk/>
          <pc:sldMk cId="0" sldId="374"/>
        </pc:sldMkLst>
        <pc:spChg chg="mod">
          <ac:chgData name="Ms Alina Arshad" userId="cccdfd85-d35d-4453-9c6f-a463aae40722" providerId="ADAL" clId="{EADAEE91-4A7C-4065-A245-779568A60DD0}" dt="2024-08-25T14:58:41.662" v="153" actId="1076"/>
          <ac:spMkLst>
            <pc:docMk/>
            <pc:sldMk cId="0" sldId="374"/>
            <ac:spMk id="19458" creationId="{257D38D8-EC6F-DB19-5669-DB3AFD529775}"/>
          </ac:spMkLst>
        </pc:spChg>
        <pc:picChg chg="mod">
          <ac:chgData name="Ms Alina Arshad" userId="cccdfd85-d35d-4453-9c6f-a463aae40722" providerId="ADAL" clId="{EADAEE91-4A7C-4065-A245-779568A60DD0}" dt="2024-08-25T14:58:46.193" v="155" actId="14100"/>
          <ac:picMkLst>
            <pc:docMk/>
            <pc:sldMk cId="0" sldId="374"/>
            <ac:picMk id="19459" creationId="{08D96F9A-03EF-D418-E75A-0E6D82E325DD}"/>
          </ac:picMkLst>
        </pc:picChg>
      </pc:sldChg>
      <pc:sldChg chg="del">
        <pc:chgData name="Ms Alina Arshad" userId="cccdfd85-d35d-4453-9c6f-a463aae40722" providerId="ADAL" clId="{EADAEE91-4A7C-4065-A245-779568A60DD0}" dt="2024-08-25T13:34:25.062" v="0" actId="47"/>
        <pc:sldMkLst>
          <pc:docMk/>
          <pc:sldMk cId="50377824" sldId="375"/>
        </pc:sldMkLst>
      </pc:sldChg>
      <pc:sldChg chg="del">
        <pc:chgData name="Ms Alina Arshad" userId="cccdfd85-d35d-4453-9c6f-a463aae40722" providerId="ADAL" clId="{EADAEE91-4A7C-4065-A245-779568A60DD0}" dt="2024-08-25T13:34:25.561" v="1" actId="47"/>
        <pc:sldMkLst>
          <pc:docMk/>
          <pc:sldMk cId="387448209" sldId="376"/>
        </pc:sldMkLst>
      </pc:sldChg>
      <pc:sldChg chg="modSp add mod">
        <pc:chgData name="Ms Alina Arshad" userId="cccdfd85-d35d-4453-9c6f-a463aae40722" providerId="ADAL" clId="{EADAEE91-4A7C-4065-A245-779568A60DD0}" dt="2024-08-25T15:10:28.603" v="313" actId="14100"/>
        <pc:sldMkLst>
          <pc:docMk/>
          <pc:sldMk cId="0" sldId="377"/>
        </pc:sldMkLst>
        <pc:spChg chg="mod">
          <ac:chgData name="Ms Alina Arshad" userId="cccdfd85-d35d-4453-9c6f-a463aae40722" providerId="ADAL" clId="{EADAEE91-4A7C-4065-A245-779568A60DD0}" dt="2024-08-25T15:10:28.603" v="313" actId="14100"/>
          <ac:spMkLst>
            <pc:docMk/>
            <pc:sldMk cId="0" sldId="377"/>
            <ac:spMk id="3" creationId="{9C77C349-0A59-5576-A92B-0169D43EA6ED}"/>
          </ac:spMkLst>
        </pc:spChg>
        <pc:spChg chg="mod">
          <ac:chgData name="Ms Alina Arshad" userId="cccdfd85-d35d-4453-9c6f-a463aae40722" providerId="ADAL" clId="{EADAEE91-4A7C-4065-A245-779568A60DD0}" dt="2024-08-25T14:57:11.438" v="131" actId="207"/>
          <ac:spMkLst>
            <pc:docMk/>
            <pc:sldMk cId="0" sldId="377"/>
            <ac:spMk id="16386" creationId="{D17D7E4F-39CA-AA82-79C3-3E53DD62665E}"/>
          </ac:spMkLst>
        </pc:spChg>
      </pc:sldChg>
      <pc:sldChg chg="del">
        <pc:chgData name="Ms Alina Arshad" userId="cccdfd85-d35d-4453-9c6f-a463aae40722" providerId="ADAL" clId="{EADAEE91-4A7C-4065-A245-779568A60DD0}" dt="2024-08-25T13:35:28.486" v="4" actId="2696"/>
        <pc:sldMkLst>
          <pc:docMk/>
          <pc:sldMk cId="878700326" sldId="377"/>
        </pc:sldMkLst>
      </pc:sldChg>
      <pc:sldChg chg="delSp modSp del mod ord">
        <pc:chgData name="Ms Alina Arshad" userId="cccdfd85-d35d-4453-9c6f-a463aae40722" providerId="ADAL" clId="{EADAEE91-4A7C-4065-A245-779568A60DD0}" dt="2024-08-25T15:10:58.195" v="314" actId="47"/>
        <pc:sldMkLst>
          <pc:docMk/>
          <pc:sldMk cId="4064093034" sldId="378"/>
        </pc:sldMkLst>
        <pc:spChg chg="mod">
          <ac:chgData name="Ms Alina Arshad" userId="cccdfd85-d35d-4453-9c6f-a463aae40722" providerId="ADAL" clId="{EADAEE91-4A7C-4065-A245-779568A60DD0}" dt="2024-08-25T14:52:44.627" v="101" actId="207"/>
          <ac:spMkLst>
            <pc:docMk/>
            <pc:sldMk cId="4064093034" sldId="378"/>
            <ac:spMk id="2" creationId="{5968DE79-4CF3-4764-A498-BFA5C2621DBE}"/>
          </ac:spMkLst>
        </pc:spChg>
        <pc:spChg chg="mod">
          <ac:chgData name="Ms Alina Arshad" userId="cccdfd85-d35d-4453-9c6f-a463aae40722" providerId="ADAL" clId="{EADAEE91-4A7C-4065-A245-779568A60DD0}" dt="2024-08-25T14:52:44.627" v="101" actId="207"/>
          <ac:spMkLst>
            <pc:docMk/>
            <pc:sldMk cId="4064093034" sldId="378"/>
            <ac:spMk id="3" creationId="{43DC346B-280B-4E52-8205-38BC91F5925A}"/>
          </ac:spMkLst>
        </pc:spChg>
        <pc:spChg chg="del">
          <ac:chgData name="Ms Alina Arshad" userId="cccdfd85-d35d-4453-9c6f-a463aae40722" providerId="ADAL" clId="{EADAEE91-4A7C-4065-A245-779568A60DD0}" dt="2024-08-25T13:41:07.411" v="7" actId="478"/>
          <ac:spMkLst>
            <pc:docMk/>
            <pc:sldMk cId="4064093034" sldId="378"/>
            <ac:spMk id="5" creationId="{00000000-0000-0000-0000-000000000000}"/>
          </ac:spMkLst>
        </pc:spChg>
        <pc:spChg chg="del">
          <ac:chgData name="Ms Alina Arshad" userId="cccdfd85-d35d-4453-9c6f-a463aae40722" providerId="ADAL" clId="{EADAEE91-4A7C-4065-A245-779568A60DD0}" dt="2024-08-25T13:41:10.096" v="8" actId="478"/>
          <ac:spMkLst>
            <pc:docMk/>
            <pc:sldMk cId="4064093034" sldId="378"/>
            <ac:spMk id="6" creationId="{00000000-0000-0000-0000-000000000000}"/>
          </ac:spMkLst>
        </pc:spChg>
        <pc:picChg chg="mod">
          <ac:chgData name="Ms Alina Arshad" userId="cccdfd85-d35d-4453-9c6f-a463aae40722" providerId="ADAL" clId="{EADAEE91-4A7C-4065-A245-779568A60DD0}" dt="2024-08-25T13:41:13.480" v="9" actId="1076"/>
          <ac:picMkLst>
            <pc:docMk/>
            <pc:sldMk cId="4064093034" sldId="378"/>
            <ac:picMk id="4" creationId="{3DBBE8BF-96C3-4767-8BE0-EE4991F19397}"/>
          </ac:picMkLst>
        </pc:picChg>
      </pc:sldChg>
      <pc:sldChg chg="delSp modSp del mod">
        <pc:chgData name="Ms Alina Arshad" userId="cccdfd85-d35d-4453-9c6f-a463aae40722" providerId="ADAL" clId="{EADAEE91-4A7C-4065-A245-779568A60DD0}" dt="2024-08-25T14:53:42.332" v="102" actId="47"/>
        <pc:sldMkLst>
          <pc:docMk/>
          <pc:sldMk cId="1461775536" sldId="379"/>
        </pc:sldMkLst>
        <pc:spChg chg="mod">
          <ac:chgData name="Ms Alina Arshad" userId="cccdfd85-d35d-4453-9c6f-a463aae40722" providerId="ADAL" clId="{EADAEE91-4A7C-4065-A245-779568A60DD0}" dt="2024-08-25T13:43:42.744" v="45" actId="1076"/>
          <ac:spMkLst>
            <pc:docMk/>
            <pc:sldMk cId="1461775536" sldId="379"/>
            <ac:spMk id="2" creationId="{D78211DC-DCD2-47C1-B8A3-58D1AA2D7DC9}"/>
          </ac:spMkLst>
        </pc:spChg>
        <pc:spChg chg="mod">
          <ac:chgData name="Ms Alina Arshad" userId="cccdfd85-d35d-4453-9c6f-a463aae40722" providerId="ADAL" clId="{EADAEE91-4A7C-4065-A245-779568A60DD0}" dt="2024-08-25T13:43:54.193" v="49" actId="14100"/>
          <ac:spMkLst>
            <pc:docMk/>
            <pc:sldMk cId="1461775536" sldId="379"/>
            <ac:spMk id="3" creationId="{C5C165DD-8B1C-4A87-83B9-18B35B126F92}"/>
          </ac:spMkLst>
        </pc:spChg>
        <pc:spChg chg="del">
          <ac:chgData name="Ms Alina Arshad" userId="cccdfd85-d35d-4453-9c6f-a463aae40722" providerId="ADAL" clId="{EADAEE91-4A7C-4065-A245-779568A60DD0}" dt="2024-08-25T13:43:56.477" v="50" actId="478"/>
          <ac:spMkLst>
            <pc:docMk/>
            <pc:sldMk cId="1461775536" sldId="379"/>
            <ac:spMk id="4" creationId="{00000000-0000-0000-0000-000000000000}"/>
          </ac:spMkLst>
        </pc:spChg>
        <pc:spChg chg="del">
          <ac:chgData name="Ms Alina Arshad" userId="cccdfd85-d35d-4453-9c6f-a463aae40722" providerId="ADAL" clId="{EADAEE91-4A7C-4065-A245-779568A60DD0}" dt="2024-08-25T13:43:59.873" v="51" actId="478"/>
          <ac:spMkLst>
            <pc:docMk/>
            <pc:sldMk cId="1461775536" sldId="379"/>
            <ac:spMk id="5" creationId="{00000000-0000-0000-0000-000000000000}"/>
          </ac:spMkLst>
        </pc:spChg>
      </pc:sldChg>
      <pc:sldChg chg="delSp modSp del mod">
        <pc:chgData name="Ms Alina Arshad" userId="cccdfd85-d35d-4453-9c6f-a463aae40722" providerId="ADAL" clId="{EADAEE91-4A7C-4065-A245-779568A60DD0}" dt="2024-08-25T14:53:43.340" v="103" actId="47"/>
        <pc:sldMkLst>
          <pc:docMk/>
          <pc:sldMk cId="1822324932" sldId="380"/>
        </pc:sldMkLst>
        <pc:spChg chg="mod">
          <ac:chgData name="Ms Alina Arshad" userId="cccdfd85-d35d-4453-9c6f-a463aae40722" providerId="ADAL" clId="{EADAEE91-4A7C-4065-A245-779568A60DD0}" dt="2024-08-25T13:44:11.452" v="54" actId="207"/>
          <ac:spMkLst>
            <pc:docMk/>
            <pc:sldMk cId="1822324932" sldId="380"/>
            <ac:spMk id="2" creationId="{D0A3B775-4D7B-444A-BAC6-72B54826614E}"/>
          </ac:spMkLst>
        </pc:spChg>
        <pc:spChg chg="mod">
          <ac:chgData name="Ms Alina Arshad" userId="cccdfd85-d35d-4453-9c6f-a463aae40722" providerId="ADAL" clId="{EADAEE91-4A7C-4065-A245-779568A60DD0}" dt="2024-08-25T13:44:52.564" v="58" actId="255"/>
          <ac:spMkLst>
            <pc:docMk/>
            <pc:sldMk cId="1822324932" sldId="380"/>
            <ac:spMk id="3" creationId="{EAB04FEA-9BA2-4990-A45A-478A844BEA75}"/>
          </ac:spMkLst>
        </pc:spChg>
        <pc:spChg chg="del">
          <ac:chgData name="Ms Alina Arshad" userId="cccdfd85-d35d-4453-9c6f-a463aae40722" providerId="ADAL" clId="{EADAEE91-4A7C-4065-A245-779568A60DD0}" dt="2024-08-25T13:44:16.661" v="55" actId="478"/>
          <ac:spMkLst>
            <pc:docMk/>
            <pc:sldMk cId="1822324932" sldId="380"/>
            <ac:spMk id="4" creationId="{00000000-0000-0000-0000-000000000000}"/>
          </ac:spMkLst>
        </pc:spChg>
        <pc:spChg chg="del">
          <ac:chgData name="Ms Alina Arshad" userId="cccdfd85-d35d-4453-9c6f-a463aae40722" providerId="ADAL" clId="{EADAEE91-4A7C-4065-A245-779568A60DD0}" dt="2024-08-25T13:44:41.318" v="56" actId="478"/>
          <ac:spMkLst>
            <pc:docMk/>
            <pc:sldMk cId="1822324932" sldId="380"/>
            <ac:spMk id="5" creationId="{00000000-0000-0000-0000-000000000000}"/>
          </ac:spMkLst>
        </pc:spChg>
      </pc:sldChg>
      <pc:sldChg chg="delSp modSp del mod">
        <pc:chgData name="Ms Alina Arshad" userId="cccdfd85-d35d-4453-9c6f-a463aae40722" providerId="ADAL" clId="{EADAEE91-4A7C-4065-A245-779568A60DD0}" dt="2024-08-25T14:53:50.254" v="104" actId="47"/>
        <pc:sldMkLst>
          <pc:docMk/>
          <pc:sldMk cId="4242572248" sldId="381"/>
        </pc:sldMkLst>
        <pc:spChg chg="mod">
          <ac:chgData name="Ms Alina Arshad" userId="cccdfd85-d35d-4453-9c6f-a463aae40722" providerId="ADAL" clId="{EADAEE91-4A7C-4065-A245-779568A60DD0}" dt="2024-08-25T13:45:14.185" v="61" actId="207"/>
          <ac:spMkLst>
            <pc:docMk/>
            <pc:sldMk cId="4242572248" sldId="381"/>
            <ac:spMk id="2" creationId="{4F73BFD3-DE5B-4C37-8B49-6083EEF64986}"/>
          </ac:spMkLst>
        </pc:spChg>
        <pc:spChg chg="mod">
          <ac:chgData name="Ms Alina Arshad" userId="cccdfd85-d35d-4453-9c6f-a463aae40722" providerId="ADAL" clId="{EADAEE91-4A7C-4065-A245-779568A60DD0}" dt="2024-08-25T13:45:18.401" v="62" actId="207"/>
          <ac:spMkLst>
            <pc:docMk/>
            <pc:sldMk cId="4242572248" sldId="381"/>
            <ac:spMk id="3" creationId="{F2238212-6622-4C4B-824C-18A1C8DB74A1}"/>
          </ac:spMkLst>
        </pc:spChg>
        <pc:spChg chg="del">
          <ac:chgData name="Ms Alina Arshad" userId="cccdfd85-d35d-4453-9c6f-a463aae40722" providerId="ADAL" clId="{EADAEE91-4A7C-4065-A245-779568A60DD0}" dt="2024-08-25T13:45:22.876" v="63" actId="478"/>
          <ac:spMkLst>
            <pc:docMk/>
            <pc:sldMk cId="4242572248" sldId="381"/>
            <ac:spMk id="4" creationId="{00000000-0000-0000-0000-000000000000}"/>
          </ac:spMkLst>
        </pc:spChg>
        <pc:spChg chg="del">
          <ac:chgData name="Ms Alina Arshad" userId="cccdfd85-d35d-4453-9c6f-a463aae40722" providerId="ADAL" clId="{EADAEE91-4A7C-4065-A245-779568A60DD0}" dt="2024-08-25T13:45:32.146" v="64" actId="478"/>
          <ac:spMkLst>
            <pc:docMk/>
            <pc:sldMk cId="4242572248" sldId="381"/>
            <ac:spMk id="5" creationId="{00000000-0000-0000-0000-000000000000}"/>
          </ac:spMkLst>
        </pc:spChg>
      </pc:sldChg>
      <pc:sldChg chg="delSp modSp del mod">
        <pc:chgData name="Ms Alina Arshad" userId="cccdfd85-d35d-4453-9c6f-a463aae40722" providerId="ADAL" clId="{EADAEE91-4A7C-4065-A245-779568A60DD0}" dt="2024-08-25T15:09:34.247" v="307" actId="47"/>
        <pc:sldMkLst>
          <pc:docMk/>
          <pc:sldMk cId="2023843453" sldId="382"/>
        </pc:sldMkLst>
        <pc:spChg chg="mod">
          <ac:chgData name="Ms Alina Arshad" userId="cccdfd85-d35d-4453-9c6f-a463aae40722" providerId="ADAL" clId="{EADAEE91-4A7C-4065-A245-779568A60DD0}" dt="2024-08-25T13:45:46.060" v="68" actId="207"/>
          <ac:spMkLst>
            <pc:docMk/>
            <pc:sldMk cId="2023843453" sldId="382"/>
            <ac:spMk id="2" creationId="{538BF2FB-FC35-43EB-BA77-A3228EA47211}"/>
          </ac:spMkLst>
        </pc:spChg>
        <pc:spChg chg="mod">
          <ac:chgData name="Ms Alina Arshad" userId="cccdfd85-d35d-4453-9c6f-a463aae40722" providerId="ADAL" clId="{EADAEE91-4A7C-4065-A245-779568A60DD0}" dt="2024-08-25T13:46:00.816" v="72" actId="14100"/>
          <ac:spMkLst>
            <pc:docMk/>
            <pc:sldMk cId="2023843453" sldId="382"/>
            <ac:spMk id="3" creationId="{5AE28F7A-B346-45F1-9C9B-99DF1EEE1C65}"/>
          </ac:spMkLst>
        </pc:spChg>
        <pc:spChg chg="del">
          <ac:chgData name="Ms Alina Arshad" userId="cccdfd85-d35d-4453-9c6f-a463aae40722" providerId="ADAL" clId="{EADAEE91-4A7C-4065-A245-779568A60DD0}" dt="2024-08-25T13:46:07.394" v="74" actId="478"/>
          <ac:spMkLst>
            <pc:docMk/>
            <pc:sldMk cId="2023843453" sldId="382"/>
            <ac:spMk id="5" creationId="{00000000-0000-0000-0000-000000000000}"/>
          </ac:spMkLst>
        </pc:spChg>
        <pc:spChg chg="del">
          <ac:chgData name="Ms Alina Arshad" userId="cccdfd85-d35d-4453-9c6f-a463aae40722" providerId="ADAL" clId="{EADAEE91-4A7C-4065-A245-779568A60DD0}" dt="2024-08-25T13:46:09.421" v="75" actId="478"/>
          <ac:spMkLst>
            <pc:docMk/>
            <pc:sldMk cId="2023843453" sldId="382"/>
            <ac:spMk id="6" creationId="{00000000-0000-0000-0000-000000000000}"/>
          </ac:spMkLst>
        </pc:spChg>
        <pc:picChg chg="mod">
          <ac:chgData name="Ms Alina Arshad" userId="cccdfd85-d35d-4453-9c6f-a463aae40722" providerId="ADAL" clId="{EADAEE91-4A7C-4065-A245-779568A60DD0}" dt="2024-08-25T13:46:04.469" v="73" actId="1076"/>
          <ac:picMkLst>
            <pc:docMk/>
            <pc:sldMk cId="2023843453" sldId="382"/>
            <ac:picMk id="4" creationId="{E3038F35-9107-48C4-8C73-EA2DFE362B9E}"/>
          </ac:picMkLst>
        </pc:picChg>
      </pc:sldChg>
      <pc:sldChg chg="delSp modSp del mod ord">
        <pc:chgData name="Ms Alina Arshad" userId="cccdfd85-d35d-4453-9c6f-a463aae40722" providerId="ADAL" clId="{EADAEE91-4A7C-4065-A245-779568A60DD0}" dt="2024-08-25T15:09:35.215" v="308" actId="47"/>
        <pc:sldMkLst>
          <pc:docMk/>
          <pc:sldMk cId="938158308" sldId="383"/>
        </pc:sldMkLst>
        <pc:spChg chg="mod">
          <ac:chgData name="Ms Alina Arshad" userId="cccdfd85-d35d-4453-9c6f-a463aae40722" providerId="ADAL" clId="{EADAEE91-4A7C-4065-A245-779568A60DD0}" dt="2024-08-25T13:46:30.186" v="80" actId="207"/>
          <ac:spMkLst>
            <pc:docMk/>
            <pc:sldMk cId="938158308" sldId="383"/>
            <ac:spMk id="2" creationId="{CCD37E2F-361C-46F4-BD07-2D803DB23F9E}"/>
          </ac:spMkLst>
        </pc:spChg>
        <pc:spChg chg="del">
          <ac:chgData name="Ms Alina Arshad" userId="cccdfd85-d35d-4453-9c6f-a463aae40722" providerId="ADAL" clId="{EADAEE91-4A7C-4065-A245-779568A60DD0}" dt="2024-08-25T13:51:54.195" v="98" actId="478"/>
          <ac:spMkLst>
            <pc:docMk/>
            <pc:sldMk cId="938158308" sldId="383"/>
            <ac:spMk id="4" creationId="{00000000-0000-0000-0000-000000000000}"/>
          </ac:spMkLst>
        </pc:spChg>
        <pc:spChg chg="del">
          <ac:chgData name="Ms Alina Arshad" userId="cccdfd85-d35d-4453-9c6f-a463aae40722" providerId="ADAL" clId="{EADAEE91-4A7C-4065-A245-779568A60DD0}" dt="2024-08-25T13:51:56.090" v="99" actId="478"/>
          <ac:spMkLst>
            <pc:docMk/>
            <pc:sldMk cId="938158308" sldId="383"/>
            <ac:spMk id="5" creationId="{00000000-0000-0000-0000-000000000000}"/>
          </ac:spMkLst>
        </pc:spChg>
      </pc:sldChg>
      <pc:sldChg chg="delSp del mod">
        <pc:chgData name="Ms Alina Arshad" userId="cccdfd85-d35d-4453-9c6f-a463aae40722" providerId="ADAL" clId="{EADAEE91-4A7C-4065-A245-779568A60DD0}" dt="2024-08-25T15:09:36.010" v="309" actId="47"/>
        <pc:sldMkLst>
          <pc:docMk/>
          <pc:sldMk cId="3237861477" sldId="384"/>
        </pc:sldMkLst>
        <pc:spChg chg="del">
          <ac:chgData name="Ms Alina Arshad" userId="cccdfd85-d35d-4453-9c6f-a463aae40722" providerId="ADAL" clId="{EADAEE91-4A7C-4065-A245-779568A60DD0}" dt="2024-08-25T13:48:33.764" v="81" actId="478"/>
          <ac:spMkLst>
            <pc:docMk/>
            <pc:sldMk cId="3237861477" sldId="384"/>
            <ac:spMk id="4" creationId="{00000000-0000-0000-0000-000000000000}"/>
          </ac:spMkLst>
        </pc:spChg>
        <pc:spChg chg="del">
          <ac:chgData name="Ms Alina Arshad" userId="cccdfd85-d35d-4453-9c6f-a463aae40722" providerId="ADAL" clId="{EADAEE91-4A7C-4065-A245-779568A60DD0}" dt="2024-08-25T13:49:21.739" v="84" actId="478"/>
          <ac:spMkLst>
            <pc:docMk/>
            <pc:sldMk cId="3237861477" sldId="384"/>
            <ac:spMk id="5" creationId="{00000000-0000-0000-0000-000000000000}"/>
          </ac:spMkLst>
        </pc:spChg>
      </pc:sldChg>
      <pc:sldChg chg="delSp mod">
        <pc:chgData name="Ms Alina Arshad" userId="cccdfd85-d35d-4453-9c6f-a463aae40722" providerId="ADAL" clId="{EADAEE91-4A7C-4065-A245-779568A60DD0}" dt="2024-08-25T13:48:49.110" v="83" actId="478"/>
        <pc:sldMkLst>
          <pc:docMk/>
          <pc:sldMk cId="511546327" sldId="385"/>
        </pc:sldMkLst>
        <pc:spChg chg="del">
          <ac:chgData name="Ms Alina Arshad" userId="cccdfd85-d35d-4453-9c6f-a463aae40722" providerId="ADAL" clId="{EADAEE91-4A7C-4065-A245-779568A60DD0}" dt="2024-08-25T13:48:45.157" v="82" actId="478"/>
          <ac:spMkLst>
            <pc:docMk/>
            <pc:sldMk cId="511546327" sldId="385"/>
            <ac:spMk id="4" creationId="{00000000-0000-0000-0000-000000000000}"/>
          </ac:spMkLst>
        </pc:spChg>
        <pc:spChg chg="del">
          <ac:chgData name="Ms Alina Arshad" userId="cccdfd85-d35d-4453-9c6f-a463aae40722" providerId="ADAL" clId="{EADAEE91-4A7C-4065-A245-779568A60DD0}" dt="2024-08-25T13:48:49.110" v="83" actId="478"/>
          <ac:spMkLst>
            <pc:docMk/>
            <pc:sldMk cId="511546327" sldId="385"/>
            <ac:spMk id="5" creationId="{00000000-0000-0000-0000-000000000000}"/>
          </ac:spMkLst>
        </pc:spChg>
      </pc:sldChg>
      <pc:sldChg chg="delSp add del mod">
        <pc:chgData name="Ms Alina Arshad" userId="cccdfd85-d35d-4453-9c6f-a463aae40722" providerId="ADAL" clId="{EADAEE91-4A7C-4065-A245-779568A60DD0}" dt="2024-08-25T15:13:48.352" v="323" actId="2696"/>
        <pc:sldMkLst>
          <pc:docMk/>
          <pc:sldMk cId="1584583967" sldId="386"/>
        </pc:sldMkLst>
        <pc:spChg chg="del">
          <ac:chgData name="Ms Alina Arshad" userId="cccdfd85-d35d-4453-9c6f-a463aae40722" providerId="ADAL" clId="{EADAEE91-4A7C-4065-A245-779568A60DD0}" dt="2024-08-25T13:51:36.422" v="94" actId="478"/>
          <ac:spMkLst>
            <pc:docMk/>
            <pc:sldMk cId="1584583967" sldId="386"/>
            <ac:spMk id="4" creationId="{00000000-0000-0000-0000-000000000000}"/>
          </ac:spMkLst>
        </pc:spChg>
        <pc:spChg chg="del">
          <ac:chgData name="Ms Alina Arshad" userId="cccdfd85-d35d-4453-9c6f-a463aae40722" providerId="ADAL" clId="{EADAEE91-4A7C-4065-A245-779568A60DD0}" dt="2024-08-25T13:51:38.372" v="95" actId="478"/>
          <ac:spMkLst>
            <pc:docMk/>
            <pc:sldMk cId="1584583967" sldId="386"/>
            <ac:spMk id="5" creationId="{00000000-0000-0000-0000-000000000000}"/>
          </ac:spMkLst>
        </pc:spChg>
      </pc:sldChg>
      <pc:sldChg chg="modSp add mod">
        <pc:chgData name="Ms Alina Arshad" userId="cccdfd85-d35d-4453-9c6f-a463aae40722" providerId="ADAL" clId="{EADAEE91-4A7C-4065-A245-779568A60DD0}" dt="2024-08-25T14:56:27.787" v="121" actId="207"/>
        <pc:sldMkLst>
          <pc:docMk/>
          <pc:sldMk cId="0" sldId="387"/>
        </pc:sldMkLst>
        <pc:spChg chg="mod">
          <ac:chgData name="Ms Alina Arshad" userId="cccdfd85-d35d-4453-9c6f-a463aae40722" providerId="ADAL" clId="{EADAEE91-4A7C-4065-A245-779568A60DD0}" dt="2024-08-25T14:56:03.653" v="117" actId="207"/>
          <ac:spMkLst>
            <pc:docMk/>
            <pc:sldMk cId="0" sldId="387"/>
            <ac:spMk id="14338" creationId="{81533B99-E9C6-177C-C5E3-C137C5976086}"/>
          </ac:spMkLst>
        </pc:spChg>
        <pc:spChg chg="mod">
          <ac:chgData name="Ms Alina Arshad" userId="cccdfd85-d35d-4453-9c6f-a463aae40722" providerId="ADAL" clId="{EADAEE91-4A7C-4065-A245-779568A60DD0}" dt="2024-08-25T14:56:27.787" v="121" actId="207"/>
          <ac:spMkLst>
            <pc:docMk/>
            <pc:sldMk cId="0" sldId="387"/>
            <ac:spMk id="29699" creationId="{B29985D4-6109-961B-1AE6-8442985EB065}"/>
          </ac:spMkLst>
        </pc:spChg>
      </pc:sldChg>
      <pc:sldChg chg="modSp add mod">
        <pc:chgData name="Ms Alina Arshad" userId="cccdfd85-d35d-4453-9c6f-a463aae40722" providerId="ADAL" clId="{EADAEE91-4A7C-4065-A245-779568A60DD0}" dt="2024-08-25T15:10:23.068" v="312" actId="255"/>
        <pc:sldMkLst>
          <pc:docMk/>
          <pc:sldMk cId="0" sldId="388"/>
        </pc:sldMkLst>
        <pc:spChg chg="mod">
          <ac:chgData name="Ms Alina Arshad" userId="cccdfd85-d35d-4453-9c6f-a463aae40722" providerId="ADAL" clId="{EADAEE91-4A7C-4065-A245-779568A60DD0}" dt="2024-08-25T15:10:23.068" v="312" actId="255"/>
          <ac:spMkLst>
            <pc:docMk/>
            <pc:sldMk cId="0" sldId="388"/>
            <ac:spMk id="3" creationId="{AC66B0F0-3DFF-05B3-759F-1E7F3B2FAA83}"/>
          </ac:spMkLst>
        </pc:spChg>
        <pc:spChg chg="mod">
          <ac:chgData name="Ms Alina Arshad" userId="cccdfd85-d35d-4453-9c6f-a463aae40722" providerId="ADAL" clId="{EADAEE91-4A7C-4065-A245-779568A60DD0}" dt="2024-08-25T14:56:36.138" v="123" actId="207"/>
          <ac:spMkLst>
            <pc:docMk/>
            <pc:sldMk cId="0" sldId="388"/>
            <ac:spMk id="15362" creationId="{B5D5958D-6E5F-9718-7AE6-E98B7E13C061}"/>
          </ac:spMkLst>
        </pc:spChg>
      </pc:sldChg>
      <pc:sldChg chg="addSp delSp modSp add mod">
        <pc:chgData name="Ms Alina Arshad" userId="cccdfd85-d35d-4453-9c6f-a463aae40722" providerId="ADAL" clId="{EADAEE91-4A7C-4065-A245-779568A60DD0}" dt="2024-08-25T15:07:59.774" v="292" actId="1076"/>
        <pc:sldMkLst>
          <pc:docMk/>
          <pc:sldMk cId="0" sldId="389"/>
        </pc:sldMkLst>
        <pc:spChg chg="add del mod">
          <ac:chgData name="Ms Alina Arshad" userId="cccdfd85-d35d-4453-9c6f-a463aae40722" providerId="ADAL" clId="{EADAEE91-4A7C-4065-A245-779568A60DD0}" dt="2024-08-25T15:07:37.186" v="260" actId="478"/>
          <ac:spMkLst>
            <pc:docMk/>
            <pc:sldMk cId="0" sldId="389"/>
            <ac:spMk id="2" creationId="{0CE23F3B-4239-597E-A5B0-E94D1CCE768F}"/>
          </ac:spMkLst>
        </pc:spChg>
        <pc:spChg chg="add mod">
          <ac:chgData name="Ms Alina Arshad" userId="cccdfd85-d35d-4453-9c6f-a463aae40722" providerId="ADAL" clId="{EADAEE91-4A7C-4065-A245-779568A60DD0}" dt="2024-08-25T15:07:59.774" v="292" actId="1076"/>
          <ac:spMkLst>
            <pc:docMk/>
            <pc:sldMk cId="0" sldId="389"/>
            <ac:spMk id="3" creationId="{0173BDB6-055B-979D-8CAA-5632A73BCD82}"/>
          </ac:spMkLst>
        </pc:spChg>
        <pc:spChg chg="add mod">
          <ac:chgData name="Ms Alina Arshad" userId="cccdfd85-d35d-4453-9c6f-a463aae40722" providerId="ADAL" clId="{EADAEE91-4A7C-4065-A245-779568A60DD0}" dt="2024-08-25T15:07:55.518" v="291" actId="1038"/>
          <ac:spMkLst>
            <pc:docMk/>
            <pc:sldMk cId="0" sldId="389"/>
            <ac:spMk id="4" creationId="{7FFE77F7-77BD-6779-7B8A-D5B59F9F7530}"/>
          </ac:spMkLst>
        </pc:spChg>
        <pc:spChg chg="add mod">
          <ac:chgData name="Ms Alina Arshad" userId="cccdfd85-d35d-4453-9c6f-a463aae40722" providerId="ADAL" clId="{EADAEE91-4A7C-4065-A245-779568A60DD0}" dt="2024-08-25T15:07:55.518" v="291" actId="1038"/>
          <ac:spMkLst>
            <pc:docMk/>
            <pc:sldMk cId="0" sldId="389"/>
            <ac:spMk id="5" creationId="{C4414AD6-34B1-DAA7-03FC-7EC433EC04E6}"/>
          </ac:spMkLst>
        </pc:spChg>
        <pc:spChg chg="add mod">
          <ac:chgData name="Ms Alina Arshad" userId="cccdfd85-d35d-4453-9c6f-a463aae40722" providerId="ADAL" clId="{EADAEE91-4A7C-4065-A245-779568A60DD0}" dt="2024-08-25T15:07:55.518" v="291" actId="1038"/>
          <ac:spMkLst>
            <pc:docMk/>
            <pc:sldMk cId="0" sldId="389"/>
            <ac:spMk id="6" creationId="{2E05F920-12EE-20C9-465F-E850967F1A78}"/>
          </ac:spMkLst>
        </pc:spChg>
        <pc:spChg chg="add mod">
          <ac:chgData name="Ms Alina Arshad" userId="cccdfd85-d35d-4453-9c6f-a463aae40722" providerId="ADAL" clId="{EADAEE91-4A7C-4065-A245-779568A60DD0}" dt="2024-08-25T15:07:55.518" v="291" actId="1038"/>
          <ac:spMkLst>
            <pc:docMk/>
            <pc:sldMk cId="0" sldId="389"/>
            <ac:spMk id="7" creationId="{36DDBCEF-D6D2-C158-E99C-C9CDC65F8F3D}"/>
          </ac:spMkLst>
        </pc:spChg>
        <pc:spChg chg="add mod">
          <ac:chgData name="Ms Alina Arshad" userId="cccdfd85-d35d-4453-9c6f-a463aae40722" providerId="ADAL" clId="{EADAEE91-4A7C-4065-A245-779568A60DD0}" dt="2024-08-25T15:07:55.518" v="291" actId="1038"/>
          <ac:spMkLst>
            <pc:docMk/>
            <pc:sldMk cId="0" sldId="389"/>
            <ac:spMk id="8" creationId="{17AE233E-13F0-77C2-B86F-7FEFD7F1B9F0}"/>
          </ac:spMkLst>
        </pc:spChg>
        <pc:spChg chg="add mod">
          <ac:chgData name="Ms Alina Arshad" userId="cccdfd85-d35d-4453-9c6f-a463aae40722" providerId="ADAL" clId="{EADAEE91-4A7C-4065-A245-779568A60DD0}" dt="2024-08-25T15:07:55.518" v="291" actId="1038"/>
          <ac:spMkLst>
            <pc:docMk/>
            <pc:sldMk cId="0" sldId="389"/>
            <ac:spMk id="9" creationId="{E7365357-B5DB-3CEF-F010-5742156B8C1B}"/>
          </ac:spMkLst>
        </pc:spChg>
        <pc:spChg chg="add mod">
          <ac:chgData name="Ms Alina Arshad" userId="cccdfd85-d35d-4453-9c6f-a463aae40722" providerId="ADAL" clId="{EADAEE91-4A7C-4065-A245-779568A60DD0}" dt="2024-08-25T15:07:55.518" v="291" actId="1038"/>
          <ac:spMkLst>
            <pc:docMk/>
            <pc:sldMk cId="0" sldId="389"/>
            <ac:spMk id="10" creationId="{8CE65B31-5F33-1B6C-2F06-BE41749D91AA}"/>
          </ac:spMkLst>
        </pc:spChg>
        <pc:spChg chg="add mod">
          <ac:chgData name="Ms Alina Arshad" userId="cccdfd85-d35d-4453-9c6f-a463aae40722" providerId="ADAL" clId="{EADAEE91-4A7C-4065-A245-779568A60DD0}" dt="2024-08-25T15:07:55.518" v="291" actId="1038"/>
          <ac:spMkLst>
            <pc:docMk/>
            <pc:sldMk cId="0" sldId="389"/>
            <ac:spMk id="11" creationId="{FA3B8632-49AD-498A-2A42-49E15FDFC5F6}"/>
          </ac:spMkLst>
        </pc:spChg>
        <pc:spChg chg="add mod">
          <ac:chgData name="Ms Alina Arshad" userId="cccdfd85-d35d-4453-9c6f-a463aae40722" providerId="ADAL" clId="{EADAEE91-4A7C-4065-A245-779568A60DD0}" dt="2024-08-25T15:07:55.518" v="291" actId="1038"/>
          <ac:spMkLst>
            <pc:docMk/>
            <pc:sldMk cId="0" sldId="389"/>
            <ac:spMk id="12" creationId="{6655D55A-3EB4-FB45-E5DF-E05B85B6EFCC}"/>
          </ac:spMkLst>
        </pc:spChg>
        <pc:spChg chg="add mod">
          <ac:chgData name="Ms Alina Arshad" userId="cccdfd85-d35d-4453-9c6f-a463aae40722" providerId="ADAL" clId="{EADAEE91-4A7C-4065-A245-779568A60DD0}" dt="2024-08-25T15:07:55.518" v="291" actId="1038"/>
          <ac:spMkLst>
            <pc:docMk/>
            <pc:sldMk cId="0" sldId="389"/>
            <ac:spMk id="13" creationId="{692A058E-6B2D-06E0-A7A9-05EC5DC3395C}"/>
          </ac:spMkLst>
        </pc:spChg>
        <pc:spChg chg="add mod">
          <ac:chgData name="Ms Alina Arshad" userId="cccdfd85-d35d-4453-9c6f-a463aae40722" providerId="ADAL" clId="{EADAEE91-4A7C-4065-A245-779568A60DD0}" dt="2024-08-25T15:07:55.518" v="291" actId="1038"/>
          <ac:spMkLst>
            <pc:docMk/>
            <pc:sldMk cId="0" sldId="389"/>
            <ac:spMk id="14" creationId="{23AB970B-A864-362B-B887-403304B23151}"/>
          </ac:spMkLst>
        </pc:spChg>
        <pc:spChg chg="add mod">
          <ac:chgData name="Ms Alina Arshad" userId="cccdfd85-d35d-4453-9c6f-a463aae40722" providerId="ADAL" clId="{EADAEE91-4A7C-4065-A245-779568A60DD0}" dt="2024-08-25T15:07:55.518" v="291" actId="1038"/>
          <ac:spMkLst>
            <pc:docMk/>
            <pc:sldMk cId="0" sldId="389"/>
            <ac:spMk id="15" creationId="{A5773E1F-E06B-EAEB-0D02-BD6A2BF6D1E7}"/>
          </ac:spMkLst>
        </pc:spChg>
        <pc:spChg chg="add mod">
          <ac:chgData name="Ms Alina Arshad" userId="cccdfd85-d35d-4453-9c6f-a463aae40722" providerId="ADAL" clId="{EADAEE91-4A7C-4065-A245-779568A60DD0}" dt="2024-08-25T15:07:55.518" v="291" actId="1038"/>
          <ac:spMkLst>
            <pc:docMk/>
            <pc:sldMk cId="0" sldId="389"/>
            <ac:spMk id="16" creationId="{879FA89E-6923-A723-4FD9-B6426E00E8DD}"/>
          </ac:spMkLst>
        </pc:spChg>
        <pc:spChg chg="del">
          <ac:chgData name="Ms Alina Arshad" userId="cccdfd85-d35d-4453-9c6f-a463aae40722" providerId="ADAL" clId="{EADAEE91-4A7C-4065-A245-779568A60DD0}" dt="2024-08-25T15:07:25.790" v="256" actId="478"/>
          <ac:spMkLst>
            <pc:docMk/>
            <pc:sldMk cId="0" sldId="389"/>
            <ac:spMk id="29698" creationId="{3F6F46F1-E6AC-8DD6-6673-7538B5C3F5BC}"/>
          </ac:spMkLst>
        </pc:spChg>
        <pc:spChg chg="del">
          <ac:chgData name="Ms Alina Arshad" userId="cccdfd85-d35d-4453-9c6f-a463aae40722" providerId="ADAL" clId="{EADAEE91-4A7C-4065-A245-779568A60DD0}" dt="2024-08-25T15:07:25.790" v="256" actId="478"/>
          <ac:spMkLst>
            <pc:docMk/>
            <pc:sldMk cId="0" sldId="389"/>
            <ac:spMk id="29699" creationId="{FC5184A2-F2B9-49F6-1654-ACACAB5C79AF}"/>
          </ac:spMkLst>
        </pc:spChg>
        <pc:spChg chg="del">
          <ac:chgData name="Ms Alina Arshad" userId="cccdfd85-d35d-4453-9c6f-a463aae40722" providerId="ADAL" clId="{EADAEE91-4A7C-4065-A245-779568A60DD0}" dt="2024-08-25T15:07:25.790" v="256" actId="478"/>
          <ac:spMkLst>
            <pc:docMk/>
            <pc:sldMk cId="0" sldId="389"/>
            <ac:spMk id="29700" creationId="{F4DE8B67-78F5-A9E1-6315-6FAB587D180D}"/>
          </ac:spMkLst>
        </pc:spChg>
        <pc:spChg chg="del">
          <ac:chgData name="Ms Alina Arshad" userId="cccdfd85-d35d-4453-9c6f-a463aae40722" providerId="ADAL" clId="{EADAEE91-4A7C-4065-A245-779568A60DD0}" dt="2024-08-25T15:07:25.790" v="256" actId="478"/>
          <ac:spMkLst>
            <pc:docMk/>
            <pc:sldMk cId="0" sldId="389"/>
            <ac:spMk id="29701" creationId="{C2D1E451-E89C-E4E6-FD6F-C8D7A163B35D}"/>
          </ac:spMkLst>
        </pc:spChg>
        <pc:spChg chg="del">
          <ac:chgData name="Ms Alina Arshad" userId="cccdfd85-d35d-4453-9c6f-a463aae40722" providerId="ADAL" clId="{EADAEE91-4A7C-4065-A245-779568A60DD0}" dt="2024-08-25T15:07:25.790" v="256" actId="478"/>
          <ac:spMkLst>
            <pc:docMk/>
            <pc:sldMk cId="0" sldId="389"/>
            <ac:spMk id="34822" creationId="{B08645AD-AE88-D2C7-F504-F425F4BE939B}"/>
          </ac:spMkLst>
        </pc:spChg>
        <pc:spChg chg="del">
          <ac:chgData name="Ms Alina Arshad" userId="cccdfd85-d35d-4453-9c6f-a463aae40722" providerId="ADAL" clId="{EADAEE91-4A7C-4065-A245-779568A60DD0}" dt="2024-08-25T15:07:25.790" v="256" actId="478"/>
          <ac:spMkLst>
            <pc:docMk/>
            <pc:sldMk cId="0" sldId="389"/>
            <ac:spMk id="34823" creationId="{5B6FBF83-817F-D141-D33E-459F0621F826}"/>
          </ac:spMkLst>
        </pc:spChg>
        <pc:spChg chg="del">
          <ac:chgData name="Ms Alina Arshad" userId="cccdfd85-d35d-4453-9c6f-a463aae40722" providerId="ADAL" clId="{EADAEE91-4A7C-4065-A245-779568A60DD0}" dt="2024-08-25T15:07:25.790" v="256" actId="478"/>
          <ac:spMkLst>
            <pc:docMk/>
            <pc:sldMk cId="0" sldId="389"/>
            <ac:spMk id="34824" creationId="{DB589E3A-BF2E-E221-E6B6-993A216E442E}"/>
          </ac:spMkLst>
        </pc:spChg>
        <pc:spChg chg="del">
          <ac:chgData name="Ms Alina Arshad" userId="cccdfd85-d35d-4453-9c6f-a463aae40722" providerId="ADAL" clId="{EADAEE91-4A7C-4065-A245-779568A60DD0}" dt="2024-08-25T15:07:25.790" v="256" actId="478"/>
          <ac:spMkLst>
            <pc:docMk/>
            <pc:sldMk cId="0" sldId="389"/>
            <ac:spMk id="34825" creationId="{38F3E364-724E-BA6F-FE49-BD3C10B1F1B8}"/>
          </ac:spMkLst>
        </pc:spChg>
        <pc:spChg chg="del">
          <ac:chgData name="Ms Alina Arshad" userId="cccdfd85-d35d-4453-9c6f-a463aae40722" providerId="ADAL" clId="{EADAEE91-4A7C-4065-A245-779568A60DD0}" dt="2024-08-25T15:07:25.790" v="256" actId="478"/>
          <ac:spMkLst>
            <pc:docMk/>
            <pc:sldMk cId="0" sldId="389"/>
            <ac:spMk id="34826" creationId="{D01EE884-8180-E26C-E572-2C33F3FCE09C}"/>
          </ac:spMkLst>
        </pc:spChg>
        <pc:spChg chg="del">
          <ac:chgData name="Ms Alina Arshad" userId="cccdfd85-d35d-4453-9c6f-a463aae40722" providerId="ADAL" clId="{EADAEE91-4A7C-4065-A245-779568A60DD0}" dt="2024-08-25T15:07:25.790" v="256" actId="478"/>
          <ac:spMkLst>
            <pc:docMk/>
            <pc:sldMk cId="0" sldId="389"/>
            <ac:spMk id="34827" creationId="{6CB2A977-4DC5-7FC7-496F-3B2CA32A8D68}"/>
          </ac:spMkLst>
        </pc:spChg>
        <pc:spChg chg="del">
          <ac:chgData name="Ms Alina Arshad" userId="cccdfd85-d35d-4453-9c6f-a463aae40722" providerId="ADAL" clId="{EADAEE91-4A7C-4065-A245-779568A60DD0}" dt="2024-08-25T15:07:25.790" v="256" actId="478"/>
          <ac:spMkLst>
            <pc:docMk/>
            <pc:sldMk cId="0" sldId="389"/>
            <ac:spMk id="34828" creationId="{65EBF1BE-A165-21EE-2058-AE2B633A1A64}"/>
          </ac:spMkLst>
        </pc:spChg>
        <pc:spChg chg="del">
          <ac:chgData name="Ms Alina Arshad" userId="cccdfd85-d35d-4453-9c6f-a463aae40722" providerId="ADAL" clId="{EADAEE91-4A7C-4065-A245-779568A60DD0}" dt="2024-08-25T15:07:25.790" v="256" actId="478"/>
          <ac:spMkLst>
            <pc:docMk/>
            <pc:sldMk cId="0" sldId="389"/>
            <ac:spMk id="34829" creationId="{AB1D4614-1815-DA2B-F9AF-FACE083AC6E5}"/>
          </ac:spMkLst>
        </pc:spChg>
        <pc:spChg chg="del">
          <ac:chgData name="Ms Alina Arshad" userId="cccdfd85-d35d-4453-9c6f-a463aae40722" providerId="ADAL" clId="{EADAEE91-4A7C-4065-A245-779568A60DD0}" dt="2024-08-25T15:07:25.790" v="256" actId="478"/>
          <ac:spMkLst>
            <pc:docMk/>
            <pc:sldMk cId="0" sldId="389"/>
            <ac:spMk id="34830" creationId="{AB4D4B83-29AA-CEA2-851B-BB35CCE63FAF}"/>
          </ac:spMkLst>
        </pc:spChg>
        <pc:spChg chg="del">
          <ac:chgData name="Ms Alina Arshad" userId="cccdfd85-d35d-4453-9c6f-a463aae40722" providerId="ADAL" clId="{EADAEE91-4A7C-4065-A245-779568A60DD0}" dt="2024-08-25T15:07:25.790" v="256" actId="478"/>
          <ac:spMkLst>
            <pc:docMk/>
            <pc:sldMk cId="0" sldId="389"/>
            <ac:spMk id="34831" creationId="{9AEF8E35-1583-35F5-98AC-117CF0E426B7}"/>
          </ac:spMkLst>
        </pc:spChg>
      </pc:sldChg>
      <pc:sldChg chg="modSp add mod">
        <pc:chgData name="Ms Alina Arshad" userId="cccdfd85-d35d-4453-9c6f-a463aae40722" providerId="ADAL" clId="{EADAEE91-4A7C-4065-A245-779568A60DD0}" dt="2024-08-25T15:08:07.810" v="294" actId="207"/>
        <pc:sldMkLst>
          <pc:docMk/>
          <pc:sldMk cId="938158308" sldId="390"/>
        </pc:sldMkLst>
        <pc:spChg chg="mod">
          <ac:chgData name="Ms Alina Arshad" userId="cccdfd85-d35d-4453-9c6f-a463aae40722" providerId="ADAL" clId="{EADAEE91-4A7C-4065-A245-779568A60DD0}" dt="2024-08-25T15:08:07.810" v="294" actId="207"/>
          <ac:spMkLst>
            <pc:docMk/>
            <pc:sldMk cId="938158308" sldId="390"/>
            <ac:spMk id="30722" creationId="{F873CBB7-56F4-3671-10D2-8B22B4B80041}"/>
          </ac:spMkLst>
        </pc:spChg>
      </pc:sldChg>
    </pc:docChg>
  </pc:docChgLst>
  <pc:docChgLst>
    <pc:chgData name="Ms Alina Arshad" userId="cccdfd85-d35d-4453-9c6f-a463aae40722" providerId="ADAL" clId="{2DC180FD-F18C-4625-AB1F-E76E8B18C48B}"/>
    <pc:docChg chg="undo custSel addSld delSld modSld">
      <pc:chgData name="Ms Alina Arshad" userId="cccdfd85-d35d-4453-9c6f-a463aae40722" providerId="ADAL" clId="{2DC180FD-F18C-4625-AB1F-E76E8B18C48B}" dt="2024-09-03T05:38:11.505" v="436" actId="5793"/>
      <pc:docMkLst>
        <pc:docMk/>
      </pc:docMkLst>
      <pc:sldChg chg="modSp mod">
        <pc:chgData name="Ms Alina Arshad" userId="cccdfd85-d35d-4453-9c6f-a463aae40722" providerId="ADAL" clId="{2DC180FD-F18C-4625-AB1F-E76E8B18C48B}" dt="2024-09-02T08:51:50.113" v="330"/>
        <pc:sldMkLst>
          <pc:docMk/>
          <pc:sldMk cId="3322361034" sldId="256"/>
        </pc:sldMkLst>
        <pc:spChg chg="mod">
          <ac:chgData name="Ms Alina Arshad" userId="cccdfd85-d35d-4453-9c6f-a463aae40722" providerId="ADAL" clId="{2DC180FD-F18C-4625-AB1F-E76E8B18C48B}" dt="2024-09-02T08:51:50.113" v="330"/>
          <ac:spMkLst>
            <pc:docMk/>
            <pc:sldMk cId="3322361034" sldId="256"/>
            <ac:spMk id="3" creationId="{44E9F82C-BBA7-3495-1097-BEDB54FFFDF4}"/>
          </ac:spMkLst>
        </pc:spChg>
      </pc:sldChg>
      <pc:sldChg chg="del">
        <pc:chgData name="Ms Alina Arshad" userId="cccdfd85-d35d-4453-9c6f-a463aae40722" providerId="ADAL" clId="{2DC180FD-F18C-4625-AB1F-E76E8B18C48B}" dt="2024-08-30T04:31:20.525" v="5" actId="47"/>
        <pc:sldMkLst>
          <pc:docMk/>
          <pc:sldMk cId="0" sldId="350"/>
        </pc:sldMkLst>
      </pc:sldChg>
      <pc:sldChg chg="del">
        <pc:chgData name="Ms Alina Arshad" userId="cccdfd85-d35d-4453-9c6f-a463aae40722" providerId="ADAL" clId="{2DC180FD-F18C-4625-AB1F-E76E8B18C48B}" dt="2024-08-30T04:31:21.134" v="7" actId="47"/>
        <pc:sldMkLst>
          <pc:docMk/>
          <pc:sldMk cId="0" sldId="351"/>
        </pc:sldMkLst>
      </pc:sldChg>
      <pc:sldChg chg="del">
        <pc:chgData name="Ms Alina Arshad" userId="cccdfd85-d35d-4453-9c6f-a463aae40722" providerId="ADAL" clId="{2DC180FD-F18C-4625-AB1F-E76E8B18C48B}" dt="2024-08-30T04:31:21.759" v="9" actId="47"/>
        <pc:sldMkLst>
          <pc:docMk/>
          <pc:sldMk cId="0" sldId="352"/>
        </pc:sldMkLst>
      </pc:sldChg>
      <pc:sldChg chg="del">
        <pc:chgData name="Ms Alina Arshad" userId="cccdfd85-d35d-4453-9c6f-a463aae40722" providerId="ADAL" clId="{2DC180FD-F18C-4625-AB1F-E76E8B18C48B}" dt="2024-08-30T04:31:22.331" v="11" actId="47"/>
        <pc:sldMkLst>
          <pc:docMk/>
          <pc:sldMk cId="0" sldId="353"/>
        </pc:sldMkLst>
      </pc:sldChg>
      <pc:sldChg chg="del">
        <pc:chgData name="Ms Alina Arshad" userId="cccdfd85-d35d-4453-9c6f-a463aae40722" providerId="ADAL" clId="{2DC180FD-F18C-4625-AB1F-E76E8B18C48B}" dt="2024-08-30T04:31:22.800" v="12" actId="47"/>
        <pc:sldMkLst>
          <pc:docMk/>
          <pc:sldMk cId="0" sldId="354"/>
        </pc:sldMkLst>
      </pc:sldChg>
      <pc:sldChg chg="del">
        <pc:chgData name="Ms Alina Arshad" userId="cccdfd85-d35d-4453-9c6f-a463aae40722" providerId="ADAL" clId="{2DC180FD-F18C-4625-AB1F-E76E8B18C48B}" dt="2024-08-30T04:31:20.197" v="4" actId="47"/>
        <pc:sldMkLst>
          <pc:docMk/>
          <pc:sldMk cId="0" sldId="355"/>
        </pc:sldMkLst>
      </pc:sldChg>
      <pc:sldChg chg="del">
        <pc:chgData name="Ms Alina Arshad" userId="cccdfd85-d35d-4453-9c6f-a463aae40722" providerId="ADAL" clId="{2DC180FD-F18C-4625-AB1F-E76E8B18C48B}" dt="2024-08-30T04:31:21.431" v="8" actId="47"/>
        <pc:sldMkLst>
          <pc:docMk/>
          <pc:sldMk cId="0" sldId="356"/>
        </pc:sldMkLst>
      </pc:sldChg>
      <pc:sldChg chg="del">
        <pc:chgData name="Ms Alina Arshad" userId="cccdfd85-d35d-4453-9c6f-a463aae40722" providerId="ADAL" clId="{2DC180FD-F18C-4625-AB1F-E76E8B18C48B}" dt="2024-08-30T04:31:22.034" v="10" actId="47"/>
        <pc:sldMkLst>
          <pc:docMk/>
          <pc:sldMk cId="0" sldId="357"/>
        </pc:sldMkLst>
      </pc:sldChg>
      <pc:sldChg chg="del">
        <pc:chgData name="Ms Alina Arshad" userId="cccdfd85-d35d-4453-9c6f-a463aae40722" providerId="ADAL" clId="{2DC180FD-F18C-4625-AB1F-E76E8B18C48B}" dt="2024-08-30T04:31:25.753" v="19" actId="47"/>
        <pc:sldMkLst>
          <pc:docMk/>
          <pc:sldMk cId="0" sldId="359"/>
        </pc:sldMkLst>
      </pc:sldChg>
      <pc:sldChg chg="del">
        <pc:chgData name="Ms Alina Arshad" userId="cccdfd85-d35d-4453-9c6f-a463aae40722" providerId="ADAL" clId="{2DC180FD-F18C-4625-AB1F-E76E8B18C48B}" dt="2024-08-30T04:31:26.112" v="20" actId="47"/>
        <pc:sldMkLst>
          <pc:docMk/>
          <pc:sldMk cId="0" sldId="360"/>
        </pc:sldMkLst>
      </pc:sldChg>
      <pc:sldChg chg="del">
        <pc:chgData name="Ms Alina Arshad" userId="cccdfd85-d35d-4453-9c6f-a463aae40722" providerId="ADAL" clId="{2DC180FD-F18C-4625-AB1F-E76E8B18C48B}" dt="2024-08-30T04:31:27.753" v="23" actId="47"/>
        <pc:sldMkLst>
          <pc:docMk/>
          <pc:sldMk cId="0" sldId="368"/>
        </pc:sldMkLst>
      </pc:sldChg>
      <pc:sldChg chg="del">
        <pc:chgData name="Ms Alina Arshad" userId="cccdfd85-d35d-4453-9c6f-a463aae40722" providerId="ADAL" clId="{2DC180FD-F18C-4625-AB1F-E76E8B18C48B}" dt="2024-08-30T04:31:25.237" v="18" actId="47"/>
        <pc:sldMkLst>
          <pc:docMk/>
          <pc:sldMk cId="0" sldId="369"/>
        </pc:sldMkLst>
      </pc:sldChg>
      <pc:sldChg chg="modSp add mod">
        <pc:chgData name="Ms Alina Arshad" userId="cccdfd85-d35d-4453-9c6f-a463aae40722" providerId="ADAL" clId="{2DC180FD-F18C-4625-AB1F-E76E8B18C48B}" dt="2024-08-30T05:02:55.440" v="315" actId="20577"/>
        <pc:sldMkLst>
          <pc:docMk/>
          <pc:sldMk cId="3002628608" sldId="371"/>
        </pc:sldMkLst>
        <pc:spChg chg="mod">
          <ac:chgData name="Ms Alina Arshad" userId="cccdfd85-d35d-4453-9c6f-a463aae40722" providerId="ADAL" clId="{2DC180FD-F18C-4625-AB1F-E76E8B18C48B}" dt="2024-08-30T05:02:41.621" v="307" actId="113"/>
          <ac:spMkLst>
            <pc:docMk/>
            <pc:sldMk cId="3002628608" sldId="371"/>
            <ac:spMk id="2" creationId="{00000000-0000-0000-0000-000000000000}"/>
          </ac:spMkLst>
        </pc:spChg>
        <pc:spChg chg="mod">
          <ac:chgData name="Ms Alina Arshad" userId="cccdfd85-d35d-4453-9c6f-a463aae40722" providerId="ADAL" clId="{2DC180FD-F18C-4625-AB1F-E76E8B18C48B}" dt="2024-08-30T05:02:55.440" v="315" actId="20577"/>
          <ac:spMkLst>
            <pc:docMk/>
            <pc:sldMk cId="3002628608" sldId="371"/>
            <ac:spMk id="3" creationId="{00000000-0000-0000-0000-000000000000}"/>
          </ac:spMkLst>
        </pc:spChg>
      </pc:sldChg>
      <pc:sldChg chg="del">
        <pc:chgData name="Ms Alina Arshad" userId="cccdfd85-d35d-4453-9c6f-a463aae40722" providerId="ADAL" clId="{2DC180FD-F18C-4625-AB1F-E76E8B18C48B}" dt="2024-08-30T04:31:20.853" v="6" actId="47"/>
        <pc:sldMkLst>
          <pc:docMk/>
          <pc:sldMk cId="0" sldId="374"/>
        </pc:sldMkLst>
      </pc:sldChg>
      <pc:sldChg chg="del">
        <pc:chgData name="Ms Alina Arshad" userId="cccdfd85-d35d-4453-9c6f-a463aae40722" providerId="ADAL" clId="{2DC180FD-F18C-4625-AB1F-E76E8B18C48B}" dt="2024-08-30T04:31:19.806" v="3" actId="47"/>
        <pc:sldMkLst>
          <pc:docMk/>
          <pc:sldMk cId="0" sldId="377"/>
        </pc:sldMkLst>
      </pc:sldChg>
      <pc:sldChg chg="del">
        <pc:chgData name="Ms Alina Arshad" userId="cccdfd85-d35d-4453-9c6f-a463aae40722" providerId="ADAL" clId="{2DC180FD-F18C-4625-AB1F-E76E8B18C48B}" dt="2024-08-30T04:31:26.972" v="22" actId="47"/>
        <pc:sldMkLst>
          <pc:docMk/>
          <pc:sldMk cId="511546327" sldId="385"/>
        </pc:sldMkLst>
      </pc:sldChg>
      <pc:sldChg chg="del">
        <pc:chgData name="Ms Alina Arshad" userId="cccdfd85-d35d-4453-9c6f-a463aae40722" providerId="ADAL" clId="{2DC180FD-F18C-4625-AB1F-E76E8B18C48B}" dt="2024-08-30T04:31:18.931" v="1" actId="47"/>
        <pc:sldMkLst>
          <pc:docMk/>
          <pc:sldMk cId="0" sldId="387"/>
        </pc:sldMkLst>
      </pc:sldChg>
      <pc:sldChg chg="del">
        <pc:chgData name="Ms Alina Arshad" userId="cccdfd85-d35d-4453-9c6f-a463aae40722" providerId="ADAL" clId="{2DC180FD-F18C-4625-AB1F-E76E8B18C48B}" dt="2024-08-30T04:31:19.462" v="2" actId="47"/>
        <pc:sldMkLst>
          <pc:docMk/>
          <pc:sldMk cId="0" sldId="388"/>
        </pc:sldMkLst>
      </pc:sldChg>
      <pc:sldChg chg="del">
        <pc:chgData name="Ms Alina Arshad" userId="cccdfd85-d35d-4453-9c6f-a463aae40722" providerId="ADAL" clId="{2DC180FD-F18C-4625-AB1F-E76E8B18C48B}" dt="2024-08-30T04:31:26.628" v="21" actId="47"/>
        <pc:sldMkLst>
          <pc:docMk/>
          <pc:sldMk cId="0" sldId="389"/>
        </pc:sldMkLst>
      </pc:sldChg>
      <pc:sldChg chg="del">
        <pc:chgData name="Ms Alina Arshad" userId="cccdfd85-d35d-4453-9c6f-a463aae40722" providerId="ADAL" clId="{2DC180FD-F18C-4625-AB1F-E76E8B18C48B}" dt="2024-08-30T04:31:23.175" v="13" actId="47"/>
        <pc:sldMkLst>
          <pc:docMk/>
          <pc:sldMk cId="938158308" sldId="390"/>
        </pc:sldMkLst>
      </pc:sldChg>
      <pc:sldChg chg="del">
        <pc:chgData name="Ms Alina Arshad" userId="cccdfd85-d35d-4453-9c6f-a463aae40722" providerId="ADAL" clId="{2DC180FD-F18C-4625-AB1F-E76E8B18C48B}" dt="2024-08-30T04:31:23.441" v="14" actId="47"/>
        <pc:sldMkLst>
          <pc:docMk/>
          <pc:sldMk cId="3237861477" sldId="391"/>
        </pc:sldMkLst>
      </pc:sldChg>
      <pc:sldChg chg="del">
        <pc:chgData name="Ms Alina Arshad" userId="cccdfd85-d35d-4453-9c6f-a463aae40722" providerId="ADAL" clId="{2DC180FD-F18C-4625-AB1F-E76E8B18C48B}" dt="2024-08-30T04:31:24.191" v="15" actId="47"/>
        <pc:sldMkLst>
          <pc:docMk/>
          <pc:sldMk cId="3171797292" sldId="392"/>
        </pc:sldMkLst>
      </pc:sldChg>
      <pc:sldChg chg="modSp add mod modNotesTx">
        <pc:chgData name="Ms Alina Arshad" userId="cccdfd85-d35d-4453-9c6f-a463aae40722" providerId="ADAL" clId="{2DC180FD-F18C-4625-AB1F-E76E8B18C48B}" dt="2024-09-03T05:36:37.436" v="434" actId="207"/>
        <pc:sldMkLst>
          <pc:docMk/>
          <pc:sldMk cId="3567501205" sldId="393"/>
        </pc:sldMkLst>
        <pc:spChg chg="mod">
          <ac:chgData name="Ms Alina Arshad" userId="cccdfd85-d35d-4453-9c6f-a463aae40722" providerId="ADAL" clId="{2DC180FD-F18C-4625-AB1F-E76E8B18C48B}" dt="2024-09-03T04:36:57.156" v="374" actId="207"/>
          <ac:spMkLst>
            <pc:docMk/>
            <pc:sldMk cId="3567501205" sldId="393"/>
            <ac:spMk id="2" creationId="{00000000-0000-0000-0000-000000000000}"/>
          </ac:spMkLst>
        </pc:spChg>
        <pc:spChg chg="mod">
          <ac:chgData name="Ms Alina Arshad" userId="cccdfd85-d35d-4453-9c6f-a463aae40722" providerId="ADAL" clId="{2DC180FD-F18C-4625-AB1F-E76E8B18C48B}" dt="2024-09-03T05:36:37.436" v="434" actId="207"/>
          <ac:spMkLst>
            <pc:docMk/>
            <pc:sldMk cId="3567501205" sldId="393"/>
            <ac:spMk id="3" creationId="{00000000-0000-0000-0000-000000000000}"/>
          </ac:spMkLst>
        </pc:spChg>
      </pc:sldChg>
      <pc:sldChg chg="del">
        <pc:chgData name="Ms Alina Arshad" userId="cccdfd85-d35d-4453-9c6f-a463aae40722" providerId="ADAL" clId="{2DC180FD-F18C-4625-AB1F-E76E8B18C48B}" dt="2024-08-30T04:31:24.519" v="16" actId="47"/>
        <pc:sldMkLst>
          <pc:docMk/>
          <pc:sldMk cId="3643065844" sldId="394"/>
        </pc:sldMkLst>
      </pc:sldChg>
      <pc:sldChg chg="del">
        <pc:chgData name="Ms Alina Arshad" userId="cccdfd85-d35d-4453-9c6f-a463aae40722" providerId="ADAL" clId="{2DC180FD-F18C-4625-AB1F-E76E8B18C48B}" dt="2024-08-30T04:31:28.940" v="25" actId="47"/>
        <pc:sldMkLst>
          <pc:docMk/>
          <pc:sldMk cId="129645018" sldId="395"/>
        </pc:sldMkLst>
      </pc:sldChg>
      <pc:sldChg chg="modSp add mod">
        <pc:chgData name="Ms Alina Arshad" userId="cccdfd85-d35d-4453-9c6f-a463aae40722" providerId="ADAL" clId="{2DC180FD-F18C-4625-AB1F-E76E8B18C48B}" dt="2024-09-03T05:38:11.505" v="436" actId="5793"/>
        <pc:sldMkLst>
          <pc:docMk/>
          <pc:sldMk cId="2835579431" sldId="396"/>
        </pc:sldMkLst>
        <pc:spChg chg="mod">
          <ac:chgData name="Ms Alina Arshad" userId="cccdfd85-d35d-4453-9c6f-a463aae40722" providerId="ADAL" clId="{2DC180FD-F18C-4625-AB1F-E76E8B18C48B}" dt="2024-08-30T04:34:29.245" v="73" actId="113"/>
          <ac:spMkLst>
            <pc:docMk/>
            <pc:sldMk cId="2835579431" sldId="396"/>
            <ac:spMk id="2" creationId="{00000000-0000-0000-0000-000000000000}"/>
          </ac:spMkLst>
        </pc:spChg>
        <pc:spChg chg="mod">
          <ac:chgData name="Ms Alina Arshad" userId="cccdfd85-d35d-4453-9c6f-a463aae40722" providerId="ADAL" clId="{2DC180FD-F18C-4625-AB1F-E76E8B18C48B}" dt="2024-09-03T05:38:11.505" v="436" actId="5793"/>
          <ac:spMkLst>
            <pc:docMk/>
            <pc:sldMk cId="2835579431" sldId="396"/>
            <ac:spMk id="3" creationId="{00000000-0000-0000-0000-000000000000}"/>
          </ac:spMkLst>
        </pc:spChg>
      </pc:sldChg>
      <pc:sldChg chg="del">
        <pc:chgData name="Ms Alina Arshad" userId="cccdfd85-d35d-4453-9c6f-a463aae40722" providerId="ADAL" clId="{2DC180FD-F18C-4625-AB1F-E76E8B18C48B}" dt="2024-08-30T04:31:29.442" v="26" actId="47"/>
        <pc:sldMkLst>
          <pc:docMk/>
          <pc:sldMk cId="2801136258" sldId="397"/>
        </pc:sldMkLst>
      </pc:sldChg>
      <pc:sldChg chg="del">
        <pc:chgData name="Ms Alina Arshad" userId="cccdfd85-d35d-4453-9c6f-a463aae40722" providerId="ADAL" clId="{2DC180FD-F18C-4625-AB1F-E76E8B18C48B}" dt="2024-08-30T04:31:25.003" v="17" actId="47"/>
        <pc:sldMkLst>
          <pc:docMk/>
          <pc:sldMk cId="2310894512" sldId="398"/>
        </pc:sldMkLst>
      </pc:sldChg>
      <pc:sldChg chg="del">
        <pc:chgData name="Ms Alina Arshad" userId="cccdfd85-d35d-4453-9c6f-a463aae40722" providerId="ADAL" clId="{2DC180FD-F18C-4625-AB1F-E76E8B18C48B}" dt="2024-08-30T04:31:28.097" v="24" actId="47"/>
        <pc:sldMkLst>
          <pc:docMk/>
          <pc:sldMk cId="4103277343" sldId="399"/>
        </pc:sldMkLst>
      </pc:sldChg>
      <pc:sldChg chg="modSp add mod modAnim">
        <pc:chgData name="Ms Alina Arshad" userId="cccdfd85-d35d-4453-9c6f-a463aae40722" providerId="ADAL" clId="{2DC180FD-F18C-4625-AB1F-E76E8B18C48B}" dt="2024-09-02T09:08:18.724" v="341" actId="14100"/>
        <pc:sldMkLst>
          <pc:docMk/>
          <pc:sldMk cId="3038092496" sldId="400"/>
        </pc:sldMkLst>
        <pc:spChg chg="mod">
          <ac:chgData name="Ms Alina Arshad" userId="cccdfd85-d35d-4453-9c6f-a463aae40722" providerId="ADAL" clId="{2DC180FD-F18C-4625-AB1F-E76E8B18C48B}" dt="2024-09-02T09:08:15.561" v="340" actId="113"/>
          <ac:spMkLst>
            <pc:docMk/>
            <pc:sldMk cId="3038092496" sldId="400"/>
            <ac:spMk id="2" creationId="{00000000-0000-0000-0000-000000000000}"/>
          </ac:spMkLst>
        </pc:spChg>
        <pc:spChg chg="mod">
          <ac:chgData name="Ms Alina Arshad" userId="cccdfd85-d35d-4453-9c6f-a463aae40722" providerId="ADAL" clId="{2DC180FD-F18C-4625-AB1F-E76E8B18C48B}" dt="2024-09-02T09:08:18.724" v="341" actId="14100"/>
          <ac:spMkLst>
            <pc:docMk/>
            <pc:sldMk cId="3038092496" sldId="400"/>
            <ac:spMk id="3" creationId="{00000000-0000-0000-0000-000000000000}"/>
          </ac:spMkLst>
        </pc:spChg>
      </pc:sldChg>
      <pc:sldChg chg="delSp modSp add mod">
        <pc:chgData name="Ms Alina Arshad" userId="cccdfd85-d35d-4453-9c6f-a463aae40722" providerId="ADAL" clId="{2DC180FD-F18C-4625-AB1F-E76E8B18C48B}" dt="2024-08-30T06:37:53.683" v="329" actId="207"/>
        <pc:sldMkLst>
          <pc:docMk/>
          <pc:sldMk cId="2157527746" sldId="401"/>
        </pc:sldMkLst>
        <pc:spChg chg="del mod">
          <ac:chgData name="Ms Alina Arshad" userId="cccdfd85-d35d-4453-9c6f-a463aae40722" providerId="ADAL" clId="{2DC180FD-F18C-4625-AB1F-E76E8B18C48B}" dt="2024-08-30T04:34:15.526" v="70" actId="478"/>
          <ac:spMkLst>
            <pc:docMk/>
            <pc:sldMk cId="2157527746" sldId="401"/>
            <ac:spMk id="4" creationId="{00000000-0000-0000-0000-000000000000}"/>
          </ac:spMkLst>
        </pc:spChg>
        <pc:spChg chg="mod">
          <ac:chgData name="Ms Alina Arshad" userId="cccdfd85-d35d-4453-9c6f-a463aae40722" providerId="ADAL" clId="{2DC180FD-F18C-4625-AB1F-E76E8B18C48B}" dt="2024-08-30T06:37:53.683" v="329" actId="207"/>
          <ac:spMkLst>
            <pc:docMk/>
            <pc:sldMk cId="2157527746" sldId="401"/>
            <ac:spMk id="7" creationId="{E6A48FC6-A99B-4FA8-A440-FEC0FDD782EA}"/>
          </ac:spMkLst>
        </pc:spChg>
        <pc:picChg chg="mod">
          <ac:chgData name="Ms Alina Arshad" userId="cccdfd85-d35d-4453-9c6f-a463aae40722" providerId="ADAL" clId="{2DC180FD-F18C-4625-AB1F-E76E8B18C48B}" dt="2024-08-30T04:34:21.717" v="71" actId="1076"/>
          <ac:picMkLst>
            <pc:docMk/>
            <pc:sldMk cId="2157527746" sldId="401"/>
            <ac:picMk id="1026" creationId="{00000000-0000-0000-0000-000000000000}"/>
          </ac:picMkLst>
        </pc:picChg>
      </pc:sldChg>
      <pc:sldChg chg="modSp add mod">
        <pc:chgData name="Ms Alina Arshad" userId="cccdfd85-d35d-4453-9c6f-a463aae40722" providerId="ADAL" clId="{2DC180FD-F18C-4625-AB1F-E76E8B18C48B}" dt="2024-08-30T04:40:39.796" v="191" actId="207"/>
        <pc:sldMkLst>
          <pc:docMk/>
          <pc:sldMk cId="2990775597" sldId="402"/>
        </pc:sldMkLst>
        <pc:spChg chg="mod">
          <ac:chgData name="Ms Alina Arshad" userId="cccdfd85-d35d-4453-9c6f-a463aae40722" providerId="ADAL" clId="{2DC180FD-F18C-4625-AB1F-E76E8B18C48B}" dt="2024-08-30T04:37:33.296" v="176" actId="14100"/>
          <ac:spMkLst>
            <pc:docMk/>
            <pc:sldMk cId="2990775597" sldId="402"/>
            <ac:spMk id="2" creationId="{00000000-0000-0000-0000-000000000000}"/>
          </ac:spMkLst>
        </pc:spChg>
        <pc:spChg chg="mod">
          <ac:chgData name="Ms Alina Arshad" userId="cccdfd85-d35d-4453-9c6f-a463aae40722" providerId="ADAL" clId="{2DC180FD-F18C-4625-AB1F-E76E8B18C48B}" dt="2024-08-30T04:40:39.796" v="191" actId="207"/>
          <ac:spMkLst>
            <pc:docMk/>
            <pc:sldMk cId="2990775597" sldId="402"/>
            <ac:spMk id="3" creationId="{00000000-0000-0000-0000-000000000000}"/>
          </ac:spMkLst>
        </pc:spChg>
      </pc:sldChg>
      <pc:sldChg chg="modSp add mod modAnim">
        <pc:chgData name="Ms Alina Arshad" userId="cccdfd85-d35d-4453-9c6f-a463aae40722" providerId="ADAL" clId="{2DC180FD-F18C-4625-AB1F-E76E8B18C48B}" dt="2024-09-02T09:16:55.922" v="361" actId="403"/>
        <pc:sldMkLst>
          <pc:docMk/>
          <pc:sldMk cId="1130882444" sldId="403"/>
        </pc:sldMkLst>
        <pc:spChg chg="mod">
          <ac:chgData name="Ms Alina Arshad" userId="cccdfd85-d35d-4453-9c6f-a463aae40722" providerId="ADAL" clId="{2DC180FD-F18C-4625-AB1F-E76E8B18C48B}" dt="2024-08-30T04:48:46.558" v="208" actId="14100"/>
          <ac:spMkLst>
            <pc:docMk/>
            <pc:sldMk cId="1130882444" sldId="403"/>
            <ac:spMk id="2" creationId="{00000000-0000-0000-0000-000000000000}"/>
          </ac:spMkLst>
        </pc:spChg>
        <pc:spChg chg="mod">
          <ac:chgData name="Ms Alina Arshad" userId="cccdfd85-d35d-4453-9c6f-a463aae40722" providerId="ADAL" clId="{2DC180FD-F18C-4625-AB1F-E76E8B18C48B}" dt="2024-09-02T09:16:55.922" v="361" actId="403"/>
          <ac:spMkLst>
            <pc:docMk/>
            <pc:sldMk cId="1130882444" sldId="403"/>
            <ac:spMk id="3" creationId="{00000000-0000-0000-0000-000000000000}"/>
          </ac:spMkLst>
        </pc:spChg>
      </pc:sldChg>
      <pc:sldChg chg="modSp add mod">
        <pc:chgData name="Ms Alina Arshad" userId="cccdfd85-d35d-4453-9c6f-a463aae40722" providerId="ADAL" clId="{2DC180FD-F18C-4625-AB1F-E76E8B18C48B}" dt="2024-08-30T04:54:17.369" v="217" actId="207"/>
        <pc:sldMkLst>
          <pc:docMk/>
          <pc:sldMk cId="1416402" sldId="404"/>
        </pc:sldMkLst>
        <pc:spChg chg="mod">
          <ac:chgData name="Ms Alina Arshad" userId="cccdfd85-d35d-4453-9c6f-a463aae40722" providerId="ADAL" clId="{2DC180FD-F18C-4625-AB1F-E76E8B18C48B}" dt="2024-08-30T04:53:59.536" v="213" actId="1076"/>
          <ac:spMkLst>
            <pc:docMk/>
            <pc:sldMk cId="1416402" sldId="404"/>
            <ac:spMk id="2" creationId="{00000000-0000-0000-0000-000000000000}"/>
          </ac:spMkLst>
        </pc:spChg>
        <pc:spChg chg="mod">
          <ac:chgData name="Ms Alina Arshad" userId="cccdfd85-d35d-4453-9c6f-a463aae40722" providerId="ADAL" clId="{2DC180FD-F18C-4625-AB1F-E76E8B18C48B}" dt="2024-08-30T04:54:17.369" v="217" actId="207"/>
          <ac:spMkLst>
            <pc:docMk/>
            <pc:sldMk cId="1416402" sldId="404"/>
            <ac:spMk id="3" creationId="{00000000-0000-0000-0000-000000000000}"/>
          </ac:spMkLst>
        </pc:spChg>
      </pc:sldChg>
      <pc:sldChg chg="modSp add mod">
        <pc:chgData name="Ms Alina Arshad" userId="cccdfd85-d35d-4453-9c6f-a463aae40722" providerId="ADAL" clId="{2DC180FD-F18C-4625-AB1F-E76E8B18C48B}" dt="2024-08-30T04:54:51.487" v="230" actId="207"/>
        <pc:sldMkLst>
          <pc:docMk/>
          <pc:sldMk cId="3071036191" sldId="405"/>
        </pc:sldMkLst>
        <pc:spChg chg="mod">
          <ac:chgData name="Ms Alina Arshad" userId="cccdfd85-d35d-4453-9c6f-a463aae40722" providerId="ADAL" clId="{2DC180FD-F18C-4625-AB1F-E76E8B18C48B}" dt="2024-08-30T04:54:27.659" v="219" actId="207"/>
          <ac:spMkLst>
            <pc:docMk/>
            <pc:sldMk cId="3071036191" sldId="405"/>
            <ac:spMk id="2" creationId="{E0D201D3-B15F-4934-887A-5FCE7F2DF401}"/>
          </ac:spMkLst>
        </pc:spChg>
        <pc:spChg chg="mod">
          <ac:chgData name="Ms Alina Arshad" userId="cccdfd85-d35d-4453-9c6f-a463aae40722" providerId="ADAL" clId="{2DC180FD-F18C-4625-AB1F-E76E8B18C48B}" dt="2024-08-30T04:54:51.487" v="230" actId="207"/>
          <ac:spMkLst>
            <pc:docMk/>
            <pc:sldMk cId="3071036191" sldId="405"/>
            <ac:spMk id="3" creationId="{B06DAE9B-D257-4D59-AF08-5FC3CA34B519}"/>
          </ac:spMkLst>
        </pc:spChg>
      </pc:sldChg>
      <pc:sldChg chg="addSp delSp modSp add mod">
        <pc:chgData name="Ms Alina Arshad" userId="cccdfd85-d35d-4453-9c6f-a463aae40722" providerId="ADAL" clId="{2DC180FD-F18C-4625-AB1F-E76E8B18C48B}" dt="2024-09-02T09:18:24.468" v="367" actId="1076"/>
        <pc:sldMkLst>
          <pc:docMk/>
          <pc:sldMk cId="1110637184" sldId="406"/>
        </pc:sldMkLst>
        <pc:spChg chg="mod">
          <ac:chgData name="Ms Alina Arshad" userId="cccdfd85-d35d-4453-9c6f-a463aae40722" providerId="ADAL" clId="{2DC180FD-F18C-4625-AB1F-E76E8B18C48B}" dt="2024-08-30T04:55:02.050" v="234" actId="113"/>
          <ac:spMkLst>
            <pc:docMk/>
            <pc:sldMk cId="1110637184" sldId="406"/>
            <ac:spMk id="2" creationId="{00000000-0000-0000-0000-000000000000}"/>
          </ac:spMkLst>
        </pc:spChg>
        <pc:picChg chg="add mod">
          <ac:chgData name="Ms Alina Arshad" userId="cccdfd85-d35d-4453-9c6f-a463aae40722" providerId="ADAL" clId="{2DC180FD-F18C-4625-AB1F-E76E8B18C48B}" dt="2024-09-02T09:18:24.468" v="367" actId="1076"/>
          <ac:picMkLst>
            <pc:docMk/>
            <pc:sldMk cId="1110637184" sldId="406"/>
            <ac:picMk id="1026" creationId="{2323452F-E9F2-364A-6D76-808115144BEA}"/>
          </ac:picMkLst>
        </pc:picChg>
        <pc:picChg chg="del mod">
          <ac:chgData name="Ms Alina Arshad" userId="cccdfd85-d35d-4453-9c6f-a463aae40722" providerId="ADAL" clId="{2DC180FD-F18C-4625-AB1F-E76E8B18C48B}" dt="2024-09-02T09:18:18.784" v="362" actId="478"/>
          <ac:picMkLst>
            <pc:docMk/>
            <pc:sldMk cId="1110637184" sldId="406"/>
            <ac:picMk id="2050" creationId="{00000000-0000-0000-0000-000000000000}"/>
          </ac:picMkLst>
        </pc:picChg>
      </pc:sldChg>
      <pc:sldChg chg="modSp add mod">
        <pc:chgData name="Ms Alina Arshad" userId="cccdfd85-d35d-4453-9c6f-a463aae40722" providerId="ADAL" clId="{2DC180FD-F18C-4625-AB1F-E76E8B18C48B}" dt="2024-09-02T09:18:45.418" v="368" actId="207"/>
        <pc:sldMkLst>
          <pc:docMk/>
          <pc:sldMk cId="261616852" sldId="407"/>
        </pc:sldMkLst>
        <pc:spChg chg="mod">
          <ac:chgData name="Ms Alina Arshad" userId="cccdfd85-d35d-4453-9c6f-a463aae40722" providerId="ADAL" clId="{2DC180FD-F18C-4625-AB1F-E76E8B18C48B}" dt="2024-08-30T04:56:00.727" v="248" actId="1076"/>
          <ac:spMkLst>
            <pc:docMk/>
            <pc:sldMk cId="261616852" sldId="407"/>
            <ac:spMk id="2" creationId="{00000000-0000-0000-0000-000000000000}"/>
          </ac:spMkLst>
        </pc:spChg>
        <pc:spChg chg="mod">
          <ac:chgData name="Ms Alina Arshad" userId="cccdfd85-d35d-4453-9c6f-a463aae40722" providerId="ADAL" clId="{2DC180FD-F18C-4625-AB1F-E76E8B18C48B}" dt="2024-09-02T09:18:45.418" v="368" actId="207"/>
          <ac:spMkLst>
            <pc:docMk/>
            <pc:sldMk cId="261616852" sldId="407"/>
            <ac:spMk id="3" creationId="{00000000-0000-0000-0000-000000000000}"/>
          </ac:spMkLst>
        </pc:spChg>
      </pc:sldChg>
      <pc:sldChg chg="modSp add del mod">
        <pc:chgData name="Ms Alina Arshad" userId="cccdfd85-d35d-4453-9c6f-a463aae40722" providerId="ADAL" clId="{2DC180FD-F18C-4625-AB1F-E76E8B18C48B}" dt="2024-08-30T04:56:30.069" v="255" actId="47"/>
        <pc:sldMkLst>
          <pc:docMk/>
          <pc:sldMk cId="2685411724" sldId="408"/>
        </pc:sldMkLst>
        <pc:spChg chg="mod">
          <ac:chgData name="Ms Alina Arshad" userId="cccdfd85-d35d-4453-9c6f-a463aae40722" providerId="ADAL" clId="{2DC180FD-F18C-4625-AB1F-E76E8B18C48B}" dt="2024-08-30T04:56:05.438" v="249" actId="21"/>
          <ac:spMkLst>
            <pc:docMk/>
            <pc:sldMk cId="2685411724" sldId="408"/>
            <ac:spMk id="3" creationId="{00000000-0000-0000-0000-000000000000}"/>
          </ac:spMkLst>
        </pc:spChg>
      </pc:sldChg>
      <pc:sldChg chg="modSp add mod modAnim">
        <pc:chgData name="Ms Alina Arshad" userId="cccdfd85-d35d-4453-9c6f-a463aae40722" providerId="ADAL" clId="{2DC180FD-F18C-4625-AB1F-E76E8B18C48B}" dt="2024-09-02T09:19:48.597" v="373" actId="14"/>
        <pc:sldMkLst>
          <pc:docMk/>
          <pc:sldMk cId="2553615988" sldId="409"/>
        </pc:sldMkLst>
        <pc:spChg chg="mod">
          <ac:chgData name="Ms Alina Arshad" userId="cccdfd85-d35d-4453-9c6f-a463aae40722" providerId="ADAL" clId="{2DC180FD-F18C-4625-AB1F-E76E8B18C48B}" dt="2024-08-30T04:57:40.923" v="273" actId="403"/>
          <ac:spMkLst>
            <pc:docMk/>
            <pc:sldMk cId="2553615988" sldId="409"/>
            <ac:spMk id="2" creationId="{00000000-0000-0000-0000-000000000000}"/>
          </ac:spMkLst>
        </pc:spChg>
        <pc:spChg chg="mod">
          <ac:chgData name="Ms Alina Arshad" userId="cccdfd85-d35d-4453-9c6f-a463aae40722" providerId="ADAL" clId="{2DC180FD-F18C-4625-AB1F-E76E8B18C48B}" dt="2024-09-02T09:19:48.597" v="373" actId="14"/>
          <ac:spMkLst>
            <pc:docMk/>
            <pc:sldMk cId="2553615988" sldId="409"/>
            <ac:spMk id="3" creationId="{00000000-0000-0000-0000-000000000000}"/>
          </ac:spMkLst>
        </pc:spChg>
      </pc:sldChg>
      <pc:sldChg chg="modSp add mod">
        <pc:chgData name="Ms Alina Arshad" userId="cccdfd85-d35d-4453-9c6f-a463aae40722" providerId="ADAL" clId="{2DC180FD-F18C-4625-AB1F-E76E8B18C48B}" dt="2024-08-30T05:01:52.923" v="293" actId="33524"/>
        <pc:sldMkLst>
          <pc:docMk/>
          <pc:sldMk cId="515654138" sldId="410"/>
        </pc:sldMkLst>
        <pc:spChg chg="mod">
          <ac:chgData name="Ms Alina Arshad" userId="cccdfd85-d35d-4453-9c6f-a463aae40722" providerId="ADAL" clId="{2DC180FD-F18C-4625-AB1F-E76E8B18C48B}" dt="2024-08-30T04:59:04.600" v="284" actId="403"/>
          <ac:spMkLst>
            <pc:docMk/>
            <pc:sldMk cId="515654138" sldId="410"/>
            <ac:spMk id="2" creationId="{00000000-0000-0000-0000-000000000000}"/>
          </ac:spMkLst>
        </pc:spChg>
        <pc:spChg chg="mod">
          <ac:chgData name="Ms Alina Arshad" userId="cccdfd85-d35d-4453-9c6f-a463aae40722" providerId="ADAL" clId="{2DC180FD-F18C-4625-AB1F-E76E8B18C48B}" dt="2024-08-30T05:01:52.923" v="293" actId="33524"/>
          <ac:spMkLst>
            <pc:docMk/>
            <pc:sldMk cId="515654138" sldId="410"/>
            <ac:spMk id="3" creationId="{00000000-0000-0000-0000-000000000000}"/>
          </ac:spMkLst>
        </pc:spChg>
      </pc:sldChg>
      <pc:sldChg chg="modSp add del mod">
        <pc:chgData name="Ms Alina Arshad" userId="cccdfd85-d35d-4453-9c6f-a463aae40722" providerId="ADAL" clId="{2DC180FD-F18C-4625-AB1F-E76E8B18C48B}" dt="2024-08-30T05:03:27.610" v="321" actId="47"/>
        <pc:sldMkLst>
          <pc:docMk/>
          <pc:sldMk cId="1166324033" sldId="411"/>
        </pc:sldMkLst>
        <pc:spChg chg="mod">
          <ac:chgData name="Ms Alina Arshad" userId="cccdfd85-d35d-4453-9c6f-a463aae40722" providerId="ADAL" clId="{2DC180FD-F18C-4625-AB1F-E76E8B18C48B}" dt="2024-08-30T05:02:32.228" v="305" actId="14100"/>
          <ac:spMkLst>
            <pc:docMk/>
            <pc:sldMk cId="1166324033" sldId="411"/>
            <ac:spMk id="2" creationId="{00000000-0000-0000-0000-000000000000}"/>
          </ac:spMkLst>
        </pc:spChg>
        <pc:spChg chg="mod">
          <ac:chgData name="Ms Alina Arshad" userId="cccdfd85-d35d-4453-9c6f-a463aae40722" providerId="ADAL" clId="{2DC180FD-F18C-4625-AB1F-E76E8B18C48B}" dt="2024-08-30T05:02:25.322" v="299" actId="27636"/>
          <ac:spMkLst>
            <pc:docMk/>
            <pc:sldMk cId="1166324033" sldId="411"/>
            <ac:spMk id="3" creationId="{00000000-0000-0000-0000-000000000000}"/>
          </ac:spMkLst>
        </pc:spChg>
      </pc:sldChg>
      <pc:sldChg chg="delSp modSp add mod">
        <pc:chgData name="Ms Alina Arshad" userId="cccdfd85-d35d-4453-9c6f-a463aae40722" providerId="ADAL" clId="{2DC180FD-F18C-4625-AB1F-E76E8B18C48B}" dt="2024-08-30T05:03:15.926" v="319" actId="478"/>
        <pc:sldMkLst>
          <pc:docMk/>
          <pc:sldMk cId="317315783" sldId="412"/>
        </pc:sldMkLst>
        <pc:spChg chg="mod">
          <ac:chgData name="Ms Alina Arshad" userId="cccdfd85-d35d-4453-9c6f-a463aae40722" providerId="ADAL" clId="{2DC180FD-F18C-4625-AB1F-E76E8B18C48B}" dt="2024-08-30T05:03:11.221" v="317" actId="113"/>
          <ac:spMkLst>
            <pc:docMk/>
            <pc:sldMk cId="317315783" sldId="412"/>
            <ac:spMk id="2" creationId="{00000000-0000-0000-0000-000000000000}"/>
          </ac:spMkLst>
        </pc:spChg>
        <pc:spChg chg="mod">
          <ac:chgData name="Ms Alina Arshad" userId="cccdfd85-d35d-4453-9c6f-a463aae40722" providerId="ADAL" clId="{2DC180FD-F18C-4625-AB1F-E76E8B18C48B}" dt="2024-08-30T05:03:07.056" v="316" actId="207"/>
          <ac:spMkLst>
            <pc:docMk/>
            <pc:sldMk cId="317315783" sldId="412"/>
            <ac:spMk id="3" creationId="{00000000-0000-0000-0000-000000000000}"/>
          </ac:spMkLst>
        </pc:spChg>
        <pc:spChg chg="del">
          <ac:chgData name="Ms Alina Arshad" userId="cccdfd85-d35d-4453-9c6f-a463aae40722" providerId="ADAL" clId="{2DC180FD-F18C-4625-AB1F-E76E8B18C48B}" dt="2024-08-30T05:03:14.398" v="318" actId="478"/>
          <ac:spMkLst>
            <pc:docMk/>
            <pc:sldMk cId="317315783" sldId="412"/>
            <ac:spMk id="4" creationId="{00000000-0000-0000-0000-000000000000}"/>
          </ac:spMkLst>
        </pc:spChg>
        <pc:spChg chg="del">
          <ac:chgData name="Ms Alina Arshad" userId="cccdfd85-d35d-4453-9c6f-a463aae40722" providerId="ADAL" clId="{2DC180FD-F18C-4625-AB1F-E76E8B18C48B}" dt="2024-08-30T05:03:15.926" v="319" actId="478"/>
          <ac:spMkLst>
            <pc:docMk/>
            <pc:sldMk cId="317315783" sldId="412"/>
            <ac:spMk id="5" creationId="{00000000-0000-0000-0000-000000000000}"/>
          </ac:spMkLst>
        </pc:spChg>
      </pc:sldChg>
      <pc:sldChg chg="add del">
        <pc:chgData name="Ms Alina Arshad" userId="cccdfd85-d35d-4453-9c6f-a463aae40722" providerId="ADAL" clId="{2DC180FD-F18C-4625-AB1F-E76E8B18C48B}" dt="2024-08-30T05:04:12.713" v="328" actId="47"/>
        <pc:sldMkLst>
          <pc:docMk/>
          <pc:sldMk cId="3728980149" sldId="413"/>
        </pc:sldMkLst>
      </pc:sldChg>
      <pc:sldChg chg="new del">
        <pc:chgData name="Ms Alina Arshad" userId="cccdfd85-d35d-4453-9c6f-a463aae40722" providerId="ADAL" clId="{2DC180FD-F18C-4625-AB1F-E76E8B18C48B}" dt="2024-08-30T05:03:53.190" v="323" actId="47"/>
        <pc:sldMkLst>
          <pc:docMk/>
          <pc:sldMk cId="1613639856" sldId="414"/>
        </pc:sldMkLst>
      </pc:sldChg>
      <pc:sldChg chg="addSp delSp modSp new mod">
        <pc:chgData name="Ms Alina Arshad" userId="cccdfd85-d35d-4453-9c6f-a463aae40722" providerId="ADAL" clId="{2DC180FD-F18C-4625-AB1F-E76E8B18C48B}" dt="2024-08-30T05:04:09.868" v="327" actId="478"/>
        <pc:sldMkLst>
          <pc:docMk/>
          <pc:sldMk cId="2400755825" sldId="414"/>
        </pc:sldMkLst>
        <pc:spChg chg="del">
          <ac:chgData name="Ms Alina Arshad" userId="cccdfd85-d35d-4453-9c6f-a463aae40722" providerId="ADAL" clId="{2DC180FD-F18C-4625-AB1F-E76E8B18C48B}" dt="2024-08-30T05:04:09.868" v="327" actId="478"/>
          <ac:spMkLst>
            <pc:docMk/>
            <pc:sldMk cId="2400755825" sldId="414"/>
            <ac:spMk id="2" creationId="{12C4D42B-3827-A9BA-1272-BAAED7039507}"/>
          </ac:spMkLst>
        </pc:spChg>
        <pc:spChg chg="del">
          <ac:chgData name="Ms Alina Arshad" userId="cccdfd85-d35d-4453-9c6f-a463aae40722" providerId="ADAL" clId="{2DC180FD-F18C-4625-AB1F-E76E8B18C48B}" dt="2024-08-30T05:04:08.047" v="326" actId="478"/>
          <ac:spMkLst>
            <pc:docMk/>
            <pc:sldMk cId="2400755825" sldId="414"/>
            <ac:spMk id="3" creationId="{279481B2-0BCE-C230-6D15-9B44E227864D}"/>
          </ac:spMkLst>
        </pc:spChg>
        <pc:spChg chg="add mod">
          <ac:chgData name="Ms Alina Arshad" userId="cccdfd85-d35d-4453-9c6f-a463aae40722" providerId="ADAL" clId="{2DC180FD-F18C-4625-AB1F-E76E8B18C48B}" dt="2024-08-30T05:04:05.804" v="325"/>
          <ac:spMkLst>
            <pc:docMk/>
            <pc:sldMk cId="2400755825" sldId="414"/>
            <ac:spMk id="4" creationId="{B7916EF2-DCF0-0573-80BA-3C20ED469E9E}"/>
          </ac:spMkLst>
        </pc:spChg>
        <pc:spChg chg="add mod">
          <ac:chgData name="Ms Alina Arshad" userId="cccdfd85-d35d-4453-9c6f-a463aae40722" providerId="ADAL" clId="{2DC180FD-F18C-4625-AB1F-E76E8B18C48B}" dt="2024-08-30T05:04:05.804" v="325"/>
          <ac:spMkLst>
            <pc:docMk/>
            <pc:sldMk cId="2400755825" sldId="414"/>
            <ac:spMk id="5" creationId="{6D2D65F8-7067-309B-2162-EDCA7F792D63}"/>
          </ac:spMkLst>
        </pc:spChg>
      </pc:sldChg>
    </pc:docChg>
  </pc:docChgLst>
  <pc:docChgLst>
    <pc:chgData name="Ms Alina Arshad" userId="cccdfd85-d35d-4453-9c6f-a463aae40722" providerId="ADAL" clId="{4E30FDE5-F87C-4BE6-B19D-C06044992F6A}"/>
    <pc:docChg chg="undo custSel addSld delSld modSld sldOrd">
      <pc:chgData name="Ms Alina Arshad" userId="cccdfd85-d35d-4453-9c6f-a463aae40722" providerId="ADAL" clId="{4E30FDE5-F87C-4BE6-B19D-C06044992F6A}" dt="2024-10-28T14:15:53.498" v="690"/>
      <pc:docMkLst>
        <pc:docMk/>
      </pc:docMkLst>
      <pc:sldChg chg="modSp mod">
        <pc:chgData name="Ms Alina Arshad" userId="cccdfd85-d35d-4453-9c6f-a463aae40722" providerId="ADAL" clId="{4E30FDE5-F87C-4BE6-B19D-C06044992F6A}" dt="2024-10-27T11:11:15.793" v="298" actId="20577"/>
        <pc:sldMkLst>
          <pc:docMk/>
          <pc:sldMk cId="3322361034" sldId="256"/>
        </pc:sldMkLst>
        <pc:spChg chg="mod">
          <ac:chgData name="Ms Alina Arshad" userId="cccdfd85-d35d-4453-9c6f-a463aae40722" providerId="ADAL" clId="{4E30FDE5-F87C-4BE6-B19D-C06044992F6A}" dt="2024-10-27T11:11:15.793" v="298" actId="20577"/>
          <ac:spMkLst>
            <pc:docMk/>
            <pc:sldMk cId="3322361034" sldId="256"/>
            <ac:spMk id="3" creationId="{44E9F82C-BBA7-3495-1097-BEDB54FFFDF4}"/>
          </ac:spMkLst>
        </pc:spChg>
      </pc:sldChg>
      <pc:sldChg chg="add del">
        <pc:chgData name="Ms Alina Arshad" userId="cccdfd85-d35d-4453-9c6f-a463aae40722" providerId="ADAL" clId="{4E30FDE5-F87C-4BE6-B19D-C06044992F6A}" dt="2024-10-27T10:50:21.486" v="37" actId="47"/>
        <pc:sldMkLst>
          <pc:docMk/>
          <pc:sldMk cId="2348086917" sldId="257"/>
        </pc:sldMkLst>
      </pc:sldChg>
      <pc:sldChg chg="delSp modSp add mod">
        <pc:chgData name="Ms Alina Arshad" userId="cccdfd85-d35d-4453-9c6f-a463aae40722" providerId="ADAL" clId="{4E30FDE5-F87C-4BE6-B19D-C06044992F6A}" dt="2024-10-27T10:51:28.824" v="50" actId="1076"/>
        <pc:sldMkLst>
          <pc:docMk/>
          <pc:sldMk cId="987785057" sldId="258"/>
        </pc:sldMkLst>
        <pc:spChg chg="del">
          <ac:chgData name="Ms Alina Arshad" userId="cccdfd85-d35d-4453-9c6f-a463aae40722" providerId="ADAL" clId="{4E30FDE5-F87C-4BE6-B19D-C06044992F6A}" dt="2024-10-27T10:50:38.258" v="38" actId="478"/>
          <ac:spMkLst>
            <pc:docMk/>
            <pc:sldMk cId="987785057" sldId="258"/>
            <ac:spMk id="2" creationId="{00000000-0000-0000-0000-000000000000}"/>
          </ac:spMkLst>
        </pc:spChg>
        <pc:spChg chg="del">
          <ac:chgData name="Ms Alina Arshad" userId="cccdfd85-d35d-4453-9c6f-a463aae40722" providerId="ADAL" clId="{4E30FDE5-F87C-4BE6-B19D-C06044992F6A}" dt="2024-10-27T10:50:39.922" v="39" actId="478"/>
          <ac:spMkLst>
            <pc:docMk/>
            <pc:sldMk cId="987785057" sldId="258"/>
            <ac:spMk id="5" creationId="{00000000-0000-0000-0000-000000000000}"/>
          </ac:spMkLst>
        </pc:spChg>
        <pc:spChg chg="mod">
          <ac:chgData name="Ms Alina Arshad" userId="cccdfd85-d35d-4453-9c6f-a463aae40722" providerId="ADAL" clId="{4E30FDE5-F87C-4BE6-B19D-C06044992F6A}" dt="2024-10-27T10:50:55.785" v="41" actId="113"/>
          <ac:spMkLst>
            <pc:docMk/>
            <pc:sldMk cId="987785057" sldId="258"/>
            <ac:spMk id="107522" creationId="{00000000-0000-0000-0000-000000000000}"/>
          </ac:spMkLst>
        </pc:spChg>
        <pc:spChg chg="mod">
          <ac:chgData name="Ms Alina Arshad" userId="cccdfd85-d35d-4453-9c6f-a463aae40722" providerId="ADAL" clId="{4E30FDE5-F87C-4BE6-B19D-C06044992F6A}" dt="2024-10-27T10:51:24.313" v="48" actId="403"/>
          <ac:spMkLst>
            <pc:docMk/>
            <pc:sldMk cId="987785057" sldId="258"/>
            <ac:spMk id="107523" creationId="{00000000-0000-0000-0000-000000000000}"/>
          </ac:spMkLst>
        </pc:spChg>
        <pc:picChg chg="mod">
          <ac:chgData name="Ms Alina Arshad" userId="cccdfd85-d35d-4453-9c6f-a463aae40722" providerId="ADAL" clId="{4E30FDE5-F87C-4BE6-B19D-C06044992F6A}" dt="2024-10-27T10:51:28.824" v="50" actId="1076"/>
          <ac:picMkLst>
            <pc:docMk/>
            <pc:sldMk cId="987785057" sldId="258"/>
            <ac:picMk id="3" creationId="{00000000-0000-0000-0000-000000000000}"/>
          </ac:picMkLst>
        </pc:picChg>
      </pc:sldChg>
      <pc:sldChg chg="add del">
        <pc:chgData name="Ms Alina Arshad" userId="cccdfd85-d35d-4453-9c6f-a463aae40722" providerId="ADAL" clId="{4E30FDE5-F87C-4BE6-B19D-C06044992F6A}" dt="2024-10-28T13:51:01.059" v="545" actId="47"/>
        <pc:sldMkLst>
          <pc:docMk/>
          <pc:sldMk cId="0" sldId="290"/>
        </pc:sldMkLst>
      </pc:sldChg>
      <pc:sldChg chg="add del">
        <pc:chgData name="Ms Alina Arshad" userId="cccdfd85-d35d-4453-9c6f-a463aae40722" providerId="ADAL" clId="{4E30FDE5-F87C-4BE6-B19D-C06044992F6A}" dt="2024-10-27T12:33:57.622" v="524" actId="47"/>
        <pc:sldMkLst>
          <pc:docMk/>
          <pc:sldMk cId="1032267902" sldId="313"/>
        </pc:sldMkLst>
      </pc:sldChg>
      <pc:sldChg chg="delSp modSp add mod">
        <pc:chgData name="Ms Alina Arshad" userId="cccdfd85-d35d-4453-9c6f-a463aae40722" providerId="ADAL" clId="{4E30FDE5-F87C-4BE6-B19D-C06044992F6A}" dt="2024-10-27T10:54:58.995" v="62" actId="113"/>
        <pc:sldMkLst>
          <pc:docMk/>
          <pc:sldMk cId="2519006012" sldId="314"/>
        </pc:sldMkLst>
        <pc:spChg chg="mod">
          <ac:chgData name="Ms Alina Arshad" userId="cccdfd85-d35d-4453-9c6f-a463aae40722" providerId="ADAL" clId="{4E30FDE5-F87C-4BE6-B19D-C06044992F6A}" dt="2024-10-27T10:51:34.893" v="52" actId="113"/>
          <ac:spMkLst>
            <pc:docMk/>
            <pc:sldMk cId="2519006012" sldId="314"/>
            <ac:spMk id="2" creationId="{00000000-0000-0000-0000-000000000000}"/>
          </ac:spMkLst>
        </pc:spChg>
        <pc:spChg chg="mod">
          <ac:chgData name="Ms Alina Arshad" userId="cccdfd85-d35d-4453-9c6f-a463aae40722" providerId="ADAL" clId="{4E30FDE5-F87C-4BE6-B19D-C06044992F6A}" dt="2024-10-27T10:54:58.995" v="62" actId="113"/>
          <ac:spMkLst>
            <pc:docMk/>
            <pc:sldMk cId="2519006012" sldId="314"/>
            <ac:spMk id="3" creationId="{00000000-0000-0000-0000-000000000000}"/>
          </ac:spMkLst>
        </pc:spChg>
        <pc:spChg chg="del">
          <ac:chgData name="Ms Alina Arshad" userId="cccdfd85-d35d-4453-9c6f-a463aae40722" providerId="ADAL" clId="{4E30FDE5-F87C-4BE6-B19D-C06044992F6A}" dt="2024-10-27T10:54:23.008" v="55" actId="478"/>
          <ac:spMkLst>
            <pc:docMk/>
            <pc:sldMk cId="2519006012" sldId="314"/>
            <ac:spMk id="4" creationId="{00000000-0000-0000-0000-000000000000}"/>
          </ac:spMkLst>
        </pc:spChg>
        <pc:spChg chg="del">
          <ac:chgData name="Ms Alina Arshad" userId="cccdfd85-d35d-4453-9c6f-a463aae40722" providerId="ADAL" clId="{4E30FDE5-F87C-4BE6-B19D-C06044992F6A}" dt="2024-10-27T10:54:24.923" v="56" actId="478"/>
          <ac:spMkLst>
            <pc:docMk/>
            <pc:sldMk cId="2519006012" sldId="314"/>
            <ac:spMk id="5" creationId="{00000000-0000-0000-0000-000000000000}"/>
          </ac:spMkLst>
        </pc:spChg>
      </pc:sldChg>
      <pc:sldChg chg="delSp modSp add mod">
        <pc:chgData name="Ms Alina Arshad" userId="cccdfd85-d35d-4453-9c6f-a463aae40722" providerId="ADAL" clId="{4E30FDE5-F87C-4BE6-B19D-C06044992F6A}" dt="2024-10-27T10:55:37.250" v="71" actId="27636"/>
        <pc:sldMkLst>
          <pc:docMk/>
          <pc:sldMk cId="3839685090" sldId="315"/>
        </pc:sldMkLst>
        <pc:spChg chg="mod">
          <ac:chgData name="Ms Alina Arshad" userId="cccdfd85-d35d-4453-9c6f-a463aae40722" providerId="ADAL" clId="{4E30FDE5-F87C-4BE6-B19D-C06044992F6A}" dt="2024-10-27T10:55:20.489" v="65" actId="14100"/>
          <ac:spMkLst>
            <pc:docMk/>
            <pc:sldMk cId="3839685090" sldId="315"/>
            <ac:spMk id="2" creationId="{00000000-0000-0000-0000-000000000000}"/>
          </ac:spMkLst>
        </pc:spChg>
        <pc:spChg chg="mod">
          <ac:chgData name="Ms Alina Arshad" userId="cccdfd85-d35d-4453-9c6f-a463aae40722" providerId="ADAL" clId="{4E30FDE5-F87C-4BE6-B19D-C06044992F6A}" dt="2024-10-27T10:55:37.250" v="71" actId="27636"/>
          <ac:spMkLst>
            <pc:docMk/>
            <pc:sldMk cId="3839685090" sldId="315"/>
            <ac:spMk id="3" creationId="{00000000-0000-0000-0000-000000000000}"/>
          </ac:spMkLst>
        </pc:spChg>
        <pc:spChg chg="del">
          <ac:chgData name="Ms Alina Arshad" userId="cccdfd85-d35d-4453-9c6f-a463aae40722" providerId="ADAL" clId="{4E30FDE5-F87C-4BE6-B19D-C06044992F6A}" dt="2024-10-27T10:55:30.199" v="68" actId="478"/>
          <ac:spMkLst>
            <pc:docMk/>
            <pc:sldMk cId="3839685090" sldId="315"/>
            <ac:spMk id="4" creationId="{00000000-0000-0000-0000-000000000000}"/>
          </ac:spMkLst>
        </pc:spChg>
        <pc:spChg chg="del">
          <ac:chgData name="Ms Alina Arshad" userId="cccdfd85-d35d-4453-9c6f-a463aae40722" providerId="ADAL" clId="{4E30FDE5-F87C-4BE6-B19D-C06044992F6A}" dt="2024-10-27T10:55:32.088" v="69" actId="478"/>
          <ac:spMkLst>
            <pc:docMk/>
            <pc:sldMk cId="3839685090" sldId="315"/>
            <ac:spMk id="5" creationId="{00000000-0000-0000-0000-000000000000}"/>
          </ac:spMkLst>
        </pc:spChg>
      </pc:sldChg>
      <pc:sldChg chg="delSp modSp add mod">
        <pc:chgData name="Ms Alina Arshad" userId="cccdfd85-d35d-4453-9c6f-a463aae40722" providerId="ADAL" clId="{4E30FDE5-F87C-4BE6-B19D-C06044992F6A}" dt="2024-10-27T12:24:14.085" v="520" actId="113"/>
        <pc:sldMkLst>
          <pc:docMk/>
          <pc:sldMk cId="1382178235" sldId="316"/>
        </pc:sldMkLst>
        <pc:spChg chg="mod">
          <ac:chgData name="Ms Alina Arshad" userId="cccdfd85-d35d-4453-9c6f-a463aae40722" providerId="ADAL" clId="{4E30FDE5-F87C-4BE6-B19D-C06044992F6A}" dt="2024-10-27T11:01:06.238" v="128" actId="20577"/>
          <ac:spMkLst>
            <pc:docMk/>
            <pc:sldMk cId="1382178235" sldId="316"/>
            <ac:spMk id="2" creationId="{00000000-0000-0000-0000-000000000000}"/>
          </ac:spMkLst>
        </pc:spChg>
        <pc:spChg chg="mod">
          <ac:chgData name="Ms Alina Arshad" userId="cccdfd85-d35d-4453-9c6f-a463aae40722" providerId="ADAL" clId="{4E30FDE5-F87C-4BE6-B19D-C06044992F6A}" dt="2024-10-27T12:24:14.085" v="520" actId="113"/>
          <ac:spMkLst>
            <pc:docMk/>
            <pc:sldMk cId="1382178235" sldId="316"/>
            <ac:spMk id="3" creationId="{00000000-0000-0000-0000-000000000000}"/>
          </ac:spMkLst>
        </pc:spChg>
        <pc:spChg chg="del">
          <ac:chgData name="Ms Alina Arshad" userId="cccdfd85-d35d-4453-9c6f-a463aae40722" providerId="ADAL" clId="{4E30FDE5-F87C-4BE6-B19D-C06044992F6A}" dt="2024-10-27T11:01:21.335" v="132" actId="478"/>
          <ac:spMkLst>
            <pc:docMk/>
            <pc:sldMk cId="1382178235" sldId="316"/>
            <ac:spMk id="4" creationId="{00000000-0000-0000-0000-000000000000}"/>
          </ac:spMkLst>
        </pc:spChg>
        <pc:spChg chg="del">
          <ac:chgData name="Ms Alina Arshad" userId="cccdfd85-d35d-4453-9c6f-a463aae40722" providerId="ADAL" clId="{4E30FDE5-F87C-4BE6-B19D-C06044992F6A}" dt="2024-10-27T11:01:23.354" v="133" actId="478"/>
          <ac:spMkLst>
            <pc:docMk/>
            <pc:sldMk cId="1382178235" sldId="316"/>
            <ac:spMk id="5" creationId="{00000000-0000-0000-0000-000000000000}"/>
          </ac:spMkLst>
        </pc:spChg>
      </pc:sldChg>
      <pc:sldChg chg="delSp modSp add mod">
        <pc:chgData name="Ms Alina Arshad" userId="cccdfd85-d35d-4453-9c6f-a463aae40722" providerId="ADAL" clId="{4E30FDE5-F87C-4BE6-B19D-C06044992F6A}" dt="2024-10-27T12:24:27.792" v="522" actId="207"/>
        <pc:sldMkLst>
          <pc:docMk/>
          <pc:sldMk cId="1296848888" sldId="317"/>
        </pc:sldMkLst>
        <pc:spChg chg="mod">
          <ac:chgData name="Ms Alina Arshad" userId="cccdfd85-d35d-4453-9c6f-a463aae40722" providerId="ADAL" clId="{4E30FDE5-F87C-4BE6-B19D-C06044992F6A}" dt="2024-10-27T11:02:44.719" v="137" actId="20577"/>
          <ac:spMkLst>
            <pc:docMk/>
            <pc:sldMk cId="1296848888" sldId="317"/>
            <ac:spMk id="2" creationId="{00000000-0000-0000-0000-000000000000}"/>
          </ac:spMkLst>
        </pc:spChg>
        <pc:spChg chg="mod">
          <ac:chgData name="Ms Alina Arshad" userId="cccdfd85-d35d-4453-9c6f-a463aae40722" providerId="ADAL" clId="{4E30FDE5-F87C-4BE6-B19D-C06044992F6A}" dt="2024-10-27T12:24:27.792" v="522" actId="207"/>
          <ac:spMkLst>
            <pc:docMk/>
            <pc:sldMk cId="1296848888" sldId="317"/>
            <ac:spMk id="3" creationId="{00000000-0000-0000-0000-000000000000}"/>
          </ac:spMkLst>
        </pc:spChg>
        <pc:spChg chg="del">
          <ac:chgData name="Ms Alina Arshad" userId="cccdfd85-d35d-4453-9c6f-a463aae40722" providerId="ADAL" clId="{4E30FDE5-F87C-4BE6-B19D-C06044992F6A}" dt="2024-10-27T11:02:52.614" v="140" actId="478"/>
          <ac:spMkLst>
            <pc:docMk/>
            <pc:sldMk cId="1296848888" sldId="317"/>
            <ac:spMk id="4" creationId="{00000000-0000-0000-0000-000000000000}"/>
          </ac:spMkLst>
        </pc:spChg>
        <pc:spChg chg="del">
          <ac:chgData name="Ms Alina Arshad" userId="cccdfd85-d35d-4453-9c6f-a463aae40722" providerId="ADAL" clId="{4E30FDE5-F87C-4BE6-B19D-C06044992F6A}" dt="2024-10-27T11:02:55.025" v="141" actId="478"/>
          <ac:spMkLst>
            <pc:docMk/>
            <pc:sldMk cId="1296848888" sldId="317"/>
            <ac:spMk id="5" creationId="{00000000-0000-0000-0000-000000000000}"/>
          </ac:spMkLst>
        </pc:spChg>
      </pc:sldChg>
      <pc:sldChg chg="delSp modSp add mod">
        <pc:chgData name="Ms Alina Arshad" userId="cccdfd85-d35d-4453-9c6f-a463aae40722" providerId="ADAL" clId="{4E30FDE5-F87C-4BE6-B19D-C06044992F6A}" dt="2024-10-27T11:08:52.820" v="237" actId="1076"/>
        <pc:sldMkLst>
          <pc:docMk/>
          <pc:sldMk cId="132026628" sldId="318"/>
        </pc:sldMkLst>
        <pc:spChg chg="mod">
          <ac:chgData name="Ms Alina Arshad" userId="cccdfd85-d35d-4453-9c6f-a463aae40722" providerId="ADAL" clId="{4E30FDE5-F87C-4BE6-B19D-C06044992F6A}" dt="2024-10-27T11:08:07.523" v="226" actId="14100"/>
          <ac:spMkLst>
            <pc:docMk/>
            <pc:sldMk cId="132026628" sldId="318"/>
            <ac:spMk id="2" creationId="{00000000-0000-0000-0000-000000000000}"/>
          </ac:spMkLst>
        </pc:spChg>
        <pc:spChg chg="mod">
          <ac:chgData name="Ms Alina Arshad" userId="cccdfd85-d35d-4453-9c6f-a463aae40722" providerId="ADAL" clId="{4E30FDE5-F87C-4BE6-B19D-C06044992F6A}" dt="2024-10-27T11:08:52.820" v="237" actId="1076"/>
          <ac:spMkLst>
            <pc:docMk/>
            <pc:sldMk cId="132026628" sldId="318"/>
            <ac:spMk id="3" creationId="{00000000-0000-0000-0000-000000000000}"/>
          </ac:spMkLst>
        </pc:spChg>
        <pc:spChg chg="del">
          <ac:chgData name="Ms Alina Arshad" userId="cccdfd85-d35d-4453-9c6f-a463aae40722" providerId="ADAL" clId="{4E30FDE5-F87C-4BE6-B19D-C06044992F6A}" dt="2024-10-27T11:08:43.071" v="233" actId="478"/>
          <ac:spMkLst>
            <pc:docMk/>
            <pc:sldMk cId="132026628" sldId="318"/>
            <ac:spMk id="4" creationId="{00000000-0000-0000-0000-000000000000}"/>
          </ac:spMkLst>
        </pc:spChg>
        <pc:spChg chg="del">
          <ac:chgData name="Ms Alina Arshad" userId="cccdfd85-d35d-4453-9c6f-a463aae40722" providerId="ADAL" clId="{4E30FDE5-F87C-4BE6-B19D-C06044992F6A}" dt="2024-10-27T11:08:44.801" v="234" actId="478"/>
          <ac:spMkLst>
            <pc:docMk/>
            <pc:sldMk cId="132026628" sldId="318"/>
            <ac:spMk id="5" creationId="{00000000-0000-0000-0000-000000000000}"/>
          </ac:spMkLst>
        </pc:spChg>
      </pc:sldChg>
      <pc:sldChg chg="delSp modSp add mod">
        <pc:chgData name="Ms Alina Arshad" userId="cccdfd85-d35d-4453-9c6f-a463aae40722" providerId="ADAL" clId="{4E30FDE5-F87C-4BE6-B19D-C06044992F6A}" dt="2024-10-27T11:10:01.451" v="271" actId="1076"/>
        <pc:sldMkLst>
          <pc:docMk/>
          <pc:sldMk cId="2813642858" sldId="319"/>
        </pc:sldMkLst>
        <pc:spChg chg="mod">
          <ac:chgData name="Ms Alina Arshad" userId="cccdfd85-d35d-4453-9c6f-a463aae40722" providerId="ADAL" clId="{4E30FDE5-F87C-4BE6-B19D-C06044992F6A}" dt="2024-10-27T11:09:00.437" v="239" actId="113"/>
          <ac:spMkLst>
            <pc:docMk/>
            <pc:sldMk cId="2813642858" sldId="319"/>
            <ac:spMk id="2" creationId="{00000000-0000-0000-0000-000000000000}"/>
          </ac:spMkLst>
        </pc:spChg>
        <pc:spChg chg="mod">
          <ac:chgData name="Ms Alina Arshad" userId="cccdfd85-d35d-4453-9c6f-a463aae40722" providerId="ADAL" clId="{4E30FDE5-F87C-4BE6-B19D-C06044992F6A}" dt="2024-10-27T11:10:01.451" v="271" actId="1076"/>
          <ac:spMkLst>
            <pc:docMk/>
            <pc:sldMk cId="2813642858" sldId="319"/>
            <ac:spMk id="3" creationId="{00000000-0000-0000-0000-000000000000}"/>
          </ac:spMkLst>
        </pc:spChg>
        <pc:spChg chg="del">
          <ac:chgData name="Ms Alina Arshad" userId="cccdfd85-d35d-4453-9c6f-a463aae40722" providerId="ADAL" clId="{4E30FDE5-F87C-4BE6-B19D-C06044992F6A}" dt="2024-10-27T11:09:12.092" v="245" actId="478"/>
          <ac:spMkLst>
            <pc:docMk/>
            <pc:sldMk cId="2813642858" sldId="319"/>
            <ac:spMk id="4" creationId="{00000000-0000-0000-0000-000000000000}"/>
          </ac:spMkLst>
        </pc:spChg>
        <pc:spChg chg="del">
          <ac:chgData name="Ms Alina Arshad" userId="cccdfd85-d35d-4453-9c6f-a463aae40722" providerId="ADAL" clId="{4E30FDE5-F87C-4BE6-B19D-C06044992F6A}" dt="2024-10-27T11:09:14.249" v="246" actId="478"/>
          <ac:spMkLst>
            <pc:docMk/>
            <pc:sldMk cId="2813642858" sldId="319"/>
            <ac:spMk id="5" creationId="{00000000-0000-0000-0000-000000000000}"/>
          </ac:spMkLst>
        </pc:spChg>
      </pc:sldChg>
      <pc:sldChg chg="delSp modSp add mod">
        <pc:chgData name="Ms Alina Arshad" userId="cccdfd85-d35d-4453-9c6f-a463aae40722" providerId="ADAL" clId="{4E30FDE5-F87C-4BE6-B19D-C06044992F6A}" dt="2024-10-27T11:10:24.253" v="282" actId="478"/>
        <pc:sldMkLst>
          <pc:docMk/>
          <pc:sldMk cId="1596277137" sldId="320"/>
        </pc:sldMkLst>
        <pc:spChg chg="mod">
          <ac:chgData name="Ms Alina Arshad" userId="cccdfd85-d35d-4453-9c6f-a463aae40722" providerId="ADAL" clId="{4E30FDE5-F87C-4BE6-B19D-C06044992F6A}" dt="2024-10-27T11:10:07.009" v="273" actId="113"/>
          <ac:spMkLst>
            <pc:docMk/>
            <pc:sldMk cId="1596277137" sldId="320"/>
            <ac:spMk id="2" creationId="{00000000-0000-0000-0000-000000000000}"/>
          </ac:spMkLst>
        </pc:spChg>
        <pc:spChg chg="del mod">
          <ac:chgData name="Ms Alina Arshad" userId="cccdfd85-d35d-4453-9c6f-a463aae40722" providerId="ADAL" clId="{4E30FDE5-F87C-4BE6-B19D-C06044992F6A}" dt="2024-10-27T11:10:21.106" v="281" actId="478"/>
          <ac:spMkLst>
            <pc:docMk/>
            <pc:sldMk cId="1596277137" sldId="320"/>
            <ac:spMk id="4" creationId="{00000000-0000-0000-0000-000000000000}"/>
          </ac:spMkLst>
        </pc:spChg>
        <pc:spChg chg="del">
          <ac:chgData name="Ms Alina Arshad" userId="cccdfd85-d35d-4453-9c6f-a463aae40722" providerId="ADAL" clId="{4E30FDE5-F87C-4BE6-B19D-C06044992F6A}" dt="2024-10-27T11:10:24.253" v="282" actId="478"/>
          <ac:spMkLst>
            <pc:docMk/>
            <pc:sldMk cId="1596277137" sldId="320"/>
            <ac:spMk id="5" creationId="{00000000-0000-0000-0000-000000000000}"/>
          </ac:spMkLst>
        </pc:spChg>
        <pc:spChg chg="mod">
          <ac:chgData name="Ms Alina Arshad" userId="cccdfd85-d35d-4453-9c6f-a463aae40722" providerId="ADAL" clId="{4E30FDE5-F87C-4BE6-B19D-C06044992F6A}" dt="2024-10-27T11:10:16.371" v="277" actId="12"/>
          <ac:spMkLst>
            <pc:docMk/>
            <pc:sldMk cId="1596277137" sldId="320"/>
            <ac:spMk id="6" creationId="{00000000-0000-0000-0000-000000000000}"/>
          </ac:spMkLst>
        </pc:spChg>
      </pc:sldChg>
      <pc:sldChg chg="add">
        <pc:chgData name="Ms Alina Arshad" userId="cccdfd85-d35d-4453-9c6f-a463aae40722" providerId="ADAL" clId="{4E30FDE5-F87C-4BE6-B19D-C06044992F6A}" dt="2024-10-27T10:50:12.801" v="32"/>
        <pc:sldMkLst>
          <pc:docMk/>
          <pc:sldMk cId="3189981567" sldId="321"/>
        </pc:sldMkLst>
      </pc:sldChg>
      <pc:sldChg chg="delSp modSp add mod">
        <pc:chgData name="Ms Alina Arshad" userId="cccdfd85-d35d-4453-9c6f-a463aae40722" providerId="ADAL" clId="{4E30FDE5-F87C-4BE6-B19D-C06044992F6A}" dt="2024-10-27T11:11:05.066" v="296" actId="478"/>
        <pc:sldMkLst>
          <pc:docMk/>
          <pc:sldMk cId="1876825530" sldId="322"/>
        </pc:sldMkLst>
        <pc:spChg chg="mod">
          <ac:chgData name="Ms Alina Arshad" userId="cccdfd85-d35d-4453-9c6f-a463aae40722" providerId="ADAL" clId="{4E30FDE5-F87C-4BE6-B19D-C06044992F6A}" dt="2024-10-27T11:10:51.814" v="291" actId="113"/>
          <ac:spMkLst>
            <pc:docMk/>
            <pc:sldMk cId="1876825530" sldId="322"/>
            <ac:spMk id="2" creationId="{00000000-0000-0000-0000-000000000000}"/>
          </ac:spMkLst>
        </pc:spChg>
        <pc:spChg chg="mod">
          <ac:chgData name="Ms Alina Arshad" userId="cccdfd85-d35d-4453-9c6f-a463aae40722" providerId="ADAL" clId="{4E30FDE5-F87C-4BE6-B19D-C06044992F6A}" dt="2024-10-27T11:10:59.919" v="294" actId="403"/>
          <ac:spMkLst>
            <pc:docMk/>
            <pc:sldMk cId="1876825530" sldId="322"/>
            <ac:spMk id="3" creationId="{00000000-0000-0000-0000-000000000000}"/>
          </ac:spMkLst>
        </pc:spChg>
        <pc:spChg chg="del">
          <ac:chgData name="Ms Alina Arshad" userId="cccdfd85-d35d-4453-9c6f-a463aae40722" providerId="ADAL" clId="{4E30FDE5-F87C-4BE6-B19D-C06044992F6A}" dt="2024-10-27T11:11:02.516" v="295" actId="478"/>
          <ac:spMkLst>
            <pc:docMk/>
            <pc:sldMk cId="1876825530" sldId="322"/>
            <ac:spMk id="4" creationId="{00000000-0000-0000-0000-000000000000}"/>
          </ac:spMkLst>
        </pc:spChg>
        <pc:spChg chg="del">
          <ac:chgData name="Ms Alina Arshad" userId="cccdfd85-d35d-4453-9c6f-a463aae40722" providerId="ADAL" clId="{4E30FDE5-F87C-4BE6-B19D-C06044992F6A}" dt="2024-10-27T11:11:05.066" v="296" actId="478"/>
          <ac:spMkLst>
            <pc:docMk/>
            <pc:sldMk cId="1876825530" sldId="322"/>
            <ac:spMk id="5" creationId="{00000000-0000-0000-0000-000000000000}"/>
          </ac:spMkLst>
        </pc:spChg>
      </pc:sldChg>
      <pc:sldChg chg="addSp delSp modSp add mod modAnim">
        <pc:chgData name="Ms Alina Arshad" userId="cccdfd85-d35d-4453-9c6f-a463aae40722" providerId="ADAL" clId="{4E30FDE5-F87C-4BE6-B19D-C06044992F6A}" dt="2024-10-27T11:59:14.929" v="385"/>
        <pc:sldMkLst>
          <pc:docMk/>
          <pc:sldMk cId="610882711" sldId="324"/>
        </pc:sldMkLst>
        <pc:spChg chg="del mod">
          <ac:chgData name="Ms Alina Arshad" userId="cccdfd85-d35d-4453-9c6f-a463aae40722" providerId="ADAL" clId="{4E30FDE5-F87C-4BE6-B19D-C06044992F6A}" dt="2024-10-27T10:58:46.062" v="93" actId="478"/>
          <ac:spMkLst>
            <pc:docMk/>
            <pc:sldMk cId="610882711" sldId="324"/>
            <ac:spMk id="2" creationId="{00000000-0000-0000-0000-000000000000}"/>
          </ac:spMkLst>
        </pc:spChg>
        <pc:spChg chg="del mod">
          <ac:chgData name="Ms Alina Arshad" userId="cccdfd85-d35d-4453-9c6f-a463aae40722" providerId="ADAL" clId="{4E30FDE5-F87C-4BE6-B19D-C06044992F6A}" dt="2024-10-27T10:58:42.160" v="91" actId="478"/>
          <ac:spMkLst>
            <pc:docMk/>
            <pc:sldMk cId="610882711" sldId="324"/>
            <ac:spMk id="3" creationId="{00000000-0000-0000-0000-000000000000}"/>
          </ac:spMkLst>
        </pc:spChg>
        <pc:spChg chg="del mod">
          <ac:chgData name="Ms Alina Arshad" userId="cccdfd85-d35d-4453-9c6f-a463aae40722" providerId="ADAL" clId="{4E30FDE5-F87C-4BE6-B19D-C06044992F6A}" dt="2024-10-27T11:59:12.164" v="384" actId="478"/>
          <ac:spMkLst>
            <pc:docMk/>
            <pc:sldMk cId="610882711" sldId="324"/>
            <ac:spMk id="112642" creationId="{00000000-0000-0000-0000-000000000000}"/>
          </ac:spMkLst>
        </pc:spChg>
        <pc:spChg chg="del mod">
          <ac:chgData name="Ms Alina Arshad" userId="cccdfd85-d35d-4453-9c6f-a463aae40722" providerId="ADAL" clId="{4E30FDE5-F87C-4BE6-B19D-C06044992F6A}" dt="2024-10-27T11:59:12.164" v="384" actId="478"/>
          <ac:spMkLst>
            <pc:docMk/>
            <pc:sldMk cId="610882711" sldId="324"/>
            <ac:spMk id="112643" creationId="{00000000-0000-0000-0000-000000000000}"/>
          </ac:spMkLst>
        </pc:spChg>
        <pc:spChg chg="del mod">
          <ac:chgData name="Ms Alina Arshad" userId="cccdfd85-d35d-4453-9c6f-a463aae40722" providerId="ADAL" clId="{4E30FDE5-F87C-4BE6-B19D-C06044992F6A}" dt="2024-10-27T11:59:12.164" v="384" actId="478"/>
          <ac:spMkLst>
            <pc:docMk/>
            <pc:sldMk cId="610882711" sldId="324"/>
            <ac:spMk id="112644" creationId="{00000000-0000-0000-0000-000000000000}"/>
          </ac:spMkLst>
        </pc:spChg>
        <pc:spChg chg="del mod">
          <ac:chgData name="Ms Alina Arshad" userId="cccdfd85-d35d-4453-9c6f-a463aae40722" providerId="ADAL" clId="{4E30FDE5-F87C-4BE6-B19D-C06044992F6A}" dt="2024-10-27T11:59:12.164" v="384" actId="478"/>
          <ac:spMkLst>
            <pc:docMk/>
            <pc:sldMk cId="610882711" sldId="324"/>
            <ac:spMk id="112645" creationId="{00000000-0000-0000-0000-000000000000}"/>
          </ac:spMkLst>
        </pc:spChg>
        <pc:spChg chg="del mod">
          <ac:chgData name="Ms Alina Arshad" userId="cccdfd85-d35d-4453-9c6f-a463aae40722" providerId="ADAL" clId="{4E30FDE5-F87C-4BE6-B19D-C06044992F6A}" dt="2024-10-27T11:59:12.164" v="384" actId="478"/>
          <ac:spMkLst>
            <pc:docMk/>
            <pc:sldMk cId="610882711" sldId="324"/>
            <ac:spMk id="112646" creationId="{00000000-0000-0000-0000-000000000000}"/>
          </ac:spMkLst>
        </pc:spChg>
        <pc:spChg chg="mod">
          <ac:chgData name="Ms Alina Arshad" userId="cccdfd85-d35d-4453-9c6f-a463aae40722" providerId="ADAL" clId="{4E30FDE5-F87C-4BE6-B19D-C06044992F6A}" dt="2024-10-27T10:58:38.310" v="90" actId="1035"/>
          <ac:spMkLst>
            <pc:docMk/>
            <pc:sldMk cId="610882711" sldId="324"/>
            <ac:spMk id="112647" creationId="{00000000-0000-0000-0000-000000000000}"/>
          </ac:spMkLst>
        </pc:spChg>
        <pc:spChg chg="mod">
          <ac:chgData name="Ms Alina Arshad" userId="cccdfd85-d35d-4453-9c6f-a463aae40722" providerId="ADAL" clId="{4E30FDE5-F87C-4BE6-B19D-C06044992F6A}" dt="2024-10-27T10:58:38.310" v="90" actId="1035"/>
          <ac:spMkLst>
            <pc:docMk/>
            <pc:sldMk cId="610882711" sldId="324"/>
            <ac:spMk id="112648" creationId="{00000000-0000-0000-0000-000000000000}"/>
          </ac:spMkLst>
        </pc:spChg>
        <pc:spChg chg="mod">
          <ac:chgData name="Ms Alina Arshad" userId="cccdfd85-d35d-4453-9c6f-a463aae40722" providerId="ADAL" clId="{4E30FDE5-F87C-4BE6-B19D-C06044992F6A}" dt="2024-10-27T10:58:38.310" v="90" actId="1035"/>
          <ac:spMkLst>
            <pc:docMk/>
            <pc:sldMk cId="610882711" sldId="324"/>
            <ac:spMk id="112649" creationId="{00000000-0000-0000-0000-000000000000}"/>
          </ac:spMkLst>
        </pc:spChg>
        <pc:spChg chg="mod">
          <ac:chgData name="Ms Alina Arshad" userId="cccdfd85-d35d-4453-9c6f-a463aae40722" providerId="ADAL" clId="{4E30FDE5-F87C-4BE6-B19D-C06044992F6A}" dt="2024-10-27T10:58:38.310" v="90" actId="1035"/>
          <ac:spMkLst>
            <pc:docMk/>
            <pc:sldMk cId="610882711" sldId="324"/>
            <ac:spMk id="112650" creationId="{00000000-0000-0000-0000-000000000000}"/>
          </ac:spMkLst>
        </pc:spChg>
        <pc:spChg chg="mod">
          <ac:chgData name="Ms Alina Arshad" userId="cccdfd85-d35d-4453-9c6f-a463aae40722" providerId="ADAL" clId="{4E30FDE5-F87C-4BE6-B19D-C06044992F6A}" dt="2024-10-27T10:58:38.310" v="90" actId="1035"/>
          <ac:spMkLst>
            <pc:docMk/>
            <pc:sldMk cId="610882711" sldId="324"/>
            <ac:spMk id="112651" creationId="{00000000-0000-0000-0000-000000000000}"/>
          </ac:spMkLst>
        </pc:spChg>
        <pc:spChg chg="mod">
          <ac:chgData name="Ms Alina Arshad" userId="cccdfd85-d35d-4453-9c6f-a463aae40722" providerId="ADAL" clId="{4E30FDE5-F87C-4BE6-B19D-C06044992F6A}" dt="2024-10-27T10:58:38.310" v="90" actId="1035"/>
          <ac:spMkLst>
            <pc:docMk/>
            <pc:sldMk cId="610882711" sldId="324"/>
            <ac:spMk id="112652" creationId="{00000000-0000-0000-0000-000000000000}"/>
          </ac:spMkLst>
        </pc:spChg>
        <pc:spChg chg="mod">
          <ac:chgData name="Ms Alina Arshad" userId="cccdfd85-d35d-4453-9c6f-a463aae40722" providerId="ADAL" clId="{4E30FDE5-F87C-4BE6-B19D-C06044992F6A}" dt="2024-10-27T10:58:38.310" v="90" actId="1035"/>
          <ac:spMkLst>
            <pc:docMk/>
            <pc:sldMk cId="610882711" sldId="324"/>
            <ac:spMk id="112653" creationId="{00000000-0000-0000-0000-000000000000}"/>
          </ac:spMkLst>
        </pc:spChg>
        <pc:spChg chg="del mod">
          <ac:chgData name="Ms Alina Arshad" userId="cccdfd85-d35d-4453-9c6f-a463aae40722" providerId="ADAL" clId="{4E30FDE5-F87C-4BE6-B19D-C06044992F6A}" dt="2024-10-27T11:59:12.164" v="384" actId="478"/>
          <ac:spMkLst>
            <pc:docMk/>
            <pc:sldMk cId="610882711" sldId="324"/>
            <ac:spMk id="112654" creationId="{00000000-0000-0000-0000-000000000000}"/>
          </ac:spMkLst>
        </pc:spChg>
        <pc:spChg chg="del mod">
          <ac:chgData name="Ms Alina Arshad" userId="cccdfd85-d35d-4453-9c6f-a463aae40722" providerId="ADAL" clId="{4E30FDE5-F87C-4BE6-B19D-C06044992F6A}" dt="2024-10-27T11:59:12.164" v="384" actId="478"/>
          <ac:spMkLst>
            <pc:docMk/>
            <pc:sldMk cId="610882711" sldId="324"/>
            <ac:spMk id="112655" creationId="{00000000-0000-0000-0000-000000000000}"/>
          </ac:spMkLst>
        </pc:spChg>
        <pc:spChg chg="del mod">
          <ac:chgData name="Ms Alina Arshad" userId="cccdfd85-d35d-4453-9c6f-a463aae40722" providerId="ADAL" clId="{4E30FDE5-F87C-4BE6-B19D-C06044992F6A}" dt="2024-10-27T11:59:12.164" v="384" actId="478"/>
          <ac:spMkLst>
            <pc:docMk/>
            <pc:sldMk cId="610882711" sldId="324"/>
            <ac:spMk id="112656" creationId="{00000000-0000-0000-0000-000000000000}"/>
          </ac:spMkLst>
        </pc:spChg>
        <pc:spChg chg="del mod">
          <ac:chgData name="Ms Alina Arshad" userId="cccdfd85-d35d-4453-9c6f-a463aae40722" providerId="ADAL" clId="{4E30FDE5-F87C-4BE6-B19D-C06044992F6A}" dt="2024-10-27T11:59:12.164" v="384" actId="478"/>
          <ac:spMkLst>
            <pc:docMk/>
            <pc:sldMk cId="610882711" sldId="324"/>
            <ac:spMk id="112659" creationId="{00000000-0000-0000-0000-000000000000}"/>
          </ac:spMkLst>
        </pc:spChg>
        <pc:spChg chg="del mod">
          <ac:chgData name="Ms Alina Arshad" userId="cccdfd85-d35d-4453-9c6f-a463aae40722" providerId="ADAL" clId="{4E30FDE5-F87C-4BE6-B19D-C06044992F6A}" dt="2024-10-27T11:59:12.164" v="384" actId="478"/>
          <ac:spMkLst>
            <pc:docMk/>
            <pc:sldMk cId="610882711" sldId="324"/>
            <ac:spMk id="112660" creationId="{00000000-0000-0000-0000-000000000000}"/>
          </ac:spMkLst>
        </pc:spChg>
        <pc:spChg chg="mod">
          <ac:chgData name="Ms Alina Arshad" userId="cccdfd85-d35d-4453-9c6f-a463aae40722" providerId="ADAL" clId="{4E30FDE5-F87C-4BE6-B19D-C06044992F6A}" dt="2024-10-27T10:58:38.310" v="90" actId="1035"/>
          <ac:spMkLst>
            <pc:docMk/>
            <pc:sldMk cId="610882711" sldId="324"/>
            <ac:spMk id="112661" creationId="{00000000-0000-0000-0000-000000000000}"/>
          </ac:spMkLst>
        </pc:spChg>
        <pc:spChg chg="mod">
          <ac:chgData name="Ms Alina Arshad" userId="cccdfd85-d35d-4453-9c6f-a463aae40722" providerId="ADAL" clId="{4E30FDE5-F87C-4BE6-B19D-C06044992F6A}" dt="2024-10-27T10:58:38.310" v="90" actId="1035"/>
          <ac:spMkLst>
            <pc:docMk/>
            <pc:sldMk cId="610882711" sldId="324"/>
            <ac:spMk id="112662" creationId="{00000000-0000-0000-0000-000000000000}"/>
          </ac:spMkLst>
        </pc:spChg>
        <pc:spChg chg="mod">
          <ac:chgData name="Ms Alina Arshad" userId="cccdfd85-d35d-4453-9c6f-a463aae40722" providerId="ADAL" clId="{4E30FDE5-F87C-4BE6-B19D-C06044992F6A}" dt="2024-10-27T10:58:38.310" v="90" actId="1035"/>
          <ac:spMkLst>
            <pc:docMk/>
            <pc:sldMk cId="610882711" sldId="324"/>
            <ac:spMk id="112663" creationId="{00000000-0000-0000-0000-000000000000}"/>
          </ac:spMkLst>
        </pc:spChg>
        <pc:spChg chg="mod">
          <ac:chgData name="Ms Alina Arshad" userId="cccdfd85-d35d-4453-9c6f-a463aae40722" providerId="ADAL" clId="{4E30FDE5-F87C-4BE6-B19D-C06044992F6A}" dt="2024-10-27T10:58:38.310" v="90" actId="1035"/>
          <ac:spMkLst>
            <pc:docMk/>
            <pc:sldMk cId="610882711" sldId="324"/>
            <ac:spMk id="112664" creationId="{00000000-0000-0000-0000-000000000000}"/>
          </ac:spMkLst>
        </pc:spChg>
        <pc:spChg chg="mod">
          <ac:chgData name="Ms Alina Arshad" userId="cccdfd85-d35d-4453-9c6f-a463aae40722" providerId="ADAL" clId="{4E30FDE5-F87C-4BE6-B19D-C06044992F6A}" dt="2024-10-27T10:58:38.310" v="90" actId="1035"/>
          <ac:spMkLst>
            <pc:docMk/>
            <pc:sldMk cId="610882711" sldId="324"/>
            <ac:spMk id="112665" creationId="{00000000-0000-0000-0000-000000000000}"/>
          </ac:spMkLst>
        </pc:spChg>
        <pc:spChg chg="del mod">
          <ac:chgData name="Ms Alina Arshad" userId="cccdfd85-d35d-4453-9c6f-a463aae40722" providerId="ADAL" clId="{4E30FDE5-F87C-4BE6-B19D-C06044992F6A}" dt="2024-10-27T11:59:12.164" v="384" actId="478"/>
          <ac:spMkLst>
            <pc:docMk/>
            <pc:sldMk cId="610882711" sldId="324"/>
            <ac:spMk id="112666" creationId="{00000000-0000-0000-0000-000000000000}"/>
          </ac:spMkLst>
        </pc:spChg>
        <pc:spChg chg="mod">
          <ac:chgData name="Ms Alina Arshad" userId="cccdfd85-d35d-4453-9c6f-a463aae40722" providerId="ADAL" clId="{4E30FDE5-F87C-4BE6-B19D-C06044992F6A}" dt="2024-10-27T10:58:38.310" v="90" actId="1035"/>
          <ac:spMkLst>
            <pc:docMk/>
            <pc:sldMk cId="610882711" sldId="324"/>
            <ac:spMk id="112667" creationId="{00000000-0000-0000-0000-000000000000}"/>
          </ac:spMkLst>
        </pc:spChg>
        <pc:spChg chg="mod">
          <ac:chgData name="Ms Alina Arshad" userId="cccdfd85-d35d-4453-9c6f-a463aae40722" providerId="ADAL" clId="{4E30FDE5-F87C-4BE6-B19D-C06044992F6A}" dt="2024-10-27T10:58:38.310" v="90" actId="1035"/>
          <ac:spMkLst>
            <pc:docMk/>
            <pc:sldMk cId="610882711" sldId="324"/>
            <ac:spMk id="112668" creationId="{00000000-0000-0000-0000-000000000000}"/>
          </ac:spMkLst>
        </pc:spChg>
        <pc:spChg chg="mod">
          <ac:chgData name="Ms Alina Arshad" userId="cccdfd85-d35d-4453-9c6f-a463aae40722" providerId="ADAL" clId="{4E30FDE5-F87C-4BE6-B19D-C06044992F6A}" dt="2024-10-27T10:58:38.310" v="90" actId="1035"/>
          <ac:spMkLst>
            <pc:docMk/>
            <pc:sldMk cId="610882711" sldId="324"/>
            <ac:spMk id="112669" creationId="{00000000-0000-0000-0000-000000000000}"/>
          </ac:spMkLst>
        </pc:spChg>
        <pc:spChg chg="del mod">
          <ac:chgData name="Ms Alina Arshad" userId="cccdfd85-d35d-4453-9c6f-a463aae40722" providerId="ADAL" clId="{4E30FDE5-F87C-4BE6-B19D-C06044992F6A}" dt="2024-10-27T11:59:09.672" v="383" actId="478"/>
          <ac:spMkLst>
            <pc:docMk/>
            <pc:sldMk cId="610882711" sldId="324"/>
            <ac:spMk id="112681" creationId="{00000000-0000-0000-0000-000000000000}"/>
          </ac:spMkLst>
        </pc:spChg>
        <pc:grpChg chg="del mod">
          <ac:chgData name="Ms Alina Arshad" userId="cccdfd85-d35d-4453-9c6f-a463aae40722" providerId="ADAL" clId="{4E30FDE5-F87C-4BE6-B19D-C06044992F6A}" dt="2024-10-27T11:59:12.164" v="384" actId="478"/>
          <ac:grpSpMkLst>
            <pc:docMk/>
            <pc:sldMk cId="610882711" sldId="324"/>
            <ac:grpSpMk id="4" creationId="{00000000-0000-0000-0000-000000000000}"/>
          </ac:grpSpMkLst>
        </pc:grpChg>
        <pc:picChg chg="add">
          <ac:chgData name="Ms Alina Arshad" userId="cccdfd85-d35d-4453-9c6f-a463aae40722" providerId="ADAL" clId="{4E30FDE5-F87C-4BE6-B19D-C06044992F6A}" dt="2024-10-27T11:59:14.929" v="385"/>
          <ac:picMkLst>
            <pc:docMk/>
            <pc:sldMk cId="610882711" sldId="324"/>
            <ac:picMk id="2050" creationId="{D8CEDD1A-FA10-928D-5B2D-E370F3197AF7}"/>
          </ac:picMkLst>
        </pc:picChg>
      </pc:sldChg>
      <pc:sldChg chg="delSp modSp add mod">
        <pc:chgData name="Ms Alina Arshad" userId="cccdfd85-d35d-4453-9c6f-a463aae40722" providerId="ADAL" clId="{4E30FDE5-F87C-4BE6-B19D-C06044992F6A}" dt="2024-10-27T11:03:24.567" v="151" actId="478"/>
        <pc:sldMkLst>
          <pc:docMk/>
          <pc:sldMk cId="4218095002" sldId="325"/>
        </pc:sldMkLst>
        <pc:spChg chg="del">
          <ac:chgData name="Ms Alina Arshad" userId="cccdfd85-d35d-4453-9c6f-a463aae40722" providerId="ADAL" clId="{4E30FDE5-F87C-4BE6-B19D-C06044992F6A}" dt="2024-10-27T11:03:22.768" v="150" actId="478"/>
          <ac:spMkLst>
            <pc:docMk/>
            <pc:sldMk cId="4218095002" sldId="325"/>
            <ac:spMk id="2" creationId="{00000000-0000-0000-0000-000000000000}"/>
          </ac:spMkLst>
        </pc:spChg>
        <pc:spChg chg="del">
          <ac:chgData name="Ms Alina Arshad" userId="cccdfd85-d35d-4453-9c6f-a463aae40722" providerId="ADAL" clId="{4E30FDE5-F87C-4BE6-B19D-C06044992F6A}" dt="2024-10-27T11:03:24.567" v="151" actId="478"/>
          <ac:spMkLst>
            <pc:docMk/>
            <pc:sldMk cId="4218095002" sldId="325"/>
            <ac:spMk id="3" creationId="{00000000-0000-0000-0000-000000000000}"/>
          </ac:spMkLst>
        </pc:spChg>
        <pc:spChg chg="mod">
          <ac:chgData name="Ms Alina Arshad" userId="cccdfd85-d35d-4453-9c6f-a463aae40722" providerId="ADAL" clId="{4E30FDE5-F87C-4BE6-B19D-C06044992F6A}" dt="2024-10-27T11:03:06.718" v="143" actId="113"/>
          <ac:spMkLst>
            <pc:docMk/>
            <pc:sldMk cId="4218095002" sldId="325"/>
            <ac:spMk id="22530" creationId="{00000000-0000-0000-0000-000000000000}"/>
          </ac:spMkLst>
        </pc:spChg>
        <pc:spChg chg="mod">
          <ac:chgData name="Ms Alina Arshad" userId="cccdfd85-d35d-4453-9c6f-a463aae40722" providerId="ADAL" clId="{4E30FDE5-F87C-4BE6-B19D-C06044992F6A}" dt="2024-10-27T11:03:20.797" v="149" actId="1076"/>
          <ac:spMkLst>
            <pc:docMk/>
            <pc:sldMk cId="4218095002" sldId="325"/>
            <ac:spMk id="22531" creationId="{00000000-0000-0000-0000-000000000000}"/>
          </ac:spMkLst>
        </pc:spChg>
      </pc:sldChg>
      <pc:sldChg chg="delSp modSp add mod">
        <pc:chgData name="Ms Alina Arshad" userId="cccdfd85-d35d-4453-9c6f-a463aae40722" providerId="ADAL" clId="{4E30FDE5-F87C-4BE6-B19D-C06044992F6A}" dt="2024-10-27T11:03:59.955" v="158" actId="478"/>
        <pc:sldMkLst>
          <pc:docMk/>
          <pc:sldMk cId="1572756851" sldId="326"/>
        </pc:sldMkLst>
        <pc:spChg chg="del">
          <ac:chgData name="Ms Alina Arshad" userId="cccdfd85-d35d-4453-9c6f-a463aae40722" providerId="ADAL" clId="{4E30FDE5-F87C-4BE6-B19D-C06044992F6A}" dt="2024-10-27T11:03:56.900" v="157" actId="478"/>
          <ac:spMkLst>
            <pc:docMk/>
            <pc:sldMk cId="1572756851" sldId="326"/>
            <ac:spMk id="2" creationId="{00000000-0000-0000-0000-000000000000}"/>
          </ac:spMkLst>
        </pc:spChg>
        <pc:spChg chg="del">
          <ac:chgData name="Ms Alina Arshad" userId="cccdfd85-d35d-4453-9c6f-a463aae40722" providerId="ADAL" clId="{4E30FDE5-F87C-4BE6-B19D-C06044992F6A}" dt="2024-10-27T11:03:59.955" v="158" actId="478"/>
          <ac:spMkLst>
            <pc:docMk/>
            <pc:sldMk cId="1572756851" sldId="326"/>
            <ac:spMk id="3" creationId="{00000000-0000-0000-0000-000000000000}"/>
          </ac:spMkLst>
        </pc:spChg>
        <pc:spChg chg="mod">
          <ac:chgData name="Ms Alina Arshad" userId="cccdfd85-d35d-4453-9c6f-a463aae40722" providerId="ADAL" clId="{4E30FDE5-F87C-4BE6-B19D-C06044992F6A}" dt="2024-10-27T11:03:34.674" v="154" actId="113"/>
          <ac:spMkLst>
            <pc:docMk/>
            <pc:sldMk cId="1572756851" sldId="326"/>
            <ac:spMk id="23554" creationId="{00000000-0000-0000-0000-000000000000}"/>
          </ac:spMkLst>
        </pc:spChg>
        <pc:spChg chg="mod">
          <ac:chgData name="Ms Alina Arshad" userId="cccdfd85-d35d-4453-9c6f-a463aae40722" providerId="ADAL" clId="{4E30FDE5-F87C-4BE6-B19D-C06044992F6A}" dt="2024-10-27T11:03:54.647" v="156" actId="403"/>
          <ac:spMkLst>
            <pc:docMk/>
            <pc:sldMk cId="1572756851" sldId="326"/>
            <ac:spMk id="23555" creationId="{00000000-0000-0000-0000-000000000000}"/>
          </ac:spMkLst>
        </pc:spChg>
      </pc:sldChg>
      <pc:sldChg chg="delSp modSp add mod">
        <pc:chgData name="Ms Alina Arshad" userId="cccdfd85-d35d-4453-9c6f-a463aae40722" providerId="ADAL" clId="{4E30FDE5-F87C-4BE6-B19D-C06044992F6A}" dt="2024-10-27T12:29:27.778" v="523" actId="1076"/>
        <pc:sldMkLst>
          <pc:docMk/>
          <pc:sldMk cId="277250966" sldId="327"/>
        </pc:sldMkLst>
        <pc:spChg chg="del">
          <ac:chgData name="Ms Alina Arshad" userId="cccdfd85-d35d-4453-9c6f-a463aae40722" providerId="ADAL" clId="{4E30FDE5-F87C-4BE6-B19D-C06044992F6A}" dt="2024-10-27T11:04:36.750" v="165" actId="478"/>
          <ac:spMkLst>
            <pc:docMk/>
            <pc:sldMk cId="277250966" sldId="327"/>
            <ac:spMk id="4" creationId="{00000000-0000-0000-0000-000000000000}"/>
          </ac:spMkLst>
        </pc:spChg>
        <pc:spChg chg="del">
          <ac:chgData name="Ms Alina Arshad" userId="cccdfd85-d35d-4453-9c6f-a463aae40722" providerId="ADAL" clId="{4E30FDE5-F87C-4BE6-B19D-C06044992F6A}" dt="2024-10-27T11:04:38.917" v="166" actId="478"/>
          <ac:spMkLst>
            <pc:docMk/>
            <pc:sldMk cId="277250966" sldId="327"/>
            <ac:spMk id="5" creationId="{00000000-0000-0000-0000-000000000000}"/>
          </ac:spMkLst>
        </pc:spChg>
        <pc:spChg chg="mod">
          <ac:chgData name="Ms Alina Arshad" userId="cccdfd85-d35d-4453-9c6f-a463aae40722" providerId="ADAL" clId="{4E30FDE5-F87C-4BE6-B19D-C06044992F6A}" dt="2024-10-27T12:29:27.778" v="523" actId="1076"/>
          <ac:spMkLst>
            <pc:docMk/>
            <pc:sldMk cId="277250966" sldId="327"/>
            <ac:spMk id="6145" creationId="{00000000-0000-0000-0000-000000000000}"/>
          </ac:spMkLst>
        </pc:spChg>
        <pc:spChg chg="mod">
          <ac:chgData name="Ms Alina Arshad" userId="cccdfd85-d35d-4453-9c6f-a463aae40722" providerId="ADAL" clId="{4E30FDE5-F87C-4BE6-B19D-C06044992F6A}" dt="2024-10-27T11:04:34.187" v="164" actId="12"/>
          <ac:spMkLst>
            <pc:docMk/>
            <pc:sldMk cId="277250966" sldId="327"/>
            <ac:spMk id="6146" creationId="{00000000-0000-0000-0000-000000000000}"/>
          </ac:spMkLst>
        </pc:spChg>
      </pc:sldChg>
      <pc:sldChg chg="modSp add mod">
        <pc:chgData name="Ms Alina Arshad" userId="cccdfd85-d35d-4453-9c6f-a463aae40722" providerId="ADAL" clId="{4E30FDE5-F87C-4BE6-B19D-C06044992F6A}" dt="2024-10-27T11:04:59.728" v="172" actId="1076"/>
        <pc:sldMkLst>
          <pc:docMk/>
          <pc:sldMk cId="1348660571" sldId="328"/>
        </pc:sldMkLst>
        <pc:spChg chg="mod">
          <ac:chgData name="Ms Alina Arshad" userId="cccdfd85-d35d-4453-9c6f-a463aae40722" providerId="ADAL" clId="{4E30FDE5-F87C-4BE6-B19D-C06044992F6A}" dt="2024-10-27T11:04:49.834" v="169" actId="1076"/>
          <ac:spMkLst>
            <pc:docMk/>
            <pc:sldMk cId="1348660571" sldId="328"/>
            <ac:spMk id="7169" creationId="{00000000-0000-0000-0000-000000000000}"/>
          </ac:spMkLst>
        </pc:spChg>
        <pc:picChg chg="mod">
          <ac:chgData name="Ms Alina Arshad" userId="cccdfd85-d35d-4453-9c6f-a463aae40722" providerId="ADAL" clId="{4E30FDE5-F87C-4BE6-B19D-C06044992F6A}" dt="2024-10-27T11:04:59.728" v="172" actId="1076"/>
          <ac:picMkLst>
            <pc:docMk/>
            <pc:sldMk cId="1348660571" sldId="328"/>
            <ac:picMk id="7170" creationId="{00000000-0000-0000-0000-000000000000}"/>
          </ac:picMkLst>
        </pc:picChg>
      </pc:sldChg>
      <pc:sldChg chg="delSp modSp add mod">
        <pc:chgData name="Ms Alina Arshad" userId="cccdfd85-d35d-4453-9c6f-a463aae40722" providerId="ADAL" clId="{4E30FDE5-F87C-4BE6-B19D-C06044992F6A}" dt="2024-10-27T11:06:01.550" v="189" actId="1076"/>
        <pc:sldMkLst>
          <pc:docMk/>
          <pc:sldMk cId="1755328175" sldId="329"/>
        </pc:sldMkLst>
        <pc:spChg chg="del">
          <ac:chgData name="Ms Alina Arshad" userId="cccdfd85-d35d-4453-9c6f-a463aae40722" providerId="ADAL" clId="{4E30FDE5-F87C-4BE6-B19D-C06044992F6A}" dt="2024-10-27T11:05:54.157" v="187" actId="478"/>
          <ac:spMkLst>
            <pc:docMk/>
            <pc:sldMk cId="1755328175" sldId="329"/>
            <ac:spMk id="4" creationId="{00000000-0000-0000-0000-000000000000}"/>
          </ac:spMkLst>
        </pc:spChg>
        <pc:spChg chg="del">
          <ac:chgData name="Ms Alina Arshad" userId="cccdfd85-d35d-4453-9c6f-a463aae40722" providerId="ADAL" clId="{4E30FDE5-F87C-4BE6-B19D-C06044992F6A}" dt="2024-10-27T11:05:56.181" v="188" actId="478"/>
          <ac:spMkLst>
            <pc:docMk/>
            <pc:sldMk cId="1755328175" sldId="329"/>
            <ac:spMk id="5" creationId="{00000000-0000-0000-0000-000000000000}"/>
          </ac:spMkLst>
        </pc:spChg>
        <pc:spChg chg="mod">
          <ac:chgData name="Ms Alina Arshad" userId="cccdfd85-d35d-4453-9c6f-a463aae40722" providerId="ADAL" clId="{4E30FDE5-F87C-4BE6-B19D-C06044992F6A}" dt="2024-10-27T11:05:11.438" v="176" actId="1076"/>
          <ac:spMkLst>
            <pc:docMk/>
            <pc:sldMk cId="1755328175" sldId="329"/>
            <ac:spMk id="8193" creationId="{00000000-0000-0000-0000-000000000000}"/>
          </ac:spMkLst>
        </pc:spChg>
        <pc:spChg chg="mod">
          <ac:chgData name="Ms Alina Arshad" userId="cccdfd85-d35d-4453-9c6f-a463aae40722" providerId="ADAL" clId="{4E30FDE5-F87C-4BE6-B19D-C06044992F6A}" dt="2024-10-27T11:06:01.550" v="189" actId="1076"/>
          <ac:spMkLst>
            <pc:docMk/>
            <pc:sldMk cId="1755328175" sldId="329"/>
            <ac:spMk id="8194" creationId="{00000000-0000-0000-0000-000000000000}"/>
          </ac:spMkLst>
        </pc:spChg>
      </pc:sldChg>
      <pc:sldChg chg="del">
        <pc:chgData name="Ms Alina Arshad" userId="cccdfd85-d35d-4453-9c6f-a463aae40722" providerId="ADAL" clId="{4E30FDE5-F87C-4BE6-B19D-C06044992F6A}" dt="2024-10-27T10:49:50.108" v="23" actId="47"/>
        <pc:sldMkLst>
          <pc:docMk/>
          <pc:sldMk cId="364105119" sldId="330"/>
        </pc:sldMkLst>
      </pc:sldChg>
      <pc:sldChg chg="modSp add del mod">
        <pc:chgData name="Ms Alina Arshad" userId="cccdfd85-d35d-4453-9c6f-a463aae40722" providerId="ADAL" clId="{4E30FDE5-F87C-4BE6-B19D-C06044992F6A}" dt="2024-10-27T11:06:26.205" v="192" actId="47"/>
        <pc:sldMkLst>
          <pc:docMk/>
          <pc:sldMk cId="2158756083" sldId="330"/>
        </pc:sldMkLst>
        <pc:spChg chg="mod">
          <ac:chgData name="Ms Alina Arshad" userId="cccdfd85-d35d-4453-9c6f-a463aae40722" providerId="ADAL" clId="{4E30FDE5-F87C-4BE6-B19D-C06044992F6A}" dt="2024-10-27T11:06:10.753" v="191" actId="113"/>
          <ac:spMkLst>
            <pc:docMk/>
            <pc:sldMk cId="2158756083" sldId="330"/>
            <ac:spMk id="9217" creationId="{00000000-0000-0000-0000-000000000000}"/>
          </ac:spMkLst>
        </pc:spChg>
      </pc:sldChg>
      <pc:sldChg chg="del">
        <pc:chgData name="Ms Alina Arshad" userId="cccdfd85-d35d-4453-9c6f-a463aae40722" providerId="ADAL" clId="{4E30FDE5-F87C-4BE6-B19D-C06044992F6A}" dt="2024-10-27T10:49:50.559" v="24" actId="47"/>
        <pc:sldMkLst>
          <pc:docMk/>
          <pc:sldMk cId="3507957172" sldId="331"/>
        </pc:sldMkLst>
      </pc:sldChg>
      <pc:sldChg chg="add del">
        <pc:chgData name="Ms Alina Arshad" userId="cccdfd85-d35d-4453-9c6f-a463aae40722" providerId="ADAL" clId="{4E30FDE5-F87C-4BE6-B19D-C06044992F6A}" dt="2024-10-27T11:06:27.132" v="193" actId="47"/>
        <pc:sldMkLst>
          <pc:docMk/>
          <pc:sldMk cId="3890045429" sldId="331"/>
        </pc:sldMkLst>
      </pc:sldChg>
      <pc:sldChg chg="del">
        <pc:chgData name="Ms Alina Arshad" userId="cccdfd85-d35d-4453-9c6f-a463aae40722" providerId="ADAL" clId="{4E30FDE5-F87C-4BE6-B19D-C06044992F6A}" dt="2024-10-27T10:49:50.938" v="25" actId="47"/>
        <pc:sldMkLst>
          <pc:docMk/>
          <pc:sldMk cId="2370268370" sldId="332"/>
        </pc:sldMkLst>
      </pc:sldChg>
      <pc:sldChg chg="delSp modSp add mod">
        <pc:chgData name="Ms Alina Arshad" userId="cccdfd85-d35d-4453-9c6f-a463aae40722" providerId="ADAL" clId="{4E30FDE5-F87C-4BE6-B19D-C06044992F6A}" dt="2024-10-27T11:07:17.470" v="207" actId="478"/>
        <pc:sldMkLst>
          <pc:docMk/>
          <pc:sldMk cId="3368880801" sldId="332"/>
        </pc:sldMkLst>
        <pc:spChg chg="del mod">
          <ac:chgData name="Ms Alina Arshad" userId="cccdfd85-d35d-4453-9c6f-a463aae40722" providerId="ADAL" clId="{4E30FDE5-F87C-4BE6-B19D-C06044992F6A}" dt="2024-10-27T11:07:15.865" v="206" actId="478"/>
          <ac:spMkLst>
            <pc:docMk/>
            <pc:sldMk cId="3368880801" sldId="332"/>
            <ac:spMk id="4" creationId="{00000000-0000-0000-0000-000000000000}"/>
          </ac:spMkLst>
        </pc:spChg>
        <pc:spChg chg="del">
          <ac:chgData name="Ms Alina Arshad" userId="cccdfd85-d35d-4453-9c6f-a463aae40722" providerId="ADAL" clId="{4E30FDE5-F87C-4BE6-B19D-C06044992F6A}" dt="2024-10-27T11:07:17.470" v="207" actId="478"/>
          <ac:spMkLst>
            <pc:docMk/>
            <pc:sldMk cId="3368880801" sldId="332"/>
            <ac:spMk id="5" creationId="{00000000-0000-0000-0000-000000000000}"/>
          </ac:spMkLst>
        </pc:spChg>
        <pc:spChg chg="mod">
          <ac:chgData name="Ms Alina Arshad" userId="cccdfd85-d35d-4453-9c6f-a463aae40722" providerId="ADAL" clId="{4E30FDE5-F87C-4BE6-B19D-C06044992F6A}" dt="2024-10-27T11:06:41.814" v="197" actId="1076"/>
          <ac:spMkLst>
            <pc:docMk/>
            <pc:sldMk cId="3368880801" sldId="332"/>
            <ac:spMk id="11265" creationId="{00000000-0000-0000-0000-000000000000}"/>
          </ac:spMkLst>
        </pc:spChg>
        <pc:spChg chg="mod">
          <ac:chgData name="Ms Alina Arshad" userId="cccdfd85-d35d-4453-9c6f-a463aae40722" providerId="ADAL" clId="{4E30FDE5-F87C-4BE6-B19D-C06044992F6A}" dt="2024-10-27T11:07:11.174" v="203" actId="403"/>
          <ac:spMkLst>
            <pc:docMk/>
            <pc:sldMk cId="3368880801" sldId="332"/>
            <ac:spMk id="11266" creationId="{00000000-0000-0000-0000-000000000000}"/>
          </ac:spMkLst>
        </pc:spChg>
      </pc:sldChg>
      <pc:sldChg chg="delSp modSp add mod ord">
        <pc:chgData name="Ms Alina Arshad" userId="cccdfd85-d35d-4453-9c6f-a463aae40722" providerId="ADAL" clId="{4E30FDE5-F87C-4BE6-B19D-C06044992F6A}" dt="2024-10-28T14:15:53.498" v="690"/>
        <pc:sldMkLst>
          <pc:docMk/>
          <pc:sldMk cId="1140280616" sldId="333"/>
        </pc:sldMkLst>
        <pc:spChg chg="del">
          <ac:chgData name="Ms Alina Arshad" userId="cccdfd85-d35d-4453-9c6f-a463aae40722" providerId="ADAL" clId="{4E30FDE5-F87C-4BE6-B19D-C06044992F6A}" dt="2024-10-27T11:07:51.300" v="221" actId="478"/>
          <ac:spMkLst>
            <pc:docMk/>
            <pc:sldMk cId="1140280616" sldId="333"/>
            <ac:spMk id="5" creationId="{00000000-0000-0000-0000-000000000000}"/>
          </ac:spMkLst>
        </pc:spChg>
        <pc:spChg chg="del mod">
          <ac:chgData name="Ms Alina Arshad" userId="cccdfd85-d35d-4453-9c6f-a463aae40722" providerId="ADAL" clId="{4E30FDE5-F87C-4BE6-B19D-C06044992F6A}" dt="2024-10-27T11:07:54.763" v="223" actId="478"/>
          <ac:spMkLst>
            <pc:docMk/>
            <pc:sldMk cId="1140280616" sldId="333"/>
            <ac:spMk id="6" creationId="{00000000-0000-0000-0000-000000000000}"/>
          </ac:spMkLst>
        </pc:spChg>
        <pc:spChg chg="mod">
          <ac:chgData name="Ms Alina Arshad" userId="cccdfd85-d35d-4453-9c6f-a463aae40722" providerId="ADAL" clId="{4E30FDE5-F87C-4BE6-B19D-C06044992F6A}" dt="2024-10-27T11:07:27.148" v="210" actId="113"/>
          <ac:spMkLst>
            <pc:docMk/>
            <pc:sldMk cId="1140280616" sldId="333"/>
            <ac:spMk id="12289" creationId="{00000000-0000-0000-0000-000000000000}"/>
          </ac:spMkLst>
        </pc:spChg>
        <pc:spChg chg="mod">
          <ac:chgData name="Ms Alina Arshad" userId="cccdfd85-d35d-4453-9c6f-a463aae40722" providerId="ADAL" clId="{4E30FDE5-F87C-4BE6-B19D-C06044992F6A}" dt="2024-10-27T11:07:42.871" v="219" actId="1076"/>
          <ac:spMkLst>
            <pc:docMk/>
            <pc:sldMk cId="1140280616" sldId="333"/>
            <ac:spMk id="12290" creationId="{00000000-0000-0000-0000-000000000000}"/>
          </ac:spMkLst>
        </pc:spChg>
        <pc:picChg chg="mod">
          <ac:chgData name="Ms Alina Arshad" userId="cccdfd85-d35d-4453-9c6f-a463aae40722" providerId="ADAL" clId="{4E30FDE5-F87C-4BE6-B19D-C06044992F6A}" dt="2024-10-27T11:07:45.842" v="220" actId="1076"/>
          <ac:picMkLst>
            <pc:docMk/>
            <pc:sldMk cId="1140280616" sldId="333"/>
            <ac:picMk id="12291" creationId="{00000000-0000-0000-0000-000000000000}"/>
          </ac:picMkLst>
        </pc:picChg>
      </pc:sldChg>
      <pc:sldChg chg="del">
        <pc:chgData name="Ms Alina Arshad" userId="cccdfd85-d35d-4453-9c6f-a463aae40722" providerId="ADAL" clId="{4E30FDE5-F87C-4BE6-B19D-C06044992F6A}" dt="2024-10-27T10:49:51.306" v="26" actId="47"/>
        <pc:sldMkLst>
          <pc:docMk/>
          <pc:sldMk cId="4266472454" sldId="333"/>
        </pc:sldMkLst>
      </pc:sldChg>
      <pc:sldChg chg="addSp delSp modSp add del mod">
        <pc:chgData name="Ms Alina Arshad" userId="cccdfd85-d35d-4453-9c6f-a463aae40722" providerId="ADAL" clId="{4E30FDE5-F87C-4BE6-B19D-C06044992F6A}" dt="2024-10-27T12:14:40.531" v="503" actId="47"/>
        <pc:sldMkLst>
          <pc:docMk/>
          <pc:sldMk cId="3796511373" sldId="334"/>
        </pc:sldMkLst>
        <pc:spChg chg="mod">
          <ac:chgData name="Ms Alina Arshad" userId="cccdfd85-d35d-4453-9c6f-a463aae40722" providerId="ADAL" clId="{4E30FDE5-F87C-4BE6-B19D-C06044992F6A}" dt="2024-10-27T11:00:23.448" v="112" actId="113"/>
          <ac:spMkLst>
            <pc:docMk/>
            <pc:sldMk cId="3796511373" sldId="334"/>
            <ac:spMk id="2" creationId="{00000000-0000-0000-0000-000000000000}"/>
          </ac:spMkLst>
        </pc:spChg>
        <pc:spChg chg="add del mod">
          <ac:chgData name="Ms Alina Arshad" userId="cccdfd85-d35d-4453-9c6f-a463aae40722" providerId="ADAL" clId="{4E30FDE5-F87C-4BE6-B19D-C06044992F6A}" dt="2024-10-27T11:00:48.493" v="119" actId="403"/>
          <ac:spMkLst>
            <pc:docMk/>
            <pc:sldMk cId="3796511373" sldId="334"/>
            <ac:spMk id="3" creationId="{00000000-0000-0000-0000-000000000000}"/>
          </ac:spMkLst>
        </pc:spChg>
        <pc:spChg chg="del">
          <ac:chgData name="Ms Alina Arshad" userId="cccdfd85-d35d-4453-9c6f-a463aae40722" providerId="ADAL" clId="{4E30FDE5-F87C-4BE6-B19D-C06044992F6A}" dt="2024-10-27T11:00:41.314" v="116" actId="478"/>
          <ac:spMkLst>
            <pc:docMk/>
            <pc:sldMk cId="3796511373" sldId="334"/>
            <ac:spMk id="4" creationId="{00000000-0000-0000-0000-000000000000}"/>
          </ac:spMkLst>
        </pc:spChg>
        <pc:spChg chg="del">
          <ac:chgData name="Ms Alina Arshad" userId="cccdfd85-d35d-4453-9c6f-a463aae40722" providerId="ADAL" clId="{4E30FDE5-F87C-4BE6-B19D-C06044992F6A}" dt="2024-10-27T11:00:51.772" v="120" actId="478"/>
          <ac:spMkLst>
            <pc:docMk/>
            <pc:sldMk cId="3796511373" sldId="334"/>
            <ac:spMk id="5" creationId="{00000000-0000-0000-0000-000000000000}"/>
          </ac:spMkLst>
        </pc:spChg>
        <pc:spChg chg="add del mod">
          <ac:chgData name="Ms Alina Arshad" userId="cccdfd85-d35d-4453-9c6f-a463aae40722" providerId="ADAL" clId="{4E30FDE5-F87C-4BE6-B19D-C06044992F6A}" dt="2024-10-27T11:00:44.356" v="118" actId="478"/>
          <ac:spMkLst>
            <pc:docMk/>
            <pc:sldMk cId="3796511373" sldId="334"/>
            <ac:spMk id="7" creationId="{93272AE7-48D8-7807-CCDB-DF9DCB5B9240}"/>
          </ac:spMkLst>
        </pc:spChg>
      </pc:sldChg>
      <pc:sldChg chg="delSp modSp add mod">
        <pc:chgData name="Ms Alina Arshad" userId="cccdfd85-d35d-4453-9c6f-a463aae40722" providerId="ADAL" clId="{4E30FDE5-F87C-4BE6-B19D-C06044992F6A}" dt="2024-10-27T11:00:10.390" v="110" actId="478"/>
        <pc:sldMkLst>
          <pc:docMk/>
          <pc:sldMk cId="2207664760" sldId="335"/>
        </pc:sldMkLst>
        <pc:spChg chg="mod">
          <ac:chgData name="Ms Alina Arshad" userId="cccdfd85-d35d-4453-9c6f-a463aae40722" providerId="ADAL" clId="{4E30FDE5-F87C-4BE6-B19D-C06044992F6A}" dt="2024-10-27T10:59:43.364" v="103" actId="27636"/>
          <ac:spMkLst>
            <pc:docMk/>
            <pc:sldMk cId="2207664760" sldId="335"/>
            <ac:spMk id="2" creationId="{00000000-0000-0000-0000-000000000000}"/>
          </ac:spMkLst>
        </pc:spChg>
        <pc:spChg chg="mod">
          <ac:chgData name="Ms Alina Arshad" userId="cccdfd85-d35d-4453-9c6f-a463aae40722" providerId="ADAL" clId="{4E30FDE5-F87C-4BE6-B19D-C06044992F6A}" dt="2024-10-27T11:00:00.394" v="107" actId="403"/>
          <ac:spMkLst>
            <pc:docMk/>
            <pc:sldMk cId="2207664760" sldId="335"/>
            <ac:spMk id="3" creationId="{00000000-0000-0000-0000-000000000000}"/>
          </ac:spMkLst>
        </pc:spChg>
        <pc:spChg chg="del">
          <ac:chgData name="Ms Alina Arshad" userId="cccdfd85-d35d-4453-9c6f-a463aae40722" providerId="ADAL" clId="{4E30FDE5-F87C-4BE6-B19D-C06044992F6A}" dt="2024-10-27T11:00:06.623" v="108" actId="478"/>
          <ac:spMkLst>
            <pc:docMk/>
            <pc:sldMk cId="2207664760" sldId="335"/>
            <ac:spMk id="4" creationId="{00000000-0000-0000-0000-000000000000}"/>
          </ac:spMkLst>
        </pc:spChg>
        <pc:spChg chg="del mod">
          <ac:chgData name="Ms Alina Arshad" userId="cccdfd85-d35d-4453-9c6f-a463aae40722" providerId="ADAL" clId="{4E30FDE5-F87C-4BE6-B19D-C06044992F6A}" dt="2024-10-27T11:00:10.390" v="110" actId="478"/>
          <ac:spMkLst>
            <pc:docMk/>
            <pc:sldMk cId="2207664760" sldId="335"/>
            <ac:spMk id="5" creationId="{00000000-0000-0000-0000-000000000000}"/>
          </ac:spMkLst>
        </pc:spChg>
      </pc:sldChg>
      <pc:sldChg chg="delSp modSp add mod">
        <pc:chgData name="Ms Alina Arshad" userId="cccdfd85-d35d-4453-9c6f-a463aae40722" providerId="ADAL" clId="{4E30FDE5-F87C-4BE6-B19D-C06044992F6A}" dt="2024-10-27T11:10:43.344" v="289" actId="478"/>
        <pc:sldMkLst>
          <pc:docMk/>
          <pc:sldMk cId="2181488119" sldId="336"/>
        </pc:sldMkLst>
        <pc:spChg chg="mod">
          <ac:chgData name="Ms Alina Arshad" userId="cccdfd85-d35d-4453-9c6f-a463aae40722" providerId="ADAL" clId="{4E30FDE5-F87C-4BE6-B19D-C06044992F6A}" dt="2024-10-27T11:10:29.966" v="284" actId="113"/>
          <ac:spMkLst>
            <pc:docMk/>
            <pc:sldMk cId="2181488119" sldId="336"/>
            <ac:spMk id="2" creationId="{00000000-0000-0000-0000-000000000000}"/>
          </ac:spMkLst>
        </pc:spChg>
        <pc:spChg chg="mod">
          <ac:chgData name="Ms Alina Arshad" userId="cccdfd85-d35d-4453-9c6f-a463aae40722" providerId="ADAL" clId="{4E30FDE5-F87C-4BE6-B19D-C06044992F6A}" dt="2024-10-27T11:10:39.998" v="287" actId="12"/>
          <ac:spMkLst>
            <pc:docMk/>
            <pc:sldMk cId="2181488119" sldId="336"/>
            <ac:spMk id="3" creationId="{00000000-0000-0000-0000-000000000000}"/>
          </ac:spMkLst>
        </pc:spChg>
        <pc:spChg chg="del">
          <ac:chgData name="Ms Alina Arshad" userId="cccdfd85-d35d-4453-9c6f-a463aae40722" providerId="ADAL" clId="{4E30FDE5-F87C-4BE6-B19D-C06044992F6A}" dt="2024-10-27T11:10:41.399" v="288" actId="478"/>
          <ac:spMkLst>
            <pc:docMk/>
            <pc:sldMk cId="2181488119" sldId="336"/>
            <ac:spMk id="4" creationId="{00000000-0000-0000-0000-000000000000}"/>
          </ac:spMkLst>
        </pc:spChg>
        <pc:spChg chg="del">
          <ac:chgData name="Ms Alina Arshad" userId="cccdfd85-d35d-4453-9c6f-a463aae40722" providerId="ADAL" clId="{4E30FDE5-F87C-4BE6-B19D-C06044992F6A}" dt="2024-10-27T11:10:43.344" v="289" actId="478"/>
          <ac:spMkLst>
            <pc:docMk/>
            <pc:sldMk cId="2181488119" sldId="336"/>
            <ac:spMk id="5" creationId="{00000000-0000-0000-0000-000000000000}"/>
          </ac:spMkLst>
        </pc:spChg>
      </pc:sldChg>
      <pc:sldChg chg="modSp add mod">
        <pc:chgData name="Ms Alina Arshad" userId="cccdfd85-d35d-4453-9c6f-a463aae40722" providerId="ADAL" clId="{4E30FDE5-F87C-4BE6-B19D-C06044992F6A}" dt="2024-10-28T13:39:27.731" v="525" actId="20577"/>
        <pc:sldMkLst>
          <pc:docMk/>
          <pc:sldMk cId="1375169002" sldId="337"/>
        </pc:sldMkLst>
        <pc:spChg chg="mod">
          <ac:chgData name="Ms Alina Arshad" userId="cccdfd85-d35d-4453-9c6f-a463aae40722" providerId="ADAL" clId="{4E30FDE5-F87C-4BE6-B19D-C06044992F6A}" dt="2024-10-28T13:39:27.731" v="525" actId="20577"/>
          <ac:spMkLst>
            <pc:docMk/>
            <pc:sldMk cId="1375169002" sldId="337"/>
            <ac:spMk id="3" creationId="{00000000-0000-0000-0000-000000000000}"/>
          </ac:spMkLst>
        </pc:spChg>
      </pc:sldChg>
      <pc:sldChg chg="del">
        <pc:chgData name="Ms Alina Arshad" userId="cccdfd85-d35d-4453-9c6f-a463aae40722" providerId="ADAL" clId="{4E30FDE5-F87C-4BE6-B19D-C06044992F6A}" dt="2024-10-27T10:49:51.925" v="28" actId="47"/>
        <pc:sldMkLst>
          <pc:docMk/>
          <pc:sldMk cId="3773565437" sldId="337"/>
        </pc:sldMkLst>
      </pc:sldChg>
      <pc:sldChg chg="add">
        <pc:chgData name="Ms Alina Arshad" userId="cccdfd85-d35d-4453-9c6f-a463aae40722" providerId="ADAL" clId="{4E30FDE5-F87C-4BE6-B19D-C06044992F6A}" dt="2024-10-27T10:50:12.801" v="32"/>
        <pc:sldMkLst>
          <pc:docMk/>
          <pc:sldMk cId="2459555094" sldId="338"/>
        </pc:sldMkLst>
      </pc:sldChg>
      <pc:sldChg chg="del">
        <pc:chgData name="Ms Alina Arshad" userId="cccdfd85-d35d-4453-9c6f-a463aae40722" providerId="ADAL" clId="{4E30FDE5-F87C-4BE6-B19D-C06044992F6A}" dt="2024-10-27T10:49:52.778" v="30" actId="47"/>
        <pc:sldMkLst>
          <pc:docMk/>
          <pc:sldMk cId="4279161592" sldId="338"/>
        </pc:sldMkLst>
      </pc:sldChg>
      <pc:sldChg chg="add ord">
        <pc:chgData name="Ms Alina Arshad" userId="cccdfd85-d35d-4453-9c6f-a463aae40722" providerId="ADAL" clId="{4E30FDE5-F87C-4BE6-B19D-C06044992F6A}" dt="2024-10-28T13:58:30.200" v="667"/>
        <pc:sldMkLst>
          <pc:docMk/>
          <pc:sldMk cId="2337772874" sldId="340"/>
        </pc:sldMkLst>
      </pc:sldChg>
      <pc:sldChg chg="modSp add mod">
        <pc:chgData name="Ms Alina Arshad" userId="cccdfd85-d35d-4453-9c6f-a463aae40722" providerId="ADAL" clId="{4E30FDE5-F87C-4BE6-B19D-C06044992F6A}" dt="2024-10-28T13:41:11.232" v="526" actId="113"/>
        <pc:sldMkLst>
          <pc:docMk/>
          <pc:sldMk cId="3575603783" sldId="341"/>
        </pc:sldMkLst>
        <pc:graphicFrameChg chg="modGraphic">
          <ac:chgData name="Ms Alina Arshad" userId="cccdfd85-d35d-4453-9c6f-a463aae40722" providerId="ADAL" clId="{4E30FDE5-F87C-4BE6-B19D-C06044992F6A}" dt="2024-10-28T13:41:11.232" v="526" actId="113"/>
          <ac:graphicFrameMkLst>
            <pc:docMk/>
            <pc:sldMk cId="3575603783" sldId="341"/>
            <ac:graphicFrameMk id="6" creationId="{00000000-0000-0000-0000-000000000000}"/>
          </ac:graphicFrameMkLst>
        </pc:graphicFrameChg>
      </pc:sldChg>
      <pc:sldChg chg="modSp add mod">
        <pc:chgData name="Ms Alina Arshad" userId="cccdfd85-d35d-4453-9c6f-a463aae40722" providerId="ADAL" clId="{4E30FDE5-F87C-4BE6-B19D-C06044992F6A}" dt="2024-10-28T13:42:34.077" v="527" actId="207"/>
        <pc:sldMkLst>
          <pc:docMk/>
          <pc:sldMk cId="2397383464" sldId="342"/>
        </pc:sldMkLst>
        <pc:spChg chg="mod">
          <ac:chgData name="Ms Alina Arshad" userId="cccdfd85-d35d-4453-9c6f-a463aae40722" providerId="ADAL" clId="{4E30FDE5-F87C-4BE6-B19D-C06044992F6A}" dt="2024-10-28T13:42:34.077" v="527" actId="207"/>
          <ac:spMkLst>
            <pc:docMk/>
            <pc:sldMk cId="2397383464" sldId="342"/>
            <ac:spMk id="3" creationId="{00000000-0000-0000-0000-000000000000}"/>
          </ac:spMkLst>
        </pc:spChg>
      </pc:sldChg>
      <pc:sldChg chg="modSp add mod">
        <pc:chgData name="Ms Alina Arshad" userId="cccdfd85-d35d-4453-9c6f-a463aae40722" providerId="ADAL" clId="{4E30FDE5-F87C-4BE6-B19D-C06044992F6A}" dt="2024-10-28T14:15:41.911" v="689" actId="1035"/>
        <pc:sldMkLst>
          <pc:docMk/>
          <pc:sldMk cId="3298095811" sldId="343"/>
        </pc:sldMkLst>
        <pc:spChg chg="mod">
          <ac:chgData name="Ms Alina Arshad" userId="cccdfd85-d35d-4453-9c6f-a463aae40722" providerId="ADAL" clId="{4E30FDE5-F87C-4BE6-B19D-C06044992F6A}" dt="2024-10-28T14:15:41.911" v="689" actId="1035"/>
          <ac:spMkLst>
            <pc:docMk/>
            <pc:sldMk cId="3298095811" sldId="343"/>
            <ac:spMk id="3" creationId="{00000000-0000-0000-0000-000000000000}"/>
          </ac:spMkLst>
        </pc:spChg>
      </pc:sldChg>
      <pc:sldChg chg="addSp delSp modSp new mod">
        <pc:chgData name="Ms Alina Arshad" userId="cccdfd85-d35d-4453-9c6f-a463aae40722" providerId="ADAL" clId="{4E30FDE5-F87C-4BE6-B19D-C06044992F6A}" dt="2024-10-27T11:34:51.447" v="381" actId="1076"/>
        <pc:sldMkLst>
          <pc:docMk/>
          <pc:sldMk cId="1439927285" sldId="344"/>
        </pc:sldMkLst>
        <pc:spChg chg="add mod">
          <ac:chgData name="Ms Alina Arshad" userId="cccdfd85-d35d-4453-9c6f-a463aae40722" providerId="ADAL" clId="{4E30FDE5-F87C-4BE6-B19D-C06044992F6A}" dt="2024-10-27T11:34:36.030" v="379" actId="1076"/>
          <ac:spMkLst>
            <pc:docMk/>
            <pc:sldMk cId="1439927285" sldId="344"/>
            <ac:spMk id="2" creationId="{F2500A26-0407-9E1D-E5D3-7F4084570436}"/>
          </ac:spMkLst>
        </pc:spChg>
        <pc:spChg chg="add mod">
          <ac:chgData name="Ms Alina Arshad" userId="cccdfd85-d35d-4453-9c6f-a463aae40722" providerId="ADAL" clId="{4E30FDE5-F87C-4BE6-B19D-C06044992F6A}" dt="2024-10-27T11:34:38.908" v="380" actId="1076"/>
          <ac:spMkLst>
            <pc:docMk/>
            <pc:sldMk cId="1439927285" sldId="344"/>
            <ac:spMk id="4" creationId="{B330FBA5-8A8D-C9B6-08CA-5062EF107BBA}"/>
          </ac:spMkLst>
        </pc:spChg>
        <pc:spChg chg="add mod">
          <ac:chgData name="Ms Alina Arshad" userId="cccdfd85-d35d-4453-9c6f-a463aae40722" providerId="ADAL" clId="{4E30FDE5-F87C-4BE6-B19D-C06044992F6A}" dt="2024-10-27T11:31:24.204" v="352" actId="1076"/>
          <ac:spMkLst>
            <pc:docMk/>
            <pc:sldMk cId="1439927285" sldId="344"/>
            <ac:spMk id="5" creationId="{19FCD769-5EF0-D933-5BF6-9DEFD401356B}"/>
          </ac:spMkLst>
        </pc:spChg>
        <pc:spChg chg="add del mod">
          <ac:chgData name="Ms Alina Arshad" userId="cccdfd85-d35d-4453-9c6f-a463aae40722" providerId="ADAL" clId="{4E30FDE5-F87C-4BE6-B19D-C06044992F6A}" dt="2024-10-27T11:31:50.816" v="360" actId="478"/>
          <ac:spMkLst>
            <pc:docMk/>
            <pc:sldMk cId="1439927285" sldId="344"/>
            <ac:spMk id="7" creationId="{6E9E6166-1603-E5B3-EC0D-7C83626F7291}"/>
          </ac:spMkLst>
        </pc:spChg>
        <pc:grpChg chg="add mod">
          <ac:chgData name="Ms Alina Arshad" userId="cccdfd85-d35d-4453-9c6f-a463aae40722" providerId="ADAL" clId="{4E30FDE5-F87C-4BE6-B19D-C06044992F6A}" dt="2024-10-27T11:31:10.415" v="346" actId="164"/>
          <ac:grpSpMkLst>
            <pc:docMk/>
            <pc:sldMk cId="1439927285" sldId="344"/>
            <ac:grpSpMk id="6" creationId="{84502144-0989-3AB0-3F8B-FA5085B4EDC9}"/>
          </ac:grpSpMkLst>
        </pc:grpChg>
        <pc:picChg chg="add mod">
          <ac:chgData name="Ms Alina Arshad" userId="cccdfd85-d35d-4453-9c6f-a463aae40722" providerId="ADAL" clId="{4E30FDE5-F87C-4BE6-B19D-C06044992F6A}" dt="2024-10-27T11:34:51.447" v="381" actId="1076"/>
          <ac:picMkLst>
            <pc:docMk/>
            <pc:sldMk cId="1439927285" sldId="344"/>
            <ac:picMk id="9" creationId="{FDECD104-7F8D-170D-465C-DD256E7895F3}"/>
          </ac:picMkLst>
        </pc:picChg>
      </pc:sldChg>
      <pc:sldChg chg="addSp delSp modSp new add del mod">
        <pc:chgData name="Ms Alina Arshad" userId="cccdfd85-d35d-4453-9c6f-a463aae40722" providerId="ADAL" clId="{4E30FDE5-F87C-4BE6-B19D-C06044992F6A}" dt="2024-10-27T12:14:46.393" v="505" actId="47"/>
        <pc:sldMkLst>
          <pc:docMk/>
          <pc:sldMk cId="3767720419" sldId="345"/>
        </pc:sldMkLst>
        <pc:spChg chg="del">
          <ac:chgData name="Ms Alina Arshad" userId="cccdfd85-d35d-4453-9c6f-a463aae40722" providerId="ADAL" clId="{4E30FDE5-F87C-4BE6-B19D-C06044992F6A}" dt="2024-10-27T12:03:54.090" v="407" actId="478"/>
          <ac:spMkLst>
            <pc:docMk/>
            <pc:sldMk cId="3767720419" sldId="345"/>
            <ac:spMk id="2" creationId="{C8666DB7-446D-9DE8-DB35-7C361792B0A4}"/>
          </ac:spMkLst>
        </pc:spChg>
        <pc:spChg chg="del">
          <ac:chgData name="Ms Alina Arshad" userId="cccdfd85-d35d-4453-9c6f-a463aae40722" providerId="ADAL" clId="{4E30FDE5-F87C-4BE6-B19D-C06044992F6A}" dt="2024-10-27T12:01:56.515" v="387"/>
          <ac:spMkLst>
            <pc:docMk/>
            <pc:sldMk cId="3767720419" sldId="345"/>
            <ac:spMk id="3" creationId="{1009ECDC-6E20-8C3C-7FA4-14FD036D3BF1}"/>
          </ac:spMkLst>
        </pc:spChg>
        <pc:spChg chg="add del mod">
          <ac:chgData name="Ms Alina Arshad" userId="cccdfd85-d35d-4453-9c6f-a463aae40722" providerId="ADAL" clId="{4E30FDE5-F87C-4BE6-B19D-C06044992F6A}" dt="2024-10-27T12:02:01.879" v="388" actId="478"/>
          <ac:spMkLst>
            <pc:docMk/>
            <pc:sldMk cId="3767720419" sldId="345"/>
            <ac:spMk id="4" creationId="{3603C440-D075-8551-73D8-2DAECA2D9884}"/>
          </ac:spMkLst>
        </pc:spChg>
        <pc:spChg chg="add del mod">
          <ac:chgData name="Ms Alina Arshad" userId="cccdfd85-d35d-4453-9c6f-a463aae40722" providerId="ADAL" clId="{4E30FDE5-F87C-4BE6-B19D-C06044992F6A}" dt="2024-10-27T12:02:07.764" v="390" actId="478"/>
          <ac:spMkLst>
            <pc:docMk/>
            <pc:sldMk cId="3767720419" sldId="345"/>
            <ac:spMk id="5" creationId="{A7E52E84-CD03-41DD-8949-2295E6877B9B}"/>
          </ac:spMkLst>
        </pc:spChg>
        <pc:spChg chg="add mod">
          <ac:chgData name="Ms Alina Arshad" userId="cccdfd85-d35d-4453-9c6f-a463aae40722" providerId="ADAL" clId="{4E30FDE5-F87C-4BE6-B19D-C06044992F6A}" dt="2024-10-27T12:07:21.130" v="460" actId="1076"/>
          <ac:spMkLst>
            <pc:docMk/>
            <pc:sldMk cId="3767720419" sldId="345"/>
            <ac:spMk id="6" creationId="{42D9BCC8-F6E1-E56A-9319-AEAE7EC4C5CB}"/>
          </ac:spMkLst>
        </pc:spChg>
        <pc:spChg chg="add mod">
          <ac:chgData name="Ms Alina Arshad" userId="cccdfd85-d35d-4453-9c6f-a463aae40722" providerId="ADAL" clId="{4E30FDE5-F87C-4BE6-B19D-C06044992F6A}" dt="2024-10-27T12:07:17.110" v="459" actId="1076"/>
          <ac:spMkLst>
            <pc:docMk/>
            <pc:sldMk cId="3767720419" sldId="345"/>
            <ac:spMk id="8" creationId="{A0F4D364-7F08-5FED-4698-662205B5FF4C}"/>
          </ac:spMkLst>
        </pc:spChg>
        <pc:spChg chg="add mod">
          <ac:chgData name="Ms Alina Arshad" userId="cccdfd85-d35d-4453-9c6f-a463aae40722" providerId="ADAL" clId="{4E30FDE5-F87C-4BE6-B19D-C06044992F6A}" dt="2024-10-27T12:06:13.789" v="445" actId="1076"/>
          <ac:spMkLst>
            <pc:docMk/>
            <pc:sldMk cId="3767720419" sldId="345"/>
            <ac:spMk id="11" creationId="{51FE56C7-78EA-D0A5-40AC-31E504552B12}"/>
          </ac:spMkLst>
        </pc:spChg>
        <pc:spChg chg="add mod">
          <ac:chgData name="Ms Alina Arshad" userId="cccdfd85-d35d-4453-9c6f-a463aae40722" providerId="ADAL" clId="{4E30FDE5-F87C-4BE6-B19D-C06044992F6A}" dt="2024-10-27T12:07:07.120" v="456" actId="403"/>
          <ac:spMkLst>
            <pc:docMk/>
            <pc:sldMk cId="3767720419" sldId="345"/>
            <ac:spMk id="17" creationId="{D580A0A8-15FA-00DE-BB64-EDCCE76EEBEC}"/>
          </ac:spMkLst>
        </pc:spChg>
        <pc:picChg chg="add mod">
          <ac:chgData name="Ms Alina Arshad" userId="cccdfd85-d35d-4453-9c6f-a463aae40722" providerId="ADAL" clId="{4E30FDE5-F87C-4BE6-B19D-C06044992F6A}" dt="2024-10-27T12:07:14.772" v="458" actId="1076"/>
          <ac:picMkLst>
            <pc:docMk/>
            <pc:sldMk cId="3767720419" sldId="345"/>
            <ac:picMk id="10" creationId="{C1573FD4-0946-08DC-C74D-0ECF113AE4F6}"/>
          </ac:picMkLst>
        </pc:picChg>
        <pc:picChg chg="add mod">
          <ac:chgData name="Ms Alina Arshad" userId="cccdfd85-d35d-4453-9c6f-a463aae40722" providerId="ADAL" clId="{4E30FDE5-F87C-4BE6-B19D-C06044992F6A}" dt="2024-10-27T12:06:15.353" v="446" actId="1076"/>
          <ac:picMkLst>
            <pc:docMk/>
            <pc:sldMk cId="3767720419" sldId="345"/>
            <ac:picMk id="13" creationId="{1DFD768C-273C-B743-6B39-EA10365A35AC}"/>
          </ac:picMkLst>
        </pc:picChg>
        <pc:picChg chg="add mod">
          <ac:chgData name="Ms Alina Arshad" userId="cccdfd85-d35d-4453-9c6f-a463aae40722" providerId="ADAL" clId="{4E30FDE5-F87C-4BE6-B19D-C06044992F6A}" dt="2024-10-27T12:06:46.978" v="450" actId="1076"/>
          <ac:picMkLst>
            <pc:docMk/>
            <pc:sldMk cId="3767720419" sldId="345"/>
            <ac:picMk id="15" creationId="{EACE3E36-E3D9-7A9F-B6EC-89C0436DEA0D}"/>
          </ac:picMkLst>
        </pc:picChg>
      </pc:sldChg>
      <pc:sldChg chg="addSp modSp new mod">
        <pc:chgData name="Ms Alina Arshad" userId="cccdfd85-d35d-4453-9c6f-a463aae40722" providerId="ADAL" clId="{4E30FDE5-F87C-4BE6-B19D-C06044992F6A}" dt="2024-10-27T12:09:55.076" v="500" actId="1076"/>
        <pc:sldMkLst>
          <pc:docMk/>
          <pc:sldMk cId="1393131043" sldId="346"/>
        </pc:sldMkLst>
        <pc:spChg chg="add mod">
          <ac:chgData name="Ms Alina Arshad" userId="cccdfd85-d35d-4453-9c6f-a463aae40722" providerId="ADAL" clId="{4E30FDE5-F87C-4BE6-B19D-C06044992F6A}" dt="2024-10-27T12:07:40.287" v="463" actId="1076"/>
          <ac:spMkLst>
            <pc:docMk/>
            <pc:sldMk cId="1393131043" sldId="346"/>
            <ac:spMk id="2" creationId="{F634F4E8-E5C5-9758-7BAD-BE9548CD9C1C}"/>
          </ac:spMkLst>
        </pc:spChg>
        <pc:spChg chg="add mod">
          <ac:chgData name="Ms Alina Arshad" userId="cccdfd85-d35d-4453-9c6f-a463aae40722" providerId="ADAL" clId="{4E30FDE5-F87C-4BE6-B19D-C06044992F6A}" dt="2024-10-27T12:08:48.674" v="483" actId="14100"/>
          <ac:spMkLst>
            <pc:docMk/>
            <pc:sldMk cId="1393131043" sldId="346"/>
            <ac:spMk id="3" creationId="{569C54AD-0C4E-AD6F-84E1-D71D367CE592}"/>
          </ac:spMkLst>
        </pc:spChg>
        <pc:spChg chg="add mod">
          <ac:chgData name="Ms Alina Arshad" userId="cccdfd85-d35d-4453-9c6f-a463aae40722" providerId="ADAL" clId="{4E30FDE5-F87C-4BE6-B19D-C06044992F6A}" dt="2024-10-27T12:09:39.955" v="494" actId="14100"/>
          <ac:spMkLst>
            <pc:docMk/>
            <pc:sldMk cId="1393131043" sldId="346"/>
            <ac:spMk id="5" creationId="{03521D42-30B5-AA51-5F9D-5A9840C68C28}"/>
          </ac:spMkLst>
        </pc:spChg>
        <pc:spChg chg="add mod">
          <ac:chgData name="Ms Alina Arshad" userId="cccdfd85-d35d-4453-9c6f-a463aae40722" providerId="ADAL" clId="{4E30FDE5-F87C-4BE6-B19D-C06044992F6A}" dt="2024-10-27T12:09:50.037" v="497" actId="1076"/>
          <ac:spMkLst>
            <pc:docMk/>
            <pc:sldMk cId="1393131043" sldId="346"/>
            <ac:spMk id="8" creationId="{CC586673-B6BA-AC81-86D0-D4B189D5CEDA}"/>
          </ac:spMkLst>
        </pc:spChg>
        <pc:picChg chg="add mod modCrop">
          <ac:chgData name="Ms Alina Arshad" userId="cccdfd85-d35d-4453-9c6f-a463aae40722" providerId="ADAL" clId="{4E30FDE5-F87C-4BE6-B19D-C06044992F6A}" dt="2024-10-27T12:09:33.745" v="492" actId="1076"/>
          <ac:picMkLst>
            <pc:docMk/>
            <pc:sldMk cId="1393131043" sldId="346"/>
            <ac:picMk id="4" creationId="{3B55406A-7CA0-C161-9900-F03BBC33B198}"/>
          </ac:picMkLst>
        </pc:picChg>
        <pc:picChg chg="add mod">
          <ac:chgData name="Ms Alina Arshad" userId="cccdfd85-d35d-4453-9c6f-a463aae40722" providerId="ADAL" clId="{4E30FDE5-F87C-4BE6-B19D-C06044992F6A}" dt="2024-10-27T12:09:44.805" v="496" actId="14100"/>
          <ac:picMkLst>
            <pc:docMk/>
            <pc:sldMk cId="1393131043" sldId="346"/>
            <ac:picMk id="6" creationId="{0E044921-C752-FDA0-7E7F-853D22449ECB}"/>
          </ac:picMkLst>
        </pc:picChg>
        <pc:picChg chg="add mod">
          <ac:chgData name="Ms Alina Arshad" userId="cccdfd85-d35d-4453-9c6f-a463aae40722" providerId="ADAL" clId="{4E30FDE5-F87C-4BE6-B19D-C06044992F6A}" dt="2024-10-27T12:09:55.076" v="500" actId="1076"/>
          <ac:picMkLst>
            <pc:docMk/>
            <pc:sldMk cId="1393131043" sldId="346"/>
            <ac:picMk id="7" creationId="{41BE5E0F-45AC-270C-F424-5B97339127CD}"/>
          </ac:picMkLst>
        </pc:picChg>
      </pc:sldChg>
      <pc:sldChg chg="addSp delSp modSp new mod">
        <pc:chgData name="Ms Alina Arshad" userId="cccdfd85-d35d-4453-9c6f-a463aae40722" providerId="ADAL" clId="{4E30FDE5-F87C-4BE6-B19D-C06044992F6A}" dt="2024-10-27T12:22:13.734" v="518" actId="1076"/>
        <pc:sldMkLst>
          <pc:docMk/>
          <pc:sldMk cId="3283971713" sldId="347"/>
        </pc:sldMkLst>
        <pc:spChg chg="del">
          <ac:chgData name="Ms Alina Arshad" userId="cccdfd85-d35d-4453-9c6f-a463aae40722" providerId="ADAL" clId="{4E30FDE5-F87C-4BE6-B19D-C06044992F6A}" dt="2024-10-27T12:22:06.161" v="515" actId="478"/>
          <ac:spMkLst>
            <pc:docMk/>
            <pc:sldMk cId="3283971713" sldId="347"/>
            <ac:spMk id="2" creationId="{84990322-82F9-1559-02EE-13C73EFED6E7}"/>
          </ac:spMkLst>
        </pc:spChg>
        <pc:spChg chg="del">
          <ac:chgData name="Ms Alina Arshad" userId="cccdfd85-d35d-4453-9c6f-a463aae40722" providerId="ADAL" clId="{4E30FDE5-F87C-4BE6-B19D-C06044992F6A}" dt="2024-10-27T12:21:43.001" v="507" actId="478"/>
          <ac:spMkLst>
            <pc:docMk/>
            <pc:sldMk cId="3283971713" sldId="347"/>
            <ac:spMk id="3" creationId="{4FE6D2A7-C9A9-E072-5547-C64B674F8534}"/>
          </ac:spMkLst>
        </pc:spChg>
        <pc:picChg chg="add mod">
          <ac:chgData name="Ms Alina Arshad" userId="cccdfd85-d35d-4453-9c6f-a463aae40722" providerId="ADAL" clId="{4E30FDE5-F87C-4BE6-B19D-C06044992F6A}" dt="2024-10-27T12:22:13.734" v="518" actId="1076"/>
          <ac:picMkLst>
            <pc:docMk/>
            <pc:sldMk cId="3283971713" sldId="347"/>
            <ac:picMk id="5" creationId="{E286B09D-3FE6-E091-9613-C2E6DCD3348F}"/>
          </ac:picMkLst>
        </pc:picChg>
      </pc:sldChg>
      <pc:sldChg chg="add del">
        <pc:chgData name="Ms Alina Arshad" userId="cccdfd85-d35d-4453-9c6f-a463aae40722" providerId="ADAL" clId="{4E30FDE5-F87C-4BE6-B19D-C06044992F6A}" dt="2024-10-28T13:50:57.528" v="542" actId="47"/>
        <pc:sldMkLst>
          <pc:docMk/>
          <pc:sldMk cId="0" sldId="348"/>
        </pc:sldMkLst>
      </pc:sldChg>
      <pc:sldChg chg="modSp add mod">
        <pc:chgData name="Ms Alina Arshad" userId="cccdfd85-d35d-4453-9c6f-a463aae40722" providerId="ADAL" clId="{4E30FDE5-F87C-4BE6-B19D-C06044992F6A}" dt="2024-10-28T13:55:08.906" v="633" actId="207"/>
        <pc:sldMkLst>
          <pc:docMk/>
          <pc:sldMk cId="0" sldId="351"/>
        </pc:sldMkLst>
        <pc:spChg chg="mod">
          <ac:chgData name="Ms Alina Arshad" userId="cccdfd85-d35d-4453-9c6f-a463aae40722" providerId="ADAL" clId="{4E30FDE5-F87C-4BE6-B19D-C06044992F6A}" dt="2024-10-28T13:55:08.906" v="633" actId="207"/>
          <ac:spMkLst>
            <pc:docMk/>
            <pc:sldMk cId="0" sldId="351"/>
            <ac:spMk id="14339" creationId="{606BADB3-86B3-BB62-1A9E-F8063E2E5676}"/>
          </ac:spMkLst>
        </pc:spChg>
        <pc:spChg chg="mod">
          <ac:chgData name="Ms Alina Arshad" userId="cccdfd85-d35d-4453-9c6f-a463aae40722" providerId="ADAL" clId="{4E30FDE5-F87C-4BE6-B19D-C06044992F6A}" dt="2024-10-28T13:54:29.536" v="623" actId="1076"/>
          <ac:spMkLst>
            <pc:docMk/>
            <pc:sldMk cId="0" sldId="351"/>
            <ac:spMk id="19458" creationId="{03981195-6611-254E-4C89-1359D4BB5028}"/>
          </ac:spMkLst>
        </pc:spChg>
        <pc:picChg chg="mod">
          <ac:chgData name="Ms Alina Arshad" userId="cccdfd85-d35d-4453-9c6f-a463aae40722" providerId="ADAL" clId="{4E30FDE5-F87C-4BE6-B19D-C06044992F6A}" dt="2024-10-28T13:54:44.822" v="628" actId="1076"/>
          <ac:picMkLst>
            <pc:docMk/>
            <pc:sldMk cId="0" sldId="351"/>
            <ac:picMk id="5" creationId="{5FDA6299-12C2-FF3E-C0DC-BD31200F324A}"/>
          </ac:picMkLst>
        </pc:picChg>
      </pc:sldChg>
      <pc:sldChg chg="modSp add del mod">
        <pc:chgData name="Ms Alina Arshad" userId="cccdfd85-d35d-4453-9c6f-a463aae40722" providerId="ADAL" clId="{4E30FDE5-F87C-4BE6-B19D-C06044992F6A}" dt="2024-10-28T14:09:30.171" v="668" actId="47"/>
        <pc:sldMkLst>
          <pc:docMk/>
          <pc:sldMk cId="0" sldId="352"/>
        </pc:sldMkLst>
        <pc:spChg chg="mod">
          <ac:chgData name="Ms Alina Arshad" userId="cccdfd85-d35d-4453-9c6f-a463aae40722" providerId="ADAL" clId="{4E30FDE5-F87C-4BE6-B19D-C06044992F6A}" dt="2024-10-28T13:55:29.997" v="640" actId="207"/>
          <ac:spMkLst>
            <pc:docMk/>
            <pc:sldMk cId="0" sldId="352"/>
            <ac:spMk id="15363" creationId="{7235C02D-B652-79BF-4678-E190988B7603}"/>
          </ac:spMkLst>
        </pc:spChg>
        <pc:spChg chg="mod">
          <ac:chgData name="Ms Alina Arshad" userId="cccdfd85-d35d-4453-9c6f-a463aae40722" providerId="ADAL" clId="{4E30FDE5-F87C-4BE6-B19D-C06044992F6A}" dt="2024-10-28T13:55:18.964" v="636" actId="1076"/>
          <ac:spMkLst>
            <pc:docMk/>
            <pc:sldMk cId="0" sldId="352"/>
            <ac:spMk id="20482" creationId="{B11E51B6-4389-AC65-AACD-6B01CE816CAF}"/>
          </ac:spMkLst>
        </pc:spChg>
        <pc:picChg chg="mod">
          <ac:chgData name="Ms Alina Arshad" userId="cccdfd85-d35d-4453-9c6f-a463aae40722" providerId="ADAL" clId="{4E30FDE5-F87C-4BE6-B19D-C06044992F6A}" dt="2024-10-28T13:55:33.142" v="641" actId="1076"/>
          <ac:picMkLst>
            <pc:docMk/>
            <pc:sldMk cId="0" sldId="352"/>
            <ac:picMk id="15364" creationId="{8EF4FC6C-6E5D-D115-6028-632CA5BDA501}"/>
          </ac:picMkLst>
        </pc:picChg>
      </pc:sldChg>
      <pc:sldChg chg="modSp add mod">
        <pc:chgData name="Ms Alina Arshad" userId="cccdfd85-d35d-4453-9c6f-a463aae40722" providerId="ADAL" clId="{4E30FDE5-F87C-4BE6-B19D-C06044992F6A}" dt="2024-10-28T13:56:04.054" v="653" actId="14100"/>
        <pc:sldMkLst>
          <pc:docMk/>
          <pc:sldMk cId="0" sldId="353"/>
        </pc:sldMkLst>
        <pc:spChg chg="mod">
          <ac:chgData name="Ms Alina Arshad" userId="cccdfd85-d35d-4453-9c6f-a463aae40722" providerId="ADAL" clId="{4E30FDE5-F87C-4BE6-B19D-C06044992F6A}" dt="2024-10-28T13:56:04.054" v="653" actId="14100"/>
          <ac:spMkLst>
            <pc:docMk/>
            <pc:sldMk cId="0" sldId="353"/>
            <ac:spMk id="3" creationId="{653B04B9-8B56-94EA-F1AC-AEF96716EB06}"/>
          </ac:spMkLst>
        </pc:spChg>
        <pc:spChg chg="mod">
          <ac:chgData name="Ms Alina Arshad" userId="cccdfd85-d35d-4453-9c6f-a463aae40722" providerId="ADAL" clId="{4E30FDE5-F87C-4BE6-B19D-C06044992F6A}" dt="2024-10-28T13:55:46.154" v="644" actId="1076"/>
          <ac:spMkLst>
            <pc:docMk/>
            <pc:sldMk cId="0" sldId="353"/>
            <ac:spMk id="21506" creationId="{0968ED39-CCC4-95CD-13CB-81D85BBDFB01}"/>
          </ac:spMkLst>
        </pc:spChg>
      </pc:sldChg>
      <pc:sldChg chg="modSp add del mod">
        <pc:chgData name="Ms Alina Arshad" userId="cccdfd85-d35d-4453-9c6f-a463aae40722" providerId="ADAL" clId="{4E30FDE5-F87C-4BE6-B19D-C06044992F6A}" dt="2024-10-28T14:10:21.046" v="669" actId="47"/>
        <pc:sldMkLst>
          <pc:docMk/>
          <pc:sldMk cId="0" sldId="354"/>
        </pc:sldMkLst>
        <pc:spChg chg="mod">
          <ac:chgData name="Ms Alina Arshad" userId="cccdfd85-d35d-4453-9c6f-a463aae40722" providerId="ADAL" clId="{4E30FDE5-F87C-4BE6-B19D-C06044992F6A}" dt="2024-10-28T13:56:31.937" v="661" actId="1076"/>
          <ac:spMkLst>
            <pc:docMk/>
            <pc:sldMk cId="0" sldId="354"/>
            <ac:spMk id="23554" creationId="{46B75DC6-E9CD-ADCC-605C-D5791BBE5B23}"/>
          </ac:spMkLst>
        </pc:spChg>
        <pc:spChg chg="mod">
          <ac:chgData name="Ms Alina Arshad" userId="cccdfd85-d35d-4453-9c6f-a463aae40722" providerId="ADAL" clId="{4E30FDE5-F87C-4BE6-B19D-C06044992F6A}" dt="2024-10-28T13:56:44.234" v="665" actId="12"/>
          <ac:spMkLst>
            <pc:docMk/>
            <pc:sldMk cId="0" sldId="354"/>
            <ac:spMk id="23555" creationId="{8AAA4A99-A915-987E-48A9-4CB52923DC90}"/>
          </ac:spMkLst>
        </pc:spChg>
      </pc:sldChg>
      <pc:sldChg chg="add del">
        <pc:chgData name="Ms Alina Arshad" userId="cccdfd85-d35d-4453-9c6f-a463aae40722" providerId="ADAL" clId="{4E30FDE5-F87C-4BE6-B19D-C06044992F6A}" dt="2024-10-28T14:10:51.547" v="670" actId="47"/>
        <pc:sldMkLst>
          <pc:docMk/>
          <pc:sldMk cId="0" sldId="355"/>
        </pc:sldMkLst>
      </pc:sldChg>
      <pc:sldChg chg="modSp add del mod">
        <pc:chgData name="Ms Alina Arshad" userId="cccdfd85-d35d-4453-9c6f-a463aae40722" providerId="ADAL" clId="{4E30FDE5-F87C-4BE6-B19D-C06044992F6A}" dt="2024-10-28T14:10:52.637" v="671" actId="47"/>
        <pc:sldMkLst>
          <pc:docMk/>
          <pc:sldMk cId="0" sldId="356"/>
        </pc:sldMkLst>
        <pc:spChg chg="mod">
          <ac:chgData name="Ms Alina Arshad" userId="cccdfd85-d35d-4453-9c6f-a463aae40722" providerId="ADAL" clId="{4E30FDE5-F87C-4BE6-B19D-C06044992F6A}" dt="2024-10-28T13:50:48.830" v="539" actId="27636"/>
          <ac:spMkLst>
            <pc:docMk/>
            <pc:sldMk cId="0" sldId="356"/>
            <ac:spMk id="3" creationId="{15ABFFF3-7A10-32F2-2C2E-42A51961EDD9}"/>
          </ac:spMkLst>
        </pc:spChg>
      </pc:sldChg>
      <pc:sldChg chg="modSp add del mod">
        <pc:chgData name="Ms Alina Arshad" userId="cccdfd85-d35d-4453-9c6f-a463aae40722" providerId="ADAL" clId="{4E30FDE5-F87C-4BE6-B19D-C06044992F6A}" dt="2024-10-28T14:10:54.812" v="674" actId="47"/>
        <pc:sldMkLst>
          <pc:docMk/>
          <pc:sldMk cId="0" sldId="357"/>
        </pc:sldMkLst>
        <pc:spChg chg="mod">
          <ac:chgData name="Ms Alina Arshad" userId="cccdfd85-d35d-4453-9c6f-a463aae40722" providerId="ADAL" clId="{4E30FDE5-F87C-4BE6-B19D-C06044992F6A}" dt="2024-10-28T13:50:48.844" v="540" actId="27636"/>
          <ac:spMkLst>
            <pc:docMk/>
            <pc:sldMk cId="0" sldId="357"/>
            <ac:spMk id="3" creationId="{168ECBAF-86B0-0A3C-2DB3-69D960982B76}"/>
          </ac:spMkLst>
        </pc:spChg>
      </pc:sldChg>
      <pc:sldChg chg="del">
        <pc:chgData name="Ms Alina Arshad" userId="cccdfd85-d35d-4453-9c6f-a463aae40722" providerId="ADAL" clId="{4E30FDE5-F87C-4BE6-B19D-C06044992F6A}" dt="2024-10-27T10:49:51.612" v="27" actId="47"/>
        <pc:sldMkLst>
          <pc:docMk/>
          <pc:sldMk cId="2667064654" sldId="357"/>
        </pc:sldMkLst>
      </pc:sldChg>
      <pc:sldChg chg="del">
        <pc:chgData name="Ms Alina Arshad" userId="cccdfd85-d35d-4453-9c6f-a463aae40722" providerId="ADAL" clId="{4E30FDE5-F87C-4BE6-B19D-C06044992F6A}" dt="2024-10-27T10:49:53.356" v="31" actId="47"/>
        <pc:sldMkLst>
          <pc:docMk/>
          <pc:sldMk cId="2359417472" sldId="358"/>
        </pc:sldMkLst>
      </pc:sldChg>
      <pc:sldChg chg="del">
        <pc:chgData name="Ms Alina Arshad" userId="cccdfd85-d35d-4453-9c6f-a463aae40722" providerId="ADAL" clId="{4E30FDE5-F87C-4BE6-B19D-C06044992F6A}" dt="2024-10-27T10:49:52.264" v="29" actId="47"/>
        <pc:sldMkLst>
          <pc:docMk/>
          <pc:sldMk cId="3871777962" sldId="359"/>
        </pc:sldMkLst>
      </pc:sldChg>
      <pc:sldChg chg="modSp add del mod">
        <pc:chgData name="Ms Alina Arshad" userId="cccdfd85-d35d-4453-9c6f-a463aae40722" providerId="ADAL" clId="{4E30FDE5-F87C-4BE6-B19D-C06044992F6A}" dt="2024-10-28T14:10:57.058" v="677" actId="47"/>
        <pc:sldMkLst>
          <pc:docMk/>
          <pc:sldMk cId="0" sldId="360"/>
        </pc:sldMkLst>
        <pc:spChg chg="mod">
          <ac:chgData name="Ms Alina Arshad" userId="cccdfd85-d35d-4453-9c6f-a463aae40722" providerId="ADAL" clId="{4E30FDE5-F87C-4BE6-B19D-C06044992F6A}" dt="2024-10-28T13:50:48.852" v="541" actId="27636"/>
          <ac:spMkLst>
            <pc:docMk/>
            <pc:sldMk cId="0" sldId="360"/>
            <ac:spMk id="24579" creationId="{A83E8560-5E0C-FEE3-3759-EEE1D294DECF}"/>
          </ac:spMkLst>
        </pc:spChg>
      </pc:sldChg>
      <pc:sldChg chg="add del">
        <pc:chgData name="Ms Alina Arshad" userId="cccdfd85-d35d-4453-9c6f-a463aae40722" providerId="ADAL" clId="{4E30FDE5-F87C-4BE6-B19D-C06044992F6A}" dt="2024-10-28T14:11:15.893" v="685" actId="47"/>
        <pc:sldMkLst>
          <pc:docMk/>
          <pc:sldMk cId="0" sldId="362"/>
        </pc:sldMkLst>
      </pc:sldChg>
      <pc:sldChg chg="modSp add mod">
        <pc:chgData name="Ms Alina Arshad" userId="cccdfd85-d35d-4453-9c6f-a463aae40722" providerId="ADAL" clId="{4E30FDE5-F87C-4BE6-B19D-C06044992F6A}" dt="2024-10-28T13:56:22.088" v="658" actId="207"/>
        <pc:sldMkLst>
          <pc:docMk/>
          <pc:sldMk cId="0" sldId="363"/>
        </pc:sldMkLst>
        <pc:spChg chg="mod">
          <ac:chgData name="Ms Alina Arshad" userId="cccdfd85-d35d-4453-9c6f-a463aae40722" providerId="ADAL" clId="{4E30FDE5-F87C-4BE6-B19D-C06044992F6A}" dt="2024-10-28T13:56:22.088" v="658" actId="207"/>
          <ac:spMkLst>
            <pc:docMk/>
            <pc:sldMk cId="0" sldId="363"/>
            <ac:spMk id="3" creationId="{8DF4DCE5-F5E5-1526-0928-A93B92927A72}"/>
          </ac:spMkLst>
        </pc:spChg>
        <pc:spChg chg="mod">
          <ac:chgData name="Ms Alina Arshad" userId="cccdfd85-d35d-4453-9c6f-a463aae40722" providerId="ADAL" clId="{4E30FDE5-F87C-4BE6-B19D-C06044992F6A}" dt="2024-10-28T13:56:18.263" v="657" actId="1076"/>
          <ac:spMkLst>
            <pc:docMk/>
            <pc:sldMk cId="0" sldId="363"/>
            <ac:spMk id="22530" creationId="{C709AC80-A82A-2F31-AE04-89C8362FA7F8}"/>
          </ac:spMkLst>
        </pc:spChg>
      </pc:sldChg>
      <pc:sldChg chg="add del">
        <pc:chgData name="Ms Alina Arshad" userId="cccdfd85-d35d-4453-9c6f-a463aae40722" providerId="ADAL" clId="{4E30FDE5-F87C-4BE6-B19D-C06044992F6A}" dt="2024-10-28T14:10:55.680" v="675" actId="47"/>
        <pc:sldMkLst>
          <pc:docMk/>
          <pc:sldMk cId="0" sldId="364"/>
        </pc:sldMkLst>
      </pc:sldChg>
      <pc:sldChg chg="add del">
        <pc:chgData name="Ms Alina Arshad" userId="cccdfd85-d35d-4453-9c6f-a463aae40722" providerId="ADAL" clId="{4E30FDE5-F87C-4BE6-B19D-C06044992F6A}" dt="2024-10-28T14:10:56.357" v="676" actId="47"/>
        <pc:sldMkLst>
          <pc:docMk/>
          <pc:sldMk cId="0" sldId="365"/>
        </pc:sldMkLst>
      </pc:sldChg>
      <pc:sldChg chg="modSp add mod">
        <pc:chgData name="Ms Alina Arshad" userId="cccdfd85-d35d-4453-9c6f-a463aae40722" providerId="ADAL" clId="{4E30FDE5-F87C-4BE6-B19D-C06044992F6A}" dt="2024-10-28T13:54:19.270" v="620" actId="207"/>
        <pc:sldMkLst>
          <pc:docMk/>
          <pc:sldMk cId="0" sldId="366"/>
        </pc:sldMkLst>
        <pc:spChg chg="mod">
          <ac:chgData name="Ms Alina Arshad" userId="cccdfd85-d35d-4453-9c6f-a463aae40722" providerId="ADAL" clId="{4E30FDE5-F87C-4BE6-B19D-C06044992F6A}" dt="2024-10-28T13:54:19.270" v="620" actId="207"/>
          <ac:spMkLst>
            <pc:docMk/>
            <pc:sldMk cId="0" sldId="366"/>
            <ac:spMk id="3" creationId="{23CABBFA-B753-4126-9C88-5754DEBC0A51}"/>
          </ac:spMkLst>
        </pc:spChg>
        <pc:spChg chg="mod">
          <ac:chgData name="Ms Alina Arshad" userId="cccdfd85-d35d-4453-9c6f-a463aae40722" providerId="ADAL" clId="{4E30FDE5-F87C-4BE6-B19D-C06044992F6A}" dt="2024-10-28T13:54:14.298" v="619" actId="1076"/>
          <ac:spMkLst>
            <pc:docMk/>
            <pc:sldMk cId="0" sldId="366"/>
            <ac:spMk id="18434" creationId="{D5915098-AA00-8624-AE20-CE080AD03DE1}"/>
          </ac:spMkLst>
        </pc:spChg>
      </pc:sldChg>
      <pc:sldChg chg="add del">
        <pc:chgData name="Ms Alina Arshad" userId="cccdfd85-d35d-4453-9c6f-a463aae40722" providerId="ADAL" clId="{4E30FDE5-F87C-4BE6-B19D-C06044992F6A}" dt="2024-10-28T14:11:26.980" v="686" actId="47"/>
        <pc:sldMkLst>
          <pc:docMk/>
          <pc:sldMk cId="0" sldId="367"/>
        </pc:sldMkLst>
      </pc:sldChg>
      <pc:sldChg chg="add del">
        <pc:chgData name="Ms Alina Arshad" userId="cccdfd85-d35d-4453-9c6f-a463aae40722" providerId="ADAL" clId="{4E30FDE5-F87C-4BE6-B19D-C06044992F6A}" dt="2024-10-28T14:10:57.942" v="678" actId="47"/>
        <pc:sldMkLst>
          <pc:docMk/>
          <pc:sldMk cId="0" sldId="368"/>
        </pc:sldMkLst>
      </pc:sldChg>
      <pc:sldChg chg="add del">
        <pc:chgData name="Ms Alina Arshad" userId="cccdfd85-d35d-4453-9c6f-a463aae40722" providerId="ADAL" clId="{4E30FDE5-F87C-4BE6-B19D-C06044992F6A}" dt="2024-10-28T14:10:58.803" v="679" actId="47"/>
        <pc:sldMkLst>
          <pc:docMk/>
          <pc:sldMk cId="0" sldId="369"/>
        </pc:sldMkLst>
      </pc:sldChg>
      <pc:sldChg chg="add del">
        <pc:chgData name="Ms Alina Arshad" userId="cccdfd85-d35d-4453-9c6f-a463aae40722" providerId="ADAL" clId="{4E30FDE5-F87C-4BE6-B19D-C06044992F6A}" dt="2024-10-28T14:10:59.421" v="680" actId="47"/>
        <pc:sldMkLst>
          <pc:docMk/>
          <pc:sldMk cId="0" sldId="371"/>
        </pc:sldMkLst>
      </pc:sldChg>
      <pc:sldChg chg="add del">
        <pc:chgData name="Ms Alina Arshad" userId="cccdfd85-d35d-4453-9c6f-a463aae40722" providerId="ADAL" clId="{4E30FDE5-F87C-4BE6-B19D-C06044992F6A}" dt="2024-10-28T14:11:00.021" v="681" actId="47"/>
        <pc:sldMkLst>
          <pc:docMk/>
          <pc:sldMk cId="0" sldId="373"/>
        </pc:sldMkLst>
      </pc:sldChg>
      <pc:sldChg chg="add del">
        <pc:chgData name="Ms Alina Arshad" userId="cccdfd85-d35d-4453-9c6f-a463aae40722" providerId="ADAL" clId="{4E30FDE5-F87C-4BE6-B19D-C06044992F6A}" dt="2024-10-28T14:11:01.397" v="682" actId="47"/>
        <pc:sldMkLst>
          <pc:docMk/>
          <pc:sldMk cId="0" sldId="375"/>
        </pc:sldMkLst>
      </pc:sldChg>
      <pc:sldChg chg="add del">
        <pc:chgData name="Ms Alina Arshad" userId="cccdfd85-d35d-4453-9c6f-a463aae40722" providerId="ADAL" clId="{4E30FDE5-F87C-4BE6-B19D-C06044992F6A}" dt="2024-10-28T14:10:53.150" v="672" actId="47"/>
        <pc:sldMkLst>
          <pc:docMk/>
          <pc:sldMk cId="0" sldId="376"/>
        </pc:sldMkLst>
      </pc:sldChg>
      <pc:sldChg chg="add del">
        <pc:chgData name="Ms Alina Arshad" userId="cccdfd85-d35d-4453-9c6f-a463aae40722" providerId="ADAL" clId="{4E30FDE5-F87C-4BE6-B19D-C06044992F6A}" dt="2024-10-28T14:10:54.183" v="673" actId="47"/>
        <pc:sldMkLst>
          <pc:docMk/>
          <pc:sldMk cId="0" sldId="377"/>
        </pc:sldMkLst>
      </pc:sldChg>
      <pc:sldChg chg="add del">
        <pc:chgData name="Ms Alina Arshad" userId="cccdfd85-d35d-4453-9c6f-a463aae40722" providerId="ADAL" clId="{4E30FDE5-F87C-4BE6-B19D-C06044992F6A}" dt="2024-10-28T13:50:58.704" v="543" actId="47"/>
        <pc:sldMkLst>
          <pc:docMk/>
          <pc:sldMk cId="0" sldId="378"/>
        </pc:sldMkLst>
      </pc:sldChg>
      <pc:sldChg chg="add del">
        <pc:chgData name="Ms Alina Arshad" userId="cccdfd85-d35d-4453-9c6f-a463aae40722" providerId="ADAL" clId="{4E30FDE5-F87C-4BE6-B19D-C06044992F6A}" dt="2024-10-28T13:50:59.718" v="544" actId="47"/>
        <pc:sldMkLst>
          <pc:docMk/>
          <pc:sldMk cId="0" sldId="379"/>
        </pc:sldMkLst>
      </pc:sldChg>
      <pc:sldChg chg="add del">
        <pc:chgData name="Ms Alina Arshad" userId="cccdfd85-d35d-4453-9c6f-a463aae40722" providerId="ADAL" clId="{4E30FDE5-F87C-4BE6-B19D-C06044992F6A}" dt="2024-10-28T13:51:02.771" v="546" actId="47"/>
        <pc:sldMkLst>
          <pc:docMk/>
          <pc:sldMk cId="0" sldId="380"/>
        </pc:sldMkLst>
      </pc:sldChg>
      <pc:sldChg chg="modSp add mod">
        <pc:chgData name="Ms Alina Arshad" userId="cccdfd85-d35d-4453-9c6f-a463aae40722" providerId="ADAL" clId="{4E30FDE5-F87C-4BE6-B19D-C06044992F6A}" dt="2024-10-28T13:52:32.924" v="583" actId="403"/>
        <pc:sldMkLst>
          <pc:docMk/>
          <pc:sldMk cId="0" sldId="381"/>
        </pc:sldMkLst>
        <pc:spChg chg="mod">
          <ac:chgData name="Ms Alina Arshad" userId="cccdfd85-d35d-4453-9c6f-a463aae40722" providerId="ADAL" clId="{4E30FDE5-F87C-4BE6-B19D-C06044992F6A}" dt="2024-10-28T13:52:07.767" v="577" actId="113"/>
          <ac:spMkLst>
            <pc:docMk/>
            <pc:sldMk cId="0" sldId="381"/>
            <ac:spMk id="15362" creationId="{1D80C8CC-891C-9B06-B5E4-D56AD8E9C7B6}"/>
          </ac:spMkLst>
        </pc:spChg>
        <pc:spChg chg="mod">
          <ac:chgData name="Ms Alina Arshad" userId="cccdfd85-d35d-4453-9c6f-a463aae40722" providerId="ADAL" clId="{4E30FDE5-F87C-4BE6-B19D-C06044992F6A}" dt="2024-10-28T13:52:32.924" v="583" actId="403"/>
          <ac:spMkLst>
            <pc:docMk/>
            <pc:sldMk cId="0" sldId="381"/>
            <ac:spMk id="15363" creationId="{4ADDCA4E-E6CA-9704-7A01-776A70423313}"/>
          </ac:spMkLst>
        </pc:spChg>
      </pc:sldChg>
      <pc:sldChg chg="modSp add mod">
        <pc:chgData name="Ms Alina Arshad" userId="cccdfd85-d35d-4453-9c6f-a463aae40722" providerId="ADAL" clId="{4E30FDE5-F87C-4BE6-B19D-C06044992F6A}" dt="2024-10-28T13:53:16.139" v="606" actId="12"/>
        <pc:sldMkLst>
          <pc:docMk/>
          <pc:sldMk cId="0" sldId="382"/>
        </pc:sldMkLst>
        <pc:spChg chg="mod">
          <ac:chgData name="Ms Alina Arshad" userId="cccdfd85-d35d-4453-9c6f-a463aae40722" providerId="ADAL" clId="{4E30FDE5-F87C-4BE6-B19D-C06044992F6A}" dt="2024-10-28T13:53:16.139" v="606" actId="12"/>
          <ac:spMkLst>
            <pc:docMk/>
            <pc:sldMk cId="0" sldId="382"/>
            <ac:spMk id="15363" creationId="{EB7513C9-3C69-0AE7-3BAF-581CCDBFCFD8}"/>
          </ac:spMkLst>
        </pc:spChg>
        <pc:spChg chg="mod">
          <ac:chgData name="Ms Alina Arshad" userId="cccdfd85-d35d-4453-9c6f-a463aae40722" providerId="ADAL" clId="{4E30FDE5-F87C-4BE6-B19D-C06044992F6A}" dt="2024-10-28T13:53:04.319" v="602" actId="20577"/>
          <ac:spMkLst>
            <pc:docMk/>
            <pc:sldMk cId="0" sldId="382"/>
            <ac:spMk id="16386" creationId="{3247110C-5B00-33F6-40FF-11242F41C49B}"/>
          </ac:spMkLst>
        </pc:spChg>
      </pc:sldChg>
      <pc:sldChg chg="addSp delSp modSp add mod">
        <pc:chgData name="Ms Alina Arshad" userId="cccdfd85-d35d-4453-9c6f-a463aae40722" providerId="ADAL" clId="{4E30FDE5-F87C-4BE6-B19D-C06044992F6A}" dt="2024-10-28T13:54:03.567" v="616" actId="12"/>
        <pc:sldMkLst>
          <pc:docMk/>
          <pc:sldMk cId="0" sldId="383"/>
        </pc:sldMkLst>
        <pc:spChg chg="add mod">
          <ac:chgData name="Ms Alina Arshad" userId="cccdfd85-d35d-4453-9c6f-a463aae40722" providerId="ADAL" clId="{4E30FDE5-F87C-4BE6-B19D-C06044992F6A}" dt="2024-10-28T13:53:37.695" v="607"/>
          <ac:spMkLst>
            <pc:docMk/>
            <pc:sldMk cId="0" sldId="383"/>
            <ac:spMk id="2" creationId="{FCC68DF3-F9CE-A226-CEED-FD3A12857E13}"/>
          </ac:spMkLst>
        </pc:spChg>
        <pc:spChg chg="add del mod">
          <ac:chgData name="Ms Alina Arshad" userId="cccdfd85-d35d-4453-9c6f-a463aae40722" providerId="ADAL" clId="{4E30FDE5-F87C-4BE6-B19D-C06044992F6A}" dt="2024-10-28T13:53:46.196" v="610" actId="478"/>
          <ac:spMkLst>
            <pc:docMk/>
            <pc:sldMk cId="0" sldId="383"/>
            <ac:spMk id="4" creationId="{8F8B867A-CB23-0C43-6A07-68E180CEA3F6}"/>
          </ac:spMkLst>
        </pc:spChg>
        <pc:spChg chg="mod">
          <ac:chgData name="Ms Alina Arshad" userId="cccdfd85-d35d-4453-9c6f-a463aae40722" providerId="ADAL" clId="{4E30FDE5-F87C-4BE6-B19D-C06044992F6A}" dt="2024-10-28T13:54:03.567" v="616" actId="12"/>
          <ac:spMkLst>
            <pc:docMk/>
            <pc:sldMk cId="0" sldId="383"/>
            <ac:spMk id="15363" creationId="{06F1E7C8-DC17-A23F-BC8F-3763C63552BF}"/>
          </ac:spMkLst>
        </pc:spChg>
        <pc:spChg chg="del">
          <ac:chgData name="Ms Alina Arshad" userId="cccdfd85-d35d-4453-9c6f-a463aae40722" providerId="ADAL" clId="{4E30FDE5-F87C-4BE6-B19D-C06044992F6A}" dt="2024-10-28T13:53:40.954" v="608" actId="478"/>
          <ac:spMkLst>
            <pc:docMk/>
            <pc:sldMk cId="0" sldId="383"/>
            <ac:spMk id="17410" creationId="{F089BFDE-A012-F478-7006-2950ACA4AC6D}"/>
          </ac:spMkLst>
        </pc:spChg>
      </pc:sldChg>
    </pc:docChg>
  </pc:docChgLst>
  <pc:docChgLst>
    <pc:chgData name="Ms Alina Arshad" userId="cccdfd85-d35d-4453-9c6f-a463aae40722" providerId="ADAL" clId="{F914C121-27D5-40DE-A44B-03621975D748}"/>
    <pc:docChg chg="custSel addSld delSld modSld sldOrd">
      <pc:chgData name="Ms Alina Arshad" userId="cccdfd85-d35d-4453-9c6f-a463aae40722" providerId="ADAL" clId="{F914C121-27D5-40DE-A44B-03621975D748}" dt="2024-10-07T13:44:03.238" v="291" actId="47"/>
      <pc:docMkLst>
        <pc:docMk/>
      </pc:docMkLst>
      <pc:sldChg chg="modSp mod">
        <pc:chgData name="Ms Alina Arshad" userId="cccdfd85-d35d-4453-9c6f-a463aae40722" providerId="ADAL" clId="{F914C121-27D5-40DE-A44B-03621975D748}" dt="2024-10-06T15:37:21.877" v="13" actId="20577"/>
        <pc:sldMkLst>
          <pc:docMk/>
          <pc:sldMk cId="3322361034" sldId="256"/>
        </pc:sldMkLst>
        <pc:spChg chg="mod">
          <ac:chgData name="Ms Alina Arshad" userId="cccdfd85-d35d-4453-9c6f-a463aae40722" providerId="ADAL" clId="{F914C121-27D5-40DE-A44B-03621975D748}" dt="2024-10-06T15:37:21.877" v="13" actId="20577"/>
          <ac:spMkLst>
            <pc:docMk/>
            <pc:sldMk cId="3322361034" sldId="256"/>
            <ac:spMk id="3" creationId="{44E9F82C-BBA7-3495-1097-BEDB54FFFDF4}"/>
          </ac:spMkLst>
        </pc:spChg>
      </pc:sldChg>
      <pc:sldChg chg="del">
        <pc:chgData name="Ms Alina Arshad" userId="cccdfd85-d35d-4453-9c6f-a463aae40722" providerId="ADAL" clId="{F914C121-27D5-40DE-A44B-03621975D748}" dt="2024-10-06T05:53:35.979" v="1" actId="47"/>
        <pc:sldMkLst>
          <pc:docMk/>
          <pc:sldMk cId="3595481221" sldId="492"/>
        </pc:sldMkLst>
      </pc:sldChg>
      <pc:sldChg chg="del">
        <pc:chgData name="Ms Alina Arshad" userId="cccdfd85-d35d-4453-9c6f-a463aae40722" providerId="ADAL" clId="{F914C121-27D5-40DE-A44B-03621975D748}" dt="2024-10-06T05:53:37.855" v="5" actId="47"/>
        <pc:sldMkLst>
          <pc:docMk/>
          <pc:sldMk cId="3384488715" sldId="493"/>
        </pc:sldMkLst>
      </pc:sldChg>
      <pc:sldChg chg="del">
        <pc:chgData name="Ms Alina Arshad" userId="cccdfd85-d35d-4453-9c6f-a463aae40722" providerId="ADAL" clId="{F914C121-27D5-40DE-A44B-03621975D748}" dt="2024-10-06T05:53:40.273" v="10" actId="47"/>
        <pc:sldMkLst>
          <pc:docMk/>
          <pc:sldMk cId="4273395344" sldId="495"/>
        </pc:sldMkLst>
      </pc:sldChg>
      <pc:sldChg chg="del">
        <pc:chgData name="Ms Alina Arshad" userId="cccdfd85-d35d-4453-9c6f-a463aae40722" providerId="ADAL" clId="{F914C121-27D5-40DE-A44B-03621975D748}" dt="2024-10-06T05:53:57.563" v="11" actId="2696"/>
        <pc:sldMkLst>
          <pc:docMk/>
          <pc:sldMk cId="1058188132" sldId="496"/>
        </pc:sldMkLst>
      </pc:sldChg>
      <pc:sldChg chg="del">
        <pc:chgData name="Ms Alina Arshad" userId="cccdfd85-d35d-4453-9c6f-a463aae40722" providerId="ADAL" clId="{F914C121-27D5-40DE-A44B-03621975D748}" dt="2024-10-07T13:43:59.905" v="286" actId="47"/>
        <pc:sldMkLst>
          <pc:docMk/>
          <pc:sldMk cId="1132663045" sldId="497"/>
        </pc:sldMkLst>
      </pc:sldChg>
      <pc:sldChg chg="del">
        <pc:chgData name="Ms Alina Arshad" userId="cccdfd85-d35d-4453-9c6f-a463aae40722" providerId="ADAL" clId="{F914C121-27D5-40DE-A44B-03621975D748}" dt="2024-10-06T05:53:57.563" v="11" actId="2696"/>
        <pc:sldMkLst>
          <pc:docMk/>
          <pc:sldMk cId="1570724855" sldId="505"/>
        </pc:sldMkLst>
      </pc:sldChg>
      <pc:sldChg chg="del">
        <pc:chgData name="Ms Alina Arshad" userId="cccdfd85-d35d-4453-9c6f-a463aae40722" providerId="ADAL" clId="{F914C121-27D5-40DE-A44B-03621975D748}" dt="2024-10-06T05:53:57.563" v="11" actId="2696"/>
        <pc:sldMkLst>
          <pc:docMk/>
          <pc:sldMk cId="2421881517" sldId="506"/>
        </pc:sldMkLst>
      </pc:sldChg>
      <pc:sldChg chg="modSp mod">
        <pc:chgData name="Ms Alina Arshad" userId="cccdfd85-d35d-4453-9c6f-a463aae40722" providerId="ADAL" clId="{F914C121-27D5-40DE-A44B-03621975D748}" dt="2024-10-07T13:08:17.810" v="125" actId="403"/>
        <pc:sldMkLst>
          <pc:docMk/>
          <pc:sldMk cId="163811022" sldId="511"/>
        </pc:sldMkLst>
        <pc:spChg chg="mod">
          <ac:chgData name="Ms Alina Arshad" userId="cccdfd85-d35d-4453-9c6f-a463aae40722" providerId="ADAL" clId="{F914C121-27D5-40DE-A44B-03621975D748}" dt="2024-10-07T13:08:12.572" v="124" actId="1076"/>
          <ac:spMkLst>
            <pc:docMk/>
            <pc:sldMk cId="163811022" sldId="511"/>
            <ac:spMk id="2" creationId="{00000000-0000-0000-0000-000000000000}"/>
          </ac:spMkLst>
        </pc:spChg>
        <pc:spChg chg="mod">
          <ac:chgData name="Ms Alina Arshad" userId="cccdfd85-d35d-4453-9c6f-a463aae40722" providerId="ADAL" clId="{F914C121-27D5-40DE-A44B-03621975D748}" dt="2024-10-07T13:08:17.810" v="125" actId="403"/>
          <ac:spMkLst>
            <pc:docMk/>
            <pc:sldMk cId="163811022" sldId="511"/>
            <ac:spMk id="3" creationId="{00000000-0000-0000-0000-000000000000}"/>
          </ac:spMkLst>
        </pc:spChg>
      </pc:sldChg>
      <pc:sldChg chg="modSp mod">
        <pc:chgData name="Ms Alina Arshad" userId="cccdfd85-d35d-4453-9c6f-a463aae40722" providerId="ADAL" clId="{F914C121-27D5-40DE-A44B-03621975D748}" dt="2024-10-07T13:08:52.370" v="129" actId="20577"/>
        <pc:sldMkLst>
          <pc:docMk/>
          <pc:sldMk cId="1045239677" sldId="512"/>
        </pc:sldMkLst>
        <pc:spChg chg="mod">
          <ac:chgData name="Ms Alina Arshad" userId="cccdfd85-d35d-4453-9c6f-a463aae40722" providerId="ADAL" clId="{F914C121-27D5-40DE-A44B-03621975D748}" dt="2024-10-07T13:08:23.659" v="127" actId="1076"/>
          <ac:spMkLst>
            <pc:docMk/>
            <pc:sldMk cId="1045239677" sldId="512"/>
            <ac:spMk id="2" creationId="{00000000-0000-0000-0000-000000000000}"/>
          </ac:spMkLst>
        </pc:spChg>
        <pc:spChg chg="mod">
          <ac:chgData name="Ms Alina Arshad" userId="cccdfd85-d35d-4453-9c6f-a463aae40722" providerId="ADAL" clId="{F914C121-27D5-40DE-A44B-03621975D748}" dt="2024-10-07T13:08:52.370" v="129" actId="20577"/>
          <ac:spMkLst>
            <pc:docMk/>
            <pc:sldMk cId="1045239677" sldId="512"/>
            <ac:spMk id="3" creationId="{00000000-0000-0000-0000-000000000000}"/>
          </ac:spMkLst>
        </pc:spChg>
      </pc:sldChg>
      <pc:sldChg chg="modSp mod">
        <pc:chgData name="Ms Alina Arshad" userId="cccdfd85-d35d-4453-9c6f-a463aae40722" providerId="ADAL" clId="{F914C121-27D5-40DE-A44B-03621975D748}" dt="2024-10-07T12:55:16.637" v="27" actId="207"/>
        <pc:sldMkLst>
          <pc:docMk/>
          <pc:sldMk cId="711124051" sldId="516"/>
        </pc:sldMkLst>
        <pc:spChg chg="mod">
          <ac:chgData name="Ms Alina Arshad" userId="cccdfd85-d35d-4453-9c6f-a463aae40722" providerId="ADAL" clId="{F914C121-27D5-40DE-A44B-03621975D748}" dt="2024-10-07T12:55:16.637" v="27" actId="207"/>
          <ac:spMkLst>
            <pc:docMk/>
            <pc:sldMk cId="711124051" sldId="516"/>
            <ac:spMk id="2" creationId="{00000000-0000-0000-0000-000000000000}"/>
          </ac:spMkLst>
        </pc:spChg>
      </pc:sldChg>
      <pc:sldChg chg="del">
        <pc:chgData name="Ms Alina Arshad" userId="cccdfd85-d35d-4453-9c6f-a463aae40722" providerId="ADAL" clId="{F914C121-27D5-40DE-A44B-03621975D748}" dt="2024-10-07T13:44:00.511" v="287" actId="47"/>
        <pc:sldMkLst>
          <pc:docMk/>
          <pc:sldMk cId="1747393571" sldId="518"/>
        </pc:sldMkLst>
      </pc:sldChg>
      <pc:sldChg chg="del">
        <pc:chgData name="Ms Alina Arshad" userId="cccdfd85-d35d-4453-9c6f-a463aae40722" providerId="ADAL" clId="{F914C121-27D5-40DE-A44B-03621975D748}" dt="2024-10-07T13:44:00.952" v="288" actId="47"/>
        <pc:sldMkLst>
          <pc:docMk/>
          <pc:sldMk cId="275598820" sldId="519"/>
        </pc:sldMkLst>
      </pc:sldChg>
      <pc:sldChg chg="del">
        <pc:chgData name="Ms Alina Arshad" userId="cccdfd85-d35d-4453-9c6f-a463aae40722" providerId="ADAL" clId="{F914C121-27D5-40DE-A44B-03621975D748}" dt="2024-10-07T13:44:01.471" v="289" actId="47"/>
        <pc:sldMkLst>
          <pc:docMk/>
          <pc:sldMk cId="3035140792" sldId="522"/>
        </pc:sldMkLst>
      </pc:sldChg>
      <pc:sldChg chg="del">
        <pc:chgData name="Ms Alina Arshad" userId="cccdfd85-d35d-4453-9c6f-a463aae40722" providerId="ADAL" clId="{F914C121-27D5-40DE-A44B-03621975D748}" dt="2024-10-07T13:44:02.453" v="290" actId="47"/>
        <pc:sldMkLst>
          <pc:docMk/>
          <pc:sldMk cId="2350581562" sldId="523"/>
        </pc:sldMkLst>
      </pc:sldChg>
      <pc:sldChg chg="del">
        <pc:chgData name="Ms Alina Arshad" userId="cccdfd85-d35d-4453-9c6f-a463aae40722" providerId="ADAL" clId="{F914C121-27D5-40DE-A44B-03621975D748}" dt="2024-10-07T13:44:03.238" v="291" actId="47"/>
        <pc:sldMkLst>
          <pc:docMk/>
          <pc:sldMk cId="627369714" sldId="524"/>
        </pc:sldMkLst>
      </pc:sldChg>
      <pc:sldChg chg="modSp new mod ord">
        <pc:chgData name="Ms Alina Arshad" userId="cccdfd85-d35d-4453-9c6f-a463aae40722" providerId="ADAL" clId="{F914C121-27D5-40DE-A44B-03621975D748}" dt="2024-10-07T13:11:39.635" v="183" actId="20577"/>
        <pc:sldMkLst>
          <pc:docMk/>
          <pc:sldMk cId="2427267918" sldId="525"/>
        </pc:sldMkLst>
        <pc:spChg chg="mod">
          <ac:chgData name="Ms Alina Arshad" userId="cccdfd85-d35d-4453-9c6f-a463aae40722" providerId="ADAL" clId="{F914C121-27D5-40DE-A44B-03621975D748}" dt="2024-10-07T13:09:07.808" v="130"/>
          <ac:spMkLst>
            <pc:docMk/>
            <pc:sldMk cId="2427267918" sldId="525"/>
            <ac:spMk id="2" creationId="{E37F6D6B-52E2-13D9-241A-623409ECED82}"/>
          </ac:spMkLst>
        </pc:spChg>
        <pc:spChg chg="mod">
          <ac:chgData name="Ms Alina Arshad" userId="cccdfd85-d35d-4453-9c6f-a463aae40722" providerId="ADAL" clId="{F914C121-27D5-40DE-A44B-03621975D748}" dt="2024-10-07T13:11:39.635" v="183" actId="20577"/>
          <ac:spMkLst>
            <pc:docMk/>
            <pc:sldMk cId="2427267918" sldId="525"/>
            <ac:spMk id="3" creationId="{D24F7636-2D0D-03B4-A70E-BF1BCCC7DD42}"/>
          </ac:spMkLst>
        </pc:spChg>
      </pc:sldChg>
      <pc:sldChg chg="del">
        <pc:chgData name="Ms Alina Arshad" userId="cccdfd85-d35d-4453-9c6f-a463aae40722" providerId="ADAL" clId="{F914C121-27D5-40DE-A44B-03621975D748}" dt="2024-10-06T05:53:35.623" v="0" actId="47"/>
        <pc:sldMkLst>
          <pc:docMk/>
          <pc:sldMk cId="3654789932" sldId="525"/>
        </pc:sldMkLst>
      </pc:sldChg>
      <pc:sldChg chg="modSp new mod">
        <pc:chgData name="Ms Alina Arshad" userId="cccdfd85-d35d-4453-9c6f-a463aae40722" providerId="ADAL" clId="{F914C121-27D5-40DE-A44B-03621975D748}" dt="2024-10-07T13:13:01.438" v="195" actId="5793"/>
        <pc:sldMkLst>
          <pc:docMk/>
          <pc:sldMk cId="1270081800" sldId="526"/>
        </pc:sldMkLst>
        <pc:spChg chg="mod">
          <ac:chgData name="Ms Alina Arshad" userId="cccdfd85-d35d-4453-9c6f-a463aae40722" providerId="ADAL" clId="{F914C121-27D5-40DE-A44B-03621975D748}" dt="2024-10-07T13:12:23.914" v="184"/>
          <ac:spMkLst>
            <pc:docMk/>
            <pc:sldMk cId="1270081800" sldId="526"/>
            <ac:spMk id="2" creationId="{6E5B1C21-D1B5-5FD5-09AA-19D5F7B39D16}"/>
          </ac:spMkLst>
        </pc:spChg>
        <pc:spChg chg="mod">
          <ac:chgData name="Ms Alina Arshad" userId="cccdfd85-d35d-4453-9c6f-a463aae40722" providerId="ADAL" clId="{F914C121-27D5-40DE-A44B-03621975D748}" dt="2024-10-07T13:13:01.438" v="195" actId="5793"/>
          <ac:spMkLst>
            <pc:docMk/>
            <pc:sldMk cId="1270081800" sldId="526"/>
            <ac:spMk id="3" creationId="{0B4D9234-DC1E-63D1-6478-EB07B63884A3}"/>
          </ac:spMkLst>
        </pc:spChg>
      </pc:sldChg>
      <pc:sldChg chg="addSp delSp modSp new mod">
        <pc:chgData name="Ms Alina Arshad" userId="cccdfd85-d35d-4453-9c6f-a463aae40722" providerId="ADAL" clId="{F914C121-27D5-40DE-A44B-03621975D748}" dt="2024-10-07T13:14:45.447" v="248" actId="20577"/>
        <pc:sldMkLst>
          <pc:docMk/>
          <pc:sldMk cId="870909777" sldId="527"/>
        </pc:sldMkLst>
        <pc:spChg chg="del">
          <ac:chgData name="Ms Alina Arshad" userId="cccdfd85-d35d-4453-9c6f-a463aae40722" providerId="ADAL" clId="{F914C121-27D5-40DE-A44B-03621975D748}" dt="2024-10-07T13:03:36.458" v="47" actId="478"/>
          <ac:spMkLst>
            <pc:docMk/>
            <pc:sldMk cId="870909777" sldId="527"/>
            <ac:spMk id="2" creationId="{3E9E35B2-C05A-E334-D7E0-5743F9C9EABF}"/>
          </ac:spMkLst>
        </pc:spChg>
        <pc:spChg chg="mod">
          <ac:chgData name="Ms Alina Arshad" userId="cccdfd85-d35d-4453-9c6f-a463aae40722" providerId="ADAL" clId="{F914C121-27D5-40DE-A44B-03621975D748}" dt="2024-10-07T13:14:45.447" v="248" actId="20577"/>
          <ac:spMkLst>
            <pc:docMk/>
            <pc:sldMk cId="870909777" sldId="527"/>
            <ac:spMk id="3" creationId="{C80DA4E9-1DE3-00D3-6721-52348858C824}"/>
          </ac:spMkLst>
        </pc:spChg>
        <pc:spChg chg="add mod">
          <ac:chgData name="Ms Alina Arshad" userId="cccdfd85-d35d-4453-9c6f-a463aae40722" providerId="ADAL" clId="{F914C121-27D5-40DE-A44B-03621975D748}" dt="2024-10-07T13:14:05.503" v="230" actId="20577"/>
          <ac:spMkLst>
            <pc:docMk/>
            <pc:sldMk cId="870909777" sldId="527"/>
            <ac:spMk id="4" creationId="{0FC78A23-41CA-037C-BFCC-9A29C7B5EE39}"/>
          </ac:spMkLst>
        </pc:spChg>
      </pc:sldChg>
      <pc:sldChg chg="del">
        <pc:chgData name="Ms Alina Arshad" userId="cccdfd85-d35d-4453-9c6f-a463aae40722" providerId="ADAL" clId="{F914C121-27D5-40DE-A44B-03621975D748}" dt="2024-10-06T05:53:36.364" v="2" actId="47"/>
        <pc:sldMkLst>
          <pc:docMk/>
          <pc:sldMk cId="1051870460" sldId="527"/>
        </pc:sldMkLst>
      </pc:sldChg>
      <pc:sldChg chg="modSp new mod">
        <pc:chgData name="Ms Alina Arshad" userId="cccdfd85-d35d-4453-9c6f-a463aae40722" providerId="ADAL" clId="{F914C121-27D5-40DE-A44B-03621975D748}" dt="2024-10-07T13:16:52.103" v="283" actId="20577"/>
        <pc:sldMkLst>
          <pc:docMk/>
          <pc:sldMk cId="503587932" sldId="528"/>
        </pc:sldMkLst>
        <pc:spChg chg="mod">
          <ac:chgData name="Ms Alina Arshad" userId="cccdfd85-d35d-4453-9c6f-a463aae40722" providerId="ADAL" clId="{F914C121-27D5-40DE-A44B-03621975D748}" dt="2024-10-07T13:15:12.718" v="258" actId="113"/>
          <ac:spMkLst>
            <pc:docMk/>
            <pc:sldMk cId="503587932" sldId="528"/>
            <ac:spMk id="2" creationId="{4FD1C097-DB08-E7FD-F0E6-3182220123C7}"/>
          </ac:spMkLst>
        </pc:spChg>
        <pc:spChg chg="mod">
          <ac:chgData name="Ms Alina Arshad" userId="cccdfd85-d35d-4453-9c6f-a463aae40722" providerId="ADAL" clId="{F914C121-27D5-40DE-A44B-03621975D748}" dt="2024-10-07T13:16:52.103" v="283" actId="20577"/>
          <ac:spMkLst>
            <pc:docMk/>
            <pc:sldMk cId="503587932" sldId="528"/>
            <ac:spMk id="3" creationId="{1A1CDF7E-3834-5C8D-DFBE-531D101A666D}"/>
          </ac:spMkLst>
        </pc:spChg>
      </pc:sldChg>
      <pc:sldChg chg="del">
        <pc:chgData name="Ms Alina Arshad" userId="cccdfd85-d35d-4453-9c6f-a463aae40722" providerId="ADAL" clId="{F914C121-27D5-40DE-A44B-03621975D748}" dt="2024-10-06T05:53:36.865" v="3" actId="47"/>
        <pc:sldMkLst>
          <pc:docMk/>
          <pc:sldMk cId="1758917919" sldId="528"/>
        </pc:sldMkLst>
      </pc:sldChg>
      <pc:sldChg chg="addSp delSp modSp new mod">
        <pc:chgData name="Ms Alina Arshad" userId="cccdfd85-d35d-4453-9c6f-a463aae40722" providerId="ADAL" clId="{F914C121-27D5-40DE-A44B-03621975D748}" dt="2024-10-07T13:18:10.111" v="285" actId="1076"/>
        <pc:sldMkLst>
          <pc:docMk/>
          <pc:sldMk cId="1646226232" sldId="529"/>
        </pc:sldMkLst>
        <pc:spChg chg="add del mod">
          <ac:chgData name="Ms Alina Arshad" userId="cccdfd85-d35d-4453-9c6f-a463aae40722" providerId="ADAL" clId="{F914C121-27D5-40DE-A44B-03621975D748}" dt="2024-10-07T13:04:50.809" v="89" actId="478"/>
          <ac:spMkLst>
            <pc:docMk/>
            <pc:sldMk cId="1646226232" sldId="529"/>
            <ac:spMk id="3" creationId="{48A03DF7-526A-149F-40DC-6BC0D54F51D3}"/>
          </ac:spMkLst>
        </pc:spChg>
        <pc:graphicFrameChg chg="add mod modGraphic">
          <ac:chgData name="Ms Alina Arshad" userId="cccdfd85-d35d-4453-9c6f-a463aae40722" providerId="ADAL" clId="{F914C121-27D5-40DE-A44B-03621975D748}" dt="2024-10-07T13:18:10.111" v="285" actId="1076"/>
          <ac:graphicFrameMkLst>
            <pc:docMk/>
            <pc:sldMk cId="1646226232" sldId="529"/>
            <ac:graphicFrameMk id="2" creationId="{D85D5C57-72E3-7FB1-3FA8-F393EFF5D1D8}"/>
          </ac:graphicFrameMkLst>
        </pc:graphicFrameChg>
      </pc:sldChg>
      <pc:sldChg chg="del">
        <pc:chgData name="Ms Alina Arshad" userId="cccdfd85-d35d-4453-9c6f-a463aae40722" providerId="ADAL" clId="{F914C121-27D5-40DE-A44B-03621975D748}" dt="2024-10-06T05:53:37.420" v="4" actId="47"/>
        <pc:sldMkLst>
          <pc:docMk/>
          <pc:sldMk cId="2613136086" sldId="529"/>
        </pc:sldMkLst>
      </pc:sldChg>
      <pc:sldChg chg="del">
        <pc:chgData name="Ms Alina Arshad" userId="cccdfd85-d35d-4453-9c6f-a463aae40722" providerId="ADAL" clId="{F914C121-27D5-40DE-A44B-03621975D748}" dt="2024-10-06T05:53:38.334" v="6" actId="47"/>
        <pc:sldMkLst>
          <pc:docMk/>
          <pc:sldMk cId="1875193234" sldId="530"/>
        </pc:sldMkLst>
      </pc:sldChg>
      <pc:sldChg chg="del">
        <pc:chgData name="Ms Alina Arshad" userId="cccdfd85-d35d-4453-9c6f-a463aae40722" providerId="ADAL" clId="{F914C121-27D5-40DE-A44B-03621975D748}" dt="2024-10-06T05:53:38.936" v="7" actId="47"/>
        <pc:sldMkLst>
          <pc:docMk/>
          <pc:sldMk cId="3545550237" sldId="532"/>
        </pc:sldMkLst>
      </pc:sldChg>
      <pc:sldChg chg="del">
        <pc:chgData name="Ms Alina Arshad" userId="cccdfd85-d35d-4453-9c6f-a463aae40722" providerId="ADAL" clId="{F914C121-27D5-40DE-A44B-03621975D748}" dt="2024-10-06T05:53:39.389" v="8" actId="47"/>
        <pc:sldMkLst>
          <pc:docMk/>
          <pc:sldMk cId="3162381277" sldId="534"/>
        </pc:sldMkLst>
      </pc:sldChg>
      <pc:sldChg chg="del">
        <pc:chgData name="Ms Alina Arshad" userId="cccdfd85-d35d-4453-9c6f-a463aae40722" providerId="ADAL" clId="{F914C121-27D5-40DE-A44B-03621975D748}" dt="2024-10-06T05:53:39.823" v="9" actId="47"/>
        <pc:sldMkLst>
          <pc:docMk/>
          <pc:sldMk cId="1199260640" sldId="535"/>
        </pc:sldMkLst>
      </pc:sldChg>
    </pc:docChg>
  </pc:docChgLst>
  <pc:docChgLst>
    <pc:chgData name="Ms Alina Arshad" userId="cccdfd85-d35d-4453-9c6f-a463aae40722" providerId="ADAL" clId="{9541C8B4-1A47-44F6-A982-5B5653426906}"/>
    <pc:docChg chg="modSld">
      <pc:chgData name="Ms Alina Arshad" userId="cccdfd85-d35d-4453-9c6f-a463aae40722" providerId="ADAL" clId="{9541C8B4-1A47-44F6-A982-5B5653426906}" dt="2024-10-15T04:27:35.077" v="12" actId="207"/>
      <pc:docMkLst>
        <pc:docMk/>
      </pc:docMkLst>
      <pc:sldChg chg="modSp mod">
        <pc:chgData name="Ms Alina Arshad" userId="cccdfd85-d35d-4453-9c6f-a463aae40722" providerId="ADAL" clId="{9541C8B4-1A47-44F6-A982-5B5653426906}" dt="2024-10-15T04:26:56.468" v="3" actId="14100"/>
        <pc:sldMkLst>
          <pc:docMk/>
          <pc:sldMk cId="3777174035" sldId="314"/>
        </pc:sldMkLst>
        <pc:spChg chg="mod">
          <ac:chgData name="Ms Alina Arshad" userId="cccdfd85-d35d-4453-9c6f-a463aae40722" providerId="ADAL" clId="{9541C8B4-1A47-44F6-A982-5B5653426906}" dt="2024-10-15T04:26:52.133" v="2" actId="113"/>
          <ac:spMkLst>
            <pc:docMk/>
            <pc:sldMk cId="3777174035" sldId="314"/>
            <ac:spMk id="2" creationId="{00000000-0000-0000-0000-000000000000}"/>
          </ac:spMkLst>
        </pc:spChg>
        <pc:spChg chg="mod">
          <ac:chgData name="Ms Alina Arshad" userId="cccdfd85-d35d-4453-9c6f-a463aae40722" providerId="ADAL" clId="{9541C8B4-1A47-44F6-A982-5B5653426906}" dt="2024-10-15T04:26:56.468" v="3" actId="14100"/>
          <ac:spMkLst>
            <pc:docMk/>
            <pc:sldMk cId="3777174035" sldId="314"/>
            <ac:spMk id="3" creationId="{00000000-0000-0000-0000-000000000000}"/>
          </ac:spMkLst>
        </pc:spChg>
      </pc:sldChg>
      <pc:sldChg chg="modSp mod">
        <pc:chgData name="Ms Alina Arshad" userId="cccdfd85-d35d-4453-9c6f-a463aae40722" providerId="ADAL" clId="{9541C8B4-1A47-44F6-A982-5B5653426906}" dt="2024-10-15T04:27:06.548" v="5" actId="207"/>
        <pc:sldMkLst>
          <pc:docMk/>
          <pc:sldMk cId="4181556699" sldId="315"/>
        </pc:sldMkLst>
        <pc:spChg chg="mod">
          <ac:chgData name="Ms Alina Arshad" userId="cccdfd85-d35d-4453-9c6f-a463aae40722" providerId="ADAL" clId="{9541C8B4-1A47-44F6-A982-5B5653426906}" dt="2024-10-15T04:27:02.915" v="4" actId="207"/>
          <ac:spMkLst>
            <pc:docMk/>
            <pc:sldMk cId="4181556699" sldId="315"/>
            <ac:spMk id="2" creationId="{00000000-0000-0000-0000-000000000000}"/>
          </ac:spMkLst>
        </pc:spChg>
        <pc:spChg chg="mod">
          <ac:chgData name="Ms Alina Arshad" userId="cccdfd85-d35d-4453-9c6f-a463aae40722" providerId="ADAL" clId="{9541C8B4-1A47-44F6-A982-5B5653426906}" dt="2024-10-15T04:27:06.548" v="5" actId="207"/>
          <ac:spMkLst>
            <pc:docMk/>
            <pc:sldMk cId="4181556699" sldId="315"/>
            <ac:spMk id="3" creationId="{00000000-0000-0000-0000-000000000000}"/>
          </ac:spMkLst>
        </pc:spChg>
      </pc:sldChg>
      <pc:sldChg chg="modSp mod">
        <pc:chgData name="Ms Alina Arshad" userId="cccdfd85-d35d-4453-9c6f-a463aae40722" providerId="ADAL" clId="{9541C8B4-1A47-44F6-A982-5B5653426906}" dt="2024-10-15T04:27:13.785" v="6" actId="207"/>
        <pc:sldMkLst>
          <pc:docMk/>
          <pc:sldMk cId="1268528167" sldId="316"/>
        </pc:sldMkLst>
        <pc:spChg chg="mod">
          <ac:chgData name="Ms Alina Arshad" userId="cccdfd85-d35d-4453-9c6f-a463aae40722" providerId="ADAL" clId="{9541C8B4-1A47-44F6-A982-5B5653426906}" dt="2024-10-15T04:27:13.785" v="6" actId="207"/>
          <ac:spMkLst>
            <pc:docMk/>
            <pc:sldMk cId="1268528167" sldId="316"/>
            <ac:spMk id="2" creationId="{00000000-0000-0000-0000-000000000000}"/>
          </ac:spMkLst>
        </pc:spChg>
      </pc:sldChg>
      <pc:sldChg chg="modSp mod">
        <pc:chgData name="Ms Alina Arshad" userId="cccdfd85-d35d-4453-9c6f-a463aae40722" providerId="ADAL" clId="{9541C8B4-1A47-44F6-A982-5B5653426906}" dt="2024-10-15T04:27:23.135" v="8" actId="207"/>
        <pc:sldMkLst>
          <pc:docMk/>
          <pc:sldMk cId="2565091885" sldId="317"/>
        </pc:sldMkLst>
        <pc:spChg chg="mod">
          <ac:chgData name="Ms Alina Arshad" userId="cccdfd85-d35d-4453-9c6f-a463aae40722" providerId="ADAL" clId="{9541C8B4-1A47-44F6-A982-5B5653426906}" dt="2024-10-15T04:27:20.669" v="7" actId="207"/>
          <ac:spMkLst>
            <pc:docMk/>
            <pc:sldMk cId="2565091885" sldId="317"/>
            <ac:spMk id="2" creationId="{00000000-0000-0000-0000-000000000000}"/>
          </ac:spMkLst>
        </pc:spChg>
        <pc:spChg chg="mod">
          <ac:chgData name="Ms Alina Arshad" userId="cccdfd85-d35d-4453-9c6f-a463aae40722" providerId="ADAL" clId="{9541C8B4-1A47-44F6-A982-5B5653426906}" dt="2024-10-15T04:27:23.135" v="8" actId="207"/>
          <ac:spMkLst>
            <pc:docMk/>
            <pc:sldMk cId="2565091885" sldId="317"/>
            <ac:spMk id="3" creationId="{00000000-0000-0000-0000-000000000000}"/>
          </ac:spMkLst>
        </pc:spChg>
      </pc:sldChg>
      <pc:sldChg chg="modSp mod">
        <pc:chgData name="Ms Alina Arshad" userId="cccdfd85-d35d-4453-9c6f-a463aae40722" providerId="ADAL" clId="{9541C8B4-1A47-44F6-A982-5B5653426906}" dt="2024-10-15T04:27:28.467" v="10" actId="207"/>
        <pc:sldMkLst>
          <pc:docMk/>
          <pc:sldMk cId="3888176007" sldId="318"/>
        </pc:sldMkLst>
        <pc:spChg chg="mod">
          <ac:chgData name="Ms Alina Arshad" userId="cccdfd85-d35d-4453-9c6f-a463aae40722" providerId="ADAL" clId="{9541C8B4-1A47-44F6-A982-5B5653426906}" dt="2024-10-15T04:27:26.398" v="9" actId="207"/>
          <ac:spMkLst>
            <pc:docMk/>
            <pc:sldMk cId="3888176007" sldId="318"/>
            <ac:spMk id="2" creationId="{00000000-0000-0000-0000-000000000000}"/>
          </ac:spMkLst>
        </pc:spChg>
        <pc:spChg chg="mod">
          <ac:chgData name="Ms Alina Arshad" userId="cccdfd85-d35d-4453-9c6f-a463aae40722" providerId="ADAL" clId="{9541C8B4-1A47-44F6-A982-5B5653426906}" dt="2024-10-15T04:27:28.467" v="10" actId="207"/>
          <ac:spMkLst>
            <pc:docMk/>
            <pc:sldMk cId="3888176007" sldId="318"/>
            <ac:spMk id="3" creationId="{00000000-0000-0000-0000-000000000000}"/>
          </ac:spMkLst>
        </pc:spChg>
      </pc:sldChg>
      <pc:sldChg chg="modSp mod">
        <pc:chgData name="Ms Alina Arshad" userId="cccdfd85-d35d-4453-9c6f-a463aae40722" providerId="ADAL" clId="{9541C8B4-1A47-44F6-A982-5B5653426906}" dt="2024-10-15T04:27:35.077" v="12" actId="207"/>
        <pc:sldMkLst>
          <pc:docMk/>
          <pc:sldMk cId="3310025659" sldId="319"/>
        </pc:sldMkLst>
        <pc:spChg chg="mod">
          <ac:chgData name="Ms Alina Arshad" userId="cccdfd85-d35d-4453-9c6f-a463aae40722" providerId="ADAL" clId="{9541C8B4-1A47-44F6-A982-5B5653426906}" dt="2024-10-15T04:27:33.131" v="11" actId="207"/>
          <ac:spMkLst>
            <pc:docMk/>
            <pc:sldMk cId="3310025659" sldId="319"/>
            <ac:spMk id="2" creationId="{00000000-0000-0000-0000-000000000000}"/>
          </ac:spMkLst>
        </pc:spChg>
        <pc:spChg chg="mod">
          <ac:chgData name="Ms Alina Arshad" userId="cccdfd85-d35d-4453-9c6f-a463aae40722" providerId="ADAL" clId="{9541C8B4-1A47-44F6-A982-5B5653426906}" dt="2024-10-15T04:27:35.077" v="12" actId="207"/>
          <ac:spMkLst>
            <pc:docMk/>
            <pc:sldMk cId="3310025659" sldId="319"/>
            <ac:spMk id="3" creationId="{00000000-0000-0000-0000-000000000000}"/>
          </ac:spMkLst>
        </pc:spChg>
      </pc:sldChg>
    </pc:docChg>
  </pc:docChgLst>
  <pc:docChgLst>
    <pc:chgData name="Ms Alina Arshad" userId="cccdfd85-d35d-4453-9c6f-a463aae40722" providerId="ADAL" clId="{32985948-661D-45EF-9212-3BF9750EF1D6}"/>
    <pc:docChg chg="undo custSel addSld delSld modSld">
      <pc:chgData name="Ms Alina Arshad" userId="cccdfd85-d35d-4453-9c6f-a463aae40722" providerId="ADAL" clId="{32985948-661D-45EF-9212-3BF9750EF1D6}" dt="2024-09-29T11:40:01.801" v="677" actId="20577"/>
      <pc:docMkLst>
        <pc:docMk/>
      </pc:docMkLst>
      <pc:sldChg chg="modSp mod">
        <pc:chgData name="Ms Alina Arshad" userId="cccdfd85-d35d-4453-9c6f-a463aae40722" providerId="ADAL" clId="{32985948-661D-45EF-9212-3BF9750EF1D6}" dt="2024-09-29T04:49:30.477" v="45" actId="1076"/>
        <pc:sldMkLst>
          <pc:docMk/>
          <pc:sldMk cId="3322361034" sldId="256"/>
        </pc:sldMkLst>
        <pc:spChg chg="mod">
          <ac:chgData name="Ms Alina Arshad" userId="cccdfd85-d35d-4453-9c6f-a463aae40722" providerId="ADAL" clId="{32985948-661D-45EF-9212-3BF9750EF1D6}" dt="2024-09-29T04:49:30.477" v="45" actId="1076"/>
          <ac:spMkLst>
            <pc:docMk/>
            <pc:sldMk cId="3322361034" sldId="256"/>
            <ac:spMk id="3" creationId="{44E9F82C-BBA7-3495-1097-BEDB54FFFDF4}"/>
          </ac:spMkLst>
        </pc:spChg>
        <pc:spChg chg="mod">
          <ac:chgData name="Ms Alina Arshad" userId="cccdfd85-d35d-4453-9c6f-a463aae40722" providerId="ADAL" clId="{32985948-661D-45EF-9212-3BF9750EF1D6}" dt="2024-09-29T04:49:26.874" v="44" actId="1076"/>
          <ac:spMkLst>
            <pc:docMk/>
            <pc:sldMk cId="3322361034" sldId="256"/>
            <ac:spMk id="5" creationId="{75DE143E-53E3-798D-07E7-8D85DD770A95}"/>
          </ac:spMkLst>
        </pc:spChg>
      </pc:sldChg>
      <pc:sldChg chg="add del">
        <pc:chgData name="Ms Alina Arshad" userId="cccdfd85-d35d-4453-9c6f-a463aae40722" providerId="ADAL" clId="{32985948-661D-45EF-9212-3BF9750EF1D6}" dt="2024-09-29T04:49:39.110" v="47" actId="47"/>
        <pc:sldMkLst>
          <pc:docMk/>
          <pc:sldMk cId="987785057" sldId="258"/>
        </pc:sldMkLst>
      </pc:sldChg>
      <pc:sldChg chg="modSp add del mod">
        <pc:chgData name="Ms Alina Arshad" userId="cccdfd85-d35d-4453-9c6f-a463aae40722" providerId="ADAL" clId="{32985948-661D-45EF-9212-3BF9750EF1D6}" dt="2024-09-29T04:49:34.214" v="46" actId="47"/>
        <pc:sldMkLst>
          <pc:docMk/>
          <pc:sldMk cId="2348086917" sldId="280"/>
        </pc:sldMkLst>
        <pc:spChg chg="mod">
          <ac:chgData name="Ms Alina Arshad" userId="cccdfd85-d35d-4453-9c6f-a463aae40722" providerId="ADAL" clId="{32985948-661D-45EF-9212-3BF9750EF1D6}" dt="2024-09-29T04:48:48.551" v="10" actId="368"/>
          <ac:spMkLst>
            <pc:docMk/>
            <pc:sldMk cId="2348086917" sldId="280"/>
            <ac:spMk id="5" creationId="{00000000-0000-0000-0000-000000000000}"/>
          </ac:spMkLst>
        </pc:spChg>
      </pc:sldChg>
      <pc:sldChg chg="add del">
        <pc:chgData name="Ms Alina Arshad" userId="cccdfd85-d35d-4453-9c6f-a463aae40722" providerId="ADAL" clId="{32985948-661D-45EF-9212-3BF9750EF1D6}" dt="2024-09-29T04:49:54.369" v="48" actId="47"/>
        <pc:sldMkLst>
          <pc:docMk/>
          <pc:sldMk cId="1032267902" sldId="313"/>
        </pc:sldMkLst>
      </pc:sldChg>
      <pc:sldChg chg="del">
        <pc:chgData name="Ms Alina Arshad" userId="cccdfd85-d35d-4453-9c6f-a463aae40722" providerId="ADAL" clId="{32985948-661D-45EF-9212-3BF9750EF1D6}" dt="2024-09-29T04:47:46.044" v="1" actId="47"/>
        <pc:sldMkLst>
          <pc:docMk/>
          <pc:sldMk cId="3502560203" sldId="465"/>
        </pc:sldMkLst>
      </pc:sldChg>
      <pc:sldChg chg="del">
        <pc:chgData name="Ms Alina Arshad" userId="cccdfd85-d35d-4453-9c6f-a463aae40722" providerId="ADAL" clId="{32985948-661D-45EF-9212-3BF9750EF1D6}" dt="2024-09-29T04:47:46.450" v="2" actId="47"/>
        <pc:sldMkLst>
          <pc:docMk/>
          <pc:sldMk cId="4240682665" sldId="466"/>
        </pc:sldMkLst>
      </pc:sldChg>
      <pc:sldChg chg="del">
        <pc:chgData name="Ms Alina Arshad" userId="cccdfd85-d35d-4453-9c6f-a463aae40722" providerId="ADAL" clId="{32985948-661D-45EF-9212-3BF9750EF1D6}" dt="2024-09-29T04:47:46.804" v="3" actId="47"/>
        <pc:sldMkLst>
          <pc:docMk/>
          <pc:sldMk cId="1253061490" sldId="467"/>
        </pc:sldMkLst>
      </pc:sldChg>
      <pc:sldChg chg="del">
        <pc:chgData name="Ms Alina Arshad" userId="cccdfd85-d35d-4453-9c6f-a463aae40722" providerId="ADAL" clId="{32985948-661D-45EF-9212-3BF9750EF1D6}" dt="2024-09-29T04:47:47.168" v="4" actId="47"/>
        <pc:sldMkLst>
          <pc:docMk/>
          <pc:sldMk cId="1729599593" sldId="468"/>
        </pc:sldMkLst>
      </pc:sldChg>
      <pc:sldChg chg="del">
        <pc:chgData name="Ms Alina Arshad" userId="cccdfd85-d35d-4453-9c6f-a463aae40722" providerId="ADAL" clId="{32985948-661D-45EF-9212-3BF9750EF1D6}" dt="2024-09-29T04:47:47.478" v="5" actId="47"/>
        <pc:sldMkLst>
          <pc:docMk/>
          <pc:sldMk cId="174372872" sldId="469"/>
        </pc:sldMkLst>
      </pc:sldChg>
      <pc:sldChg chg="del">
        <pc:chgData name="Ms Alina Arshad" userId="cccdfd85-d35d-4453-9c6f-a463aae40722" providerId="ADAL" clId="{32985948-661D-45EF-9212-3BF9750EF1D6}" dt="2024-09-29T04:47:48.252" v="7" actId="47"/>
        <pc:sldMkLst>
          <pc:docMk/>
          <pc:sldMk cId="1593451177" sldId="472"/>
        </pc:sldMkLst>
      </pc:sldChg>
      <pc:sldChg chg="del">
        <pc:chgData name="Ms Alina Arshad" userId="cccdfd85-d35d-4453-9c6f-a463aae40722" providerId="ADAL" clId="{32985948-661D-45EF-9212-3BF9750EF1D6}" dt="2024-09-29T04:47:45.581" v="0" actId="47"/>
        <pc:sldMkLst>
          <pc:docMk/>
          <pc:sldMk cId="3011208458" sldId="473"/>
        </pc:sldMkLst>
      </pc:sldChg>
      <pc:sldChg chg="del">
        <pc:chgData name="Ms Alina Arshad" userId="cccdfd85-d35d-4453-9c6f-a463aae40722" providerId="ADAL" clId="{32985948-661D-45EF-9212-3BF9750EF1D6}" dt="2024-09-29T04:47:47.777" v="6" actId="47"/>
        <pc:sldMkLst>
          <pc:docMk/>
          <pc:sldMk cId="457050581" sldId="475"/>
        </pc:sldMkLst>
      </pc:sldChg>
      <pc:sldChg chg="delSp modSp add mod delAnim">
        <pc:chgData name="Ms Alina Arshad" userId="cccdfd85-d35d-4453-9c6f-a463aae40722" providerId="ADAL" clId="{32985948-661D-45EF-9212-3BF9750EF1D6}" dt="2024-09-29T11:40:01.801" v="677" actId="20577"/>
        <pc:sldMkLst>
          <pc:docMk/>
          <pc:sldMk cId="1317028974" sldId="475"/>
        </pc:sldMkLst>
        <pc:spChg chg="mod">
          <ac:chgData name="Ms Alina Arshad" userId="cccdfd85-d35d-4453-9c6f-a463aae40722" providerId="ADAL" clId="{32985948-661D-45EF-9212-3BF9750EF1D6}" dt="2024-09-29T11:40:01.801" v="677" actId="20577"/>
          <ac:spMkLst>
            <pc:docMk/>
            <pc:sldMk cId="1317028974" sldId="475"/>
            <ac:spMk id="2" creationId="{00000000-0000-0000-0000-000000000000}"/>
          </ac:spMkLst>
        </pc:spChg>
        <pc:spChg chg="mod">
          <ac:chgData name="Ms Alina Arshad" userId="cccdfd85-d35d-4453-9c6f-a463aae40722" providerId="ADAL" clId="{32985948-661D-45EF-9212-3BF9750EF1D6}" dt="2024-09-29T07:59:38.105" v="330" actId="20577"/>
          <ac:spMkLst>
            <pc:docMk/>
            <pc:sldMk cId="1317028974" sldId="475"/>
            <ac:spMk id="3" creationId="{00000000-0000-0000-0000-000000000000}"/>
          </ac:spMkLst>
        </pc:spChg>
        <pc:spChg chg="del">
          <ac:chgData name="Ms Alina Arshad" userId="cccdfd85-d35d-4453-9c6f-a463aae40722" providerId="ADAL" clId="{32985948-661D-45EF-9212-3BF9750EF1D6}" dt="2024-09-29T04:50:29.988" v="51" actId="478"/>
          <ac:spMkLst>
            <pc:docMk/>
            <pc:sldMk cId="1317028974" sldId="475"/>
            <ac:spMk id="4" creationId="{00000000-0000-0000-0000-000000000000}"/>
          </ac:spMkLst>
        </pc:spChg>
        <pc:spChg chg="del">
          <ac:chgData name="Ms Alina Arshad" userId="cccdfd85-d35d-4453-9c6f-a463aae40722" providerId="ADAL" clId="{32985948-661D-45EF-9212-3BF9750EF1D6}" dt="2024-09-29T07:57:49.173" v="252" actId="478"/>
          <ac:spMkLst>
            <pc:docMk/>
            <pc:sldMk cId="1317028974" sldId="475"/>
            <ac:spMk id="5" creationId="{00000000-0000-0000-0000-000000000000}"/>
          </ac:spMkLst>
        </pc:spChg>
        <pc:picChg chg="del mod">
          <ac:chgData name="Ms Alina Arshad" userId="cccdfd85-d35d-4453-9c6f-a463aae40722" providerId="ADAL" clId="{32985948-661D-45EF-9212-3BF9750EF1D6}" dt="2024-09-29T07:57:47.155" v="251" actId="478"/>
          <ac:picMkLst>
            <pc:docMk/>
            <pc:sldMk cId="1317028974" sldId="475"/>
            <ac:picMk id="6" creationId="{00000000-0000-0000-0000-000000000000}"/>
          </ac:picMkLst>
        </pc:picChg>
      </pc:sldChg>
      <pc:sldChg chg="addSp delSp modSp add mod delAnim">
        <pc:chgData name="Ms Alina Arshad" userId="cccdfd85-d35d-4453-9c6f-a463aae40722" providerId="ADAL" clId="{32985948-661D-45EF-9212-3BF9750EF1D6}" dt="2024-09-29T08:06:47.981" v="374" actId="1076"/>
        <pc:sldMkLst>
          <pc:docMk/>
          <pc:sldMk cId="1999589581" sldId="476"/>
        </pc:sldMkLst>
        <pc:spChg chg="mod">
          <ac:chgData name="Ms Alina Arshad" userId="cccdfd85-d35d-4453-9c6f-a463aae40722" providerId="ADAL" clId="{32985948-661D-45EF-9212-3BF9750EF1D6}" dt="2024-09-29T08:01:18.508" v="331" actId="207"/>
          <ac:spMkLst>
            <pc:docMk/>
            <pc:sldMk cId="1999589581" sldId="476"/>
            <ac:spMk id="2" creationId="{00000000-0000-0000-0000-000000000000}"/>
          </ac:spMkLst>
        </pc:spChg>
        <pc:spChg chg="mod">
          <ac:chgData name="Ms Alina Arshad" userId="cccdfd85-d35d-4453-9c6f-a463aae40722" providerId="ADAL" clId="{32985948-661D-45EF-9212-3BF9750EF1D6}" dt="2024-09-29T08:06:37.805" v="373" actId="403"/>
          <ac:spMkLst>
            <pc:docMk/>
            <pc:sldMk cId="1999589581" sldId="476"/>
            <ac:spMk id="3" creationId="{00000000-0000-0000-0000-000000000000}"/>
          </ac:spMkLst>
        </pc:spChg>
        <pc:spChg chg="del">
          <ac:chgData name="Ms Alina Arshad" userId="cccdfd85-d35d-4453-9c6f-a463aae40722" providerId="ADAL" clId="{32985948-661D-45EF-9212-3BF9750EF1D6}" dt="2024-09-29T04:51:22.726" v="67" actId="478"/>
          <ac:spMkLst>
            <pc:docMk/>
            <pc:sldMk cId="1999589581" sldId="476"/>
            <ac:spMk id="4" creationId="{00000000-0000-0000-0000-000000000000}"/>
          </ac:spMkLst>
        </pc:spChg>
        <pc:spChg chg="del">
          <ac:chgData name="Ms Alina Arshad" userId="cccdfd85-d35d-4453-9c6f-a463aae40722" providerId="ADAL" clId="{32985948-661D-45EF-9212-3BF9750EF1D6}" dt="2024-09-29T04:51:24.730" v="68" actId="478"/>
          <ac:spMkLst>
            <pc:docMk/>
            <pc:sldMk cId="1999589581" sldId="476"/>
            <ac:spMk id="5" creationId="{00000000-0000-0000-0000-000000000000}"/>
          </ac:spMkLst>
        </pc:spChg>
        <pc:spChg chg="add mod">
          <ac:chgData name="Ms Alina Arshad" userId="cccdfd85-d35d-4453-9c6f-a463aae40722" providerId="ADAL" clId="{32985948-661D-45EF-9212-3BF9750EF1D6}" dt="2024-09-29T08:06:29.680" v="370" actId="207"/>
          <ac:spMkLst>
            <pc:docMk/>
            <pc:sldMk cId="1999589581" sldId="476"/>
            <ac:spMk id="5" creationId="{F0FC1B4B-EFA7-313C-F90C-846A894B9230}"/>
          </ac:spMkLst>
        </pc:spChg>
        <pc:picChg chg="mod">
          <ac:chgData name="Ms Alina Arshad" userId="cccdfd85-d35d-4453-9c6f-a463aae40722" providerId="ADAL" clId="{32985948-661D-45EF-9212-3BF9750EF1D6}" dt="2024-09-29T08:06:47.981" v="374" actId="1076"/>
          <ac:picMkLst>
            <pc:docMk/>
            <pc:sldMk cId="1999589581" sldId="476"/>
            <ac:picMk id="6" creationId="{00000000-0000-0000-0000-000000000000}"/>
          </ac:picMkLst>
        </pc:picChg>
        <pc:picChg chg="del mod">
          <ac:chgData name="Ms Alina Arshad" userId="cccdfd85-d35d-4453-9c6f-a463aae40722" providerId="ADAL" clId="{32985948-661D-45EF-9212-3BF9750EF1D6}" dt="2024-09-29T08:04:51.266" v="333" actId="478"/>
          <ac:picMkLst>
            <pc:docMk/>
            <pc:sldMk cId="1999589581" sldId="476"/>
            <ac:picMk id="8" creationId="{00000000-0000-0000-0000-000000000000}"/>
          </ac:picMkLst>
        </pc:picChg>
      </pc:sldChg>
      <pc:sldChg chg="addSp delSp modSp add mod modNotesTx">
        <pc:chgData name="Ms Alina Arshad" userId="cccdfd85-d35d-4453-9c6f-a463aae40722" providerId="ADAL" clId="{32985948-661D-45EF-9212-3BF9750EF1D6}" dt="2024-09-29T09:05:12.947" v="502" actId="1036"/>
        <pc:sldMkLst>
          <pc:docMk/>
          <pc:sldMk cId="4056107159" sldId="477"/>
        </pc:sldMkLst>
        <pc:spChg chg="mod">
          <ac:chgData name="Ms Alina Arshad" userId="cccdfd85-d35d-4453-9c6f-a463aae40722" providerId="ADAL" clId="{32985948-661D-45EF-9212-3BF9750EF1D6}" dt="2024-09-29T04:51:55.633" v="75" actId="113"/>
          <ac:spMkLst>
            <pc:docMk/>
            <pc:sldMk cId="4056107159" sldId="477"/>
            <ac:spMk id="2" creationId="{00000000-0000-0000-0000-000000000000}"/>
          </ac:spMkLst>
        </pc:spChg>
        <pc:spChg chg="del">
          <ac:chgData name="Ms Alina Arshad" userId="cccdfd85-d35d-4453-9c6f-a463aae40722" providerId="ADAL" clId="{32985948-661D-45EF-9212-3BF9750EF1D6}" dt="2024-09-29T04:53:00.586" v="90" actId="478"/>
          <ac:spMkLst>
            <pc:docMk/>
            <pc:sldMk cId="4056107159" sldId="477"/>
            <ac:spMk id="4" creationId="{00000000-0000-0000-0000-000000000000}"/>
          </ac:spMkLst>
        </pc:spChg>
        <pc:spChg chg="del">
          <ac:chgData name="Ms Alina Arshad" userId="cccdfd85-d35d-4453-9c6f-a463aae40722" providerId="ADAL" clId="{32985948-661D-45EF-9212-3BF9750EF1D6}" dt="2024-09-29T04:52:53.893" v="89" actId="478"/>
          <ac:spMkLst>
            <pc:docMk/>
            <pc:sldMk cId="4056107159" sldId="477"/>
            <ac:spMk id="5" creationId="{00000000-0000-0000-0000-000000000000}"/>
          </ac:spMkLst>
        </pc:spChg>
        <pc:spChg chg="add mod">
          <ac:chgData name="Ms Alina Arshad" userId="cccdfd85-d35d-4453-9c6f-a463aae40722" providerId="ADAL" clId="{32985948-661D-45EF-9212-3BF9750EF1D6}" dt="2024-09-29T09:05:12.947" v="502" actId="1036"/>
          <ac:spMkLst>
            <pc:docMk/>
            <pc:sldMk cId="4056107159" sldId="477"/>
            <ac:spMk id="5" creationId="{23586CC7-BCFB-60C9-94BB-FF3EBB06A1D4}"/>
          </ac:spMkLst>
        </pc:spChg>
        <pc:picChg chg="del mod">
          <ac:chgData name="Ms Alina Arshad" userId="cccdfd85-d35d-4453-9c6f-a463aae40722" providerId="ADAL" clId="{32985948-661D-45EF-9212-3BF9750EF1D6}" dt="2024-09-29T04:53:21.891" v="92" actId="478"/>
          <ac:picMkLst>
            <pc:docMk/>
            <pc:sldMk cId="4056107159" sldId="477"/>
            <ac:picMk id="6" creationId="{00000000-0000-0000-0000-000000000000}"/>
          </ac:picMkLst>
        </pc:picChg>
        <pc:picChg chg="del mod">
          <ac:chgData name="Ms Alina Arshad" userId="cccdfd85-d35d-4453-9c6f-a463aae40722" providerId="ADAL" clId="{32985948-661D-45EF-9212-3BF9750EF1D6}" dt="2024-09-29T08:07:12.619" v="375" actId="478"/>
          <ac:picMkLst>
            <pc:docMk/>
            <pc:sldMk cId="4056107159" sldId="477"/>
            <ac:picMk id="7" creationId="{00000000-0000-0000-0000-000000000000}"/>
          </ac:picMkLst>
        </pc:picChg>
        <pc:picChg chg="del mod">
          <ac:chgData name="Ms Alina Arshad" userId="cccdfd85-d35d-4453-9c6f-a463aae40722" providerId="ADAL" clId="{32985948-661D-45EF-9212-3BF9750EF1D6}" dt="2024-09-29T04:53:23.715" v="93" actId="478"/>
          <ac:picMkLst>
            <pc:docMk/>
            <pc:sldMk cId="4056107159" sldId="477"/>
            <ac:picMk id="8" creationId="{00000000-0000-0000-0000-000000000000}"/>
          </ac:picMkLst>
        </pc:picChg>
      </pc:sldChg>
      <pc:sldChg chg="addSp delSp modSp add mod delAnim">
        <pc:chgData name="Ms Alina Arshad" userId="cccdfd85-d35d-4453-9c6f-a463aae40722" providerId="ADAL" clId="{32985948-661D-45EF-9212-3BF9750EF1D6}" dt="2024-09-29T08:15:06.065" v="479" actId="20577"/>
        <pc:sldMkLst>
          <pc:docMk/>
          <pc:sldMk cId="3142530740" sldId="478"/>
        </pc:sldMkLst>
        <pc:spChg chg="mod">
          <ac:chgData name="Ms Alina Arshad" userId="cccdfd85-d35d-4453-9c6f-a463aae40722" providerId="ADAL" clId="{32985948-661D-45EF-9212-3BF9750EF1D6}" dt="2024-09-29T04:54:29.523" v="102" actId="113"/>
          <ac:spMkLst>
            <pc:docMk/>
            <pc:sldMk cId="3142530740" sldId="478"/>
            <ac:spMk id="2" creationId="{00000000-0000-0000-0000-000000000000}"/>
          </ac:spMkLst>
        </pc:spChg>
        <pc:spChg chg="mod">
          <ac:chgData name="Ms Alina Arshad" userId="cccdfd85-d35d-4453-9c6f-a463aae40722" providerId="ADAL" clId="{32985948-661D-45EF-9212-3BF9750EF1D6}" dt="2024-09-29T08:13:59.233" v="464"/>
          <ac:spMkLst>
            <pc:docMk/>
            <pc:sldMk cId="3142530740" sldId="478"/>
            <ac:spMk id="3" creationId="{00000000-0000-0000-0000-000000000000}"/>
          </ac:spMkLst>
        </pc:spChg>
        <pc:spChg chg="del">
          <ac:chgData name="Ms Alina Arshad" userId="cccdfd85-d35d-4453-9c6f-a463aae40722" providerId="ADAL" clId="{32985948-661D-45EF-9212-3BF9750EF1D6}" dt="2024-09-29T04:55:16.885" v="119" actId="478"/>
          <ac:spMkLst>
            <pc:docMk/>
            <pc:sldMk cId="3142530740" sldId="478"/>
            <ac:spMk id="4" creationId="{00000000-0000-0000-0000-000000000000}"/>
          </ac:spMkLst>
        </pc:spChg>
        <pc:spChg chg="del">
          <ac:chgData name="Ms Alina Arshad" userId="cccdfd85-d35d-4453-9c6f-a463aae40722" providerId="ADAL" clId="{32985948-661D-45EF-9212-3BF9750EF1D6}" dt="2024-09-29T04:55:18.892" v="120" actId="478"/>
          <ac:spMkLst>
            <pc:docMk/>
            <pc:sldMk cId="3142530740" sldId="478"/>
            <ac:spMk id="5" creationId="{00000000-0000-0000-0000-000000000000}"/>
          </ac:spMkLst>
        </pc:spChg>
        <pc:spChg chg="add mod">
          <ac:chgData name="Ms Alina Arshad" userId="cccdfd85-d35d-4453-9c6f-a463aae40722" providerId="ADAL" clId="{32985948-661D-45EF-9212-3BF9750EF1D6}" dt="2024-09-29T08:15:06.065" v="479" actId="20577"/>
          <ac:spMkLst>
            <pc:docMk/>
            <pc:sldMk cId="3142530740" sldId="478"/>
            <ac:spMk id="5" creationId="{BB6A54B0-BC62-4B83-BA65-03696D78FBA8}"/>
          </ac:spMkLst>
        </pc:spChg>
        <pc:spChg chg="add mod">
          <ac:chgData name="Ms Alina Arshad" userId="cccdfd85-d35d-4453-9c6f-a463aae40722" providerId="ADAL" clId="{32985948-661D-45EF-9212-3BF9750EF1D6}" dt="2024-09-29T08:14:36.689" v="473" actId="1076"/>
          <ac:spMkLst>
            <pc:docMk/>
            <pc:sldMk cId="3142530740" sldId="478"/>
            <ac:spMk id="8" creationId="{EECA2D44-D37B-E53E-E9E8-1E944B4ED565}"/>
          </ac:spMkLst>
        </pc:spChg>
        <pc:picChg chg="del mod modCrop">
          <ac:chgData name="Ms Alina Arshad" userId="cccdfd85-d35d-4453-9c6f-a463aae40722" providerId="ADAL" clId="{32985948-661D-45EF-9212-3BF9750EF1D6}" dt="2024-09-29T08:12:25.409" v="441" actId="478"/>
          <ac:picMkLst>
            <pc:docMk/>
            <pc:sldMk cId="3142530740" sldId="478"/>
            <ac:picMk id="6" creationId="{00000000-0000-0000-0000-000000000000}"/>
          </ac:picMkLst>
        </pc:picChg>
      </pc:sldChg>
      <pc:sldChg chg="delSp modSp add mod">
        <pc:chgData name="Ms Alina Arshad" userId="cccdfd85-d35d-4453-9c6f-a463aae40722" providerId="ADAL" clId="{32985948-661D-45EF-9212-3BF9750EF1D6}" dt="2024-09-29T04:55:55.321" v="132" actId="207"/>
        <pc:sldMkLst>
          <pc:docMk/>
          <pc:sldMk cId="3718238795" sldId="479"/>
        </pc:sldMkLst>
        <pc:spChg chg="mod">
          <ac:chgData name="Ms Alina Arshad" userId="cccdfd85-d35d-4453-9c6f-a463aae40722" providerId="ADAL" clId="{32985948-661D-45EF-9212-3BF9750EF1D6}" dt="2024-09-29T04:55:46.840" v="129" actId="113"/>
          <ac:spMkLst>
            <pc:docMk/>
            <pc:sldMk cId="3718238795" sldId="479"/>
            <ac:spMk id="2" creationId="{00000000-0000-0000-0000-000000000000}"/>
          </ac:spMkLst>
        </pc:spChg>
        <pc:spChg chg="mod">
          <ac:chgData name="Ms Alina Arshad" userId="cccdfd85-d35d-4453-9c6f-a463aae40722" providerId="ADAL" clId="{32985948-661D-45EF-9212-3BF9750EF1D6}" dt="2024-09-29T04:55:55.321" v="132" actId="207"/>
          <ac:spMkLst>
            <pc:docMk/>
            <pc:sldMk cId="3718238795" sldId="479"/>
            <ac:spMk id="3" creationId="{00000000-0000-0000-0000-000000000000}"/>
          </ac:spMkLst>
        </pc:spChg>
        <pc:spChg chg="del">
          <ac:chgData name="Ms Alina Arshad" userId="cccdfd85-d35d-4453-9c6f-a463aae40722" providerId="ADAL" clId="{32985948-661D-45EF-9212-3BF9750EF1D6}" dt="2024-09-29T04:55:49.250" v="130" actId="478"/>
          <ac:spMkLst>
            <pc:docMk/>
            <pc:sldMk cId="3718238795" sldId="479"/>
            <ac:spMk id="4" creationId="{00000000-0000-0000-0000-000000000000}"/>
          </ac:spMkLst>
        </pc:spChg>
        <pc:spChg chg="del">
          <ac:chgData name="Ms Alina Arshad" userId="cccdfd85-d35d-4453-9c6f-a463aae40722" providerId="ADAL" clId="{32985948-661D-45EF-9212-3BF9750EF1D6}" dt="2024-09-29T04:55:51.210" v="131" actId="478"/>
          <ac:spMkLst>
            <pc:docMk/>
            <pc:sldMk cId="3718238795" sldId="479"/>
            <ac:spMk id="5" creationId="{00000000-0000-0000-0000-000000000000}"/>
          </ac:spMkLst>
        </pc:spChg>
      </pc:sldChg>
      <pc:sldChg chg="delSp modSp add mod">
        <pc:chgData name="Ms Alina Arshad" userId="cccdfd85-d35d-4453-9c6f-a463aae40722" providerId="ADAL" clId="{32985948-661D-45EF-9212-3BF9750EF1D6}" dt="2024-09-29T05:01:04.287" v="233" actId="207"/>
        <pc:sldMkLst>
          <pc:docMk/>
          <pc:sldMk cId="3737652639" sldId="482"/>
        </pc:sldMkLst>
        <pc:spChg chg="del">
          <ac:chgData name="Ms Alina Arshad" userId="cccdfd85-d35d-4453-9c6f-a463aae40722" providerId="ADAL" clId="{32985948-661D-45EF-9212-3BF9750EF1D6}" dt="2024-09-29T05:01:00.790" v="232" actId="478"/>
          <ac:spMkLst>
            <pc:docMk/>
            <pc:sldMk cId="3737652639" sldId="482"/>
            <ac:spMk id="2" creationId="{00000000-0000-0000-0000-000000000000}"/>
          </ac:spMkLst>
        </pc:spChg>
        <pc:spChg chg="mod">
          <ac:chgData name="Ms Alina Arshad" userId="cccdfd85-d35d-4453-9c6f-a463aae40722" providerId="ADAL" clId="{32985948-661D-45EF-9212-3BF9750EF1D6}" dt="2024-09-29T05:01:04.287" v="233" actId="207"/>
          <ac:spMkLst>
            <pc:docMk/>
            <pc:sldMk cId="3737652639" sldId="482"/>
            <ac:spMk id="3" creationId="{00000000-0000-0000-0000-000000000000}"/>
          </ac:spMkLst>
        </pc:spChg>
        <pc:spChg chg="del">
          <ac:chgData name="Ms Alina Arshad" userId="cccdfd85-d35d-4453-9c6f-a463aae40722" providerId="ADAL" clId="{32985948-661D-45EF-9212-3BF9750EF1D6}" dt="2024-09-29T04:58:00.263" v="173" actId="478"/>
          <ac:spMkLst>
            <pc:docMk/>
            <pc:sldMk cId="3737652639" sldId="482"/>
            <ac:spMk id="4" creationId="{00000000-0000-0000-0000-000000000000}"/>
          </ac:spMkLst>
        </pc:spChg>
        <pc:spChg chg="del">
          <ac:chgData name="Ms Alina Arshad" userId="cccdfd85-d35d-4453-9c6f-a463aae40722" providerId="ADAL" clId="{32985948-661D-45EF-9212-3BF9750EF1D6}" dt="2024-09-29T04:58:02.125" v="174" actId="478"/>
          <ac:spMkLst>
            <pc:docMk/>
            <pc:sldMk cId="3737652639" sldId="482"/>
            <ac:spMk id="5" creationId="{00000000-0000-0000-0000-000000000000}"/>
          </ac:spMkLst>
        </pc:spChg>
      </pc:sldChg>
      <pc:sldChg chg="delSp modSp add mod">
        <pc:chgData name="Ms Alina Arshad" userId="cccdfd85-d35d-4453-9c6f-a463aae40722" providerId="ADAL" clId="{32985948-661D-45EF-9212-3BF9750EF1D6}" dt="2024-09-29T04:58:18.837" v="179" actId="1076"/>
        <pc:sldMkLst>
          <pc:docMk/>
          <pc:sldMk cId="2818035381" sldId="483"/>
        </pc:sldMkLst>
        <pc:spChg chg="mod">
          <ac:chgData name="Ms Alina Arshad" userId="cccdfd85-d35d-4453-9c6f-a463aae40722" providerId="ADAL" clId="{32985948-661D-45EF-9212-3BF9750EF1D6}" dt="2024-09-29T04:58:08.310" v="175" actId="207"/>
          <ac:spMkLst>
            <pc:docMk/>
            <pc:sldMk cId="2818035381" sldId="483"/>
            <ac:spMk id="2" creationId="{00000000-0000-0000-0000-000000000000}"/>
          </ac:spMkLst>
        </pc:spChg>
        <pc:spChg chg="del">
          <ac:chgData name="Ms Alina Arshad" userId="cccdfd85-d35d-4453-9c6f-a463aae40722" providerId="ADAL" clId="{32985948-661D-45EF-9212-3BF9750EF1D6}" dt="2024-09-29T04:58:11.149" v="176" actId="478"/>
          <ac:spMkLst>
            <pc:docMk/>
            <pc:sldMk cId="2818035381" sldId="483"/>
            <ac:spMk id="4" creationId="{00000000-0000-0000-0000-000000000000}"/>
          </ac:spMkLst>
        </pc:spChg>
        <pc:spChg chg="del">
          <ac:chgData name="Ms Alina Arshad" userId="cccdfd85-d35d-4453-9c6f-a463aae40722" providerId="ADAL" clId="{32985948-661D-45EF-9212-3BF9750EF1D6}" dt="2024-09-29T04:58:12.842" v="177" actId="478"/>
          <ac:spMkLst>
            <pc:docMk/>
            <pc:sldMk cId="2818035381" sldId="483"/>
            <ac:spMk id="5" creationId="{00000000-0000-0000-0000-000000000000}"/>
          </ac:spMkLst>
        </pc:spChg>
        <pc:picChg chg="mod">
          <ac:chgData name="Ms Alina Arshad" userId="cccdfd85-d35d-4453-9c6f-a463aae40722" providerId="ADAL" clId="{32985948-661D-45EF-9212-3BF9750EF1D6}" dt="2024-09-29T04:58:18.837" v="179" actId="1076"/>
          <ac:picMkLst>
            <pc:docMk/>
            <pc:sldMk cId="2818035381" sldId="483"/>
            <ac:picMk id="6" creationId="{00000000-0000-0000-0000-000000000000}"/>
          </ac:picMkLst>
        </pc:picChg>
      </pc:sldChg>
      <pc:sldChg chg="delSp modSp add mod">
        <pc:chgData name="Ms Alina Arshad" userId="cccdfd85-d35d-4453-9c6f-a463aae40722" providerId="ADAL" clId="{32985948-661D-45EF-9212-3BF9750EF1D6}" dt="2024-09-29T04:56:39.564" v="145" actId="478"/>
        <pc:sldMkLst>
          <pc:docMk/>
          <pc:sldMk cId="267361801" sldId="484"/>
        </pc:sldMkLst>
        <pc:spChg chg="mod">
          <ac:chgData name="Ms Alina Arshad" userId="cccdfd85-d35d-4453-9c6f-a463aae40722" providerId="ADAL" clId="{32985948-661D-45EF-9212-3BF9750EF1D6}" dt="2024-09-29T04:56:03.073" v="134" actId="113"/>
          <ac:spMkLst>
            <pc:docMk/>
            <pc:sldMk cId="267361801" sldId="484"/>
            <ac:spMk id="2" creationId="{00000000-0000-0000-0000-000000000000}"/>
          </ac:spMkLst>
        </pc:spChg>
        <pc:spChg chg="mod">
          <ac:chgData name="Ms Alina Arshad" userId="cccdfd85-d35d-4453-9c6f-a463aae40722" providerId="ADAL" clId="{32985948-661D-45EF-9212-3BF9750EF1D6}" dt="2024-09-29T04:56:33.338" v="141" actId="207"/>
          <ac:spMkLst>
            <pc:docMk/>
            <pc:sldMk cId="267361801" sldId="484"/>
            <ac:spMk id="3" creationId="{00000000-0000-0000-0000-000000000000}"/>
          </ac:spMkLst>
        </pc:spChg>
        <pc:spChg chg="del mod">
          <ac:chgData name="Ms Alina Arshad" userId="cccdfd85-d35d-4453-9c6f-a463aae40722" providerId="ADAL" clId="{32985948-661D-45EF-9212-3BF9750EF1D6}" dt="2024-09-29T04:56:37.688" v="144" actId="478"/>
          <ac:spMkLst>
            <pc:docMk/>
            <pc:sldMk cId="267361801" sldId="484"/>
            <ac:spMk id="4" creationId="{00000000-0000-0000-0000-000000000000}"/>
          </ac:spMkLst>
        </pc:spChg>
        <pc:spChg chg="del">
          <ac:chgData name="Ms Alina Arshad" userId="cccdfd85-d35d-4453-9c6f-a463aae40722" providerId="ADAL" clId="{32985948-661D-45EF-9212-3BF9750EF1D6}" dt="2024-09-29T04:56:39.564" v="145" actId="478"/>
          <ac:spMkLst>
            <pc:docMk/>
            <pc:sldMk cId="267361801" sldId="484"/>
            <ac:spMk id="5" creationId="{00000000-0000-0000-0000-000000000000}"/>
          </ac:spMkLst>
        </pc:spChg>
      </pc:sldChg>
      <pc:sldChg chg="addSp delSp modSp add mod">
        <pc:chgData name="Ms Alina Arshad" userId="cccdfd85-d35d-4453-9c6f-a463aae40722" providerId="ADAL" clId="{32985948-661D-45EF-9212-3BF9750EF1D6}" dt="2024-09-29T09:22:13.220" v="673" actId="14100"/>
        <pc:sldMkLst>
          <pc:docMk/>
          <pc:sldMk cId="2146923405" sldId="485"/>
        </pc:sldMkLst>
        <pc:spChg chg="mod">
          <ac:chgData name="Ms Alina Arshad" userId="cccdfd85-d35d-4453-9c6f-a463aae40722" providerId="ADAL" clId="{32985948-661D-45EF-9212-3BF9750EF1D6}" dt="2024-09-29T09:22:13.220" v="673" actId="14100"/>
          <ac:spMkLst>
            <pc:docMk/>
            <pc:sldMk cId="2146923405" sldId="485"/>
            <ac:spMk id="2" creationId="{00000000-0000-0000-0000-000000000000}"/>
          </ac:spMkLst>
        </pc:spChg>
        <pc:spChg chg="del">
          <ac:chgData name="Ms Alina Arshad" userId="cccdfd85-d35d-4453-9c6f-a463aae40722" providerId="ADAL" clId="{32985948-661D-45EF-9212-3BF9750EF1D6}" dt="2024-09-29T04:55:25.845" v="121" actId="478"/>
          <ac:spMkLst>
            <pc:docMk/>
            <pc:sldMk cId="2146923405" sldId="485"/>
            <ac:spMk id="4" creationId="{00000000-0000-0000-0000-000000000000}"/>
          </ac:spMkLst>
        </pc:spChg>
        <pc:spChg chg="add mod">
          <ac:chgData name="Ms Alina Arshad" userId="cccdfd85-d35d-4453-9c6f-a463aae40722" providerId="ADAL" clId="{32985948-661D-45EF-9212-3BF9750EF1D6}" dt="2024-09-29T09:18:29.911" v="606" actId="20577"/>
          <ac:spMkLst>
            <pc:docMk/>
            <pc:sldMk cId="2146923405" sldId="485"/>
            <ac:spMk id="4" creationId="{32DBD649-80B3-AACA-CD0B-976727483B58}"/>
          </ac:spMkLst>
        </pc:spChg>
        <pc:spChg chg="del mod">
          <ac:chgData name="Ms Alina Arshad" userId="cccdfd85-d35d-4453-9c6f-a463aae40722" providerId="ADAL" clId="{32985948-661D-45EF-9212-3BF9750EF1D6}" dt="2024-09-29T04:55:32.064" v="126" actId="478"/>
          <ac:spMkLst>
            <pc:docMk/>
            <pc:sldMk cId="2146923405" sldId="485"/>
            <ac:spMk id="5" creationId="{00000000-0000-0000-0000-000000000000}"/>
          </ac:spMkLst>
        </pc:spChg>
        <pc:picChg chg="mod">
          <ac:chgData name="Ms Alina Arshad" userId="cccdfd85-d35d-4453-9c6f-a463aae40722" providerId="ADAL" clId="{32985948-661D-45EF-9212-3BF9750EF1D6}" dt="2024-09-29T09:21:09.379" v="672" actId="1036"/>
          <ac:picMkLst>
            <pc:docMk/>
            <pc:sldMk cId="2146923405" sldId="485"/>
            <ac:picMk id="6" creationId="{00000000-0000-0000-0000-000000000000}"/>
          </ac:picMkLst>
        </pc:picChg>
      </pc:sldChg>
      <pc:sldChg chg="delSp modSp add mod">
        <pc:chgData name="Ms Alina Arshad" userId="cccdfd85-d35d-4453-9c6f-a463aae40722" providerId="ADAL" clId="{32985948-661D-45EF-9212-3BF9750EF1D6}" dt="2024-09-29T11:32:32.367" v="675" actId="20577"/>
        <pc:sldMkLst>
          <pc:docMk/>
          <pc:sldMk cId="3895319384" sldId="486"/>
        </pc:sldMkLst>
        <pc:spChg chg="mod">
          <ac:chgData name="Ms Alina Arshad" userId="cccdfd85-d35d-4453-9c6f-a463aae40722" providerId="ADAL" clId="{32985948-661D-45EF-9212-3BF9750EF1D6}" dt="2024-09-29T04:57:26.429" v="166" actId="1076"/>
          <ac:spMkLst>
            <pc:docMk/>
            <pc:sldMk cId="3895319384" sldId="486"/>
            <ac:spMk id="2" creationId="{00000000-0000-0000-0000-000000000000}"/>
          </ac:spMkLst>
        </pc:spChg>
        <pc:spChg chg="mod">
          <ac:chgData name="Ms Alina Arshad" userId="cccdfd85-d35d-4453-9c6f-a463aae40722" providerId="ADAL" clId="{32985948-661D-45EF-9212-3BF9750EF1D6}" dt="2024-09-29T11:32:32.367" v="675" actId="20577"/>
          <ac:spMkLst>
            <pc:docMk/>
            <pc:sldMk cId="3895319384" sldId="486"/>
            <ac:spMk id="3" creationId="{00000000-0000-0000-0000-000000000000}"/>
          </ac:spMkLst>
        </pc:spChg>
        <pc:spChg chg="del">
          <ac:chgData name="Ms Alina Arshad" userId="cccdfd85-d35d-4453-9c6f-a463aae40722" providerId="ADAL" clId="{32985948-661D-45EF-9212-3BF9750EF1D6}" dt="2024-09-29T04:57:10.756" v="161" actId="478"/>
          <ac:spMkLst>
            <pc:docMk/>
            <pc:sldMk cId="3895319384" sldId="486"/>
            <ac:spMk id="4" creationId="{00000000-0000-0000-0000-000000000000}"/>
          </ac:spMkLst>
        </pc:spChg>
        <pc:spChg chg="del">
          <ac:chgData name="Ms Alina Arshad" userId="cccdfd85-d35d-4453-9c6f-a463aae40722" providerId="ADAL" clId="{32985948-661D-45EF-9212-3BF9750EF1D6}" dt="2024-09-29T04:57:16.047" v="162" actId="478"/>
          <ac:spMkLst>
            <pc:docMk/>
            <pc:sldMk cId="3895319384" sldId="486"/>
            <ac:spMk id="5" creationId="{00000000-0000-0000-0000-000000000000}"/>
          </ac:spMkLst>
        </pc:spChg>
      </pc:sldChg>
      <pc:sldChg chg="delSp modSp add mod">
        <pc:chgData name="Ms Alina Arshad" userId="cccdfd85-d35d-4453-9c6f-a463aae40722" providerId="ADAL" clId="{32985948-661D-45EF-9212-3BF9750EF1D6}" dt="2024-09-29T05:00:52.503" v="231" actId="113"/>
        <pc:sldMkLst>
          <pc:docMk/>
          <pc:sldMk cId="2382187672" sldId="488"/>
        </pc:sldMkLst>
        <pc:spChg chg="mod">
          <ac:chgData name="Ms Alina Arshad" userId="cccdfd85-d35d-4453-9c6f-a463aae40722" providerId="ADAL" clId="{32985948-661D-45EF-9212-3BF9750EF1D6}" dt="2024-09-29T04:58:31.403" v="183" actId="20577"/>
          <ac:spMkLst>
            <pc:docMk/>
            <pc:sldMk cId="2382187672" sldId="488"/>
            <ac:spMk id="2" creationId="{00000000-0000-0000-0000-000000000000}"/>
          </ac:spMkLst>
        </pc:spChg>
        <pc:spChg chg="mod">
          <ac:chgData name="Ms Alina Arshad" userId="cccdfd85-d35d-4453-9c6f-a463aae40722" providerId="ADAL" clId="{32985948-661D-45EF-9212-3BF9750EF1D6}" dt="2024-09-29T05:00:52.503" v="231" actId="113"/>
          <ac:spMkLst>
            <pc:docMk/>
            <pc:sldMk cId="2382187672" sldId="488"/>
            <ac:spMk id="3" creationId="{00000000-0000-0000-0000-000000000000}"/>
          </ac:spMkLst>
        </pc:spChg>
        <pc:spChg chg="del">
          <ac:chgData name="Ms Alina Arshad" userId="cccdfd85-d35d-4453-9c6f-a463aae40722" providerId="ADAL" clId="{32985948-661D-45EF-9212-3BF9750EF1D6}" dt="2024-09-29T04:59:08.548" v="191" actId="478"/>
          <ac:spMkLst>
            <pc:docMk/>
            <pc:sldMk cId="2382187672" sldId="488"/>
            <ac:spMk id="4" creationId="{00000000-0000-0000-0000-000000000000}"/>
          </ac:spMkLst>
        </pc:spChg>
        <pc:spChg chg="del">
          <ac:chgData name="Ms Alina Arshad" userId="cccdfd85-d35d-4453-9c6f-a463aae40722" providerId="ADAL" clId="{32985948-661D-45EF-9212-3BF9750EF1D6}" dt="2024-09-29T04:59:10.277" v="192" actId="478"/>
          <ac:spMkLst>
            <pc:docMk/>
            <pc:sldMk cId="2382187672" sldId="488"/>
            <ac:spMk id="5" creationId="{00000000-0000-0000-0000-000000000000}"/>
          </ac:spMkLst>
        </pc:spChg>
        <pc:spChg chg="del mod">
          <ac:chgData name="Ms Alina Arshad" userId="cccdfd85-d35d-4453-9c6f-a463aae40722" providerId="ADAL" clId="{32985948-661D-45EF-9212-3BF9750EF1D6}" dt="2024-09-29T04:59:39.422" v="199" actId="478"/>
          <ac:spMkLst>
            <pc:docMk/>
            <pc:sldMk cId="2382187672" sldId="488"/>
            <ac:spMk id="6" creationId="{00000000-0000-0000-0000-000000000000}"/>
          </ac:spMkLst>
        </pc:spChg>
      </pc:sldChg>
      <pc:sldChg chg="delSp modSp add mod">
        <pc:chgData name="Ms Alina Arshad" userId="cccdfd85-d35d-4453-9c6f-a463aae40722" providerId="ADAL" clId="{32985948-661D-45EF-9212-3BF9750EF1D6}" dt="2024-09-29T04:57:48.366" v="172" actId="478"/>
        <pc:sldMkLst>
          <pc:docMk/>
          <pc:sldMk cId="2466836527" sldId="490"/>
        </pc:sldMkLst>
        <pc:spChg chg="mod">
          <ac:chgData name="Ms Alina Arshad" userId="cccdfd85-d35d-4453-9c6f-a463aae40722" providerId="ADAL" clId="{32985948-661D-45EF-9212-3BF9750EF1D6}" dt="2024-09-29T04:57:38.511" v="168" actId="113"/>
          <ac:spMkLst>
            <pc:docMk/>
            <pc:sldMk cId="2466836527" sldId="490"/>
            <ac:spMk id="2" creationId="{00000000-0000-0000-0000-000000000000}"/>
          </ac:spMkLst>
        </pc:spChg>
        <pc:spChg chg="del">
          <ac:chgData name="Ms Alina Arshad" userId="cccdfd85-d35d-4453-9c6f-a463aae40722" providerId="ADAL" clId="{32985948-661D-45EF-9212-3BF9750EF1D6}" dt="2024-09-29T04:57:46.352" v="171" actId="478"/>
          <ac:spMkLst>
            <pc:docMk/>
            <pc:sldMk cId="2466836527" sldId="490"/>
            <ac:spMk id="4" creationId="{00000000-0000-0000-0000-000000000000}"/>
          </ac:spMkLst>
        </pc:spChg>
        <pc:spChg chg="del">
          <ac:chgData name="Ms Alina Arshad" userId="cccdfd85-d35d-4453-9c6f-a463aae40722" providerId="ADAL" clId="{32985948-661D-45EF-9212-3BF9750EF1D6}" dt="2024-09-29T04:57:48.366" v="172" actId="478"/>
          <ac:spMkLst>
            <pc:docMk/>
            <pc:sldMk cId="2466836527" sldId="490"/>
            <ac:spMk id="5" creationId="{00000000-0000-0000-0000-000000000000}"/>
          </ac:spMkLst>
        </pc:spChg>
        <pc:spChg chg="del">
          <ac:chgData name="Ms Alina Arshad" userId="cccdfd85-d35d-4453-9c6f-a463aae40722" providerId="ADAL" clId="{32985948-661D-45EF-9212-3BF9750EF1D6}" dt="2024-09-29T04:57:41.296" v="169" actId="478"/>
          <ac:spMkLst>
            <pc:docMk/>
            <pc:sldMk cId="2466836527" sldId="490"/>
            <ac:spMk id="8" creationId="{00000000-0000-0000-0000-000000000000}"/>
          </ac:spMkLst>
        </pc:spChg>
        <pc:picChg chg="mod">
          <ac:chgData name="Ms Alina Arshad" userId="cccdfd85-d35d-4453-9c6f-a463aae40722" providerId="ADAL" clId="{32985948-661D-45EF-9212-3BF9750EF1D6}" dt="2024-09-29T04:57:44.064" v="170" actId="1076"/>
          <ac:picMkLst>
            <pc:docMk/>
            <pc:sldMk cId="2466836527" sldId="490"/>
            <ac:picMk id="7" creationId="{00000000-0000-0000-0000-000000000000}"/>
          </ac:picMkLst>
        </pc:picChg>
      </pc:sldChg>
      <pc:sldChg chg="delSp modSp add mod">
        <pc:chgData name="Ms Alina Arshad" userId="cccdfd85-d35d-4453-9c6f-a463aae40722" providerId="ADAL" clId="{32985948-661D-45EF-9212-3BF9750EF1D6}" dt="2024-09-29T08:10:20.046" v="421" actId="1076"/>
        <pc:sldMkLst>
          <pc:docMk/>
          <pc:sldMk cId="1501064082" sldId="491"/>
        </pc:sldMkLst>
        <pc:picChg chg="mod">
          <ac:chgData name="Ms Alina Arshad" userId="cccdfd85-d35d-4453-9c6f-a463aae40722" providerId="ADAL" clId="{32985948-661D-45EF-9212-3BF9750EF1D6}" dt="2024-09-29T08:10:20.046" v="421" actId="1076"/>
          <ac:picMkLst>
            <pc:docMk/>
            <pc:sldMk cId="1501064082" sldId="491"/>
            <ac:picMk id="6" creationId="{00000000-0000-0000-0000-000000000000}"/>
          </ac:picMkLst>
        </pc:picChg>
        <pc:picChg chg="del">
          <ac:chgData name="Ms Alina Arshad" userId="cccdfd85-d35d-4453-9c6f-a463aae40722" providerId="ADAL" clId="{32985948-661D-45EF-9212-3BF9750EF1D6}" dt="2024-09-29T04:53:27.602" v="94" actId="478"/>
          <ac:picMkLst>
            <pc:docMk/>
            <pc:sldMk cId="1501064082" sldId="491"/>
            <ac:picMk id="7" creationId="{00000000-0000-0000-0000-000000000000}"/>
          </ac:picMkLst>
        </pc:picChg>
        <pc:picChg chg="del mod">
          <ac:chgData name="Ms Alina Arshad" userId="cccdfd85-d35d-4453-9c6f-a463aae40722" providerId="ADAL" clId="{32985948-661D-45EF-9212-3BF9750EF1D6}" dt="2024-09-29T08:10:10.255" v="416" actId="478"/>
          <ac:picMkLst>
            <pc:docMk/>
            <pc:sldMk cId="1501064082" sldId="491"/>
            <ac:picMk id="8" creationId="{00000000-0000-0000-0000-000000000000}"/>
          </ac:picMkLst>
        </pc:picChg>
      </pc:sldChg>
      <pc:sldChg chg="addSp delSp modSp add mod">
        <pc:chgData name="Ms Alina Arshad" userId="cccdfd85-d35d-4453-9c6f-a463aae40722" providerId="ADAL" clId="{32985948-661D-45EF-9212-3BF9750EF1D6}" dt="2024-09-29T07:57:43.687" v="250" actId="1076"/>
        <pc:sldMkLst>
          <pc:docMk/>
          <pc:sldMk cId="746752752" sldId="492"/>
        </pc:sldMkLst>
        <pc:spChg chg="mod">
          <ac:chgData name="Ms Alina Arshad" userId="cccdfd85-d35d-4453-9c6f-a463aae40722" providerId="ADAL" clId="{32985948-661D-45EF-9212-3BF9750EF1D6}" dt="2024-09-29T07:57:34.799" v="246" actId="1076"/>
          <ac:spMkLst>
            <pc:docMk/>
            <pc:sldMk cId="746752752" sldId="492"/>
            <ac:spMk id="2" creationId="{00000000-0000-0000-0000-000000000000}"/>
          </ac:spMkLst>
        </pc:spChg>
        <pc:spChg chg="del">
          <ac:chgData name="Ms Alina Arshad" userId="cccdfd85-d35d-4453-9c6f-a463aae40722" providerId="ADAL" clId="{32985948-661D-45EF-9212-3BF9750EF1D6}" dt="2024-09-29T07:57:18.852" v="238" actId="478"/>
          <ac:spMkLst>
            <pc:docMk/>
            <pc:sldMk cId="746752752" sldId="492"/>
            <ac:spMk id="3" creationId="{00000000-0000-0000-0000-000000000000}"/>
          </ac:spMkLst>
        </pc:spChg>
        <pc:spChg chg="del">
          <ac:chgData name="Ms Alina Arshad" userId="cccdfd85-d35d-4453-9c6f-a463aae40722" providerId="ADAL" clId="{32985948-661D-45EF-9212-3BF9750EF1D6}" dt="2024-09-29T07:57:38.417" v="248" actId="478"/>
          <ac:spMkLst>
            <pc:docMk/>
            <pc:sldMk cId="746752752" sldId="492"/>
            <ac:spMk id="5" creationId="{00000000-0000-0000-0000-000000000000}"/>
          </ac:spMkLst>
        </pc:spChg>
        <pc:spChg chg="add del mod">
          <ac:chgData name="Ms Alina Arshad" userId="cccdfd85-d35d-4453-9c6f-a463aae40722" providerId="ADAL" clId="{32985948-661D-45EF-9212-3BF9750EF1D6}" dt="2024-09-29T07:57:21.829" v="239" actId="478"/>
          <ac:spMkLst>
            <pc:docMk/>
            <pc:sldMk cId="746752752" sldId="492"/>
            <ac:spMk id="7" creationId="{F175443F-0E9F-67F5-61E0-5244B3B38723}"/>
          </ac:spMkLst>
        </pc:spChg>
        <pc:picChg chg="mod">
          <ac:chgData name="Ms Alina Arshad" userId="cccdfd85-d35d-4453-9c6f-a463aae40722" providerId="ADAL" clId="{32985948-661D-45EF-9212-3BF9750EF1D6}" dt="2024-09-29T07:57:43.687" v="250" actId="1076"/>
          <ac:picMkLst>
            <pc:docMk/>
            <pc:sldMk cId="746752752" sldId="492"/>
            <ac:picMk id="6" creationId="{00000000-0000-0000-0000-000000000000}"/>
          </ac:picMkLst>
        </pc:picChg>
      </pc:sldChg>
    </pc:docChg>
  </pc:docChgLst>
  <pc:docChgLst>
    <pc:chgData name="Ms Alina Arshad" userId="cccdfd85-d35d-4453-9c6f-a463aae40722" providerId="ADAL" clId="{2B0BDB09-5917-47B2-9AD9-E52B3C1731B6}"/>
    <pc:docChg chg="custSel addSld delSld modSld">
      <pc:chgData name="Ms Alina Arshad" userId="cccdfd85-d35d-4453-9c6f-a463aae40722" providerId="ADAL" clId="{2B0BDB09-5917-47B2-9AD9-E52B3C1731B6}" dt="2024-09-29T12:03:26.108" v="155" actId="47"/>
      <pc:docMkLst>
        <pc:docMk/>
      </pc:docMkLst>
      <pc:sldChg chg="modSp mod">
        <pc:chgData name="Ms Alina Arshad" userId="cccdfd85-d35d-4453-9c6f-a463aae40722" providerId="ADAL" clId="{2B0BDB09-5917-47B2-9AD9-E52B3C1731B6}" dt="2024-09-29T11:56:12.791" v="21" actId="20577"/>
        <pc:sldMkLst>
          <pc:docMk/>
          <pc:sldMk cId="3322361034" sldId="256"/>
        </pc:sldMkLst>
        <pc:spChg chg="mod">
          <ac:chgData name="Ms Alina Arshad" userId="cccdfd85-d35d-4453-9c6f-a463aae40722" providerId="ADAL" clId="{2B0BDB09-5917-47B2-9AD9-E52B3C1731B6}" dt="2024-09-29T11:56:12.791" v="21" actId="20577"/>
          <ac:spMkLst>
            <pc:docMk/>
            <pc:sldMk cId="3322361034" sldId="256"/>
            <ac:spMk id="3" creationId="{44E9F82C-BBA7-3495-1097-BEDB54FFFDF4}"/>
          </ac:spMkLst>
        </pc:spChg>
      </pc:sldChg>
      <pc:sldChg chg="delSp add del mod">
        <pc:chgData name="Ms Alina Arshad" userId="cccdfd85-d35d-4453-9c6f-a463aae40722" providerId="ADAL" clId="{2B0BDB09-5917-47B2-9AD9-E52B3C1731B6}" dt="2024-09-29T11:56:28.698" v="24" actId="47"/>
        <pc:sldMkLst>
          <pc:docMk/>
          <pc:sldMk cId="987785057" sldId="258"/>
        </pc:sldMkLst>
        <pc:spChg chg="del">
          <ac:chgData name="Ms Alina Arshad" userId="cccdfd85-d35d-4453-9c6f-a463aae40722" providerId="ADAL" clId="{2B0BDB09-5917-47B2-9AD9-E52B3C1731B6}" dt="2024-09-29T11:56:18.480" v="22" actId="478"/>
          <ac:spMkLst>
            <pc:docMk/>
            <pc:sldMk cId="987785057" sldId="258"/>
            <ac:spMk id="2" creationId="{00000000-0000-0000-0000-000000000000}"/>
          </ac:spMkLst>
        </pc:spChg>
        <pc:spChg chg="del">
          <ac:chgData name="Ms Alina Arshad" userId="cccdfd85-d35d-4453-9c6f-a463aae40722" providerId="ADAL" clId="{2B0BDB09-5917-47B2-9AD9-E52B3C1731B6}" dt="2024-09-29T11:56:20.475" v="23" actId="478"/>
          <ac:spMkLst>
            <pc:docMk/>
            <pc:sldMk cId="987785057" sldId="258"/>
            <ac:spMk id="5" creationId="{00000000-0000-0000-0000-000000000000}"/>
          </ac:spMkLst>
        </pc:spChg>
      </pc:sldChg>
      <pc:sldChg chg="modSp add del mod">
        <pc:chgData name="Ms Alina Arshad" userId="cccdfd85-d35d-4453-9c6f-a463aae40722" providerId="ADAL" clId="{2B0BDB09-5917-47B2-9AD9-E52B3C1731B6}" dt="2024-09-29T11:56:09.183" v="19" actId="47"/>
        <pc:sldMkLst>
          <pc:docMk/>
          <pc:sldMk cId="2348086917" sldId="280"/>
        </pc:sldMkLst>
        <pc:spChg chg="mod">
          <ac:chgData name="Ms Alina Arshad" userId="cccdfd85-d35d-4453-9c6f-a463aae40722" providerId="ADAL" clId="{2B0BDB09-5917-47B2-9AD9-E52B3C1731B6}" dt="2024-09-29T11:55:58.441" v="18" actId="207"/>
          <ac:spMkLst>
            <pc:docMk/>
            <pc:sldMk cId="2348086917" sldId="280"/>
            <ac:spMk id="2" creationId="{00000000-0000-0000-0000-000000000000}"/>
          </ac:spMkLst>
        </pc:spChg>
        <pc:spChg chg="mod">
          <ac:chgData name="Ms Alina Arshad" userId="cccdfd85-d35d-4453-9c6f-a463aae40722" providerId="ADAL" clId="{2B0BDB09-5917-47B2-9AD9-E52B3C1731B6}" dt="2024-09-29T11:55:58.441" v="18" actId="207"/>
          <ac:spMkLst>
            <pc:docMk/>
            <pc:sldMk cId="2348086917" sldId="280"/>
            <ac:spMk id="3" creationId="{00000000-0000-0000-0000-000000000000}"/>
          </ac:spMkLst>
        </pc:spChg>
        <pc:spChg chg="mod">
          <ac:chgData name="Ms Alina Arshad" userId="cccdfd85-d35d-4453-9c6f-a463aae40722" providerId="ADAL" clId="{2B0BDB09-5917-47B2-9AD9-E52B3C1731B6}" dt="2024-09-29T11:55:58.441" v="18" actId="207"/>
          <ac:spMkLst>
            <pc:docMk/>
            <pc:sldMk cId="2348086917" sldId="280"/>
            <ac:spMk id="5" creationId="{00000000-0000-0000-0000-000000000000}"/>
          </ac:spMkLst>
        </pc:spChg>
      </pc:sldChg>
      <pc:sldChg chg="add del">
        <pc:chgData name="Ms Alina Arshad" userId="cccdfd85-d35d-4453-9c6f-a463aae40722" providerId="ADAL" clId="{2B0BDB09-5917-47B2-9AD9-E52B3C1731B6}" dt="2024-09-29T12:03:26.108" v="155" actId="47"/>
        <pc:sldMkLst>
          <pc:docMk/>
          <pc:sldMk cId="1032267902" sldId="313"/>
        </pc:sldMkLst>
      </pc:sldChg>
      <pc:sldChg chg="del">
        <pc:chgData name="Ms Alina Arshad" userId="cccdfd85-d35d-4453-9c6f-a463aae40722" providerId="ADAL" clId="{2B0BDB09-5917-47B2-9AD9-E52B3C1731B6}" dt="2024-09-29T11:55:39.253" v="0" actId="47"/>
        <pc:sldMkLst>
          <pc:docMk/>
          <pc:sldMk cId="1317028974" sldId="475"/>
        </pc:sldMkLst>
      </pc:sldChg>
      <pc:sldChg chg="del">
        <pc:chgData name="Ms Alina Arshad" userId="cccdfd85-d35d-4453-9c6f-a463aae40722" providerId="ADAL" clId="{2B0BDB09-5917-47B2-9AD9-E52B3C1731B6}" dt="2024-09-29T11:55:41.199" v="2" actId="47"/>
        <pc:sldMkLst>
          <pc:docMk/>
          <pc:sldMk cId="1999589581" sldId="476"/>
        </pc:sldMkLst>
      </pc:sldChg>
      <pc:sldChg chg="del">
        <pc:chgData name="Ms Alina Arshad" userId="cccdfd85-d35d-4453-9c6f-a463aae40722" providerId="ADAL" clId="{2B0BDB09-5917-47B2-9AD9-E52B3C1731B6}" dt="2024-09-29T11:55:41.501" v="3" actId="47"/>
        <pc:sldMkLst>
          <pc:docMk/>
          <pc:sldMk cId="4056107159" sldId="477"/>
        </pc:sldMkLst>
      </pc:sldChg>
      <pc:sldChg chg="del">
        <pc:chgData name="Ms Alina Arshad" userId="cccdfd85-d35d-4453-9c6f-a463aae40722" providerId="ADAL" clId="{2B0BDB09-5917-47B2-9AD9-E52B3C1731B6}" dt="2024-09-29T11:55:42.027" v="5" actId="47"/>
        <pc:sldMkLst>
          <pc:docMk/>
          <pc:sldMk cId="3142530740" sldId="478"/>
        </pc:sldMkLst>
      </pc:sldChg>
      <pc:sldChg chg="del">
        <pc:chgData name="Ms Alina Arshad" userId="cccdfd85-d35d-4453-9c6f-a463aae40722" providerId="ADAL" clId="{2B0BDB09-5917-47B2-9AD9-E52B3C1731B6}" dt="2024-09-29T11:55:42.629" v="7" actId="47"/>
        <pc:sldMkLst>
          <pc:docMk/>
          <pc:sldMk cId="3718238795" sldId="479"/>
        </pc:sldMkLst>
      </pc:sldChg>
      <pc:sldChg chg="del">
        <pc:chgData name="Ms Alina Arshad" userId="cccdfd85-d35d-4453-9c6f-a463aae40722" providerId="ADAL" clId="{2B0BDB09-5917-47B2-9AD9-E52B3C1731B6}" dt="2024-09-29T11:55:43.590" v="11" actId="47"/>
        <pc:sldMkLst>
          <pc:docMk/>
          <pc:sldMk cId="3737652639" sldId="482"/>
        </pc:sldMkLst>
      </pc:sldChg>
      <pc:sldChg chg="del">
        <pc:chgData name="Ms Alina Arshad" userId="cccdfd85-d35d-4453-9c6f-a463aae40722" providerId="ADAL" clId="{2B0BDB09-5917-47B2-9AD9-E52B3C1731B6}" dt="2024-09-29T11:55:43.872" v="12" actId="47"/>
        <pc:sldMkLst>
          <pc:docMk/>
          <pc:sldMk cId="2818035381" sldId="483"/>
        </pc:sldMkLst>
      </pc:sldChg>
      <pc:sldChg chg="del">
        <pc:chgData name="Ms Alina Arshad" userId="cccdfd85-d35d-4453-9c6f-a463aae40722" providerId="ADAL" clId="{2B0BDB09-5917-47B2-9AD9-E52B3C1731B6}" dt="2024-09-29T11:55:42.898" v="8" actId="47"/>
        <pc:sldMkLst>
          <pc:docMk/>
          <pc:sldMk cId="267361801" sldId="484"/>
        </pc:sldMkLst>
      </pc:sldChg>
      <pc:sldChg chg="del">
        <pc:chgData name="Ms Alina Arshad" userId="cccdfd85-d35d-4453-9c6f-a463aae40722" providerId="ADAL" clId="{2B0BDB09-5917-47B2-9AD9-E52B3C1731B6}" dt="2024-09-29T11:55:42.294" v="6" actId="47"/>
        <pc:sldMkLst>
          <pc:docMk/>
          <pc:sldMk cId="2146923405" sldId="485"/>
        </pc:sldMkLst>
      </pc:sldChg>
      <pc:sldChg chg="del">
        <pc:chgData name="Ms Alina Arshad" userId="cccdfd85-d35d-4453-9c6f-a463aae40722" providerId="ADAL" clId="{2B0BDB09-5917-47B2-9AD9-E52B3C1731B6}" dt="2024-09-29T11:55:43.133" v="9" actId="47"/>
        <pc:sldMkLst>
          <pc:docMk/>
          <pc:sldMk cId="3895319384" sldId="486"/>
        </pc:sldMkLst>
      </pc:sldChg>
      <pc:sldChg chg="del">
        <pc:chgData name="Ms Alina Arshad" userId="cccdfd85-d35d-4453-9c6f-a463aae40722" providerId="ADAL" clId="{2B0BDB09-5917-47B2-9AD9-E52B3C1731B6}" dt="2024-09-29T11:55:44.367" v="13" actId="47"/>
        <pc:sldMkLst>
          <pc:docMk/>
          <pc:sldMk cId="2382187672" sldId="488"/>
        </pc:sldMkLst>
      </pc:sldChg>
      <pc:sldChg chg="del">
        <pc:chgData name="Ms Alina Arshad" userId="cccdfd85-d35d-4453-9c6f-a463aae40722" providerId="ADAL" clId="{2B0BDB09-5917-47B2-9AD9-E52B3C1731B6}" dt="2024-09-29T11:55:43.374" v="10" actId="47"/>
        <pc:sldMkLst>
          <pc:docMk/>
          <pc:sldMk cId="2466836527" sldId="490"/>
        </pc:sldMkLst>
      </pc:sldChg>
      <pc:sldChg chg="del">
        <pc:chgData name="Ms Alina Arshad" userId="cccdfd85-d35d-4453-9c6f-a463aae40722" providerId="ADAL" clId="{2B0BDB09-5917-47B2-9AD9-E52B3C1731B6}" dt="2024-09-29T11:55:41.782" v="4" actId="47"/>
        <pc:sldMkLst>
          <pc:docMk/>
          <pc:sldMk cId="1501064082" sldId="491"/>
        </pc:sldMkLst>
      </pc:sldChg>
      <pc:sldChg chg="del">
        <pc:chgData name="Ms Alina Arshad" userId="cccdfd85-d35d-4453-9c6f-a463aae40722" providerId="ADAL" clId="{2B0BDB09-5917-47B2-9AD9-E52B3C1731B6}" dt="2024-09-29T11:55:40.800" v="1" actId="47"/>
        <pc:sldMkLst>
          <pc:docMk/>
          <pc:sldMk cId="746752752" sldId="492"/>
        </pc:sldMkLst>
      </pc:sldChg>
      <pc:sldChg chg="delSp modSp add mod">
        <pc:chgData name="Ms Alina Arshad" userId="cccdfd85-d35d-4453-9c6f-a463aae40722" providerId="ADAL" clId="{2B0BDB09-5917-47B2-9AD9-E52B3C1731B6}" dt="2024-09-29T11:56:53.572" v="29" actId="207"/>
        <pc:sldMkLst>
          <pc:docMk/>
          <pc:sldMk cId="3595481221" sldId="492"/>
        </pc:sldMkLst>
        <pc:spChg chg="mod">
          <ac:chgData name="Ms Alina Arshad" userId="cccdfd85-d35d-4453-9c6f-a463aae40722" providerId="ADAL" clId="{2B0BDB09-5917-47B2-9AD9-E52B3C1731B6}" dt="2024-09-29T11:56:47.976" v="28" actId="113"/>
          <ac:spMkLst>
            <pc:docMk/>
            <pc:sldMk cId="3595481221" sldId="492"/>
            <ac:spMk id="2" creationId="{00000000-0000-0000-0000-000000000000}"/>
          </ac:spMkLst>
        </pc:spChg>
        <pc:spChg chg="mod">
          <ac:chgData name="Ms Alina Arshad" userId="cccdfd85-d35d-4453-9c6f-a463aae40722" providerId="ADAL" clId="{2B0BDB09-5917-47B2-9AD9-E52B3C1731B6}" dt="2024-09-29T11:56:53.572" v="29" actId="207"/>
          <ac:spMkLst>
            <pc:docMk/>
            <pc:sldMk cId="3595481221" sldId="492"/>
            <ac:spMk id="3" creationId="{00000000-0000-0000-0000-000000000000}"/>
          </ac:spMkLst>
        </pc:spChg>
        <pc:spChg chg="del">
          <ac:chgData name="Ms Alina Arshad" userId="cccdfd85-d35d-4453-9c6f-a463aae40722" providerId="ADAL" clId="{2B0BDB09-5917-47B2-9AD9-E52B3C1731B6}" dt="2024-09-29T11:56:33.333" v="25" actId="478"/>
          <ac:spMkLst>
            <pc:docMk/>
            <pc:sldMk cId="3595481221" sldId="492"/>
            <ac:spMk id="4" creationId="{00000000-0000-0000-0000-000000000000}"/>
          </ac:spMkLst>
        </pc:spChg>
        <pc:spChg chg="del">
          <ac:chgData name="Ms Alina Arshad" userId="cccdfd85-d35d-4453-9c6f-a463aae40722" providerId="ADAL" clId="{2B0BDB09-5917-47B2-9AD9-E52B3C1731B6}" dt="2024-09-29T11:56:36.486" v="26" actId="478"/>
          <ac:spMkLst>
            <pc:docMk/>
            <pc:sldMk cId="3595481221" sldId="492"/>
            <ac:spMk id="5" creationId="{00000000-0000-0000-0000-000000000000}"/>
          </ac:spMkLst>
        </pc:spChg>
      </pc:sldChg>
      <pc:sldChg chg="delSp modSp add mod">
        <pc:chgData name="Ms Alina Arshad" userId="cccdfd85-d35d-4453-9c6f-a463aae40722" providerId="ADAL" clId="{2B0BDB09-5917-47B2-9AD9-E52B3C1731B6}" dt="2024-09-29T11:57:34.158" v="42" actId="12"/>
        <pc:sldMkLst>
          <pc:docMk/>
          <pc:sldMk cId="3384488715" sldId="493"/>
        </pc:sldMkLst>
        <pc:spChg chg="mod">
          <ac:chgData name="Ms Alina Arshad" userId="cccdfd85-d35d-4453-9c6f-a463aae40722" providerId="ADAL" clId="{2B0BDB09-5917-47B2-9AD9-E52B3C1731B6}" dt="2024-09-29T11:57:11.536" v="34" actId="113"/>
          <ac:spMkLst>
            <pc:docMk/>
            <pc:sldMk cId="3384488715" sldId="493"/>
            <ac:spMk id="2" creationId="{00000000-0000-0000-0000-000000000000}"/>
          </ac:spMkLst>
        </pc:spChg>
        <pc:spChg chg="mod">
          <ac:chgData name="Ms Alina Arshad" userId="cccdfd85-d35d-4453-9c6f-a463aae40722" providerId="ADAL" clId="{2B0BDB09-5917-47B2-9AD9-E52B3C1731B6}" dt="2024-09-29T11:57:34.158" v="42" actId="12"/>
          <ac:spMkLst>
            <pc:docMk/>
            <pc:sldMk cId="3384488715" sldId="493"/>
            <ac:spMk id="3" creationId="{00000000-0000-0000-0000-000000000000}"/>
          </ac:spMkLst>
        </pc:spChg>
        <pc:spChg chg="del">
          <ac:chgData name="Ms Alina Arshad" userId="cccdfd85-d35d-4453-9c6f-a463aae40722" providerId="ADAL" clId="{2B0BDB09-5917-47B2-9AD9-E52B3C1731B6}" dt="2024-09-29T11:56:58.578" v="30" actId="478"/>
          <ac:spMkLst>
            <pc:docMk/>
            <pc:sldMk cId="3384488715" sldId="493"/>
            <ac:spMk id="4" creationId="{00000000-0000-0000-0000-000000000000}"/>
          </ac:spMkLst>
        </pc:spChg>
        <pc:spChg chg="del">
          <ac:chgData name="Ms Alina Arshad" userId="cccdfd85-d35d-4453-9c6f-a463aae40722" providerId="ADAL" clId="{2B0BDB09-5917-47B2-9AD9-E52B3C1731B6}" dt="2024-09-29T11:57:00.519" v="31" actId="478"/>
          <ac:spMkLst>
            <pc:docMk/>
            <pc:sldMk cId="3384488715" sldId="493"/>
            <ac:spMk id="5" creationId="{00000000-0000-0000-0000-000000000000}"/>
          </ac:spMkLst>
        </pc:spChg>
        <pc:picChg chg="mod">
          <ac:chgData name="Ms Alina Arshad" userId="cccdfd85-d35d-4453-9c6f-a463aae40722" providerId="ADAL" clId="{2B0BDB09-5917-47B2-9AD9-E52B3C1731B6}" dt="2024-09-29T11:57:28.124" v="41" actId="1076"/>
          <ac:picMkLst>
            <pc:docMk/>
            <pc:sldMk cId="3384488715" sldId="493"/>
            <ac:picMk id="6" creationId="{00000000-0000-0000-0000-000000000000}"/>
          </ac:picMkLst>
        </pc:picChg>
      </pc:sldChg>
      <pc:sldChg chg="delSp modSp add mod">
        <pc:chgData name="Ms Alina Arshad" userId="cccdfd85-d35d-4453-9c6f-a463aae40722" providerId="ADAL" clId="{2B0BDB09-5917-47B2-9AD9-E52B3C1731B6}" dt="2024-09-29T11:58:08.886" v="52" actId="1076"/>
        <pc:sldMkLst>
          <pc:docMk/>
          <pc:sldMk cId="3386321733" sldId="494"/>
        </pc:sldMkLst>
        <pc:spChg chg="mod">
          <ac:chgData name="Ms Alina Arshad" userId="cccdfd85-d35d-4453-9c6f-a463aae40722" providerId="ADAL" clId="{2B0BDB09-5917-47B2-9AD9-E52B3C1731B6}" dt="2024-09-29T11:58:08.886" v="52" actId="1076"/>
          <ac:spMkLst>
            <pc:docMk/>
            <pc:sldMk cId="3386321733" sldId="494"/>
            <ac:spMk id="2" creationId="{00000000-0000-0000-0000-000000000000}"/>
          </ac:spMkLst>
        </pc:spChg>
        <pc:spChg chg="mod">
          <ac:chgData name="Ms Alina Arshad" userId="cccdfd85-d35d-4453-9c6f-a463aae40722" providerId="ADAL" clId="{2B0BDB09-5917-47B2-9AD9-E52B3C1731B6}" dt="2024-09-29T11:58:03.553" v="51" actId="1076"/>
          <ac:spMkLst>
            <pc:docMk/>
            <pc:sldMk cId="3386321733" sldId="494"/>
            <ac:spMk id="3" creationId="{00000000-0000-0000-0000-000000000000}"/>
          </ac:spMkLst>
        </pc:spChg>
        <pc:spChg chg="del">
          <ac:chgData name="Ms Alina Arshad" userId="cccdfd85-d35d-4453-9c6f-a463aae40722" providerId="ADAL" clId="{2B0BDB09-5917-47B2-9AD9-E52B3C1731B6}" dt="2024-09-29T11:57:39.081" v="43" actId="478"/>
          <ac:spMkLst>
            <pc:docMk/>
            <pc:sldMk cId="3386321733" sldId="494"/>
            <ac:spMk id="4" creationId="{00000000-0000-0000-0000-000000000000}"/>
          </ac:spMkLst>
        </pc:spChg>
        <pc:spChg chg="del">
          <ac:chgData name="Ms Alina Arshad" userId="cccdfd85-d35d-4453-9c6f-a463aae40722" providerId="ADAL" clId="{2B0BDB09-5917-47B2-9AD9-E52B3C1731B6}" dt="2024-09-29T11:57:40.847" v="44" actId="478"/>
          <ac:spMkLst>
            <pc:docMk/>
            <pc:sldMk cId="3386321733" sldId="494"/>
            <ac:spMk id="5" creationId="{00000000-0000-0000-0000-000000000000}"/>
          </ac:spMkLst>
        </pc:spChg>
      </pc:sldChg>
      <pc:sldChg chg="delSp modSp add mod">
        <pc:chgData name="Ms Alina Arshad" userId="cccdfd85-d35d-4453-9c6f-a463aae40722" providerId="ADAL" clId="{2B0BDB09-5917-47B2-9AD9-E52B3C1731B6}" dt="2024-09-29T11:59:00.649" v="70" actId="12"/>
        <pc:sldMkLst>
          <pc:docMk/>
          <pc:sldMk cId="4273395344" sldId="495"/>
        </pc:sldMkLst>
        <pc:spChg chg="mod">
          <ac:chgData name="Ms Alina Arshad" userId="cccdfd85-d35d-4453-9c6f-a463aae40722" providerId="ADAL" clId="{2B0BDB09-5917-47B2-9AD9-E52B3C1731B6}" dt="2024-09-29T11:58:41.524" v="63" actId="113"/>
          <ac:spMkLst>
            <pc:docMk/>
            <pc:sldMk cId="4273395344" sldId="495"/>
            <ac:spMk id="2" creationId="{00000000-0000-0000-0000-000000000000}"/>
          </ac:spMkLst>
        </pc:spChg>
        <pc:spChg chg="mod">
          <ac:chgData name="Ms Alina Arshad" userId="cccdfd85-d35d-4453-9c6f-a463aae40722" providerId="ADAL" clId="{2B0BDB09-5917-47B2-9AD9-E52B3C1731B6}" dt="2024-09-29T11:59:00.649" v="70" actId="12"/>
          <ac:spMkLst>
            <pc:docMk/>
            <pc:sldMk cId="4273395344" sldId="495"/>
            <ac:spMk id="3" creationId="{00000000-0000-0000-0000-000000000000}"/>
          </ac:spMkLst>
        </pc:spChg>
        <pc:spChg chg="del">
          <ac:chgData name="Ms Alina Arshad" userId="cccdfd85-d35d-4453-9c6f-a463aae40722" providerId="ADAL" clId="{2B0BDB09-5917-47B2-9AD9-E52B3C1731B6}" dt="2024-09-29T11:58:44.982" v="64" actId="478"/>
          <ac:spMkLst>
            <pc:docMk/>
            <pc:sldMk cId="4273395344" sldId="495"/>
            <ac:spMk id="4" creationId="{00000000-0000-0000-0000-000000000000}"/>
          </ac:spMkLst>
        </pc:spChg>
        <pc:spChg chg="del">
          <ac:chgData name="Ms Alina Arshad" userId="cccdfd85-d35d-4453-9c6f-a463aae40722" providerId="ADAL" clId="{2B0BDB09-5917-47B2-9AD9-E52B3C1731B6}" dt="2024-09-29T11:58:46.496" v="65" actId="478"/>
          <ac:spMkLst>
            <pc:docMk/>
            <pc:sldMk cId="4273395344" sldId="495"/>
            <ac:spMk id="5" creationId="{00000000-0000-0000-0000-000000000000}"/>
          </ac:spMkLst>
        </pc:spChg>
      </pc:sldChg>
      <pc:sldChg chg="delSp modSp add mod">
        <pc:chgData name="Ms Alina Arshad" userId="cccdfd85-d35d-4453-9c6f-a463aae40722" providerId="ADAL" clId="{2B0BDB09-5917-47B2-9AD9-E52B3C1731B6}" dt="2024-09-29T12:00:23.716" v="98" actId="403"/>
        <pc:sldMkLst>
          <pc:docMk/>
          <pc:sldMk cId="1058188132" sldId="496"/>
        </pc:sldMkLst>
        <pc:spChg chg="mod">
          <ac:chgData name="Ms Alina Arshad" userId="cccdfd85-d35d-4453-9c6f-a463aae40722" providerId="ADAL" clId="{2B0BDB09-5917-47B2-9AD9-E52B3C1731B6}" dt="2024-09-29T12:00:12.718" v="95" actId="113"/>
          <ac:spMkLst>
            <pc:docMk/>
            <pc:sldMk cId="1058188132" sldId="496"/>
            <ac:spMk id="2" creationId="{00000000-0000-0000-0000-000000000000}"/>
          </ac:spMkLst>
        </pc:spChg>
        <pc:spChg chg="mod">
          <ac:chgData name="Ms Alina Arshad" userId="cccdfd85-d35d-4453-9c6f-a463aae40722" providerId="ADAL" clId="{2B0BDB09-5917-47B2-9AD9-E52B3C1731B6}" dt="2024-09-29T12:00:23.716" v="98" actId="403"/>
          <ac:spMkLst>
            <pc:docMk/>
            <pc:sldMk cId="1058188132" sldId="496"/>
            <ac:spMk id="3" creationId="{00000000-0000-0000-0000-000000000000}"/>
          </ac:spMkLst>
        </pc:spChg>
        <pc:spChg chg="del">
          <ac:chgData name="Ms Alina Arshad" userId="cccdfd85-d35d-4453-9c6f-a463aae40722" providerId="ADAL" clId="{2B0BDB09-5917-47B2-9AD9-E52B3C1731B6}" dt="2024-09-29T12:00:06.071" v="92" actId="478"/>
          <ac:spMkLst>
            <pc:docMk/>
            <pc:sldMk cId="1058188132" sldId="496"/>
            <ac:spMk id="4" creationId="{00000000-0000-0000-0000-000000000000}"/>
          </ac:spMkLst>
        </pc:spChg>
        <pc:spChg chg="del">
          <ac:chgData name="Ms Alina Arshad" userId="cccdfd85-d35d-4453-9c6f-a463aae40722" providerId="ADAL" clId="{2B0BDB09-5917-47B2-9AD9-E52B3C1731B6}" dt="2024-09-29T12:00:08.060" v="93" actId="478"/>
          <ac:spMkLst>
            <pc:docMk/>
            <pc:sldMk cId="1058188132" sldId="496"/>
            <ac:spMk id="5" creationId="{00000000-0000-0000-0000-000000000000}"/>
          </ac:spMkLst>
        </pc:spChg>
      </pc:sldChg>
      <pc:sldChg chg="delSp modSp add mod">
        <pc:chgData name="Ms Alina Arshad" userId="cccdfd85-d35d-4453-9c6f-a463aae40722" providerId="ADAL" clId="{2B0BDB09-5917-47B2-9AD9-E52B3C1731B6}" dt="2024-09-29T12:01:50.418" v="124" actId="478"/>
        <pc:sldMkLst>
          <pc:docMk/>
          <pc:sldMk cId="1132663045" sldId="497"/>
        </pc:sldMkLst>
        <pc:spChg chg="mod">
          <ac:chgData name="Ms Alina Arshad" userId="cccdfd85-d35d-4453-9c6f-a463aae40722" providerId="ADAL" clId="{2B0BDB09-5917-47B2-9AD9-E52B3C1731B6}" dt="2024-09-29T12:01:40.109" v="120" actId="113"/>
          <ac:spMkLst>
            <pc:docMk/>
            <pc:sldMk cId="1132663045" sldId="497"/>
            <ac:spMk id="2" creationId="{00000000-0000-0000-0000-000000000000}"/>
          </ac:spMkLst>
        </pc:spChg>
        <pc:spChg chg="mod">
          <ac:chgData name="Ms Alina Arshad" userId="cccdfd85-d35d-4453-9c6f-a463aae40722" providerId="ADAL" clId="{2B0BDB09-5917-47B2-9AD9-E52B3C1731B6}" dt="2024-09-29T12:01:47.026" v="122" actId="12"/>
          <ac:spMkLst>
            <pc:docMk/>
            <pc:sldMk cId="1132663045" sldId="497"/>
            <ac:spMk id="3" creationId="{00000000-0000-0000-0000-000000000000}"/>
          </ac:spMkLst>
        </pc:spChg>
        <pc:spChg chg="del">
          <ac:chgData name="Ms Alina Arshad" userId="cccdfd85-d35d-4453-9c6f-a463aae40722" providerId="ADAL" clId="{2B0BDB09-5917-47B2-9AD9-E52B3C1731B6}" dt="2024-09-29T12:01:48.726" v="123" actId="478"/>
          <ac:spMkLst>
            <pc:docMk/>
            <pc:sldMk cId="1132663045" sldId="497"/>
            <ac:spMk id="4" creationId="{00000000-0000-0000-0000-000000000000}"/>
          </ac:spMkLst>
        </pc:spChg>
        <pc:spChg chg="del">
          <ac:chgData name="Ms Alina Arshad" userId="cccdfd85-d35d-4453-9c6f-a463aae40722" providerId="ADAL" clId="{2B0BDB09-5917-47B2-9AD9-E52B3C1731B6}" dt="2024-09-29T12:01:50.418" v="124" actId="478"/>
          <ac:spMkLst>
            <pc:docMk/>
            <pc:sldMk cId="1132663045" sldId="497"/>
            <ac:spMk id="5" creationId="{00000000-0000-0000-0000-000000000000}"/>
          </ac:spMkLst>
        </pc:spChg>
      </pc:sldChg>
      <pc:sldChg chg="delSp modSp add mod">
        <pc:chgData name="Ms Alina Arshad" userId="cccdfd85-d35d-4453-9c6f-a463aae40722" providerId="ADAL" clId="{2B0BDB09-5917-47B2-9AD9-E52B3C1731B6}" dt="2024-09-29T11:59:26.248" v="79" actId="478"/>
        <pc:sldMkLst>
          <pc:docMk/>
          <pc:sldMk cId="1570724855" sldId="505"/>
        </pc:sldMkLst>
        <pc:spChg chg="mod">
          <ac:chgData name="Ms Alina Arshad" userId="cccdfd85-d35d-4453-9c6f-a463aae40722" providerId="ADAL" clId="{2B0BDB09-5917-47B2-9AD9-E52B3C1731B6}" dt="2024-09-29T11:59:11.914" v="73" actId="14100"/>
          <ac:spMkLst>
            <pc:docMk/>
            <pc:sldMk cId="1570724855" sldId="505"/>
            <ac:spMk id="2" creationId="{00000000-0000-0000-0000-000000000000}"/>
          </ac:spMkLst>
        </pc:spChg>
        <pc:spChg chg="del">
          <ac:chgData name="Ms Alina Arshad" userId="cccdfd85-d35d-4453-9c6f-a463aae40722" providerId="ADAL" clId="{2B0BDB09-5917-47B2-9AD9-E52B3C1731B6}" dt="2024-09-29T11:59:24.430" v="78" actId="478"/>
          <ac:spMkLst>
            <pc:docMk/>
            <pc:sldMk cId="1570724855" sldId="505"/>
            <ac:spMk id="4" creationId="{00000000-0000-0000-0000-000000000000}"/>
          </ac:spMkLst>
        </pc:spChg>
        <pc:spChg chg="del">
          <ac:chgData name="Ms Alina Arshad" userId="cccdfd85-d35d-4453-9c6f-a463aae40722" providerId="ADAL" clId="{2B0BDB09-5917-47B2-9AD9-E52B3C1731B6}" dt="2024-09-29T11:59:26.248" v="79" actId="478"/>
          <ac:spMkLst>
            <pc:docMk/>
            <pc:sldMk cId="1570724855" sldId="505"/>
            <ac:spMk id="5" creationId="{00000000-0000-0000-0000-000000000000}"/>
          </ac:spMkLst>
        </pc:spChg>
        <pc:picChg chg="mod">
          <ac:chgData name="Ms Alina Arshad" userId="cccdfd85-d35d-4453-9c6f-a463aae40722" providerId="ADAL" clId="{2B0BDB09-5917-47B2-9AD9-E52B3C1731B6}" dt="2024-09-29T11:59:22.229" v="77" actId="1076"/>
          <ac:picMkLst>
            <pc:docMk/>
            <pc:sldMk cId="1570724855" sldId="505"/>
            <ac:picMk id="6" creationId="{00000000-0000-0000-0000-000000000000}"/>
          </ac:picMkLst>
        </pc:picChg>
        <pc:picChg chg="mod">
          <ac:chgData name="Ms Alina Arshad" userId="cccdfd85-d35d-4453-9c6f-a463aae40722" providerId="ADAL" clId="{2B0BDB09-5917-47B2-9AD9-E52B3C1731B6}" dt="2024-09-29T11:59:20.384" v="76" actId="1076"/>
          <ac:picMkLst>
            <pc:docMk/>
            <pc:sldMk cId="1570724855" sldId="505"/>
            <ac:picMk id="7" creationId="{00000000-0000-0000-0000-000000000000}"/>
          </ac:picMkLst>
        </pc:picChg>
      </pc:sldChg>
      <pc:sldChg chg="delSp modSp add mod">
        <pc:chgData name="Ms Alina Arshad" userId="cccdfd85-d35d-4453-9c6f-a463aae40722" providerId="ADAL" clId="{2B0BDB09-5917-47B2-9AD9-E52B3C1731B6}" dt="2024-09-29T11:59:57.001" v="91" actId="1076"/>
        <pc:sldMkLst>
          <pc:docMk/>
          <pc:sldMk cId="2421881517" sldId="506"/>
        </pc:sldMkLst>
        <pc:spChg chg="del">
          <ac:chgData name="Ms Alina Arshad" userId="cccdfd85-d35d-4453-9c6f-a463aae40722" providerId="ADAL" clId="{2B0BDB09-5917-47B2-9AD9-E52B3C1731B6}" dt="2024-09-29T11:59:36.340" v="83" actId="478"/>
          <ac:spMkLst>
            <pc:docMk/>
            <pc:sldMk cId="2421881517" sldId="506"/>
            <ac:spMk id="2" creationId="{00000000-0000-0000-0000-000000000000}"/>
          </ac:spMkLst>
        </pc:spChg>
        <pc:spChg chg="del">
          <ac:chgData name="Ms Alina Arshad" userId="cccdfd85-d35d-4453-9c6f-a463aae40722" providerId="ADAL" clId="{2B0BDB09-5917-47B2-9AD9-E52B3C1731B6}" dt="2024-09-29T11:59:32.382" v="81" actId="478"/>
          <ac:spMkLst>
            <pc:docMk/>
            <pc:sldMk cId="2421881517" sldId="506"/>
            <ac:spMk id="4" creationId="{00000000-0000-0000-0000-000000000000}"/>
          </ac:spMkLst>
        </pc:spChg>
        <pc:spChg chg="del">
          <ac:chgData name="Ms Alina Arshad" userId="cccdfd85-d35d-4453-9c6f-a463aae40722" providerId="ADAL" clId="{2B0BDB09-5917-47B2-9AD9-E52B3C1731B6}" dt="2024-09-29T11:59:34.023" v="82" actId="478"/>
          <ac:spMkLst>
            <pc:docMk/>
            <pc:sldMk cId="2421881517" sldId="506"/>
            <ac:spMk id="5" creationId="{00000000-0000-0000-0000-000000000000}"/>
          </ac:spMkLst>
        </pc:spChg>
        <pc:picChg chg="mod">
          <ac:chgData name="Ms Alina Arshad" userId="cccdfd85-d35d-4453-9c6f-a463aae40722" providerId="ADAL" clId="{2B0BDB09-5917-47B2-9AD9-E52B3C1731B6}" dt="2024-09-29T11:59:57.001" v="91" actId="1076"/>
          <ac:picMkLst>
            <pc:docMk/>
            <pc:sldMk cId="2421881517" sldId="506"/>
            <ac:picMk id="6" creationId="{00000000-0000-0000-0000-000000000000}"/>
          </ac:picMkLst>
        </pc:picChg>
      </pc:sldChg>
      <pc:sldChg chg="delSp modSp add mod">
        <pc:chgData name="Ms Alina Arshad" userId="cccdfd85-d35d-4453-9c6f-a463aae40722" providerId="ADAL" clId="{2B0BDB09-5917-47B2-9AD9-E52B3C1731B6}" dt="2024-09-29T11:58:33.476" v="61" actId="1076"/>
        <pc:sldMkLst>
          <pc:docMk/>
          <pc:sldMk cId="1799033065" sldId="507"/>
        </pc:sldMkLst>
        <pc:spChg chg="mod">
          <ac:chgData name="Ms Alina Arshad" userId="cccdfd85-d35d-4453-9c6f-a463aae40722" providerId="ADAL" clId="{2B0BDB09-5917-47B2-9AD9-E52B3C1731B6}" dt="2024-09-29T11:58:16.306" v="54" actId="113"/>
          <ac:spMkLst>
            <pc:docMk/>
            <pc:sldMk cId="1799033065" sldId="507"/>
            <ac:spMk id="2" creationId="{00000000-0000-0000-0000-000000000000}"/>
          </ac:spMkLst>
        </pc:spChg>
        <pc:spChg chg="del">
          <ac:chgData name="Ms Alina Arshad" userId="cccdfd85-d35d-4453-9c6f-a463aae40722" providerId="ADAL" clId="{2B0BDB09-5917-47B2-9AD9-E52B3C1731B6}" dt="2024-09-29T11:58:29.802" v="59" actId="478"/>
          <ac:spMkLst>
            <pc:docMk/>
            <pc:sldMk cId="1799033065" sldId="507"/>
            <ac:spMk id="4" creationId="{00000000-0000-0000-0000-000000000000}"/>
          </ac:spMkLst>
        </pc:spChg>
        <pc:spChg chg="del">
          <ac:chgData name="Ms Alina Arshad" userId="cccdfd85-d35d-4453-9c6f-a463aae40722" providerId="ADAL" clId="{2B0BDB09-5917-47B2-9AD9-E52B3C1731B6}" dt="2024-09-29T11:58:31.558" v="60" actId="478"/>
          <ac:spMkLst>
            <pc:docMk/>
            <pc:sldMk cId="1799033065" sldId="507"/>
            <ac:spMk id="5" creationId="{00000000-0000-0000-0000-000000000000}"/>
          </ac:spMkLst>
        </pc:spChg>
        <pc:spChg chg="mod">
          <ac:chgData name="Ms Alina Arshad" userId="cccdfd85-d35d-4453-9c6f-a463aae40722" providerId="ADAL" clId="{2B0BDB09-5917-47B2-9AD9-E52B3C1731B6}" dt="2024-09-29T11:58:20.780" v="56" actId="113"/>
          <ac:spMkLst>
            <pc:docMk/>
            <pc:sldMk cId="1799033065" sldId="507"/>
            <ac:spMk id="7" creationId="{00000000-0000-0000-0000-000000000000}"/>
          </ac:spMkLst>
        </pc:spChg>
        <pc:picChg chg="mod">
          <ac:chgData name="Ms Alina Arshad" userId="cccdfd85-d35d-4453-9c6f-a463aae40722" providerId="ADAL" clId="{2B0BDB09-5917-47B2-9AD9-E52B3C1731B6}" dt="2024-09-29T11:58:33.476" v="61" actId="1076"/>
          <ac:picMkLst>
            <pc:docMk/>
            <pc:sldMk cId="1799033065" sldId="507"/>
            <ac:picMk id="8" creationId="{00000000-0000-0000-0000-000000000000}"/>
          </ac:picMkLst>
        </pc:picChg>
      </pc:sldChg>
      <pc:sldChg chg="delSp modSp add mod">
        <pc:chgData name="Ms Alina Arshad" userId="cccdfd85-d35d-4453-9c6f-a463aae40722" providerId="ADAL" clId="{2B0BDB09-5917-47B2-9AD9-E52B3C1731B6}" dt="2024-09-29T12:00:42.638" v="104" actId="12"/>
        <pc:sldMkLst>
          <pc:docMk/>
          <pc:sldMk cId="163811022" sldId="511"/>
        </pc:sldMkLst>
        <pc:spChg chg="mod">
          <ac:chgData name="Ms Alina Arshad" userId="cccdfd85-d35d-4453-9c6f-a463aae40722" providerId="ADAL" clId="{2B0BDB09-5917-47B2-9AD9-E52B3C1731B6}" dt="2024-09-29T12:00:30.945" v="100" actId="113"/>
          <ac:spMkLst>
            <pc:docMk/>
            <pc:sldMk cId="163811022" sldId="511"/>
            <ac:spMk id="2" creationId="{00000000-0000-0000-0000-000000000000}"/>
          </ac:spMkLst>
        </pc:spChg>
        <pc:spChg chg="mod">
          <ac:chgData name="Ms Alina Arshad" userId="cccdfd85-d35d-4453-9c6f-a463aae40722" providerId="ADAL" clId="{2B0BDB09-5917-47B2-9AD9-E52B3C1731B6}" dt="2024-09-29T12:00:42.638" v="104" actId="12"/>
          <ac:spMkLst>
            <pc:docMk/>
            <pc:sldMk cId="163811022" sldId="511"/>
            <ac:spMk id="3" creationId="{00000000-0000-0000-0000-000000000000}"/>
          </ac:spMkLst>
        </pc:spChg>
        <pc:spChg chg="del">
          <ac:chgData name="Ms Alina Arshad" userId="cccdfd85-d35d-4453-9c6f-a463aae40722" providerId="ADAL" clId="{2B0BDB09-5917-47B2-9AD9-E52B3C1731B6}" dt="2024-09-29T12:00:33.391" v="101" actId="478"/>
          <ac:spMkLst>
            <pc:docMk/>
            <pc:sldMk cId="163811022" sldId="511"/>
            <ac:spMk id="4" creationId="{00000000-0000-0000-0000-000000000000}"/>
          </ac:spMkLst>
        </pc:spChg>
        <pc:spChg chg="del">
          <ac:chgData name="Ms Alina Arshad" userId="cccdfd85-d35d-4453-9c6f-a463aae40722" providerId="ADAL" clId="{2B0BDB09-5917-47B2-9AD9-E52B3C1731B6}" dt="2024-09-29T12:00:34.984" v="102" actId="478"/>
          <ac:spMkLst>
            <pc:docMk/>
            <pc:sldMk cId="163811022" sldId="511"/>
            <ac:spMk id="5" creationId="{00000000-0000-0000-0000-000000000000}"/>
          </ac:spMkLst>
        </pc:spChg>
      </pc:sldChg>
      <pc:sldChg chg="delSp modSp add mod">
        <pc:chgData name="Ms Alina Arshad" userId="cccdfd85-d35d-4453-9c6f-a463aae40722" providerId="ADAL" clId="{2B0BDB09-5917-47B2-9AD9-E52B3C1731B6}" dt="2024-09-29T12:01:01.172" v="109" actId="207"/>
        <pc:sldMkLst>
          <pc:docMk/>
          <pc:sldMk cId="1045239677" sldId="512"/>
        </pc:sldMkLst>
        <pc:spChg chg="mod">
          <ac:chgData name="Ms Alina Arshad" userId="cccdfd85-d35d-4453-9c6f-a463aae40722" providerId="ADAL" clId="{2B0BDB09-5917-47B2-9AD9-E52B3C1731B6}" dt="2024-09-29T12:00:49.099" v="105" actId="207"/>
          <ac:spMkLst>
            <pc:docMk/>
            <pc:sldMk cId="1045239677" sldId="512"/>
            <ac:spMk id="2" creationId="{00000000-0000-0000-0000-000000000000}"/>
          </ac:spMkLst>
        </pc:spChg>
        <pc:spChg chg="mod">
          <ac:chgData name="Ms Alina Arshad" userId="cccdfd85-d35d-4453-9c6f-a463aae40722" providerId="ADAL" clId="{2B0BDB09-5917-47B2-9AD9-E52B3C1731B6}" dt="2024-09-29T12:01:01.172" v="109" actId="207"/>
          <ac:spMkLst>
            <pc:docMk/>
            <pc:sldMk cId="1045239677" sldId="512"/>
            <ac:spMk id="3" creationId="{00000000-0000-0000-0000-000000000000}"/>
          </ac:spMkLst>
        </pc:spChg>
        <pc:spChg chg="del mod">
          <ac:chgData name="Ms Alina Arshad" userId="cccdfd85-d35d-4453-9c6f-a463aae40722" providerId="ADAL" clId="{2B0BDB09-5917-47B2-9AD9-E52B3C1731B6}" dt="2024-09-29T12:00:53.437" v="107" actId="478"/>
          <ac:spMkLst>
            <pc:docMk/>
            <pc:sldMk cId="1045239677" sldId="512"/>
            <ac:spMk id="4" creationId="{00000000-0000-0000-0000-000000000000}"/>
          </ac:spMkLst>
        </pc:spChg>
        <pc:spChg chg="del">
          <ac:chgData name="Ms Alina Arshad" userId="cccdfd85-d35d-4453-9c6f-a463aae40722" providerId="ADAL" clId="{2B0BDB09-5917-47B2-9AD9-E52B3C1731B6}" dt="2024-09-29T12:00:56.800" v="108" actId="478"/>
          <ac:spMkLst>
            <pc:docMk/>
            <pc:sldMk cId="1045239677" sldId="512"/>
            <ac:spMk id="5" creationId="{00000000-0000-0000-0000-000000000000}"/>
          </ac:spMkLst>
        </pc:spChg>
      </pc:sldChg>
      <pc:sldChg chg="delSp modSp add mod">
        <pc:chgData name="Ms Alina Arshad" userId="cccdfd85-d35d-4453-9c6f-a463aae40722" providerId="ADAL" clId="{2B0BDB09-5917-47B2-9AD9-E52B3C1731B6}" dt="2024-09-29T12:01:32.686" v="118" actId="207"/>
        <pc:sldMkLst>
          <pc:docMk/>
          <pc:sldMk cId="711124051" sldId="516"/>
        </pc:sldMkLst>
        <pc:spChg chg="mod">
          <ac:chgData name="Ms Alina Arshad" userId="cccdfd85-d35d-4453-9c6f-a463aae40722" providerId="ADAL" clId="{2B0BDB09-5917-47B2-9AD9-E52B3C1731B6}" dt="2024-09-29T12:01:15.530" v="113" actId="27636"/>
          <ac:spMkLst>
            <pc:docMk/>
            <pc:sldMk cId="711124051" sldId="516"/>
            <ac:spMk id="2" creationId="{00000000-0000-0000-0000-000000000000}"/>
          </ac:spMkLst>
        </pc:spChg>
        <pc:spChg chg="mod">
          <ac:chgData name="Ms Alina Arshad" userId="cccdfd85-d35d-4453-9c6f-a463aae40722" providerId="ADAL" clId="{2B0BDB09-5917-47B2-9AD9-E52B3C1731B6}" dt="2024-09-29T12:01:32.686" v="118" actId="207"/>
          <ac:spMkLst>
            <pc:docMk/>
            <pc:sldMk cId="711124051" sldId="516"/>
            <ac:spMk id="3" creationId="{00000000-0000-0000-0000-000000000000}"/>
          </ac:spMkLst>
        </pc:spChg>
        <pc:spChg chg="del">
          <ac:chgData name="Ms Alina Arshad" userId="cccdfd85-d35d-4453-9c6f-a463aae40722" providerId="ADAL" clId="{2B0BDB09-5917-47B2-9AD9-E52B3C1731B6}" dt="2024-09-29T12:01:26.565" v="116" actId="478"/>
          <ac:spMkLst>
            <pc:docMk/>
            <pc:sldMk cId="711124051" sldId="516"/>
            <ac:spMk id="4" creationId="{00000000-0000-0000-0000-000000000000}"/>
          </ac:spMkLst>
        </pc:spChg>
        <pc:spChg chg="del">
          <ac:chgData name="Ms Alina Arshad" userId="cccdfd85-d35d-4453-9c6f-a463aae40722" providerId="ADAL" clId="{2B0BDB09-5917-47B2-9AD9-E52B3C1731B6}" dt="2024-09-29T12:01:28.676" v="117" actId="478"/>
          <ac:spMkLst>
            <pc:docMk/>
            <pc:sldMk cId="711124051" sldId="516"/>
            <ac:spMk id="5" creationId="{00000000-0000-0000-0000-000000000000}"/>
          </ac:spMkLst>
        </pc:spChg>
      </pc:sldChg>
      <pc:sldChg chg="delSp modSp add mod">
        <pc:chgData name="Ms Alina Arshad" userId="cccdfd85-d35d-4453-9c6f-a463aae40722" providerId="ADAL" clId="{2B0BDB09-5917-47B2-9AD9-E52B3C1731B6}" dt="2024-09-29T12:02:10.794" v="129" actId="478"/>
        <pc:sldMkLst>
          <pc:docMk/>
          <pc:sldMk cId="1747393571" sldId="518"/>
        </pc:sldMkLst>
        <pc:spChg chg="mod">
          <ac:chgData name="Ms Alina Arshad" userId="cccdfd85-d35d-4453-9c6f-a463aae40722" providerId="ADAL" clId="{2B0BDB09-5917-47B2-9AD9-E52B3C1731B6}" dt="2024-09-29T12:01:58.662" v="126" actId="113"/>
          <ac:spMkLst>
            <pc:docMk/>
            <pc:sldMk cId="1747393571" sldId="518"/>
            <ac:spMk id="2" creationId="{00000000-0000-0000-0000-000000000000}"/>
          </ac:spMkLst>
        </pc:spChg>
        <pc:spChg chg="mod">
          <ac:chgData name="Ms Alina Arshad" userId="cccdfd85-d35d-4453-9c6f-a463aae40722" providerId="ADAL" clId="{2B0BDB09-5917-47B2-9AD9-E52B3C1731B6}" dt="2024-09-29T12:02:03.066" v="127" actId="207"/>
          <ac:spMkLst>
            <pc:docMk/>
            <pc:sldMk cId="1747393571" sldId="518"/>
            <ac:spMk id="3" creationId="{00000000-0000-0000-0000-000000000000}"/>
          </ac:spMkLst>
        </pc:spChg>
        <pc:spChg chg="del">
          <ac:chgData name="Ms Alina Arshad" userId="cccdfd85-d35d-4453-9c6f-a463aae40722" providerId="ADAL" clId="{2B0BDB09-5917-47B2-9AD9-E52B3C1731B6}" dt="2024-09-29T12:02:09.041" v="128" actId="478"/>
          <ac:spMkLst>
            <pc:docMk/>
            <pc:sldMk cId="1747393571" sldId="518"/>
            <ac:spMk id="4" creationId="{00000000-0000-0000-0000-000000000000}"/>
          </ac:spMkLst>
        </pc:spChg>
        <pc:spChg chg="del">
          <ac:chgData name="Ms Alina Arshad" userId="cccdfd85-d35d-4453-9c6f-a463aae40722" providerId="ADAL" clId="{2B0BDB09-5917-47B2-9AD9-E52B3C1731B6}" dt="2024-09-29T12:02:10.794" v="129" actId="478"/>
          <ac:spMkLst>
            <pc:docMk/>
            <pc:sldMk cId="1747393571" sldId="518"/>
            <ac:spMk id="5" creationId="{00000000-0000-0000-0000-000000000000}"/>
          </ac:spMkLst>
        </pc:spChg>
      </pc:sldChg>
      <pc:sldChg chg="delSp modSp add mod">
        <pc:chgData name="Ms Alina Arshad" userId="cccdfd85-d35d-4453-9c6f-a463aae40722" providerId="ADAL" clId="{2B0BDB09-5917-47B2-9AD9-E52B3C1731B6}" dt="2024-09-29T12:02:32.238" v="134" actId="478"/>
        <pc:sldMkLst>
          <pc:docMk/>
          <pc:sldMk cId="275598820" sldId="519"/>
        </pc:sldMkLst>
        <pc:spChg chg="mod">
          <ac:chgData name="Ms Alina Arshad" userId="cccdfd85-d35d-4453-9c6f-a463aae40722" providerId="ADAL" clId="{2B0BDB09-5917-47B2-9AD9-E52B3C1731B6}" dt="2024-09-29T12:02:19.653" v="131" actId="14100"/>
          <ac:spMkLst>
            <pc:docMk/>
            <pc:sldMk cId="275598820" sldId="519"/>
            <ac:spMk id="2" creationId="{00000000-0000-0000-0000-000000000000}"/>
          </ac:spMkLst>
        </pc:spChg>
        <pc:spChg chg="mod">
          <ac:chgData name="Ms Alina Arshad" userId="cccdfd85-d35d-4453-9c6f-a463aae40722" providerId="ADAL" clId="{2B0BDB09-5917-47B2-9AD9-E52B3C1731B6}" dt="2024-09-29T12:02:24.162" v="132" actId="207"/>
          <ac:spMkLst>
            <pc:docMk/>
            <pc:sldMk cId="275598820" sldId="519"/>
            <ac:spMk id="3" creationId="{00000000-0000-0000-0000-000000000000}"/>
          </ac:spMkLst>
        </pc:spChg>
        <pc:spChg chg="del">
          <ac:chgData name="Ms Alina Arshad" userId="cccdfd85-d35d-4453-9c6f-a463aae40722" providerId="ADAL" clId="{2B0BDB09-5917-47B2-9AD9-E52B3C1731B6}" dt="2024-09-29T12:02:30.769" v="133" actId="478"/>
          <ac:spMkLst>
            <pc:docMk/>
            <pc:sldMk cId="275598820" sldId="519"/>
            <ac:spMk id="4" creationId="{00000000-0000-0000-0000-000000000000}"/>
          </ac:spMkLst>
        </pc:spChg>
        <pc:spChg chg="del">
          <ac:chgData name="Ms Alina Arshad" userId="cccdfd85-d35d-4453-9c6f-a463aae40722" providerId="ADAL" clId="{2B0BDB09-5917-47B2-9AD9-E52B3C1731B6}" dt="2024-09-29T12:02:32.238" v="134" actId="478"/>
          <ac:spMkLst>
            <pc:docMk/>
            <pc:sldMk cId="275598820" sldId="519"/>
            <ac:spMk id="5" creationId="{00000000-0000-0000-0000-000000000000}"/>
          </ac:spMkLst>
        </pc:spChg>
      </pc:sldChg>
      <pc:sldChg chg="delSp modSp add mod">
        <pc:chgData name="Ms Alina Arshad" userId="cccdfd85-d35d-4453-9c6f-a463aae40722" providerId="ADAL" clId="{2B0BDB09-5917-47B2-9AD9-E52B3C1731B6}" dt="2024-09-29T12:02:50.938" v="144" actId="478"/>
        <pc:sldMkLst>
          <pc:docMk/>
          <pc:sldMk cId="3035140792" sldId="522"/>
        </pc:sldMkLst>
        <pc:spChg chg="mod">
          <ac:chgData name="Ms Alina Arshad" userId="cccdfd85-d35d-4453-9c6f-a463aae40722" providerId="ADAL" clId="{2B0BDB09-5917-47B2-9AD9-E52B3C1731B6}" dt="2024-09-29T12:02:36.992" v="136" actId="5793"/>
          <ac:spMkLst>
            <pc:docMk/>
            <pc:sldMk cId="3035140792" sldId="522"/>
            <ac:spMk id="2" creationId="{00000000-0000-0000-0000-000000000000}"/>
          </ac:spMkLst>
        </pc:spChg>
        <pc:spChg chg="del mod">
          <ac:chgData name="Ms Alina Arshad" userId="cccdfd85-d35d-4453-9c6f-a463aae40722" providerId="ADAL" clId="{2B0BDB09-5917-47B2-9AD9-E52B3C1731B6}" dt="2024-09-29T12:02:48.318" v="143" actId="478"/>
          <ac:spMkLst>
            <pc:docMk/>
            <pc:sldMk cId="3035140792" sldId="522"/>
            <ac:spMk id="4" creationId="{00000000-0000-0000-0000-000000000000}"/>
          </ac:spMkLst>
        </pc:spChg>
        <pc:spChg chg="del">
          <ac:chgData name="Ms Alina Arshad" userId="cccdfd85-d35d-4453-9c6f-a463aae40722" providerId="ADAL" clId="{2B0BDB09-5917-47B2-9AD9-E52B3C1731B6}" dt="2024-09-29T12:02:50.938" v="144" actId="478"/>
          <ac:spMkLst>
            <pc:docMk/>
            <pc:sldMk cId="3035140792" sldId="522"/>
            <ac:spMk id="5" creationId="{00000000-0000-0000-0000-000000000000}"/>
          </ac:spMkLst>
        </pc:spChg>
        <pc:picChg chg="mod">
          <ac:chgData name="Ms Alina Arshad" userId="cccdfd85-d35d-4453-9c6f-a463aae40722" providerId="ADAL" clId="{2B0BDB09-5917-47B2-9AD9-E52B3C1731B6}" dt="2024-09-29T12:02:40.114" v="137" actId="1076"/>
          <ac:picMkLst>
            <pc:docMk/>
            <pc:sldMk cId="3035140792" sldId="522"/>
            <ac:picMk id="6" creationId="{00000000-0000-0000-0000-000000000000}"/>
          </ac:picMkLst>
        </pc:picChg>
      </pc:sldChg>
      <pc:sldChg chg="delSp modSp add mod">
        <pc:chgData name="Ms Alina Arshad" userId="cccdfd85-d35d-4453-9c6f-a463aae40722" providerId="ADAL" clId="{2B0BDB09-5917-47B2-9AD9-E52B3C1731B6}" dt="2024-09-29T12:03:06.343" v="148" actId="478"/>
        <pc:sldMkLst>
          <pc:docMk/>
          <pc:sldMk cId="2350581562" sldId="523"/>
        </pc:sldMkLst>
        <pc:spChg chg="mod">
          <ac:chgData name="Ms Alina Arshad" userId="cccdfd85-d35d-4453-9c6f-a463aae40722" providerId="ADAL" clId="{2B0BDB09-5917-47B2-9AD9-E52B3C1731B6}" dt="2024-09-29T12:02:59.595" v="146" actId="5793"/>
          <ac:spMkLst>
            <pc:docMk/>
            <pc:sldMk cId="2350581562" sldId="523"/>
            <ac:spMk id="2" creationId="{00000000-0000-0000-0000-000000000000}"/>
          </ac:spMkLst>
        </pc:spChg>
        <pc:spChg chg="del">
          <ac:chgData name="Ms Alina Arshad" userId="cccdfd85-d35d-4453-9c6f-a463aae40722" providerId="ADAL" clId="{2B0BDB09-5917-47B2-9AD9-E52B3C1731B6}" dt="2024-09-29T12:03:04.385" v="147" actId="478"/>
          <ac:spMkLst>
            <pc:docMk/>
            <pc:sldMk cId="2350581562" sldId="523"/>
            <ac:spMk id="4" creationId="{00000000-0000-0000-0000-000000000000}"/>
          </ac:spMkLst>
        </pc:spChg>
        <pc:spChg chg="del">
          <ac:chgData name="Ms Alina Arshad" userId="cccdfd85-d35d-4453-9c6f-a463aae40722" providerId="ADAL" clId="{2B0BDB09-5917-47B2-9AD9-E52B3C1731B6}" dt="2024-09-29T12:03:06.343" v="148" actId="478"/>
          <ac:spMkLst>
            <pc:docMk/>
            <pc:sldMk cId="2350581562" sldId="523"/>
            <ac:spMk id="5" creationId="{00000000-0000-0000-0000-000000000000}"/>
          </ac:spMkLst>
        </pc:spChg>
      </pc:sldChg>
      <pc:sldChg chg="delSp modSp add mod">
        <pc:chgData name="Ms Alina Arshad" userId="cccdfd85-d35d-4453-9c6f-a463aae40722" providerId="ADAL" clId="{2B0BDB09-5917-47B2-9AD9-E52B3C1731B6}" dt="2024-09-29T12:03:22.543" v="154" actId="478"/>
        <pc:sldMkLst>
          <pc:docMk/>
          <pc:sldMk cId="627369714" sldId="524"/>
        </pc:sldMkLst>
        <pc:spChg chg="mod">
          <ac:chgData name="Ms Alina Arshad" userId="cccdfd85-d35d-4453-9c6f-a463aae40722" providerId="ADAL" clId="{2B0BDB09-5917-47B2-9AD9-E52B3C1731B6}" dt="2024-09-29T12:03:11.628" v="150" actId="5793"/>
          <ac:spMkLst>
            <pc:docMk/>
            <pc:sldMk cId="627369714" sldId="524"/>
            <ac:spMk id="2" creationId="{00000000-0000-0000-0000-000000000000}"/>
          </ac:spMkLst>
        </pc:spChg>
        <pc:spChg chg="del">
          <ac:chgData name="Ms Alina Arshad" userId="cccdfd85-d35d-4453-9c6f-a463aae40722" providerId="ADAL" clId="{2B0BDB09-5917-47B2-9AD9-E52B3C1731B6}" dt="2024-09-29T12:03:19.840" v="153" actId="478"/>
          <ac:spMkLst>
            <pc:docMk/>
            <pc:sldMk cId="627369714" sldId="524"/>
            <ac:spMk id="4" creationId="{00000000-0000-0000-0000-000000000000}"/>
          </ac:spMkLst>
        </pc:spChg>
        <pc:spChg chg="del">
          <ac:chgData name="Ms Alina Arshad" userId="cccdfd85-d35d-4453-9c6f-a463aae40722" providerId="ADAL" clId="{2B0BDB09-5917-47B2-9AD9-E52B3C1731B6}" dt="2024-09-29T12:03:22.543" v="154" actId="478"/>
          <ac:spMkLst>
            <pc:docMk/>
            <pc:sldMk cId="627369714" sldId="524"/>
            <ac:spMk id="5" creationId="{00000000-0000-0000-0000-000000000000}"/>
          </ac:spMkLst>
        </pc:spChg>
        <pc:picChg chg="mod">
          <ac:chgData name="Ms Alina Arshad" userId="cccdfd85-d35d-4453-9c6f-a463aae40722" providerId="ADAL" clId="{2B0BDB09-5917-47B2-9AD9-E52B3C1731B6}" dt="2024-09-29T12:03:14.850" v="151" actId="1076"/>
          <ac:picMkLst>
            <pc:docMk/>
            <pc:sldMk cId="627369714" sldId="524"/>
            <ac:picMk id="6" creationId="{00000000-0000-0000-0000-000000000000}"/>
          </ac:picMkLst>
        </pc:picChg>
        <pc:picChg chg="mod">
          <ac:chgData name="Ms Alina Arshad" userId="cccdfd85-d35d-4453-9c6f-a463aae40722" providerId="ADAL" clId="{2B0BDB09-5917-47B2-9AD9-E52B3C1731B6}" dt="2024-09-29T12:03:18.261" v="152" actId="1076"/>
          <ac:picMkLst>
            <pc:docMk/>
            <pc:sldMk cId="627369714" sldId="524"/>
            <ac:picMk id="8" creationId="{00000000-0000-0000-0000-000000000000}"/>
          </ac:picMkLst>
        </pc:picChg>
      </pc:sldChg>
    </pc:docChg>
  </pc:docChgLst>
  <pc:docChgLst>
    <pc:chgData name="Ms Alina Arshad" userId="cccdfd85-d35d-4453-9c6f-a463aae40722" providerId="ADAL" clId="{CCDD98BF-CD6D-4DFE-B52E-0B39A9A67B48}"/>
    <pc:docChg chg="delSld">
      <pc:chgData name="Ms Alina Arshad" userId="cccdfd85-d35d-4453-9c6f-a463aae40722" providerId="ADAL" clId="{CCDD98BF-CD6D-4DFE-B52E-0B39A9A67B48}" dt="2024-09-19T05:11:23.804" v="16" actId="47"/>
      <pc:docMkLst>
        <pc:docMk/>
      </pc:docMkLst>
      <pc:sldChg chg="del">
        <pc:chgData name="Ms Alina Arshad" userId="cccdfd85-d35d-4453-9c6f-a463aae40722" providerId="ADAL" clId="{CCDD98BF-CD6D-4DFE-B52E-0B39A9A67B48}" dt="2024-09-19T05:11:20.849" v="9" actId="47"/>
        <pc:sldMkLst>
          <pc:docMk/>
          <pc:sldMk cId="0" sldId="386"/>
        </pc:sldMkLst>
      </pc:sldChg>
      <pc:sldChg chg="del">
        <pc:chgData name="Ms Alina Arshad" userId="cccdfd85-d35d-4453-9c6f-a463aae40722" providerId="ADAL" clId="{CCDD98BF-CD6D-4DFE-B52E-0B39A9A67B48}" dt="2024-09-19T05:11:21.493" v="10" actId="47"/>
        <pc:sldMkLst>
          <pc:docMk/>
          <pc:sldMk cId="0" sldId="387"/>
        </pc:sldMkLst>
      </pc:sldChg>
      <pc:sldChg chg="del">
        <pc:chgData name="Ms Alina Arshad" userId="cccdfd85-d35d-4453-9c6f-a463aae40722" providerId="ADAL" clId="{CCDD98BF-CD6D-4DFE-B52E-0B39A9A67B48}" dt="2024-09-19T05:11:21.868" v="11" actId="47"/>
        <pc:sldMkLst>
          <pc:docMk/>
          <pc:sldMk cId="0" sldId="388"/>
        </pc:sldMkLst>
      </pc:sldChg>
      <pc:sldChg chg="del">
        <pc:chgData name="Ms Alina Arshad" userId="cccdfd85-d35d-4453-9c6f-a463aae40722" providerId="ADAL" clId="{CCDD98BF-CD6D-4DFE-B52E-0B39A9A67B48}" dt="2024-09-19T05:11:22.086" v="12" actId="47"/>
        <pc:sldMkLst>
          <pc:docMk/>
          <pc:sldMk cId="0" sldId="389"/>
        </pc:sldMkLst>
      </pc:sldChg>
      <pc:sldChg chg="del">
        <pc:chgData name="Ms Alina Arshad" userId="cccdfd85-d35d-4453-9c6f-a463aae40722" providerId="ADAL" clId="{CCDD98BF-CD6D-4DFE-B52E-0B39A9A67B48}" dt="2024-09-19T05:11:22.508" v="13" actId="47"/>
        <pc:sldMkLst>
          <pc:docMk/>
          <pc:sldMk cId="0" sldId="390"/>
        </pc:sldMkLst>
      </pc:sldChg>
      <pc:sldChg chg="del">
        <pc:chgData name="Ms Alina Arshad" userId="cccdfd85-d35d-4453-9c6f-a463aae40722" providerId="ADAL" clId="{CCDD98BF-CD6D-4DFE-B52E-0B39A9A67B48}" dt="2024-09-19T05:11:22.898" v="14" actId="47"/>
        <pc:sldMkLst>
          <pc:docMk/>
          <pc:sldMk cId="0" sldId="391"/>
        </pc:sldMkLst>
      </pc:sldChg>
      <pc:sldChg chg="del">
        <pc:chgData name="Ms Alina Arshad" userId="cccdfd85-d35d-4453-9c6f-a463aae40722" providerId="ADAL" clId="{CCDD98BF-CD6D-4DFE-B52E-0B39A9A67B48}" dt="2024-09-19T05:11:23.320" v="15" actId="47"/>
        <pc:sldMkLst>
          <pc:docMk/>
          <pc:sldMk cId="0" sldId="392"/>
        </pc:sldMkLst>
      </pc:sldChg>
      <pc:sldChg chg="del">
        <pc:chgData name="Ms Alina Arshad" userId="cccdfd85-d35d-4453-9c6f-a463aae40722" providerId="ADAL" clId="{CCDD98BF-CD6D-4DFE-B52E-0B39A9A67B48}" dt="2024-09-19T05:11:23.804" v="16" actId="47"/>
        <pc:sldMkLst>
          <pc:docMk/>
          <pc:sldMk cId="0" sldId="394"/>
        </pc:sldMkLst>
      </pc:sldChg>
      <pc:sldChg chg="del">
        <pc:chgData name="Ms Alina Arshad" userId="cccdfd85-d35d-4453-9c6f-a463aae40722" providerId="ADAL" clId="{CCDD98BF-CD6D-4DFE-B52E-0B39A9A67B48}" dt="2024-09-19T05:11:20.646" v="8" actId="47"/>
        <pc:sldMkLst>
          <pc:docMk/>
          <pc:sldMk cId="0" sldId="395"/>
        </pc:sldMkLst>
      </pc:sldChg>
      <pc:sldChg chg="del">
        <pc:chgData name="Ms Alina Arshad" userId="cccdfd85-d35d-4453-9c6f-a463aae40722" providerId="ADAL" clId="{CCDD98BF-CD6D-4DFE-B52E-0B39A9A67B48}" dt="2024-09-19T05:11:17.979" v="0" actId="47"/>
        <pc:sldMkLst>
          <pc:docMk/>
          <pc:sldMk cId="719467134" sldId="458"/>
        </pc:sldMkLst>
      </pc:sldChg>
      <pc:sldChg chg="del">
        <pc:chgData name="Ms Alina Arshad" userId="cccdfd85-d35d-4453-9c6f-a463aae40722" providerId="ADAL" clId="{CCDD98BF-CD6D-4DFE-B52E-0B39A9A67B48}" dt="2024-09-19T05:11:18.463" v="1" actId="47"/>
        <pc:sldMkLst>
          <pc:docMk/>
          <pc:sldMk cId="379126886" sldId="459"/>
        </pc:sldMkLst>
      </pc:sldChg>
      <pc:sldChg chg="del">
        <pc:chgData name="Ms Alina Arshad" userId="cccdfd85-d35d-4453-9c6f-a463aae40722" providerId="ADAL" clId="{CCDD98BF-CD6D-4DFE-B52E-0B39A9A67B48}" dt="2024-09-19T05:11:18.666" v="2" actId="47"/>
        <pc:sldMkLst>
          <pc:docMk/>
          <pc:sldMk cId="475468520" sldId="461"/>
        </pc:sldMkLst>
      </pc:sldChg>
      <pc:sldChg chg="del">
        <pc:chgData name="Ms Alina Arshad" userId="cccdfd85-d35d-4453-9c6f-a463aae40722" providerId="ADAL" clId="{CCDD98BF-CD6D-4DFE-B52E-0B39A9A67B48}" dt="2024-09-19T05:11:18.869" v="3" actId="47"/>
        <pc:sldMkLst>
          <pc:docMk/>
          <pc:sldMk cId="1755260321" sldId="462"/>
        </pc:sldMkLst>
      </pc:sldChg>
      <pc:sldChg chg="del">
        <pc:chgData name="Ms Alina Arshad" userId="cccdfd85-d35d-4453-9c6f-a463aae40722" providerId="ADAL" clId="{CCDD98BF-CD6D-4DFE-B52E-0B39A9A67B48}" dt="2024-09-19T05:11:19.444" v="5" actId="47"/>
        <pc:sldMkLst>
          <pc:docMk/>
          <pc:sldMk cId="3175048454" sldId="463"/>
        </pc:sldMkLst>
      </pc:sldChg>
      <pc:sldChg chg="del">
        <pc:chgData name="Ms Alina Arshad" userId="cccdfd85-d35d-4453-9c6f-a463aae40722" providerId="ADAL" clId="{CCDD98BF-CD6D-4DFE-B52E-0B39A9A67B48}" dt="2024-09-19T05:11:19.240" v="4" actId="47"/>
        <pc:sldMkLst>
          <pc:docMk/>
          <pc:sldMk cId="2524428318" sldId="464"/>
        </pc:sldMkLst>
      </pc:sldChg>
      <pc:sldChg chg="del">
        <pc:chgData name="Ms Alina Arshad" userId="cccdfd85-d35d-4453-9c6f-a463aae40722" providerId="ADAL" clId="{CCDD98BF-CD6D-4DFE-B52E-0B39A9A67B48}" dt="2024-09-19T05:11:19.631" v="6" actId="47"/>
        <pc:sldMkLst>
          <pc:docMk/>
          <pc:sldMk cId="1539764836" sldId="478"/>
        </pc:sldMkLst>
      </pc:sldChg>
      <pc:sldChg chg="del">
        <pc:chgData name="Ms Alina Arshad" userId="cccdfd85-d35d-4453-9c6f-a463aae40722" providerId="ADAL" clId="{CCDD98BF-CD6D-4DFE-B52E-0B39A9A67B48}" dt="2024-09-19T05:11:20.037" v="7" actId="47"/>
        <pc:sldMkLst>
          <pc:docMk/>
          <pc:sldMk cId="3784571307" sldId="479"/>
        </pc:sldMkLst>
      </pc:sldChg>
    </pc:docChg>
  </pc:docChgLst>
  <pc:docChgLst>
    <pc:chgData name="Ms Alina Arshad" userId="cccdfd85-d35d-4453-9c6f-a463aae40722" providerId="ADAL" clId="{A8F62292-C3D6-4926-9BC9-5B18711B6FF1}"/>
    <pc:docChg chg="undo custSel addSld delSld modSld sldOrd">
      <pc:chgData name="Ms Alina Arshad" userId="cccdfd85-d35d-4453-9c6f-a463aae40722" providerId="ADAL" clId="{A8F62292-C3D6-4926-9BC9-5B18711B6FF1}" dt="2024-10-06T05:09:35.700" v="1260" actId="20577"/>
      <pc:docMkLst>
        <pc:docMk/>
      </pc:docMkLst>
      <pc:sldChg chg="modSp mod">
        <pc:chgData name="Ms Alina Arshad" userId="cccdfd85-d35d-4453-9c6f-a463aae40722" providerId="ADAL" clId="{A8F62292-C3D6-4926-9BC9-5B18711B6FF1}" dt="2024-10-05T15:04:47.322" v="1" actId="20577"/>
        <pc:sldMkLst>
          <pc:docMk/>
          <pc:sldMk cId="3322361034" sldId="256"/>
        </pc:sldMkLst>
        <pc:spChg chg="mod">
          <ac:chgData name="Ms Alina Arshad" userId="cccdfd85-d35d-4453-9c6f-a463aae40722" providerId="ADAL" clId="{A8F62292-C3D6-4926-9BC9-5B18711B6FF1}" dt="2024-10-05T15:04:47.322" v="1" actId="20577"/>
          <ac:spMkLst>
            <pc:docMk/>
            <pc:sldMk cId="3322361034" sldId="256"/>
            <ac:spMk id="3" creationId="{44E9F82C-BBA7-3495-1097-BEDB54FFFDF4}"/>
          </ac:spMkLst>
        </pc:spChg>
      </pc:sldChg>
      <pc:sldChg chg="modSp mod">
        <pc:chgData name="Ms Alina Arshad" userId="cccdfd85-d35d-4453-9c6f-a463aae40722" providerId="ADAL" clId="{A8F62292-C3D6-4926-9BC9-5B18711B6FF1}" dt="2024-10-06T04:35:52.309" v="635" actId="255"/>
        <pc:sldMkLst>
          <pc:docMk/>
          <pc:sldMk cId="3595481221" sldId="492"/>
        </pc:sldMkLst>
        <pc:spChg chg="mod">
          <ac:chgData name="Ms Alina Arshad" userId="cccdfd85-d35d-4453-9c6f-a463aae40722" providerId="ADAL" clId="{A8F62292-C3D6-4926-9BC9-5B18711B6FF1}" dt="2024-10-05T15:05:02.423" v="3" actId="207"/>
          <ac:spMkLst>
            <pc:docMk/>
            <pc:sldMk cId="3595481221" sldId="492"/>
            <ac:spMk id="2" creationId="{00000000-0000-0000-0000-000000000000}"/>
          </ac:spMkLst>
        </pc:spChg>
        <pc:spChg chg="mod">
          <ac:chgData name="Ms Alina Arshad" userId="cccdfd85-d35d-4453-9c6f-a463aae40722" providerId="ADAL" clId="{A8F62292-C3D6-4926-9BC9-5B18711B6FF1}" dt="2024-10-06T04:35:52.309" v="635" actId="255"/>
          <ac:spMkLst>
            <pc:docMk/>
            <pc:sldMk cId="3595481221" sldId="492"/>
            <ac:spMk id="3" creationId="{00000000-0000-0000-0000-000000000000}"/>
          </ac:spMkLst>
        </pc:spChg>
      </pc:sldChg>
      <pc:sldChg chg="delSp modSp mod">
        <pc:chgData name="Ms Alina Arshad" userId="cccdfd85-d35d-4453-9c6f-a463aae40722" providerId="ADAL" clId="{A8F62292-C3D6-4926-9BC9-5B18711B6FF1}" dt="2024-10-06T04:38:52.629" v="661" actId="403"/>
        <pc:sldMkLst>
          <pc:docMk/>
          <pc:sldMk cId="3384488715" sldId="493"/>
        </pc:sldMkLst>
        <pc:spChg chg="mod">
          <ac:chgData name="Ms Alina Arshad" userId="cccdfd85-d35d-4453-9c6f-a463aae40722" providerId="ADAL" clId="{A8F62292-C3D6-4926-9BC9-5B18711B6FF1}" dt="2024-10-06T04:38:52.629" v="661" actId="403"/>
          <ac:spMkLst>
            <pc:docMk/>
            <pc:sldMk cId="3384488715" sldId="493"/>
            <ac:spMk id="3" creationId="{00000000-0000-0000-0000-000000000000}"/>
          </ac:spMkLst>
        </pc:spChg>
        <pc:picChg chg="del">
          <ac:chgData name="Ms Alina Arshad" userId="cccdfd85-d35d-4453-9c6f-a463aae40722" providerId="ADAL" clId="{A8F62292-C3D6-4926-9BC9-5B18711B6FF1}" dt="2024-10-06T04:38:36.879" v="657" actId="478"/>
          <ac:picMkLst>
            <pc:docMk/>
            <pc:sldMk cId="3384488715" sldId="493"/>
            <ac:picMk id="6" creationId="{00000000-0000-0000-0000-000000000000}"/>
          </ac:picMkLst>
        </pc:picChg>
      </pc:sldChg>
      <pc:sldChg chg="del">
        <pc:chgData name="Ms Alina Arshad" userId="cccdfd85-d35d-4453-9c6f-a463aae40722" providerId="ADAL" clId="{A8F62292-C3D6-4926-9BC9-5B18711B6FF1}" dt="2024-10-06T04:39:09.730" v="662" actId="47"/>
        <pc:sldMkLst>
          <pc:docMk/>
          <pc:sldMk cId="3386321733" sldId="494"/>
        </pc:sldMkLst>
      </pc:sldChg>
      <pc:sldChg chg="modSp mod">
        <pc:chgData name="Ms Alina Arshad" userId="cccdfd85-d35d-4453-9c6f-a463aae40722" providerId="ADAL" clId="{A8F62292-C3D6-4926-9BC9-5B18711B6FF1}" dt="2024-10-06T04:39:58.959" v="672" actId="1076"/>
        <pc:sldMkLst>
          <pc:docMk/>
          <pc:sldMk cId="4273395344" sldId="495"/>
        </pc:sldMkLst>
        <pc:spChg chg="mod">
          <ac:chgData name="Ms Alina Arshad" userId="cccdfd85-d35d-4453-9c6f-a463aae40722" providerId="ADAL" clId="{A8F62292-C3D6-4926-9BC9-5B18711B6FF1}" dt="2024-10-06T04:39:18.456" v="664" actId="207"/>
          <ac:spMkLst>
            <pc:docMk/>
            <pc:sldMk cId="4273395344" sldId="495"/>
            <ac:spMk id="2" creationId="{00000000-0000-0000-0000-000000000000}"/>
          </ac:spMkLst>
        </pc:spChg>
        <pc:spChg chg="mod">
          <ac:chgData name="Ms Alina Arshad" userId="cccdfd85-d35d-4453-9c6f-a463aae40722" providerId="ADAL" clId="{A8F62292-C3D6-4926-9BC9-5B18711B6FF1}" dt="2024-10-06T04:39:58.959" v="672" actId="1076"/>
          <ac:spMkLst>
            <pc:docMk/>
            <pc:sldMk cId="4273395344" sldId="495"/>
            <ac:spMk id="3" creationId="{00000000-0000-0000-0000-000000000000}"/>
          </ac:spMkLst>
        </pc:spChg>
      </pc:sldChg>
      <pc:sldChg chg="del">
        <pc:chgData name="Ms Alina Arshad" userId="cccdfd85-d35d-4453-9c6f-a463aae40722" providerId="ADAL" clId="{A8F62292-C3D6-4926-9BC9-5B18711B6FF1}" dt="2024-10-06T04:39:11.965" v="663" actId="47"/>
        <pc:sldMkLst>
          <pc:docMk/>
          <pc:sldMk cId="1799033065" sldId="507"/>
        </pc:sldMkLst>
      </pc:sldChg>
      <pc:sldChg chg="modSp new mod">
        <pc:chgData name="Ms Alina Arshad" userId="cccdfd85-d35d-4453-9c6f-a463aae40722" providerId="ADAL" clId="{A8F62292-C3D6-4926-9BC9-5B18711B6FF1}" dt="2024-10-06T04:34:09.200" v="575" actId="27636"/>
        <pc:sldMkLst>
          <pc:docMk/>
          <pc:sldMk cId="3654789932" sldId="525"/>
        </pc:sldMkLst>
        <pc:spChg chg="mod">
          <ac:chgData name="Ms Alina Arshad" userId="cccdfd85-d35d-4453-9c6f-a463aae40722" providerId="ADAL" clId="{A8F62292-C3D6-4926-9BC9-5B18711B6FF1}" dt="2024-10-06T04:32:24.541" v="545" actId="207"/>
          <ac:spMkLst>
            <pc:docMk/>
            <pc:sldMk cId="3654789932" sldId="525"/>
            <ac:spMk id="2" creationId="{98F2F3A0-6F3B-8C01-158E-C78C9D71DD82}"/>
          </ac:spMkLst>
        </pc:spChg>
        <pc:spChg chg="mod">
          <ac:chgData name="Ms Alina Arshad" userId="cccdfd85-d35d-4453-9c6f-a463aae40722" providerId="ADAL" clId="{A8F62292-C3D6-4926-9BC9-5B18711B6FF1}" dt="2024-10-06T04:34:09.200" v="575" actId="27636"/>
          <ac:spMkLst>
            <pc:docMk/>
            <pc:sldMk cId="3654789932" sldId="525"/>
            <ac:spMk id="3" creationId="{9A831400-11CD-74FE-91A4-F6C2DD118D6F}"/>
          </ac:spMkLst>
        </pc:spChg>
      </pc:sldChg>
      <pc:sldChg chg="modSp new del mod">
        <pc:chgData name="Ms Alina Arshad" userId="cccdfd85-d35d-4453-9c6f-a463aae40722" providerId="ADAL" clId="{A8F62292-C3D6-4926-9BC9-5B18711B6FF1}" dt="2024-10-06T04:35:58.918" v="636" actId="47"/>
        <pc:sldMkLst>
          <pc:docMk/>
          <pc:sldMk cId="1285450132" sldId="526"/>
        </pc:sldMkLst>
        <pc:spChg chg="mod">
          <ac:chgData name="Ms Alina Arshad" userId="cccdfd85-d35d-4453-9c6f-a463aae40722" providerId="ADAL" clId="{A8F62292-C3D6-4926-9BC9-5B18711B6FF1}" dt="2024-10-06T04:08:16.053" v="499" actId="20577"/>
          <ac:spMkLst>
            <pc:docMk/>
            <pc:sldMk cId="1285450132" sldId="526"/>
            <ac:spMk id="2" creationId="{6D2603C7-333C-1F44-94A9-A6EDE3260738}"/>
          </ac:spMkLst>
        </pc:spChg>
        <pc:spChg chg="mod">
          <ac:chgData name="Ms Alina Arshad" userId="cccdfd85-d35d-4453-9c6f-a463aae40722" providerId="ADAL" clId="{A8F62292-C3D6-4926-9BC9-5B18711B6FF1}" dt="2024-10-06T04:34:34.888" v="577" actId="21"/>
          <ac:spMkLst>
            <pc:docMk/>
            <pc:sldMk cId="1285450132" sldId="526"/>
            <ac:spMk id="3" creationId="{1BD5B6FC-BE51-CEFC-C5C9-97B2B6C1CD0E}"/>
          </ac:spMkLst>
        </pc:spChg>
      </pc:sldChg>
      <pc:sldChg chg="addSp delSp modSp new mod">
        <pc:chgData name="Ms Alina Arshad" userId="cccdfd85-d35d-4453-9c6f-a463aae40722" providerId="ADAL" clId="{A8F62292-C3D6-4926-9BC9-5B18711B6FF1}" dt="2024-10-06T04:09:51.372" v="514" actId="1076"/>
        <pc:sldMkLst>
          <pc:docMk/>
          <pc:sldMk cId="1051870460" sldId="527"/>
        </pc:sldMkLst>
        <pc:spChg chg="mod">
          <ac:chgData name="Ms Alina Arshad" userId="cccdfd85-d35d-4453-9c6f-a463aae40722" providerId="ADAL" clId="{A8F62292-C3D6-4926-9BC9-5B18711B6FF1}" dt="2024-10-06T04:09:43.825" v="512" actId="20577"/>
          <ac:spMkLst>
            <pc:docMk/>
            <pc:sldMk cId="1051870460" sldId="527"/>
            <ac:spMk id="2" creationId="{71E231F1-93FE-9646-AE27-86180FB6F288}"/>
          </ac:spMkLst>
        </pc:spChg>
        <pc:spChg chg="del">
          <ac:chgData name="Ms Alina Arshad" userId="cccdfd85-d35d-4453-9c6f-a463aae40722" providerId="ADAL" clId="{A8F62292-C3D6-4926-9BC9-5B18711B6FF1}" dt="2024-10-06T04:09:38.284" v="502" actId="22"/>
          <ac:spMkLst>
            <pc:docMk/>
            <pc:sldMk cId="1051870460" sldId="527"/>
            <ac:spMk id="3" creationId="{8A84921D-8057-70B7-43E4-5CD1BF5F9DD8}"/>
          </ac:spMkLst>
        </pc:spChg>
        <pc:picChg chg="add mod ord">
          <ac:chgData name="Ms Alina Arshad" userId="cccdfd85-d35d-4453-9c6f-a463aae40722" providerId="ADAL" clId="{A8F62292-C3D6-4926-9BC9-5B18711B6FF1}" dt="2024-10-06T04:09:51.372" v="514" actId="1076"/>
          <ac:picMkLst>
            <pc:docMk/>
            <pc:sldMk cId="1051870460" sldId="527"/>
            <ac:picMk id="5" creationId="{F63BED9D-1E5E-3D7D-CA6A-0569F637F64F}"/>
          </ac:picMkLst>
        </pc:picChg>
      </pc:sldChg>
      <pc:sldChg chg="addSp delSp modSp new mod">
        <pc:chgData name="Ms Alina Arshad" userId="cccdfd85-d35d-4453-9c6f-a463aae40722" providerId="ADAL" clId="{A8F62292-C3D6-4926-9BC9-5B18711B6FF1}" dt="2024-10-06T04:11:17.513" v="519" actId="1076"/>
        <pc:sldMkLst>
          <pc:docMk/>
          <pc:sldMk cId="1758917919" sldId="528"/>
        </pc:sldMkLst>
        <pc:spChg chg="del">
          <ac:chgData name="Ms Alina Arshad" userId="cccdfd85-d35d-4453-9c6f-a463aae40722" providerId="ADAL" clId="{A8F62292-C3D6-4926-9BC9-5B18711B6FF1}" dt="2024-10-06T04:10:22.465" v="516" actId="22"/>
          <ac:spMkLst>
            <pc:docMk/>
            <pc:sldMk cId="1758917919" sldId="528"/>
            <ac:spMk id="3" creationId="{AD3E4215-54EB-2D55-F378-5EF4F9936AA9}"/>
          </ac:spMkLst>
        </pc:spChg>
        <pc:picChg chg="add mod ord">
          <ac:chgData name="Ms Alina Arshad" userId="cccdfd85-d35d-4453-9c6f-a463aae40722" providerId="ADAL" clId="{A8F62292-C3D6-4926-9BC9-5B18711B6FF1}" dt="2024-10-06T04:11:17.513" v="519" actId="1076"/>
          <ac:picMkLst>
            <pc:docMk/>
            <pc:sldMk cId="1758917919" sldId="528"/>
            <ac:picMk id="5" creationId="{1784CF38-96D5-3E2A-1345-15017DEB4132}"/>
          </ac:picMkLst>
        </pc:picChg>
      </pc:sldChg>
      <pc:sldChg chg="addSp delSp modSp new mod">
        <pc:chgData name="Ms Alina Arshad" userId="cccdfd85-d35d-4453-9c6f-a463aae40722" providerId="ADAL" clId="{A8F62292-C3D6-4926-9BC9-5B18711B6FF1}" dt="2024-10-06T04:38:22.662" v="656"/>
        <pc:sldMkLst>
          <pc:docMk/>
          <pc:sldMk cId="2613136086" sldId="529"/>
        </pc:sldMkLst>
        <pc:spChg chg="mod">
          <ac:chgData name="Ms Alina Arshad" userId="cccdfd85-d35d-4453-9c6f-a463aae40722" providerId="ADAL" clId="{A8F62292-C3D6-4926-9BC9-5B18711B6FF1}" dt="2024-10-06T04:36:23.894" v="638" actId="207"/>
          <ac:spMkLst>
            <pc:docMk/>
            <pc:sldMk cId="2613136086" sldId="529"/>
            <ac:spMk id="2" creationId="{F91AFA57-3D6E-EEDC-CB33-82B94A6E739E}"/>
          </ac:spMkLst>
        </pc:spChg>
        <pc:spChg chg="del mod">
          <ac:chgData name="Ms Alina Arshad" userId="cccdfd85-d35d-4453-9c6f-a463aae40722" providerId="ADAL" clId="{A8F62292-C3D6-4926-9BC9-5B18711B6FF1}" dt="2024-10-06T04:11:45.254" v="523" actId="478"/>
          <ac:spMkLst>
            <pc:docMk/>
            <pc:sldMk cId="2613136086" sldId="529"/>
            <ac:spMk id="3" creationId="{6AD306E3-FF3A-F28D-F6BD-8AF7D5EF2C51}"/>
          </ac:spMkLst>
        </pc:spChg>
        <pc:spChg chg="add mod">
          <ac:chgData name="Ms Alina Arshad" userId="cccdfd85-d35d-4453-9c6f-a463aae40722" providerId="ADAL" clId="{A8F62292-C3D6-4926-9BC9-5B18711B6FF1}" dt="2024-10-06T04:36:44.248" v="642" actId="207"/>
          <ac:spMkLst>
            <pc:docMk/>
            <pc:sldMk cId="2613136086" sldId="529"/>
            <ac:spMk id="4" creationId="{3E05BF73-E989-3814-052F-354452D948EA}"/>
          </ac:spMkLst>
        </pc:spChg>
        <pc:picChg chg="add mod">
          <ac:chgData name="Ms Alina Arshad" userId="cccdfd85-d35d-4453-9c6f-a463aae40722" providerId="ADAL" clId="{A8F62292-C3D6-4926-9BC9-5B18711B6FF1}" dt="2024-10-06T04:37:48.123" v="652" actId="1076"/>
          <ac:picMkLst>
            <pc:docMk/>
            <pc:sldMk cId="2613136086" sldId="529"/>
            <ac:picMk id="1026" creationId="{ADA61062-260B-1A9C-9869-DA04445B3E08}"/>
          </ac:picMkLst>
        </pc:picChg>
        <pc:picChg chg="add mod">
          <ac:chgData name="Ms Alina Arshad" userId="cccdfd85-d35d-4453-9c6f-a463aae40722" providerId="ADAL" clId="{A8F62292-C3D6-4926-9BC9-5B18711B6FF1}" dt="2024-10-06T04:38:22.662" v="656"/>
          <ac:picMkLst>
            <pc:docMk/>
            <pc:sldMk cId="2613136086" sldId="529"/>
            <ac:picMk id="1027" creationId="{22731AC4-95E9-3DA6-4033-9A8AF14C2392}"/>
          </ac:picMkLst>
        </pc:picChg>
        <pc:picChg chg="add mod">
          <ac:chgData name="Ms Alina Arshad" userId="cccdfd85-d35d-4453-9c6f-a463aae40722" providerId="ADAL" clId="{A8F62292-C3D6-4926-9BC9-5B18711B6FF1}" dt="2024-10-06T04:37:56.879" v="653"/>
          <ac:picMkLst>
            <pc:docMk/>
            <pc:sldMk cId="2613136086" sldId="529"/>
            <ac:picMk id="1028" creationId="{4EABB25B-4C15-DE35-B1E0-330D969955E5}"/>
          </ac:picMkLst>
        </pc:picChg>
        <pc:picChg chg="add mod">
          <ac:chgData name="Ms Alina Arshad" userId="cccdfd85-d35d-4453-9c6f-a463aae40722" providerId="ADAL" clId="{A8F62292-C3D6-4926-9BC9-5B18711B6FF1}" dt="2024-10-06T04:38:14.213" v="655" actId="1076"/>
          <ac:picMkLst>
            <pc:docMk/>
            <pc:sldMk cId="2613136086" sldId="529"/>
            <ac:picMk id="1029" creationId="{3DB78F31-E123-5706-48AB-7D3EB0B9B094}"/>
          </ac:picMkLst>
        </pc:picChg>
      </pc:sldChg>
      <pc:sldChg chg="modSp new mod ord">
        <pc:chgData name="Ms Alina Arshad" userId="cccdfd85-d35d-4453-9c6f-a463aae40722" providerId="ADAL" clId="{A8F62292-C3D6-4926-9BC9-5B18711B6FF1}" dt="2024-10-06T04:40:30.040" v="681" actId="2711"/>
        <pc:sldMkLst>
          <pc:docMk/>
          <pc:sldMk cId="1875193234" sldId="530"/>
        </pc:sldMkLst>
        <pc:spChg chg="mod">
          <ac:chgData name="Ms Alina Arshad" userId="cccdfd85-d35d-4453-9c6f-a463aae40722" providerId="ADAL" clId="{A8F62292-C3D6-4926-9BC9-5B18711B6FF1}" dt="2024-10-06T04:40:30.040" v="681" actId="2711"/>
          <ac:spMkLst>
            <pc:docMk/>
            <pc:sldMk cId="1875193234" sldId="530"/>
            <ac:spMk id="2" creationId="{88B496CB-83AA-033D-FEB0-6044F7B0DD2F}"/>
          </ac:spMkLst>
        </pc:spChg>
        <pc:spChg chg="mod">
          <ac:chgData name="Ms Alina Arshad" userId="cccdfd85-d35d-4453-9c6f-a463aae40722" providerId="ADAL" clId="{A8F62292-C3D6-4926-9BC9-5B18711B6FF1}" dt="2024-10-06T04:40:16.723" v="679" actId="14100"/>
          <ac:spMkLst>
            <pc:docMk/>
            <pc:sldMk cId="1875193234" sldId="530"/>
            <ac:spMk id="3" creationId="{BE0E0C63-0550-7810-0C46-2ABA7B01846D}"/>
          </ac:spMkLst>
        </pc:spChg>
      </pc:sldChg>
      <pc:sldChg chg="addSp delSp modSp new del mod ord">
        <pc:chgData name="Ms Alina Arshad" userId="cccdfd85-d35d-4453-9c6f-a463aae40722" providerId="ADAL" clId="{A8F62292-C3D6-4926-9BC9-5B18711B6FF1}" dt="2024-10-06T04:56:38.088" v="919" actId="47"/>
        <pc:sldMkLst>
          <pc:docMk/>
          <pc:sldMk cId="2729188232" sldId="531"/>
        </pc:sldMkLst>
        <pc:spChg chg="del">
          <ac:chgData name="Ms Alina Arshad" userId="cccdfd85-d35d-4453-9c6f-a463aae40722" providerId="ADAL" clId="{A8F62292-C3D6-4926-9BC9-5B18711B6FF1}" dt="2024-10-06T04:41:21.194" v="683" actId="478"/>
          <ac:spMkLst>
            <pc:docMk/>
            <pc:sldMk cId="2729188232" sldId="531"/>
            <ac:spMk id="3" creationId="{C4EC7ACE-3C77-4C93-DDB8-F5488302C478}"/>
          </ac:spMkLst>
        </pc:spChg>
        <pc:picChg chg="add mod">
          <ac:chgData name="Ms Alina Arshad" userId="cccdfd85-d35d-4453-9c6f-a463aae40722" providerId="ADAL" clId="{A8F62292-C3D6-4926-9BC9-5B18711B6FF1}" dt="2024-10-06T04:41:32.793" v="686" actId="1076"/>
          <ac:picMkLst>
            <pc:docMk/>
            <pc:sldMk cId="2729188232" sldId="531"/>
            <ac:picMk id="2050" creationId="{10A2C191-7A7F-1426-D248-4AF426D6E35D}"/>
          </ac:picMkLst>
        </pc:picChg>
        <pc:picChg chg="add">
          <ac:chgData name="Ms Alina Arshad" userId="cccdfd85-d35d-4453-9c6f-a463aae40722" providerId="ADAL" clId="{A8F62292-C3D6-4926-9BC9-5B18711B6FF1}" dt="2024-10-06T04:41:59.477" v="687"/>
          <ac:picMkLst>
            <pc:docMk/>
            <pc:sldMk cId="2729188232" sldId="531"/>
            <ac:picMk id="2052" creationId="{EB1705C7-F3A1-633F-B4C6-EE5D4AE1CA36}"/>
          </ac:picMkLst>
        </pc:picChg>
      </pc:sldChg>
      <pc:sldChg chg="addSp delSp modSp new mod">
        <pc:chgData name="Ms Alina Arshad" userId="cccdfd85-d35d-4453-9c6f-a463aae40722" providerId="ADAL" clId="{A8F62292-C3D6-4926-9BC9-5B18711B6FF1}" dt="2024-10-06T05:04:12.377" v="1141" actId="20577"/>
        <pc:sldMkLst>
          <pc:docMk/>
          <pc:sldMk cId="3545550237" sldId="532"/>
        </pc:sldMkLst>
        <pc:spChg chg="mod">
          <ac:chgData name="Ms Alina Arshad" userId="cccdfd85-d35d-4453-9c6f-a463aae40722" providerId="ADAL" clId="{A8F62292-C3D6-4926-9BC9-5B18711B6FF1}" dt="2024-10-06T04:57:26.705" v="939" actId="20577"/>
          <ac:spMkLst>
            <pc:docMk/>
            <pc:sldMk cId="3545550237" sldId="532"/>
            <ac:spMk id="2" creationId="{D030AFEC-965B-F22F-B0B5-0BBB9AE23E50}"/>
          </ac:spMkLst>
        </pc:spChg>
        <pc:spChg chg="del">
          <ac:chgData name="Ms Alina Arshad" userId="cccdfd85-d35d-4453-9c6f-a463aae40722" providerId="ADAL" clId="{A8F62292-C3D6-4926-9BC9-5B18711B6FF1}" dt="2024-10-06T04:46:04.731" v="731" actId="478"/>
          <ac:spMkLst>
            <pc:docMk/>
            <pc:sldMk cId="3545550237" sldId="532"/>
            <ac:spMk id="3" creationId="{360585AC-CEB9-3660-A264-AD692CB9B531}"/>
          </ac:spMkLst>
        </pc:spChg>
        <pc:spChg chg="add mod">
          <ac:chgData name="Ms Alina Arshad" userId="cccdfd85-d35d-4453-9c6f-a463aae40722" providerId="ADAL" clId="{A8F62292-C3D6-4926-9BC9-5B18711B6FF1}" dt="2024-10-06T04:56:29.576" v="918" actId="1036"/>
          <ac:spMkLst>
            <pc:docMk/>
            <pc:sldMk cId="3545550237" sldId="532"/>
            <ac:spMk id="4" creationId="{E8FDBE96-FFC2-FA16-5876-24DC810756B3}"/>
          </ac:spMkLst>
        </pc:spChg>
        <pc:spChg chg="add del mod">
          <ac:chgData name="Ms Alina Arshad" userId="cccdfd85-d35d-4453-9c6f-a463aae40722" providerId="ADAL" clId="{A8F62292-C3D6-4926-9BC9-5B18711B6FF1}" dt="2024-10-06T04:48:25.535" v="804" actId="478"/>
          <ac:spMkLst>
            <pc:docMk/>
            <pc:sldMk cId="3545550237" sldId="532"/>
            <ac:spMk id="5" creationId="{193D73B8-DA38-585B-9A7C-6FE8AEFDDC6D}"/>
          </ac:spMkLst>
        </pc:spChg>
        <pc:spChg chg="add mod">
          <ac:chgData name="Ms Alina Arshad" userId="cccdfd85-d35d-4453-9c6f-a463aae40722" providerId="ADAL" clId="{A8F62292-C3D6-4926-9BC9-5B18711B6FF1}" dt="2024-10-06T05:04:12.377" v="1141" actId="20577"/>
          <ac:spMkLst>
            <pc:docMk/>
            <pc:sldMk cId="3545550237" sldId="532"/>
            <ac:spMk id="6" creationId="{97E24E0D-BBD5-FA46-CD36-F7464C23C681}"/>
          </ac:spMkLst>
        </pc:spChg>
        <pc:spChg chg="add mod">
          <ac:chgData name="Ms Alina Arshad" userId="cccdfd85-d35d-4453-9c6f-a463aae40722" providerId="ADAL" clId="{A8F62292-C3D6-4926-9BC9-5B18711B6FF1}" dt="2024-10-06T05:03:54.721" v="1122" actId="20577"/>
          <ac:spMkLst>
            <pc:docMk/>
            <pc:sldMk cId="3545550237" sldId="532"/>
            <ac:spMk id="7" creationId="{2F1C7FD1-C084-A920-4810-9881E8E5E41C}"/>
          </ac:spMkLst>
        </pc:spChg>
        <pc:spChg chg="add mod">
          <ac:chgData name="Ms Alina Arshad" userId="cccdfd85-d35d-4453-9c6f-a463aae40722" providerId="ADAL" clId="{A8F62292-C3D6-4926-9BC9-5B18711B6FF1}" dt="2024-10-06T04:58:30.987" v="942" actId="207"/>
          <ac:spMkLst>
            <pc:docMk/>
            <pc:sldMk cId="3545550237" sldId="532"/>
            <ac:spMk id="8" creationId="{70AF3C1F-D287-2522-60A9-273B5AF32303}"/>
          </ac:spMkLst>
        </pc:spChg>
        <pc:spChg chg="add del mod">
          <ac:chgData name="Ms Alina Arshad" userId="cccdfd85-d35d-4453-9c6f-a463aae40722" providerId="ADAL" clId="{A8F62292-C3D6-4926-9BC9-5B18711B6FF1}" dt="2024-10-06T04:58:30.987" v="942" actId="207"/>
          <ac:spMkLst>
            <pc:docMk/>
            <pc:sldMk cId="3545550237" sldId="532"/>
            <ac:spMk id="9" creationId="{77F2E839-7F85-5443-A52A-0A9133592D5F}"/>
          </ac:spMkLst>
        </pc:spChg>
        <pc:spChg chg="add mod">
          <ac:chgData name="Ms Alina Arshad" userId="cccdfd85-d35d-4453-9c6f-a463aae40722" providerId="ADAL" clId="{A8F62292-C3D6-4926-9BC9-5B18711B6FF1}" dt="2024-10-06T04:58:30.987" v="942" actId="207"/>
          <ac:spMkLst>
            <pc:docMk/>
            <pc:sldMk cId="3545550237" sldId="532"/>
            <ac:spMk id="10" creationId="{C1489C06-253E-42AE-2CD6-0634D54AC85F}"/>
          </ac:spMkLst>
        </pc:spChg>
        <pc:spChg chg="add mod">
          <ac:chgData name="Ms Alina Arshad" userId="cccdfd85-d35d-4453-9c6f-a463aae40722" providerId="ADAL" clId="{A8F62292-C3D6-4926-9BC9-5B18711B6FF1}" dt="2024-10-06T04:56:29.576" v="918" actId="1036"/>
          <ac:spMkLst>
            <pc:docMk/>
            <pc:sldMk cId="3545550237" sldId="532"/>
            <ac:spMk id="11" creationId="{6C3CD05F-311A-C2C9-ABF3-05BA661423E4}"/>
          </ac:spMkLst>
        </pc:spChg>
        <pc:spChg chg="add mod">
          <ac:chgData name="Ms Alina Arshad" userId="cccdfd85-d35d-4453-9c6f-a463aae40722" providerId="ADAL" clId="{A8F62292-C3D6-4926-9BC9-5B18711B6FF1}" dt="2024-10-06T04:56:29.576" v="918" actId="1036"/>
          <ac:spMkLst>
            <pc:docMk/>
            <pc:sldMk cId="3545550237" sldId="532"/>
            <ac:spMk id="12" creationId="{54E2ED62-C853-A247-2518-62428E6CA14B}"/>
          </ac:spMkLst>
        </pc:spChg>
        <pc:spChg chg="add del mod">
          <ac:chgData name="Ms Alina Arshad" userId="cccdfd85-d35d-4453-9c6f-a463aae40722" providerId="ADAL" clId="{A8F62292-C3D6-4926-9BC9-5B18711B6FF1}" dt="2024-10-06T04:48:09.460" v="800" actId="478"/>
          <ac:spMkLst>
            <pc:docMk/>
            <pc:sldMk cId="3545550237" sldId="532"/>
            <ac:spMk id="13" creationId="{5FC748D0-2040-9D33-BAC6-E07D824705EA}"/>
          </ac:spMkLst>
        </pc:spChg>
        <pc:spChg chg="add mod">
          <ac:chgData name="Ms Alina Arshad" userId="cccdfd85-d35d-4453-9c6f-a463aae40722" providerId="ADAL" clId="{A8F62292-C3D6-4926-9BC9-5B18711B6FF1}" dt="2024-10-06T04:56:29.576" v="918" actId="1036"/>
          <ac:spMkLst>
            <pc:docMk/>
            <pc:sldMk cId="3545550237" sldId="532"/>
            <ac:spMk id="14" creationId="{DC16D253-6027-3A36-D97D-F5FF63903729}"/>
          </ac:spMkLst>
        </pc:spChg>
        <pc:spChg chg="add mod">
          <ac:chgData name="Ms Alina Arshad" userId="cccdfd85-d35d-4453-9c6f-a463aae40722" providerId="ADAL" clId="{A8F62292-C3D6-4926-9BC9-5B18711B6FF1}" dt="2024-10-06T04:56:29.576" v="918" actId="1036"/>
          <ac:spMkLst>
            <pc:docMk/>
            <pc:sldMk cId="3545550237" sldId="532"/>
            <ac:spMk id="15" creationId="{C1F190D9-EEF0-7506-62A9-F5D57A1D4365}"/>
          </ac:spMkLst>
        </pc:spChg>
        <pc:spChg chg="add mod">
          <ac:chgData name="Ms Alina Arshad" userId="cccdfd85-d35d-4453-9c6f-a463aae40722" providerId="ADAL" clId="{A8F62292-C3D6-4926-9BC9-5B18711B6FF1}" dt="2024-10-06T04:56:29.576" v="918" actId="1036"/>
          <ac:spMkLst>
            <pc:docMk/>
            <pc:sldMk cId="3545550237" sldId="532"/>
            <ac:spMk id="16" creationId="{DDCAE6F2-3BBE-816F-2703-9999ABC5AB28}"/>
          </ac:spMkLst>
        </pc:spChg>
        <pc:spChg chg="add mod">
          <ac:chgData name="Ms Alina Arshad" userId="cccdfd85-d35d-4453-9c6f-a463aae40722" providerId="ADAL" clId="{A8F62292-C3D6-4926-9BC9-5B18711B6FF1}" dt="2024-10-06T04:56:29.576" v="918" actId="1036"/>
          <ac:spMkLst>
            <pc:docMk/>
            <pc:sldMk cId="3545550237" sldId="532"/>
            <ac:spMk id="17" creationId="{47F02330-B651-1BFD-2100-B72FD02E3876}"/>
          </ac:spMkLst>
        </pc:spChg>
        <pc:spChg chg="add mod">
          <ac:chgData name="Ms Alina Arshad" userId="cccdfd85-d35d-4453-9c6f-a463aae40722" providerId="ADAL" clId="{A8F62292-C3D6-4926-9BC9-5B18711B6FF1}" dt="2024-10-06T04:56:29.576" v="918" actId="1036"/>
          <ac:spMkLst>
            <pc:docMk/>
            <pc:sldMk cId="3545550237" sldId="532"/>
            <ac:spMk id="18" creationId="{B2EBB152-ABA8-8205-9E81-48FC8DEA95DF}"/>
          </ac:spMkLst>
        </pc:spChg>
        <pc:spChg chg="add mod">
          <ac:chgData name="Ms Alina Arshad" userId="cccdfd85-d35d-4453-9c6f-a463aae40722" providerId="ADAL" clId="{A8F62292-C3D6-4926-9BC9-5B18711B6FF1}" dt="2024-10-06T04:56:29.576" v="918" actId="1036"/>
          <ac:spMkLst>
            <pc:docMk/>
            <pc:sldMk cId="3545550237" sldId="532"/>
            <ac:spMk id="19" creationId="{F047D76A-3F98-2937-ECF1-261166E4A139}"/>
          </ac:spMkLst>
        </pc:spChg>
        <pc:cxnChg chg="add mod">
          <ac:chgData name="Ms Alina Arshad" userId="cccdfd85-d35d-4453-9c6f-a463aae40722" providerId="ADAL" clId="{A8F62292-C3D6-4926-9BC9-5B18711B6FF1}" dt="2024-10-06T04:57:02.555" v="924" actId="14100"/>
          <ac:cxnSpMkLst>
            <pc:docMk/>
            <pc:sldMk cId="3545550237" sldId="532"/>
            <ac:cxnSpMk id="21" creationId="{9702C17C-F06A-1138-783D-1B72682A289C}"/>
          </ac:cxnSpMkLst>
        </pc:cxnChg>
        <pc:cxnChg chg="add mod">
          <ac:chgData name="Ms Alina Arshad" userId="cccdfd85-d35d-4453-9c6f-a463aae40722" providerId="ADAL" clId="{A8F62292-C3D6-4926-9BC9-5B18711B6FF1}" dt="2024-10-06T04:56:54.443" v="921" actId="14100"/>
          <ac:cxnSpMkLst>
            <pc:docMk/>
            <pc:sldMk cId="3545550237" sldId="532"/>
            <ac:cxnSpMk id="23" creationId="{F2718462-25F0-0C98-751F-E439918AD78B}"/>
          </ac:cxnSpMkLst>
        </pc:cxnChg>
        <pc:cxnChg chg="add mod">
          <ac:chgData name="Ms Alina Arshad" userId="cccdfd85-d35d-4453-9c6f-a463aae40722" providerId="ADAL" clId="{A8F62292-C3D6-4926-9BC9-5B18711B6FF1}" dt="2024-10-06T04:56:29.576" v="918" actId="1036"/>
          <ac:cxnSpMkLst>
            <pc:docMk/>
            <pc:sldMk cId="3545550237" sldId="532"/>
            <ac:cxnSpMk id="26" creationId="{14EE53DC-DC8C-BA44-CB05-4FA5F7100CCE}"/>
          </ac:cxnSpMkLst>
        </pc:cxnChg>
        <pc:cxnChg chg="add mod">
          <ac:chgData name="Ms Alina Arshad" userId="cccdfd85-d35d-4453-9c6f-a463aae40722" providerId="ADAL" clId="{A8F62292-C3D6-4926-9BC9-5B18711B6FF1}" dt="2024-10-06T04:56:29.576" v="918" actId="1036"/>
          <ac:cxnSpMkLst>
            <pc:docMk/>
            <pc:sldMk cId="3545550237" sldId="532"/>
            <ac:cxnSpMk id="27" creationId="{0E38D9F2-EC66-1099-7616-8B9D4D83E30D}"/>
          </ac:cxnSpMkLst>
        </pc:cxnChg>
        <pc:cxnChg chg="add mod">
          <ac:chgData name="Ms Alina Arshad" userId="cccdfd85-d35d-4453-9c6f-a463aae40722" providerId="ADAL" clId="{A8F62292-C3D6-4926-9BC9-5B18711B6FF1}" dt="2024-10-06T04:56:29.576" v="918" actId="1036"/>
          <ac:cxnSpMkLst>
            <pc:docMk/>
            <pc:sldMk cId="3545550237" sldId="532"/>
            <ac:cxnSpMk id="30" creationId="{D60394C6-4F38-BFF4-44B2-F34E378B95D6}"/>
          </ac:cxnSpMkLst>
        </pc:cxnChg>
        <pc:cxnChg chg="add mod">
          <ac:chgData name="Ms Alina Arshad" userId="cccdfd85-d35d-4453-9c6f-a463aae40722" providerId="ADAL" clId="{A8F62292-C3D6-4926-9BC9-5B18711B6FF1}" dt="2024-10-06T04:56:29.576" v="918" actId="1036"/>
          <ac:cxnSpMkLst>
            <pc:docMk/>
            <pc:sldMk cId="3545550237" sldId="532"/>
            <ac:cxnSpMk id="33" creationId="{F67CC95A-7436-8A77-88A6-E5E24734FB89}"/>
          </ac:cxnSpMkLst>
        </pc:cxnChg>
        <pc:cxnChg chg="add mod">
          <ac:chgData name="Ms Alina Arshad" userId="cccdfd85-d35d-4453-9c6f-a463aae40722" providerId="ADAL" clId="{A8F62292-C3D6-4926-9BC9-5B18711B6FF1}" dt="2024-10-06T04:56:29.576" v="918" actId="1036"/>
          <ac:cxnSpMkLst>
            <pc:docMk/>
            <pc:sldMk cId="3545550237" sldId="532"/>
            <ac:cxnSpMk id="37" creationId="{BFE28554-187E-773B-D5CB-CFF822C7723A}"/>
          </ac:cxnSpMkLst>
        </pc:cxnChg>
      </pc:sldChg>
      <pc:sldChg chg="addSp modSp new del mod">
        <pc:chgData name="Ms Alina Arshad" userId="cccdfd85-d35d-4453-9c6f-a463aae40722" providerId="ADAL" clId="{A8F62292-C3D6-4926-9BC9-5B18711B6FF1}" dt="2024-10-06T05:06:24.433" v="1226" actId="47"/>
        <pc:sldMkLst>
          <pc:docMk/>
          <pc:sldMk cId="2054905135" sldId="533"/>
        </pc:sldMkLst>
        <pc:graphicFrameChg chg="add mod modGraphic">
          <ac:chgData name="Ms Alina Arshad" userId="cccdfd85-d35d-4453-9c6f-a463aae40722" providerId="ADAL" clId="{A8F62292-C3D6-4926-9BC9-5B18711B6FF1}" dt="2024-10-06T05:06:02.768" v="1222" actId="1076"/>
          <ac:graphicFrameMkLst>
            <pc:docMk/>
            <pc:sldMk cId="2054905135" sldId="533"/>
            <ac:graphicFrameMk id="2" creationId="{FC398764-79EA-68BC-ECBC-5FC1A79EC2C5}"/>
          </ac:graphicFrameMkLst>
        </pc:graphicFrameChg>
      </pc:sldChg>
      <pc:sldChg chg="addSp modSp new mod">
        <pc:chgData name="Ms Alina Arshad" userId="cccdfd85-d35d-4453-9c6f-a463aae40722" providerId="ADAL" clId="{A8F62292-C3D6-4926-9BC9-5B18711B6FF1}" dt="2024-10-06T05:06:47.625" v="1243" actId="1076"/>
        <pc:sldMkLst>
          <pc:docMk/>
          <pc:sldMk cId="3162381277" sldId="534"/>
        </pc:sldMkLst>
        <pc:spChg chg="mod">
          <ac:chgData name="Ms Alina Arshad" userId="cccdfd85-d35d-4453-9c6f-a463aae40722" providerId="ADAL" clId="{A8F62292-C3D6-4926-9BC9-5B18711B6FF1}" dt="2024-10-06T05:06:40.074" v="1240" actId="14100"/>
          <ac:spMkLst>
            <pc:docMk/>
            <pc:sldMk cId="3162381277" sldId="534"/>
            <ac:spMk id="2" creationId="{485A7A91-CB93-852E-32FB-484830C62884}"/>
          </ac:spMkLst>
        </pc:spChg>
        <pc:graphicFrameChg chg="add mod modGraphic">
          <ac:chgData name="Ms Alina Arshad" userId="cccdfd85-d35d-4453-9c6f-a463aae40722" providerId="ADAL" clId="{A8F62292-C3D6-4926-9BC9-5B18711B6FF1}" dt="2024-10-06T05:06:47.625" v="1243" actId="1076"/>
          <ac:graphicFrameMkLst>
            <pc:docMk/>
            <pc:sldMk cId="3162381277" sldId="534"/>
            <ac:graphicFrameMk id="4" creationId="{BC1A96F8-75CE-398D-1083-6347D11F64B9}"/>
          </ac:graphicFrameMkLst>
        </pc:graphicFrameChg>
      </pc:sldChg>
      <pc:sldChg chg="modSp new mod">
        <pc:chgData name="Ms Alina Arshad" userId="cccdfd85-d35d-4453-9c6f-a463aae40722" providerId="ADAL" clId="{A8F62292-C3D6-4926-9BC9-5B18711B6FF1}" dt="2024-10-06T05:09:35.700" v="1260" actId="20577"/>
        <pc:sldMkLst>
          <pc:docMk/>
          <pc:sldMk cId="1199260640" sldId="535"/>
        </pc:sldMkLst>
        <pc:spChg chg="mod">
          <ac:chgData name="Ms Alina Arshad" userId="cccdfd85-d35d-4453-9c6f-a463aae40722" providerId="ADAL" clId="{A8F62292-C3D6-4926-9BC9-5B18711B6FF1}" dt="2024-10-06T05:09:35.700" v="1260" actId="20577"/>
          <ac:spMkLst>
            <pc:docMk/>
            <pc:sldMk cId="1199260640" sldId="535"/>
            <ac:spMk id="2" creationId="{02106BE8-DF64-9A48-B1D3-308FEDC4CC7F}"/>
          </ac:spMkLst>
        </pc:spChg>
        <pc:spChg chg="mod">
          <ac:chgData name="Ms Alina Arshad" userId="cccdfd85-d35d-4453-9c6f-a463aae40722" providerId="ADAL" clId="{A8F62292-C3D6-4926-9BC9-5B18711B6FF1}" dt="2024-10-06T05:09:12.780" v="1248" actId="207"/>
          <ac:spMkLst>
            <pc:docMk/>
            <pc:sldMk cId="1199260640" sldId="535"/>
            <ac:spMk id="3" creationId="{F572B3B7-8AC4-17B3-8E63-73657D18ED3A}"/>
          </ac:spMkLst>
        </pc:spChg>
      </pc:sldChg>
    </pc:docChg>
  </pc:docChgLst>
  <pc:docChgLst>
    <pc:chgData name="Ms Alina Arshad" userId="cccdfd85-d35d-4453-9c6f-a463aae40722" providerId="ADAL" clId="{2FEB24EE-2666-4060-89BA-CD0A06313B23}"/>
    <pc:docChg chg="custSel addSld delSld modSld">
      <pc:chgData name="Ms Alina Arshad" userId="cccdfd85-d35d-4453-9c6f-a463aae40722" providerId="ADAL" clId="{2FEB24EE-2666-4060-89BA-CD0A06313B23}" dt="2024-09-07T15:30:07.645" v="78" actId="1076"/>
      <pc:docMkLst>
        <pc:docMk/>
      </pc:docMkLst>
      <pc:sldChg chg="modSp mod">
        <pc:chgData name="Ms Alina Arshad" userId="cccdfd85-d35d-4453-9c6f-a463aae40722" providerId="ADAL" clId="{2FEB24EE-2666-4060-89BA-CD0A06313B23}" dt="2024-09-07T15:27:11.022" v="71" actId="20577"/>
        <pc:sldMkLst>
          <pc:docMk/>
          <pc:sldMk cId="0" sldId="372"/>
        </pc:sldMkLst>
        <pc:spChg chg="mod">
          <ac:chgData name="Ms Alina Arshad" userId="cccdfd85-d35d-4453-9c6f-a463aae40722" providerId="ADAL" clId="{2FEB24EE-2666-4060-89BA-CD0A06313B23}" dt="2024-09-07T15:27:11.022" v="71" actId="20577"/>
          <ac:spMkLst>
            <pc:docMk/>
            <pc:sldMk cId="0" sldId="372"/>
            <ac:spMk id="3" creationId="{3CE06910-2266-68E8-32AE-E6FCE586718E}"/>
          </ac:spMkLst>
        </pc:spChg>
      </pc:sldChg>
      <pc:sldChg chg="del">
        <pc:chgData name="Ms Alina Arshad" userId="cccdfd85-d35d-4453-9c6f-a463aae40722" providerId="ADAL" clId="{2FEB24EE-2666-4060-89BA-CD0A06313B23}" dt="2024-09-07T14:11:32.691" v="18" actId="2696"/>
        <pc:sldMkLst>
          <pc:docMk/>
          <pc:sldMk cId="0" sldId="376"/>
        </pc:sldMkLst>
      </pc:sldChg>
      <pc:sldChg chg="del">
        <pc:chgData name="Ms Alina Arshad" userId="cccdfd85-d35d-4453-9c6f-a463aae40722" providerId="ADAL" clId="{2FEB24EE-2666-4060-89BA-CD0A06313B23}" dt="2024-09-07T14:11:32.691" v="18" actId="2696"/>
        <pc:sldMkLst>
          <pc:docMk/>
          <pc:sldMk cId="0" sldId="377"/>
        </pc:sldMkLst>
      </pc:sldChg>
      <pc:sldChg chg="del">
        <pc:chgData name="Ms Alina Arshad" userId="cccdfd85-d35d-4453-9c6f-a463aae40722" providerId="ADAL" clId="{2FEB24EE-2666-4060-89BA-CD0A06313B23}" dt="2024-09-07T14:11:32.691" v="18" actId="2696"/>
        <pc:sldMkLst>
          <pc:docMk/>
          <pc:sldMk cId="0" sldId="387"/>
        </pc:sldMkLst>
      </pc:sldChg>
      <pc:sldChg chg="del">
        <pc:chgData name="Ms Alina Arshad" userId="cccdfd85-d35d-4453-9c6f-a463aae40722" providerId="ADAL" clId="{2FEB24EE-2666-4060-89BA-CD0A06313B23}" dt="2024-09-07T14:11:32.691" v="18" actId="2696"/>
        <pc:sldMkLst>
          <pc:docMk/>
          <pc:sldMk cId="0" sldId="388"/>
        </pc:sldMkLst>
      </pc:sldChg>
      <pc:sldChg chg="modSp del mod">
        <pc:chgData name="Ms Alina Arshad" userId="cccdfd85-d35d-4453-9c6f-a463aae40722" providerId="ADAL" clId="{2FEB24EE-2666-4060-89BA-CD0A06313B23}" dt="2024-09-07T14:11:32.691" v="18" actId="2696"/>
        <pc:sldMkLst>
          <pc:docMk/>
          <pc:sldMk cId="0" sldId="389"/>
        </pc:sldMkLst>
        <pc:spChg chg="mod">
          <ac:chgData name="Ms Alina Arshad" userId="cccdfd85-d35d-4453-9c6f-a463aae40722" providerId="ADAL" clId="{2FEB24EE-2666-4060-89BA-CD0A06313B23}" dt="2024-09-07T14:04:23.480" v="10" actId="5793"/>
          <ac:spMkLst>
            <pc:docMk/>
            <pc:sldMk cId="0" sldId="389"/>
            <ac:spMk id="13315" creationId="{5AEC1019-6C33-068D-89FF-73F14DD73519}"/>
          </ac:spMkLst>
        </pc:spChg>
        <pc:spChg chg="mod">
          <ac:chgData name="Ms Alina Arshad" userId="cccdfd85-d35d-4453-9c6f-a463aae40722" providerId="ADAL" clId="{2FEB24EE-2666-4060-89BA-CD0A06313B23}" dt="2024-09-07T14:04:04.382" v="4" actId="27636"/>
          <ac:spMkLst>
            <pc:docMk/>
            <pc:sldMk cId="0" sldId="389"/>
            <ac:spMk id="24578" creationId="{305B7E1E-5597-3B12-6D73-B24294AD131D}"/>
          </ac:spMkLst>
        </pc:spChg>
      </pc:sldChg>
      <pc:sldChg chg="modSp del mod">
        <pc:chgData name="Ms Alina Arshad" userId="cccdfd85-d35d-4453-9c6f-a463aae40722" providerId="ADAL" clId="{2FEB24EE-2666-4060-89BA-CD0A06313B23}" dt="2024-09-07T14:11:32.691" v="18" actId="2696"/>
        <pc:sldMkLst>
          <pc:docMk/>
          <pc:sldMk cId="0" sldId="391"/>
        </pc:sldMkLst>
        <pc:spChg chg="mod">
          <ac:chgData name="Ms Alina Arshad" userId="cccdfd85-d35d-4453-9c6f-a463aae40722" providerId="ADAL" clId="{2FEB24EE-2666-4060-89BA-CD0A06313B23}" dt="2024-09-07T14:04:40.295" v="17" actId="20577"/>
          <ac:spMkLst>
            <pc:docMk/>
            <pc:sldMk cId="0" sldId="391"/>
            <ac:spMk id="26626" creationId="{0FEEB420-FF9F-896C-19FE-30B0D95ADF93}"/>
          </ac:spMkLst>
        </pc:spChg>
      </pc:sldChg>
      <pc:sldChg chg="modSp add mod">
        <pc:chgData name="Ms Alina Arshad" userId="cccdfd85-d35d-4453-9c6f-a463aae40722" providerId="ADAL" clId="{2FEB24EE-2666-4060-89BA-CD0A06313B23}" dt="2024-09-07T14:26:37.570" v="48" actId="20577"/>
        <pc:sldMkLst>
          <pc:docMk/>
          <pc:sldMk cId="1227695002" sldId="429"/>
        </pc:sldMkLst>
        <pc:spChg chg="mod">
          <ac:chgData name="Ms Alina Arshad" userId="cccdfd85-d35d-4453-9c6f-a463aae40722" providerId="ADAL" clId="{2FEB24EE-2666-4060-89BA-CD0A06313B23}" dt="2024-09-07T14:16:40.823" v="36" actId="14100"/>
          <ac:spMkLst>
            <pc:docMk/>
            <pc:sldMk cId="1227695002" sldId="429"/>
            <ac:spMk id="2" creationId="{00000000-0000-0000-0000-000000000000}"/>
          </ac:spMkLst>
        </pc:spChg>
        <pc:spChg chg="mod">
          <ac:chgData name="Ms Alina Arshad" userId="cccdfd85-d35d-4453-9c6f-a463aae40722" providerId="ADAL" clId="{2FEB24EE-2666-4060-89BA-CD0A06313B23}" dt="2024-09-07T14:26:37.570" v="48" actId="20577"/>
          <ac:spMkLst>
            <pc:docMk/>
            <pc:sldMk cId="1227695002" sldId="429"/>
            <ac:spMk id="3" creationId="{00000000-0000-0000-0000-000000000000}"/>
          </ac:spMkLst>
        </pc:spChg>
      </pc:sldChg>
      <pc:sldChg chg="modSp add mod">
        <pc:chgData name="Ms Alina Arshad" userId="cccdfd85-d35d-4453-9c6f-a463aae40722" providerId="ADAL" clId="{2FEB24EE-2666-4060-89BA-CD0A06313B23}" dt="2024-09-07T14:28:10.057" v="50" actId="20577"/>
        <pc:sldMkLst>
          <pc:docMk/>
          <pc:sldMk cId="4289592975" sldId="430"/>
        </pc:sldMkLst>
        <pc:spChg chg="mod">
          <ac:chgData name="Ms Alina Arshad" userId="cccdfd85-d35d-4453-9c6f-a463aae40722" providerId="ADAL" clId="{2FEB24EE-2666-4060-89BA-CD0A06313B23}" dt="2024-09-07T14:28:10.057" v="50" actId="20577"/>
          <ac:spMkLst>
            <pc:docMk/>
            <pc:sldMk cId="4289592975" sldId="430"/>
            <ac:spMk id="3" creationId="{00000000-0000-0000-0000-000000000000}"/>
          </ac:spMkLst>
        </pc:spChg>
      </pc:sldChg>
      <pc:sldChg chg="modSp add mod">
        <pc:chgData name="Ms Alina Arshad" userId="cccdfd85-d35d-4453-9c6f-a463aae40722" providerId="ADAL" clId="{2FEB24EE-2666-4060-89BA-CD0A06313B23}" dt="2024-09-07T14:33:40.207" v="55" actId="207"/>
        <pc:sldMkLst>
          <pc:docMk/>
          <pc:sldMk cId="1008177089" sldId="433"/>
        </pc:sldMkLst>
        <pc:spChg chg="mod">
          <ac:chgData name="Ms Alina Arshad" userId="cccdfd85-d35d-4453-9c6f-a463aae40722" providerId="ADAL" clId="{2FEB24EE-2666-4060-89BA-CD0A06313B23}" dt="2024-09-07T14:33:40.207" v="55" actId="207"/>
          <ac:spMkLst>
            <pc:docMk/>
            <pc:sldMk cId="1008177089" sldId="433"/>
            <ac:spMk id="3" creationId="{00000000-0000-0000-0000-000000000000}"/>
          </ac:spMkLst>
        </pc:spChg>
      </pc:sldChg>
      <pc:sldChg chg="modSp add mod">
        <pc:chgData name="Ms Alina Arshad" userId="cccdfd85-d35d-4453-9c6f-a463aae40722" providerId="ADAL" clId="{2FEB24EE-2666-4060-89BA-CD0A06313B23}" dt="2024-09-07T14:38:19.708" v="62" actId="20577"/>
        <pc:sldMkLst>
          <pc:docMk/>
          <pc:sldMk cId="4177771332" sldId="434"/>
        </pc:sldMkLst>
        <pc:spChg chg="mod">
          <ac:chgData name="Ms Alina Arshad" userId="cccdfd85-d35d-4453-9c6f-a463aae40722" providerId="ADAL" clId="{2FEB24EE-2666-4060-89BA-CD0A06313B23}" dt="2024-09-07T14:37:16.352" v="58" actId="1076"/>
          <ac:spMkLst>
            <pc:docMk/>
            <pc:sldMk cId="4177771332" sldId="434"/>
            <ac:spMk id="2" creationId="{00000000-0000-0000-0000-000000000000}"/>
          </ac:spMkLst>
        </pc:spChg>
        <pc:spChg chg="mod">
          <ac:chgData name="Ms Alina Arshad" userId="cccdfd85-d35d-4453-9c6f-a463aae40722" providerId="ADAL" clId="{2FEB24EE-2666-4060-89BA-CD0A06313B23}" dt="2024-09-07T14:38:19.708" v="62" actId="20577"/>
          <ac:spMkLst>
            <pc:docMk/>
            <pc:sldMk cId="4177771332" sldId="434"/>
            <ac:spMk id="3" creationId="{00000000-0000-0000-0000-000000000000}"/>
          </ac:spMkLst>
        </pc:spChg>
      </pc:sldChg>
      <pc:sldChg chg="modSp add mod">
        <pc:chgData name="Ms Alina Arshad" userId="cccdfd85-d35d-4453-9c6f-a463aae40722" providerId="ADAL" clId="{2FEB24EE-2666-4060-89BA-CD0A06313B23}" dt="2024-09-07T14:38:53.527" v="63" actId="404"/>
        <pc:sldMkLst>
          <pc:docMk/>
          <pc:sldMk cId="2642975351" sldId="435"/>
        </pc:sldMkLst>
        <pc:spChg chg="mod">
          <ac:chgData name="Ms Alina Arshad" userId="cccdfd85-d35d-4453-9c6f-a463aae40722" providerId="ADAL" clId="{2FEB24EE-2666-4060-89BA-CD0A06313B23}" dt="2024-09-07T14:38:53.527" v="63" actId="404"/>
          <ac:spMkLst>
            <pc:docMk/>
            <pc:sldMk cId="2642975351" sldId="435"/>
            <ac:spMk id="3" creationId="{00000000-0000-0000-0000-000000000000}"/>
          </ac:spMkLst>
        </pc:spChg>
      </pc:sldChg>
      <pc:sldChg chg="modSp add mod">
        <pc:chgData name="Ms Alina Arshad" userId="cccdfd85-d35d-4453-9c6f-a463aae40722" providerId="ADAL" clId="{2FEB24EE-2666-4060-89BA-CD0A06313B23}" dt="2024-09-07T14:42:05.679" v="66" actId="207"/>
        <pc:sldMkLst>
          <pc:docMk/>
          <pc:sldMk cId="8447295" sldId="436"/>
        </pc:sldMkLst>
        <pc:spChg chg="mod">
          <ac:chgData name="Ms Alina Arshad" userId="cccdfd85-d35d-4453-9c6f-a463aae40722" providerId="ADAL" clId="{2FEB24EE-2666-4060-89BA-CD0A06313B23}" dt="2024-09-07T14:41:44.573" v="64" actId="33524"/>
          <ac:spMkLst>
            <pc:docMk/>
            <pc:sldMk cId="8447295" sldId="436"/>
            <ac:spMk id="2" creationId="{00000000-0000-0000-0000-000000000000}"/>
          </ac:spMkLst>
        </pc:spChg>
        <pc:spChg chg="mod">
          <ac:chgData name="Ms Alina Arshad" userId="cccdfd85-d35d-4453-9c6f-a463aae40722" providerId="ADAL" clId="{2FEB24EE-2666-4060-89BA-CD0A06313B23}" dt="2024-09-07T14:42:05.679" v="66" actId="207"/>
          <ac:spMkLst>
            <pc:docMk/>
            <pc:sldMk cId="8447295" sldId="436"/>
            <ac:spMk id="3" creationId="{00000000-0000-0000-0000-000000000000}"/>
          </ac:spMkLst>
        </pc:spChg>
      </pc:sldChg>
      <pc:sldChg chg="modSp mod">
        <pc:chgData name="Ms Alina Arshad" userId="cccdfd85-d35d-4453-9c6f-a463aae40722" providerId="ADAL" clId="{2FEB24EE-2666-4060-89BA-CD0A06313B23}" dt="2024-09-07T15:07:51.624" v="70" actId="20577"/>
        <pc:sldMkLst>
          <pc:docMk/>
          <pc:sldMk cId="1737629093" sldId="438"/>
        </pc:sldMkLst>
        <pc:spChg chg="mod">
          <ac:chgData name="Ms Alina Arshad" userId="cccdfd85-d35d-4453-9c6f-a463aae40722" providerId="ADAL" clId="{2FEB24EE-2666-4060-89BA-CD0A06313B23}" dt="2024-09-07T15:07:51.624" v="70" actId="20577"/>
          <ac:spMkLst>
            <pc:docMk/>
            <pc:sldMk cId="1737629093" sldId="438"/>
            <ac:spMk id="3" creationId="{00000000-0000-0000-0000-000000000000}"/>
          </ac:spMkLst>
        </pc:spChg>
      </pc:sldChg>
      <pc:sldChg chg="addSp modSp">
        <pc:chgData name="Ms Alina Arshad" userId="cccdfd85-d35d-4453-9c6f-a463aae40722" providerId="ADAL" clId="{2FEB24EE-2666-4060-89BA-CD0A06313B23}" dt="2024-09-07T15:30:07.645" v="78" actId="1076"/>
        <pc:sldMkLst>
          <pc:docMk/>
          <pc:sldMk cId="2279120568" sldId="446"/>
        </pc:sldMkLst>
        <pc:spChg chg="mod">
          <ac:chgData name="Ms Alina Arshad" userId="cccdfd85-d35d-4453-9c6f-a463aae40722" providerId="ADAL" clId="{2FEB24EE-2666-4060-89BA-CD0A06313B23}" dt="2024-09-07T15:29:56.694" v="75" actId="14100"/>
          <ac:spMkLst>
            <pc:docMk/>
            <pc:sldMk cId="2279120568" sldId="446"/>
            <ac:spMk id="3" creationId="{00000000-0000-0000-0000-000000000000}"/>
          </ac:spMkLst>
        </pc:spChg>
        <pc:picChg chg="add mod">
          <ac:chgData name="Ms Alina Arshad" userId="cccdfd85-d35d-4453-9c6f-a463aae40722" providerId="ADAL" clId="{2FEB24EE-2666-4060-89BA-CD0A06313B23}" dt="2024-09-07T15:30:07.645" v="78" actId="1076"/>
          <ac:picMkLst>
            <pc:docMk/>
            <pc:sldMk cId="2279120568" sldId="446"/>
            <ac:picMk id="1026" creationId="{33CCDCAF-3759-99D5-6506-736BA3E5DF0B}"/>
          </ac:picMkLst>
        </pc:picChg>
      </pc:sldChg>
    </pc:docChg>
  </pc:docChgLst>
  <pc:docChgLst>
    <pc:chgData name="Ms Alina Arshad" userId="cccdfd85-d35d-4453-9c6f-a463aae40722" providerId="ADAL" clId="{1C05DFB1-C023-4755-8788-6BFDA6690735}"/>
    <pc:docChg chg="undo custSel addSld delSld modSld sldOrd">
      <pc:chgData name="Ms Alina Arshad" userId="cccdfd85-d35d-4453-9c6f-a463aae40722" providerId="ADAL" clId="{1C05DFB1-C023-4755-8788-6BFDA6690735}" dt="2024-09-05T08:41:59.376" v="433" actId="20577"/>
      <pc:docMkLst>
        <pc:docMk/>
      </pc:docMkLst>
      <pc:sldChg chg="addSp delSp modSp mod">
        <pc:chgData name="Ms Alina Arshad" userId="cccdfd85-d35d-4453-9c6f-a463aae40722" providerId="ADAL" clId="{1C05DFB1-C023-4755-8788-6BFDA6690735}" dt="2024-09-05T08:41:59.376" v="433" actId="20577"/>
        <pc:sldMkLst>
          <pc:docMk/>
          <pc:sldMk cId="3322361034" sldId="256"/>
        </pc:sldMkLst>
        <pc:spChg chg="mod">
          <ac:chgData name="Ms Alina Arshad" userId="cccdfd85-d35d-4453-9c6f-a463aae40722" providerId="ADAL" clId="{1C05DFB1-C023-4755-8788-6BFDA6690735}" dt="2024-09-05T08:41:59.376" v="433" actId="20577"/>
          <ac:spMkLst>
            <pc:docMk/>
            <pc:sldMk cId="3322361034" sldId="256"/>
            <ac:spMk id="3" creationId="{44E9F82C-BBA7-3495-1097-BEDB54FFFDF4}"/>
          </ac:spMkLst>
        </pc:spChg>
        <pc:spChg chg="add del">
          <ac:chgData name="Ms Alina Arshad" userId="cccdfd85-d35d-4453-9c6f-a463aae40722" providerId="ADAL" clId="{1C05DFB1-C023-4755-8788-6BFDA6690735}" dt="2024-09-05T07:34:55.610" v="146" actId="22"/>
          <ac:spMkLst>
            <pc:docMk/>
            <pc:sldMk cId="3322361034" sldId="256"/>
            <ac:spMk id="6" creationId="{3CA1EAAA-F942-5EDF-87BE-7AA035157A05}"/>
          </ac:spMkLst>
        </pc:spChg>
      </pc:sldChg>
      <pc:sldChg chg="modSp add mod ord">
        <pc:chgData name="Ms Alina Arshad" userId="cccdfd85-d35d-4453-9c6f-a463aae40722" providerId="ADAL" clId="{1C05DFB1-C023-4755-8788-6BFDA6690735}" dt="2024-09-05T07:56:57.780" v="375"/>
        <pc:sldMkLst>
          <pc:docMk/>
          <pc:sldMk cId="0" sldId="361"/>
        </pc:sldMkLst>
        <pc:spChg chg="mod">
          <ac:chgData name="Ms Alina Arshad" userId="cccdfd85-d35d-4453-9c6f-a463aae40722" providerId="ADAL" clId="{1C05DFB1-C023-4755-8788-6BFDA6690735}" dt="2024-09-05T07:45:06.953" v="192" actId="1076"/>
          <ac:spMkLst>
            <pc:docMk/>
            <pc:sldMk cId="0" sldId="361"/>
            <ac:spMk id="11266" creationId="{CDFEA5A7-DD76-DB88-8CE1-C136689A729E}"/>
          </ac:spMkLst>
        </pc:spChg>
        <pc:picChg chg="mod">
          <ac:chgData name="Ms Alina Arshad" userId="cccdfd85-d35d-4453-9c6f-a463aae40722" providerId="ADAL" clId="{1C05DFB1-C023-4755-8788-6BFDA6690735}" dt="2024-09-05T07:45:09.937" v="193" actId="1076"/>
          <ac:picMkLst>
            <pc:docMk/>
            <pc:sldMk cId="0" sldId="361"/>
            <ac:picMk id="11267" creationId="{E07318DB-010A-9C35-EA2F-B3B619FB4F96}"/>
          </ac:picMkLst>
        </pc:picChg>
      </pc:sldChg>
      <pc:sldChg chg="modSp add mod ord">
        <pc:chgData name="Ms Alina Arshad" userId="cccdfd85-d35d-4453-9c6f-a463aae40722" providerId="ADAL" clId="{1C05DFB1-C023-4755-8788-6BFDA6690735}" dt="2024-09-05T08:14:11.075" v="401"/>
        <pc:sldMkLst>
          <pc:docMk/>
          <pc:sldMk cId="0" sldId="369"/>
        </pc:sldMkLst>
        <pc:spChg chg="mod">
          <ac:chgData name="Ms Alina Arshad" userId="cccdfd85-d35d-4453-9c6f-a463aae40722" providerId="ADAL" clId="{1C05DFB1-C023-4755-8788-6BFDA6690735}" dt="2024-09-05T07:50:23.356" v="262" actId="404"/>
          <ac:spMkLst>
            <pc:docMk/>
            <pc:sldMk cId="0" sldId="369"/>
            <ac:spMk id="4" creationId="{8E987808-8596-9880-3716-1A0FF1EDC058}"/>
          </ac:spMkLst>
        </pc:spChg>
        <pc:spChg chg="mod">
          <ac:chgData name="Ms Alina Arshad" userId="cccdfd85-d35d-4453-9c6f-a463aae40722" providerId="ADAL" clId="{1C05DFB1-C023-4755-8788-6BFDA6690735}" dt="2024-09-05T07:50:03.718" v="254" actId="1076"/>
          <ac:spMkLst>
            <pc:docMk/>
            <pc:sldMk cId="0" sldId="369"/>
            <ac:spMk id="17410" creationId="{DD6089CE-4A31-4A96-1F98-DDBB2C23FF42}"/>
          </ac:spMkLst>
        </pc:spChg>
        <pc:picChg chg="mod">
          <ac:chgData name="Ms Alina Arshad" userId="cccdfd85-d35d-4453-9c6f-a463aae40722" providerId="ADAL" clId="{1C05DFB1-C023-4755-8788-6BFDA6690735}" dt="2024-09-05T07:50:25.414" v="263" actId="1076"/>
          <ac:picMkLst>
            <pc:docMk/>
            <pc:sldMk cId="0" sldId="369"/>
            <ac:picMk id="17412" creationId="{A99781B3-ECFD-C897-E252-4DA1744B8C9F}"/>
          </ac:picMkLst>
        </pc:picChg>
      </pc:sldChg>
      <pc:sldChg chg="modSp add mod ord modAnim">
        <pc:chgData name="Ms Alina Arshad" userId="cccdfd85-d35d-4453-9c6f-a463aae40722" providerId="ADAL" clId="{1C05DFB1-C023-4755-8788-6BFDA6690735}" dt="2024-09-05T08:15:10.231" v="421"/>
        <pc:sldMkLst>
          <pc:docMk/>
          <pc:sldMk cId="0" sldId="370"/>
        </pc:sldMkLst>
        <pc:spChg chg="mod">
          <ac:chgData name="Ms Alina Arshad" userId="cccdfd85-d35d-4453-9c6f-a463aae40722" providerId="ADAL" clId="{1C05DFB1-C023-4755-8788-6BFDA6690735}" dt="2024-09-05T08:15:07.606" v="419" actId="12"/>
          <ac:spMkLst>
            <pc:docMk/>
            <pc:sldMk cId="0" sldId="370"/>
            <ac:spMk id="4" creationId="{1BF07008-22A4-D676-C9D6-7038ABDE0606}"/>
          </ac:spMkLst>
        </pc:spChg>
        <pc:spChg chg="mod">
          <ac:chgData name="Ms Alina Arshad" userId="cccdfd85-d35d-4453-9c6f-a463aae40722" providerId="ADAL" clId="{1C05DFB1-C023-4755-8788-6BFDA6690735}" dt="2024-09-05T07:51:17.485" v="281" actId="1076"/>
          <ac:spMkLst>
            <pc:docMk/>
            <pc:sldMk cId="0" sldId="370"/>
            <ac:spMk id="19458" creationId="{36059FCC-18D6-6332-D685-7C398C657D85}"/>
          </ac:spMkLst>
        </pc:spChg>
        <pc:picChg chg="mod">
          <ac:chgData name="Ms Alina Arshad" userId="cccdfd85-d35d-4453-9c6f-a463aae40722" providerId="ADAL" clId="{1C05DFB1-C023-4755-8788-6BFDA6690735}" dt="2024-09-05T07:51:56.269" v="290" actId="1076"/>
          <ac:picMkLst>
            <pc:docMk/>
            <pc:sldMk cId="0" sldId="370"/>
            <ac:picMk id="19460" creationId="{A9A59423-9CB7-223E-698D-5348E408B2CE}"/>
          </ac:picMkLst>
        </pc:picChg>
      </pc:sldChg>
      <pc:sldChg chg="modSp add mod ord">
        <pc:chgData name="Ms Alina Arshad" userId="cccdfd85-d35d-4453-9c6f-a463aae40722" providerId="ADAL" clId="{1C05DFB1-C023-4755-8788-6BFDA6690735}" dt="2024-09-05T08:14:54.414" v="413"/>
        <pc:sldMkLst>
          <pc:docMk/>
          <pc:sldMk cId="0" sldId="371"/>
        </pc:sldMkLst>
        <pc:spChg chg="mod">
          <ac:chgData name="Ms Alina Arshad" userId="cccdfd85-d35d-4453-9c6f-a463aae40722" providerId="ADAL" clId="{1C05DFB1-C023-4755-8788-6BFDA6690735}" dt="2024-09-05T07:51:07.444" v="278" actId="12"/>
          <ac:spMkLst>
            <pc:docMk/>
            <pc:sldMk cId="0" sldId="371"/>
            <ac:spMk id="6" creationId="{BFF2EC28-54EE-BE7B-18AD-61866F6E4477}"/>
          </ac:spMkLst>
        </pc:spChg>
        <pc:spChg chg="mod">
          <ac:chgData name="Ms Alina Arshad" userId="cccdfd85-d35d-4453-9c6f-a463aae40722" providerId="ADAL" clId="{1C05DFB1-C023-4755-8788-6BFDA6690735}" dt="2024-09-05T07:50:36.990" v="267" actId="1076"/>
          <ac:spMkLst>
            <pc:docMk/>
            <pc:sldMk cId="0" sldId="371"/>
            <ac:spMk id="18434" creationId="{CC853854-2B92-E747-813E-1CCD9BE5A87A}"/>
          </ac:spMkLst>
        </pc:spChg>
      </pc:sldChg>
      <pc:sldChg chg="del">
        <pc:chgData name="Ms Alina Arshad" userId="cccdfd85-d35d-4453-9c6f-a463aae40722" providerId="ADAL" clId="{1C05DFB1-C023-4755-8788-6BFDA6690735}" dt="2024-09-05T06:57:39.431" v="12" actId="47"/>
        <pc:sldMkLst>
          <pc:docMk/>
          <pc:sldMk cId="3002628608" sldId="371"/>
        </pc:sldMkLst>
      </pc:sldChg>
      <pc:sldChg chg="modSp add mod ord">
        <pc:chgData name="Ms Alina Arshad" userId="cccdfd85-d35d-4453-9c6f-a463aae40722" providerId="ADAL" clId="{1C05DFB1-C023-4755-8788-6BFDA6690735}" dt="2024-09-05T08:15:20.321" v="423"/>
        <pc:sldMkLst>
          <pc:docMk/>
          <pc:sldMk cId="0" sldId="372"/>
        </pc:sldMkLst>
        <pc:spChg chg="mod">
          <ac:chgData name="Ms Alina Arshad" userId="cccdfd85-d35d-4453-9c6f-a463aae40722" providerId="ADAL" clId="{1C05DFB1-C023-4755-8788-6BFDA6690735}" dt="2024-09-05T07:52:20.715" v="298" actId="12"/>
          <ac:spMkLst>
            <pc:docMk/>
            <pc:sldMk cId="0" sldId="372"/>
            <ac:spMk id="3" creationId="{3CE06910-2266-68E8-32AE-E6FCE586718E}"/>
          </ac:spMkLst>
        </pc:spChg>
        <pc:spChg chg="mod">
          <ac:chgData name="Ms Alina Arshad" userId="cccdfd85-d35d-4453-9c6f-a463aae40722" providerId="ADAL" clId="{1C05DFB1-C023-4755-8788-6BFDA6690735}" dt="2024-09-05T07:52:06.262" v="293" actId="1076"/>
          <ac:spMkLst>
            <pc:docMk/>
            <pc:sldMk cId="0" sldId="372"/>
            <ac:spMk id="20482" creationId="{66081410-0D97-977C-9351-D99DD14E7278}"/>
          </ac:spMkLst>
        </pc:spChg>
      </pc:sldChg>
      <pc:sldChg chg="modSp add mod">
        <pc:chgData name="Ms Alina Arshad" userId="cccdfd85-d35d-4453-9c6f-a463aae40722" providerId="ADAL" clId="{1C05DFB1-C023-4755-8788-6BFDA6690735}" dt="2024-09-05T07:52:36.823" v="306" actId="12"/>
        <pc:sldMkLst>
          <pc:docMk/>
          <pc:sldMk cId="0" sldId="376"/>
        </pc:sldMkLst>
        <pc:spChg chg="mod">
          <ac:chgData name="Ms Alina Arshad" userId="cccdfd85-d35d-4453-9c6f-a463aae40722" providerId="ADAL" clId="{1C05DFB1-C023-4755-8788-6BFDA6690735}" dt="2024-09-05T07:52:36.823" v="306" actId="12"/>
          <ac:spMkLst>
            <pc:docMk/>
            <pc:sldMk cId="0" sldId="376"/>
            <ac:spMk id="14339" creationId="{94A197E7-6DCB-57DA-E27C-724B31356253}"/>
          </ac:spMkLst>
        </pc:spChg>
        <pc:spChg chg="mod">
          <ac:chgData name="Ms Alina Arshad" userId="cccdfd85-d35d-4453-9c6f-a463aae40722" providerId="ADAL" clId="{1C05DFB1-C023-4755-8788-6BFDA6690735}" dt="2024-09-05T07:52:26.389" v="300" actId="113"/>
          <ac:spMkLst>
            <pc:docMk/>
            <pc:sldMk cId="0" sldId="376"/>
            <ac:spMk id="21506" creationId="{94B96EC9-3772-F192-36A7-9AEC2591F83D}"/>
          </ac:spMkLst>
        </pc:spChg>
      </pc:sldChg>
      <pc:sldChg chg="modSp add mod">
        <pc:chgData name="Ms Alina Arshad" userId="cccdfd85-d35d-4453-9c6f-a463aae40722" providerId="ADAL" clId="{1C05DFB1-C023-4755-8788-6BFDA6690735}" dt="2024-09-05T07:53:06.340" v="318" actId="113"/>
        <pc:sldMkLst>
          <pc:docMk/>
          <pc:sldMk cId="0" sldId="377"/>
        </pc:sldMkLst>
        <pc:spChg chg="mod">
          <ac:chgData name="Ms Alina Arshad" userId="cccdfd85-d35d-4453-9c6f-a463aae40722" providerId="ADAL" clId="{1C05DFB1-C023-4755-8788-6BFDA6690735}" dt="2024-09-05T07:53:06.340" v="318" actId="113"/>
          <ac:spMkLst>
            <pc:docMk/>
            <pc:sldMk cId="0" sldId="377"/>
            <ac:spMk id="14339" creationId="{146A747E-9050-5C65-BC4A-8D4836FF8395}"/>
          </ac:spMkLst>
        </pc:spChg>
        <pc:spChg chg="mod">
          <ac:chgData name="Ms Alina Arshad" userId="cccdfd85-d35d-4453-9c6f-a463aae40722" providerId="ADAL" clId="{1C05DFB1-C023-4755-8788-6BFDA6690735}" dt="2024-09-05T07:52:44.618" v="309" actId="14100"/>
          <ac:spMkLst>
            <pc:docMk/>
            <pc:sldMk cId="0" sldId="377"/>
            <ac:spMk id="22530" creationId="{7FF264FD-3FAC-696B-B23E-80C7D4989C57}"/>
          </ac:spMkLst>
        </pc:spChg>
      </pc:sldChg>
      <pc:sldChg chg="modSp add mod">
        <pc:chgData name="Ms Alina Arshad" userId="cccdfd85-d35d-4453-9c6f-a463aae40722" providerId="ADAL" clId="{1C05DFB1-C023-4755-8788-6BFDA6690735}" dt="2024-09-05T07:47:40.697" v="240" actId="5793"/>
        <pc:sldMkLst>
          <pc:docMk/>
          <pc:sldMk cId="0" sldId="378"/>
        </pc:sldMkLst>
        <pc:spChg chg="mod">
          <ac:chgData name="Ms Alina Arshad" userId="cccdfd85-d35d-4453-9c6f-a463aae40722" providerId="ADAL" clId="{1C05DFB1-C023-4755-8788-6BFDA6690735}" dt="2024-09-05T07:47:40.697" v="240" actId="5793"/>
          <ac:spMkLst>
            <pc:docMk/>
            <pc:sldMk cId="0" sldId="378"/>
            <ac:spMk id="3" creationId="{4D92009B-F46A-5A2A-9F0D-713E31A909F0}"/>
          </ac:spMkLst>
        </pc:spChg>
        <pc:spChg chg="mod">
          <ac:chgData name="Ms Alina Arshad" userId="cccdfd85-d35d-4453-9c6f-a463aae40722" providerId="ADAL" clId="{1C05DFB1-C023-4755-8788-6BFDA6690735}" dt="2024-09-05T07:47:30.328" v="235" actId="1076"/>
          <ac:spMkLst>
            <pc:docMk/>
            <pc:sldMk cId="0" sldId="378"/>
            <ac:spMk id="15362" creationId="{3442C437-2A5E-2C29-35CE-ED5EFF025000}"/>
          </ac:spMkLst>
        </pc:spChg>
      </pc:sldChg>
      <pc:sldChg chg="modSp add mod modAnim">
        <pc:chgData name="Ms Alina Arshad" userId="cccdfd85-d35d-4453-9c6f-a463aae40722" providerId="ADAL" clId="{1C05DFB1-C023-4755-8788-6BFDA6690735}" dt="2024-09-05T08:14:51.102" v="411" actId="20577"/>
        <pc:sldMkLst>
          <pc:docMk/>
          <pc:sldMk cId="0" sldId="379"/>
        </pc:sldMkLst>
        <pc:spChg chg="mod">
          <ac:chgData name="Ms Alina Arshad" userId="cccdfd85-d35d-4453-9c6f-a463aae40722" providerId="ADAL" clId="{1C05DFB1-C023-4755-8788-6BFDA6690735}" dt="2024-09-05T08:14:51.102" v="411" actId="20577"/>
          <ac:spMkLst>
            <pc:docMk/>
            <pc:sldMk cId="0" sldId="379"/>
            <ac:spMk id="3" creationId="{61195190-11D2-11B5-78F3-47F19F95C21B}"/>
          </ac:spMkLst>
        </pc:spChg>
        <pc:spChg chg="mod">
          <ac:chgData name="Ms Alina Arshad" userId="cccdfd85-d35d-4453-9c6f-a463aae40722" providerId="ADAL" clId="{1C05DFB1-C023-4755-8788-6BFDA6690735}" dt="2024-09-05T07:47:52.400" v="243" actId="1076"/>
          <ac:spMkLst>
            <pc:docMk/>
            <pc:sldMk cId="0" sldId="379"/>
            <ac:spMk id="16386" creationId="{0F49AA23-905E-F20F-088A-5E8560F2BB65}"/>
          </ac:spMkLst>
        </pc:spChg>
      </pc:sldChg>
      <pc:sldChg chg="modSp add mod modAnim">
        <pc:chgData name="Ms Alina Arshad" userId="cccdfd85-d35d-4453-9c6f-a463aae40722" providerId="ADAL" clId="{1C05DFB1-C023-4755-8788-6BFDA6690735}" dt="2024-09-05T07:43:18.362" v="180" actId="5793"/>
        <pc:sldMkLst>
          <pc:docMk/>
          <pc:sldMk cId="0" sldId="383"/>
        </pc:sldMkLst>
        <pc:spChg chg="mod">
          <ac:chgData name="Ms Alina Arshad" userId="cccdfd85-d35d-4453-9c6f-a463aae40722" providerId="ADAL" clId="{1C05DFB1-C023-4755-8788-6BFDA6690735}" dt="2024-09-05T07:43:18.362" v="180" actId="5793"/>
          <ac:spMkLst>
            <pc:docMk/>
            <pc:sldMk cId="0" sldId="383"/>
            <ac:spMk id="3" creationId="{C2FC69E0-7DD3-4C45-6AFE-2872EF17DC2F}"/>
          </ac:spMkLst>
        </pc:spChg>
        <pc:spChg chg="mod">
          <ac:chgData name="Ms Alina Arshad" userId="cccdfd85-d35d-4453-9c6f-a463aae40722" providerId="ADAL" clId="{1C05DFB1-C023-4755-8788-6BFDA6690735}" dt="2024-09-05T07:42:53.024" v="172" actId="20577"/>
          <ac:spMkLst>
            <pc:docMk/>
            <pc:sldMk cId="0" sldId="383"/>
            <ac:spMk id="9218" creationId="{7D46923B-4293-0392-7CA6-15541CC5E291}"/>
          </ac:spMkLst>
        </pc:spChg>
      </pc:sldChg>
      <pc:sldChg chg="modSp add mod">
        <pc:chgData name="Ms Alina Arshad" userId="cccdfd85-d35d-4453-9c6f-a463aae40722" providerId="ADAL" clId="{1C05DFB1-C023-4755-8788-6BFDA6690735}" dt="2024-09-05T07:44:56.003" v="189" actId="14100"/>
        <pc:sldMkLst>
          <pc:docMk/>
          <pc:sldMk cId="0" sldId="384"/>
        </pc:sldMkLst>
        <pc:spChg chg="mod">
          <ac:chgData name="Ms Alina Arshad" userId="cccdfd85-d35d-4453-9c6f-a463aae40722" providerId="ADAL" clId="{1C05DFB1-C023-4755-8788-6BFDA6690735}" dt="2024-09-05T07:44:56.003" v="189" actId="14100"/>
          <ac:spMkLst>
            <pc:docMk/>
            <pc:sldMk cId="0" sldId="384"/>
            <ac:spMk id="3" creationId="{C634E1DB-E2BA-2AFF-7108-3E751B986BF9}"/>
          </ac:spMkLst>
        </pc:spChg>
        <pc:spChg chg="mod">
          <ac:chgData name="Ms Alina Arshad" userId="cccdfd85-d35d-4453-9c6f-a463aae40722" providerId="ADAL" clId="{1C05DFB1-C023-4755-8788-6BFDA6690735}" dt="2024-09-05T07:44:40.769" v="183" actId="1076"/>
          <ac:spMkLst>
            <pc:docMk/>
            <pc:sldMk cId="0" sldId="384"/>
            <ac:spMk id="10242" creationId="{50DB1E3C-43B1-2632-8424-D1FFA8841F47}"/>
          </ac:spMkLst>
        </pc:spChg>
      </pc:sldChg>
      <pc:sldChg chg="modSp add mod">
        <pc:chgData name="Ms Alina Arshad" userId="cccdfd85-d35d-4453-9c6f-a463aae40722" providerId="ADAL" clId="{1C05DFB1-C023-4755-8788-6BFDA6690735}" dt="2024-09-05T07:46:39.842" v="219" actId="12"/>
        <pc:sldMkLst>
          <pc:docMk/>
          <pc:sldMk cId="0" sldId="385"/>
        </pc:sldMkLst>
        <pc:spChg chg="mod">
          <ac:chgData name="Ms Alina Arshad" userId="cccdfd85-d35d-4453-9c6f-a463aae40722" providerId="ADAL" clId="{1C05DFB1-C023-4755-8788-6BFDA6690735}" dt="2024-09-05T07:46:39.842" v="219" actId="12"/>
          <ac:spMkLst>
            <pc:docMk/>
            <pc:sldMk cId="0" sldId="385"/>
            <ac:spMk id="3" creationId="{379A78FA-6D74-14F8-2672-ED7E5F387EF1}"/>
          </ac:spMkLst>
        </pc:spChg>
        <pc:spChg chg="mod">
          <ac:chgData name="Ms Alina Arshad" userId="cccdfd85-d35d-4453-9c6f-a463aae40722" providerId="ADAL" clId="{1C05DFB1-C023-4755-8788-6BFDA6690735}" dt="2024-09-05T07:46:15.304" v="212" actId="1076"/>
          <ac:spMkLst>
            <pc:docMk/>
            <pc:sldMk cId="0" sldId="385"/>
            <ac:spMk id="13314" creationId="{732ED189-5E03-CB9F-F411-B5D3F802C357}"/>
          </ac:spMkLst>
        </pc:spChg>
      </pc:sldChg>
      <pc:sldChg chg="modSp add mod">
        <pc:chgData name="Ms Alina Arshad" userId="cccdfd85-d35d-4453-9c6f-a463aae40722" providerId="ADAL" clId="{1C05DFB1-C023-4755-8788-6BFDA6690735}" dt="2024-09-05T07:47:20.829" v="232" actId="403"/>
        <pc:sldMkLst>
          <pc:docMk/>
          <pc:sldMk cId="0" sldId="386"/>
        </pc:sldMkLst>
        <pc:spChg chg="mod">
          <ac:chgData name="Ms Alina Arshad" userId="cccdfd85-d35d-4453-9c6f-a463aae40722" providerId="ADAL" clId="{1C05DFB1-C023-4755-8788-6BFDA6690735}" dt="2024-09-05T07:47:20.829" v="232" actId="403"/>
          <ac:spMkLst>
            <pc:docMk/>
            <pc:sldMk cId="0" sldId="386"/>
            <ac:spMk id="3" creationId="{0ADDFDD8-BEF2-6FD9-6843-39FB18C7F97C}"/>
          </ac:spMkLst>
        </pc:spChg>
        <pc:spChg chg="mod">
          <ac:chgData name="Ms Alina Arshad" userId="cccdfd85-d35d-4453-9c6f-a463aae40722" providerId="ADAL" clId="{1C05DFB1-C023-4755-8788-6BFDA6690735}" dt="2024-09-05T07:46:47.656" v="222" actId="1076"/>
          <ac:spMkLst>
            <pc:docMk/>
            <pc:sldMk cId="0" sldId="386"/>
            <ac:spMk id="14338" creationId="{B83E9FFA-704B-66F4-F1D7-6A91C9C11149}"/>
          </ac:spMkLst>
        </pc:spChg>
      </pc:sldChg>
      <pc:sldChg chg="modSp add mod modAnim">
        <pc:chgData name="Ms Alina Arshad" userId="cccdfd85-d35d-4453-9c6f-a463aae40722" providerId="ADAL" clId="{1C05DFB1-C023-4755-8788-6BFDA6690735}" dt="2024-09-05T07:54:35.206" v="338" actId="20577"/>
        <pc:sldMkLst>
          <pc:docMk/>
          <pc:sldMk cId="0" sldId="387"/>
        </pc:sldMkLst>
        <pc:spChg chg="mod">
          <ac:chgData name="Ms Alina Arshad" userId="cccdfd85-d35d-4453-9c6f-a463aae40722" providerId="ADAL" clId="{1C05DFB1-C023-4755-8788-6BFDA6690735}" dt="2024-09-05T07:54:35.206" v="338" actId="20577"/>
          <ac:spMkLst>
            <pc:docMk/>
            <pc:sldMk cId="0" sldId="387"/>
            <ac:spMk id="13315" creationId="{531687A9-A3D6-897B-44B5-C9FB8F83C570}"/>
          </ac:spMkLst>
        </pc:spChg>
        <pc:spChg chg="mod">
          <ac:chgData name="Ms Alina Arshad" userId="cccdfd85-d35d-4453-9c6f-a463aae40722" providerId="ADAL" clId="{1C05DFB1-C023-4755-8788-6BFDA6690735}" dt="2024-09-05T07:53:54.999" v="320" actId="113"/>
          <ac:spMkLst>
            <pc:docMk/>
            <pc:sldMk cId="0" sldId="387"/>
            <ac:spMk id="23554" creationId="{5CC3658E-AF25-BB3C-3809-6442770ED61D}"/>
          </ac:spMkLst>
        </pc:spChg>
      </pc:sldChg>
      <pc:sldChg chg="modSp add mod">
        <pc:chgData name="Ms Alina Arshad" userId="cccdfd85-d35d-4453-9c6f-a463aae40722" providerId="ADAL" clId="{1C05DFB1-C023-4755-8788-6BFDA6690735}" dt="2024-09-05T07:55:35.887" v="366" actId="404"/>
        <pc:sldMkLst>
          <pc:docMk/>
          <pc:sldMk cId="0" sldId="388"/>
        </pc:sldMkLst>
        <pc:spChg chg="mod">
          <ac:chgData name="Ms Alina Arshad" userId="cccdfd85-d35d-4453-9c6f-a463aae40722" providerId="ADAL" clId="{1C05DFB1-C023-4755-8788-6BFDA6690735}" dt="2024-09-05T07:55:35.887" v="366" actId="404"/>
          <ac:spMkLst>
            <pc:docMk/>
            <pc:sldMk cId="0" sldId="388"/>
            <ac:spMk id="12291" creationId="{A4229261-4050-E940-E2CC-E6C349C00026}"/>
          </ac:spMkLst>
        </pc:spChg>
        <pc:spChg chg="mod">
          <ac:chgData name="Ms Alina Arshad" userId="cccdfd85-d35d-4453-9c6f-a463aae40722" providerId="ADAL" clId="{1C05DFB1-C023-4755-8788-6BFDA6690735}" dt="2024-09-05T07:54:43.782" v="340" actId="113"/>
          <ac:spMkLst>
            <pc:docMk/>
            <pc:sldMk cId="0" sldId="388"/>
            <ac:spMk id="25602" creationId="{B6BE0445-8A2A-E89B-D80A-2E7BB69D894C}"/>
          </ac:spMkLst>
        </pc:spChg>
        <pc:picChg chg="mod">
          <ac:chgData name="Ms Alina Arshad" userId="cccdfd85-d35d-4453-9c6f-a463aae40722" providerId="ADAL" clId="{1C05DFB1-C023-4755-8788-6BFDA6690735}" dt="2024-09-05T07:55:30.652" v="363" actId="1076"/>
          <ac:picMkLst>
            <pc:docMk/>
            <pc:sldMk cId="0" sldId="388"/>
            <ac:picMk id="4" creationId="{DC97E133-31CE-26D9-EDB0-C1FF1455F237}"/>
          </ac:picMkLst>
        </pc:picChg>
      </pc:sldChg>
      <pc:sldChg chg="add">
        <pc:chgData name="Ms Alina Arshad" userId="cccdfd85-d35d-4453-9c6f-a463aae40722" providerId="ADAL" clId="{1C05DFB1-C023-4755-8788-6BFDA6690735}" dt="2024-09-05T07:35:18.954" v="147"/>
        <pc:sldMkLst>
          <pc:docMk/>
          <pc:sldMk cId="0" sldId="389"/>
        </pc:sldMkLst>
      </pc:sldChg>
      <pc:sldChg chg="modSp add mod">
        <pc:chgData name="Ms Alina Arshad" userId="cccdfd85-d35d-4453-9c6f-a463aae40722" providerId="ADAL" clId="{1C05DFB1-C023-4755-8788-6BFDA6690735}" dt="2024-09-05T07:46:09.888" v="210" actId="1076"/>
        <pc:sldMkLst>
          <pc:docMk/>
          <pc:sldMk cId="0" sldId="390"/>
        </pc:sldMkLst>
        <pc:spChg chg="mod">
          <ac:chgData name="Ms Alina Arshad" userId="cccdfd85-d35d-4453-9c6f-a463aae40722" providerId="ADAL" clId="{1C05DFB1-C023-4755-8788-6BFDA6690735}" dt="2024-09-05T07:45:21.202" v="195" actId="207"/>
          <ac:spMkLst>
            <pc:docMk/>
            <pc:sldMk cId="0" sldId="390"/>
            <ac:spMk id="12290" creationId="{8E0F0A77-C487-B84C-9097-D4771F55B8EE}"/>
          </ac:spMkLst>
        </pc:spChg>
        <pc:spChg chg="mod">
          <ac:chgData name="Ms Alina Arshad" userId="cccdfd85-d35d-4453-9c6f-a463aae40722" providerId="ADAL" clId="{1C05DFB1-C023-4755-8788-6BFDA6690735}" dt="2024-09-05T07:46:09.888" v="210" actId="1076"/>
          <ac:spMkLst>
            <pc:docMk/>
            <pc:sldMk cId="0" sldId="390"/>
            <ac:spMk id="14339" creationId="{0243372F-21F0-51E3-14C0-24B5D136C36E}"/>
          </ac:spMkLst>
        </pc:spChg>
      </pc:sldChg>
      <pc:sldChg chg="modSp add mod">
        <pc:chgData name="Ms Alina Arshad" userId="cccdfd85-d35d-4453-9c6f-a463aae40722" providerId="ADAL" clId="{1C05DFB1-C023-4755-8788-6BFDA6690735}" dt="2024-09-05T07:55:45.781" v="369" actId="1076"/>
        <pc:sldMkLst>
          <pc:docMk/>
          <pc:sldMk cId="0" sldId="391"/>
        </pc:sldMkLst>
        <pc:spChg chg="mod">
          <ac:chgData name="Ms Alina Arshad" userId="cccdfd85-d35d-4453-9c6f-a463aae40722" providerId="ADAL" clId="{1C05DFB1-C023-4755-8788-6BFDA6690735}" dt="2024-09-05T07:55:45.781" v="369" actId="1076"/>
          <ac:spMkLst>
            <pc:docMk/>
            <pc:sldMk cId="0" sldId="391"/>
            <ac:spMk id="26626" creationId="{0FEEB420-FF9F-896C-19FE-30B0D95ADF93}"/>
          </ac:spMkLst>
        </pc:spChg>
      </pc:sldChg>
      <pc:sldChg chg="del">
        <pc:chgData name="Ms Alina Arshad" userId="cccdfd85-d35d-4453-9c6f-a463aae40722" providerId="ADAL" clId="{1C05DFB1-C023-4755-8788-6BFDA6690735}" dt="2024-09-05T06:57:35.413" v="0" actId="47"/>
        <pc:sldMkLst>
          <pc:docMk/>
          <pc:sldMk cId="3567501205" sldId="393"/>
        </pc:sldMkLst>
      </pc:sldChg>
      <pc:sldChg chg="del">
        <pc:chgData name="Ms Alina Arshad" userId="cccdfd85-d35d-4453-9c6f-a463aae40722" providerId="ADAL" clId="{1C05DFB1-C023-4755-8788-6BFDA6690735}" dt="2024-09-05T06:57:36.202" v="3" actId="47"/>
        <pc:sldMkLst>
          <pc:docMk/>
          <pc:sldMk cId="2835579431" sldId="396"/>
        </pc:sldMkLst>
      </pc:sldChg>
      <pc:sldChg chg="del">
        <pc:chgData name="Ms Alina Arshad" userId="cccdfd85-d35d-4453-9c6f-a463aae40722" providerId="ADAL" clId="{1C05DFB1-C023-4755-8788-6BFDA6690735}" dt="2024-09-05T06:57:35.685" v="1" actId="47"/>
        <pc:sldMkLst>
          <pc:docMk/>
          <pc:sldMk cId="3038092496" sldId="400"/>
        </pc:sldMkLst>
      </pc:sldChg>
      <pc:sldChg chg="del">
        <pc:chgData name="Ms Alina Arshad" userId="cccdfd85-d35d-4453-9c6f-a463aae40722" providerId="ADAL" clId="{1C05DFB1-C023-4755-8788-6BFDA6690735}" dt="2024-09-05T06:57:35.968" v="2" actId="47"/>
        <pc:sldMkLst>
          <pc:docMk/>
          <pc:sldMk cId="2157527746" sldId="401"/>
        </pc:sldMkLst>
      </pc:sldChg>
      <pc:sldChg chg="del">
        <pc:chgData name="Ms Alina Arshad" userId="cccdfd85-d35d-4453-9c6f-a463aae40722" providerId="ADAL" clId="{1C05DFB1-C023-4755-8788-6BFDA6690735}" dt="2024-09-05T06:57:36.358" v="4" actId="47"/>
        <pc:sldMkLst>
          <pc:docMk/>
          <pc:sldMk cId="2990775597" sldId="402"/>
        </pc:sldMkLst>
      </pc:sldChg>
      <pc:sldChg chg="del">
        <pc:chgData name="Ms Alina Arshad" userId="cccdfd85-d35d-4453-9c6f-a463aae40722" providerId="ADAL" clId="{1C05DFB1-C023-4755-8788-6BFDA6690735}" dt="2024-09-05T06:57:36.546" v="5" actId="47"/>
        <pc:sldMkLst>
          <pc:docMk/>
          <pc:sldMk cId="1130882444" sldId="403"/>
        </pc:sldMkLst>
      </pc:sldChg>
      <pc:sldChg chg="del">
        <pc:chgData name="Ms Alina Arshad" userId="cccdfd85-d35d-4453-9c6f-a463aae40722" providerId="ADAL" clId="{1C05DFB1-C023-4755-8788-6BFDA6690735}" dt="2024-09-05T06:57:36.694" v="6" actId="47"/>
        <pc:sldMkLst>
          <pc:docMk/>
          <pc:sldMk cId="1416402" sldId="404"/>
        </pc:sldMkLst>
      </pc:sldChg>
      <pc:sldChg chg="del">
        <pc:chgData name="Ms Alina Arshad" userId="cccdfd85-d35d-4453-9c6f-a463aae40722" providerId="ADAL" clId="{1C05DFB1-C023-4755-8788-6BFDA6690735}" dt="2024-09-05T06:57:38.006" v="7" actId="47"/>
        <pc:sldMkLst>
          <pc:docMk/>
          <pc:sldMk cId="3071036191" sldId="405"/>
        </pc:sldMkLst>
      </pc:sldChg>
      <pc:sldChg chg="del">
        <pc:chgData name="Ms Alina Arshad" userId="cccdfd85-d35d-4453-9c6f-a463aae40722" providerId="ADAL" clId="{1C05DFB1-C023-4755-8788-6BFDA6690735}" dt="2024-09-05T06:57:38.244" v="8" actId="47"/>
        <pc:sldMkLst>
          <pc:docMk/>
          <pc:sldMk cId="1110637184" sldId="406"/>
        </pc:sldMkLst>
      </pc:sldChg>
      <pc:sldChg chg="del">
        <pc:chgData name="Ms Alina Arshad" userId="cccdfd85-d35d-4453-9c6f-a463aae40722" providerId="ADAL" clId="{1C05DFB1-C023-4755-8788-6BFDA6690735}" dt="2024-09-05T06:57:38.415" v="9" actId="47"/>
        <pc:sldMkLst>
          <pc:docMk/>
          <pc:sldMk cId="261616852" sldId="407"/>
        </pc:sldMkLst>
      </pc:sldChg>
      <pc:sldChg chg="del">
        <pc:chgData name="Ms Alina Arshad" userId="cccdfd85-d35d-4453-9c6f-a463aae40722" providerId="ADAL" clId="{1C05DFB1-C023-4755-8788-6BFDA6690735}" dt="2024-09-05T06:57:38.587" v="10" actId="47"/>
        <pc:sldMkLst>
          <pc:docMk/>
          <pc:sldMk cId="2553615988" sldId="409"/>
        </pc:sldMkLst>
      </pc:sldChg>
      <pc:sldChg chg="del">
        <pc:chgData name="Ms Alina Arshad" userId="cccdfd85-d35d-4453-9c6f-a463aae40722" providerId="ADAL" clId="{1C05DFB1-C023-4755-8788-6BFDA6690735}" dt="2024-09-05T06:57:38.947" v="11" actId="47"/>
        <pc:sldMkLst>
          <pc:docMk/>
          <pc:sldMk cId="515654138" sldId="410"/>
        </pc:sldMkLst>
      </pc:sldChg>
      <pc:sldChg chg="del">
        <pc:chgData name="Ms Alina Arshad" userId="cccdfd85-d35d-4453-9c6f-a463aae40722" providerId="ADAL" clId="{1C05DFB1-C023-4755-8788-6BFDA6690735}" dt="2024-09-05T06:57:39.759" v="13" actId="47"/>
        <pc:sldMkLst>
          <pc:docMk/>
          <pc:sldMk cId="317315783" sldId="412"/>
        </pc:sldMkLst>
      </pc:sldChg>
      <pc:sldChg chg="delSp modSp add del mod">
        <pc:chgData name="Ms Alina Arshad" userId="cccdfd85-d35d-4453-9c6f-a463aae40722" providerId="ADAL" clId="{1C05DFB1-C023-4755-8788-6BFDA6690735}" dt="2024-09-05T07:16:52.386" v="23" actId="47"/>
        <pc:sldMkLst>
          <pc:docMk/>
          <pc:sldMk cId="8447295" sldId="436"/>
        </pc:sldMkLst>
        <pc:spChg chg="mod">
          <ac:chgData name="Ms Alina Arshad" userId="cccdfd85-d35d-4453-9c6f-a463aae40722" providerId="ADAL" clId="{1C05DFB1-C023-4755-8788-6BFDA6690735}" dt="2024-09-05T07:12:06.985" v="21" actId="1076"/>
          <ac:spMkLst>
            <pc:docMk/>
            <pc:sldMk cId="8447295" sldId="436"/>
            <ac:spMk id="2" creationId="{00000000-0000-0000-0000-000000000000}"/>
          </ac:spMkLst>
        </pc:spChg>
        <pc:spChg chg="del">
          <ac:chgData name="Ms Alina Arshad" userId="cccdfd85-d35d-4453-9c6f-a463aae40722" providerId="ADAL" clId="{1C05DFB1-C023-4755-8788-6BFDA6690735}" dt="2024-09-05T07:12:10.600" v="22" actId="478"/>
          <ac:spMkLst>
            <pc:docMk/>
            <pc:sldMk cId="8447295" sldId="436"/>
            <ac:spMk id="4" creationId="{00000000-0000-0000-0000-000000000000}"/>
          </ac:spMkLst>
        </pc:spChg>
      </pc:sldChg>
      <pc:sldChg chg="delSp modSp add mod ord">
        <pc:chgData name="Ms Alina Arshad" userId="cccdfd85-d35d-4453-9c6f-a463aae40722" providerId="ADAL" clId="{1C05DFB1-C023-4755-8788-6BFDA6690735}" dt="2024-09-05T07:56:56.253" v="373"/>
        <pc:sldMkLst>
          <pc:docMk/>
          <pc:sldMk cId="1737629093" sldId="438"/>
        </pc:sldMkLst>
        <pc:spChg chg="mod">
          <ac:chgData name="Ms Alina Arshad" userId="cccdfd85-d35d-4453-9c6f-a463aae40722" providerId="ADAL" clId="{1C05DFB1-C023-4755-8788-6BFDA6690735}" dt="2024-09-05T07:18:13.492" v="31" actId="20577"/>
          <ac:spMkLst>
            <pc:docMk/>
            <pc:sldMk cId="1737629093" sldId="438"/>
            <ac:spMk id="2" creationId="{00000000-0000-0000-0000-000000000000}"/>
          </ac:spMkLst>
        </pc:spChg>
        <pc:spChg chg="mod">
          <ac:chgData name="Ms Alina Arshad" userId="cccdfd85-d35d-4453-9c6f-a463aae40722" providerId="ADAL" clId="{1C05DFB1-C023-4755-8788-6BFDA6690735}" dt="2024-09-05T07:19:24.244" v="46" actId="12"/>
          <ac:spMkLst>
            <pc:docMk/>
            <pc:sldMk cId="1737629093" sldId="438"/>
            <ac:spMk id="3" creationId="{00000000-0000-0000-0000-000000000000}"/>
          </ac:spMkLst>
        </pc:spChg>
        <pc:spChg chg="del">
          <ac:chgData name="Ms Alina Arshad" userId="cccdfd85-d35d-4453-9c6f-a463aae40722" providerId="ADAL" clId="{1C05DFB1-C023-4755-8788-6BFDA6690735}" dt="2024-09-05T07:17:30.423" v="29" actId="478"/>
          <ac:spMkLst>
            <pc:docMk/>
            <pc:sldMk cId="1737629093" sldId="438"/>
            <ac:spMk id="4" creationId="{00000000-0000-0000-0000-000000000000}"/>
          </ac:spMkLst>
        </pc:spChg>
        <pc:spChg chg="del">
          <ac:chgData name="Ms Alina Arshad" userId="cccdfd85-d35d-4453-9c6f-a463aae40722" providerId="ADAL" clId="{1C05DFB1-C023-4755-8788-6BFDA6690735}" dt="2024-09-05T07:17:33.157" v="30" actId="478"/>
          <ac:spMkLst>
            <pc:docMk/>
            <pc:sldMk cId="1737629093" sldId="438"/>
            <ac:spMk id="5" creationId="{00000000-0000-0000-0000-000000000000}"/>
          </ac:spMkLst>
        </pc:spChg>
      </pc:sldChg>
      <pc:sldChg chg="add">
        <pc:chgData name="Ms Alina Arshad" userId="cccdfd85-d35d-4453-9c6f-a463aae40722" providerId="ADAL" clId="{1C05DFB1-C023-4755-8788-6BFDA6690735}" dt="2024-09-05T07:57:33.427" v="377"/>
        <pc:sldMkLst>
          <pc:docMk/>
          <pc:sldMk cId="2841578013" sldId="439"/>
        </pc:sldMkLst>
      </pc:sldChg>
      <pc:sldChg chg="delSp modSp add del mod">
        <pc:chgData name="Ms Alina Arshad" userId="cccdfd85-d35d-4453-9c6f-a463aae40722" providerId="ADAL" clId="{1C05DFB1-C023-4755-8788-6BFDA6690735}" dt="2024-09-05T07:57:27.448" v="376" actId="2696"/>
        <pc:sldMkLst>
          <pc:docMk/>
          <pc:sldMk cId="4097389567" sldId="439"/>
        </pc:sldMkLst>
        <pc:spChg chg="mod">
          <ac:chgData name="Ms Alina Arshad" userId="cccdfd85-d35d-4453-9c6f-a463aae40722" providerId="ADAL" clId="{1C05DFB1-C023-4755-8788-6BFDA6690735}" dt="2024-09-05T07:18:53.327" v="37" actId="27636"/>
          <ac:spMkLst>
            <pc:docMk/>
            <pc:sldMk cId="4097389567" sldId="439"/>
            <ac:spMk id="2" creationId="{00000000-0000-0000-0000-000000000000}"/>
          </ac:spMkLst>
        </pc:spChg>
        <pc:spChg chg="del">
          <ac:chgData name="Ms Alina Arshad" userId="cccdfd85-d35d-4453-9c6f-a463aae40722" providerId="ADAL" clId="{1C05DFB1-C023-4755-8788-6BFDA6690735}" dt="2024-09-05T07:18:55.967" v="38" actId="478"/>
          <ac:spMkLst>
            <pc:docMk/>
            <pc:sldMk cId="4097389567" sldId="439"/>
            <ac:spMk id="4" creationId="{00000000-0000-0000-0000-000000000000}"/>
          </ac:spMkLst>
        </pc:spChg>
        <pc:spChg chg="del">
          <ac:chgData name="Ms Alina Arshad" userId="cccdfd85-d35d-4453-9c6f-a463aae40722" providerId="ADAL" clId="{1C05DFB1-C023-4755-8788-6BFDA6690735}" dt="2024-09-05T07:18:57.947" v="39" actId="478"/>
          <ac:spMkLst>
            <pc:docMk/>
            <pc:sldMk cId="4097389567" sldId="439"/>
            <ac:spMk id="5" creationId="{00000000-0000-0000-0000-000000000000}"/>
          </ac:spMkLst>
        </pc:spChg>
      </pc:sldChg>
      <pc:sldChg chg="delSp modSp add del mod">
        <pc:chgData name="Ms Alina Arshad" userId="cccdfd85-d35d-4453-9c6f-a463aae40722" providerId="ADAL" clId="{1C05DFB1-C023-4755-8788-6BFDA6690735}" dt="2024-09-05T07:57:27.448" v="376" actId="2696"/>
        <pc:sldMkLst>
          <pc:docMk/>
          <pc:sldMk cId="1869326336" sldId="440"/>
        </pc:sldMkLst>
        <pc:spChg chg="mod">
          <ac:chgData name="Ms Alina Arshad" userId="cccdfd85-d35d-4453-9c6f-a463aae40722" providerId="ADAL" clId="{1C05DFB1-C023-4755-8788-6BFDA6690735}" dt="2024-09-05T07:21:34.853" v="52" actId="14100"/>
          <ac:spMkLst>
            <pc:docMk/>
            <pc:sldMk cId="1869326336" sldId="440"/>
            <ac:spMk id="2" creationId="{00000000-0000-0000-0000-000000000000}"/>
          </ac:spMkLst>
        </pc:spChg>
        <pc:spChg chg="del">
          <ac:chgData name="Ms Alina Arshad" userId="cccdfd85-d35d-4453-9c6f-a463aae40722" providerId="ADAL" clId="{1C05DFB1-C023-4755-8788-6BFDA6690735}" dt="2024-09-05T07:21:23.813" v="47" actId="478"/>
          <ac:spMkLst>
            <pc:docMk/>
            <pc:sldMk cId="1869326336" sldId="440"/>
            <ac:spMk id="4" creationId="{00000000-0000-0000-0000-000000000000}"/>
          </ac:spMkLst>
        </pc:spChg>
        <pc:spChg chg="del">
          <ac:chgData name="Ms Alina Arshad" userId="cccdfd85-d35d-4453-9c6f-a463aae40722" providerId="ADAL" clId="{1C05DFB1-C023-4755-8788-6BFDA6690735}" dt="2024-09-05T07:21:25.622" v="48" actId="478"/>
          <ac:spMkLst>
            <pc:docMk/>
            <pc:sldMk cId="1869326336" sldId="440"/>
            <ac:spMk id="5" creationId="{00000000-0000-0000-0000-000000000000}"/>
          </ac:spMkLst>
        </pc:spChg>
        <pc:picChg chg="mod">
          <ac:chgData name="Ms Alina Arshad" userId="cccdfd85-d35d-4453-9c6f-a463aae40722" providerId="ADAL" clId="{1C05DFB1-C023-4755-8788-6BFDA6690735}" dt="2024-09-05T07:21:38.145" v="53" actId="1076"/>
          <ac:picMkLst>
            <pc:docMk/>
            <pc:sldMk cId="1869326336" sldId="440"/>
            <ac:picMk id="6" creationId="{00000000-0000-0000-0000-000000000000}"/>
          </ac:picMkLst>
        </pc:picChg>
      </pc:sldChg>
      <pc:sldChg chg="add">
        <pc:chgData name="Ms Alina Arshad" userId="cccdfd85-d35d-4453-9c6f-a463aae40722" providerId="ADAL" clId="{1C05DFB1-C023-4755-8788-6BFDA6690735}" dt="2024-09-05T07:57:33.427" v="377"/>
        <pc:sldMkLst>
          <pc:docMk/>
          <pc:sldMk cId="3081461208" sldId="440"/>
        </pc:sldMkLst>
      </pc:sldChg>
      <pc:sldChg chg="delSp modSp add del mod">
        <pc:chgData name="Ms Alina Arshad" userId="cccdfd85-d35d-4453-9c6f-a463aae40722" providerId="ADAL" clId="{1C05DFB1-C023-4755-8788-6BFDA6690735}" dt="2024-09-05T07:57:54.173" v="378" actId="2696"/>
        <pc:sldMkLst>
          <pc:docMk/>
          <pc:sldMk cId="2656535664" sldId="441"/>
        </pc:sldMkLst>
        <pc:spChg chg="mod">
          <ac:chgData name="Ms Alina Arshad" userId="cccdfd85-d35d-4453-9c6f-a463aae40722" providerId="ADAL" clId="{1C05DFB1-C023-4755-8788-6BFDA6690735}" dt="2024-09-05T07:21:45.032" v="56" actId="14100"/>
          <ac:spMkLst>
            <pc:docMk/>
            <pc:sldMk cId="2656535664" sldId="441"/>
            <ac:spMk id="2" creationId="{00000000-0000-0000-0000-000000000000}"/>
          </ac:spMkLst>
        </pc:spChg>
        <pc:spChg chg="mod">
          <ac:chgData name="Ms Alina Arshad" userId="cccdfd85-d35d-4453-9c6f-a463aae40722" providerId="ADAL" clId="{1C05DFB1-C023-4755-8788-6BFDA6690735}" dt="2024-09-05T07:23:15.383" v="86" actId="113"/>
          <ac:spMkLst>
            <pc:docMk/>
            <pc:sldMk cId="2656535664" sldId="441"/>
            <ac:spMk id="3" creationId="{00000000-0000-0000-0000-000000000000}"/>
          </ac:spMkLst>
        </pc:spChg>
        <pc:spChg chg="del">
          <ac:chgData name="Ms Alina Arshad" userId="cccdfd85-d35d-4453-9c6f-a463aae40722" providerId="ADAL" clId="{1C05DFB1-C023-4755-8788-6BFDA6690735}" dt="2024-09-05T07:21:47.120" v="57" actId="478"/>
          <ac:spMkLst>
            <pc:docMk/>
            <pc:sldMk cId="2656535664" sldId="441"/>
            <ac:spMk id="4" creationId="{00000000-0000-0000-0000-000000000000}"/>
          </ac:spMkLst>
        </pc:spChg>
        <pc:spChg chg="del">
          <ac:chgData name="Ms Alina Arshad" userId="cccdfd85-d35d-4453-9c6f-a463aae40722" providerId="ADAL" clId="{1C05DFB1-C023-4755-8788-6BFDA6690735}" dt="2024-09-05T07:21:49.444" v="58" actId="478"/>
          <ac:spMkLst>
            <pc:docMk/>
            <pc:sldMk cId="2656535664" sldId="441"/>
            <ac:spMk id="5" creationId="{00000000-0000-0000-0000-000000000000}"/>
          </ac:spMkLst>
        </pc:spChg>
      </pc:sldChg>
      <pc:sldChg chg="add">
        <pc:chgData name="Ms Alina Arshad" userId="cccdfd85-d35d-4453-9c6f-a463aae40722" providerId="ADAL" clId="{1C05DFB1-C023-4755-8788-6BFDA6690735}" dt="2024-09-05T07:58:02.432" v="379"/>
        <pc:sldMkLst>
          <pc:docMk/>
          <pc:sldMk cId="4115417814" sldId="441"/>
        </pc:sldMkLst>
      </pc:sldChg>
      <pc:sldChg chg="delSp modSp add del mod">
        <pc:chgData name="Ms Alina Arshad" userId="cccdfd85-d35d-4453-9c6f-a463aae40722" providerId="ADAL" clId="{1C05DFB1-C023-4755-8788-6BFDA6690735}" dt="2024-09-05T08:17:07.446" v="430" actId="2696"/>
        <pc:sldMkLst>
          <pc:docMk/>
          <pc:sldMk cId="2646742664" sldId="443"/>
        </pc:sldMkLst>
        <pc:spChg chg="mod">
          <ac:chgData name="Ms Alina Arshad" userId="cccdfd85-d35d-4453-9c6f-a463aae40722" providerId="ADAL" clId="{1C05DFB1-C023-4755-8788-6BFDA6690735}" dt="2024-09-05T07:22:01.285" v="62" actId="207"/>
          <ac:spMkLst>
            <pc:docMk/>
            <pc:sldMk cId="2646742664" sldId="443"/>
            <ac:spMk id="2" creationId="{00000000-0000-0000-0000-000000000000}"/>
          </ac:spMkLst>
        </pc:spChg>
        <pc:spChg chg="mod">
          <ac:chgData name="Ms Alina Arshad" userId="cccdfd85-d35d-4453-9c6f-a463aae40722" providerId="ADAL" clId="{1C05DFB1-C023-4755-8788-6BFDA6690735}" dt="2024-09-05T07:23:10.157" v="85" actId="14100"/>
          <ac:spMkLst>
            <pc:docMk/>
            <pc:sldMk cId="2646742664" sldId="443"/>
            <ac:spMk id="3" creationId="{00000000-0000-0000-0000-000000000000}"/>
          </ac:spMkLst>
        </pc:spChg>
        <pc:spChg chg="del">
          <ac:chgData name="Ms Alina Arshad" userId="cccdfd85-d35d-4453-9c6f-a463aae40722" providerId="ADAL" clId="{1C05DFB1-C023-4755-8788-6BFDA6690735}" dt="2024-09-05T07:22:08.503" v="64" actId="478"/>
          <ac:spMkLst>
            <pc:docMk/>
            <pc:sldMk cId="2646742664" sldId="443"/>
            <ac:spMk id="4" creationId="{00000000-0000-0000-0000-000000000000}"/>
          </ac:spMkLst>
        </pc:spChg>
        <pc:spChg chg="del">
          <ac:chgData name="Ms Alina Arshad" userId="cccdfd85-d35d-4453-9c6f-a463aae40722" providerId="ADAL" clId="{1C05DFB1-C023-4755-8788-6BFDA6690735}" dt="2024-09-05T07:22:10.204" v="65" actId="478"/>
          <ac:spMkLst>
            <pc:docMk/>
            <pc:sldMk cId="2646742664" sldId="443"/>
            <ac:spMk id="5" creationId="{00000000-0000-0000-0000-000000000000}"/>
          </ac:spMkLst>
        </pc:spChg>
      </pc:sldChg>
      <pc:sldChg chg="delSp modSp add del mod">
        <pc:chgData name="Ms Alina Arshad" userId="cccdfd85-d35d-4453-9c6f-a463aae40722" providerId="ADAL" clId="{1C05DFB1-C023-4755-8788-6BFDA6690735}" dt="2024-09-05T07:58:32.647" v="380" actId="2696"/>
        <pc:sldMkLst>
          <pc:docMk/>
          <pc:sldMk cId="132114375" sldId="444"/>
        </pc:sldMkLst>
        <pc:spChg chg="mod">
          <ac:chgData name="Ms Alina Arshad" userId="cccdfd85-d35d-4453-9c6f-a463aae40722" providerId="ADAL" clId="{1C05DFB1-C023-4755-8788-6BFDA6690735}" dt="2024-09-05T07:22:21.935" v="68" actId="14100"/>
          <ac:spMkLst>
            <pc:docMk/>
            <pc:sldMk cId="132114375" sldId="444"/>
            <ac:spMk id="2" creationId="{00000000-0000-0000-0000-000000000000}"/>
          </ac:spMkLst>
        </pc:spChg>
        <pc:spChg chg="mod">
          <ac:chgData name="Ms Alina Arshad" userId="cccdfd85-d35d-4453-9c6f-a463aae40722" providerId="ADAL" clId="{1C05DFB1-C023-4755-8788-6BFDA6690735}" dt="2024-09-05T07:22:53.825" v="79" actId="113"/>
          <ac:spMkLst>
            <pc:docMk/>
            <pc:sldMk cId="132114375" sldId="444"/>
            <ac:spMk id="3" creationId="{00000000-0000-0000-0000-000000000000}"/>
          </ac:spMkLst>
        </pc:spChg>
        <pc:spChg chg="del">
          <ac:chgData name="Ms Alina Arshad" userId="cccdfd85-d35d-4453-9c6f-a463aae40722" providerId="ADAL" clId="{1C05DFB1-C023-4755-8788-6BFDA6690735}" dt="2024-09-05T07:22:23.883" v="69" actId="478"/>
          <ac:spMkLst>
            <pc:docMk/>
            <pc:sldMk cId="132114375" sldId="444"/>
            <ac:spMk id="4" creationId="{00000000-0000-0000-0000-000000000000}"/>
          </ac:spMkLst>
        </pc:spChg>
        <pc:spChg chg="del">
          <ac:chgData name="Ms Alina Arshad" userId="cccdfd85-d35d-4453-9c6f-a463aae40722" providerId="ADAL" clId="{1C05DFB1-C023-4755-8788-6BFDA6690735}" dt="2024-09-05T07:22:28.146" v="70" actId="478"/>
          <ac:spMkLst>
            <pc:docMk/>
            <pc:sldMk cId="132114375" sldId="444"/>
            <ac:spMk id="5" creationId="{00000000-0000-0000-0000-000000000000}"/>
          </ac:spMkLst>
        </pc:spChg>
      </pc:sldChg>
      <pc:sldChg chg="add del">
        <pc:chgData name="Ms Alina Arshad" userId="cccdfd85-d35d-4453-9c6f-a463aae40722" providerId="ADAL" clId="{1C05DFB1-C023-4755-8788-6BFDA6690735}" dt="2024-09-05T08:14:26.302" v="402" actId="47"/>
        <pc:sldMkLst>
          <pc:docMk/>
          <pc:sldMk cId="2565756905" sldId="444"/>
        </pc:sldMkLst>
      </pc:sldChg>
      <pc:sldChg chg="add del">
        <pc:chgData name="Ms Alina Arshad" userId="cccdfd85-d35d-4453-9c6f-a463aae40722" providerId="ADAL" clId="{1C05DFB1-C023-4755-8788-6BFDA6690735}" dt="2024-09-05T08:00:24.115" v="399" actId="47"/>
        <pc:sldMkLst>
          <pc:docMk/>
          <pc:sldMk cId="1449205093" sldId="445"/>
        </pc:sldMkLst>
      </pc:sldChg>
      <pc:sldChg chg="delSp modSp add del mod">
        <pc:chgData name="Ms Alina Arshad" userId="cccdfd85-d35d-4453-9c6f-a463aae40722" providerId="ADAL" clId="{1C05DFB1-C023-4755-8788-6BFDA6690735}" dt="2024-09-05T07:58:32.647" v="380" actId="2696"/>
        <pc:sldMkLst>
          <pc:docMk/>
          <pc:sldMk cId="1534966288" sldId="445"/>
        </pc:sldMkLst>
        <pc:spChg chg="mod">
          <ac:chgData name="Ms Alina Arshad" userId="cccdfd85-d35d-4453-9c6f-a463aae40722" providerId="ADAL" clId="{1C05DFB1-C023-4755-8788-6BFDA6690735}" dt="2024-09-05T07:23:30.157" v="89" actId="207"/>
          <ac:spMkLst>
            <pc:docMk/>
            <pc:sldMk cId="1534966288" sldId="445"/>
            <ac:spMk id="2" creationId="{00000000-0000-0000-0000-000000000000}"/>
          </ac:spMkLst>
        </pc:spChg>
        <pc:spChg chg="mod">
          <ac:chgData name="Ms Alina Arshad" userId="cccdfd85-d35d-4453-9c6f-a463aae40722" providerId="ADAL" clId="{1C05DFB1-C023-4755-8788-6BFDA6690735}" dt="2024-09-05T07:25:12.027" v="96" actId="12"/>
          <ac:spMkLst>
            <pc:docMk/>
            <pc:sldMk cId="1534966288" sldId="445"/>
            <ac:spMk id="3" creationId="{00000000-0000-0000-0000-000000000000}"/>
          </ac:spMkLst>
        </pc:spChg>
        <pc:spChg chg="del">
          <ac:chgData name="Ms Alina Arshad" userId="cccdfd85-d35d-4453-9c6f-a463aae40722" providerId="ADAL" clId="{1C05DFB1-C023-4755-8788-6BFDA6690735}" dt="2024-09-05T07:23:37.088" v="92" actId="478"/>
          <ac:spMkLst>
            <pc:docMk/>
            <pc:sldMk cId="1534966288" sldId="445"/>
            <ac:spMk id="4" creationId="{00000000-0000-0000-0000-000000000000}"/>
          </ac:spMkLst>
        </pc:spChg>
        <pc:spChg chg="del">
          <ac:chgData name="Ms Alina Arshad" userId="cccdfd85-d35d-4453-9c6f-a463aae40722" providerId="ADAL" clId="{1C05DFB1-C023-4755-8788-6BFDA6690735}" dt="2024-09-05T07:23:39.624" v="93" actId="478"/>
          <ac:spMkLst>
            <pc:docMk/>
            <pc:sldMk cId="1534966288" sldId="445"/>
            <ac:spMk id="5" creationId="{00000000-0000-0000-0000-000000000000}"/>
          </ac:spMkLst>
        </pc:spChg>
        <pc:picChg chg="mod">
          <ac:chgData name="Ms Alina Arshad" userId="cccdfd85-d35d-4453-9c6f-a463aae40722" providerId="ADAL" clId="{1C05DFB1-C023-4755-8788-6BFDA6690735}" dt="2024-09-05T07:23:35.603" v="91" actId="14100"/>
          <ac:picMkLst>
            <pc:docMk/>
            <pc:sldMk cId="1534966288" sldId="445"/>
            <ac:picMk id="6" creationId="{00000000-0000-0000-0000-000000000000}"/>
          </ac:picMkLst>
        </pc:picChg>
      </pc:sldChg>
      <pc:sldChg chg="delSp modSp add del mod">
        <pc:chgData name="Ms Alina Arshad" userId="cccdfd85-d35d-4453-9c6f-a463aae40722" providerId="ADAL" clId="{1C05DFB1-C023-4755-8788-6BFDA6690735}" dt="2024-09-05T07:58:32.647" v="380" actId="2696"/>
        <pc:sldMkLst>
          <pc:docMk/>
          <pc:sldMk cId="1014349081" sldId="446"/>
        </pc:sldMkLst>
        <pc:spChg chg="mod">
          <ac:chgData name="Ms Alina Arshad" userId="cccdfd85-d35d-4453-9c6f-a463aae40722" providerId="ADAL" clId="{1C05DFB1-C023-4755-8788-6BFDA6690735}" dt="2024-09-05T07:26:17.254" v="98" actId="207"/>
          <ac:spMkLst>
            <pc:docMk/>
            <pc:sldMk cId="1014349081" sldId="446"/>
            <ac:spMk id="2" creationId="{00000000-0000-0000-0000-000000000000}"/>
          </ac:spMkLst>
        </pc:spChg>
        <pc:spChg chg="mod">
          <ac:chgData name="Ms Alina Arshad" userId="cccdfd85-d35d-4453-9c6f-a463aae40722" providerId="ADAL" clId="{1C05DFB1-C023-4755-8788-6BFDA6690735}" dt="2024-09-05T07:26:23.209" v="100" actId="12"/>
          <ac:spMkLst>
            <pc:docMk/>
            <pc:sldMk cId="1014349081" sldId="446"/>
            <ac:spMk id="3" creationId="{00000000-0000-0000-0000-000000000000}"/>
          </ac:spMkLst>
        </pc:spChg>
        <pc:spChg chg="del">
          <ac:chgData name="Ms Alina Arshad" userId="cccdfd85-d35d-4453-9c6f-a463aae40722" providerId="ADAL" clId="{1C05DFB1-C023-4755-8788-6BFDA6690735}" dt="2024-09-05T07:26:26.563" v="101" actId="478"/>
          <ac:spMkLst>
            <pc:docMk/>
            <pc:sldMk cId="1014349081" sldId="446"/>
            <ac:spMk id="4" creationId="{00000000-0000-0000-0000-000000000000}"/>
          </ac:spMkLst>
        </pc:spChg>
        <pc:spChg chg="del">
          <ac:chgData name="Ms Alina Arshad" userId="cccdfd85-d35d-4453-9c6f-a463aae40722" providerId="ADAL" clId="{1C05DFB1-C023-4755-8788-6BFDA6690735}" dt="2024-09-05T07:26:27.910" v="102" actId="478"/>
          <ac:spMkLst>
            <pc:docMk/>
            <pc:sldMk cId="1014349081" sldId="446"/>
            <ac:spMk id="5" creationId="{00000000-0000-0000-0000-000000000000}"/>
          </ac:spMkLst>
        </pc:spChg>
      </pc:sldChg>
      <pc:sldChg chg="modSp add mod">
        <pc:chgData name="Ms Alina Arshad" userId="cccdfd85-d35d-4453-9c6f-a463aae40722" providerId="ADAL" clId="{1C05DFB1-C023-4755-8788-6BFDA6690735}" dt="2024-09-05T08:14:44.713" v="409" actId="20577"/>
        <pc:sldMkLst>
          <pc:docMk/>
          <pc:sldMk cId="2279120568" sldId="446"/>
        </pc:sldMkLst>
        <pc:spChg chg="mod">
          <ac:chgData name="Ms Alina Arshad" userId="cccdfd85-d35d-4453-9c6f-a463aae40722" providerId="ADAL" clId="{1C05DFB1-C023-4755-8788-6BFDA6690735}" dt="2024-09-05T08:14:44.713" v="409" actId="20577"/>
          <ac:spMkLst>
            <pc:docMk/>
            <pc:sldMk cId="2279120568" sldId="446"/>
            <ac:spMk id="2" creationId="{00000000-0000-0000-0000-000000000000}"/>
          </ac:spMkLst>
        </pc:spChg>
      </pc:sldChg>
      <pc:sldChg chg="delSp modSp add del mod">
        <pc:chgData name="Ms Alina Arshad" userId="cccdfd85-d35d-4453-9c6f-a463aae40722" providerId="ADAL" clId="{1C05DFB1-C023-4755-8788-6BFDA6690735}" dt="2024-09-05T07:58:32.647" v="380" actId="2696"/>
        <pc:sldMkLst>
          <pc:docMk/>
          <pc:sldMk cId="674788557" sldId="447"/>
        </pc:sldMkLst>
        <pc:spChg chg="mod">
          <ac:chgData name="Ms Alina Arshad" userId="cccdfd85-d35d-4453-9c6f-a463aae40722" providerId="ADAL" clId="{1C05DFB1-C023-4755-8788-6BFDA6690735}" dt="2024-09-05T07:26:46.771" v="110" actId="5793"/>
          <ac:spMkLst>
            <pc:docMk/>
            <pc:sldMk cId="674788557" sldId="447"/>
            <ac:spMk id="3" creationId="{00000000-0000-0000-0000-000000000000}"/>
          </ac:spMkLst>
        </pc:spChg>
        <pc:spChg chg="del">
          <ac:chgData name="Ms Alina Arshad" userId="cccdfd85-d35d-4453-9c6f-a463aae40722" providerId="ADAL" clId="{1C05DFB1-C023-4755-8788-6BFDA6690735}" dt="2024-09-05T07:26:33.920" v="103" actId="478"/>
          <ac:spMkLst>
            <pc:docMk/>
            <pc:sldMk cId="674788557" sldId="447"/>
            <ac:spMk id="4" creationId="{00000000-0000-0000-0000-000000000000}"/>
          </ac:spMkLst>
        </pc:spChg>
        <pc:spChg chg="del">
          <ac:chgData name="Ms Alina Arshad" userId="cccdfd85-d35d-4453-9c6f-a463aae40722" providerId="ADAL" clId="{1C05DFB1-C023-4755-8788-6BFDA6690735}" dt="2024-09-05T07:26:35.837" v="104" actId="478"/>
          <ac:spMkLst>
            <pc:docMk/>
            <pc:sldMk cId="674788557" sldId="447"/>
            <ac:spMk id="5" creationId="{00000000-0000-0000-0000-000000000000}"/>
          </ac:spMkLst>
        </pc:spChg>
      </pc:sldChg>
      <pc:sldChg chg="modSp add del mod ord">
        <pc:chgData name="Ms Alina Arshad" userId="cccdfd85-d35d-4453-9c6f-a463aae40722" providerId="ADAL" clId="{1C05DFB1-C023-4755-8788-6BFDA6690735}" dt="2024-09-05T08:15:24.936" v="424" actId="47"/>
        <pc:sldMkLst>
          <pc:docMk/>
          <pc:sldMk cId="4044279338" sldId="447"/>
        </pc:sldMkLst>
        <pc:spChg chg="mod">
          <ac:chgData name="Ms Alina Arshad" userId="cccdfd85-d35d-4453-9c6f-a463aae40722" providerId="ADAL" clId="{1C05DFB1-C023-4755-8788-6BFDA6690735}" dt="2024-09-05T08:14:36.068" v="406" actId="207"/>
          <ac:spMkLst>
            <pc:docMk/>
            <pc:sldMk cId="4044279338" sldId="447"/>
            <ac:spMk id="2" creationId="{00000000-0000-0000-0000-000000000000}"/>
          </ac:spMkLst>
        </pc:spChg>
        <pc:spChg chg="mod">
          <ac:chgData name="Ms Alina Arshad" userId="cccdfd85-d35d-4453-9c6f-a463aae40722" providerId="ADAL" clId="{1C05DFB1-C023-4755-8788-6BFDA6690735}" dt="2024-09-05T08:14:40.402" v="407" actId="403"/>
          <ac:spMkLst>
            <pc:docMk/>
            <pc:sldMk cId="4044279338" sldId="447"/>
            <ac:spMk id="3" creationId="{00000000-0000-0000-0000-000000000000}"/>
          </ac:spMkLst>
        </pc:spChg>
      </pc:sldChg>
      <pc:sldChg chg="delSp modSp add del mod">
        <pc:chgData name="Ms Alina Arshad" userId="cccdfd85-d35d-4453-9c6f-a463aae40722" providerId="ADAL" clId="{1C05DFB1-C023-4755-8788-6BFDA6690735}" dt="2024-09-05T08:15:41.873" v="425" actId="47"/>
        <pc:sldMkLst>
          <pc:docMk/>
          <pc:sldMk cId="2809709330" sldId="448"/>
        </pc:sldMkLst>
        <pc:spChg chg="mod">
          <ac:chgData name="Ms Alina Arshad" userId="cccdfd85-d35d-4453-9c6f-a463aae40722" providerId="ADAL" clId="{1C05DFB1-C023-4755-8788-6BFDA6690735}" dt="2024-09-05T07:27:15.172" v="118" actId="1076"/>
          <ac:spMkLst>
            <pc:docMk/>
            <pc:sldMk cId="2809709330" sldId="448"/>
            <ac:spMk id="2" creationId="{00000000-0000-0000-0000-000000000000}"/>
          </ac:spMkLst>
        </pc:spChg>
        <pc:spChg chg="mod">
          <ac:chgData name="Ms Alina Arshad" userId="cccdfd85-d35d-4453-9c6f-a463aae40722" providerId="ADAL" clId="{1C05DFB1-C023-4755-8788-6BFDA6690735}" dt="2024-09-05T07:27:27.486" v="122" actId="12"/>
          <ac:spMkLst>
            <pc:docMk/>
            <pc:sldMk cId="2809709330" sldId="448"/>
            <ac:spMk id="3" creationId="{00000000-0000-0000-0000-000000000000}"/>
          </ac:spMkLst>
        </pc:spChg>
        <pc:spChg chg="del">
          <ac:chgData name="Ms Alina Arshad" userId="cccdfd85-d35d-4453-9c6f-a463aae40722" providerId="ADAL" clId="{1C05DFB1-C023-4755-8788-6BFDA6690735}" dt="2024-09-05T07:27:20.389" v="120" actId="478"/>
          <ac:spMkLst>
            <pc:docMk/>
            <pc:sldMk cId="2809709330" sldId="448"/>
            <ac:spMk id="4" creationId="{00000000-0000-0000-0000-000000000000}"/>
          </ac:spMkLst>
        </pc:spChg>
        <pc:spChg chg="del">
          <ac:chgData name="Ms Alina Arshad" userId="cccdfd85-d35d-4453-9c6f-a463aae40722" providerId="ADAL" clId="{1C05DFB1-C023-4755-8788-6BFDA6690735}" dt="2024-09-05T07:27:17.872" v="119" actId="478"/>
          <ac:spMkLst>
            <pc:docMk/>
            <pc:sldMk cId="2809709330" sldId="448"/>
            <ac:spMk id="5" creationId="{00000000-0000-0000-0000-000000000000}"/>
          </ac:spMkLst>
        </pc:spChg>
      </pc:sldChg>
      <pc:sldChg chg="delSp modSp add del mod">
        <pc:chgData name="Ms Alina Arshad" userId="cccdfd85-d35d-4453-9c6f-a463aae40722" providerId="ADAL" clId="{1C05DFB1-C023-4755-8788-6BFDA6690735}" dt="2024-09-05T08:17:07.446" v="430" actId="2696"/>
        <pc:sldMkLst>
          <pc:docMk/>
          <pc:sldMk cId="1681688199" sldId="449"/>
        </pc:sldMkLst>
        <pc:spChg chg="mod">
          <ac:chgData name="Ms Alina Arshad" userId="cccdfd85-d35d-4453-9c6f-a463aae40722" providerId="ADAL" clId="{1C05DFB1-C023-4755-8788-6BFDA6690735}" dt="2024-09-05T07:27:33.612" v="124" actId="207"/>
          <ac:spMkLst>
            <pc:docMk/>
            <pc:sldMk cId="1681688199" sldId="449"/>
            <ac:spMk id="2" creationId="{00000000-0000-0000-0000-000000000000}"/>
          </ac:spMkLst>
        </pc:spChg>
        <pc:spChg chg="mod">
          <ac:chgData name="Ms Alina Arshad" userId="cccdfd85-d35d-4453-9c6f-a463aae40722" providerId="ADAL" clId="{1C05DFB1-C023-4755-8788-6BFDA6690735}" dt="2024-09-05T07:27:42.827" v="127" actId="12"/>
          <ac:spMkLst>
            <pc:docMk/>
            <pc:sldMk cId="1681688199" sldId="449"/>
            <ac:spMk id="3" creationId="{00000000-0000-0000-0000-000000000000}"/>
          </ac:spMkLst>
        </pc:spChg>
        <pc:spChg chg="del">
          <ac:chgData name="Ms Alina Arshad" userId="cccdfd85-d35d-4453-9c6f-a463aae40722" providerId="ADAL" clId="{1C05DFB1-C023-4755-8788-6BFDA6690735}" dt="2024-09-05T07:27:36.632" v="125" actId="478"/>
          <ac:spMkLst>
            <pc:docMk/>
            <pc:sldMk cId="1681688199" sldId="449"/>
            <ac:spMk id="4" creationId="{00000000-0000-0000-0000-000000000000}"/>
          </ac:spMkLst>
        </pc:spChg>
        <pc:spChg chg="del">
          <ac:chgData name="Ms Alina Arshad" userId="cccdfd85-d35d-4453-9c6f-a463aae40722" providerId="ADAL" clId="{1C05DFB1-C023-4755-8788-6BFDA6690735}" dt="2024-09-05T07:27:38.225" v="126" actId="478"/>
          <ac:spMkLst>
            <pc:docMk/>
            <pc:sldMk cId="1681688199" sldId="449"/>
            <ac:spMk id="5" creationId="{00000000-0000-0000-0000-000000000000}"/>
          </ac:spMkLst>
        </pc:spChg>
      </pc:sldChg>
      <pc:sldChg chg="delSp modSp add del mod">
        <pc:chgData name="Ms Alina Arshad" userId="cccdfd85-d35d-4453-9c6f-a463aae40722" providerId="ADAL" clId="{1C05DFB1-C023-4755-8788-6BFDA6690735}" dt="2024-09-05T08:17:07.446" v="430" actId="2696"/>
        <pc:sldMkLst>
          <pc:docMk/>
          <pc:sldMk cId="242073716" sldId="450"/>
        </pc:sldMkLst>
        <pc:spChg chg="mod">
          <ac:chgData name="Ms Alina Arshad" userId="cccdfd85-d35d-4453-9c6f-a463aae40722" providerId="ADAL" clId="{1C05DFB1-C023-4755-8788-6BFDA6690735}" dt="2024-09-05T07:27:53.868" v="130"/>
          <ac:spMkLst>
            <pc:docMk/>
            <pc:sldMk cId="242073716" sldId="450"/>
            <ac:spMk id="2" creationId="{00000000-0000-0000-0000-000000000000}"/>
          </ac:spMkLst>
        </pc:spChg>
        <pc:spChg chg="mod">
          <ac:chgData name="Ms Alina Arshad" userId="cccdfd85-d35d-4453-9c6f-a463aae40722" providerId="ADAL" clId="{1C05DFB1-C023-4755-8788-6BFDA6690735}" dt="2024-09-05T07:28:27.093" v="141" actId="12"/>
          <ac:spMkLst>
            <pc:docMk/>
            <pc:sldMk cId="242073716" sldId="450"/>
            <ac:spMk id="3" creationId="{00000000-0000-0000-0000-000000000000}"/>
          </ac:spMkLst>
        </pc:spChg>
        <pc:spChg chg="del">
          <ac:chgData name="Ms Alina Arshad" userId="cccdfd85-d35d-4453-9c6f-a463aae40722" providerId="ADAL" clId="{1C05DFB1-C023-4755-8788-6BFDA6690735}" dt="2024-09-05T07:27:58.463" v="131" actId="478"/>
          <ac:spMkLst>
            <pc:docMk/>
            <pc:sldMk cId="242073716" sldId="450"/>
            <ac:spMk id="4" creationId="{00000000-0000-0000-0000-000000000000}"/>
          </ac:spMkLst>
        </pc:spChg>
        <pc:spChg chg="del">
          <ac:chgData name="Ms Alina Arshad" userId="cccdfd85-d35d-4453-9c6f-a463aae40722" providerId="ADAL" clId="{1C05DFB1-C023-4755-8788-6BFDA6690735}" dt="2024-09-05T07:28:01.743" v="132" actId="478"/>
          <ac:spMkLst>
            <pc:docMk/>
            <pc:sldMk cId="242073716" sldId="450"/>
            <ac:spMk id="5" creationId="{00000000-0000-0000-0000-000000000000}"/>
          </ac:spMkLst>
        </pc:spChg>
      </pc:sldChg>
      <pc:sldChg chg="delSp modSp add del mod">
        <pc:chgData name="Ms Alina Arshad" userId="cccdfd85-d35d-4453-9c6f-a463aae40722" providerId="ADAL" clId="{1C05DFB1-C023-4755-8788-6BFDA6690735}" dt="2024-09-05T08:17:07.446" v="430" actId="2696"/>
        <pc:sldMkLst>
          <pc:docMk/>
          <pc:sldMk cId="1637132292" sldId="451"/>
        </pc:sldMkLst>
        <pc:spChg chg="mod">
          <ac:chgData name="Ms Alina Arshad" userId="cccdfd85-d35d-4453-9c6f-a463aae40722" providerId="ADAL" clId="{1C05DFB1-C023-4755-8788-6BFDA6690735}" dt="2024-09-05T07:33:02.749" v="143" actId="113"/>
          <ac:spMkLst>
            <pc:docMk/>
            <pc:sldMk cId="1637132292" sldId="451"/>
            <ac:spMk id="2" creationId="{00000000-0000-0000-0000-000000000000}"/>
          </ac:spMkLst>
        </pc:spChg>
        <pc:spChg chg="del">
          <ac:chgData name="Ms Alina Arshad" userId="cccdfd85-d35d-4453-9c6f-a463aae40722" providerId="ADAL" clId="{1C05DFB1-C023-4755-8788-6BFDA6690735}" dt="2024-09-05T08:16:01.026" v="428" actId="478"/>
          <ac:spMkLst>
            <pc:docMk/>
            <pc:sldMk cId="1637132292" sldId="451"/>
            <ac:spMk id="4" creationId="{00000000-0000-0000-0000-000000000000}"/>
          </ac:spMkLst>
        </pc:spChg>
        <pc:spChg chg="del">
          <ac:chgData name="Ms Alina Arshad" userId="cccdfd85-d35d-4453-9c6f-a463aae40722" providerId="ADAL" clId="{1C05DFB1-C023-4755-8788-6BFDA6690735}" dt="2024-09-05T08:16:02.792" v="429" actId="478"/>
          <ac:spMkLst>
            <pc:docMk/>
            <pc:sldMk cId="1637132292" sldId="451"/>
            <ac:spMk id="5" creationId="{00000000-0000-0000-0000-000000000000}"/>
          </ac:spMkLst>
        </pc:spChg>
        <pc:picChg chg="mod">
          <ac:chgData name="Ms Alina Arshad" userId="cccdfd85-d35d-4453-9c6f-a463aae40722" providerId="ADAL" clId="{1C05DFB1-C023-4755-8788-6BFDA6690735}" dt="2024-09-05T07:33:07.044" v="144" actId="1076"/>
          <ac:picMkLst>
            <pc:docMk/>
            <pc:sldMk cId="1637132292" sldId="451"/>
            <ac:picMk id="7" creationId="{00000000-0000-0000-0000-000000000000}"/>
          </ac:picMkLst>
        </pc:picChg>
      </pc:sldChg>
      <pc:sldChg chg="delSp add del mod">
        <pc:chgData name="Ms Alina Arshad" userId="cccdfd85-d35d-4453-9c6f-a463aae40722" providerId="ADAL" clId="{1C05DFB1-C023-4755-8788-6BFDA6690735}" dt="2024-09-05T08:17:07.446" v="430" actId="2696"/>
        <pc:sldMkLst>
          <pc:docMk/>
          <pc:sldMk cId="723443559" sldId="452"/>
        </pc:sldMkLst>
        <pc:spChg chg="del">
          <ac:chgData name="Ms Alina Arshad" userId="cccdfd85-d35d-4453-9c6f-a463aae40722" providerId="ADAL" clId="{1C05DFB1-C023-4755-8788-6BFDA6690735}" dt="2024-09-05T08:15:53.419" v="426" actId="478"/>
          <ac:spMkLst>
            <pc:docMk/>
            <pc:sldMk cId="723443559" sldId="452"/>
            <ac:spMk id="4" creationId="{00000000-0000-0000-0000-000000000000}"/>
          </ac:spMkLst>
        </pc:spChg>
        <pc:spChg chg="del">
          <ac:chgData name="Ms Alina Arshad" userId="cccdfd85-d35d-4453-9c6f-a463aae40722" providerId="ADAL" clId="{1C05DFB1-C023-4755-8788-6BFDA6690735}" dt="2024-09-05T08:15:55.747" v="427" actId="478"/>
          <ac:spMkLst>
            <pc:docMk/>
            <pc:sldMk cId="723443559" sldId="452"/>
            <ac:spMk id="5" creationId="{00000000-0000-0000-0000-000000000000}"/>
          </ac:spMkLst>
        </pc:spChg>
      </pc:sldChg>
    </pc:docChg>
  </pc:docChgLst>
  <pc:docChgLst>
    <pc:chgData name="Ms Alina Arshad" userId="cccdfd85-d35d-4453-9c6f-a463aae40722" providerId="ADAL" clId="{B4FCDD3C-9C08-4B0D-A58A-4A454E2565E2}"/>
    <pc:docChg chg="undo custSel addSld delSld modSld sldOrd">
      <pc:chgData name="Ms Alina Arshad" userId="cccdfd85-d35d-4453-9c6f-a463aae40722" providerId="ADAL" clId="{B4FCDD3C-9C08-4B0D-A58A-4A454E2565E2}" dt="2024-10-20T13:36:23.288" v="164" actId="1076"/>
      <pc:docMkLst>
        <pc:docMk/>
      </pc:docMkLst>
      <pc:sldChg chg="del">
        <pc:chgData name="Ms Alina Arshad" userId="cccdfd85-d35d-4453-9c6f-a463aae40722" providerId="ADAL" clId="{B4FCDD3C-9C08-4B0D-A58A-4A454E2565E2}" dt="2024-10-15T13:09:44.127" v="7" actId="47"/>
        <pc:sldMkLst>
          <pc:docMk/>
          <pc:sldMk cId="987785057" sldId="258"/>
        </pc:sldMkLst>
      </pc:sldChg>
      <pc:sldChg chg="del">
        <pc:chgData name="Ms Alina Arshad" userId="cccdfd85-d35d-4453-9c6f-a463aae40722" providerId="ADAL" clId="{B4FCDD3C-9C08-4B0D-A58A-4A454E2565E2}" dt="2024-10-15T13:09:45.094" v="9" actId="47"/>
        <pc:sldMkLst>
          <pc:docMk/>
          <pc:sldMk cId="3777174035" sldId="314"/>
        </pc:sldMkLst>
      </pc:sldChg>
      <pc:sldChg chg="del">
        <pc:chgData name="Ms Alina Arshad" userId="cccdfd85-d35d-4453-9c6f-a463aae40722" providerId="ADAL" clId="{B4FCDD3C-9C08-4B0D-A58A-4A454E2565E2}" dt="2024-10-15T13:09:45.552" v="10" actId="47"/>
        <pc:sldMkLst>
          <pc:docMk/>
          <pc:sldMk cId="4181556699" sldId="315"/>
        </pc:sldMkLst>
      </pc:sldChg>
      <pc:sldChg chg="del">
        <pc:chgData name="Ms Alina Arshad" userId="cccdfd85-d35d-4453-9c6f-a463aae40722" providerId="ADAL" clId="{B4FCDD3C-9C08-4B0D-A58A-4A454E2565E2}" dt="2024-10-15T13:09:46.588" v="13" actId="47"/>
        <pc:sldMkLst>
          <pc:docMk/>
          <pc:sldMk cId="1268528167" sldId="316"/>
        </pc:sldMkLst>
      </pc:sldChg>
      <pc:sldChg chg="del">
        <pc:chgData name="Ms Alina Arshad" userId="cccdfd85-d35d-4453-9c6f-a463aae40722" providerId="ADAL" clId="{B4FCDD3C-9C08-4B0D-A58A-4A454E2565E2}" dt="2024-10-15T13:09:47.021" v="14" actId="47"/>
        <pc:sldMkLst>
          <pc:docMk/>
          <pc:sldMk cId="2565091885" sldId="317"/>
        </pc:sldMkLst>
      </pc:sldChg>
      <pc:sldChg chg="del">
        <pc:chgData name="Ms Alina Arshad" userId="cccdfd85-d35d-4453-9c6f-a463aae40722" providerId="ADAL" clId="{B4FCDD3C-9C08-4B0D-A58A-4A454E2565E2}" dt="2024-10-15T13:09:47.348" v="15" actId="47"/>
        <pc:sldMkLst>
          <pc:docMk/>
          <pc:sldMk cId="3888176007" sldId="318"/>
        </pc:sldMkLst>
      </pc:sldChg>
      <pc:sldChg chg="del">
        <pc:chgData name="Ms Alina Arshad" userId="cccdfd85-d35d-4453-9c6f-a463aae40722" providerId="ADAL" clId="{B4FCDD3C-9C08-4B0D-A58A-4A454E2565E2}" dt="2024-10-15T13:09:47.641" v="16" actId="47"/>
        <pc:sldMkLst>
          <pc:docMk/>
          <pc:sldMk cId="3310025659" sldId="319"/>
        </pc:sldMkLst>
      </pc:sldChg>
      <pc:sldChg chg="del">
        <pc:chgData name="Ms Alina Arshad" userId="cccdfd85-d35d-4453-9c6f-a463aae40722" providerId="ADAL" clId="{B4FCDD3C-9C08-4B0D-A58A-4A454E2565E2}" dt="2024-10-15T13:09:49.851" v="18" actId="47"/>
        <pc:sldMkLst>
          <pc:docMk/>
          <pc:sldMk cId="339546399" sldId="320"/>
        </pc:sldMkLst>
      </pc:sldChg>
      <pc:sldChg chg="del">
        <pc:chgData name="Ms Alina Arshad" userId="cccdfd85-d35d-4453-9c6f-a463aae40722" providerId="ADAL" clId="{B4FCDD3C-9C08-4B0D-A58A-4A454E2565E2}" dt="2024-10-15T13:09:50.323" v="19" actId="47"/>
        <pc:sldMkLst>
          <pc:docMk/>
          <pc:sldMk cId="820248258" sldId="321"/>
        </pc:sldMkLst>
      </pc:sldChg>
      <pc:sldChg chg="del">
        <pc:chgData name="Ms Alina Arshad" userId="cccdfd85-d35d-4453-9c6f-a463aae40722" providerId="ADAL" clId="{B4FCDD3C-9C08-4B0D-A58A-4A454E2565E2}" dt="2024-10-15T13:09:50.748" v="20" actId="47"/>
        <pc:sldMkLst>
          <pc:docMk/>
          <pc:sldMk cId="302804215" sldId="322"/>
        </pc:sldMkLst>
      </pc:sldChg>
      <pc:sldChg chg="del">
        <pc:chgData name="Ms Alina Arshad" userId="cccdfd85-d35d-4453-9c6f-a463aae40722" providerId="ADAL" clId="{B4FCDD3C-9C08-4B0D-A58A-4A454E2565E2}" dt="2024-10-15T13:09:51.654" v="21" actId="47"/>
        <pc:sldMkLst>
          <pc:docMk/>
          <pc:sldMk cId="3966666735" sldId="323"/>
        </pc:sldMkLst>
      </pc:sldChg>
      <pc:sldChg chg="del">
        <pc:chgData name="Ms Alina Arshad" userId="cccdfd85-d35d-4453-9c6f-a463aae40722" providerId="ADAL" clId="{B4FCDD3C-9C08-4B0D-A58A-4A454E2565E2}" dt="2024-10-15T13:09:44.623" v="8" actId="47"/>
        <pc:sldMkLst>
          <pc:docMk/>
          <pc:sldMk cId="2110059545" sldId="325"/>
        </pc:sldMkLst>
      </pc:sldChg>
      <pc:sldChg chg="del">
        <pc:chgData name="Ms Alina Arshad" userId="cccdfd85-d35d-4453-9c6f-a463aae40722" providerId="ADAL" clId="{B4FCDD3C-9C08-4B0D-A58A-4A454E2565E2}" dt="2024-10-15T13:09:48.117" v="17" actId="47"/>
        <pc:sldMkLst>
          <pc:docMk/>
          <pc:sldMk cId="1890923545" sldId="326"/>
        </pc:sldMkLst>
      </pc:sldChg>
      <pc:sldChg chg="del">
        <pc:chgData name="Ms Alina Arshad" userId="cccdfd85-d35d-4453-9c6f-a463aae40722" providerId="ADAL" clId="{B4FCDD3C-9C08-4B0D-A58A-4A454E2565E2}" dt="2024-10-15T13:09:52.957" v="23" actId="47"/>
        <pc:sldMkLst>
          <pc:docMk/>
          <pc:sldMk cId="4133473658" sldId="327"/>
        </pc:sldMkLst>
      </pc:sldChg>
      <pc:sldChg chg="del">
        <pc:chgData name="Ms Alina Arshad" userId="cccdfd85-d35d-4453-9c6f-a463aae40722" providerId="ADAL" clId="{B4FCDD3C-9C08-4B0D-A58A-4A454E2565E2}" dt="2024-10-15T13:09:39.175" v="6" actId="47"/>
        <pc:sldMkLst>
          <pc:docMk/>
          <pc:sldMk cId="562791159" sldId="328"/>
        </pc:sldMkLst>
      </pc:sldChg>
      <pc:sldChg chg="del ord">
        <pc:chgData name="Ms Alina Arshad" userId="cccdfd85-d35d-4453-9c6f-a463aae40722" providerId="ADAL" clId="{B4FCDD3C-9C08-4B0D-A58A-4A454E2565E2}" dt="2024-10-15T13:09:53.445" v="24" actId="47"/>
        <pc:sldMkLst>
          <pc:docMk/>
          <pc:sldMk cId="902647392" sldId="329"/>
        </pc:sldMkLst>
      </pc:sldChg>
      <pc:sldChg chg="delSp modSp mod">
        <pc:chgData name="Ms Alina Arshad" userId="cccdfd85-d35d-4453-9c6f-a463aae40722" providerId="ADAL" clId="{B4FCDD3C-9C08-4B0D-A58A-4A454E2565E2}" dt="2024-10-20T13:02:51.373" v="87" actId="20577"/>
        <pc:sldMkLst>
          <pc:docMk/>
          <pc:sldMk cId="364105119" sldId="330"/>
        </pc:sldMkLst>
        <pc:spChg chg="mod">
          <ac:chgData name="Ms Alina Arshad" userId="cccdfd85-d35d-4453-9c6f-a463aae40722" providerId="ADAL" clId="{B4FCDD3C-9C08-4B0D-A58A-4A454E2565E2}" dt="2024-10-19T16:59:17.187" v="28" actId="1076"/>
          <ac:spMkLst>
            <pc:docMk/>
            <pc:sldMk cId="364105119" sldId="330"/>
            <ac:spMk id="2" creationId="{00000000-0000-0000-0000-000000000000}"/>
          </ac:spMkLst>
        </pc:spChg>
        <pc:spChg chg="mod">
          <ac:chgData name="Ms Alina Arshad" userId="cccdfd85-d35d-4453-9c6f-a463aae40722" providerId="ADAL" clId="{B4FCDD3C-9C08-4B0D-A58A-4A454E2565E2}" dt="2024-10-20T13:02:51.373" v="87" actId="20577"/>
          <ac:spMkLst>
            <pc:docMk/>
            <pc:sldMk cId="364105119" sldId="330"/>
            <ac:spMk id="3" creationId="{00000000-0000-0000-0000-000000000000}"/>
          </ac:spMkLst>
        </pc:spChg>
        <pc:spChg chg="del">
          <ac:chgData name="Ms Alina Arshad" userId="cccdfd85-d35d-4453-9c6f-a463aae40722" providerId="ADAL" clId="{B4FCDD3C-9C08-4B0D-A58A-4A454E2565E2}" dt="2024-10-19T16:59:36.135" v="31" actId="478"/>
          <ac:spMkLst>
            <pc:docMk/>
            <pc:sldMk cId="364105119" sldId="330"/>
            <ac:spMk id="4" creationId="{00000000-0000-0000-0000-000000000000}"/>
          </ac:spMkLst>
        </pc:spChg>
        <pc:spChg chg="del">
          <ac:chgData name="Ms Alina Arshad" userId="cccdfd85-d35d-4453-9c6f-a463aae40722" providerId="ADAL" clId="{B4FCDD3C-9C08-4B0D-A58A-4A454E2565E2}" dt="2024-10-19T16:59:39.781" v="32" actId="478"/>
          <ac:spMkLst>
            <pc:docMk/>
            <pc:sldMk cId="364105119" sldId="330"/>
            <ac:spMk id="5" creationId="{00000000-0000-0000-0000-000000000000}"/>
          </ac:spMkLst>
        </pc:spChg>
      </pc:sldChg>
      <pc:sldChg chg="delSp modSp mod">
        <pc:chgData name="Ms Alina Arshad" userId="cccdfd85-d35d-4453-9c6f-a463aae40722" providerId="ADAL" clId="{B4FCDD3C-9C08-4B0D-A58A-4A454E2565E2}" dt="2024-10-19T17:00:22.086" v="39" actId="478"/>
        <pc:sldMkLst>
          <pc:docMk/>
          <pc:sldMk cId="3507957172" sldId="331"/>
        </pc:sldMkLst>
        <pc:spChg chg="mod">
          <ac:chgData name="Ms Alina Arshad" userId="cccdfd85-d35d-4453-9c6f-a463aae40722" providerId="ADAL" clId="{B4FCDD3C-9C08-4B0D-A58A-4A454E2565E2}" dt="2024-10-19T17:00:08.591" v="35" actId="113"/>
          <ac:spMkLst>
            <pc:docMk/>
            <pc:sldMk cId="3507957172" sldId="331"/>
            <ac:spMk id="2" creationId="{00000000-0000-0000-0000-000000000000}"/>
          </ac:spMkLst>
        </pc:spChg>
        <pc:spChg chg="mod">
          <ac:chgData name="Ms Alina Arshad" userId="cccdfd85-d35d-4453-9c6f-a463aae40722" providerId="ADAL" clId="{B4FCDD3C-9C08-4B0D-A58A-4A454E2565E2}" dt="2024-10-19T17:00:17.249" v="37" actId="12"/>
          <ac:spMkLst>
            <pc:docMk/>
            <pc:sldMk cId="3507957172" sldId="331"/>
            <ac:spMk id="3" creationId="{00000000-0000-0000-0000-000000000000}"/>
          </ac:spMkLst>
        </pc:spChg>
        <pc:spChg chg="del">
          <ac:chgData name="Ms Alina Arshad" userId="cccdfd85-d35d-4453-9c6f-a463aae40722" providerId="ADAL" clId="{B4FCDD3C-9C08-4B0D-A58A-4A454E2565E2}" dt="2024-10-19T17:00:18.825" v="38" actId="478"/>
          <ac:spMkLst>
            <pc:docMk/>
            <pc:sldMk cId="3507957172" sldId="331"/>
            <ac:spMk id="4" creationId="{00000000-0000-0000-0000-000000000000}"/>
          </ac:spMkLst>
        </pc:spChg>
        <pc:spChg chg="del">
          <ac:chgData name="Ms Alina Arshad" userId="cccdfd85-d35d-4453-9c6f-a463aae40722" providerId="ADAL" clId="{B4FCDD3C-9C08-4B0D-A58A-4A454E2565E2}" dt="2024-10-19T17:00:22.086" v="39" actId="478"/>
          <ac:spMkLst>
            <pc:docMk/>
            <pc:sldMk cId="3507957172" sldId="331"/>
            <ac:spMk id="5" creationId="{00000000-0000-0000-0000-000000000000}"/>
          </ac:spMkLst>
        </pc:spChg>
      </pc:sldChg>
      <pc:sldChg chg="delSp modSp mod">
        <pc:chgData name="Ms Alina Arshad" userId="cccdfd85-d35d-4453-9c6f-a463aae40722" providerId="ADAL" clId="{B4FCDD3C-9C08-4B0D-A58A-4A454E2565E2}" dt="2024-10-19T17:00:44.048" v="46" actId="478"/>
        <pc:sldMkLst>
          <pc:docMk/>
          <pc:sldMk cId="2370268370" sldId="332"/>
        </pc:sldMkLst>
        <pc:spChg chg="mod">
          <ac:chgData name="Ms Alina Arshad" userId="cccdfd85-d35d-4453-9c6f-a463aae40722" providerId="ADAL" clId="{B4FCDD3C-9C08-4B0D-A58A-4A454E2565E2}" dt="2024-10-19T17:00:32.181" v="42" actId="14100"/>
          <ac:spMkLst>
            <pc:docMk/>
            <pc:sldMk cId="2370268370" sldId="332"/>
            <ac:spMk id="2" creationId="{00000000-0000-0000-0000-000000000000}"/>
          </ac:spMkLst>
        </pc:spChg>
        <pc:spChg chg="mod">
          <ac:chgData name="Ms Alina Arshad" userId="cccdfd85-d35d-4453-9c6f-a463aae40722" providerId="ADAL" clId="{B4FCDD3C-9C08-4B0D-A58A-4A454E2565E2}" dt="2024-10-19T17:00:37.375" v="44" actId="403"/>
          <ac:spMkLst>
            <pc:docMk/>
            <pc:sldMk cId="2370268370" sldId="332"/>
            <ac:spMk id="3" creationId="{00000000-0000-0000-0000-000000000000}"/>
          </ac:spMkLst>
        </pc:spChg>
        <pc:spChg chg="del">
          <ac:chgData name="Ms Alina Arshad" userId="cccdfd85-d35d-4453-9c6f-a463aae40722" providerId="ADAL" clId="{B4FCDD3C-9C08-4B0D-A58A-4A454E2565E2}" dt="2024-10-19T17:00:39.654" v="45" actId="478"/>
          <ac:spMkLst>
            <pc:docMk/>
            <pc:sldMk cId="2370268370" sldId="332"/>
            <ac:spMk id="4" creationId="{00000000-0000-0000-0000-000000000000}"/>
          </ac:spMkLst>
        </pc:spChg>
        <pc:spChg chg="del">
          <ac:chgData name="Ms Alina Arshad" userId="cccdfd85-d35d-4453-9c6f-a463aae40722" providerId="ADAL" clId="{B4FCDD3C-9C08-4B0D-A58A-4A454E2565E2}" dt="2024-10-19T17:00:44.048" v="46" actId="478"/>
          <ac:spMkLst>
            <pc:docMk/>
            <pc:sldMk cId="2370268370" sldId="332"/>
            <ac:spMk id="5" creationId="{00000000-0000-0000-0000-000000000000}"/>
          </ac:spMkLst>
        </pc:spChg>
      </pc:sldChg>
      <pc:sldChg chg="delSp modSp mod">
        <pc:chgData name="Ms Alina Arshad" userId="cccdfd85-d35d-4453-9c6f-a463aae40722" providerId="ADAL" clId="{B4FCDD3C-9C08-4B0D-A58A-4A454E2565E2}" dt="2024-10-19T17:01:06.557" v="56" actId="478"/>
        <pc:sldMkLst>
          <pc:docMk/>
          <pc:sldMk cId="4266472454" sldId="333"/>
        </pc:sldMkLst>
        <pc:spChg chg="mod">
          <ac:chgData name="Ms Alina Arshad" userId="cccdfd85-d35d-4453-9c6f-a463aae40722" providerId="ADAL" clId="{B4FCDD3C-9C08-4B0D-A58A-4A454E2565E2}" dt="2024-10-19T17:00:50.586" v="48" actId="113"/>
          <ac:spMkLst>
            <pc:docMk/>
            <pc:sldMk cId="4266472454" sldId="333"/>
            <ac:spMk id="2" creationId="{00000000-0000-0000-0000-000000000000}"/>
          </ac:spMkLst>
        </pc:spChg>
        <pc:spChg chg="mod">
          <ac:chgData name="Ms Alina Arshad" userId="cccdfd85-d35d-4453-9c6f-a463aae40722" providerId="ADAL" clId="{B4FCDD3C-9C08-4B0D-A58A-4A454E2565E2}" dt="2024-10-19T17:00:56.931" v="50" actId="1076"/>
          <ac:spMkLst>
            <pc:docMk/>
            <pc:sldMk cId="4266472454" sldId="333"/>
            <ac:spMk id="3" creationId="{00000000-0000-0000-0000-000000000000}"/>
          </ac:spMkLst>
        </pc:spChg>
        <pc:spChg chg="del">
          <ac:chgData name="Ms Alina Arshad" userId="cccdfd85-d35d-4453-9c6f-a463aae40722" providerId="ADAL" clId="{B4FCDD3C-9C08-4B0D-A58A-4A454E2565E2}" dt="2024-10-19T17:01:02.347" v="52" actId="478"/>
          <ac:spMkLst>
            <pc:docMk/>
            <pc:sldMk cId="4266472454" sldId="333"/>
            <ac:spMk id="4" creationId="{00000000-0000-0000-0000-000000000000}"/>
          </ac:spMkLst>
        </pc:spChg>
        <pc:spChg chg="del mod">
          <ac:chgData name="Ms Alina Arshad" userId="cccdfd85-d35d-4453-9c6f-a463aae40722" providerId="ADAL" clId="{B4FCDD3C-9C08-4B0D-A58A-4A454E2565E2}" dt="2024-10-19T17:01:06.557" v="56" actId="478"/>
          <ac:spMkLst>
            <pc:docMk/>
            <pc:sldMk cId="4266472454" sldId="333"/>
            <ac:spMk id="5" creationId="{00000000-0000-0000-0000-000000000000}"/>
          </ac:spMkLst>
        </pc:spChg>
        <pc:picChg chg="mod">
          <ac:chgData name="Ms Alina Arshad" userId="cccdfd85-d35d-4453-9c6f-a463aae40722" providerId="ADAL" clId="{B4FCDD3C-9C08-4B0D-A58A-4A454E2565E2}" dt="2024-10-19T17:01:00.173" v="51" actId="1076"/>
          <ac:picMkLst>
            <pc:docMk/>
            <pc:sldMk cId="4266472454" sldId="333"/>
            <ac:picMk id="6" creationId="{00000000-0000-0000-0000-000000000000}"/>
          </ac:picMkLst>
        </pc:picChg>
      </pc:sldChg>
      <pc:sldChg chg="delSp modSp mod">
        <pc:chgData name="Ms Alina Arshad" userId="cccdfd85-d35d-4453-9c6f-a463aae40722" providerId="ADAL" clId="{B4FCDD3C-9C08-4B0D-A58A-4A454E2565E2}" dt="2024-10-19T17:01:23.136" v="61" actId="1076"/>
        <pc:sldMkLst>
          <pc:docMk/>
          <pc:sldMk cId="3773565437" sldId="337"/>
        </pc:sldMkLst>
        <pc:spChg chg="mod">
          <ac:chgData name="Ms Alina Arshad" userId="cccdfd85-d35d-4453-9c6f-a463aae40722" providerId="ADAL" clId="{B4FCDD3C-9C08-4B0D-A58A-4A454E2565E2}" dt="2024-10-19T17:01:16.808" v="58" actId="113"/>
          <ac:spMkLst>
            <pc:docMk/>
            <pc:sldMk cId="3773565437" sldId="337"/>
            <ac:spMk id="2" creationId="{00000000-0000-0000-0000-000000000000}"/>
          </ac:spMkLst>
        </pc:spChg>
        <pc:spChg chg="del">
          <ac:chgData name="Ms Alina Arshad" userId="cccdfd85-d35d-4453-9c6f-a463aae40722" providerId="ADAL" clId="{B4FCDD3C-9C08-4B0D-A58A-4A454E2565E2}" dt="2024-10-19T17:01:18.625" v="59" actId="478"/>
          <ac:spMkLst>
            <pc:docMk/>
            <pc:sldMk cId="3773565437" sldId="337"/>
            <ac:spMk id="4" creationId="{00000000-0000-0000-0000-000000000000}"/>
          </ac:spMkLst>
        </pc:spChg>
        <pc:spChg chg="del">
          <ac:chgData name="Ms Alina Arshad" userId="cccdfd85-d35d-4453-9c6f-a463aae40722" providerId="ADAL" clId="{B4FCDD3C-9C08-4B0D-A58A-4A454E2565E2}" dt="2024-10-19T17:01:21.236" v="60" actId="478"/>
          <ac:spMkLst>
            <pc:docMk/>
            <pc:sldMk cId="3773565437" sldId="337"/>
            <ac:spMk id="5" creationId="{00000000-0000-0000-0000-000000000000}"/>
          </ac:spMkLst>
        </pc:spChg>
        <pc:picChg chg="mod">
          <ac:chgData name="Ms Alina Arshad" userId="cccdfd85-d35d-4453-9c6f-a463aae40722" providerId="ADAL" clId="{B4FCDD3C-9C08-4B0D-A58A-4A454E2565E2}" dt="2024-10-19T17:01:23.136" v="61" actId="1076"/>
          <ac:picMkLst>
            <pc:docMk/>
            <pc:sldMk cId="3773565437" sldId="337"/>
            <ac:picMk id="6" creationId="{00000000-0000-0000-0000-000000000000}"/>
          </ac:picMkLst>
        </pc:picChg>
      </pc:sldChg>
      <pc:sldChg chg="delSp modSp mod">
        <pc:chgData name="Ms Alina Arshad" userId="cccdfd85-d35d-4453-9c6f-a463aae40722" providerId="ADAL" clId="{B4FCDD3C-9C08-4B0D-A58A-4A454E2565E2}" dt="2024-10-20T13:10:53.815" v="89" actId="33524"/>
        <pc:sldMkLst>
          <pc:docMk/>
          <pc:sldMk cId="4279161592" sldId="338"/>
        </pc:sldMkLst>
        <pc:spChg chg="mod">
          <ac:chgData name="Ms Alina Arshad" userId="cccdfd85-d35d-4453-9c6f-a463aae40722" providerId="ADAL" clId="{B4FCDD3C-9C08-4B0D-A58A-4A454E2565E2}" dt="2024-10-20T13:10:53.815" v="89" actId="33524"/>
          <ac:spMkLst>
            <pc:docMk/>
            <pc:sldMk cId="4279161592" sldId="338"/>
            <ac:spMk id="2" creationId="{00000000-0000-0000-0000-000000000000}"/>
          </ac:spMkLst>
        </pc:spChg>
        <pc:spChg chg="mod">
          <ac:chgData name="Ms Alina Arshad" userId="cccdfd85-d35d-4453-9c6f-a463aae40722" providerId="ADAL" clId="{B4FCDD3C-9C08-4B0D-A58A-4A454E2565E2}" dt="2024-10-19T17:01:48.559" v="65" actId="12"/>
          <ac:spMkLst>
            <pc:docMk/>
            <pc:sldMk cId="4279161592" sldId="338"/>
            <ac:spMk id="3" creationId="{00000000-0000-0000-0000-000000000000}"/>
          </ac:spMkLst>
        </pc:spChg>
        <pc:spChg chg="del">
          <ac:chgData name="Ms Alina Arshad" userId="cccdfd85-d35d-4453-9c6f-a463aae40722" providerId="ADAL" clId="{B4FCDD3C-9C08-4B0D-A58A-4A454E2565E2}" dt="2024-10-19T17:03:14.251" v="82" actId="478"/>
          <ac:spMkLst>
            <pc:docMk/>
            <pc:sldMk cId="4279161592" sldId="338"/>
            <ac:spMk id="4" creationId="{00000000-0000-0000-0000-000000000000}"/>
          </ac:spMkLst>
        </pc:spChg>
        <pc:spChg chg="del">
          <ac:chgData name="Ms Alina Arshad" userId="cccdfd85-d35d-4453-9c6f-a463aae40722" providerId="ADAL" clId="{B4FCDD3C-9C08-4B0D-A58A-4A454E2565E2}" dt="2024-10-19T17:03:16.330" v="83" actId="478"/>
          <ac:spMkLst>
            <pc:docMk/>
            <pc:sldMk cId="4279161592" sldId="338"/>
            <ac:spMk id="5" creationId="{00000000-0000-0000-0000-000000000000}"/>
          </ac:spMkLst>
        </pc:spChg>
      </pc:sldChg>
      <pc:sldChg chg="del">
        <pc:chgData name="Ms Alina Arshad" userId="cccdfd85-d35d-4453-9c6f-a463aae40722" providerId="ADAL" clId="{B4FCDD3C-9C08-4B0D-A58A-4A454E2565E2}" dt="2024-10-19T17:02:49.633" v="66" actId="47"/>
        <pc:sldMkLst>
          <pc:docMk/>
          <pc:sldMk cId="3802661232" sldId="339"/>
        </pc:sldMkLst>
      </pc:sldChg>
      <pc:sldChg chg="del">
        <pc:chgData name="Ms Alina Arshad" userId="cccdfd85-d35d-4453-9c6f-a463aae40722" providerId="ADAL" clId="{B4FCDD3C-9C08-4B0D-A58A-4A454E2565E2}" dt="2024-10-19T17:02:50.808" v="67" actId="47"/>
        <pc:sldMkLst>
          <pc:docMk/>
          <pc:sldMk cId="2631992896" sldId="341"/>
        </pc:sldMkLst>
      </pc:sldChg>
      <pc:sldChg chg="del">
        <pc:chgData name="Ms Alina Arshad" userId="cccdfd85-d35d-4453-9c6f-a463aae40722" providerId="ADAL" clId="{B4FCDD3C-9C08-4B0D-A58A-4A454E2565E2}" dt="2024-10-19T17:02:51.544" v="68" actId="47"/>
        <pc:sldMkLst>
          <pc:docMk/>
          <pc:sldMk cId="1272390140" sldId="342"/>
        </pc:sldMkLst>
      </pc:sldChg>
      <pc:sldChg chg="del">
        <pc:chgData name="Ms Alina Arshad" userId="cccdfd85-d35d-4453-9c6f-a463aae40722" providerId="ADAL" clId="{B4FCDD3C-9C08-4B0D-A58A-4A454E2565E2}" dt="2024-10-19T17:02:52.696" v="70" actId="47"/>
        <pc:sldMkLst>
          <pc:docMk/>
          <pc:sldMk cId="2975843183" sldId="343"/>
        </pc:sldMkLst>
      </pc:sldChg>
      <pc:sldChg chg="del">
        <pc:chgData name="Ms Alina Arshad" userId="cccdfd85-d35d-4453-9c6f-a463aae40722" providerId="ADAL" clId="{B4FCDD3C-9C08-4B0D-A58A-4A454E2565E2}" dt="2024-10-19T17:02:53.297" v="71" actId="47"/>
        <pc:sldMkLst>
          <pc:docMk/>
          <pc:sldMk cId="2728092652" sldId="344"/>
        </pc:sldMkLst>
      </pc:sldChg>
      <pc:sldChg chg="del">
        <pc:chgData name="Ms Alina Arshad" userId="cccdfd85-d35d-4453-9c6f-a463aae40722" providerId="ADAL" clId="{B4FCDD3C-9C08-4B0D-A58A-4A454E2565E2}" dt="2024-10-19T17:02:53.711" v="72" actId="47"/>
        <pc:sldMkLst>
          <pc:docMk/>
          <pc:sldMk cId="1152589764" sldId="345"/>
        </pc:sldMkLst>
      </pc:sldChg>
      <pc:sldChg chg="del">
        <pc:chgData name="Ms Alina Arshad" userId="cccdfd85-d35d-4453-9c6f-a463aae40722" providerId="ADAL" clId="{B4FCDD3C-9C08-4B0D-A58A-4A454E2565E2}" dt="2024-10-19T17:02:54.360" v="73" actId="47"/>
        <pc:sldMkLst>
          <pc:docMk/>
          <pc:sldMk cId="2836377052" sldId="346"/>
        </pc:sldMkLst>
      </pc:sldChg>
      <pc:sldChg chg="del">
        <pc:chgData name="Ms Alina Arshad" userId="cccdfd85-d35d-4453-9c6f-a463aae40722" providerId="ADAL" clId="{B4FCDD3C-9C08-4B0D-A58A-4A454E2565E2}" dt="2024-10-19T17:02:55.713" v="75" actId="47"/>
        <pc:sldMkLst>
          <pc:docMk/>
          <pc:sldMk cId="1937937038" sldId="347"/>
        </pc:sldMkLst>
      </pc:sldChg>
      <pc:sldChg chg="del">
        <pc:chgData name="Ms Alina Arshad" userId="cccdfd85-d35d-4453-9c6f-a463aae40722" providerId="ADAL" clId="{B4FCDD3C-9C08-4B0D-A58A-4A454E2565E2}" dt="2024-10-19T17:02:56.737" v="76" actId="47"/>
        <pc:sldMkLst>
          <pc:docMk/>
          <pc:sldMk cId="4039711712" sldId="348"/>
        </pc:sldMkLst>
      </pc:sldChg>
      <pc:sldChg chg="del">
        <pc:chgData name="Ms Alina Arshad" userId="cccdfd85-d35d-4453-9c6f-a463aae40722" providerId="ADAL" clId="{B4FCDD3C-9C08-4B0D-A58A-4A454E2565E2}" dt="2024-10-19T17:02:57.287" v="77" actId="47"/>
        <pc:sldMkLst>
          <pc:docMk/>
          <pc:sldMk cId="920152002" sldId="349"/>
        </pc:sldMkLst>
      </pc:sldChg>
      <pc:sldChg chg="del">
        <pc:chgData name="Ms Alina Arshad" userId="cccdfd85-d35d-4453-9c6f-a463aae40722" providerId="ADAL" clId="{B4FCDD3C-9C08-4B0D-A58A-4A454E2565E2}" dt="2024-10-19T17:02:57.842" v="78" actId="47"/>
        <pc:sldMkLst>
          <pc:docMk/>
          <pc:sldMk cId="4094110610" sldId="350"/>
        </pc:sldMkLst>
      </pc:sldChg>
      <pc:sldChg chg="del">
        <pc:chgData name="Ms Alina Arshad" userId="cccdfd85-d35d-4453-9c6f-a463aae40722" providerId="ADAL" clId="{B4FCDD3C-9C08-4B0D-A58A-4A454E2565E2}" dt="2024-10-19T17:02:52.272" v="69" actId="47"/>
        <pc:sldMkLst>
          <pc:docMk/>
          <pc:sldMk cId="2870650755" sldId="351"/>
        </pc:sldMkLst>
      </pc:sldChg>
      <pc:sldChg chg="del">
        <pc:chgData name="Ms Alina Arshad" userId="cccdfd85-d35d-4453-9c6f-a463aae40722" providerId="ADAL" clId="{B4FCDD3C-9C08-4B0D-A58A-4A454E2565E2}" dt="2024-10-19T17:02:55.082" v="74" actId="47"/>
        <pc:sldMkLst>
          <pc:docMk/>
          <pc:sldMk cId="2110565016" sldId="352"/>
        </pc:sldMkLst>
      </pc:sldChg>
      <pc:sldChg chg="del">
        <pc:chgData name="Ms Alina Arshad" userId="cccdfd85-d35d-4453-9c6f-a463aae40722" providerId="ADAL" clId="{B4FCDD3C-9C08-4B0D-A58A-4A454E2565E2}" dt="2024-10-19T17:02:58.425" v="79" actId="47"/>
        <pc:sldMkLst>
          <pc:docMk/>
          <pc:sldMk cId="3796521914" sldId="354"/>
        </pc:sldMkLst>
      </pc:sldChg>
      <pc:sldChg chg="del">
        <pc:chgData name="Ms Alina Arshad" userId="cccdfd85-d35d-4453-9c6f-a463aae40722" providerId="ADAL" clId="{B4FCDD3C-9C08-4B0D-A58A-4A454E2565E2}" dt="2024-10-19T17:02:58.974" v="80" actId="47"/>
        <pc:sldMkLst>
          <pc:docMk/>
          <pc:sldMk cId="301380529" sldId="355"/>
        </pc:sldMkLst>
      </pc:sldChg>
      <pc:sldChg chg="del">
        <pc:chgData name="Ms Alina Arshad" userId="cccdfd85-d35d-4453-9c6f-a463aae40722" providerId="ADAL" clId="{B4FCDD3C-9C08-4B0D-A58A-4A454E2565E2}" dt="2024-10-19T17:03:00.178" v="81" actId="47"/>
        <pc:sldMkLst>
          <pc:docMk/>
          <pc:sldMk cId="3254965192" sldId="356"/>
        </pc:sldMkLst>
      </pc:sldChg>
      <pc:sldChg chg="add del">
        <pc:chgData name="Ms Alina Arshad" userId="cccdfd85-d35d-4453-9c6f-a463aae40722" providerId="ADAL" clId="{B4FCDD3C-9C08-4B0D-A58A-4A454E2565E2}" dt="2024-10-20T13:10:02.110" v="88"/>
        <pc:sldMkLst>
          <pc:docMk/>
          <pc:sldMk cId="2667064654" sldId="357"/>
        </pc:sldMkLst>
      </pc:sldChg>
      <pc:sldChg chg="addSp delSp modSp new mod">
        <pc:chgData name="Ms Alina Arshad" userId="cccdfd85-d35d-4453-9c6f-a463aae40722" providerId="ADAL" clId="{B4FCDD3C-9C08-4B0D-A58A-4A454E2565E2}" dt="2024-10-20T13:26:16.776" v="146" actId="1076"/>
        <pc:sldMkLst>
          <pc:docMk/>
          <pc:sldMk cId="2359417472" sldId="358"/>
        </pc:sldMkLst>
        <pc:spChg chg="add del mod">
          <ac:chgData name="Ms Alina Arshad" userId="cccdfd85-d35d-4453-9c6f-a463aae40722" providerId="ADAL" clId="{B4FCDD3C-9C08-4B0D-A58A-4A454E2565E2}" dt="2024-10-20T13:25:38.804" v="130" actId="478"/>
          <ac:spMkLst>
            <pc:docMk/>
            <pc:sldMk cId="2359417472" sldId="358"/>
            <ac:spMk id="3" creationId="{B361E63B-8009-233E-2AAE-15CB6D728EAB}"/>
          </ac:spMkLst>
        </pc:spChg>
        <pc:spChg chg="add del mod">
          <ac:chgData name="Ms Alina Arshad" userId="cccdfd85-d35d-4453-9c6f-a463aae40722" providerId="ADAL" clId="{B4FCDD3C-9C08-4B0D-A58A-4A454E2565E2}" dt="2024-10-20T13:25:41.381" v="131" actId="478"/>
          <ac:spMkLst>
            <pc:docMk/>
            <pc:sldMk cId="2359417472" sldId="358"/>
            <ac:spMk id="5" creationId="{CE0B7D95-4039-F4E9-AFB4-D8DA47EECEAE}"/>
          </ac:spMkLst>
        </pc:spChg>
        <pc:spChg chg="add mod">
          <ac:chgData name="Ms Alina Arshad" userId="cccdfd85-d35d-4453-9c6f-a463aae40722" providerId="ADAL" clId="{B4FCDD3C-9C08-4B0D-A58A-4A454E2565E2}" dt="2024-10-20T13:26:16.776" v="146" actId="1076"/>
          <ac:spMkLst>
            <pc:docMk/>
            <pc:sldMk cId="2359417472" sldId="358"/>
            <ac:spMk id="6" creationId="{6AFFF7E0-ED5D-0403-E42A-0966AE0BC6DD}"/>
          </ac:spMkLst>
        </pc:spChg>
      </pc:sldChg>
      <pc:sldChg chg="addSp delSp modSp new del mod">
        <pc:chgData name="Ms Alina Arshad" userId="cccdfd85-d35d-4453-9c6f-a463aae40722" providerId="ADAL" clId="{B4FCDD3C-9C08-4B0D-A58A-4A454E2565E2}" dt="2024-10-20T13:28:36.875" v="147" actId="47"/>
        <pc:sldMkLst>
          <pc:docMk/>
          <pc:sldMk cId="2137831616" sldId="359"/>
        </pc:sldMkLst>
        <pc:spChg chg="add del mod">
          <ac:chgData name="Ms Alina Arshad" userId="cccdfd85-d35d-4453-9c6f-a463aae40722" providerId="ADAL" clId="{B4FCDD3C-9C08-4B0D-A58A-4A454E2565E2}" dt="2024-10-20T13:22:27.524" v="114" actId="478"/>
          <ac:spMkLst>
            <pc:docMk/>
            <pc:sldMk cId="2137831616" sldId="359"/>
            <ac:spMk id="13" creationId="{4DD32ECB-D387-394F-B78B-79531B8EE069}"/>
          </ac:spMkLst>
        </pc:spChg>
        <pc:graphicFrameChg chg="add mod">
          <ac:chgData name="Ms Alina Arshad" userId="cccdfd85-d35d-4453-9c6f-a463aae40722" providerId="ADAL" clId="{B4FCDD3C-9C08-4B0D-A58A-4A454E2565E2}" dt="2024-10-20T13:21:46.201" v="104"/>
          <ac:graphicFrameMkLst>
            <pc:docMk/>
            <pc:sldMk cId="2137831616" sldId="359"/>
            <ac:graphicFrameMk id="2" creationId="{6C6F1FF1-8D3E-6AAE-59E5-0CDFCD3035FB}"/>
          </ac:graphicFrameMkLst>
        </pc:graphicFrameChg>
        <pc:graphicFrameChg chg="add mod">
          <ac:chgData name="Ms Alina Arshad" userId="cccdfd85-d35d-4453-9c6f-a463aae40722" providerId="ADAL" clId="{B4FCDD3C-9C08-4B0D-A58A-4A454E2565E2}" dt="2024-10-20T13:21:46.201" v="104"/>
          <ac:graphicFrameMkLst>
            <pc:docMk/>
            <pc:sldMk cId="2137831616" sldId="359"/>
            <ac:graphicFrameMk id="3" creationId="{3BEF85D1-D25B-6517-653B-1E4A51911ABE}"/>
          </ac:graphicFrameMkLst>
        </pc:graphicFrameChg>
        <pc:graphicFrameChg chg="add mod">
          <ac:chgData name="Ms Alina Arshad" userId="cccdfd85-d35d-4453-9c6f-a463aae40722" providerId="ADAL" clId="{B4FCDD3C-9C08-4B0D-A58A-4A454E2565E2}" dt="2024-10-20T13:21:46.201" v="104"/>
          <ac:graphicFrameMkLst>
            <pc:docMk/>
            <pc:sldMk cId="2137831616" sldId="359"/>
            <ac:graphicFrameMk id="4" creationId="{922E24B3-030F-D917-3B43-E9AA11ECC411}"/>
          </ac:graphicFrameMkLst>
        </pc:graphicFrameChg>
        <pc:graphicFrameChg chg="add mod">
          <ac:chgData name="Ms Alina Arshad" userId="cccdfd85-d35d-4453-9c6f-a463aae40722" providerId="ADAL" clId="{B4FCDD3C-9C08-4B0D-A58A-4A454E2565E2}" dt="2024-10-20T13:21:46.201" v="104"/>
          <ac:graphicFrameMkLst>
            <pc:docMk/>
            <pc:sldMk cId="2137831616" sldId="359"/>
            <ac:graphicFrameMk id="5" creationId="{04837A17-10F9-D00C-037D-15234014DA7D}"/>
          </ac:graphicFrameMkLst>
        </pc:graphicFrameChg>
        <pc:graphicFrameChg chg="add mod">
          <ac:chgData name="Ms Alina Arshad" userId="cccdfd85-d35d-4453-9c6f-a463aae40722" providerId="ADAL" clId="{B4FCDD3C-9C08-4B0D-A58A-4A454E2565E2}" dt="2024-10-20T13:21:46.201" v="104"/>
          <ac:graphicFrameMkLst>
            <pc:docMk/>
            <pc:sldMk cId="2137831616" sldId="359"/>
            <ac:graphicFrameMk id="6" creationId="{DC5D7850-E7D6-379C-AFE3-6D80B41FFD93}"/>
          </ac:graphicFrameMkLst>
        </pc:graphicFrameChg>
        <pc:graphicFrameChg chg="add mod">
          <ac:chgData name="Ms Alina Arshad" userId="cccdfd85-d35d-4453-9c6f-a463aae40722" providerId="ADAL" clId="{B4FCDD3C-9C08-4B0D-A58A-4A454E2565E2}" dt="2024-10-20T13:21:46.201" v="104"/>
          <ac:graphicFrameMkLst>
            <pc:docMk/>
            <pc:sldMk cId="2137831616" sldId="359"/>
            <ac:graphicFrameMk id="7" creationId="{A08F0E2B-1EE5-9006-A2EA-ADEDEB807316}"/>
          </ac:graphicFrameMkLst>
        </pc:graphicFrameChg>
        <pc:graphicFrameChg chg="add mod">
          <ac:chgData name="Ms Alina Arshad" userId="cccdfd85-d35d-4453-9c6f-a463aae40722" providerId="ADAL" clId="{B4FCDD3C-9C08-4B0D-A58A-4A454E2565E2}" dt="2024-10-20T13:21:46.201" v="104"/>
          <ac:graphicFrameMkLst>
            <pc:docMk/>
            <pc:sldMk cId="2137831616" sldId="359"/>
            <ac:graphicFrameMk id="8" creationId="{51A82A3D-A53D-BA74-CD81-E580542411ED}"/>
          </ac:graphicFrameMkLst>
        </pc:graphicFrameChg>
        <pc:graphicFrameChg chg="add mod">
          <ac:chgData name="Ms Alina Arshad" userId="cccdfd85-d35d-4453-9c6f-a463aae40722" providerId="ADAL" clId="{B4FCDD3C-9C08-4B0D-A58A-4A454E2565E2}" dt="2024-10-20T13:21:46.201" v="104"/>
          <ac:graphicFrameMkLst>
            <pc:docMk/>
            <pc:sldMk cId="2137831616" sldId="359"/>
            <ac:graphicFrameMk id="9" creationId="{53DCFF3E-7BC7-0310-1CEE-DA092A36965C}"/>
          </ac:graphicFrameMkLst>
        </pc:graphicFrameChg>
        <pc:graphicFrameChg chg="add mod">
          <ac:chgData name="Ms Alina Arshad" userId="cccdfd85-d35d-4453-9c6f-a463aae40722" providerId="ADAL" clId="{B4FCDD3C-9C08-4B0D-A58A-4A454E2565E2}" dt="2024-10-20T13:21:46.201" v="104"/>
          <ac:graphicFrameMkLst>
            <pc:docMk/>
            <pc:sldMk cId="2137831616" sldId="359"/>
            <ac:graphicFrameMk id="10" creationId="{E82DAC26-F0F4-5D7F-6693-BB295B5B9880}"/>
          </ac:graphicFrameMkLst>
        </pc:graphicFrameChg>
        <pc:graphicFrameChg chg="add mod modGraphic">
          <ac:chgData name="Ms Alina Arshad" userId="cccdfd85-d35d-4453-9c6f-a463aae40722" providerId="ADAL" clId="{B4FCDD3C-9C08-4B0D-A58A-4A454E2565E2}" dt="2024-10-20T13:21:55.725" v="110" actId="14100"/>
          <ac:graphicFrameMkLst>
            <pc:docMk/>
            <pc:sldMk cId="2137831616" sldId="359"/>
            <ac:graphicFrameMk id="11" creationId="{020863AF-82F3-4F28-B7CC-41EEFFD29700}"/>
          </ac:graphicFrameMkLst>
        </pc:graphicFrameChg>
        <pc:picChg chg="add mod">
          <ac:chgData name="Ms Alina Arshad" userId="cccdfd85-d35d-4453-9c6f-a463aae40722" providerId="ADAL" clId="{B4FCDD3C-9C08-4B0D-A58A-4A454E2565E2}" dt="2024-10-20T13:23:02.988" v="122" actId="1076"/>
          <ac:picMkLst>
            <pc:docMk/>
            <pc:sldMk cId="2137831616" sldId="359"/>
            <ac:picMk id="15" creationId="{3E03EC38-F9BB-33FD-4890-6211D3AB8607}"/>
          </ac:picMkLst>
        </pc:picChg>
        <pc:picChg chg="add mod">
          <ac:chgData name="Ms Alina Arshad" userId="cccdfd85-d35d-4453-9c6f-a463aae40722" providerId="ADAL" clId="{B4FCDD3C-9C08-4B0D-A58A-4A454E2565E2}" dt="2024-10-20T13:24:09.578" v="129" actId="14100"/>
          <ac:picMkLst>
            <pc:docMk/>
            <pc:sldMk cId="2137831616" sldId="359"/>
            <ac:picMk id="17" creationId="{2ACBA5A1-E382-B810-7C70-278B52204F03}"/>
          </ac:picMkLst>
        </pc:picChg>
      </pc:sldChg>
      <pc:sldChg chg="del">
        <pc:chgData name="Ms Alina Arshad" userId="cccdfd85-d35d-4453-9c6f-a463aae40722" providerId="ADAL" clId="{B4FCDD3C-9C08-4B0D-A58A-4A454E2565E2}" dt="2024-10-15T13:09:46.262" v="12" actId="47"/>
        <pc:sldMkLst>
          <pc:docMk/>
          <pc:sldMk cId="2986565107" sldId="359"/>
        </pc:sldMkLst>
      </pc:sldChg>
      <pc:sldChg chg="addSp modSp new mod">
        <pc:chgData name="Ms Alina Arshad" userId="cccdfd85-d35d-4453-9c6f-a463aae40722" providerId="ADAL" clId="{B4FCDD3C-9C08-4B0D-A58A-4A454E2565E2}" dt="2024-10-20T13:36:23.288" v="164" actId="1076"/>
        <pc:sldMkLst>
          <pc:docMk/>
          <pc:sldMk cId="3871777962" sldId="359"/>
        </pc:sldMkLst>
        <pc:picChg chg="add mod">
          <ac:chgData name="Ms Alina Arshad" userId="cccdfd85-d35d-4453-9c6f-a463aae40722" providerId="ADAL" clId="{B4FCDD3C-9C08-4B0D-A58A-4A454E2565E2}" dt="2024-10-20T13:35:13.850" v="154" actId="1076"/>
          <ac:picMkLst>
            <pc:docMk/>
            <pc:sldMk cId="3871777962" sldId="359"/>
            <ac:picMk id="3" creationId="{18CEA37C-84B6-3D18-773A-AE9F0F750FCA}"/>
          </ac:picMkLst>
        </pc:picChg>
        <pc:picChg chg="add mod modCrop">
          <ac:chgData name="Ms Alina Arshad" userId="cccdfd85-d35d-4453-9c6f-a463aae40722" providerId="ADAL" clId="{B4FCDD3C-9C08-4B0D-A58A-4A454E2565E2}" dt="2024-10-20T13:36:23.288" v="164" actId="1076"/>
          <ac:picMkLst>
            <pc:docMk/>
            <pc:sldMk cId="3871777962" sldId="359"/>
            <ac:picMk id="5" creationId="{DD17F116-C86A-FD29-8609-1077DFD2D872}"/>
          </ac:picMkLst>
        </pc:picChg>
      </pc:sldChg>
      <pc:sldChg chg="del">
        <pc:chgData name="Ms Alina Arshad" userId="cccdfd85-d35d-4453-9c6f-a463aae40722" providerId="ADAL" clId="{B4FCDD3C-9C08-4B0D-A58A-4A454E2565E2}" dt="2024-10-15T13:09:45.920" v="11" actId="47"/>
        <pc:sldMkLst>
          <pc:docMk/>
          <pc:sldMk cId="851498927" sldId="360"/>
        </pc:sldMkLst>
      </pc:sldChg>
    </pc:docChg>
  </pc:docChgLst>
  <pc:docChgLst>
    <pc:chgData name="Ms Alina Arshad" userId="cccdfd85-d35d-4453-9c6f-a463aae40722" providerId="ADAL" clId="{6D99148A-78EC-44A5-895B-9E6E7F8E190D}"/>
    <pc:docChg chg="undo custSel delSld modSld">
      <pc:chgData name="Ms Alina Arshad" userId="cccdfd85-d35d-4453-9c6f-a463aae40722" providerId="ADAL" clId="{6D99148A-78EC-44A5-895B-9E6E7F8E190D}" dt="2024-08-30T09:52:56.715" v="36" actId="47"/>
      <pc:docMkLst>
        <pc:docMk/>
      </pc:docMkLst>
      <pc:sldChg chg="modSp mod">
        <pc:chgData name="Ms Alina Arshad" userId="cccdfd85-d35d-4453-9c6f-a463aae40722" providerId="ADAL" clId="{6D99148A-78EC-44A5-895B-9E6E7F8E190D}" dt="2024-08-30T09:51:42.777" v="9" actId="20577"/>
        <pc:sldMkLst>
          <pc:docMk/>
          <pc:sldMk cId="3322361034" sldId="256"/>
        </pc:sldMkLst>
        <pc:spChg chg="mod">
          <ac:chgData name="Ms Alina Arshad" userId="cccdfd85-d35d-4453-9c6f-a463aae40722" providerId="ADAL" clId="{6D99148A-78EC-44A5-895B-9E6E7F8E190D}" dt="2024-08-30T09:51:42.777" v="9" actId="20577"/>
          <ac:spMkLst>
            <pc:docMk/>
            <pc:sldMk cId="3322361034" sldId="256"/>
            <ac:spMk id="3" creationId="{44E9F82C-BBA7-3495-1097-BEDB54FFFDF4}"/>
          </ac:spMkLst>
        </pc:spChg>
      </pc:sldChg>
      <pc:sldChg chg="modNotesTx">
        <pc:chgData name="Ms Alina Arshad" userId="cccdfd85-d35d-4453-9c6f-a463aae40722" providerId="ADAL" clId="{6D99148A-78EC-44A5-895B-9E6E7F8E190D}" dt="2024-08-30T09:52:54.702" v="35" actId="5793"/>
        <pc:sldMkLst>
          <pc:docMk/>
          <pc:sldMk cId="515654138" sldId="410"/>
        </pc:sldMkLst>
      </pc:sldChg>
      <pc:sldChg chg="modSp del mod">
        <pc:chgData name="Ms Alina Arshad" userId="cccdfd85-d35d-4453-9c6f-a463aae40722" providerId="ADAL" clId="{6D99148A-78EC-44A5-895B-9E6E7F8E190D}" dt="2024-08-30T09:52:56.715" v="36" actId="47"/>
        <pc:sldMkLst>
          <pc:docMk/>
          <pc:sldMk cId="2400755825" sldId="414"/>
        </pc:sldMkLst>
        <pc:spChg chg="mod">
          <ac:chgData name="Ms Alina Arshad" userId="cccdfd85-d35d-4453-9c6f-a463aae40722" providerId="ADAL" clId="{6D99148A-78EC-44A5-895B-9E6E7F8E190D}" dt="2024-08-30T09:52:11.454" v="11" actId="27636"/>
          <ac:spMkLst>
            <pc:docMk/>
            <pc:sldMk cId="2400755825" sldId="414"/>
            <ac:spMk id="5" creationId="{6D2D65F8-7067-309B-2162-EDCA7F792D63}"/>
          </ac:spMkLst>
        </pc:spChg>
      </pc:sldChg>
    </pc:docChg>
  </pc:docChgLst>
  <pc:docChgLst>
    <pc:chgData name="Ms Alina Arshad" userId="cccdfd85-d35d-4453-9c6f-a463aae40722" providerId="ADAL" clId="{889ED1B4-3B5C-4371-ABF8-B9437E0A75AE}"/>
    <pc:docChg chg="custSel addSld delSld modSld">
      <pc:chgData name="Ms Alina Arshad" userId="cccdfd85-d35d-4453-9c6f-a463aae40722" providerId="ADAL" clId="{889ED1B4-3B5C-4371-ABF8-B9437E0A75AE}" dt="2024-09-19T05:09:47.152" v="38" actId="47"/>
      <pc:docMkLst>
        <pc:docMk/>
      </pc:docMkLst>
      <pc:sldChg chg="delSp modSp add mod">
        <pc:chgData name="Ms Alina Arshad" userId="cccdfd85-d35d-4453-9c6f-a463aae40722" providerId="ADAL" clId="{889ED1B4-3B5C-4371-ABF8-B9437E0A75AE}" dt="2024-09-13T05:08:52.831" v="31" actId="1076"/>
        <pc:sldMkLst>
          <pc:docMk/>
          <pc:sldMk cId="987785057" sldId="258"/>
        </pc:sldMkLst>
        <pc:spChg chg="del">
          <ac:chgData name="Ms Alina Arshad" userId="cccdfd85-d35d-4453-9c6f-a463aae40722" providerId="ADAL" clId="{889ED1B4-3B5C-4371-ABF8-B9437E0A75AE}" dt="2024-09-13T05:08:43.192" v="28" actId="478"/>
          <ac:spMkLst>
            <pc:docMk/>
            <pc:sldMk cId="987785057" sldId="258"/>
            <ac:spMk id="2" creationId="{00000000-0000-0000-0000-000000000000}"/>
          </ac:spMkLst>
        </pc:spChg>
        <pc:spChg chg="del">
          <ac:chgData name="Ms Alina Arshad" userId="cccdfd85-d35d-4453-9c6f-a463aae40722" providerId="ADAL" clId="{889ED1B4-3B5C-4371-ABF8-B9437E0A75AE}" dt="2024-09-13T05:08:45.155" v="29" actId="478"/>
          <ac:spMkLst>
            <pc:docMk/>
            <pc:sldMk cId="987785057" sldId="258"/>
            <ac:spMk id="5" creationId="{00000000-0000-0000-0000-000000000000}"/>
          </ac:spMkLst>
        </pc:spChg>
        <pc:spChg chg="mod">
          <ac:chgData name="Ms Alina Arshad" userId="cccdfd85-d35d-4453-9c6f-a463aae40722" providerId="ADAL" clId="{889ED1B4-3B5C-4371-ABF8-B9437E0A75AE}" dt="2024-09-13T05:08:49.517" v="30" actId="207"/>
          <ac:spMkLst>
            <pc:docMk/>
            <pc:sldMk cId="987785057" sldId="258"/>
            <ac:spMk id="107522" creationId="{00000000-0000-0000-0000-000000000000}"/>
          </ac:spMkLst>
        </pc:spChg>
        <pc:spChg chg="mod">
          <ac:chgData name="Ms Alina Arshad" userId="cccdfd85-d35d-4453-9c6f-a463aae40722" providerId="ADAL" clId="{889ED1B4-3B5C-4371-ABF8-B9437E0A75AE}" dt="2024-09-13T05:08:52.831" v="31" actId="1076"/>
          <ac:spMkLst>
            <pc:docMk/>
            <pc:sldMk cId="987785057" sldId="258"/>
            <ac:spMk id="107523" creationId="{00000000-0000-0000-0000-000000000000}"/>
          </ac:spMkLst>
        </pc:spChg>
      </pc:sldChg>
      <pc:sldChg chg="add del">
        <pc:chgData name="Ms Alina Arshad" userId="cccdfd85-d35d-4453-9c6f-a463aae40722" providerId="ADAL" clId="{889ED1B4-3B5C-4371-ABF8-B9437E0A75AE}" dt="2024-09-13T05:08:20.368" v="1" actId="47"/>
        <pc:sldMkLst>
          <pc:docMk/>
          <pc:sldMk cId="1032267902" sldId="313"/>
        </pc:sldMkLst>
      </pc:sldChg>
      <pc:sldChg chg="del">
        <pc:chgData name="Ms Alina Arshad" userId="cccdfd85-d35d-4453-9c6f-a463aae40722" providerId="ADAL" clId="{889ED1B4-3B5C-4371-ABF8-B9437E0A75AE}" dt="2024-09-13T05:08:25.525" v="15" actId="47"/>
        <pc:sldMkLst>
          <pc:docMk/>
          <pc:sldMk cId="0" sldId="361"/>
        </pc:sldMkLst>
      </pc:sldChg>
      <pc:sldChg chg="del">
        <pc:chgData name="Ms Alina Arshad" userId="cccdfd85-d35d-4453-9c6f-a463aae40722" providerId="ADAL" clId="{889ED1B4-3B5C-4371-ABF8-B9437E0A75AE}" dt="2024-09-13T05:08:29.024" v="21" actId="47"/>
        <pc:sldMkLst>
          <pc:docMk/>
          <pc:sldMk cId="0" sldId="369"/>
        </pc:sldMkLst>
      </pc:sldChg>
      <pc:sldChg chg="del">
        <pc:chgData name="Ms Alina Arshad" userId="cccdfd85-d35d-4453-9c6f-a463aae40722" providerId="ADAL" clId="{889ED1B4-3B5C-4371-ABF8-B9437E0A75AE}" dt="2024-09-13T05:08:30.024" v="23" actId="47"/>
        <pc:sldMkLst>
          <pc:docMk/>
          <pc:sldMk cId="0" sldId="370"/>
        </pc:sldMkLst>
      </pc:sldChg>
      <pc:sldChg chg="del">
        <pc:chgData name="Ms Alina Arshad" userId="cccdfd85-d35d-4453-9c6f-a463aae40722" providerId="ADAL" clId="{889ED1B4-3B5C-4371-ABF8-B9437E0A75AE}" dt="2024-09-13T05:08:29.227" v="22" actId="47"/>
        <pc:sldMkLst>
          <pc:docMk/>
          <pc:sldMk cId="0" sldId="371"/>
        </pc:sldMkLst>
      </pc:sldChg>
      <pc:sldChg chg="del">
        <pc:chgData name="Ms Alina Arshad" userId="cccdfd85-d35d-4453-9c6f-a463aae40722" providerId="ADAL" clId="{889ED1B4-3B5C-4371-ABF8-B9437E0A75AE}" dt="2024-09-13T05:08:30.367" v="24" actId="47"/>
        <pc:sldMkLst>
          <pc:docMk/>
          <pc:sldMk cId="0" sldId="372"/>
        </pc:sldMkLst>
      </pc:sldChg>
      <pc:sldChg chg="del">
        <pc:chgData name="Ms Alina Arshad" userId="cccdfd85-d35d-4453-9c6f-a463aae40722" providerId="ADAL" clId="{889ED1B4-3B5C-4371-ABF8-B9437E0A75AE}" dt="2024-09-13T05:08:27.859" v="19" actId="47"/>
        <pc:sldMkLst>
          <pc:docMk/>
          <pc:sldMk cId="0" sldId="378"/>
        </pc:sldMkLst>
      </pc:sldChg>
      <pc:sldChg chg="del">
        <pc:chgData name="Ms Alina Arshad" userId="cccdfd85-d35d-4453-9c6f-a463aae40722" providerId="ADAL" clId="{889ED1B4-3B5C-4371-ABF8-B9437E0A75AE}" dt="2024-09-13T05:08:28.383" v="20" actId="47"/>
        <pc:sldMkLst>
          <pc:docMk/>
          <pc:sldMk cId="0" sldId="379"/>
        </pc:sldMkLst>
      </pc:sldChg>
      <pc:sldChg chg="del">
        <pc:chgData name="Ms Alina Arshad" userId="cccdfd85-d35d-4453-9c6f-a463aae40722" providerId="ADAL" clId="{889ED1B4-3B5C-4371-ABF8-B9437E0A75AE}" dt="2024-09-13T05:08:22.493" v="8" actId="47"/>
        <pc:sldMkLst>
          <pc:docMk/>
          <pc:sldMk cId="0" sldId="383"/>
        </pc:sldMkLst>
      </pc:sldChg>
      <pc:sldChg chg="del">
        <pc:chgData name="Ms Alina Arshad" userId="cccdfd85-d35d-4453-9c6f-a463aae40722" providerId="ADAL" clId="{889ED1B4-3B5C-4371-ABF8-B9437E0A75AE}" dt="2024-09-13T05:08:22.727" v="9" actId="47"/>
        <pc:sldMkLst>
          <pc:docMk/>
          <pc:sldMk cId="0" sldId="384"/>
        </pc:sldMkLst>
      </pc:sldChg>
      <pc:sldChg chg="del">
        <pc:chgData name="Ms Alina Arshad" userId="cccdfd85-d35d-4453-9c6f-a463aae40722" providerId="ADAL" clId="{889ED1B4-3B5C-4371-ABF8-B9437E0A75AE}" dt="2024-09-13T05:08:26.559" v="17" actId="47"/>
        <pc:sldMkLst>
          <pc:docMk/>
          <pc:sldMk cId="0" sldId="385"/>
        </pc:sldMkLst>
      </pc:sldChg>
      <pc:sldChg chg="del">
        <pc:chgData name="Ms Alina Arshad" userId="cccdfd85-d35d-4453-9c6f-a463aae40722" providerId="ADAL" clId="{889ED1B4-3B5C-4371-ABF8-B9437E0A75AE}" dt="2024-09-13T05:08:27.218" v="18" actId="47"/>
        <pc:sldMkLst>
          <pc:docMk/>
          <pc:sldMk cId="0" sldId="386"/>
        </pc:sldMkLst>
      </pc:sldChg>
      <pc:sldChg chg="del">
        <pc:chgData name="Ms Alina Arshad" userId="cccdfd85-d35d-4453-9c6f-a463aae40722" providerId="ADAL" clId="{889ED1B4-3B5C-4371-ABF8-B9437E0A75AE}" dt="2024-09-13T05:08:26.278" v="16" actId="47"/>
        <pc:sldMkLst>
          <pc:docMk/>
          <pc:sldMk cId="0" sldId="390"/>
        </pc:sldMkLst>
      </pc:sldChg>
      <pc:sldChg chg="del">
        <pc:chgData name="Ms Alina Arshad" userId="cccdfd85-d35d-4453-9c6f-a463aae40722" providerId="ADAL" clId="{889ED1B4-3B5C-4371-ABF8-B9437E0A75AE}" dt="2024-09-13T05:08:20.618" v="2" actId="47"/>
        <pc:sldMkLst>
          <pc:docMk/>
          <pc:sldMk cId="1227695002" sldId="429"/>
        </pc:sldMkLst>
      </pc:sldChg>
      <pc:sldChg chg="del">
        <pc:chgData name="Ms Alina Arshad" userId="cccdfd85-d35d-4453-9c6f-a463aae40722" providerId="ADAL" clId="{889ED1B4-3B5C-4371-ABF8-B9437E0A75AE}" dt="2024-09-13T05:08:20.900" v="3" actId="47"/>
        <pc:sldMkLst>
          <pc:docMk/>
          <pc:sldMk cId="4289592975" sldId="430"/>
        </pc:sldMkLst>
      </pc:sldChg>
      <pc:sldChg chg="del">
        <pc:chgData name="Ms Alina Arshad" userId="cccdfd85-d35d-4453-9c6f-a463aae40722" providerId="ADAL" clId="{889ED1B4-3B5C-4371-ABF8-B9437E0A75AE}" dt="2024-09-13T05:08:21.118" v="4" actId="47"/>
        <pc:sldMkLst>
          <pc:docMk/>
          <pc:sldMk cId="1008177089" sldId="433"/>
        </pc:sldMkLst>
      </pc:sldChg>
      <pc:sldChg chg="del">
        <pc:chgData name="Ms Alina Arshad" userId="cccdfd85-d35d-4453-9c6f-a463aae40722" providerId="ADAL" clId="{889ED1B4-3B5C-4371-ABF8-B9437E0A75AE}" dt="2024-09-13T05:08:21.337" v="5" actId="47"/>
        <pc:sldMkLst>
          <pc:docMk/>
          <pc:sldMk cId="4177771332" sldId="434"/>
        </pc:sldMkLst>
      </pc:sldChg>
      <pc:sldChg chg="del">
        <pc:chgData name="Ms Alina Arshad" userId="cccdfd85-d35d-4453-9c6f-a463aae40722" providerId="ADAL" clId="{889ED1B4-3B5C-4371-ABF8-B9437E0A75AE}" dt="2024-09-13T05:08:21.446" v="6" actId="47"/>
        <pc:sldMkLst>
          <pc:docMk/>
          <pc:sldMk cId="2642975351" sldId="435"/>
        </pc:sldMkLst>
      </pc:sldChg>
      <pc:sldChg chg="del">
        <pc:chgData name="Ms Alina Arshad" userId="cccdfd85-d35d-4453-9c6f-a463aae40722" providerId="ADAL" clId="{889ED1B4-3B5C-4371-ABF8-B9437E0A75AE}" dt="2024-09-13T05:08:21.634" v="7" actId="47"/>
        <pc:sldMkLst>
          <pc:docMk/>
          <pc:sldMk cId="8447295" sldId="436"/>
        </pc:sldMkLst>
      </pc:sldChg>
      <pc:sldChg chg="del">
        <pc:chgData name="Ms Alina Arshad" userId="cccdfd85-d35d-4453-9c6f-a463aae40722" providerId="ADAL" clId="{889ED1B4-3B5C-4371-ABF8-B9437E0A75AE}" dt="2024-09-13T05:08:24.008" v="10" actId="47"/>
        <pc:sldMkLst>
          <pc:docMk/>
          <pc:sldMk cId="1737629093" sldId="438"/>
        </pc:sldMkLst>
      </pc:sldChg>
      <pc:sldChg chg="del">
        <pc:chgData name="Ms Alina Arshad" userId="cccdfd85-d35d-4453-9c6f-a463aae40722" providerId="ADAL" clId="{889ED1B4-3B5C-4371-ABF8-B9437E0A75AE}" dt="2024-09-13T05:08:24.336" v="12" actId="47"/>
        <pc:sldMkLst>
          <pc:docMk/>
          <pc:sldMk cId="2841578013" sldId="439"/>
        </pc:sldMkLst>
      </pc:sldChg>
      <pc:sldChg chg="del">
        <pc:chgData name="Ms Alina Arshad" userId="cccdfd85-d35d-4453-9c6f-a463aae40722" providerId="ADAL" clId="{889ED1B4-3B5C-4371-ABF8-B9437E0A75AE}" dt="2024-09-13T05:08:25.180" v="13" actId="47"/>
        <pc:sldMkLst>
          <pc:docMk/>
          <pc:sldMk cId="3081461208" sldId="440"/>
        </pc:sldMkLst>
      </pc:sldChg>
      <pc:sldChg chg="del">
        <pc:chgData name="Ms Alina Arshad" userId="cccdfd85-d35d-4453-9c6f-a463aae40722" providerId="ADAL" clId="{889ED1B4-3B5C-4371-ABF8-B9437E0A75AE}" dt="2024-09-13T05:08:24.211" v="11" actId="47"/>
        <pc:sldMkLst>
          <pc:docMk/>
          <pc:sldMk cId="4115417814" sldId="441"/>
        </pc:sldMkLst>
      </pc:sldChg>
      <pc:sldChg chg="del">
        <pc:chgData name="Ms Alina Arshad" userId="cccdfd85-d35d-4453-9c6f-a463aae40722" providerId="ADAL" clId="{889ED1B4-3B5C-4371-ABF8-B9437E0A75AE}" dt="2024-09-13T05:08:30.867" v="25" actId="47"/>
        <pc:sldMkLst>
          <pc:docMk/>
          <pc:sldMk cId="2279120568" sldId="446"/>
        </pc:sldMkLst>
      </pc:sldChg>
      <pc:sldChg chg="del">
        <pc:chgData name="Ms Alina Arshad" userId="cccdfd85-d35d-4453-9c6f-a463aae40722" providerId="ADAL" clId="{889ED1B4-3B5C-4371-ABF8-B9437E0A75AE}" dt="2024-09-13T05:08:25.353" v="14" actId="47"/>
        <pc:sldMkLst>
          <pc:docMk/>
          <pc:sldMk cId="2342459706" sldId="447"/>
        </pc:sldMkLst>
      </pc:sldChg>
      <pc:sldChg chg="modSp add del mod">
        <pc:chgData name="Ms Alina Arshad" userId="cccdfd85-d35d-4453-9c6f-a463aae40722" providerId="ADAL" clId="{889ED1B4-3B5C-4371-ABF8-B9437E0A75AE}" dt="2024-09-13T05:08:37.521" v="27" actId="47"/>
        <pc:sldMkLst>
          <pc:docMk/>
          <pc:sldMk cId="2348086917" sldId="448"/>
        </pc:sldMkLst>
        <pc:spChg chg="mod">
          <ac:chgData name="Ms Alina Arshad" userId="cccdfd85-d35d-4453-9c6f-a463aae40722" providerId="ADAL" clId="{889ED1B4-3B5C-4371-ABF8-B9437E0A75AE}" dt="2024-09-13T05:08:35.856" v="26" actId="6549"/>
          <ac:spMkLst>
            <pc:docMk/>
            <pc:sldMk cId="2348086917" sldId="448"/>
            <ac:spMk id="2" creationId="{00000000-0000-0000-0000-000000000000}"/>
          </ac:spMkLst>
        </pc:spChg>
      </pc:sldChg>
      <pc:sldChg chg="delSp modSp add mod">
        <pc:chgData name="Ms Alina Arshad" userId="cccdfd85-d35d-4453-9c6f-a463aae40722" providerId="ADAL" clId="{889ED1B4-3B5C-4371-ABF8-B9437E0A75AE}" dt="2024-09-13T05:09:06.731" v="36" actId="207"/>
        <pc:sldMkLst>
          <pc:docMk/>
          <pc:sldMk cId="719467134" sldId="458"/>
        </pc:sldMkLst>
        <pc:spChg chg="mod">
          <ac:chgData name="Ms Alina Arshad" userId="cccdfd85-d35d-4453-9c6f-a463aae40722" providerId="ADAL" clId="{889ED1B4-3B5C-4371-ABF8-B9437E0A75AE}" dt="2024-09-13T05:09:06.731" v="36" actId="207"/>
          <ac:spMkLst>
            <pc:docMk/>
            <pc:sldMk cId="719467134" sldId="458"/>
            <ac:spMk id="2" creationId="{00000000-0000-0000-0000-000000000000}"/>
          </ac:spMkLst>
        </pc:spChg>
        <pc:spChg chg="mod">
          <ac:chgData name="Ms Alina Arshad" userId="cccdfd85-d35d-4453-9c6f-a463aae40722" providerId="ADAL" clId="{889ED1B4-3B5C-4371-ABF8-B9437E0A75AE}" dt="2024-09-13T05:09:04.427" v="35" actId="207"/>
          <ac:spMkLst>
            <pc:docMk/>
            <pc:sldMk cId="719467134" sldId="458"/>
            <ac:spMk id="3" creationId="{00000000-0000-0000-0000-000000000000}"/>
          </ac:spMkLst>
        </pc:spChg>
        <pc:spChg chg="del">
          <ac:chgData name="Ms Alina Arshad" userId="cccdfd85-d35d-4453-9c6f-a463aae40722" providerId="ADAL" clId="{889ED1B4-3B5C-4371-ABF8-B9437E0A75AE}" dt="2024-09-13T05:08:59.495" v="33" actId="478"/>
          <ac:spMkLst>
            <pc:docMk/>
            <pc:sldMk cId="719467134" sldId="458"/>
            <ac:spMk id="4" creationId="{00000000-0000-0000-0000-000000000000}"/>
          </ac:spMkLst>
        </pc:spChg>
        <pc:spChg chg="del">
          <ac:chgData name="Ms Alina Arshad" userId="cccdfd85-d35d-4453-9c6f-a463aae40722" providerId="ADAL" clId="{889ED1B4-3B5C-4371-ABF8-B9437E0A75AE}" dt="2024-09-13T05:09:01.600" v="34" actId="478"/>
          <ac:spMkLst>
            <pc:docMk/>
            <pc:sldMk cId="719467134" sldId="458"/>
            <ac:spMk id="5" creationId="{00000000-0000-0000-0000-000000000000}"/>
          </ac:spMkLst>
        </pc:spChg>
      </pc:sldChg>
      <pc:sldChg chg="add">
        <pc:chgData name="Ms Alina Arshad" userId="cccdfd85-d35d-4453-9c6f-a463aae40722" providerId="ADAL" clId="{889ED1B4-3B5C-4371-ABF8-B9437E0A75AE}" dt="2024-09-13T05:08:13.467" v="0"/>
        <pc:sldMkLst>
          <pc:docMk/>
          <pc:sldMk cId="379126886" sldId="459"/>
        </pc:sldMkLst>
      </pc:sldChg>
      <pc:sldChg chg="add">
        <pc:chgData name="Ms Alina Arshad" userId="cccdfd85-d35d-4453-9c6f-a463aae40722" providerId="ADAL" clId="{889ED1B4-3B5C-4371-ABF8-B9437E0A75AE}" dt="2024-09-13T05:08:13.467" v="0"/>
        <pc:sldMkLst>
          <pc:docMk/>
          <pc:sldMk cId="475468520" sldId="461"/>
        </pc:sldMkLst>
      </pc:sldChg>
      <pc:sldChg chg="add">
        <pc:chgData name="Ms Alina Arshad" userId="cccdfd85-d35d-4453-9c6f-a463aae40722" providerId="ADAL" clId="{889ED1B4-3B5C-4371-ABF8-B9437E0A75AE}" dt="2024-09-13T05:08:13.467" v="0"/>
        <pc:sldMkLst>
          <pc:docMk/>
          <pc:sldMk cId="1755260321" sldId="462"/>
        </pc:sldMkLst>
      </pc:sldChg>
      <pc:sldChg chg="add">
        <pc:chgData name="Ms Alina Arshad" userId="cccdfd85-d35d-4453-9c6f-a463aae40722" providerId="ADAL" clId="{889ED1B4-3B5C-4371-ABF8-B9437E0A75AE}" dt="2024-09-13T05:08:13.467" v="0"/>
        <pc:sldMkLst>
          <pc:docMk/>
          <pc:sldMk cId="3175048454" sldId="463"/>
        </pc:sldMkLst>
      </pc:sldChg>
      <pc:sldChg chg="add">
        <pc:chgData name="Ms Alina Arshad" userId="cccdfd85-d35d-4453-9c6f-a463aae40722" providerId="ADAL" clId="{889ED1B4-3B5C-4371-ABF8-B9437E0A75AE}" dt="2024-09-13T05:08:13.467" v="0"/>
        <pc:sldMkLst>
          <pc:docMk/>
          <pc:sldMk cId="2524428318" sldId="464"/>
        </pc:sldMkLst>
      </pc:sldChg>
      <pc:sldChg chg="add">
        <pc:chgData name="Ms Alina Arshad" userId="cccdfd85-d35d-4453-9c6f-a463aae40722" providerId="ADAL" clId="{889ED1B4-3B5C-4371-ABF8-B9437E0A75AE}" dt="2024-09-13T05:08:13.467" v="0"/>
        <pc:sldMkLst>
          <pc:docMk/>
          <pc:sldMk cId="3502560203" sldId="465"/>
        </pc:sldMkLst>
      </pc:sldChg>
      <pc:sldChg chg="add">
        <pc:chgData name="Ms Alina Arshad" userId="cccdfd85-d35d-4453-9c6f-a463aae40722" providerId="ADAL" clId="{889ED1B4-3B5C-4371-ABF8-B9437E0A75AE}" dt="2024-09-13T05:08:13.467" v="0"/>
        <pc:sldMkLst>
          <pc:docMk/>
          <pc:sldMk cId="4240682665" sldId="466"/>
        </pc:sldMkLst>
      </pc:sldChg>
      <pc:sldChg chg="add">
        <pc:chgData name="Ms Alina Arshad" userId="cccdfd85-d35d-4453-9c6f-a463aae40722" providerId="ADAL" clId="{889ED1B4-3B5C-4371-ABF8-B9437E0A75AE}" dt="2024-09-13T05:08:13.467" v="0"/>
        <pc:sldMkLst>
          <pc:docMk/>
          <pc:sldMk cId="1253061490" sldId="467"/>
        </pc:sldMkLst>
      </pc:sldChg>
      <pc:sldChg chg="add">
        <pc:chgData name="Ms Alina Arshad" userId="cccdfd85-d35d-4453-9c6f-a463aae40722" providerId="ADAL" clId="{889ED1B4-3B5C-4371-ABF8-B9437E0A75AE}" dt="2024-09-13T05:08:13.467" v="0"/>
        <pc:sldMkLst>
          <pc:docMk/>
          <pc:sldMk cId="1729599593" sldId="468"/>
        </pc:sldMkLst>
      </pc:sldChg>
      <pc:sldChg chg="add">
        <pc:chgData name="Ms Alina Arshad" userId="cccdfd85-d35d-4453-9c6f-a463aae40722" providerId="ADAL" clId="{889ED1B4-3B5C-4371-ABF8-B9437E0A75AE}" dt="2024-09-13T05:08:13.467" v="0"/>
        <pc:sldMkLst>
          <pc:docMk/>
          <pc:sldMk cId="174372872" sldId="469"/>
        </pc:sldMkLst>
      </pc:sldChg>
      <pc:sldChg chg="add">
        <pc:chgData name="Ms Alina Arshad" userId="cccdfd85-d35d-4453-9c6f-a463aae40722" providerId="ADAL" clId="{889ED1B4-3B5C-4371-ABF8-B9437E0A75AE}" dt="2024-09-13T05:08:13.467" v="0"/>
        <pc:sldMkLst>
          <pc:docMk/>
          <pc:sldMk cId="1593451177" sldId="472"/>
        </pc:sldMkLst>
      </pc:sldChg>
      <pc:sldChg chg="add">
        <pc:chgData name="Ms Alina Arshad" userId="cccdfd85-d35d-4453-9c6f-a463aae40722" providerId="ADAL" clId="{889ED1B4-3B5C-4371-ABF8-B9437E0A75AE}" dt="2024-09-13T05:08:13.467" v="0"/>
        <pc:sldMkLst>
          <pc:docMk/>
          <pc:sldMk cId="3011208458" sldId="473"/>
        </pc:sldMkLst>
      </pc:sldChg>
      <pc:sldChg chg="add">
        <pc:chgData name="Ms Alina Arshad" userId="cccdfd85-d35d-4453-9c6f-a463aae40722" providerId="ADAL" clId="{889ED1B4-3B5C-4371-ABF8-B9437E0A75AE}" dt="2024-09-13T05:08:13.467" v="0"/>
        <pc:sldMkLst>
          <pc:docMk/>
          <pc:sldMk cId="457050581" sldId="475"/>
        </pc:sldMkLst>
      </pc:sldChg>
      <pc:sldChg chg="del">
        <pc:chgData name="Ms Alina Arshad" userId="cccdfd85-d35d-4453-9c6f-a463aae40722" providerId="ADAL" clId="{889ED1B4-3B5C-4371-ABF8-B9437E0A75AE}" dt="2024-09-19T05:09:46.230" v="37" actId="47"/>
        <pc:sldMkLst>
          <pc:docMk/>
          <pc:sldMk cId="1229924645" sldId="476"/>
        </pc:sldMkLst>
      </pc:sldChg>
      <pc:sldChg chg="del">
        <pc:chgData name="Ms Alina Arshad" userId="cccdfd85-d35d-4453-9c6f-a463aae40722" providerId="ADAL" clId="{889ED1B4-3B5C-4371-ABF8-B9437E0A75AE}" dt="2024-09-19T05:09:47.152" v="38" actId="47"/>
        <pc:sldMkLst>
          <pc:docMk/>
          <pc:sldMk cId="2716896203" sldId="477"/>
        </pc:sldMkLst>
      </pc:sldChg>
    </pc:docChg>
  </pc:docChgLst>
  <pc:docChgLst>
    <pc:chgData name="Ms Alina Arshad" userId="cccdfd85-d35d-4453-9c6f-a463aae40722" providerId="ADAL" clId="{03F3768F-5344-4E5A-B293-BE1259BC470C}"/>
    <pc:docChg chg="custSel addSld delSld modSld">
      <pc:chgData name="Ms Alina Arshad" userId="cccdfd85-d35d-4453-9c6f-a463aae40722" providerId="ADAL" clId="{03F3768F-5344-4E5A-B293-BE1259BC470C}" dt="2024-09-17T13:46:43.871" v="246" actId="12"/>
      <pc:docMkLst>
        <pc:docMk/>
      </pc:docMkLst>
      <pc:sldChg chg="del">
        <pc:chgData name="Ms Alina Arshad" userId="cccdfd85-d35d-4453-9c6f-a463aae40722" providerId="ADAL" clId="{03F3768F-5344-4E5A-B293-BE1259BC470C}" dt="2024-09-15T06:19:30.239" v="49" actId="47"/>
        <pc:sldMkLst>
          <pc:docMk/>
          <pc:sldMk cId="987785057" sldId="258"/>
        </pc:sldMkLst>
      </pc:sldChg>
      <pc:sldChg chg="modSp add mod">
        <pc:chgData name="Ms Alina Arshad" userId="cccdfd85-d35d-4453-9c6f-a463aae40722" providerId="ADAL" clId="{03F3768F-5344-4E5A-B293-BE1259BC470C}" dt="2024-09-17T13:39:19.174" v="208" actId="207"/>
        <pc:sldMkLst>
          <pc:docMk/>
          <pc:sldMk cId="0" sldId="386"/>
        </pc:sldMkLst>
        <pc:spChg chg="mod">
          <ac:chgData name="Ms Alina Arshad" userId="cccdfd85-d35d-4453-9c6f-a463aae40722" providerId="ADAL" clId="{03F3768F-5344-4E5A-B293-BE1259BC470C}" dt="2024-09-17T13:39:19.174" v="208" actId="207"/>
          <ac:spMkLst>
            <pc:docMk/>
            <pc:sldMk cId="0" sldId="386"/>
            <ac:spMk id="3" creationId="{746FE3BF-273E-CE1C-B58B-B5937FB4FDCA}"/>
          </ac:spMkLst>
        </pc:spChg>
        <pc:spChg chg="mod">
          <ac:chgData name="Ms Alina Arshad" userId="cccdfd85-d35d-4453-9c6f-a463aae40722" providerId="ADAL" clId="{03F3768F-5344-4E5A-B293-BE1259BC470C}" dt="2024-09-17T13:39:00.053" v="204" actId="1076"/>
          <ac:spMkLst>
            <pc:docMk/>
            <pc:sldMk cId="0" sldId="386"/>
            <ac:spMk id="18434" creationId="{D0231127-0A0A-57D3-2C1F-FC07E3FE6787}"/>
          </ac:spMkLst>
        </pc:spChg>
      </pc:sldChg>
      <pc:sldChg chg="modSp add mod">
        <pc:chgData name="Ms Alina Arshad" userId="cccdfd85-d35d-4453-9c6f-a463aae40722" providerId="ADAL" clId="{03F3768F-5344-4E5A-B293-BE1259BC470C}" dt="2024-09-17T13:39:40.216" v="213" actId="207"/>
        <pc:sldMkLst>
          <pc:docMk/>
          <pc:sldMk cId="0" sldId="387"/>
        </pc:sldMkLst>
        <pc:spChg chg="mod">
          <ac:chgData name="Ms Alina Arshad" userId="cccdfd85-d35d-4453-9c6f-a463aae40722" providerId="ADAL" clId="{03F3768F-5344-4E5A-B293-BE1259BC470C}" dt="2024-09-17T13:39:40.216" v="213" actId="207"/>
          <ac:spMkLst>
            <pc:docMk/>
            <pc:sldMk cId="0" sldId="387"/>
            <ac:spMk id="16386" creationId="{E92B245A-9B5F-2589-B515-A06EFC2B2B4C}"/>
          </ac:spMkLst>
        </pc:spChg>
        <pc:spChg chg="mod">
          <ac:chgData name="Ms Alina Arshad" userId="cccdfd85-d35d-4453-9c6f-a463aae40722" providerId="ADAL" clId="{03F3768F-5344-4E5A-B293-BE1259BC470C}" dt="2024-09-17T13:39:36.480" v="212" actId="207"/>
          <ac:spMkLst>
            <pc:docMk/>
            <pc:sldMk cId="0" sldId="387"/>
            <ac:spMk id="20483" creationId="{22E8BEA8-D2E3-B374-6221-0A36B07C7CA7}"/>
          </ac:spMkLst>
        </pc:spChg>
      </pc:sldChg>
      <pc:sldChg chg="modSp add mod">
        <pc:chgData name="Ms Alina Arshad" userId="cccdfd85-d35d-4453-9c6f-a463aae40722" providerId="ADAL" clId="{03F3768F-5344-4E5A-B293-BE1259BC470C}" dt="2024-09-17T13:40:17.880" v="218" actId="113"/>
        <pc:sldMkLst>
          <pc:docMk/>
          <pc:sldMk cId="0" sldId="388"/>
        </pc:sldMkLst>
        <pc:spChg chg="mod">
          <ac:chgData name="Ms Alina Arshad" userId="cccdfd85-d35d-4453-9c6f-a463aae40722" providerId="ADAL" clId="{03F3768F-5344-4E5A-B293-BE1259BC470C}" dt="2024-09-17T13:40:14.774" v="217" actId="207"/>
          <ac:spMkLst>
            <pc:docMk/>
            <pc:sldMk cId="0" sldId="388"/>
            <ac:spMk id="3" creationId="{CC3D0619-68B9-E6B7-1F59-66EB4AA60045}"/>
          </ac:spMkLst>
        </pc:spChg>
        <pc:spChg chg="mod">
          <ac:chgData name="Ms Alina Arshad" userId="cccdfd85-d35d-4453-9c6f-a463aae40722" providerId="ADAL" clId="{03F3768F-5344-4E5A-B293-BE1259BC470C}" dt="2024-09-17T13:40:17.880" v="218" actId="113"/>
          <ac:spMkLst>
            <pc:docMk/>
            <pc:sldMk cId="0" sldId="388"/>
            <ac:spMk id="17410" creationId="{D2EEC780-56FA-0048-CA6F-E5FBF9128A3B}"/>
          </ac:spMkLst>
        </pc:spChg>
      </pc:sldChg>
      <pc:sldChg chg="modSp add mod">
        <pc:chgData name="Ms Alina Arshad" userId="cccdfd85-d35d-4453-9c6f-a463aae40722" providerId="ADAL" clId="{03F3768F-5344-4E5A-B293-BE1259BC470C}" dt="2024-09-17T13:41:00.101" v="224" actId="207"/>
        <pc:sldMkLst>
          <pc:docMk/>
          <pc:sldMk cId="0" sldId="389"/>
        </pc:sldMkLst>
        <pc:spChg chg="mod">
          <ac:chgData name="Ms Alina Arshad" userId="cccdfd85-d35d-4453-9c6f-a463aae40722" providerId="ADAL" clId="{03F3768F-5344-4E5A-B293-BE1259BC470C}" dt="2024-09-17T13:40:49.971" v="220" actId="113"/>
          <ac:spMkLst>
            <pc:docMk/>
            <pc:sldMk cId="0" sldId="389"/>
            <ac:spMk id="18434" creationId="{9B7DC386-4AC3-0F65-E605-F51840DD5C1C}"/>
          </ac:spMkLst>
        </pc:spChg>
        <pc:spChg chg="mod">
          <ac:chgData name="Ms Alina Arshad" userId="cccdfd85-d35d-4453-9c6f-a463aae40722" providerId="ADAL" clId="{03F3768F-5344-4E5A-B293-BE1259BC470C}" dt="2024-09-17T13:41:00.101" v="224" actId="207"/>
          <ac:spMkLst>
            <pc:docMk/>
            <pc:sldMk cId="0" sldId="389"/>
            <ac:spMk id="19459" creationId="{ACA6224F-9799-178D-D933-1C62B7EC23E3}"/>
          </ac:spMkLst>
        </pc:spChg>
      </pc:sldChg>
      <pc:sldChg chg="modSp add mod">
        <pc:chgData name="Ms Alina Arshad" userId="cccdfd85-d35d-4453-9c6f-a463aae40722" providerId="ADAL" clId="{03F3768F-5344-4E5A-B293-BE1259BC470C}" dt="2024-09-17T13:41:43.983" v="230" actId="207"/>
        <pc:sldMkLst>
          <pc:docMk/>
          <pc:sldMk cId="0" sldId="390"/>
        </pc:sldMkLst>
        <pc:spChg chg="mod">
          <ac:chgData name="Ms Alina Arshad" userId="cccdfd85-d35d-4453-9c6f-a463aae40722" providerId="ADAL" clId="{03F3768F-5344-4E5A-B293-BE1259BC470C}" dt="2024-09-17T13:41:43.983" v="230" actId="207"/>
          <ac:spMkLst>
            <pc:docMk/>
            <pc:sldMk cId="0" sldId="390"/>
            <ac:spMk id="3" creationId="{FDE3EE85-3B99-FA9B-16FB-C60CC3D1A5BD}"/>
          </ac:spMkLst>
        </pc:spChg>
        <pc:spChg chg="mod">
          <ac:chgData name="Ms Alina Arshad" userId="cccdfd85-d35d-4453-9c6f-a463aae40722" providerId="ADAL" clId="{03F3768F-5344-4E5A-B293-BE1259BC470C}" dt="2024-09-17T13:41:27.965" v="225" actId="113"/>
          <ac:spMkLst>
            <pc:docMk/>
            <pc:sldMk cId="0" sldId="390"/>
            <ac:spMk id="19458" creationId="{81C82C7A-DD18-1772-7B91-BA06A9B7ED44}"/>
          </ac:spMkLst>
        </pc:spChg>
      </pc:sldChg>
      <pc:sldChg chg="modSp add mod">
        <pc:chgData name="Ms Alina Arshad" userId="cccdfd85-d35d-4453-9c6f-a463aae40722" providerId="ADAL" clId="{03F3768F-5344-4E5A-B293-BE1259BC470C}" dt="2024-09-17T13:42:49.035" v="235" actId="207"/>
        <pc:sldMkLst>
          <pc:docMk/>
          <pc:sldMk cId="0" sldId="391"/>
        </pc:sldMkLst>
        <pc:spChg chg="mod">
          <ac:chgData name="Ms Alina Arshad" userId="cccdfd85-d35d-4453-9c6f-a463aae40722" providerId="ADAL" clId="{03F3768F-5344-4E5A-B293-BE1259BC470C}" dt="2024-09-17T13:42:49.035" v="235" actId="207"/>
          <ac:spMkLst>
            <pc:docMk/>
            <pc:sldMk cId="0" sldId="391"/>
            <ac:spMk id="3" creationId="{23B298CD-E0BE-E34B-EE83-5EAC5F249733}"/>
          </ac:spMkLst>
        </pc:spChg>
        <pc:spChg chg="mod">
          <ac:chgData name="Ms Alina Arshad" userId="cccdfd85-d35d-4453-9c6f-a463aae40722" providerId="ADAL" clId="{03F3768F-5344-4E5A-B293-BE1259BC470C}" dt="2024-09-17T13:42:36.973" v="231" actId="113"/>
          <ac:spMkLst>
            <pc:docMk/>
            <pc:sldMk cId="0" sldId="391"/>
            <ac:spMk id="20482" creationId="{65E34859-55F2-6869-3330-F00023AA7697}"/>
          </ac:spMkLst>
        </pc:spChg>
      </pc:sldChg>
      <pc:sldChg chg="modSp add mod">
        <pc:chgData name="Ms Alina Arshad" userId="cccdfd85-d35d-4453-9c6f-a463aae40722" providerId="ADAL" clId="{03F3768F-5344-4E5A-B293-BE1259BC470C}" dt="2024-09-17T13:43:11.213" v="241" actId="207"/>
        <pc:sldMkLst>
          <pc:docMk/>
          <pc:sldMk cId="0" sldId="392"/>
        </pc:sldMkLst>
        <pc:spChg chg="mod">
          <ac:chgData name="Ms Alina Arshad" userId="cccdfd85-d35d-4453-9c6f-a463aae40722" providerId="ADAL" clId="{03F3768F-5344-4E5A-B293-BE1259BC470C}" dt="2024-09-17T13:43:11.213" v="241" actId="207"/>
          <ac:spMkLst>
            <pc:docMk/>
            <pc:sldMk cId="0" sldId="392"/>
            <ac:spMk id="3" creationId="{BD3578C5-9FB1-957E-51D3-E5FAC44DF0CB}"/>
          </ac:spMkLst>
        </pc:spChg>
        <pc:spChg chg="mod">
          <ac:chgData name="Ms Alina Arshad" userId="cccdfd85-d35d-4453-9c6f-a463aae40722" providerId="ADAL" clId="{03F3768F-5344-4E5A-B293-BE1259BC470C}" dt="2024-09-17T13:42:59.088" v="237" actId="14100"/>
          <ac:spMkLst>
            <pc:docMk/>
            <pc:sldMk cId="0" sldId="392"/>
            <ac:spMk id="21506" creationId="{284475D3-C7F9-89A6-A9C1-21E2D8ACB125}"/>
          </ac:spMkLst>
        </pc:spChg>
      </pc:sldChg>
      <pc:sldChg chg="modSp add mod">
        <pc:chgData name="Ms Alina Arshad" userId="cccdfd85-d35d-4453-9c6f-a463aae40722" providerId="ADAL" clId="{03F3768F-5344-4E5A-B293-BE1259BC470C}" dt="2024-09-17T13:44:11.378" v="245" actId="14100"/>
        <pc:sldMkLst>
          <pc:docMk/>
          <pc:sldMk cId="0" sldId="394"/>
        </pc:sldMkLst>
        <pc:spChg chg="mod">
          <ac:chgData name="Ms Alina Arshad" userId="cccdfd85-d35d-4453-9c6f-a463aae40722" providerId="ADAL" clId="{03F3768F-5344-4E5A-B293-BE1259BC470C}" dt="2024-09-17T13:44:04.430" v="242" actId="113"/>
          <ac:spMkLst>
            <pc:docMk/>
            <pc:sldMk cId="0" sldId="394"/>
            <ac:spMk id="21506" creationId="{FBD72B6B-756E-622C-CB19-1300F8168DD5}"/>
          </ac:spMkLst>
        </pc:spChg>
        <pc:spChg chg="mod">
          <ac:chgData name="Ms Alina Arshad" userId="cccdfd85-d35d-4453-9c6f-a463aae40722" providerId="ADAL" clId="{03F3768F-5344-4E5A-B293-BE1259BC470C}" dt="2024-09-17T13:44:11.378" v="245" actId="14100"/>
          <ac:spMkLst>
            <pc:docMk/>
            <pc:sldMk cId="0" sldId="394"/>
            <ac:spMk id="26627" creationId="{9B22326B-6B8F-96AA-268A-3F878AE180CC}"/>
          </ac:spMkLst>
        </pc:spChg>
      </pc:sldChg>
      <pc:sldChg chg="modSp add mod">
        <pc:chgData name="Ms Alina Arshad" userId="cccdfd85-d35d-4453-9c6f-a463aae40722" providerId="ADAL" clId="{03F3768F-5344-4E5A-B293-BE1259BC470C}" dt="2024-09-17T13:38:52.277" v="201" actId="113"/>
        <pc:sldMkLst>
          <pc:docMk/>
          <pc:sldMk cId="0" sldId="395"/>
        </pc:sldMkLst>
        <pc:spChg chg="mod">
          <ac:chgData name="Ms Alina Arshad" userId="cccdfd85-d35d-4453-9c6f-a463aae40722" providerId="ADAL" clId="{03F3768F-5344-4E5A-B293-BE1259BC470C}" dt="2024-09-17T13:38:52.277" v="201" actId="113"/>
          <ac:spMkLst>
            <pc:docMk/>
            <pc:sldMk cId="0" sldId="395"/>
            <ac:spMk id="17410" creationId="{A5E5E90F-809A-8C29-0A13-67E8CD91E805}"/>
          </ac:spMkLst>
        </pc:spChg>
        <pc:picChg chg="mod">
          <ac:chgData name="Ms Alina Arshad" userId="cccdfd85-d35d-4453-9c6f-a463aae40722" providerId="ADAL" clId="{03F3768F-5344-4E5A-B293-BE1259BC470C}" dt="2024-09-17T13:38:24.222" v="199" actId="1076"/>
          <ac:picMkLst>
            <pc:docMk/>
            <pc:sldMk cId="0" sldId="395"/>
            <ac:picMk id="17411" creationId="{7C787678-F63B-F6E3-98E0-43A886AF8B91}"/>
          </ac:picMkLst>
        </pc:picChg>
      </pc:sldChg>
      <pc:sldChg chg="addSp modSp new mod">
        <pc:chgData name="Ms Alina Arshad" userId="cccdfd85-d35d-4453-9c6f-a463aae40722" providerId="ADAL" clId="{03F3768F-5344-4E5A-B293-BE1259BC470C}" dt="2024-09-12T11:56:43.426" v="7" actId="1076"/>
        <pc:sldMkLst>
          <pc:docMk/>
          <pc:sldMk cId="2342459706" sldId="447"/>
        </pc:sldMkLst>
        <pc:spChg chg="add mod">
          <ac:chgData name="Ms Alina Arshad" userId="cccdfd85-d35d-4453-9c6f-a463aae40722" providerId="ADAL" clId="{03F3768F-5344-4E5A-B293-BE1259BC470C}" dt="2024-09-12T11:56:43.426" v="7" actId="1076"/>
          <ac:spMkLst>
            <pc:docMk/>
            <pc:sldMk cId="2342459706" sldId="447"/>
            <ac:spMk id="4" creationId="{887797D9-A663-D2C6-552E-4EBC5B78E9D7}"/>
          </ac:spMkLst>
        </pc:spChg>
        <pc:picChg chg="add mod">
          <ac:chgData name="Ms Alina Arshad" userId="cccdfd85-d35d-4453-9c6f-a463aae40722" providerId="ADAL" clId="{03F3768F-5344-4E5A-B293-BE1259BC470C}" dt="2024-09-12T11:56:31.661" v="5" actId="1076"/>
          <ac:picMkLst>
            <pc:docMk/>
            <pc:sldMk cId="2342459706" sldId="447"/>
            <ac:picMk id="2" creationId="{552D4A0C-07D1-C5F2-28BF-77125F167C87}"/>
          </ac:picMkLst>
        </pc:picChg>
      </pc:sldChg>
      <pc:sldChg chg="modSp mod">
        <pc:chgData name="Ms Alina Arshad" userId="cccdfd85-d35d-4453-9c6f-a463aae40722" providerId="ADAL" clId="{03F3768F-5344-4E5A-B293-BE1259BC470C}" dt="2024-09-15T06:19:35.738" v="50" actId="207"/>
        <pc:sldMkLst>
          <pc:docMk/>
          <pc:sldMk cId="719467134" sldId="458"/>
        </pc:sldMkLst>
        <pc:spChg chg="mod">
          <ac:chgData name="Ms Alina Arshad" userId="cccdfd85-d35d-4453-9c6f-a463aae40722" providerId="ADAL" clId="{03F3768F-5344-4E5A-B293-BE1259BC470C}" dt="2024-09-15T06:19:35.738" v="50" actId="207"/>
          <ac:spMkLst>
            <pc:docMk/>
            <pc:sldMk cId="719467134" sldId="458"/>
            <ac:spMk id="2" creationId="{00000000-0000-0000-0000-000000000000}"/>
          </ac:spMkLst>
        </pc:spChg>
        <pc:spChg chg="mod">
          <ac:chgData name="Ms Alina Arshad" userId="cccdfd85-d35d-4453-9c6f-a463aae40722" providerId="ADAL" clId="{03F3768F-5344-4E5A-B293-BE1259BC470C}" dt="2024-09-14T05:26:08.105" v="12" actId="207"/>
          <ac:spMkLst>
            <pc:docMk/>
            <pc:sldMk cId="719467134" sldId="458"/>
            <ac:spMk id="3" creationId="{00000000-0000-0000-0000-000000000000}"/>
          </ac:spMkLst>
        </pc:spChg>
      </pc:sldChg>
      <pc:sldChg chg="delSp modSp mod">
        <pc:chgData name="Ms Alina Arshad" userId="cccdfd85-d35d-4453-9c6f-a463aae40722" providerId="ADAL" clId="{03F3768F-5344-4E5A-B293-BE1259BC470C}" dt="2024-09-14T05:27:05.784" v="23" actId="207"/>
        <pc:sldMkLst>
          <pc:docMk/>
          <pc:sldMk cId="379126886" sldId="459"/>
        </pc:sldMkLst>
        <pc:spChg chg="mod">
          <ac:chgData name="Ms Alina Arshad" userId="cccdfd85-d35d-4453-9c6f-a463aae40722" providerId="ADAL" clId="{03F3768F-5344-4E5A-B293-BE1259BC470C}" dt="2024-09-14T05:27:01.210" v="22" actId="207"/>
          <ac:spMkLst>
            <pc:docMk/>
            <pc:sldMk cId="379126886" sldId="459"/>
            <ac:spMk id="2" creationId="{00000000-0000-0000-0000-000000000000}"/>
          </ac:spMkLst>
        </pc:spChg>
        <pc:spChg chg="mod">
          <ac:chgData name="Ms Alina Arshad" userId="cccdfd85-d35d-4453-9c6f-a463aae40722" providerId="ADAL" clId="{03F3768F-5344-4E5A-B293-BE1259BC470C}" dt="2024-09-14T05:27:05.784" v="23" actId="207"/>
          <ac:spMkLst>
            <pc:docMk/>
            <pc:sldMk cId="379126886" sldId="459"/>
            <ac:spMk id="3" creationId="{00000000-0000-0000-0000-000000000000}"/>
          </ac:spMkLst>
        </pc:spChg>
        <pc:spChg chg="del">
          <ac:chgData name="Ms Alina Arshad" userId="cccdfd85-d35d-4453-9c6f-a463aae40722" providerId="ADAL" clId="{03F3768F-5344-4E5A-B293-BE1259BC470C}" dt="2024-09-14T05:26:52.415" v="20" actId="478"/>
          <ac:spMkLst>
            <pc:docMk/>
            <pc:sldMk cId="379126886" sldId="459"/>
            <ac:spMk id="4" creationId="{00000000-0000-0000-0000-000000000000}"/>
          </ac:spMkLst>
        </pc:spChg>
        <pc:spChg chg="del">
          <ac:chgData name="Ms Alina Arshad" userId="cccdfd85-d35d-4453-9c6f-a463aae40722" providerId="ADAL" clId="{03F3768F-5344-4E5A-B293-BE1259BC470C}" dt="2024-09-14T05:26:54.475" v="21" actId="478"/>
          <ac:spMkLst>
            <pc:docMk/>
            <pc:sldMk cId="379126886" sldId="459"/>
            <ac:spMk id="5" creationId="{00000000-0000-0000-0000-000000000000}"/>
          </ac:spMkLst>
        </pc:spChg>
        <pc:picChg chg="mod">
          <ac:chgData name="Ms Alina Arshad" userId="cccdfd85-d35d-4453-9c6f-a463aae40722" providerId="ADAL" clId="{03F3768F-5344-4E5A-B293-BE1259BC470C}" dt="2024-09-14T05:26:50.845" v="19" actId="1076"/>
          <ac:picMkLst>
            <pc:docMk/>
            <pc:sldMk cId="379126886" sldId="459"/>
            <ac:picMk id="6" creationId="{00000000-0000-0000-0000-000000000000}"/>
          </ac:picMkLst>
        </pc:picChg>
        <pc:picChg chg="mod">
          <ac:chgData name="Ms Alina Arshad" userId="cccdfd85-d35d-4453-9c6f-a463aae40722" providerId="ADAL" clId="{03F3768F-5344-4E5A-B293-BE1259BC470C}" dt="2024-09-14T05:26:46.545" v="18" actId="1076"/>
          <ac:picMkLst>
            <pc:docMk/>
            <pc:sldMk cId="379126886" sldId="459"/>
            <ac:picMk id="7" creationId="{00000000-0000-0000-0000-000000000000}"/>
          </ac:picMkLst>
        </pc:picChg>
      </pc:sldChg>
      <pc:sldChg chg="delSp modSp mod">
        <pc:chgData name="Ms Alina Arshad" userId="cccdfd85-d35d-4453-9c6f-a463aae40722" providerId="ADAL" clId="{03F3768F-5344-4E5A-B293-BE1259BC470C}" dt="2024-09-14T05:27:29.476" v="30" actId="478"/>
        <pc:sldMkLst>
          <pc:docMk/>
          <pc:sldMk cId="475468520" sldId="461"/>
        </pc:sldMkLst>
        <pc:spChg chg="mod">
          <ac:chgData name="Ms Alina Arshad" userId="cccdfd85-d35d-4453-9c6f-a463aae40722" providerId="ADAL" clId="{03F3768F-5344-4E5A-B293-BE1259BC470C}" dt="2024-09-14T05:27:24.384" v="28" actId="20577"/>
          <ac:spMkLst>
            <pc:docMk/>
            <pc:sldMk cId="475468520" sldId="461"/>
            <ac:spMk id="2" creationId="{00000000-0000-0000-0000-000000000000}"/>
          </ac:spMkLst>
        </pc:spChg>
        <pc:spChg chg="del">
          <ac:chgData name="Ms Alina Arshad" userId="cccdfd85-d35d-4453-9c6f-a463aae40722" providerId="ADAL" clId="{03F3768F-5344-4E5A-B293-BE1259BC470C}" dt="2024-09-14T05:27:27.484" v="29" actId="478"/>
          <ac:spMkLst>
            <pc:docMk/>
            <pc:sldMk cId="475468520" sldId="461"/>
            <ac:spMk id="4" creationId="{00000000-0000-0000-0000-000000000000}"/>
          </ac:spMkLst>
        </pc:spChg>
        <pc:spChg chg="del">
          <ac:chgData name="Ms Alina Arshad" userId="cccdfd85-d35d-4453-9c6f-a463aae40722" providerId="ADAL" clId="{03F3768F-5344-4E5A-B293-BE1259BC470C}" dt="2024-09-14T05:27:29.476" v="30" actId="478"/>
          <ac:spMkLst>
            <pc:docMk/>
            <pc:sldMk cId="475468520" sldId="461"/>
            <ac:spMk id="5" creationId="{00000000-0000-0000-0000-000000000000}"/>
          </ac:spMkLst>
        </pc:spChg>
        <pc:picChg chg="mod">
          <ac:chgData name="Ms Alina Arshad" userId="cccdfd85-d35d-4453-9c6f-a463aae40722" providerId="ADAL" clId="{03F3768F-5344-4E5A-B293-BE1259BC470C}" dt="2024-09-14T05:27:12.725" v="24" actId="1076"/>
          <ac:picMkLst>
            <pc:docMk/>
            <pc:sldMk cId="475468520" sldId="461"/>
            <ac:picMk id="7" creationId="{00000000-0000-0000-0000-000000000000}"/>
          </ac:picMkLst>
        </pc:picChg>
      </pc:sldChg>
      <pc:sldChg chg="delSp modSp mod">
        <pc:chgData name="Ms Alina Arshad" userId="cccdfd85-d35d-4453-9c6f-a463aae40722" providerId="ADAL" clId="{03F3768F-5344-4E5A-B293-BE1259BC470C}" dt="2024-09-14T05:28:00.386" v="37" actId="1076"/>
        <pc:sldMkLst>
          <pc:docMk/>
          <pc:sldMk cId="1755260321" sldId="462"/>
        </pc:sldMkLst>
        <pc:spChg chg="mod">
          <ac:chgData name="Ms Alina Arshad" userId="cccdfd85-d35d-4453-9c6f-a463aae40722" providerId="ADAL" clId="{03F3768F-5344-4E5A-B293-BE1259BC470C}" dt="2024-09-14T05:27:46.454" v="33" actId="14100"/>
          <ac:spMkLst>
            <pc:docMk/>
            <pc:sldMk cId="1755260321" sldId="462"/>
            <ac:spMk id="2" creationId="{00000000-0000-0000-0000-000000000000}"/>
          </ac:spMkLst>
        </pc:spChg>
        <pc:spChg chg="del">
          <ac:chgData name="Ms Alina Arshad" userId="cccdfd85-d35d-4453-9c6f-a463aae40722" providerId="ADAL" clId="{03F3768F-5344-4E5A-B293-BE1259BC470C}" dt="2024-09-14T05:27:49.285" v="34" actId="478"/>
          <ac:spMkLst>
            <pc:docMk/>
            <pc:sldMk cId="1755260321" sldId="462"/>
            <ac:spMk id="4" creationId="{00000000-0000-0000-0000-000000000000}"/>
          </ac:spMkLst>
        </pc:spChg>
        <pc:spChg chg="del">
          <ac:chgData name="Ms Alina Arshad" userId="cccdfd85-d35d-4453-9c6f-a463aae40722" providerId="ADAL" clId="{03F3768F-5344-4E5A-B293-BE1259BC470C}" dt="2024-09-14T05:27:52.165" v="35" actId="478"/>
          <ac:spMkLst>
            <pc:docMk/>
            <pc:sldMk cId="1755260321" sldId="462"/>
            <ac:spMk id="5" creationId="{00000000-0000-0000-0000-000000000000}"/>
          </ac:spMkLst>
        </pc:spChg>
        <pc:picChg chg="mod">
          <ac:chgData name="Ms Alina Arshad" userId="cccdfd85-d35d-4453-9c6f-a463aae40722" providerId="ADAL" clId="{03F3768F-5344-4E5A-B293-BE1259BC470C}" dt="2024-09-14T05:28:00.386" v="37" actId="1076"/>
          <ac:picMkLst>
            <pc:docMk/>
            <pc:sldMk cId="1755260321" sldId="462"/>
            <ac:picMk id="8" creationId="{00000000-0000-0000-0000-000000000000}"/>
          </ac:picMkLst>
        </pc:picChg>
      </pc:sldChg>
      <pc:sldChg chg="delSp modSp mod">
        <pc:chgData name="Ms Alina Arshad" userId="cccdfd85-d35d-4453-9c6f-a463aae40722" providerId="ADAL" clId="{03F3768F-5344-4E5A-B293-BE1259BC470C}" dt="2024-09-15T07:26:11.282" v="68" actId="404"/>
        <pc:sldMkLst>
          <pc:docMk/>
          <pc:sldMk cId="3175048454" sldId="463"/>
        </pc:sldMkLst>
        <pc:spChg chg="mod">
          <ac:chgData name="Ms Alina Arshad" userId="cccdfd85-d35d-4453-9c6f-a463aae40722" providerId="ADAL" clId="{03F3768F-5344-4E5A-B293-BE1259BC470C}" dt="2024-09-14T05:28:29.612" v="45" actId="113"/>
          <ac:spMkLst>
            <pc:docMk/>
            <pc:sldMk cId="3175048454" sldId="463"/>
            <ac:spMk id="2" creationId="{00000000-0000-0000-0000-000000000000}"/>
          </ac:spMkLst>
        </pc:spChg>
        <pc:spChg chg="mod">
          <ac:chgData name="Ms Alina Arshad" userId="cccdfd85-d35d-4453-9c6f-a463aae40722" providerId="ADAL" clId="{03F3768F-5344-4E5A-B293-BE1259BC470C}" dt="2024-09-15T07:26:11.282" v="68" actId="404"/>
          <ac:spMkLst>
            <pc:docMk/>
            <pc:sldMk cId="3175048454" sldId="463"/>
            <ac:spMk id="3" creationId="{00000000-0000-0000-0000-000000000000}"/>
          </ac:spMkLst>
        </pc:spChg>
        <pc:spChg chg="del">
          <ac:chgData name="Ms Alina Arshad" userId="cccdfd85-d35d-4453-9c6f-a463aae40722" providerId="ADAL" clId="{03F3768F-5344-4E5A-B293-BE1259BC470C}" dt="2024-09-14T05:28:36.584" v="47" actId="478"/>
          <ac:spMkLst>
            <pc:docMk/>
            <pc:sldMk cId="3175048454" sldId="463"/>
            <ac:spMk id="4" creationId="{00000000-0000-0000-0000-000000000000}"/>
          </ac:spMkLst>
        </pc:spChg>
        <pc:spChg chg="del">
          <ac:chgData name="Ms Alina Arshad" userId="cccdfd85-d35d-4453-9c6f-a463aae40722" providerId="ADAL" clId="{03F3768F-5344-4E5A-B293-BE1259BC470C}" dt="2024-09-14T05:28:38.365" v="48" actId="478"/>
          <ac:spMkLst>
            <pc:docMk/>
            <pc:sldMk cId="3175048454" sldId="463"/>
            <ac:spMk id="5" creationId="{00000000-0000-0000-0000-000000000000}"/>
          </ac:spMkLst>
        </pc:spChg>
      </pc:sldChg>
      <pc:sldChg chg="delSp modSp mod">
        <pc:chgData name="Ms Alina Arshad" userId="cccdfd85-d35d-4453-9c6f-a463aae40722" providerId="ADAL" clId="{03F3768F-5344-4E5A-B293-BE1259BC470C}" dt="2024-09-14T05:28:22.835" v="43" actId="478"/>
        <pc:sldMkLst>
          <pc:docMk/>
          <pc:sldMk cId="2524428318" sldId="464"/>
        </pc:sldMkLst>
        <pc:spChg chg="mod">
          <ac:chgData name="Ms Alina Arshad" userId="cccdfd85-d35d-4453-9c6f-a463aae40722" providerId="ADAL" clId="{03F3768F-5344-4E5A-B293-BE1259BC470C}" dt="2024-09-14T05:28:06.649" v="39" actId="113"/>
          <ac:spMkLst>
            <pc:docMk/>
            <pc:sldMk cId="2524428318" sldId="464"/>
            <ac:spMk id="2" creationId="{00000000-0000-0000-0000-000000000000}"/>
          </ac:spMkLst>
        </pc:spChg>
        <pc:spChg chg="mod">
          <ac:chgData name="Ms Alina Arshad" userId="cccdfd85-d35d-4453-9c6f-a463aae40722" providerId="ADAL" clId="{03F3768F-5344-4E5A-B293-BE1259BC470C}" dt="2024-09-14T05:28:18.686" v="41" actId="12"/>
          <ac:spMkLst>
            <pc:docMk/>
            <pc:sldMk cId="2524428318" sldId="464"/>
            <ac:spMk id="3" creationId="{00000000-0000-0000-0000-000000000000}"/>
          </ac:spMkLst>
        </pc:spChg>
        <pc:spChg chg="del">
          <ac:chgData name="Ms Alina Arshad" userId="cccdfd85-d35d-4453-9c6f-a463aae40722" providerId="ADAL" clId="{03F3768F-5344-4E5A-B293-BE1259BC470C}" dt="2024-09-14T05:28:20.785" v="42" actId="478"/>
          <ac:spMkLst>
            <pc:docMk/>
            <pc:sldMk cId="2524428318" sldId="464"/>
            <ac:spMk id="4" creationId="{00000000-0000-0000-0000-000000000000}"/>
          </ac:spMkLst>
        </pc:spChg>
        <pc:spChg chg="del">
          <ac:chgData name="Ms Alina Arshad" userId="cccdfd85-d35d-4453-9c6f-a463aae40722" providerId="ADAL" clId="{03F3768F-5344-4E5A-B293-BE1259BC470C}" dt="2024-09-14T05:28:22.835" v="43" actId="478"/>
          <ac:spMkLst>
            <pc:docMk/>
            <pc:sldMk cId="2524428318" sldId="464"/>
            <ac:spMk id="5" creationId="{00000000-0000-0000-0000-000000000000}"/>
          </ac:spMkLst>
        </pc:spChg>
      </pc:sldChg>
      <pc:sldChg chg="delSp modSp mod">
        <pc:chgData name="Ms Alina Arshad" userId="cccdfd85-d35d-4453-9c6f-a463aae40722" providerId="ADAL" clId="{03F3768F-5344-4E5A-B293-BE1259BC470C}" dt="2024-09-15T07:26:58.244" v="78" actId="1036"/>
        <pc:sldMkLst>
          <pc:docMk/>
          <pc:sldMk cId="3502560203" sldId="465"/>
        </pc:sldMkLst>
        <pc:spChg chg="mod">
          <ac:chgData name="Ms Alina Arshad" userId="cccdfd85-d35d-4453-9c6f-a463aae40722" providerId="ADAL" clId="{03F3768F-5344-4E5A-B293-BE1259BC470C}" dt="2024-09-15T07:26:39.671" v="72" actId="113"/>
          <ac:spMkLst>
            <pc:docMk/>
            <pc:sldMk cId="3502560203" sldId="465"/>
            <ac:spMk id="2" creationId="{00000000-0000-0000-0000-000000000000}"/>
          </ac:spMkLst>
        </pc:spChg>
        <pc:spChg chg="mod">
          <ac:chgData name="Ms Alina Arshad" userId="cccdfd85-d35d-4453-9c6f-a463aae40722" providerId="ADAL" clId="{03F3768F-5344-4E5A-B293-BE1259BC470C}" dt="2024-09-15T07:26:58.244" v="78" actId="1036"/>
          <ac:spMkLst>
            <pc:docMk/>
            <pc:sldMk cId="3502560203" sldId="465"/>
            <ac:spMk id="3" creationId="{00000000-0000-0000-0000-000000000000}"/>
          </ac:spMkLst>
        </pc:spChg>
        <pc:spChg chg="del">
          <ac:chgData name="Ms Alina Arshad" userId="cccdfd85-d35d-4453-9c6f-a463aae40722" providerId="ADAL" clId="{03F3768F-5344-4E5A-B293-BE1259BC470C}" dt="2024-09-15T07:15:34.293" v="55" actId="478"/>
          <ac:spMkLst>
            <pc:docMk/>
            <pc:sldMk cId="3502560203" sldId="465"/>
            <ac:spMk id="4" creationId="{00000000-0000-0000-0000-000000000000}"/>
          </ac:spMkLst>
        </pc:spChg>
        <pc:spChg chg="del">
          <ac:chgData name="Ms Alina Arshad" userId="cccdfd85-d35d-4453-9c6f-a463aae40722" providerId="ADAL" clId="{03F3768F-5344-4E5A-B293-BE1259BC470C}" dt="2024-09-15T07:15:37.788" v="56" actId="478"/>
          <ac:spMkLst>
            <pc:docMk/>
            <pc:sldMk cId="3502560203" sldId="465"/>
            <ac:spMk id="5" creationId="{00000000-0000-0000-0000-000000000000}"/>
          </ac:spMkLst>
        </pc:spChg>
        <pc:picChg chg="mod">
          <ac:chgData name="Ms Alina Arshad" userId="cccdfd85-d35d-4453-9c6f-a463aae40722" providerId="ADAL" clId="{03F3768F-5344-4E5A-B293-BE1259BC470C}" dt="2024-09-15T07:26:54.568" v="76" actId="1076"/>
          <ac:picMkLst>
            <pc:docMk/>
            <pc:sldMk cId="3502560203" sldId="465"/>
            <ac:picMk id="6" creationId="{00000000-0000-0000-0000-000000000000}"/>
          </ac:picMkLst>
        </pc:picChg>
        <pc:picChg chg="mod">
          <ac:chgData name="Ms Alina Arshad" userId="cccdfd85-d35d-4453-9c6f-a463aae40722" providerId="ADAL" clId="{03F3768F-5344-4E5A-B293-BE1259BC470C}" dt="2024-09-15T07:26:57.173" v="77" actId="1076"/>
          <ac:picMkLst>
            <pc:docMk/>
            <pc:sldMk cId="3502560203" sldId="465"/>
            <ac:picMk id="7" creationId="{00000000-0000-0000-0000-000000000000}"/>
          </ac:picMkLst>
        </pc:picChg>
      </pc:sldChg>
      <pc:sldChg chg="delSp modSp mod">
        <pc:chgData name="Ms Alina Arshad" userId="cccdfd85-d35d-4453-9c6f-a463aae40722" providerId="ADAL" clId="{03F3768F-5344-4E5A-B293-BE1259BC470C}" dt="2024-09-17T13:46:43.871" v="246" actId="12"/>
        <pc:sldMkLst>
          <pc:docMk/>
          <pc:sldMk cId="4240682665" sldId="466"/>
        </pc:sldMkLst>
        <pc:spChg chg="mod">
          <ac:chgData name="Ms Alina Arshad" userId="cccdfd85-d35d-4453-9c6f-a463aae40722" providerId="ADAL" clId="{03F3768F-5344-4E5A-B293-BE1259BC470C}" dt="2024-09-15T07:27:06.716" v="80" actId="113"/>
          <ac:spMkLst>
            <pc:docMk/>
            <pc:sldMk cId="4240682665" sldId="466"/>
            <ac:spMk id="2" creationId="{00000000-0000-0000-0000-000000000000}"/>
          </ac:spMkLst>
        </pc:spChg>
        <pc:spChg chg="mod">
          <ac:chgData name="Ms Alina Arshad" userId="cccdfd85-d35d-4453-9c6f-a463aae40722" providerId="ADAL" clId="{03F3768F-5344-4E5A-B293-BE1259BC470C}" dt="2024-09-17T13:46:43.871" v="246" actId="12"/>
          <ac:spMkLst>
            <pc:docMk/>
            <pc:sldMk cId="4240682665" sldId="466"/>
            <ac:spMk id="3" creationId="{00000000-0000-0000-0000-000000000000}"/>
          </ac:spMkLst>
        </pc:spChg>
        <pc:spChg chg="del">
          <ac:chgData name="Ms Alina Arshad" userId="cccdfd85-d35d-4453-9c6f-a463aae40722" providerId="ADAL" clId="{03F3768F-5344-4E5A-B293-BE1259BC470C}" dt="2024-09-15T07:15:28.002" v="53" actId="478"/>
          <ac:spMkLst>
            <pc:docMk/>
            <pc:sldMk cId="4240682665" sldId="466"/>
            <ac:spMk id="4" creationId="{00000000-0000-0000-0000-000000000000}"/>
          </ac:spMkLst>
        </pc:spChg>
        <pc:spChg chg="del">
          <ac:chgData name="Ms Alina Arshad" userId="cccdfd85-d35d-4453-9c6f-a463aae40722" providerId="ADAL" clId="{03F3768F-5344-4E5A-B293-BE1259BC470C}" dt="2024-09-15T07:15:30.106" v="54" actId="478"/>
          <ac:spMkLst>
            <pc:docMk/>
            <pc:sldMk cId="4240682665" sldId="466"/>
            <ac:spMk id="5" creationId="{00000000-0000-0000-0000-000000000000}"/>
          </ac:spMkLst>
        </pc:spChg>
      </pc:sldChg>
      <pc:sldChg chg="delSp modSp mod">
        <pc:chgData name="Ms Alina Arshad" userId="cccdfd85-d35d-4453-9c6f-a463aae40722" providerId="ADAL" clId="{03F3768F-5344-4E5A-B293-BE1259BC470C}" dt="2024-09-15T07:28:15.867" v="89" actId="1036"/>
        <pc:sldMkLst>
          <pc:docMk/>
          <pc:sldMk cId="1253061490" sldId="467"/>
        </pc:sldMkLst>
        <pc:spChg chg="mod">
          <ac:chgData name="Ms Alina Arshad" userId="cccdfd85-d35d-4453-9c6f-a463aae40722" providerId="ADAL" clId="{03F3768F-5344-4E5A-B293-BE1259BC470C}" dt="2024-09-15T07:28:05.545" v="85" actId="113"/>
          <ac:spMkLst>
            <pc:docMk/>
            <pc:sldMk cId="1253061490" sldId="467"/>
            <ac:spMk id="2" creationId="{00000000-0000-0000-0000-000000000000}"/>
          </ac:spMkLst>
        </pc:spChg>
        <pc:spChg chg="del mod">
          <ac:chgData name="Ms Alina Arshad" userId="cccdfd85-d35d-4453-9c6f-a463aae40722" providerId="ADAL" clId="{03F3768F-5344-4E5A-B293-BE1259BC470C}" dt="2024-09-15T07:28:11.939" v="87" actId="478"/>
          <ac:spMkLst>
            <pc:docMk/>
            <pc:sldMk cId="1253061490" sldId="467"/>
            <ac:spMk id="3" creationId="{00000000-0000-0000-0000-000000000000}"/>
          </ac:spMkLst>
        </pc:spChg>
        <pc:spChg chg="del">
          <ac:chgData name="Ms Alina Arshad" userId="cccdfd85-d35d-4453-9c6f-a463aae40722" providerId="ADAL" clId="{03F3768F-5344-4E5A-B293-BE1259BC470C}" dt="2024-09-15T07:15:42.453" v="57" actId="478"/>
          <ac:spMkLst>
            <pc:docMk/>
            <pc:sldMk cId="1253061490" sldId="467"/>
            <ac:spMk id="4" creationId="{00000000-0000-0000-0000-000000000000}"/>
          </ac:spMkLst>
        </pc:spChg>
        <pc:spChg chg="del">
          <ac:chgData name="Ms Alina Arshad" userId="cccdfd85-d35d-4453-9c6f-a463aae40722" providerId="ADAL" clId="{03F3768F-5344-4E5A-B293-BE1259BC470C}" dt="2024-09-15T07:15:44.657" v="58" actId="478"/>
          <ac:spMkLst>
            <pc:docMk/>
            <pc:sldMk cId="1253061490" sldId="467"/>
            <ac:spMk id="5" creationId="{00000000-0000-0000-0000-000000000000}"/>
          </ac:spMkLst>
        </pc:spChg>
        <pc:picChg chg="mod">
          <ac:chgData name="Ms Alina Arshad" userId="cccdfd85-d35d-4453-9c6f-a463aae40722" providerId="ADAL" clId="{03F3768F-5344-4E5A-B293-BE1259BC470C}" dt="2024-09-15T07:28:15.867" v="89" actId="1036"/>
          <ac:picMkLst>
            <pc:docMk/>
            <pc:sldMk cId="1253061490" sldId="467"/>
            <ac:picMk id="7" creationId="{00000000-0000-0000-0000-000000000000}"/>
          </ac:picMkLst>
        </pc:picChg>
      </pc:sldChg>
      <pc:sldChg chg="delSp modSp mod">
        <pc:chgData name="Ms Alina Arshad" userId="cccdfd85-d35d-4453-9c6f-a463aae40722" providerId="ADAL" clId="{03F3768F-5344-4E5A-B293-BE1259BC470C}" dt="2024-09-15T07:28:25.745" v="92" actId="207"/>
        <pc:sldMkLst>
          <pc:docMk/>
          <pc:sldMk cId="1729599593" sldId="468"/>
        </pc:sldMkLst>
        <pc:spChg chg="mod">
          <ac:chgData name="Ms Alina Arshad" userId="cccdfd85-d35d-4453-9c6f-a463aae40722" providerId="ADAL" clId="{03F3768F-5344-4E5A-B293-BE1259BC470C}" dt="2024-09-15T07:28:25.745" v="92" actId="207"/>
          <ac:spMkLst>
            <pc:docMk/>
            <pc:sldMk cId="1729599593" sldId="468"/>
            <ac:spMk id="2" creationId="{00000000-0000-0000-0000-000000000000}"/>
          </ac:spMkLst>
        </pc:spChg>
        <pc:spChg chg="mod">
          <ac:chgData name="Ms Alina Arshad" userId="cccdfd85-d35d-4453-9c6f-a463aae40722" providerId="ADAL" clId="{03F3768F-5344-4E5A-B293-BE1259BC470C}" dt="2024-09-15T07:28:21.071" v="90" actId="207"/>
          <ac:spMkLst>
            <pc:docMk/>
            <pc:sldMk cId="1729599593" sldId="468"/>
            <ac:spMk id="3" creationId="{00000000-0000-0000-0000-000000000000}"/>
          </ac:spMkLst>
        </pc:spChg>
        <pc:spChg chg="del">
          <ac:chgData name="Ms Alina Arshad" userId="cccdfd85-d35d-4453-9c6f-a463aae40722" providerId="ADAL" clId="{03F3768F-5344-4E5A-B293-BE1259BC470C}" dt="2024-09-15T07:15:51.890" v="59" actId="478"/>
          <ac:spMkLst>
            <pc:docMk/>
            <pc:sldMk cId="1729599593" sldId="468"/>
            <ac:spMk id="4" creationId="{00000000-0000-0000-0000-000000000000}"/>
          </ac:spMkLst>
        </pc:spChg>
        <pc:spChg chg="del">
          <ac:chgData name="Ms Alina Arshad" userId="cccdfd85-d35d-4453-9c6f-a463aae40722" providerId="ADAL" clId="{03F3768F-5344-4E5A-B293-BE1259BC470C}" dt="2024-09-15T07:15:55.306" v="60" actId="478"/>
          <ac:spMkLst>
            <pc:docMk/>
            <pc:sldMk cId="1729599593" sldId="468"/>
            <ac:spMk id="5" creationId="{00000000-0000-0000-0000-000000000000}"/>
          </ac:spMkLst>
        </pc:spChg>
      </pc:sldChg>
      <pc:sldChg chg="delSp modSp mod">
        <pc:chgData name="Ms Alina Arshad" userId="cccdfd85-d35d-4453-9c6f-a463aae40722" providerId="ADAL" clId="{03F3768F-5344-4E5A-B293-BE1259BC470C}" dt="2024-09-15T07:28:38.185" v="97" actId="1076"/>
        <pc:sldMkLst>
          <pc:docMk/>
          <pc:sldMk cId="174372872" sldId="469"/>
        </pc:sldMkLst>
        <pc:spChg chg="del">
          <ac:chgData name="Ms Alina Arshad" userId="cccdfd85-d35d-4453-9c6f-a463aae40722" providerId="ADAL" clId="{03F3768F-5344-4E5A-B293-BE1259BC470C}" dt="2024-09-15T07:28:30.595" v="93" actId="478"/>
          <ac:spMkLst>
            <pc:docMk/>
            <pc:sldMk cId="174372872" sldId="469"/>
            <ac:spMk id="2" creationId="{00000000-0000-0000-0000-000000000000}"/>
          </ac:spMkLst>
        </pc:spChg>
        <pc:spChg chg="del">
          <ac:chgData name="Ms Alina Arshad" userId="cccdfd85-d35d-4453-9c6f-a463aae40722" providerId="ADAL" clId="{03F3768F-5344-4E5A-B293-BE1259BC470C}" dt="2024-09-15T07:15:59.748" v="61" actId="478"/>
          <ac:spMkLst>
            <pc:docMk/>
            <pc:sldMk cId="174372872" sldId="469"/>
            <ac:spMk id="4" creationId="{00000000-0000-0000-0000-000000000000}"/>
          </ac:spMkLst>
        </pc:spChg>
        <pc:spChg chg="del">
          <ac:chgData name="Ms Alina Arshad" userId="cccdfd85-d35d-4453-9c6f-a463aae40722" providerId="ADAL" clId="{03F3768F-5344-4E5A-B293-BE1259BC470C}" dt="2024-09-15T07:16:02.767" v="62" actId="478"/>
          <ac:spMkLst>
            <pc:docMk/>
            <pc:sldMk cId="174372872" sldId="469"/>
            <ac:spMk id="5" creationId="{00000000-0000-0000-0000-000000000000}"/>
          </ac:spMkLst>
        </pc:spChg>
        <pc:picChg chg="mod">
          <ac:chgData name="Ms Alina Arshad" userId="cccdfd85-d35d-4453-9c6f-a463aae40722" providerId="ADAL" clId="{03F3768F-5344-4E5A-B293-BE1259BC470C}" dt="2024-09-15T07:28:38.185" v="97" actId="1076"/>
          <ac:picMkLst>
            <pc:docMk/>
            <pc:sldMk cId="174372872" sldId="469"/>
            <ac:picMk id="6" creationId="{00000000-0000-0000-0000-000000000000}"/>
          </ac:picMkLst>
        </pc:picChg>
      </pc:sldChg>
      <pc:sldChg chg="delSp modSp mod">
        <pc:chgData name="Ms Alina Arshad" userId="cccdfd85-d35d-4453-9c6f-a463aae40722" providerId="ADAL" clId="{03F3768F-5344-4E5A-B293-BE1259BC470C}" dt="2024-09-15T07:28:59.921" v="103" actId="207"/>
        <pc:sldMkLst>
          <pc:docMk/>
          <pc:sldMk cId="1593451177" sldId="472"/>
        </pc:sldMkLst>
        <pc:spChg chg="mod">
          <ac:chgData name="Ms Alina Arshad" userId="cccdfd85-d35d-4453-9c6f-a463aae40722" providerId="ADAL" clId="{03F3768F-5344-4E5A-B293-BE1259BC470C}" dt="2024-09-15T07:28:59.921" v="103" actId="207"/>
          <ac:spMkLst>
            <pc:docMk/>
            <pc:sldMk cId="1593451177" sldId="472"/>
            <ac:spMk id="2" creationId="{00000000-0000-0000-0000-000000000000}"/>
          </ac:spMkLst>
        </pc:spChg>
        <pc:spChg chg="mod">
          <ac:chgData name="Ms Alina Arshad" userId="cccdfd85-d35d-4453-9c6f-a463aae40722" providerId="ADAL" clId="{03F3768F-5344-4E5A-B293-BE1259BC470C}" dt="2024-09-15T07:28:55.842" v="101" actId="207"/>
          <ac:spMkLst>
            <pc:docMk/>
            <pc:sldMk cId="1593451177" sldId="472"/>
            <ac:spMk id="3" creationId="{00000000-0000-0000-0000-000000000000}"/>
          </ac:spMkLst>
        </pc:spChg>
        <pc:spChg chg="del">
          <ac:chgData name="Ms Alina Arshad" userId="cccdfd85-d35d-4453-9c6f-a463aae40722" providerId="ADAL" clId="{03F3768F-5344-4E5A-B293-BE1259BC470C}" dt="2024-09-15T07:18:11.404" v="66" actId="478"/>
          <ac:spMkLst>
            <pc:docMk/>
            <pc:sldMk cId="1593451177" sldId="472"/>
            <ac:spMk id="4" creationId="{00000000-0000-0000-0000-000000000000}"/>
          </ac:spMkLst>
        </pc:spChg>
        <pc:spChg chg="del">
          <ac:chgData name="Ms Alina Arshad" userId="cccdfd85-d35d-4453-9c6f-a463aae40722" providerId="ADAL" clId="{03F3768F-5344-4E5A-B293-BE1259BC470C}" dt="2024-09-15T07:18:13.819" v="67" actId="478"/>
          <ac:spMkLst>
            <pc:docMk/>
            <pc:sldMk cId="1593451177" sldId="472"/>
            <ac:spMk id="5" creationId="{00000000-0000-0000-0000-000000000000}"/>
          </ac:spMkLst>
        </pc:spChg>
      </pc:sldChg>
      <pc:sldChg chg="delSp modSp mod">
        <pc:chgData name="Ms Alina Arshad" userId="cccdfd85-d35d-4453-9c6f-a463aae40722" providerId="ADAL" clId="{03F3768F-5344-4E5A-B293-BE1259BC470C}" dt="2024-09-15T07:27:35.272" v="83" actId="113"/>
        <pc:sldMkLst>
          <pc:docMk/>
          <pc:sldMk cId="3011208458" sldId="473"/>
        </pc:sldMkLst>
        <pc:spChg chg="mod">
          <ac:chgData name="Ms Alina Arshad" userId="cccdfd85-d35d-4453-9c6f-a463aae40722" providerId="ADAL" clId="{03F3768F-5344-4E5A-B293-BE1259BC470C}" dt="2024-09-15T07:27:35.272" v="83" actId="113"/>
          <ac:spMkLst>
            <pc:docMk/>
            <pc:sldMk cId="3011208458" sldId="473"/>
            <ac:spMk id="2" creationId="{00000000-0000-0000-0000-000000000000}"/>
          </ac:spMkLst>
        </pc:spChg>
        <pc:spChg chg="mod">
          <ac:chgData name="Ms Alina Arshad" userId="cccdfd85-d35d-4453-9c6f-a463aae40722" providerId="ADAL" clId="{03F3768F-5344-4E5A-B293-BE1259BC470C}" dt="2024-09-15T07:26:33.422" v="70" actId="5793"/>
          <ac:spMkLst>
            <pc:docMk/>
            <pc:sldMk cId="3011208458" sldId="473"/>
            <ac:spMk id="3" creationId="{00000000-0000-0000-0000-000000000000}"/>
          </ac:spMkLst>
        </pc:spChg>
        <pc:spChg chg="del">
          <ac:chgData name="Ms Alina Arshad" userId="cccdfd85-d35d-4453-9c6f-a463aae40722" providerId="ADAL" clId="{03F3768F-5344-4E5A-B293-BE1259BC470C}" dt="2024-09-15T06:55:50.682" v="51" actId="478"/>
          <ac:spMkLst>
            <pc:docMk/>
            <pc:sldMk cId="3011208458" sldId="473"/>
            <ac:spMk id="4" creationId="{00000000-0000-0000-0000-000000000000}"/>
          </ac:spMkLst>
        </pc:spChg>
        <pc:spChg chg="del">
          <ac:chgData name="Ms Alina Arshad" userId="cccdfd85-d35d-4453-9c6f-a463aae40722" providerId="ADAL" clId="{03F3768F-5344-4E5A-B293-BE1259BC470C}" dt="2024-09-15T06:55:53.265" v="52" actId="478"/>
          <ac:spMkLst>
            <pc:docMk/>
            <pc:sldMk cId="3011208458" sldId="473"/>
            <ac:spMk id="5" creationId="{00000000-0000-0000-0000-000000000000}"/>
          </ac:spMkLst>
        </pc:spChg>
      </pc:sldChg>
      <pc:sldChg chg="delSp modSp mod">
        <pc:chgData name="Ms Alina Arshad" userId="cccdfd85-d35d-4453-9c6f-a463aae40722" providerId="ADAL" clId="{03F3768F-5344-4E5A-B293-BE1259BC470C}" dt="2024-09-15T07:28:49.455" v="100" actId="207"/>
        <pc:sldMkLst>
          <pc:docMk/>
          <pc:sldMk cId="457050581" sldId="475"/>
        </pc:sldMkLst>
        <pc:spChg chg="mod">
          <ac:chgData name="Ms Alina Arshad" userId="cccdfd85-d35d-4453-9c6f-a463aae40722" providerId="ADAL" clId="{03F3768F-5344-4E5A-B293-BE1259BC470C}" dt="2024-09-15T07:28:44.663" v="99" actId="113"/>
          <ac:spMkLst>
            <pc:docMk/>
            <pc:sldMk cId="457050581" sldId="475"/>
            <ac:spMk id="2" creationId="{00000000-0000-0000-0000-000000000000}"/>
          </ac:spMkLst>
        </pc:spChg>
        <pc:spChg chg="mod">
          <ac:chgData name="Ms Alina Arshad" userId="cccdfd85-d35d-4453-9c6f-a463aae40722" providerId="ADAL" clId="{03F3768F-5344-4E5A-B293-BE1259BC470C}" dt="2024-09-15T07:28:49.455" v="100" actId="207"/>
          <ac:spMkLst>
            <pc:docMk/>
            <pc:sldMk cId="457050581" sldId="475"/>
            <ac:spMk id="3" creationId="{00000000-0000-0000-0000-000000000000}"/>
          </ac:spMkLst>
        </pc:spChg>
        <pc:spChg chg="del">
          <ac:chgData name="Ms Alina Arshad" userId="cccdfd85-d35d-4453-9c6f-a463aae40722" providerId="ADAL" clId="{03F3768F-5344-4E5A-B293-BE1259BC470C}" dt="2024-09-15T07:16:06.344" v="63" actId="478"/>
          <ac:spMkLst>
            <pc:docMk/>
            <pc:sldMk cId="457050581" sldId="475"/>
            <ac:spMk id="4" creationId="{00000000-0000-0000-0000-000000000000}"/>
          </ac:spMkLst>
        </pc:spChg>
        <pc:spChg chg="del">
          <ac:chgData name="Ms Alina Arshad" userId="cccdfd85-d35d-4453-9c6f-a463aae40722" providerId="ADAL" clId="{03F3768F-5344-4E5A-B293-BE1259BC470C}" dt="2024-09-15T07:16:09.550" v="64" actId="478"/>
          <ac:spMkLst>
            <pc:docMk/>
            <pc:sldMk cId="457050581" sldId="475"/>
            <ac:spMk id="5" creationId="{00000000-0000-0000-0000-000000000000}"/>
          </ac:spMkLst>
        </pc:spChg>
      </pc:sldChg>
      <pc:sldChg chg="addSp modSp new mod">
        <pc:chgData name="Ms Alina Arshad" userId="cccdfd85-d35d-4453-9c6f-a463aae40722" providerId="ADAL" clId="{03F3768F-5344-4E5A-B293-BE1259BC470C}" dt="2024-09-15T14:22:14.265" v="119" actId="1076"/>
        <pc:sldMkLst>
          <pc:docMk/>
          <pc:sldMk cId="1229924645" sldId="476"/>
        </pc:sldMkLst>
        <pc:spChg chg="add mod">
          <ac:chgData name="Ms Alina Arshad" userId="cccdfd85-d35d-4453-9c6f-a463aae40722" providerId="ADAL" clId="{03F3768F-5344-4E5A-B293-BE1259BC470C}" dt="2024-09-15T14:22:14.265" v="119" actId="1076"/>
          <ac:spMkLst>
            <pc:docMk/>
            <pc:sldMk cId="1229924645" sldId="476"/>
            <ac:spMk id="3" creationId="{9E02BD07-5194-85B6-EFCE-6195A5F9FA2D}"/>
          </ac:spMkLst>
        </pc:spChg>
      </pc:sldChg>
      <pc:sldChg chg="addSp modSp new mod">
        <pc:chgData name="Ms Alina Arshad" userId="cccdfd85-d35d-4453-9c6f-a463aae40722" providerId="ADAL" clId="{03F3768F-5344-4E5A-B293-BE1259BC470C}" dt="2024-09-15T14:22:56.262" v="125" actId="1076"/>
        <pc:sldMkLst>
          <pc:docMk/>
          <pc:sldMk cId="2716896203" sldId="477"/>
        </pc:sldMkLst>
        <pc:picChg chg="add mod">
          <ac:chgData name="Ms Alina Arshad" userId="cccdfd85-d35d-4453-9c6f-a463aae40722" providerId="ADAL" clId="{03F3768F-5344-4E5A-B293-BE1259BC470C}" dt="2024-09-15T14:22:56.262" v="125" actId="1076"/>
          <ac:picMkLst>
            <pc:docMk/>
            <pc:sldMk cId="2716896203" sldId="477"/>
            <ac:picMk id="3" creationId="{CEC37F5B-D7E9-C7D7-A3FC-A6BFAA6D7D52}"/>
          </ac:picMkLst>
        </pc:picChg>
      </pc:sldChg>
      <pc:sldChg chg="addSp delSp modSp new mod">
        <pc:chgData name="Ms Alina Arshad" userId="cccdfd85-d35d-4453-9c6f-a463aae40722" providerId="ADAL" clId="{03F3768F-5344-4E5A-B293-BE1259BC470C}" dt="2024-09-15T14:37:15.065" v="188" actId="1076"/>
        <pc:sldMkLst>
          <pc:docMk/>
          <pc:sldMk cId="1539764836" sldId="478"/>
        </pc:sldMkLst>
        <pc:spChg chg="add del mod">
          <ac:chgData name="Ms Alina Arshad" userId="cccdfd85-d35d-4453-9c6f-a463aae40722" providerId="ADAL" clId="{03F3768F-5344-4E5A-B293-BE1259BC470C}" dt="2024-09-15T14:35:58.164" v="175" actId="478"/>
          <ac:spMkLst>
            <pc:docMk/>
            <pc:sldMk cId="1539764836" sldId="478"/>
            <ac:spMk id="3" creationId="{DE9F3615-82D7-D530-232F-134EC036A9F8}"/>
          </ac:spMkLst>
        </pc:spChg>
        <pc:spChg chg="add del mod">
          <ac:chgData name="Ms Alina Arshad" userId="cccdfd85-d35d-4453-9c6f-a463aae40722" providerId="ADAL" clId="{03F3768F-5344-4E5A-B293-BE1259BC470C}" dt="2024-09-15T14:36:00.568" v="176" actId="478"/>
          <ac:spMkLst>
            <pc:docMk/>
            <pc:sldMk cId="1539764836" sldId="478"/>
            <ac:spMk id="5" creationId="{FFB33835-B197-8C99-1F1B-D7A9E740DC8C}"/>
          </ac:spMkLst>
        </pc:spChg>
        <pc:picChg chg="add mod">
          <ac:chgData name="Ms Alina Arshad" userId="cccdfd85-d35d-4453-9c6f-a463aae40722" providerId="ADAL" clId="{03F3768F-5344-4E5A-B293-BE1259BC470C}" dt="2024-09-15T14:37:10.667" v="187" actId="14100"/>
          <ac:picMkLst>
            <pc:docMk/>
            <pc:sldMk cId="1539764836" sldId="478"/>
            <ac:picMk id="7" creationId="{F8D8019B-1533-A540-0238-00FE1B71E986}"/>
          </ac:picMkLst>
        </pc:picChg>
        <pc:picChg chg="add mod">
          <ac:chgData name="Ms Alina Arshad" userId="cccdfd85-d35d-4453-9c6f-a463aae40722" providerId="ADAL" clId="{03F3768F-5344-4E5A-B293-BE1259BC470C}" dt="2024-09-15T14:37:15.065" v="188" actId="1076"/>
          <ac:picMkLst>
            <pc:docMk/>
            <pc:sldMk cId="1539764836" sldId="478"/>
            <ac:picMk id="9" creationId="{7456819B-0B75-7F65-462A-907D44DEE7F2}"/>
          </ac:picMkLst>
        </pc:picChg>
      </pc:sldChg>
      <pc:sldChg chg="addSp modSp new mod">
        <pc:chgData name="Ms Alina Arshad" userId="cccdfd85-d35d-4453-9c6f-a463aae40722" providerId="ADAL" clId="{03F3768F-5344-4E5A-B293-BE1259BC470C}" dt="2024-09-15T14:38:10.439" v="195" actId="1076"/>
        <pc:sldMkLst>
          <pc:docMk/>
          <pc:sldMk cId="3784571307" sldId="479"/>
        </pc:sldMkLst>
        <pc:picChg chg="add mod">
          <ac:chgData name="Ms Alina Arshad" userId="cccdfd85-d35d-4453-9c6f-a463aae40722" providerId="ADAL" clId="{03F3768F-5344-4E5A-B293-BE1259BC470C}" dt="2024-09-15T14:38:10.439" v="195" actId="1076"/>
          <ac:picMkLst>
            <pc:docMk/>
            <pc:sldMk cId="3784571307" sldId="479"/>
            <ac:picMk id="3" creationId="{86476297-C38B-769A-0DB1-48DC457E7C69}"/>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1B90151-A221-46B3-A769-373FDD9A38FB}" type="datetimeFigureOut">
              <a:rPr lang="en-US" smtClean="0"/>
              <a:t>10/28/2024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C4BEA5B-0F90-491B-8570-2B3910989086}" type="slidenum">
              <a:rPr lang="en-US" smtClean="0"/>
              <a:t>‹#›</a:t>
            </a:fld>
            <a:endParaRPr lang="en-US"/>
          </a:p>
        </p:txBody>
      </p:sp>
    </p:spTree>
    <p:extLst>
      <p:ext uri="{BB962C8B-B14F-4D97-AF65-F5344CB8AC3E}">
        <p14:creationId xmlns:p14="http://schemas.microsoft.com/office/powerpoint/2010/main" val="301613519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C4BEA5B-0F90-491B-8570-2B3910989086}" type="slidenum">
              <a:rPr lang="en-US" smtClean="0"/>
              <a:t>1</a:t>
            </a:fld>
            <a:endParaRPr lang="en-US" dirty="0"/>
          </a:p>
        </p:txBody>
      </p:sp>
    </p:spTree>
    <p:extLst>
      <p:ext uri="{BB962C8B-B14F-4D97-AF65-F5344CB8AC3E}">
        <p14:creationId xmlns:p14="http://schemas.microsoft.com/office/powerpoint/2010/main" val="260013760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p:cNvSpPr>
            <a:spLocks noGrp="1" noChangeArrowheads="1"/>
          </p:cNvSpPr>
          <p:nvPr>
            <p:ph type="sldNum" sz="quarter" idx="5"/>
          </p:nvPr>
        </p:nvSpPr>
        <p:spPr>
          <a:ln/>
        </p:spPr>
        <p:txBody>
          <a:bodyPr/>
          <a:lstStyle/>
          <a:p>
            <a:fld id="{429B38F1-631B-49CB-B429-8845F35306B7}" type="slidenum">
              <a:rPr lang="en-US"/>
              <a:pPr/>
              <a:t>2</a:t>
            </a:fld>
            <a:endParaRPr lang="en-US"/>
          </a:p>
        </p:txBody>
      </p:sp>
      <p:sp>
        <p:nvSpPr>
          <p:cNvPr id="2" name="Notes Placeholder 1"/>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64582329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95EA4F65-57D3-4A8B-9795-A8BC003B338C}" type="slidenum">
              <a:rPr lang="en-US" altLang="en-US"/>
              <a:pPr/>
              <a:t>6</a:t>
            </a:fld>
            <a:endParaRPr lang="en-US" altLang="en-US"/>
          </a:p>
        </p:txBody>
      </p:sp>
      <p:sp>
        <p:nvSpPr>
          <p:cNvPr id="113666" name="Rectangle 2"/>
          <p:cNvSpPr>
            <a:spLocks noGrp="1" noRot="1" noChangeAspect="1" noChangeArrowheads="1" noTextEdit="1"/>
          </p:cNvSpPr>
          <p:nvPr>
            <p:ph type="sldImg"/>
          </p:nvPr>
        </p:nvSpPr>
        <p:spPr>
          <a:ln/>
        </p:spPr>
      </p:sp>
      <p:sp>
        <p:nvSpPr>
          <p:cNvPr id="113667" name="Rectangle 3"/>
          <p:cNvSpPr>
            <a:spLocks noGrp="1" noChangeArrowheads="1"/>
          </p:cNvSpPr>
          <p:nvPr>
            <p:ph type="body" idx="1"/>
          </p:nvPr>
        </p:nvSpPr>
        <p:spPr/>
        <p:txBody>
          <a:bodyPr/>
          <a:lstStyle/>
          <a:p>
            <a:endParaRPr lang="en-US" altLang="en-US" dirty="0"/>
          </a:p>
        </p:txBody>
      </p:sp>
    </p:spTree>
    <p:extLst>
      <p:ext uri="{BB962C8B-B14F-4D97-AF65-F5344CB8AC3E}">
        <p14:creationId xmlns:p14="http://schemas.microsoft.com/office/powerpoint/2010/main" val="19964308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741B017E-9405-4A24-9E72-ABBA234FC5F9}" type="slidenum">
              <a:rPr lang="en-US" smtClean="0"/>
              <a:t>7</a:t>
            </a:fld>
            <a:endParaRPr lang="en-US"/>
          </a:p>
        </p:txBody>
      </p:sp>
    </p:spTree>
    <p:extLst>
      <p:ext uri="{BB962C8B-B14F-4D97-AF65-F5344CB8AC3E}">
        <p14:creationId xmlns:p14="http://schemas.microsoft.com/office/powerpoint/2010/main" val="90254706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741B017E-9405-4A24-9E72-ABBA234FC5F9}" type="slidenum">
              <a:rPr lang="en-US" smtClean="0"/>
              <a:t>9</a:t>
            </a:fld>
            <a:endParaRPr lang="en-US"/>
          </a:p>
        </p:txBody>
      </p:sp>
    </p:spTree>
    <p:extLst>
      <p:ext uri="{BB962C8B-B14F-4D97-AF65-F5344CB8AC3E}">
        <p14:creationId xmlns:p14="http://schemas.microsoft.com/office/powerpoint/2010/main" val="147404226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t>The scope of acceptance testing ranges from simply finding spelling mistakes and cosmetic errors, to uncovering bugs that could cause a major error in the application.</a:t>
            </a:r>
          </a:p>
          <a:p>
            <a:endParaRPr lang="en-US" dirty="0"/>
          </a:p>
        </p:txBody>
      </p:sp>
      <p:sp>
        <p:nvSpPr>
          <p:cNvPr id="4" name="Slide Number Placeholder 3"/>
          <p:cNvSpPr>
            <a:spLocks noGrp="1"/>
          </p:cNvSpPr>
          <p:nvPr>
            <p:ph type="sldNum" sz="quarter" idx="10"/>
          </p:nvPr>
        </p:nvSpPr>
        <p:spPr/>
        <p:txBody>
          <a:bodyPr/>
          <a:lstStyle/>
          <a:p>
            <a:fld id="{741B017E-9405-4A24-9E72-ABBA234FC5F9}" type="slidenum">
              <a:rPr lang="en-US" smtClean="0"/>
              <a:t>12</a:t>
            </a:fld>
            <a:endParaRPr lang="en-US"/>
          </a:p>
        </p:txBody>
      </p:sp>
    </p:spTree>
    <p:extLst>
      <p:ext uri="{BB962C8B-B14F-4D97-AF65-F5344CB8AC3E}">
        <p14:creationId xmlns:p14="http://schemas.microsoft.com/office/powerpoint/2010/main" val="199048540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Rectangle 8"/>
          <p:cNvSpPr>
            <a:spLocks noGrp="1" noChangeArrowheads="1"/>
          </p:cNvSpPr>
          <p:nvPr>
            <p:ph type="sldNum"/>
          </p:nvPr>
        </p:nvSpPr>
        <p:spPr>
          <a:ln/>
        </p:spPr>
        <p:txBody>
          <a:bodyPr/>
          <a:lstStyle/>
          <a:p>
            <a:fld id="{F53D2C7C-E379-4F3B-92A1-0F2D2EA75D69}" type="slidenum">
              <a:rPr lang="en-US" altLang="en-US"/>
              <a:pPr/>
              <a:t>15</a:t>
            </a:fld>
            <a:endParaRPr lang="en-US" altLang="en-US"/>
          </a:p>
        </p:txBody>
      </p:sp>
      <p:sp>
        <p:nvSpPr>
          <p:cNvPr id="22529" name="Rectangle 1"/>
          <p:cNvSpPr txBox="1">
            <a:spLocks noGrp="1" noRot="1" noChangeAspect="1" noChangeArrowheads="1"/>
          </p:cNvSpPr>
          <p:nvPr>
            <p:ph type="sldImg"/>
          </p:nvPr>
        </p:nvSpPr>
        <p:spPr bwMode="auto">
          <a:xfrm>
            <a:off x="457200" y="720725"/>
            <a:ext cx="6400800" cy="3600450"/>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22530" name="Rectangle 2"/>
          <p:cNvSpPr txBox="1">
            <a:spLocks noGrp="1" noChangeArrowheads="1"/>
          </p:cNvSpPr>
          <p:nvPr>
            <p:ph type="body" idx="1"/>
          </p:nvPr>
        </p:nvSpPr>
        <p:spPr bwMode="auto">
          <a:xfrm>
            <a:off x="731838" y="4560888"/>
            <a:ext cx="5849937" cy="4319587"/>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p>
        </p:txBody>
      </p:sp>
    </p:spTree>
    <p:extLst>
      <p:ext uri="{BB962C8B-B14F-4D97-AF65-F5344CB8AC3E}">
        <p14:creationId xmlns:p14="http://schemas.microsoft.com/office/powerpoint/2010/main" val="276624069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Rectangle 8"/>
          <p:cNvSpPr>
            <a:spLocks noGrp="1" noChangeArrowheads="1"/>
          </p:cNvSpPr>
          <p:nvPr>
            <p:ph type="sldNum"/>
          </p:nvPr>
        </p:nvSpPr>
        <p:spPr>
          <a:ln/>
        </p:spPr>
        <p:txBody>
          <a:bodyPr/>
          <a:lstStyle/>
          <a:p>
            <a:fld id="{BF23E745-39C2-4255-8552-0E0E5184EEE9}" type="slidenum">
              <a:rPr lang="en-US" altLang="en-US"/>
              <a:pPr/>
              <a:t>16</a:t>
            </a:fld>
            <a:endParaRPr lang="en-US" altLang="en-US"/>
          </a:p>
        </p:txBody>
      </p:sp>
      <p:sp>
        <p:nvSpPr>
          <p:cNvPr id="23553" name="Rectangle 1"/>
          <p:cNvSpPr txBox="1">
            <a:spLocks noGrp="1" noRot="1" noChangeAspect="1" noChangeArrowheads="1"/>
          </p:cNvSpPr>
          <p:nvPr>
            <p:ph type="sldImg"/>
          </p:nvPr>
        </p:nvSpPr>
        <p:spPr bwMode="auto">
          <a:xfrm>
            <a:off x="457200" y="720725"/>
            <a:ext cx="6400800" cy="3600450"/>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23554" name="Rectangle 2"/>
          <p:cNvSpPr txBox="1">
            <a:spLocks noGrp="1" noChangeArrowheads="1"/>
          </p:cNvSpPr>
          <p:nvPr>
            <p:ph type="body" idx="1"/>
          </p:nvPr>
        </p:nvSpPr>
        <p:spPr bwMode="auto">
          <a:xfrm>
            <a:off x="731838" y="4560888"/>
            <a:ext cx="5849937" cy="4319587"/>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p>
        </p:txBody>
      </p:sp>
    </p:spTree>
    <p:extLst>
      <p:ext uri="{BB962C8B-B14F-4D97-AF65-F5344CB8AC3E}">
        <p14:creationId xmlns:p14="http://schemas.microsoft.com/office/powerpoint/2010/main" val="203691349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Rectangle 8"/>
          <p:cNvSpPr>
            <a:spLocks noGrp="1" noChangeArrowheads="1"/>
          </p:cNvSpPr>
          <p:nvPr>
            <p:ph type="sldNum"/>
          </p:nvPr>
        </p:nvSpPr>
        <p:spPr>
          <a:ln/>
        </p:spPr>
        <p:txBody>
          <a:bodyPr/>
          <a:lstStyle/>
          <a:p>
            <a:fld id="{B7545DC4-3A13-4F27-A133-02C367A91827}" type="slidenum">
              <a:rPr lang="en-US" altLang="en-US"/>
              <a:pPr/>
              <a:t>17</a:t>
            </a:fld>
            <a:endParaRPr lang="en-US" altLang="en-US"/>
          </a:p>
        </p:txBody>
      </p:sp>
      <p:sp>
        <p:nvSpPr>
          <p:cNvPr id="24577" name="Rectangle 1"/>
          <p:cNvSpPr txBox="1">
            <a:spLocks noGrp="1" noRot="1" noChangeAspect="1" noChangeArrowheads="1"/>
          </p:cNvSpPr>
          <p:nvPr>
            <p:ph type="sldImg"/>
          </p:nvPr>
        </p:nvSpPr>
        <p:spPr bwMode="auto">
          <a:xfrm>
            <a:off x="457200" y="720725"/>
            <a:ext cx="6400800" cy="3600450"/>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24578" name="Rectangle 2"/>
          <p:cNvSpPr txBox="1">
            <a:spLocks noGrp="1" noChangeArrowheads="1"/>
          </p:cNvSpPr>
          <p:nvPr>
            <p:ph type="body" idx="1"/>
          </p:nvPr>
        </p:nvSpPr>
        <p:spPr bwMode="auto">
          <a:xfrm>
            <a:off x="731838" y="4560888"/>
            <a:ext cx="5849937" cy="4319587"/>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p>
        </p:txBody>
      </p:sp>
    </p:spTree>
    <p:extLst>
      <p:ext uri="{BB962C8B-B14F-4D97-AF65-F5344CB8AC3E}">
        <p14:creationId xmlns:p14="http://schemas.microsoft.com/office/powerpoint/2010/main" val="88984890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Rectangle 8"/>
          <p:cNvSpPr>
            <a:spLocks noGrp="1" noChangeArrowheads="1"/>
          </p:cNvSpPr>
          <p:nvPr>
            <p:ph type="sldNum"/>
          </p:nvPr>
        </p:nvSpPr>
        <p:spPr>
          <a:ln/>
        </p:spPr>
        <p:txBody>
          <a:bodyPr/>
          <a:lstStyle/>
          <a:p>
            <a:fld id="{7CF99F77-53F2-4664-AFEE-3C017F6F98FD}" type="slidenum">
              <a:rPr lang="en-US" altLang="en-US"/>
              <a:pPr/>
              <a:t>18</a:t>
            </a:fld>
            <a:endParaRPr lang="en-US" altLang="en-US"/>
          </a:p>
        </p:txBody>
      </p:sp>
      <p:sp>
        <p:nvSpPr>
          <p:cNvPr id="28673" name="Rectangle 1"/>
          <p:cNvSpPr txBox="1">
            <a:spLocks noGrp="1" noRot="1" noChangeAspect="1" noChangeArrowheads="1"/>
          </p:cNvSpPr>
          <p:nvPr>
            <p:ph type="sldImg"/>
          </p:nvPr>
        </p:nvSpPr>
        <p:spPr bwMode="auto">
          <a:xfrm>
            <a:off x="457200" y="720725"/>
            <a:ext cx="6400800" cy="3600450"/>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28674" name="Rectangle 2"/>
          <p:cNvSpPr txBox="1">
            <a:spLocks noGrp="1" noChangeArrowheads="1"/>
          </p:cNvSpPr>
          <p:nvPr>
            <p:ph type="body" idx="1"/>
          </p:nvPr>
        </p:nvSpPr>
        <p:spPr bwMode="auto">
          <a:xfrm>
            <a:off x="731838" y="4560888"/>
            <a:ext cx="5849937" cy="4319587"/>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p>
        </p:txBody>
      </p:sp>
    </p:spTree>
    <p:extLst>
      <p:ext uri="{BB962C8B-B14F-4D97-AF65-F5344CB8AC3E}">
        <p14:creationId xmlns:p14="http://schemas.microsoft.com/office/powerpoint/2010/main" val="85271406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Rectangle 8"/>
          <p:cNvSpPr>
            <a:spLocks noGrp="1" noChangeArrowheads="1"/>
          </p:cNvSpPr>
          <p:nvPr>
            <p:ph type="sldNum"/>
          </p:nvPr>
        </p:nvSpPr>
        <p:spPr>
          <a:ln/>
        </p:spPr>
        <p:txBody>
          <a:bodyPr/>
          <a:lstStyle/>
          <a:p>
            <a:fld id="{23713A69-D7B9-4A47-84C4-B2117329A137}" type="slidenum">
              <a:rPr lang="en-US" altLang="en-US"/>
              <a:pPr/>
              <a:t>19</a:t>
            </a:fld>
            <a:endParaRPr lang="en-US" altLang="en-US"/>
          </a:p>
        </p:txBody>
      </p:sp>
      <p:sp>
        <p:nvSpPr>
          <p:cNvPr id="27649" name="Rectangle 1"/>
          <p:cNvSpPr txBox="1">
            <a:spLocks noGrp="1" noRot="1" noChangeAspect="1" noChangeArrowheads="1"/>
          </p:cNvSpPr>
          <p:nvPr>
            <p:ph type="sldImg"/>
          </p:nvPr>
        </p:nvSpPr>
        <p:spPr bwMode="auto">
          <a:xfrm>
            <a:off x="457200" y="720725"/>
            <a:ext cx="6400800" cy="3600450"/>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27650" name="Rectangle 2"/>
          <p:cNvSpPr txBox="1">
            <a:spLocks noGrp="1" noChangeArrowheads="1"/>
          </p:cNvSpPr>
          <p:nvPr>
            <p:ph type="body" idx="1"/>
          </p:nvPr>
        </p:nvSpPr>
        <p:spPr bwMode="auto">
          <a:xfrm>
            <a:off x="731838" y="4560888"/>
            <a:ext cx="5849937" cy="4319587"/>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dirty="0"/>
          </a:p>
        </p:txBody>
      </p:sp>
    </p:spTree>
    <p:extLst>
      <p:ext uri="{BB962C8B-B14F-4D97-AF65-F5344CB8AC3E}">
        <p14:creationId xmlns:p14="http://schemas.microsoft.com/office/powerpoint/2010/main" val="373288970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741B017E-9405-4A24-9E72-ABBA234FC5F9}" type="slidenum">
              <a:rPr lang="en-US" smtClean="0"/>
              <a:t>20</a:t>
            </a:fld>
            <a:endParaRPr lang="en-US"/>
          </a:p>
        </p:txBody>
      </p:sp>
    </p:spTree>
    <p:extLst>
      <p:ext uri="{BB962C8B-B14F-4D97-AF65-F5344CB8AC3E}">
        <p14:creationId xmlns:p14="http://schemas.microsoft.com/office/powerpoint/2010/main" val="32247612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741B017E-9405-4A24-9E72-ABBA234FC5F9}" type="slidenum">
              <a:rPr lang="en-US" smtClean="0"/>
              <a:t>22</a:t>
            </a:fld>
            <a:endParaRPr lang="en-US"/>
          </a:p>
        </p:txBody>
      </p:sp>
    </p:spTree>
    <p:extLst>
      <p:ext uri="{BB962C8B-B14F-4D97-AF65-F5344CB8AC3E}">
        <p14:creationId xmlns:p14="http://schemas.microsoft.com/office/powerpoint/2010/main" val="168169632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t>Let’s say that unit testing involves a great amount of resources that the quality assurance team has, then this unit testing process can be a fair nominee for the automation process</a:t>
            </a:r>
          </a:p>
        </p:txBody>
      </p:sp>
      <p:sp>
        <p:nvSpPr>
          <p:cNvPr id="4" name="Slide Number Placeholder 3"/>
          <p:cNvSpPr>
            <a:spLocks noGrp="1"/>
          </p:cNvSpPr>
          <p:nvPr>
            <p:ph type="sldNum" sz="quarter" idx="10"/>
          </p:nvPr>
        </p:nvSpPr>
        <p:spPr/>
        <p:txBody>
          <a:bodyPr/>
          <a:lstStyle/>
          <a:p>
            <a:fld id="{741B017E-9405-4A24-9E72-ABBA234FC5F9}" type="slidenum">
              <a:rPr lang="en-US" smtClean="0"/>
              <a:t>27</a:t>
            </a:fld>
            <a:endParaRPr lang="en-US"/>
          </a:p>
        </p:txBody>
      </p:sp>
    </p:spTree>
    <p:extLst>
      <p:ext uri="{BB962C8B-B14F-4D97-AF65-F5344CB8AC3E}">
        <p14:creationId xmlns:p14="http://schemas.microsoft.com/office/powerpoint/2010/main" val="151321267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741B017E-9405-4A24-9E72-ABBA234FC5F9}" type="slidenum">
              <a:rPr lang="en-US" smtClean="0"/>
              <a:t>35</a:t>
            </a:fld>
            <a:endParaRPr lang="en-US"/>
          </a:p>
        </p:txBody>
      </p:sp>
    </p:spTree>
    <p:extLst>
      <p:ext uri="{BB962C8B-B14F-4D97-AF65-F5344CB8AC3E}">
        <p14:creationId xmlns:p14="http://schemas.microsoft.com/office/powerpoint/2010/main" val="33161378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741B017E-9405-4A24-9E72-ABBA234FC5F9}" type="slidenum">
              <a:rPr lang="en-US" smtClean="0"/>
              <a:t>37</a:t>
            </a:fld>
            <a:endParaRPr lang="en-US"/>
          </a:p>
        </p:txBody>
      </p:sp>
    </p:spTree>
    <p:extLst>
      <p:ext uri="{BB962C8B-B14F-4D97-AF65-F5344CB8AC3E}">
        <p14:creationId xmlns:p14="http://schemas.microsoft.com/office/powerpoint/2010/main" val="39499941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455620"/>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169B51B5-5729-4227-8149-0FFB0D6660E2}" type="datetimeFigureOut">
              <a:rPr lang="en-US" smtClean="0"/>
              <a:t>10/28/2024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47AE719-0370-4FEF-9E76-542079ADE761}" type="slidenum">
              <a:rPr lang="en-US" smtClean="0"/>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5154401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marL="0">
              <a:defRPr/>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69B51B5-5729-4227-8149-0FFB0D6660E2}" type="datetimeFigureOut">
              <a:rPr lang="en-US" smtClean="0"/>
              <a:t>10/28/2024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47AE719-0370-4FEF-9E76-542079ADE761}" type="slidenum">
              <a:rPr lang="en-US" smtClean="0"/>
              <a:t>‹#›</a:t>
            </a:fld>
            <a:endParaRPr lang="en-US"/>
          </a:p>
        </p:txBody>
      </p:sp>
    </p:spTree>
    <p:extLst>
      <p:ext uri="{BB962C8B-B14F-4D97-AF65-F5344CB8AC3E}">
        <p14:creationId xmlns:p14="http://schemas.microsoft.com/office/powerpoint/2010/main" val="257369401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69B51B5-5729-4227-8149-0FFB0D6660E2}" type="datetimeFigureOut">
              <a:rPr lang="en-US" smtClean="0"/>
              <a:t>10/28/2024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47AE719-0370-4FEF-9E76-542079ADE761}" type="slidenum">
              <a:rPr lang="en-US" smtClean="0"/>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0070258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79" y="1845734"/>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169B51B5-5729-4227-8149-0FFB0D6660E2}" type="datetimeFigureOut">
              <a:rPr lang="en-US" smtClean="0"/>
              <a:t>10/28/2024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47AE719-0370-4FEF-9E76-542079ADE761}" type="slidenum">
              <a:rPr lang="en-US" smtClean="0"/>
              <a:t>‹#›</a:t>
            </a:fld>
            <a:endParaRPr lang="en-US"/>
          </a:p>
        </p:txBody>
      </p:sp>
    </p:spTree>
    <p:extLst>
      <p:ext uri="{BB962C8B-B14F-4D97-AF65-F5344CB8AC3E}">
        <p14:creationId xmlns:p14="http://schemas.microsoft.com/office/powerpoint/2010/main" val="36508662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92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69B51B5-5729-4227-8149-0FFB0D6660E2}" type="datetimeFigureOut">
              <a:rPr lang="en-US" smtClean="0"/>
              <a:t>10/28/2024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147AE719-0370-4FEF-9E76-542079ADE761}" type="slidenum">
              <a:rPr lang="en-US" smtClean="0"/>
              <a:t>‹#›</a:t>
            </a:fld>
            <a:endParaRPr lang="en-US"/>
          </a:p>
        </p:txBody>
      </p:sp>
    </p:spTree>
    <p:extLst>
      <p:ext uri="{BB962C8B-B14F-4D97-AF65-F5344CB8AC3E}">
        <p14:creationId xmlns:p14="http://schemas.microsoft.com/office/powerpoint/2010/main" val="323971074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169B51B5-5729-4227-8149-0FFB0D6660E2}" type="datetimeFigureOut">
              <a:rPr lang="en-US" smtClean="0"/>
              <a:t>10/28/2024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147AE719-0370-4FEF-9E76-542079ADE761}" type="slidenum">
              <a:rPr lang="en-US" smtClean="0"/>
              <a:t>‹#›</a:t>
            </a:fld>
            <a:endParaRPr lang="en-US"/>
          </a:p>
        </p:txBody>
      </p:sp>
    </p:spTree>
    <p:extLst>
      <p:ext uri="{BB962C8B-B14F-4D97-AF65-F5344CB8AC3E}">
        <p14:creationId xmlns:p14="http://schemas.microsoft.com/office/powerpoint/2010/main" val="334118423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169B51B5-5729-4227-8149-0FFB0D6660E2}" type="datetimeFigureOut">
              <a:rPr lang="en-US" smtClean="0"/>
              <a:t>10/28/2024</a:t>
            </a:fld>
            <a:endParaRPr lang="en-US"/>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US"/>
          </a:p>
        </p:txBody>
      </p:sp>
      <p:sp>
        <p:nvSpPr>
          <p:cNvPr id="9" name="Slide Number Placeholder 8"/>
          <p:cNvSpPr>
            <a:spLocks noGrp="1"/>
          </p:cNvSpPr>
          <p:nvPr>
            <p:ph type="sldNum" sz="quarter" idx="12"/>
          </p:nvPr>
        </p:nvSpPr>
        <p:spPr/>
        <p:txBody>
          <a:bodyPr/>
          <a:lstStyle/>
          <a:p>
            <a:fld id="{147AE719-0370-4FEF-9E76-542079ADE761}" type="slidenum">
              <a:rPr lang="en-US" smtClean="0"/>
              <a:t>‹#›</a:t>
            </a:fld>
            <a:endParaRPr lang="en-US"/>
          </a:p>
        </p:txBody>
      </p:sp>
    </p:spTree>
    <p:extLst>
      <p:ext uri="{BB962C8B-B14F-4D97-AF65-F5344CB8AC3E}">
        <p14:creationId xmlns:p14="http://schemas.microsoft.com/office/powerpoint/2010/main" val="319497707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169B51B5-5729-4227-8149-0FFB0D6660E2}" type="datetimeFigureOut">
              <a:rPr lang="en-US" smtClean="0"/>
              <a:t>10/28/2024</a:t>
            </a:fld>
            <a:endParaRPr lang="en-US"/>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en-US"/>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147AE719-0370-4FEF-9E76-542079ADE761}" type="slidenum">
              <a:rPr lang="en-US" smtClean="0"/>
              <a:t>‹#›</a:t>
            </a:fld>
            <a:endParaRPr lang="en-US"/>
          </a:p>
        </p:txBody>
      </p:sp>
    </p:spTree>
    <p:extLst>
      <p:ext uri="{BB962C8B-B14F-4D97-AF65-F5344CB8AC3E}">
        <p14:creationId xmlns:p14="http://schemas.microsoft.com/office/powerpoint/2010/main" val="339668478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264" cy="822960"/>
          </a:xfrm>
        </p:spPr>
        <p:txBody>
          <a:bodyPr lIns="91440" tIns="0" rIns="9144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5" y="0"/>
            <a:ext cx="12191985" cy="4915076"/>
          </a:xfrm>
          <a:blipFill>
            <a:blip r:embed="rId2"/>
            <a:stretch>
              <a:fillRect/>
            </a:stretch>
          </a:blipFill>
        </p:spPr>
        <p:txBody>
          <a:bodyPr lIns="457200" tIns="457200"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097280" y="5907023"/>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69B51B5-5729-4227-8149-0FFB0D6660E2}" type="datetimeFigureOut">
              <a:rPr lang="en-US" smtClean="0"/>
              <a:t>10/28/2024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47AE719-0370-4FEF-9E76-542079ADE761}" type="slidenum">
              <a:rPr lang="en-US" smtClean="0"/>
              <a:t>‹#›</a:t>
            </a:fld>
            <a:endParaRPr lang="en-US"/>
          </a:p>
        </p:txBody>
      </p:sp>
    </p:spTree>
    <p:extLst>
      <p:ext uri="{BB962C8B-B14F-4D97-AF65-F5344CB8AC3E}">
        <p14:creationId xmlns:p14="http://schemas.microsoft.com/office/powerpoint/2010/main" val="324841856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69B51B5-5729-4227-8149-0FFB0D6660E2}" type="datetimeFigureOut">
              <a:rPr lang="en-US" smtClean="0"/>
              <a:t>10/28/2024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47AE719-0370-4FEF-9E76-542079ADE761}" type="slidenum">
              <a:rPr lang="en-US" smtClean="0"/>
              <a:t>‹#›</a:t>
            </a:fld>
            <a:endParaRPr lang="en-US"/>
          </a:p>
        </p:txBody>
      </p:sp>
    </p:spTree>
    <p:extLst>
      <p:ext uri="{BB962C8B-B14F-4D97-AF65-F5344CB8AC3E}">
        <p14:creationId xmlns:p14="http://schemas.microsoft.com/office/powerpoint/2010/main" val="242154472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4778"/>
            <a:ext cx="2628900" cy="575742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4778"/>
            <a:ext cx="7734300" cy="5757422"/>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69B51B5-5729-4227-8149-0FFB0D6660E2}" type="datetimeFigureOut">
              <a:rPr lang="en-US" smtClean="0"/>
              <a:t>10/28/2024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47AE719-0370-4FEF-9E76-542079ADE761}" type="slidenum">
              <a:rPr lang="en-US" smtClean="0"/>
              <a:t>‹#›</a:t>
            </a:fld>
            <a:endParaRPr lang="en-US"/>
          </a:p>
        </p:txBody>
      </p:sp>
    </p:spTree>
    <p:extLst>
      <p:ext uri="{BB962C8B-B14F-4D97-AF65-F5344CB8AC3E}">
        <p14:creationId xmlns:p14="http://schemas.microsoft.com/office/powerpoint/2010/main" val="340266276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169B51B5-5729-4227-8149-0FFB0D6660E2}" type="datetimeFigureOut">
              <a:rPr lang="en-US" smtClean="0"/>
              <a:t>10/28/2024</a:t>
            </a:fld>
            <a:endParaRPr lang="en-US"/>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US"/>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147AE719-0370-4FEF-9E76-542079ADE761}" type="slidenum">
              <a:rPr lang="en-US" smtClean="0"/>
              <a:t>‹#›</a:t>
            </a:fld>
            <a:endParaRPr lang="en-US"/>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90009938"/>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hyperlink" Target="https://en.wikipedia.org/wiki/Integration_testing" TargetMode="Externa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7.xml"/><Relationship Id="rId4" Type="http://schemas.openxmlformats.org/officeDocument/2006/relationships/image" Target="../media/image7.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hyperlink" Target="https://reqtest.com/testing-blog/software-system-testing/" TargetMode="Externa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hyperlink" Target="https://reqtest.com/testing-blog/a-guide-to-excellent-acceptance-testing/" TargetMode="External"/><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74B019-E1ED-7643-5A50-74CEA7F41E88}"/>
              </a:ext>
            </a:extLst>
          </p:cNvPr>
          <p:cNvSpPr>
            <a:spLocks noGrp="1"/>
          </p:cNvSpPr>
          <p:nvPr>
            <p:ph type="ctrTitle"/>
          </p:nvPr>
        </p:nvSpPr>
        <p:spPr>
          <a:xfrm>
            <a:off x="90535" y="116380"/>
            <a:ext cx="11588435" cy="3065732"/>
          </a:xfrm>
        </p:spPr>
        <p:txBody>
          <a:bodyPr/>
          <a:lstStyle/>
          <a:p>
            <a:pPr algn="ctr"/>
            <a:br>
              <a:rPr lang="en-US" b="1" dirty="0">
                <a:solidFill>
                  <a:schemeClr val="tx1"/>
                </a:solidFill>
              </a:rPr>
            </a:br>
            <a:r>
              <a:rPr lang="en-US" sz="7200" b="1" dirty="0">
                <a:solidFill>
                  <a:schemeClr val="tx1"/>
                </a:solidFill>
              </a:rPr>
              <a:t>Software Quality Engineering</a:t>
            </a:r>
            <a:endParaRPr lang="en-US" sz="7200" dirty="0"/>
          </a:p>
        </p:txBody>
      </p:sp>
      <p:sp>
        <p:nvSpPr>
          <p:cNvPr id="3" name="Subtitle 2">
            <a:extLst>
              <a:ext uri="{FF2B5EF4-FFF2-40B4-BE49-F238E27FC236}">
                <a16:creationId xmlns:a16="http://schemas.microsoft.com/office/drawing/2014/main" id="{44E9F82C-BBA7-3495-1097-BEDB54FFFDF4}"/>
              </a:ext>
            </a:extLst>
          </p:cNvPr>
          <p:cNvSpPr>
            <a:spLocks noGrp="1"/>
          </p:cNvSpPr>
          <p:nvPr>
            <p:ph type="subTitle" idx="1"/>
          </p:nvPr>
        </p:nvSpPr>
        <p:spPr>
          <a:xfrm>
            <a:off x="1066800" y="3807809"/>
            <a:ext cx="10058400" cy="1922731"/>
          </a:xfrm>
        </p:spPr>
        <p:txBody>
          <a:bodyPr>
            <a:normAutofit fontScale="92500" lnSpcReduction="20000"/>
          </a:bodyPr>
          <a:lstStyle/>
          <a:p>
            <a:pPr algn="ctr"/>
            <a:r>
              <a:rPr lang="en-US" sz="4400" b="1" dirty="0">
                <a:solidFill>
                  <a:schemeClr val="tx1"/>
                </a:solidFill>
                <a:cs typeface="Times New Roman" panose="02020603050405020304" pitchFamily="18" charset="0"/>
              </a:rPr>
              <a:t>Lecture 1/2</a:t>
            </a:r>
          </a:p>
          <a:p>
            <a:pPr algn="ctr"/>
            <a:r>
              <a:rPr lang="en-US" sz="4400" b="1" dirty="0">
                <a:solidFill>
                  <a:schemeClr val="tx1"/>
                </a:solidFill>
                <a:cs typeface="Times New Roman" panose="02020603050405020304" pitchFamily="18" charset="0"/>
              </a:rPr>
              <a:t>Part II-software testing</a:t>
            </a:r>
          </a:p>
          <a:p>
            <a:pPr algn="ctr"/>
            <a:r>
              <a:rPr lang="en-US" sz="4400" b="1" dirty="0">
                <a:solidFill>
                  <a:schemeClr val="tx1"/>
                </a:solidFill>
              </a:rPr>
              <a:t>Abstraction Level of Testing</a:t>
            </a:r>
          </a:p>
          <a:p>
            <a:pPr algn="ctr"/>
            <a:endParaRPr lang="en-US" sz="4400" b="1" dirty="0">
              <a:solidFill>
                <a:schemeClr val="tx1"/>
              </a:solidFill>
              <a:cs typeface="Times New Roman" panose="02020603050405020304" pitchFamily="18" charset="0"/>
            </a:endParaRPr>
          </a:p>
          <a:p>
            <a:endParaRPr lang="en-US" dirty="0">
              <a:solidFill>
                <a:schemeClr val="tx1"/>
              </a:solidFill>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75DE143E-53E3-798D-07E7-8D85DD770A95}"/>
              </a:ext>
            </a:extLst>
          </p:cNvPr>
          <p:cNvSpPr txBox="1"/>
          <p:nvPr/>
        </p:nvSpPr>
        <p:spPr>
          <a:xfrm>
            <a:off x="7923640" y="5712251"/>
            <a:ext cx="4397722" cy="523220"/>
          </a:xfrm>
          <a:prstGeom prst="rect">
            <a:avLst/>
          </a:prstGeom>
          <a:noFill/>
        </p:spPr>
        <p:txBody>
          <a:bodyPr wrap="square">
            <a:spAutoFit/>
          </a:bodyPr>
          <a:lstStyle/>
          <a:p>
            <a:pPr algn="ctr"/>
            <a:r>
              <a:rPr lang="en-US" sz="2800" dirty="0">
                <a:cs typeface="Times New Roman" panose="02020603050405020304" pitchFamily="18" charset="0"/>
              </a:rPr>
              <a:t>alina.arshad@nu.edu.pk</a:t>
            </a:r>
            <a:endParaRPr lang="en-US" sz="2800" dirty="0">
              <a:solidFill>
                <a:schemeClr val="tx1"/>
              </a:solidFill>
              <a:cs typeface="Times New Roman" panose="02020603050405020304" pitchFamily="18" charset="0"/>
            </a:endParaRPr>
          </a:p>
        </p:txBody>
      </p:sp>
    </p:spTree>
    <p:extLst>
      <p:ext uri="{BB962C8B-B14F-4D97-AF65-F5344CB8AC3E}">
        <p14:creationId xmlns:p14="http://schemas.microsoft.com/office/powerpoint/2010/main" val="332236103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Rectangle 2050"/>
          <p:cNvSpPr>
            <a:spLocks noGrp="1" noChangeArrowheads="1"/>
          </p:cNvSpPr>
          <p:nvPr>
            <p:ph type="title"/>
          </p:nvPr>
        </p:nvSpPr>
        <p:spPr/>
        <p:txBody>
          <a:bodyPr/>
          <a:lstStyle/>
          <a:p>
            <a:r>
              <a:rPr lang="en-US" b="1" dirty="0">
                <a:solidFill>
                  <a:schemeClr val="tx1"/>
                </a:solidFill>
              </a:rPr>
              <a:t>Today’s Outline</a:t>
            </a:r>
          </a:p>
        </p:txBody>
      </p:sp>
      <p:sp>
        <p:nvSpPr>
          <p:cNvPr id="107523" name="Rectangle 2051"/>
          <p:cNvSpPr>
            <a:spLocks noGrp="1" noChangeArrowheads="1"/>
          </p:cNvSpPr>
          <p:nvPr>
            <p:ph idx="1"/>
          </p:nvPr>
        </p:nvSpPr>
        <p:spPr>
          <a:xfrm>
            <a:off x="1097280" y="1905001"/>
            <a:ext cx="10216714" cy="4525963"/>
          </a:xfrm>
        </p:spPr>
        <p:txBody>
          <a:bodyPr>
            <a:normAutofit/>
          </a:bodyPr>
          <a:lstStyle/>
          <a:p>
            <a:pPr marL="0" indent="0">
              <a:buNone/>
            </a:pPr>
            <a:r>
              <a:rPr lang="en-US" sz="2800" dirty="0">
                <a:solidFill>
                  <a:schemeClr val="tx1"/>
                </a:solidFill>
              </a:rPr>
              <a:t>Abstraction Level of Testing</a:t>
            </a:r>
          </a:p>
          <a:p>
            <a:pPr>
              <a:buFont typeface="Arial" panose="020B0604020202020204" pitchFamily="34" charset="0"/>
              <a:buChar char="•"/>
            </a:pPr>
            <a:r>
              <a:rPr lang="en-US" sz="2400" dirty="0">
                <a:solidFill>
                  <a:schemeClr val="tx1"/>
                </a:solidFill>
              </a:rPr>
              <a:t>Unit testing</a:t>
            </a:r>
          </a:p>
          <a:p>
            <a:pPr>
              <a:buFont typeface="Arial" panose="020B0604020202020204" pitchFamily="34" charset="0"/>
              <a:buChar char="•"/>
            </a:pPr>
            <a:r>
              <a:rPr lang="en-US" sz="2400" dirty="0">
                <a:solidFill>
                  <a:schemeClr val="tx1"/>
                </a:solidFill>
              </a:rPr>
              <a:t>Integration testing</a:t>
            </a:r>
          </a:p>
          <a:p>
            <a:pPr>
              <a:buFont typeface="Arial" panose="020B0604020202020204" pitchFamily="34" charset="0"/>
              <a:buChar char="•"/>
            </a:pPr>
            <a:r>
              <a:rPr lang="en-US" sz="2400" dirty="0">
                <a:solidFill>
                  <a:schemeClr val="tx1"/>
                </a:solidFill>
              </a:rPr>
              <a:t>System testing</a:t>
            </a:r>
          </a:p>
          <a:p>
            <a:pPr>
              <a:buFont typeface="Arial" panose="020B0604020202020204" pitchFamily="34" charset="0"/>
              <a:buChar char="•"/>
            </a:pPr>
            <a:r>
              <a:rPr lang="en-US" sz="2400" dirty="0">
                <a:solidFill>
                  <a:schemeClr val="tx1"/>
                </a:solidFill>
              </a:rPr>
              <a:t>Acceptance testing</a:t>
            </a:r>
          </a:p>
          <a:p>
            <a:pPr marL="0" indent="0">
              <a:buNone/>
            </a:pPr>
            <a:endParaRPr lang="en-US" sz="2400" dirty="0"/>
          </a:p>
          <a:p>
            <a:endParaRPr lang="en-US" sz="2400" dirty="0"/>
          </a:p>
          <a:p>
            <a:endParaRPr lang="en-US" sz="2400" dirty="0"/>
          </a:p>
          <a:p>
            <a:endParaRPr lang="en-US" sz="2400" dirty="0"/>
          </a:p>
        </p:txBody>
      </p:sp>
      <p:pic>
        <p:nvPicPr>
          <p:cNvPr id="3" name="Picture 2"/>
          <p:cNvPicPr>
            <a:picLocks noChangeAspect="1"/>
          </p:cNvPicPr>
          <p:nvPr/>
        </p:nvPicPr>
        <p:blipFill>
          <a:blip r:embed="rId3"/>
          <a:stretch>
            <a:fillRect/>
          </a:stretch>
        </p:blipFill>
        <p:spPr>
          <a:xfrm>
            <a:off x="6990532" y="1905001"/>
            <a:ext cx="2447925" cy="3781425"/>
          </a:xfrm>
          <a:prstGeom prst="rect">
            <a:avLst/>
          </a:prstGeom>
        </p:spPr>
      </p:pic>
    </p:spTree>
    <p:extLst>
      <p:ext uri="{BB962C8B-B14F-4D97-AF65-F5344CB8AC3E}">
        <p14:creationId xmlns:p14="http://schemas.microsoft.com/office/powerpoint/2010/main" val="9877850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chemeClr val="tx1"/>
                </a:solidFill>
              </a:rPr>
              <a:t>Unit testing</a:t>
            </a:r>
          </a:p>
        </p:txBody>
      </p:sp>
      <p:sp>
        <p:nvSpPr>
          <p:cNvPr id="3" name="Content Placeholder 2"/>
          <p:cNvSpPr>
            <a:spLocks noGrp="1"/>
          </p:cNvSpPr>
          <p:nvPr>
            <p:ph idx="1"/>
          </p:nvPr>
        </p:nvSpPr>
        <p:spPr>
          <a:xfrm>
            <a:off x="936035" y="1866597"/>
            <a:ext cx="10487142" cy="4136440"/>
          </a:xfrm>
        </p:spPr>
        <p:txBody>
          <a:bodyPr>
            <a:normAutofit fontScale="92500" lnSpcReduction="10000"/>
          </a:bodyPr>
          <a:lstStyle/>
          <a:p>
            <a:pPr algn="just" fontAlgn="base">
              <a:buFont typeface="Arial" panose="020B0604020202020204" pitchFamily="34" charset="0"/>
              <a:buChar char="•"/>
            </a:pPr>
            <a:r>
              <a:rPr lang="en-US" sz="2400" b="1" dirty="0">
                <a:solidFill>
                  <a:schemeClr val="tx1"/>
                </a:solidFill>
              </a:rPr>
              <a:t>The most basic type of testing</a:t>
            </a:r>
          </a:p>
          <a:p>
            <a:pPr algn="just" fontAlgn="base">
              <a:buFont typeface="Arial" panose="020B0604020202020204" pitchFamily="34" charset="0"/>
              <a:buChar char="•"/>
            </a:pPr>
            <a:r>
              <a:rPr lang="en-US" sz="2400" dirty="0">
                <a:solidFill>
                  <a:schemeClr val="tx1"/>
                </a:solidFill>
              </a:rPr>
              <a:t>Unit testing aims to verify each part of the software by isolating it and then perform tests to demonstrate that each individual component is correct in terms of fulfilling requirements and the desired functionality.</a:t>
            </a:r>
          </a:p>
          <a:p>
            <a:pPr algn="just" fontAlgn="base">
              <a:buFont typeface="Arial" panose="020B0604020202020204" pitchFamily="34" charset="0"/>
              <a:buChar char="•"/>
            </a:pPr>
            <a:r>
              <a:rPr lang="en-US" sz="2400" b="1" dirty="0">
                <a:solidFill>
                  <a:schemeClr val="tx1"/>
                </a:solidFill>
              </a:rPr>
              <a:t>White box testing</a:t>
            </a:r>
          </a:p>
          <a:p>
            <a:pPr algn="just" fontAlgn="base">
              <a:buFont typeface="Arial" panose="020B0604020202020204" pitchFamily="34" charset="0"/>
              <a:buChar char="•"/>
            </a:pPr>
            <a:r>
              <a:rPr lang="en-US" sz="2400" dirty="0">
                <a:solidFill>
                  <a:schemeClr val="tx1"/>
                </a:solidFill>
              </a:rPr>
              <a:t>This type of testing is performed at the earliest stages of the development process, and in many cases it is executed by the developers themselves before handing the software over to the testing team.</a:t>
            </a:r>
          </a:p>
          <a:p>
            <a:pPr algn="just" fontAlgn="base">
              <a:buFont typeface="Arial" panose="020B0604020202020204" pitchFamily="34" charset="0"/>
              <a:buChar char="•"/>
            </a:pPr>
            <a:r>
              <a:rPr lang="en-US" sz="2400" dirty="0">
                <a:solidFill>
                  <a:schemeClr val="tx1"/>
                </a:solidFill>
              </a:rPr>
              <a:t>The advantage of detecting any errors in the software early in the day is that by doing so the team minimizes software development risks, as well as time and money wasted in having to go back and undo fundamental problems in the program once it is nearly completed.</a:t>
            </a:r>
          </a:p>
          <a:p>
            <a:pPr algn="just"/>
            <a:endParaRPr lang="en-US" sz="2400" dirty="0">
              <a:solidFill>
                <a:schemeClr val="tx1"/>
              </a:solidFill>
            </a:endParaRPr>
          </a:p>
        </p:txBody>
      </p:sp>
    </p:spTree>
    <p:extLst>
      <p:ext uri="{BB962C8B-B14F-4D97-AF65-F5344CB8AC3E}">
        <p14:creationId xmlns:p14="http://schemas.microsoft.com/office/powerpoint/2010/main" val="251900601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2500A26-0407-9E1D-E5D3-7F4084570436}"/>
              </a:ext>
            </a:extLst>
          </p:cNvPr>
          <p:cNvSpPr>
            <a:spLocks noChangeArrowheads="1"/>
          </p:cNvSpPr>
          <p:nvPr/>
        </p:nvSpPr>
        <p:spPr bwMode="auto">
          <a:xfrm>
            <a:off x="290512" y="1143125"/>
            <a:ext cx="5055901" cy="52629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800" b="0" i="0" u="none" strike="noStrike" cap="none" normalizeH="0" baseline="0" dirty="0">
                <a:ln>
                  <a:noFill/>
                </a:ln>
                <a:solidFill>
                  <a:schemeClr val="tx1"/>
                </a:solidFill>
                <a:effectLst/>
                <a:latin typeface="Arial" panose="020B0604020202020204" pitchFamily="34" charset="0"/>
              </a:rPr>
              <a:t>Suppose we have a function that adds two numbers:</a:t>
            </a:r>
            <a:endParaRPr kumimoji="0" lang="en-US" altLang="en-US" sz="2800" b="0" i="0" u="none" strike="noStrike" cap="none" normalizeH="0" baseline="0" dirty="0">
              <a:ln>
                <a:noFill/>
              </a:ln>
              <a:solidFill>
                <a:schemeClr val="tx1"/>
              </a:solidFill>
              <a:effectLst/>
              <a:latin typeface="Arial Unicode MS"/>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800" b="0" i="0" u="none" strike="noStrike" cap="none" normalizeH="0" baseline="0" dirty="0">
              <a:ln>
                <a:noFill/>
              </a:ln>
              <a:solidFill>
                <a:schemeClr val="tx1"/>
              </a:solidFill>
              <a:effectLst/>
              <a:latin typeface="Arial Unicode MS"/>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800" b="0" i="0" u="none" strike="noStrike" cap="none" normalizeH="0" baseline="0" dirty="0">
                <a:ln>
                  <a:noFill/>
                </a:ln>
                <a:solidFill>
                  <a:schemeClr val="tx1"/>
                </a:solidFill>
                <a:effectLst/>
                <a:latin typeface="Arial Unicode MS"/>
              </a:rPr>
              <a:t>def add(a, b):</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800" b="0" i="0" u="none" strike="noStrike" cap="none" normalizeH="0" baseline="0" dirty="0">
                <a:ln>
                  <a:noFill/>
                </a:ln>
                <a:solidFill>
                  <a:schemeClr val="tx1"/>
                </a:solidFill>
                <a:effectLst/>
                <a:latin typeface="Arial Unicode MS"/>
              </a:rPr>
              <a:t> return a + b</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800" b="0" i="0" u="none" strike="noStrike" cap="none" normalizeH="0" baseline="0" dirty="0">
              <a:ln>
                <a:noFill/>
              </a:ln>
              <a:solidFill>
                <a:schemeClr val="tx1"/>
              </a:solidFill>
              <a:effectLst/>
              <a:latin typeface="Arial Unicode MS"/>
            </a:endParaRPr>
          </a:p>
          <a:p>
            <a:pPr defTabSz="914400" eaLnBrk="0" fontAlgn="base" hangingPunct="0">
              <a:spcBef>
                <a:spcPct val="0"/>
              </a:spcBef>
              <a:spcAft>
                <a:spcPct val="0"/>
              </a:spcAft>
            </a:pPr>
            <a:r>
              <a:rPr kumimoji="0" lang="en-US" altLang="en-US" sz="2800" b="0" i="0" u="none" strike="noStrike" cap="none" normalizeH="0" baseline="0" dirty="0">
                <a:ln>
                  <a:noFill/>
                </a:ln>
                <a:solidFill>
                  <a:schemeClr val="tx1"/>
                </a:solidFill>
                <a:effectLst/>
                <a:latin typeface="Arial" panose="020B0604020202020204" pitchFamily="34" charset="0"/>
              </a:rPr>
              <a:t>We can use the </a:t>
            </a:r>
            <a:r>
              <a:rPr kumimoji="0" lang="en-US" altLang="en-US" sz="2800" b="0" i="0" u="none" strike="noStrike" cap="none" normalizeH="0" baseline="0" dirty="0" err="1">
                <a:ln>
                  <a:noFill/>
                </a:ln>
                <a:solidFill>
                  <a:schemeClr val="tx1"/>
                </a:solidFill>
                <a:effectLst/>
                <a:latin typeface="Arial Unicode MS"/>
              </a:rPr>
              <a:t>unittest</a:t>
            </a:r>
            <a:r>
              <a:rPr kumimoji="0" lang="en-US" altLang="en-US" sz="2800" b="0" i="0" u="none" strike="noStrike" cap="none" normalizeH="0" baseline="0" dirty="0">
                <a:ln>
                  <a:noFill/>
                </a:ln>
                <a:solidFill>
                  <a:schemeClr val="tx1"/>
                </a:solidFill>
                <a:effectLst/>
              </a:rPr>
              <a:t> framework in Python to create a unit test for the </a:t>
            </a:r>
            <a:r>
              <a:rPr kumimoji="0" lang="en-US" altLang="en-US" sz="2800" b="0" i="0" u="none" strike="noStrike" cap="none" normalizeH="0" baseline="0" dirty="0">
                <a:ln>
                  <a:noFill/>
                </a:ln>
                <a:solidFill>
                  <a:schemeClr val="tx1"/>
                </a:solidFill>
                <a:effectLst/>
                <a:latin typeface="Arial Unicode MS"/>
              </a:rPr>
              <a:t>add</a:t>
            </a:r>
            <a:r>
              <a:rPr kumimoji="0" lang="en-US" altLang="en-US" sz="2800" b="0" i="0" u="none" strike="noStrike" cap="none" normalizeH="0" baseline="0" dirty="0">
                <a:ln>
                  <a:noFill/>
                </a:ln>
                <a:solidFill>
                  <a:schemeClr val="tx1"/>
                </a:solidFill>
                <a:effectLst/>
              </a:rPr>
              <a:t> function. </a:t>
            </a:r>
            <a:endParaRPr kumimoji="0" lang="en-US" altLang="en-US" sz="2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800" b="0" i="0" u="none" strike="noStrike" cap="none" normalizeH="0" baseline="0" dirty="0">
              <a:ln>
                <a:noFill/>
              </a:ln>
              <a:solidFill>
                <a:schemeClr val="tx1"/>
              </a:solidFill>
              <a:effectLst/>
              <a:latin typeface="Arial Unicode MS"/>
            </a:endParaRP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sz="2800" dirty="0">
              <a:latin typeface="Arial Unicode MS"/>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800" b="0" i="0" u="none" strike="noStrike" cap="none" normalizeH="0" baseline="0" dirty="0">
              <a:ln>
                <a:noFill/>
              </a:ln>
              <a:solidFill>
                <a:schemeClr val="tx1"/>
              </a:solidFill>
              <a:effectLst/>
              <a:latin typeface="Arial Unicode MS"/>
            </a:endParaRPr>
          </a:p>
        </p:txBody>
      </p:sp>
      <p:sp>
        <p:nvSpPr>
          <p:cNvPr id="4" name="TextBox 3">
            <a:extLst>
              <a:ext uri="{FF2B5EF4-FFF2-40B4-BE49-F238E27FC236}">
                <a16:creationId xmlns:a16="http://schemas.microsoft.com/office/drawing/2014/main" id="{B330FBA5-8A8D-C9B6-08CA-5062EF107BBA}"/>
              </a:ext>
            </a:extLst>
          </p:cNvPr>
          <p:cNvSpPr txBox="1"/>
          <p:nvPr/>
        </p:nvSpPr>
        <p:spPr>
          <a:xfrm>
            <a:off x="290512" y="556616"/>
            <a:ext cx="6093724" cy="707886"/>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lang="en-US" sz="4000" b="1" dirty="0">
                <a:solidFill>
                  <a:schemeClr val="tx1"/>
                </a:solidFill>
              </a:rPr>
              <a:t>Unit testing</a:t>
            </a:r>
            <a:endParaRPr kumimoji="0" lang="en-US" altLang="en-US" sz="1400" b="0" i="0" u="none" strike="noStrike" cap="none" normalizeH="0" baseline="0" dirty="0">
              <a:ln>
                <a:noFill/>
              </a:ln>
              <a:solidFill>
                <a:schemeClr val="tx1"/>
              </a:solidFill>
              <a:effectLst/>
              <a:latin typeface="Arial" panose="020B0604020202020204" pitchFamily="34" charset="0"/>
            </a:endParaRPr>
          </a:p>
        </p:txBody>
      </p:sp>
      <p:pic>
        <p:nvPicPr>
          <p:cNvPr id="9" name="Picture 8">
            <a:extLst>
              <a:ext uri="{FF2B5EF4-FFF2-40B4-BE49-F238E27FC236}">
                <a16:creationId xmlns:a16="http://schemas.microsoft.com/office/drawing/2014/main" id="{FDECD104-7F8D-170D-465C-DD256E7895F3}"/>
              </a:ext>
            </a:extLst>
          </p:cNvPr>
          <p:cNvPicPr>
            <a:picLocks noChangeAspect="1"/>
          </p:cNvPicPr>
          <p:nvPr/>
        </p:nvPicPr>
        <p:blipFill>
          <a:blip r:embed="rId2"/>
          <a:stretch>
            <a:fillRect/>
          </a:stretch>
        </p:blipFill>
        <p:spPr>
          <a:xfrm>
            <a:off x="6334486" y="127793"/>
            <a:ext cx="5567002" cy="6384050"/>
          </a:xfrm>
          <a:prstGeom prst="rect">
            <a:avLst/>
          </a:prstGeom>
        </p:spPr>
      </p:pic>
    </p:spTree>
    <p:extLst>
      <p:ext uri="{BB962C8B-B14F-4D97-AF65-F5344CB8AC3E}">
        <p14:creationId xmlns:p14="http://schemas.microsoft.com/office/powerpoint/2010/main" val="143992728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7280" y="873457"/>
            <a:ext cx="10058400" cy="863903"/>
          </a:xfrm>
        </p:spPr>
        <p:txBody>
          <a:bodyPr/>
          <a:lstStyle/>
          <a:p>
            <a:r>
              <a:rPr lang="en-US" b="1" dirty="0">
                <a:solidFill>
                  <a:schemeClr val="tx1"/>
                </a:solidFill>
              </a:rPr>
              <a:t>Integration testing</a:t>
            </a:r>
          </a:p>
        </p:txBody>
      </p:sp>
      <p:sp>
        <p:nvSpPr>
          <p:cNvPr id="3" name="Content Placeholder 2"/>
          <p:cNvSpPr>
            <a:spLocks noGrp="1"/>
          </p:cNvSpPr>
          <p:nvPr>
            <p:ph idx="1"/>
          </p:nvPr>
        </p:nvSpPr>
        <p:spPr/>
        <p:txBody>
          <a:bodyPr>
            <a:normAutofit fontScale="92500" lnSpcReduction="10000"/>
          </a:bodyPr>
          <a:lstStyle/>
          <a:p>
            <a:pPr algn="just" fontAlgn="base">
              <a:buFont typeface="Arial" panose="020B0604020202020204" pitchFamily="34" charset="0"/>
              <a:buChar char="•"/>
            </a:pPr>
            <a:r>
              <a:rPr lang="en-US" sz="2400" dirty="0">
                <a:solidFill>
                  <a:schemeClr val="tx1"/>
                </a:solidFill>
              </a:rPr>
              <a:t>Integration testing aims to test different parts of the system in combination in order to assess if they work correctly together. </a:t>
            </a:r>
          </a:p>
          <a:p>
            <a:pPr algn="just" fontAlgn="base">
              <a:buFont typeface="Arial" panose="020B0604020202020204" pitchFamily="34" charset="0"/>
              <a:buChar char="•"/>
            </a:pPr>
            <a:r>
              <a:rPr lang="en-US" sz="2400" dirty="0">
                <a:solidFill>
                  <a:schemeClr val="tx1"/>
                </a:solidFill>
              </a:rPr>
              <a:t>By testing the units in groups, any faults in the way they interact together can be identified.</a:t>
            </a:r>
          </a:p>
          <a:p>
            <a:pPr algn="just" fontAlgn="base">
              <a:buFont typeface="Arial" panose="020B0604020202020204" pitchFamily="34" charset="0"/>
              <a:buChar char="•"/>
            </a:pPr>
            <a:r>
              <a:rPr lang="en-US" sz="2400" dirty="0">
                <a:solidFill>
                  <a:schemeClr val="tx1"/>
                </a:solidFill>
              </a:rPr>
              <a:t>There are many ways to test how different components of the system function at their interface; testers can adopt either a bottom-up or a top-down integration method.</a:t>
            </a:r>
          </a:p>
          <a:p>
            <a:pPr algn="just" fontAlgn="base">
              <a:buFont typeface="Arial" panose="020B0604020202020204" pitchFamily="34" charset="0"/>
              <a:buChar char="•"/>
            </a:pPr>
            <a:r>
              <a:rPr lang="en-US" sz="2400" dirty="0">
                <a:solidFill>
                  <a:schemeClr val="tx1"/>
                </a:solidFill>
              </a:rPr>
              <a:t>In bottom-up </a:t>
            </a:r>
            <a:r>
              <a:rPr lang="en-US" sz="2400" dirty="0">
                <a:solidFill>
                  <a:schemeClr val="tx1"/>
                </a:solidFill>
                <a:hlinkClick r:id="rId2">
                  <a:extLst>
                    <a:ext uri="{A12FA001-AC4F-418D-AE19-62706E023703}">
                      <ahyp:hlinkClr xmlns:ahyp="http://schemas.microsoft.com/office/drawing/2018/hyperlinkcolor" val="tx"/>
                    </a:ext>
                  </a:extLst>
                </a:hlinkClick>
              </a:rPr>
              <a:t>integration testing</a:t>
            </a:r>
            <a:r>
              <a:rPr lang="en-US" sz="2400" dirty="0">
                <a:solidFill>
                  <a:schemeClr val="tx1"/>
                </a:solidFill>
              </a:rPr>
              <a:t>, testing builds on the results of unit testing by testing higher-level combination of units (called modules) in successively more complex scenarios.</a:t>
            </a:r>
          </a:p>
          <a:p>
            <a:pPr algn="just" fontAlgn="base">
              <a:buFont typeface="Arial" panose="020B0604020202020204" pitchFamily="34" charset="0"/>
              <a:buChar char="•"/>
            </a:pPr>
            <a:r>
              <a:rPr lang="en-US" sz="2400" dirty="0">
                <a:solidFill>
                  <a:schemeClr val="tx1"/>
                </a:solidFill>
              </a:rPr>
              <a:t>It is recommended that testers start with this approach first, before applying the top-down approach which tests higher-level modules first and studies simpler ones later.</a:t>
            </a:r>
          </a:p>
          <a:p>
            <a:pPr algn="just">
              <a:buFont typeface="Arial" panose="020B0604020202020204" pitchFamily="34" charset="0"/>
              <a:buChar char="•"/>
            </a:pPr>
            <a:endParaRPr lang="en-US" sz="2400" dirty="0">
              <a:solidFill>
                <a:schemeClr val="tx1"/>
              </a:solidFill>
            </a:endParaRPr>
          </a:p>
        </p:txBody>
      </p:sp>
    </p:spTree>
    <p:extLst>
      <p:ext uri="{BB962C8B-B14F-4D97-AF65-F5344CB8AC3E}">
        <p14:creationId xmlns:p14="http://schemas.microsoft.com/office/powerpoint/2010/main" val="383968509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Lightbox">
            <a:extLst>
              <a:ext uri="{FF2B5EF4-FFF2-40B4-BE49-F238E27FC236}">
                <a16:creationId xmlns:a16="http://schemas.microsoft.com/office/drawing/2014/main" id="{D8CEDD1A-FA10-928D-5B2D-E370F3197AF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222250"/>
            <a:ext cx="12192000" cy="641191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1088271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7280" y="655093"/>
            <a:ext cx="10058400" cy="1082267"/>
          </a:xfrm>
        </p:spPr>
        <p:txBody>
          <a:bodyPr>
            <a:normAutofit/>
          </a:bodyPr>
          <a:lstStyle/>
          <a:p>
            <a:r>
              <a:rPr lang="en-US" b="1" dirty="0">
                <a:solidFill>
                  <a:schemeClr val="tx1"/>
                </a:solidFill>
              </a:rPr>
              <a:t>Stubs and Drivers</a:t>
            </a:r>
          </a:p>
        </p:txBody>
      </p:sp>
      <p:sp>
        <p:nvSpPr>
          <p:cNvPr id="3" name="Content Placeholder 2"/>
          <p:cNvSpPr>
            <a:spLocks noGrp="1"/>
          </p:cNvSpPr>
          <p:nvPr>
            <p:ph idx="1"/>
          </p:nvPr>
        </p:nvSpPr>
        <p:spPr>
          <a:xfrm>
            <a:off x="758613" y="1737360"/>
            <a:ext cx="11029615" cy="4367366"/>
          </a:xfrm>
        </p:spPr>
        <p:txBody>
          <a:bodyPr>
            <a:normAutofit/>
          </a:bodyPr>
          <a:lstStyle/>
          <a:p>
            <a:pPr algn="just" fontAlgn="base">
              <a:buFont typeface="Arial" panose="020B0604020202020204" pitchFamily="34" charset="0"/>
              <a:buChar char="•"/>
            </a:pPr>
            <a:r>
              <a:rPr lang="en-US" sz="2400" dirty="0">
                <a:solidFill>
                  <a:schemeClr val="tx1"/>
                </a:solidFill>
              </a:rPr>
              <a:t>When testing incomplete portions of software, developers and testers often need extra software components, sometimes called scaffolding. </a:t>
            </a:r>
          </a:p>
          <a:p>
            <a:pPr algn="just" fontAlgn="base">
              <a:buFont typeface="Arial" panose="020B0604020202020204" pitchFamily="34" charset="0"/>
              <a:buChar char="•"/>
            </a:pPr>
            <a:r>
              <a:rPr lang="en-US" sz="2400" dirty="0">
                <a:solidFill>
                  <a:schemeClr val="tx1"/>
                </a:solidFill>
              </a:rPr>
              <a:t>The two most common types of scaffolding are known as test stubs and test drivers. </a:t>
            </a:r>
          </a:p>
          <a:p>
            <a:pPr algn="just" fontAlgn="base">
              <a:buFont typeface="Arial" panose="020B0604020202020204" pitchFamily="34" charset="0"/>
              <a:buChar char="•"/>
            </a:pPr>
            <a:r>
              <a:rPr lang="en-US" sz="2400" dirty="0">
                <a:solidFill>
                  <a:schemeClr val="tx1"/>
                </a:solidFill>
              </a:rPr>
              <a:t>A test stub is a skeletal or special-purpose implementation of a software module, used to develop or test a component that calls the stub or otherwise depends on it. It replaces a called component.</a:t>
            </a:r>
          </a:p>
          <a:p>
            <a:pPr algn="just" fontAlgn="base">
              <a:buFont typeface="Arial" panose="020B0604020202020204" pitchFamily="34" charset="0"/>
              <a:buChar char="•"/>
            </a:pPr>
            <a:r>
              <a:rPr lang="en-US" sz="2400" dirty="0">
                <a:solidFill>
                  <a:schemeClr val="tx1"/>
                </a:solidFill>
              </a:rPr>
              <a:t>The simplest action for a stub is to assign constant values to the outputs. </a:t>
            </a:r>
          </a:p>
          <a:p>
            <a:pPr algn="just" fontAlgn="base"/>
            <a:endParaRPr lang="en-US" dirty="0"/>
          </a:p>
          <a:p>
            <a:pPr algn="just" fontAlgn="base"/>
            <a:endParaRPr lang="en-US" dirty="0"/>
          </a:p>
        </p:txBody>
      </p:sp>
    </p:spTree>
    <p:extLst>
      <p:ext uri="{BB962C8B-B14F-4D97-AF65-F5344CB8AC3E}">
        <p14:creationId xmlns:p14="http://schemas.microsoft.com/office/powerpoint/2010/main" val="220766476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a:extLst>
              <a:ext uri="{FF2B5EF4-FFF2-40B4-BE49-F238E27FC236}">
                <a16:creationId xmlns:a16="http://schemas.microsoft.com/office/drawing/2014/main" id="{F634F4E8-E5C5-9758-7BAD-BE9548CD9C1C}"/>
              </a:ext>
            </a:extLst>
          </p:cNvPr>
          <p:cNvSpPr>
            <a:spLocks noChangeArrowheads="1"/>
          </p:cNvSpPr>
          <p:nvPr/>
        </p:nvSpPr>
        <p:spPr bwMode="auto">
          <a:xfrm>
            <a:off x="338804" y="212308"/>
            <a:ext cx="3952279" cy="2554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chemeClr val="tx1"/>
                </a:solidFill>
                <a:effectLst/>
              </a:rPr>
              <a:t>Suppose you are developing an online shopping application where a </a:t>
            </a:r>
            <a:r>
              <a:rPr kumimoji="0" lang="en-US" altLang="en-US" sz="2000" b="1" i="0" u="none" strike="noStrike" cap="none" normalizeH="0" baseline="0" dirty="0">
                <a:ln>
                  <a:noFill/>
                </a:ln>
                <a:solidFill>
                  <a:schemeClr val="tx1"/>
                </a:solidFill>
                <a:effectLst/>
              </a:rPr>
              <a:t>Cart</a:t>
            </a:r>
            <a:r>
              <a:rPr kumimoji="0" lang="en-US" altLang="en-US" sz="2000" b="0" i="0" u="none" strike="noStrike" cap="none" normalizeH="0" baseline="0" dirty="0">
                <a:ln>
                  <a:noFill/>
                </a:ln>
                <a:solidFill>
                  <a:schemeClr val="tx1"/>
                </a:solidFill>
                <a:effectLst/>
              </a:rPr>
              <a:t> module depends on an </a:t>
            </a:r>
            <a:r>
              <a:rPr kumimoji="0" lang="en-US" altLang="en-US" sz="2000" b="1" i="0" u="none" strike="noStrike" cap="none" normalizeH="0" baseline="0" dirty="0">
                <a:ln>
                  <a:noFill/>
                </a:ln>
                <a:solidFill>
                  <a:schemeClr val="tx1"/>
                </a:solidFill>
                <a:effectLst/>
              </a:rPr>
              <a:t>Inventory</a:t>
            </a:r>
            <a:r>
              <a:rPr kumimoji="0" lang="en-US" altLang="en-US" sz="2000" b="0" i="0" u="none" strike="noStrike" cap="none" normalizeH="0" baseline="0" dirty="0">
                <a:ln>
                  <a:noFill/>
                </a:ln>
                <a:solidFill>
                  <a:schemeClr val="tx1"/>
                </a:solidFill>
                <a:effectLst/>
              </a:rPr>
              <a:t> module to check product availability before adding items to the cart. </a:t>
            </a:r>
            <a:r>
              <a:rPr lang="en-US" altLang="en-US" sz="2000" dirty="0"/>
              <a:t>T</a:t>
            </a:r>
            <a:r>
              <a:rPr kumimoji="0" lang="en-US" altLang="en-US" sz="2000" b="0" i="0" u="none" strike="noStrike" cap="none" normalizeH="0" baseline="0" dirty="0">
                <a:ln>
                  <a:noFill/>
                </a:ln>
                <a:solidFill>
                  <a:schemeClr val="tx1"/>
                </a:solidFill>
                <a:effectLst/>
              </a:rPr>
              <a:t>he Inventory module is not fully developed yet, so you create a </a:t>
            </a:r>
            <a:r>
              <a:rPr kumimoji="0" lang="en-US" altLang="en-US" sz="2000" b="1" i="0" u="none" strike="noStrike" cap="none" normalizeH="0" baseline="0" dirty="0">
                <a:ln>
                  <a:noFill/>
                </a:ln>
                <a:solidFill>
                  <a:schemeClr val="tx1"/>
                </a:solidFill>
                <a:effectLst/>
              </a:rPr>
              <a:t>stub</a:t>
            </a:r>
            <a:r>
              <a:rPr kumimoji="0" lang="en-US" altLang="en-US" sz="2000" b="0" i="0" u="none" strike="noStrike" cap="none" normalizeH="0" baseline="0" dirty="0">
                <a:ln>
                  <a:noFill/>
                </a:ln>
                <a:solidFill>
                  <a:schemeClr val="tx1"/>
                </a:solidFill>
                <a:effectLst/>
              </a:rPr>
              <a:t> for it. </a:t>
            </a:r>
          </a:p>
        </p:txBody>
      </p:sp>
      <p:sp>
        <p:nvSpPr>
          <p:cNvPr id="3" name="TextBox 2">
            <a:extLst>
              <a:ext uri="{FF2B5EF4-FFF2-40B4-BE49-F238E27FC236}">
                <a16:creationId xmlns:a16="http://schemas.microsoft.com/office/drawing/2014/main" id="{569C54AD-0C4E-AD6F-84E1-D71D367CE592}"/>
              </a:ext>
            </a:extLst>
          </p:cNvPr>
          <p:cNvSpPr txBox="1"/>
          <p:nvPr/>
        </p:nvSpPr>
        <p:spPr>
          <a:xfrm>
            <a:off x="338804" y="2751827"/>
            <a:ext cx="3223262" cy="400110"/>
          </a:xfrm>
          <a:prstGeom prst="rect">
            <a:avLst/>
          </a:prstGeom>
          <a:noFill/>
        </p:spPr>
        <p:txBody>
          <a:bodyPr wrap="square">
            <a:spAutoFit/>
          </a:bodyPr>
          <a:lstStyle/>
          <a:p>
            <a:r>
              <a:rPr lang="en-US" sz="2000" b="1" dirty="0"/>
              <a:t>Cart Module (Under Test)</a:t>
            </a:r>
          </a:p>
        </p:txBody>
      </p:sp>
      <p:pic>
        <p:nvPicPr>
          <p:cNvPr id="4" name="Picture 3">
            <a:extLst>
              <a:ext uri="{FF2B5EF4-FFF2-40B4-BE49-F238E27FC236}">
                <a16:creationId xmlns:a16="http://schemas.microsoft.com/office/drawing/2014/main" id="{3B55406A-7CA0-C161-9900-F03BBC33B198}"/>
              </a:ext>
            </a:extLst>
          </p:cNvPr>
          <p:cNvPicPr>
            <a:picLocks noChangeAspect="1"/>
          </p:cNvPicPr>
          <p:nvPr/>
        </p:nvPicPr>
        <p:blipFill>
          <a:blip r:embed="rId2"/>
          <a:srcRect l="-1293" t="3666" r="26827" b="-2081"/>
          <a:stretch/>
        </p:blipFill>
        <p:spPr>
          <a:xfrm>
            <a:off x="338804" y="3151937"/>
            <a:ext cx="4609677" cy="3650823"/>
          </a:xfrm>
          <a:prstGeom prst="rect">
            <a:avLst/>
          </a:prstGeom>
        </p:spPr>
      </p:pic>
      <p:sp>
        <p:nvSpPr>
          <p:cNvPr id="5" name="Rectangle 3">
            <a:extLst>
              <a:ext uri="{FF2B5EF4-FFF2-40B4-BE49-F238E27FC236}">
                <a16:creationId xmlns:a16="http://schemas.microsoft.com/office/drawing/2014/main" id="{03521D42-30B5-AA51-5F9D-5A9840C68C28}"/>
              </a:ext>
            </a:extLst>
          </p:cNvPr>
          <p:cNvSpPr>
            <a:spLocks noChangeArrowheads="1"/>
          </p:cNvSpPr>
          <p:nvPr/>
        </p:nvSpPr>
        <p:spPr bwMode="auto">
          <a:xfrm>
            <a:off x="5641575" y="244011"/>
            <a:ext cx="6211621" cy="923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1" i="0" u="none" strike="noStrike" cap="none" normalizeH="0" baseline="0" dirty="0">
                <a:ln>
                  <a:noFill/>
                </a:ln>
                <a:solidFill>
                  <a:schemeClr val="tx1"/>
                </a:solidFill>
                <a:effectLst/>
                <a:latin typeface="Arial" panose="020B0604020202020204" pitchFamily="34" charset="0"/>
              </a:rPr>
              <a:t>Inventory Stub</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chemeClr val="tx1"/>
                </a:solidFill>
                <a:effectLst/>
                <a:latin typeface="Arial" panose="020B0604020202020204" pitchFamily="34" charset="0"/>
              </a:rPr>
              <a:t>Since the </a:t>
            </a:r>
            <a:r>
              <a:rPr kumimoji="0" lang="en-US" altLang="en-US" b="0" i="0" u="none" strike="noStrike" cap="none" normalizeH="0" baseline="0" dirty="0">
                <a:ln>
                  <a:noFill/>
                </a:ln>
                <a:solidFill>
                  <a:schemeClr val="tx1"/>
                </a:solidFill>
                <a:effectLst/>
                <a:latin typeface="Arial Unicode MS"/>
              </a:rPr>
              <a:t>Inventory</a:t>
            </a:r>
            <a:r>
              <a:rPr kumimoji="0" lang="en-US" altLang="en-US" b="0" i="0" u="none" strike="noStrike" cap="none" normalizeH="0" baseline="0" dirty="0">
                <a:ln>
                  <a:noFill/>
                </a:ln>
                <a:solidFill>
                  <a:schemeClr val="tx1"/>
                </a:solidFill>
                <a:effectLst/>
              </a:rPr>
              <a:t> module isn’t ready, you can create a </a:t>
            </a:r>
            <a:r>
              <a:rPr kumimoji="0" lang="en-US" altLang="en-US" b="1" i="0" u="none" strike="noStrike" cap="none" normalizeH="0" baseline="0" dirty="0">
                <a:ln>
                  <a:noFill/>
                </a:ln>
                <a:solidFill>
                  <a:schemeClr val="tx1"/>
                </a:solidFill>
                <a:effectLst/>
                <a:latin typeface="Arial" panose="020B0604020202020204" pitchFamily="34" charset="0"/>
              </a:rPr>
              <a:t>test stub</a:t>
            </a:r>
            <a:r>
              <a:rPr kumimoji="0" lang="en-US" altLang="en-US" b="0" i="0" u="none" strike="noStrike" cap="none" normalizeH="0" baseline="0" dirty="0">
                <a:ln>
                  <a:noFill/>
                </a:ln>
                <a:solidFill>
                  <a:schemeClr val="tx1"/>
                </a:solidFill>
                <a:effectLst/>
                <a:latin typeface="Arial" panose="020B0604020202020204" pitchFamily="34" charset="0"/>
              </a:rPr>
              <a:t> to simulate its behavior</a:t>
            </a:r>
          </a:p>
        </p:txBody>
      </p:sp>
      <p:pic>
        <p:nvPicPr>
          <p:cNvPr id="6" name="Picture 5">
            <a:extLst>
              <a:ext uri="{FF2B5EF4-FFF2-40B4-BE49-F238E27FC236}">
                <a16:creationId xmlns:a16="http://schemas.microsoft.com/office/drawing/2014/main" id="{0E044921-C752-FDA0-7E7F-853D22449ECB}"/>
              </a:ext>
            </a:extLst>
          </p:cNvPr>
          <p:cNvPicPr>
            <a:picLocks noChangeAspect="1"/>
          </p:cNvPicPr>
          <p:nvPr/>
        </p:nvPicPr>
        <p:blipFill>
          <a:blip r:embed="rId3"/>
          <a:stretch>
            <a:fillRect/>
          </a:stretch>
        </p:blipFill>
        <p:spPr>
          <a:xfrm>
            <a:off x="5641575" y="1167341"/>
            <a:ext cx="5426759" cy="1434494"/>
          </a:xfrm>
          <a:prstGeom prst="rect">
            <a:avLst/>
          </a:prstGeom>
        </p:spPr>
      </p:pic>
      <p:pic>
        <p:nvPicPr>
          <p:cNvPr id="7" name="Picture 6">
            <a:extLst>
              <a:ext uri="{FF2B5EF4-FFF2-40B4-BE49-F238E27FC236}">
                <a16:creationId xmlns:a16="http://schemas.microsoft.com/office/drawing/2014/main" id="{41BE5E0F-45AC-270C-F424-5B97339127CD}"/>
              </a:ext>
            </a:extLst>
          </p:cNvPr>
          <p:cNvPicPr>
            <a:picLocks noChangeAspect="1"/>
          </p:cNvPicPr>
          <p:nvPr/>
        </p:nvPicPr>
        <p:blipFill>
          <a:blip r:embed="rId4"/>
          <a:stretch>
            <a:fillRect/>
          </a:stretch>
        </p:blipFill>
        <p:spPr>
          <a:xfrm>
            <a:off x="5668446" y="3279450"/>
            <a:ext cx="6133872" cy="2636732"/>
          </a:xfrm>
          <a:prstGeom prst="rect">
            <a:avLst/>
          </a:prstGeom>
        </p:spPr>
      </p:pic>
      <p:sp>
        <p:nvSpPr>
          <p:cNvPr id="8" name="TextBox 7">
            <a:extLst>
              <a:ext uri="{FF2B5EF4-FFF2-40B4-BE49-F238E27FC236}">
                <a16:creationId xmlns:a16="http://schemas.microsoft.com/office/drawing/2014/main" id="{CC586673-B6BA-AC81-86D0-D4B189D5CEDA}"/>
              </a:ext>
            </a:extLst>
          </p:cNvPr>
          <p:cNvSpPr txBox="1"/>
          <p:nvPr/>
        </p:nvSpPr>
        <p:spPr>
          <a:xfrm>
            <a:off x="5641575" y="2736244"/>
            <a:ext cx="4609676" cy="400110"/>
          </a:xfrm>
          <a:prstGeom prst="rect">
            <a:avLst/>
          </a:prstGeom>
          <a:noFill/>
        </p:spPr>
        <p:txBody>
          <a:bodyPr wrap="square">
            <a:spAutoFit/>
          </a:bodyPr>
          <a:lstStyle/>
          <a:p>
            <a:r>
              <a:rPr lang="en-US" sz="2000" b="1" dirty="0"/>
              <a:t>Testing with the Stub</a:t>
            </a:r>
          </a:p>
        </p:txBody>
      </p:sp>
    </p:spTree>
    <p:extLst>
      <p:ext uri="{BB962C8B-B14F-4D97-AF65-F5344CB8AC3E}">
        <p14:creationId xmlns:p14="http://schemas.microsoft.com/office/powerpoint/2010/main" val="139313104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chemeClr val="tx1"/>
                </a:solidFill>
              </a:rPr>
              <a:t>Stubs and Drivers</a:t>
            </a:r>
          </a:p>
        </p:txBody>
      </p:sp>
      <p:sp>
        <p:nvSpPr>
          <p:cNvPr id="3" name="Content Placeholder 2"/>
          <p:cNvSpPr>
            <a:spLocks noGrp="1"/>
          </p:cNvSpPr>
          <p:nvPr>
            <p:ph idx="1"/>
          </p:nvPr>
        </p:nvSpPr>
        <p:spPr>
          <a:xfrm>
            <a:off x="813204" y="1914889"/>
            <a:ext cx="11029615" cy="4367366"/>
          </a:xfrm>
        </p:spPr>
        <p:txBody>
          <a:bodyPr>
            <a:normAutofit/>
          </a:bodyPr>
          <a:lstStyle/>
          <a:p>
            <a:pPr algn="just" fontAlgn="base">
              <a:buFont typeface="Arial" panose="020B0604020202020204" pitchFamily="34" charset="0"/>
              <a:buChar char="•"/>
            </a:pPr>
            <a:r>
              <a:rPr lang="en-US" sz="2400" dirty="0">
                <a:solidFill>
                  <a:schemeClr val="tx1"/>
                </a:solidFill>
              </a:rPr>
              <a:t>A test driver is a software component or test tool that replaces a component that takes care of the control and/or the calling of a software component.</a:t>
            </a:r>
          </a:p>
          <a:p>
            <a:pPr algn="just" fontAlgn="base">
              <a:buFont typeface="Arial" panose="020B0604020202020204" pitchFamily="34" charset="0"/>
              <a:buChar char="•"/>
            </a:pPr>
            <a:r>
              <a:rPr lang="en-US" sz="2400" dirty="0">
                <a:solidFill>
                  <a:schemeClr val="tx1"/>
                </a:solidFill>
              </a:rPr>
              <a:t>The simplest form of driver is a main() method for a class. </a:t>
            </a:r>
          </a:p>
          <a:p>
            <a:pPr algn="just" fontAlgn="base">
              <a:buFont typeface="Arial" panose="020B0604020202020204" pitchFamily="34" charset="0"/>
              <a:buChar char="•"/>
            </a:pPr>
            <a:r>
              <a:rPr lang="en-US" sz="2400" dirty="0">
                <a:solidFill>
                  <a:schemeClr val="tx1"/>
                </a:solidFill>
              </a:rPr>
              <a:t>Effective programmers often include a main() for every class, containing statements that carry out simple testing of the class. </a:t>
            </a:r>
          </a:p>
          <a:p>
            <a:pPr algn="just" fontAlgn="base">
              <a:buFont typeface="Arial" panose="020B0604020202020204" pitchFamily="34" charset="0"/>
              <a:buChar char="•"/>
            </a:pPr>
            <a:r>
              <a:rPr lang="en-US" sz="2400" dirty="0">
                <a:solidFill>
                  <a:schemeClr val="tx1"/>
                </a:solidFill>
              </a:rPr>
              <a:t>Test drivers can include hard-coded values or retrieve the values from an external source like the tester or a ﬁle. Tools exist to generate test drivers automatically.</a:t>
            </a:r>
          </a:p>
          <a:p>
            <a:pPr algn="just" fontAlgn="base">
              <a:buFont typeface="Arial" panose="020B0604020202020204" pitchFamily="34" charset="0"/>
              <a:buChar char="•"/>
            </a:pPr>
            <a:endParaRPr lang="en-US" sz="2400" dirty="0">
              <a:solidFill>
                <a:schemeClr val="tx1"/>
              </a:solidFill>
            </a:endParaRPr>
          </a:p>
        </p:txBody>
      </p:sp>
    </p:spTree>
    <p:extLst>
      <p:ext uri="{BB962C8B-B14F-4D97-AF65-F5344CB8AC3E}">
        <p14:creationId xmlns:p14="http://schemas.microsoft.com/office/powerpoint/2010/main" val="379651137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E286B09D-3FE6-E091-9613-C2E6DCD3348F}"/>
              </a:ext>
            </a:extLst>
          </p:cNvPr>
          <p:cNvPicPr>
            <a:picLocks noChangeAspect="1"/>
          </p:cNvPicPr>
          <p:nvPr/>
        </p:nvPicPr>
        <p:blipFill>
          <a:blip r:embed="rId2"/>
          <a:stretch>
            <a:fillRect/>
          </a:stretch>
        </p:blipFill>
        <p:spPr>
          <a:xfrm>
            <a:off x="1303675" y="399741"/>
            <a:ext cx="9854614" cy="5782693"/>
          </a:xfrm>
          <a:prstGeom prst="rect">
            <a:avLst/>
          </a:prstGeom>
        </p:spPr>
      </p:pic>
    </p:spTree>
    <p:extLst>
      <p:ext uri="{BB962C8B-B14F-4D97-AF65-F5344CB8AC3E}">
        <p14:creationId xmlns:p14="http://schemas.microsoft.com/office/powerpoint/2010/main" val="328397171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chemeClr val="tx1"/>
                </a:solidFill>
              </a:rPr>
              <a:t>System testing </a:t>
            </a:r>
          </a:p>
        </p:txBody>
      </p:sp>
      <p:sp>
        <p:nvSpPr>
          <p:cNvPr id="3" name="Content Placeholder 2"/>
          <p:cNvSpPr>
            <a:spLocks noGrp="1"/>
          </p:cNvSpPr>
          <p:nvPr>
            <p:ph idx="1"/>
          </p:nvPr>
        </p:nvSpPr>
        <p:spPr/>
        <p:txBody>
          <a:bodyPr>
            <a:normAutofit/>
          </a:bodyPr>
          <a:lstStyle/>
          <a:p>
            <a:pPr algn="just" fontAlgn="base">
              <a:buFont typeface="Arial" panose="020B0604020202020204" pitchFamily="34" charset="0"/>
              <a:buChar char="•"/>
            </a:pPr>
            <a:r>
              <a:rPr lang="en-US" sz="2400" dirty="0">
                <a:solidFill>
                  <a:schemeClr val="tx1"/>
                </a:solidFill>
              </a:rPr>
              <a:t>As the name implies, all the components of the software are tested as a whole in order to ensure that the overall product meets the requirements specified.</a:t>
            </a:r>
          </a:p>
          <a:p>
            <a:pPr algn="just" fontAlgn="base">
              <a:buFont typeface="Arial" panose="020B0604020202020204" pitchFamily="34" charset="0"/>
              <a:buChar char="•"/>
            </a:pPr>
            <a:r>
              <a:rPr lang="en-US" sz="2400" dirty="0">
                <a:solidFill>
                  <a:schemeClr val="tx1"/>
                </a:solidFill>
                <a:hlinkClick r:id="rId2">
                  <a:extLst>
                    <a:ext uri="{A12FA001-AC4F-418D-AE19-62706E023703}">
                      <ahyp:hlinkClr xmlns:ahyp="http://schemas.microsoft.com/office/drawing/2018/hyperlinkcolor" val="tx"/>
                    </a:ext>
                  </a:extLst>
                </a:hlinkClick>
              </a:rPr>
              <a:t>System testing</a:t>
            </a:r>
            <a:r>
              <a:rPr lang="en-US" sz="2400" dirty="0">
                <a:solidFill>
                  <a:schemeClr val="tx1"/>
                </a:solidFill>
              </a:rPr>
              <a:t> is a very important step as the software is almost ready to ship and it can be tested in an environment which is very close to that which the user will experience once it is deployed.</a:t>
            </a:r>
          </a:p>
          <a:p>
            <a:pPr algn="just">
              <a:buFont typeface="Arial" panose="020B0604020202020204" pitchFamily="34" charset="0"/>
              <a:buChar char="•"/>
            </a:pPr>
            <a:r>
              <a:rPr lang="en-US" sz="2400" b="1" dirty="0">
                <a:solidFill>
                  <a:schemeClr val="tx1"/>
                </a:solidFill>
              </a:rPr>
              <a:t>Black box testing</a:t>
            </a:r>
          </a:p>
        </p:txBody>
      </p:sp>
    </p:spTree>
    <p:extLst>
      <p:ext uri="{BB962C8B-B14F-4D97-AF65-F5344CB8AC3E}">
        <p14:creationId xmlns:p14="http://schemas.microsoft.com/office/powerpoint/2010/main" val="138217823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chemeClr val="tx1"/>
                </a:solidFill>
              </a:rPr>
              <a:t>Acceptance testing</a:t>
            </a:r>
          </a:p>
        </p:txBody>
      </p:sp>
      <p:sp>
        <p:nvSpPr>
          <p:cNvPr id="3" name="Content Placeholder 2"/>
          <p:cNvSpPr>
            <a:spLocks noGrp="1"/>
          </p:cNvSpPr>
          <p:nvPr>
            <p:ph idx="1"/>
          </p:nvPr>
        </p:nvSpPr>
        <p:spPr/>
        <p:txBody>
          <a:bodyPr/>
          <a:lstStyle/>
          <a:p>
            <a:pPr algn="just" fontAlgn="base">
              <a:buFont typeface="Arial" panose="020B0604020202020204" pitchFamily="34" charset="0"/>
              <a:buChar char="•"/>
            </a:pPr>
            <a:r>
              <a:rPr lang="en-US" sz="2400" dirty="0">
                <a:solidFill>
                  <a:schemeClr val="tx1"/>
                </a:solidFill>
              </a:rPr>
              <a:t>Finally, </a:t>
            </a:r>
            <a:r>
              <a:rPr lang="en-US" sz="2400" dirty="0">
                <a:solidFill>
                  <a:schemeClr val="tx1"/>
                </a:solidFill>
                <a:hlinkClick r:id="rId3" tooltip="A guide to excellent acceptance testing">
                  <a:extLst>
                    <a:ext uri="{A12FA001-AC4F-418D-AE19-62706E023703}">
                      <ahyp:hlinkClr xmlns:ahyp="http://schemas.microsoft.com/office/drawing/2018/hyperlinkcolor" val="tx"/>
                    </a:ext>
                  </a:extLst>
                </a:hlinkClick>
              </a:rPr>
              <a:t>acceptance testing</a:t>
            </a:r>
            <a:r>
              <a:rPr lang="en-US" sz="2400" dirty="0">
                <a:solidFill>
                  <a:schemeClr val="tx1"/>
                </a:solidFill>
              </a:rPr>
              <a:t> is the level in the software testing process where a product is given the green light or not. The aim of this type of testing is to evaluate whether the system complies with the end-user requirements and if it is ready for deployment.</a:t>
            </a:r>
          </a:p>
          <a:p>
            <a:pPr algn="just" fontAlgn="base">
              <a:buFont typeface="Arial" panose="020B0604020202020204" pitchFamily="34" charset="0"/>
              <a:buChar char="•"/>
            </a:pPr>
            <a:r>
              <a:rPr lang="en-US" sz="2400" dirty="0">
                <a:solidFill>
                  <a:schemeClr val="tx1"/>
                </a:solidFill>
              </a:rPr>
              <a:t>The testing team will utilize a variety of methods, such as pre-written scenarios and test cases to test the software and use the results obtained from these tools to find ways in which the system can be improved.</a:t>
            </a:r>
          </a:p>
          <a:p>
            <a:pPr algn="just" fontAlgn="base">
              <a:buFont typeface="Arial" panose="020B0604020202020204" pitchFamily="34" charset="0"/>
              <a:buChar char="•"/>
            </a:pPr>
            <a:r>
              <a:rPr lang="en-US" sz="2400" dirty="0">
                <a:solidFill>
                  <a:schemeClr val="tx1"/>
                </a:solidFill>
              </a:rPr>
              <a:t>By performing acceptance tests, the testing team can find out how the product will perform when it is installed on the user’s system. There are also various legal and contractual reasons why acceptance testing has to be carried out.</a:t>
            </a:r>
          </a:p>
          <a:p>
            <a:pPr algn="just">
              <a:buFont typeface="Arial" panose="020B0604020202020204" pitchFamily="34" charset="0"/>
              <a:buChar char="•"/>
            </a:pPr>
            <a:endParaRPr lang="en-US" dirty="0">
              <a:solidFill>
                <a:schemeClr val="tx1"/>
              </a:solidFill>
            </a:endParaRPr>
          </a:p>
        </p:txBody>
      </p:sp>
    </p:spTree>
    <p:extLst>
      <p:ext uri="{BB962C8B-B14F-4D97-AF65-F5344CB8AC3E}">
        <p14:creationId xmlns:p14="http://schemas.microsoft.com/office/powerpoint/2010/main" val="129684888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noChangeArrowheads="1"/>
          </p:cNvSpPr>
          <p:nvPr>
            <p:ph type="title"/>
          </p:nvPr>
        </p:nvSpPr>
        <p:spPr/>
        <p:txBody>
          <a:bodyPr/>
          <a:lstStyle/>
          <a:p>
            <a:pPr eaLnBrk="1" hangingPunct="1"/>
            <a:r>
              <a:rPr lang="en-US" altLang="en-US" u="sng" dirty="0">
                <a:solidFill>
                  <a:schemeClr val="tx1"/>
                </a:solidFill>
              </a:rPr>
              <a:t>Who</a:t>
            </a:r>
            <a:r>
              <a:rPr lang="en-US" altLang="en-US" dirty="0">
                <a:solidFill>
                  <a:schemeClr val="tx1"/>
                </a:solidFill>
              </a:rPr>
              <a:t> Performs the Tests?</a:t>
            </a:r>
          </a:p>
        </p:txBody>
      </p:sp>
      <p:sp>
        <p:nvSpPr>
          <p:cNvPr id="22531" name="Rectangle 3"/>
          <p:cNvSpPr>
            <a:spLocks noGrp="1" noChangeArrowheads="1"/>
          </p:cNvSpPr>
          <p:nvPr>
            <p:ph type="body" idx="1"/>
          </p:nvPr>
        </p:nvSpPr>
        <p:spPr>
          <a:xfrm>
            <a:off x="1097280" y="1927681"/>
            <a:ext cx="10512377" cy="3663351"/>
          </a:xfrm>
        </p:spPr>
        <p:txBody>
          <a:bodyPr>
            <a:normAutofit/>
          </a:bodyPr>
          <a:lstStyle/>
          <a:p>
            <a:pPr eaLnBrk="1" hangingPunct="1">
              <a:lnSpc>
                <a:spcPct val="80000"/>
              </a:lnSpc>
            </a:pPr>
            <a:r>
              <a:rPr lang="en-US" altLang="en-US" sz="2400" b="1" dirty="0">
                <a:solidFill>
                  <a:schemeClr val="tx1"/>
                </a:solidFill>
              </a:rPr>
              <a:t>Unit Testing </a:t>
            </a:r>
          </a:p>
          <a:p>
            <a:pPr eaLnBrk="1" hangingPunct="1">
              <a:lnSpc>
                <a:spcPct val="80000"/>
              </a:lnSpc>
            </a:pPr>
            <a:endParaRPr lang="en-US" altLang="en-US" sz="2400" b="1" dirty="0">
              <a:solidFill>
                <a:schemeClr val="tx1"/>
              </a:solidFill>
            </a:endParaRPr>
          </a:p>
          <a:p>
            <a:pPr eaLnBrk="1" hangingPunct="1">
              <a:lnSpc>
                <a:spcPct val="80000"/>
              </a:lnSpc>
            </a:pPr>
            <a:r>
              <a:rPr lang="en-US" altLang="en-US" sz="2400" b="1" dirty="0">
                <a:solidFill>
                  <a:schemeClr val="tx1"/>
                </a:solidFill>
              </a:rPr>
              <a:t>Integration Testing </a:t>
            </a:r>
          </a:p>
          <a:p>
            <a:pPr eaLnBrk="1" hangingPunct="1">
              <a:lnSpc>
                <a:spcPct val="80000"/>
              </a:lnSpc>
            </a:pPr>
            <a:endParaRPr lang="en-US" altLang="en-US" sz="2400" b="1" dirty="0">
              <a:solidFill>
                <a:schemeClr val="tx1"/>
              </a:solidFill>
            </a:endParaRPr>
          </a:p>
          <a:p>
            <a:pPr eaLnBrk="1" hangingPunct="1">
              <a:lnSpc>
                <a:spcPct val="80000"/>
              </a:lnSpc>
            </a:pPr>
            <a:r>
              <a:rPr lang="en-US" altLang="en-US" sz="2400" b="1" dirty="0">
                <a:solidFill>
                  <a:schemeClr val="tx1"/>
                </a:solidFill>
              </a:rPr>
              <a:t>System Testing</a:t>
            </a:r>
          </a:p>
          <a:p>
            <a:pPr eaLnBrk="1" hangingPunct="1">
              <a:lnSpc>
                <a:spcPct val="80000"/>
              </a:lnSpc>
            </a:pPr>
            <a:endParaRPr lang="en-US" altLang="en-US" sz="2400" b="1" dirty="0">
              <a:solidFill>
                <a:schemeClr val="tx1"/>
              </a:solidFill>
            </a:endParaRPr>
          </a:p>
        </p:txBody>
      </p:sp>
    </p:spTree>
    <p:extLst>
      <p:ext uri="{BB962C8B-B14F-4D97-AF65-F5344CB8AC3E}">
        <p14:creationId xmlns:p14="http://schemas.microsoft.com/office/powerpoint/2010/main" val="421809500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pPr eaLnBrk="1" hangingPunct="1"/>
            <a:r>
              <a:rPr lang="en-US" altLang="en-US" b="1" dirty="0">
                <a:solidFill>
                  <a:schemeClr val="tx1"/>
                </a:solidFill>
              </a:rPr>
              <a:t>Where to Perform the Tests?</a:t>
            </a:r>
          </a:p>
        </p:txBody>
      </p:sp>
      <p:sp>
        <p:nvSpPr>
          <p:cNvPr id="23555" name="Rectangle 3"/>
          <p:cNvSpPr>
            <a:spLocks noGrp="1" noChangeArrowheads="1"/>
          </p:cNvSpPr>
          <p:nvPr>
            <p:ph type="body" idx="1"/>
          </p:nvPr>
        </p:nvSpPr>
        <p:spPr/>
        <p:txBody>
          <a:bodyPr>
            <a:normAutofit/>
          </a:bodyPr>
          <a:lstStyle/>
          <a:p>
            <a:pPr eaLnBrk="1" hangingPunct="1"/>
            <a:r>
              <a:rPr lang="en-US" altLang="en-US" sz="2400" dirty="0">
                <a:solidFill>
                  <a:schemeClr val="tx1"/>
                </a:solidFill>
              </a:rPr>
              <a:t>Typically at the software </a:t>
            </a:r>
            <a:r>
              <a:rPr lang="en-US" altLang="en-US" sz="2400" b="1" dirty="0">
                <a:solidFill>
                  <a:schemeClr val="tx1"/>
                </a:solidFill>
              </a:rPr>
              <a:t>developer’s</a:t>
            </a:r>
            <a:r>
              <a:rPr lang="en-US" altLang="en-US" sz="2400" dirty="0">
                <a:solidFill>
                  <a:schemeClr val="tx1"/>
                </a:solidFill>
              </a:rPr>
              <a:t> site..</a:t>
            </a:r>
          </a:p>
          <a:p>
            <a:pPr eaLnBrk="1" hangingPunct="1"/>
            <a:endParaRPr lang="en-US" altLang="en-US" sz="2400" dirty="0">
              <a:solidFill>
                <a:schemeClr val="tx1"/>
              </a:solidFill>
            </a:endParaRPr>
          </a:p>
          <a:p>
            <a:pPr eaLnBrk="1" hangingPunct="1"/>
            <a:r>
              <a:rPr lang="en-US" altLang="en-US" sz="2400" dirty="0">
                <a:solidFill>
                  <a:schemeClr val="tx1"/>
                </a:solidFill>
              </a:rPr>
              <a:t>For system tests, test at </a:t>
            </a:r>
            <a:r>
              <a:rPr lang="en-US" altLang="en-US" sz="2400" b="1" dirty="0">
                <a:solidFill>
                  <a:schemeClr val="tx1"/>
                </a:solidFill>
              </a:rPr>
              <a:t>developer’s</a:t>
            </a:r>
            <a:r>
              <a:rPr lang="en-US" altLang="en-US" sz="2400" dirty="0">
                <a:solidFill>
                  <a:schemeClr val="tx1"/>
                </a:solidFill>
              </a:rPr>
              <a:t> or </a:t>
            </a:r>
            <a:r>
              <a:rPr lang="en-US" altLang="en-US" sz="2400" b="1" dirty="0">
                <a:solidFill>
                  <a:schemeClr val="tx1"/>
                </a:solidFill>
              </a:rPr>
              <a:t>customer’s</a:t>
            </a:r>
            <a:r>
              <a:rPr lang="en-US" altLang="en-US" sz="2400" dirty="0">
                <a:solidFill>
                  <a:schemeClr val="tx1"/>
                </a:solidFill>
              </a:rPr>
              <a:t> site (target site).</a:t>
            </a:r>
          </a:p>
          <a:p>
            <a:pPr eaLnBrk="1" hangingPunct="1"/>
            <a:endParaRPr lang="en-US" altLang="en-US" sz="2400" dirty="0">
              <a:solidFill>
                <a:schemeClr val="tx1"/>
              </a:solidFill>
            </a:endParaRPr>
          </a:p>
          <a:p>
            <a:pPr eaLnBrk="1" hangingPunct="1"/>
            <a:r>
              <a:rPr lang="en-US" altLang="en-US" sz="2400" dirty="0">
                <a:solidFill>
                  <a:schemeClr val="tx1"/>
                </a:solidFill>
              </a:rPr>
              <a:t>If outsourced, testing can be done at </a:t>
            </a:r>
            <a:r>
              <a:rPr lang="en-US" altLang="en-US" sz="2400" b="1" dirty="0">
                <a:solidFill>
                  <a:schemeClr val="tx1"/>
                </a:solidFill>
              </a:rPr>
              <a:t>consultant’s</a:t>
            </a:r>
            <a:r>
              <a:rPr lang="en-US" altLang="en-US" sz="2400" dirty="0">
                <a:solidFill>
                  <a:schemeClr val="tx1"/>
                </a:solidFill>
              </a:rPr>
              <a:t> site.</a:t>
            </a:r>
          </a:p>
        </p:txBody>
      </p:sp>
    </p:spTree>
    <p:extLst>
      <p:ext uri="{BB962C8B-B14F-4D97-AF65-F5344CB8AC3E}">
        <p14:creationId xmlns:p14="http://schemas.microsoft.com/office/powerpoint/2010/main" val="157275685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5" name="Rectangle 1"/>
          <p:cNvSpPr>
            <a:spLocks noGrp="1" noChangeArrowheads="1"/>
          </p:cNvSpPr>
          <p:nvPr>
            <p:ph type="title"/>
          </p:nvPr>
        </p:nvSpPr>
        <p:spPr>
          <a:xfrm>
            <a:off x="995924" y="642660"/>
            <a:ext cx="7772400" cy="1143000"/>
          </a:xfrm>
          <a:ln/>
        </p:spPr>
        <p:txBody>
          <a:bodyPr/>
          <a:lstStyle/>
          <a:p>
            <a: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b="1" dirty="0">
                <a:solidFill>
                  <a:schemeClr val="tx1"/>
                </a:solidFill>
              </a:rPr>
              <a:t>Test Plans</a:t>
            </a:r>
          </a:p>
        </p:txBody>
      </p:sp>
      <p:sp>
        <p:nvSpPr>
          <p:cNvPr id="6146" name="Rectangle 2"/>
          <p:cNvSpPr>
            <a:spLocks noGrp="1" noChangeArrowheads="1"/>
          </p:cNvSpPr>
          <p:nvPr>
            <p:ph type="body" idx="1"/>
          </p:nvPr>
        </p:nvSpPr>
        <p:spPr>
          <a:xfrm>
            <a:off x="776377" y="1981200"/>
            <a:ext cx="10696755" cy="4114800"/>
          </a:xfrm>
          <a:ln/>
        </p:spPr>
        <p:txBody>
          <a:bodyPr/>
          <a:lstStyle/>
          <a:p>
            <a:pPr algn="just">
              <a:lnSpc>
                <a:spcPct val="90000"/>
              </a:lnSpc>
              <a:spcBef>
                <a:spcPts val="600"/>
              </a:spcBef>
              <a:buClr>
                <a:srgbClr val="B8BBBF"/>
              </a:buClr>
              <a:buSzPct val="133000"/>
              <a:tabLst>
                <a:tab pos="339725" algn="l"/>
                <a:tab pos="452438" algn="l"/>
                <a:tab pos="909638" algn="l"/>
                <a:tab pos="1366838" algn="l"/>
                <a:tab pos="1824038" algn="l"/>
                <a:tab pos="2281238" algn="l"/>
                <a:tab pos="2738438" algn="l"/>
                <a:tab pos="3195638" algn="l"/>
                <a:tab pos="3652838" algn="l"/>
                <a:tab pos="4110038" algn="l"/>
                <a:tab pos="4567238" algn="l"/>
                <a:tab pos="5024438" algn="l"/>
                <a:tab pos="5481638" algn="l"/>
                <a:tab pos="5938838" algn="l"/>
                <a:tab pos="6396038" algn="l"/>
                <a:tab pos="6853238" algn="l"/>
                <a:tab pos="7310438" algn="l"/>
                <a:tab pos="7767638" algn="l"/>
                <a:tab pos="8224838" algn="l"/>
                <a:tab pos="8682038" algn="l"/>
                <a:tab pos="9139238" algn="l"/>
              </a:tabLst>
            </a:pPr>
            <a:r>
              <a:rPr lang="en-US" altLang="en-US" sz="2400" dirty="0">
                <a:solidFill>
                  <a:schemeClr val="tx1"/>
                </a:solidFill>
              </a:rPr>
              <a:t>The goal of test planning is to establish the list of tasks which, if performed, will identify all of the requirements that have not been met in the software. The main work product is the </a:t>
            </a:r>
            <a:r>
              <a:rPr lang="en-US" altLang="en-US" sz="2400" i="1" dirty="0">
                <a:solidFill>
                  <a:schemeClr val="tx1"/>
                </a:solidFill>
              </a:rPr>
              <a:t>test plan</a:t>
            </a:r>
            <a:r>
              <a:rPr lang="en-US" altLang="en-US" sz="2400" dirty="0">
                <a:solidFill>
                  <a:schemeClr val="tx1"/>
                </a:solidFill>
              </a:rPr>
              <a:t>.</a:t>
            </a:r>
          </a:p>
          <a:p>
            <a:pPr marL="800100" lvl="1" indent="-342900" algn="just">
              <a:lnSpc>
                <a:spcPct val="90000"/>
              </a:lnSpc>
              <a:spcBef>
                <a:spcPts val="500"/>
              </a:spcBef>
              <a:buClr>
                <a:schemeClr val="accent2"/>
              </a:buClr>
              <a:buFont typeface="Arial" panose="020B0604020202020204" pitchFamily="34" charset="0"/>
              <a:buChar char="•"/>
              <a:tabLst>
                <a:tab pos="339725" algn="l"/>
                <a:tab pos="452438" algn="l"/>
                <a:tab pos="909638" algn="l"/>
                <a:tab pos="1366838" algn="l"/>
                <a:tab pos="1824038" algn="l"/>
                <a:tab pos="2281238" algn="l"/>
                <a:tab pos="2738438" algn="l"/>
                <a:tab pos="3195638" algn="l"/>
                <a:tab pos="3652838" algn="l"/>
                <a:tab pos="4110038" algn="l"/>
                <a:tab pos="4567238" algn="l"/>
                <a:tab pos="5024438" algn="l"/>
                <a:tab pos="5481638" algn="l"/>
                <a:tab pos="5938838" algn="l"/>
                <a:tab pos="6396038" algn="l"/>
                <a:tab pos="6853238" algn="l"/>
                <a:tab pos="7310438" algn="l"/>
                <a:tab pos="7767638" algn="l"/>
                <a:tab pos="8224838" algn="l"/>
                <a:tab pos="8682038" algn="l"/>
                <a:tab pos="9139238" algn="l"/>
              </a:tabLst>
            </a:pPr>
            <a:r>
              <a:rPr lang="en-US" altLang="en-US" sz="2000" dirty="0">
                <a:solidFill>
                  <a:schemeClr val="tx1"/>
                </a:solidFill>
              </a:rPr>
              <a:t>The test plan documents the overall approach to the test.  The test plan serves as a summary of the test activities that will be performed. </a:t>
            </a:r>
          </a:p>
          <a:p>
            <a:pPr marL="800100" lvl="1" indent="-342900" algn="just">
              <a:lnSpc>
                <a:spcPct val="90000"/>
              </a:lnSpc>
              <a:spcBef>
                <a:spcPts val="500"/>
              </a:spcBef>
              <a:buClr>
                <a:schemeClr val="accent2"/>
              </a:buClr>
              <a:buFont typeface="Arial" panose="020B0604020202020204" pitchFamily="34" charset="0"/>
              <a:buChar char="•"/>
              <a:tabLst>
                <a:tab pos="339725" algn="l"/>
                <a:tab pos="452438" algn="l"/>
                <a:tab pos="909638" algn="l"/>
                <a:tab pos="1366838" algn="l"/>
                <a:tab pos="1824038" algn="l"/>
                <a:tab pos="2281238" algn="l"/>
                <a:tab pos="2738438" algn="l"/>
                <a:tab pos="3195638" algn="l"/>
                <a:tab pos="3652838" algn="l"/>
                <a:tab pos="4110038" algn="l"/>
                <a:tab pos="4567238" algn="l"/>
                <a:tab pos="5024438" algn="l"/>
                <a:tab pos="5481638" algn="l"/>
                <a:tab pos="5938838" algn="l"/>
                <a:tab pos="6396038" algn="l"/>
                <a:tab pos="6853238" algn="l"/>
                <a:tab pos="7310438" algn="l"/>
                <a:tab pos="7767638" algn="l"/>
                <a:tab pos="8224838" algn="l"/>
                <a:tab pos="8682038" algn="l"/>
                <a:tab pos="9139238" algn="l"/>
              </a:tabLst>
            </a:pPr>
            <a:r>
              <a:rPr lang="en-US" altLang="en-US" sz="2000" dirty="0">
                <a:solidFill>
                  <a:schemeClr val="tx1"/>
                </a:solidFill>
              </a:rPr>
              <a:t>It shows how the tests will be organized, and outlines all of the testers’ needs which must be met in order to properly carry out the test.</a:t>
            </a:r>
          </a:p>
          <a:p>
            <a:pPr marL="800100" lvl="1" indent="-342900" algn="just">
              <a:lnSpc>
                <a:spcPct val="90000"/>
              </a:lnSpc>
              <a:spcBef>
                <a:spcPts val="500"/>
              </a:spcBef>
              <a:buClr>
                <a:schemeClr val="accent2"/>
              </a:buClr>
              <a:buFont typeface="Arial" panose="020B0604020202020204" pitchFamily="34" charset="0"/>
              <a:buChar char="•"/>
              <a:tabLst>
                <a:tab pos="339725" algn="l"/>
                <a:tab pos="452438" algn="l"/>
                <a:tab pos="909638" algn="l"/>
                <a:tab pos="1366838" algn="l"/>
                <a:tab pos="1824038" algn="l"/>
                <a:tab pos="2281238" algn="l"/>
                <a:tab pos="2738438" algn="l"/>
                <a:tab pos="3195638" algn="l"/>
                <a:tab pos="3652838" algn="l"/>
                <a:tab pos="4110038" algn="l"/>
                <a:tab pos="4567238" algn="l"/>
                <a:tab pos="5024438" algn="l"/>
                <a:tab pos="5481638" algn="l"/>
                <a:tab pos="5938838" algn="l"/>
                <a:tab pos="6396038" algn="l"/>
                <a:tab pos="6853238" algn="l"/>
                <a:tab pos="7310438" algn="l"/>
                <a:tab pos="7767638" algn="l"/>
                <a:tab pos="8224838" algn="l"/>
                <a:tab pos="8682038" algn="l"/>
                <a:tab pos="9139238" algn="l"/>
              </a:tabLst>
            </a:pPr>
            <a:r>
              <a:rPr lang="en-US" altLang="en-US" sz="2000" dirty="0">
                <a:solidFill>
                  <a:schemeClr val="tx1"/>
                </a:solidFill>
              </a:rPr>
              <a:t>The test plan should be inspected by members of the engineering team and senior managers.</a:t>
            </a:r>
          </a:p>
          <a:p>
            <a:pPr marL="339725" indent="-339725" algn="just">
              <a:lnSpc>
                <a:spcPct val="90000"/>
              </a:lnSpc>
              <a:spcBef>
                <a:spcPts val="500"/>
              </a:spcBef>
              <a:buClrTx/>
              <a:buSzPct val="160000"/>
              <a:buNone/>
              <a:tabLst>
                <a:tab pos="339725" algn="l"/>
                <a:tab pos="452438" algn="l"/>
                <a:tab pos="909638" algn="l"/>
                <a:tab pos="1366838" algn="l"/>
                <a:tab pos="1824038" algn="l"/>
                <a:tab pos="2281238" algn="l"/>
                <a:tab pos="2738438" algn="l"/>
                <a:tab pos="3195638" algn="l"/>
                <a:tab pos="3652838" algn="l"/>
                <a:tab pos="4110038" algn="l"/>
                <a:tab pos="4567238" algn="l"/>
                <a:tab pos="5024438" algn="l"/>
                <a:tab pos="5481638" algn="l"/>
                <a:tab pos="5938838" algn="l"/>
                <a:tab pos="6396038" algn="l"/>
                <a:tab pos="6853238" algn="l"/>
                <a:tab pos="7310438" algn="l"/>
                <a:tab pos="7767638" algn="l"/>
                <a:tab pos="8224838" algn="l"/>
                <a:tab pos="8682038" algn="l"/>
                <a:tab pos="9139238" algn="l"/>
              </a:tabLst>
            </a:pPr>
            <a:endParaRPr lang="en-US" altLang="en-US" sz="2000" dirty="0">
              <a:solidFill>
                <a:schemeClr val="tx1"/>
              </a:solidFill>
            </a:endParaRPr>
          </a:p>
        </p:txBody>
      </p:sp>
    </p:spTree>
    <p:extLst>
      <p:ext uri="{BB962C8B-B14F-4D97-AF65-F5344CB8AC3E}">
        <p14:creationId xmlns:p14="http://schemas.microsoft.com/office/powerpoint/2010/main" val="277250966"/>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idx="11"/>
          </p:nvPr>
        </p:nvSpPr>
        <p:spPr/>
        <p:txBody>
          <a:bodyPr/>
          <a:lstStyle/>
          <a:p>
            <a:r>
              <a:rPr lang="en-US" altLang="en-US"/>
              <a:t>Software Quality Engineering</a:t>
            </a:r>
          </a:p>
        </p:txBody>
      </p:sp>
      <p:sp>
        <p:nvSpPr>
          <p:cNvPr id="5" name="Slide Number Placeholder 4"/>
          <p:cNvSpPr>
            <a:spLocks noGrp="1"/>
          </p:cNvSpPr>
          <p:nvPr>
            <p:ph type="sldNum" idx="12"/>
          </p:nvPr>
        </p:nvSpPr>
        <p:spPr/>
        <p:txBody>
          <a:bodyPr/>
          <a:lstStyle/>
          <a:p>
            <a:fld id="{84D6038A-B165-41EB-BF40-B9DDE6C56201}" type="slidenum">
              <a:rPr lang="en-US" altLang="en-US"/>
              <a:pPr/>
              <a:t>16</a:t>
            </a:fld>
            <a:endParaRPr lang="en-US" altLang="en-US"/>
          </a:p>
        </p:txBody>
      </p:sp>
      <p:sp>
        <p:nvSpPr>
          <p:cNvPr id="7169" name="Rectangle 1"/>
          <p:cNvSpPr>
            <a:spLocks noGrp="1" noChangeArrowheads="1"/>
          </p:cNvSpPr>
          <p:nvPr>
            <p:ph type="title"/>
          </p:nvPr>
        </p:nvSpPr>
        <p:spPr>
          <a:xfrm>
            <a:off x="1172570" y="649200"/>
            <a:ext cx="7772400" cy="1143000"/>
          </a:xfrm>
          <a:ln/>
        </p:spPr>
        <p:txBody>
          <a:bodyPr/>
          <a:lstStyle/>
          <a:p>
            <a: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b="1" dirty="0">
                <a:solidFill>
                  <a:schemeClr val="tx1"/>
                </a:solidFill>
              </a:rPr>
              <a:t>Test Plan Outline</a:t>
            </a:r>
          </a:p>
        </p:txBody>
      </p:sp>
      <p:pic>
        <p:nvPicPr>
          <p:cNvPr id="717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8039" y="1792200"/>
            <a:ext cx="10975922" cy="4975225"/>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Tree>
    <p:extLst>
      <p:ext uri="{BB962C8B-B14F-4D97-AF65-F5344CB8AC3E}">
        <p14:creationId xmlns:p14="http://schemas.microsoft.com/office/powerpoint/2010/main" val="1348660571"/>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3" name="Rectangle 1"/>
          <p:cNvSpPr>
            <a:spLocks noGrp="1" noChangeArrowheads="1"/>
          </p:cNvSpPr>
          <p:nvPr>
            <p:ph type="title"/>
          </p:nvPr>
        </p:nvSpPr>
        <p:spPr>
          <a:xfrm>
            <a:off x="1122357" y="955342"/>
            <a:ext cx="7772400" cy="797257"/>
          </a:xfrm>
          <a:ln/>
        </p:spPr>
        <p:txBody>
          <a:bodyPr/>
          <a:lstStyle/>
          <a:p>
            <a: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b="1" dirty="0">
                <a:solidFill>
                  <a:schemeClr val="tx1"/>
                </a:solidFill>
              </a:rPr>
              <a:t>Test Cases</a:t>
            </a:r>
          </a:p>
        </p:txBody>
      </p:sp>
      <p:sp>
        <p:nvSpPr>
          <p:cNvPr id="8194" name="Rectangle 2"/>
          <p:cNvSpPr>
            <a:spLocks noGrp="1" noChangeArrowheads="1"/>
          </p:cNvSpPr>
          <p:nvPr>
            <p:ph type="body" idx="1"/>
          </p:nvPr>
        </p:nvSpPr>
        <p:spPr>
          <a:xfrm>
            <a:off x="724619" y="1787858"/>
            <a:ext cx="11007306" cy="4114800"/>
          </a:xfrm>
          <a:ln/>
        </p:spPr>
        <p:txBody>
          <a:bodyPr>
            <a:normAutofit lnSpcReduction="10000"/>
          </a:bodyPr>
          <a:lstStyle/>
          <a:p>
            <a:pPr>
              <a:lnSpc>
                <a:spcPct val="80000"/>
              </a:lnSpc>
              <a:spcBef>
                <a:spcPts val="500"/>
              </a:spcBef>
              <a:buClr>
                <a:srgbClr val="B8BBBF"/>
              </a:buClr>
              <a:buSzPct val="160000"/>
              <a:tabLst>
                <a:tab pos="339725" algn="l"/>
                <a:tab pos="452438" algn="l"/>
                <a:tab pos="909638" algn="l"/>
                <a:tab pos="1366838" algn="l"/>
                <a:tab pos="1824038" algn="l"/>
                <a:tab pos="2281238" algn="l"/>
                <a:tab pos="2738438" algn="l"/>
                <a:tab pos="3195638" algn="l"/>
                <a:tab pos="3652838" algn="l"/>
                <a:tab pos="4110038" algn="l"/>
                <a:tab pos="4567238" algn="l"/>
                <a:tab pos="5024438" algn="l"/>
                <a:tab pos="5481638" algn="l"/>
                <a:tab pos="5938838" algn="l"/>
                <a:tab pos="6396038" algn="l"/>
                <a:tab pos="6853238" algn="l"/>
                <a:tab pos="7310438" algn="l"/>
                <a:tab pos="7767638" algn="l"/>
                <a:tab pos="8224838" algn="l"/>
                <a:tab pos="8682038" algn="l"/>
                <a:tab pos="9139238" algn="l"/>
              </a:tabLst>
            </a:pPr>
            <a:r>
              <a:rPr lang="en-US" altLang="en-US" sz="2400" dirty="0">
                <a:solidFill>
                  <a:schemeClr val="tx1"/>
                </a:solidFill>
              </a:rPr>
              <a:t>A </a:t>
            </a:r>
            <a:r>
              <a:rPr lang="en-US" altLang="en-US" sz="2400" i="1" dirty="0">
                <a:solidFill>
                  <a:schemeClr val="tx1"/>
                </a:solidFill>
              </a:rPr>
              <a:t>test case </a:t>
            </a:r>
            <a:r>
              <a:rPr lang="en-US" altLang="en-US" sz="2400" dirty="0">
                <a:solidFill>
                  <a:schemeClr val="tx1"/>
                </a:solidFill>
              </a:rPr>
              <a:t>is a description of a specific interaction that a tester will have in order to test a single behavior of the software. Test cases are very similar to use cases, in that they are step-by-step narratives which define a specific interaction between the user and the software.</a:t>
            </a:r>
          </a:p>
          <a:p>
            <a:pPr>
              <a:lnSpc>
                <a:spcPct val="80000"/>
              </a:lnSpc>
              <a:spcBef>
                <a:spcPts val="500"/>
              </a:spcBef>
              <a:buClr>
                <a:srgbClr val="B8BBBF"/>
              </a:buClr>
              <a:buSzPct val="160000"/>
              <a:tabLst>
                <a:tab pos="339725" algn="l"/>
                <a:tab pos="452438" algn="l"/>
                <a:tab pos="909638" algn="l"/>
                <a:tab pos="1366838" algn="l"/>
                <a:tab pos="1824038" algn="l"/>
                <a:tab pos="2281238" algn="l"/>
                <a:tab pos="2738438" algn="l"/>
                <a:tab pos="3195638" algn="l"/>
                <a:tab pos="3652838" algn="l"/>
                <a:tab pos="4110038" algn="l"/>
                <a:tab pos="4567238" algn="l"/>
                <a:tab pos="5024438" algn="l"/>
                <a:tab pos="5481638" algn="l"/>
                <a:tab pos="5938838" algn="l"/>
                <a:tab pos="6396038" algn="l"/>
                <a:tab pos="6853238" algn="l"/>
                <a:tab pos="7310438" algn="l"/>
                <a:tab pos="7767638" algn="l"/>
                <a:tab pos="8224838" algn="l"/>
                <a:tab pos="8682038" algn="l"/>
                <a:tab pos="9139238" algn="l"/>
              </a:tabLst>
            </a:pPr>
            <a:r>
              <a:rPr lang="en-US" altLang="en-US" sz="2000" dirty="0">
                <a:solidFill>
                  <a:schemeClr val="tx1"/>
                </a:solidFill>
              </a:rPr>
              <a:t>A typical test case is laid out in a table, and includes:</a:t>
            </a:r>
          </a:p>
          <a:p>
            <a:pPr lvl="2">
              <a:lnSpc>
                <a:spcPct val="80000"/>
              </a:lnSpc>
              <a:spcBef>
                <a:spcPts val="400"/>
              </a:spcBef>
              <a:buClr>
                <a:schemeClr val="accent2"/>
              </a:buClr>
              <a:buFont typeface="Arial" panose="020B0604020202020204" pitchFamily="34" charset="0"/>
              <a:buChar char="•"/>
              <a:tabLst>
                <a:tab pos="339725" algn="l"/>
                <a:tab pos="452438" algn="l"/>
                <a:tab pos="909638" algn="l"/>
                <a:tab pos="1366838" algn="l"/>
                <a:tab pos="1824038" algn="l"/>
                <a:tab pos="2281238" algn="l"/>
                <a:tab pos="2738438" algn="l"/>
                <a:tab pos="3195638" algn="l"/>
                <a:tab pos="3652838" algn="l"/>
                <a:tab pos="4110038" algn="l"/>
                <a:tab pos="4567238" algn="l"/>
                <a:tab pos="5024438" algn="l"/>
                <a:tab pos="5481638" algn="l"/>
                <a:tab pos="5938838" algn="l"/>
                <a:tab pos="6396038" algn="l"/>
                <a:tab pos="6853238" algn="l"/>
                <a:tab pos="7310438" algn="l"/>
                <a:tab pos="7767638" algn="l"/>
                <a:tab pos="8224838" algn="l"/>
                <a:tab pos="8682038" algn="l"/>
                <a:tab pos="9139238" algn="l"/>
              </a:tabLst>
            </a:pPr>
            <a:r>
              <a:rPr lang="en-US" altLang="en-US" sz="1800" dirty="0">
                <a:solidFill>
                  <a:schemeClr val="tx1"/>
                </a:solidFill>
              </a:rPr>
              <a:t>A unique </a:t>
            </a:r>
            <a:r>
              <a:rPr lang="en-US" altLang="en-US" sz="1800" i="1" dirty="0">
                <a:solidFill>
                  <a:schemeClr val="tx1"/>
                </a:solidFill>
              </a:rPr>
              <a:t>name </a:t>
            </a:r>
            <a:r>
              <a:rPr lang="en-US" altLang="en-US" sz="1800" dirty="0">
                <a:solidFill>
                  <a:schemeClr val="tx1"/>
                </a:solidFill>
              </a:rPr>
              <a:t>and </a:t>
            </a:r>
            <a:r>
              <a:rPr lang="en-US" altLang="en-US" sz="1800" i="1" dirty="0">
                <a:solidFill>
                  <a:schemeClr val="tx1"/>
                </a:solidFill>
              </a:rPr>
              <a:t>number</a:t>
            </a:r>
          </a:p>
          <a:p>
            <a:pPr lvl="2">
              <a:lnSpc>
                <a:spcPct val="80000"/>
              </a:lnSpc>
              <a:spcBef>
                <a:spcPts val="400"/>
              </a:spcBef>
              <a:buClr>
                <a:schemeClr val="accent2"/>
              </a:buClr>
              <a:buFont typeface="Arial" panose="020B0604020202020204" pitchFamily="34" charset="0"/>
              <a:buChar char="•"/>
              <a:tabLst>
                <a:tab pos="339725" algn="l"/>
                <a:tab pos="452438" algn="l"/>
                <a:tab pos="909638" algn="l"/>
                <a:tab pos="1366838" algn="l"/>
                <a:tab pos="1824038" algn="l"/>
                <a:tab pos="2281238" algn="l"/>
                <a:tab pos="2738438" algn="l"/>
                <a:tab pos="3195638" algn="l"/>
                <a:tab pos="3652838" algn="l"/>
                <a:tab pos="4110038" algn="l"/>
                <a:tab pos="4567238" algn="l"/>
                <a:tab pos="5024438" algn="l"/>
                <a:tab pos="5481638" algn="l"/>
                <a:tab pos="5938838" algn="l"/>
                <a:tab pos="6396038" algn="l"/>
                <a:tab pos="6853238" algn="l"/>
                <a:tab pos="7310438" algn="l"/>
                <a:tab pos="7767638" algn="l"/>
                <a:tab pos="8224838" algn="l"/>
                <a:tab pos="8682038" algn="l"/>
                <a:tab pos="9139238" algn="l"/>
              </a:tabLst>
            </a:pPr>
            <a:r>
              <a:rPr lang="en-US" altLang="en-US" sz="1800" dirty="0">
                <a:solidFill>
                  <a:schemeClr val="tx1"/>
                </a:solidFill>
              </a:rPr>
              <a:t>A </a:t>
            </a:r>
            <a:r>
              <a:rPr lang="en-US" altLang="en-US" sz="1800" i="1" dirty="0">
                <a:solidFill>
                  <a:schemeClr val="tx1"/>
                </a:solidFill>
              </a:rPr>
              <a:t>requirement </a:t>
            </a:r>
            <a:r>
              <a:rPr lang="en-US" altLang="en-US" sz="1800" dirty="0">
                <a:solidFill>
                  <a:schemeClr val="tx1"/>
                </a:solidFill>
              </a:rPr>
              <a:t>which this test case is exercising</a:t>
            </a:r>
          </a:p>
          <a:p>
            <a:pPr lvl="2">
              <a:lnSpc>
                <a:spcPct val="80000"/>
              </a:lnSpc>
              <a:spcBef>
                <a:spcPts val="400"/>
              </a:spcBef>
              <a:buClr>
                <a:schemeClr val="accent2"/>
              </a:buClr>
              <a:buFont typeface="Arial" panose="020B0604020202020204" pitchFamily="34" charset="0"/>
              <a:buChar char="•"/>
              <a:tabLst>
                <a:tab pos="339725" algn="l"/>
                <a:tab pos="452438" algn="l"/>
                <a:tab pos="909638" algn="l"/>
                <a:tab pos="1366838" algn="l"/>
                <a:tab pos="1824038" algn="l"/>
                <a:tab pos="2281238" algn="l"/>
                <a:tab pos="2738438" algn="l"/>
                <a:tab pos="3195638" algn="l"/>
                <a:tab pos="3652838" algn="l"/>
                <a:tab pos="4110038" algn="l"/>
                <a:tab pos="4567238" algn="l"/>
                <a:tab pos="5024438" algn="l"/>
                <a:tab pos="5481638" algn="l"/>
                <a:tab pos="5938838" algn="l"/>
                <a:tab pos="6396038" algn="l"/>
                <a:tab pos="6853238" algn="l"/>
                <a:tab pos="7310438" algn="l"/>
                <a:tab pos="7767638" algn="l"/>
                <a:tab pos="8224838" algn="l"/>
                <a:tab pos="8682038" algn="l"/>
                <a:tab pos="9139238" algn="l"/>
              </a:tabLst>
            </a:pPr>
            <a:r>
              <a:rPr lang="en-US" altLang="en-US" sz="1800" i="1" dirty="0">
                <a:solidFill>
                  <a:schemeClr val="tx1"/>
                </a:solidFill>
              </a:rPr>
              <a:t>Preconditions </a:t>
            </a:r>
            <a:r>
              <a:rPr lang="en-US" altLang="en-US" sz="1800" dirty="0">
                <a:solidFill>
                  <a:schemeClr val="tx1"/>
                </a:solidFill>
              </a:rPr>
              <a:t>which describe the state of the software before the test case (which is often a previous test case that must always be run before the current test case)</a:t>
            </a:r>
          </a:p>
          <a:p>
            <a:pPr lvl="2">
              <a:lnSpc>
                <a:spcPct val="80000"/>
              </a:lnSpc>
              <a:spcBef>
                <a:spcPts val="400"/>
              </a:spcBef>
              <a:buClr>
                <a:schemeClr val="accent2"/>
              </a:buClr>
              <a:buFont typeface="Arial" panose="020B0604020202020204" pitchFamily="34" charset="0"/>
              <a:buChar char="•"/>
              <a:tabLst>
                <a:tab pos="339725" algn="l"/>
                <a:tab pos="452438" algn="l"/>
                <a:tab pos="909638" algn="l"/>
                <a:tab pos="1366838" algn="l"/>
                <a:tab pos="1824038" algn="l"/>
                <a:tab pos="2281238" algn="l"/>
                <a:tab pos="2738438" algn="l"/>
                <a:tab pos="3195638" algn="l"/>
                <a:tab pos="3652838" algn="l"/>
                <a:tab pos="4110038" algn="l"/>
                <a:tab pos="4567238" algn="l"/>
                <a:tab pos="5024438" algn="l"/>
                <a:tab pos="5481638" algn="l"/>
                <a:tab pos="5938838" algn="l"/>
                <a:tab pos="6396038" algn="l"/>
                <a:tab pos="6853238" algn="l"/>
                <a:tab pos="7310438" algn="l"/>
                <a:tab pos="7767638" algn="l"/>
                <a:tab pos="8224838" algn="l"/>
                <a:tab pos="8682038" algn="l"/>
                <a:tab pos="9139238" algn="l"/>
              </a:tabLst>
            </a:pPr>
            <a:r>
              <a:rPr lang="en-US" altLang="en-US" sz="1800" i="1" dirty="0">
                <a:solidFill>
                  <a:schemeClr val="tx1"/>
                </a:solidFill>
              </a:rPr>
              <a:t>Steps </a:t>
            </a:r>
            <a:r>
              <a:rPr lang="en-US" altLang="en-US" sz="1800" dirty="0">
                <a:solidFill>
                  <a:schemeClr val="tx1"/>
                </a:solidFill>
              </a:rPr>
              <a:t>that describe the specific steps which make up the interaction</a:t>
            </a:r>
          </a:p>
          <a:p>
            <a:pPr lvl="2">
              <a:lnSpc>
                <a:spcPct val="80000"/>
              </a:lnSpc>
              <a:spcBef>
                <a:spcPts val="400"/>
              </a:spcBef>
              <a:buClr>
                <a:schemeClr val="accent2"/>
              </a:buClr>
              <a:buFont typeface="Arial" panose="020B0604020202020204" pitchFamily="34" charset="0"/>
              <a:buChar char="•"/>
              <a:tabLst>
                <a:tab pos="339725" algn="l"/>
                <a:tab pos="452438" algn="l"/>
                <a:tab pos="909638" algn="l"/>
                <a:tab pos="1366838" algn="l"/>
                <a:tab pos="1824038" algn="l"/>
                <a:tab pos="2281238" algn="l"/>
                <a:tab pos="2738438" algn="l"/>
                <a:tab pos="3195638" algn="l"/>
                <a:tab pos="3652838" algn="l"/>
                <a:tab pos="4110038" algn="l"/>
                <a:tab pos="4567238" algn="l"/>
                <a:tab pos="5024438" algn="l"/>
                <a:tab pos="5481638" algn="l"/>
                <a:tab pos="5938838" algn="l"/>
                <a:tab pos="6396038" algn="l"/>
                <a:tab pos="6853238" algn="l"/>
                <a:tab pos="7310438" algn="l"/>
                <a:tab pos="7767638" algn="l"/>
                <a:tab pos="8224838" algn="l"/>
                <a:tab pos="8682038" algn="l"/>
                <a:tab pos="9139238" algn="l"/>
              </a:tabLst>
            </a:pPr>
            <a:r>
              <a:rPr lang="en-US" altLang="en-US" sz="1800" i="1" dirty="0">
                <a:solidFill>
                  <a:schemeClr val="tx1"/>
                </a:solidFill>
              </a:rPr>
              <a:t>Expected Results </a:t>
            </a:r>
            <a:r>
              <a:rPr lang="en-US" altLang="en-US" sz="1800" dirty="0">
                <a:solidFill>
                  <a:schemeClr val="tx1"/>
                </a:solidFill>
              </a:rPr>
              <a:t>which describe the expected state of the software after the test case is executed</a:t>
            </a:r>
          </a:p>
          <a:p>
            <a:pPr>
              <a:lnSpc>
                <a:spcPct val="80000"/>
              </a:lnSpc>
              <a:spcBef>
                <a:spcPts val="500"/>
              </a:spcBef>
              <a:buClr>
                <a:srgbClr val="B8BBBF"/>
              </a:buClr>
              <a:buSzPct val="160000"/>
              <a:tabLst>
                <a:tab pos="339725" algn="l"/>
                <a:tab pos="452438" algn="l"/>
                <a:tab pos="909638" algn="l"/>
                <a:tab pos="1366838" algn="l"/>
                <a:tab pos="1824038" algn="l"/>
                <a:tab pos="2281238" algn="l"/>
                <a:tab pos="2738438" algn="l"/>
                <a:tab pos="3195638" algn="l"/>
                <a:tab pos="3652838" algn="l"/>
                <a:tab pos="4110038" algn="l"/>
                <a:tab pos="4567238" algn="l"/>
                <a:tab pos="5024438" algn="l"/>
                <a:tab pos="5481638" algn="l"/>
                <a:tab pos="5938838" algn="l"/>
                <a:tab pos="6396038" algn="l"/>
                <a:tab pos="6853238" algn="l"/>
                <a:tab pos="7310438" algn="l"/>
                <a:tab pos="7767638" algn="l"/>
                <a:tab pos="8224838" algn="l"/>
                <a:tab pos="8682038" algn="l"/>
                <a:tab pos="9139238" algn="l"/>
              </a:tabLst>
            </a:pPr>
            <a:r>
              <a:rPr lang="en-US" altLang="en-US" sz="2400" dirty="0">
                <a:solidFill>
                  <a:schemeClr val="tx1"/>
                </a:solidFill>
              </a:rPr>
              <a:t>Test cases must be repeatable.</a:t>
            </a:r>
          </a:p>
          <a:p>
            <a:pPr marL="800100" lvl="1" indent="-342900">
              <a:lnSpc>
                <a:spcPct val="80000"/>
              </a:lnSpc>
              <a:spcBef>
                <a:spcPts val="450"/>
              </a:spcBef>
              <a:buClr>
                <a:schemeClr val="accent2"/>
              </a:buClr>
              <a:buFont typeface="Arial" panose="020B0604020202020204" pitchFamily="34" charset="0"/>
              <a:buChar char="•"/>
              <a:tabLst>
                <a:tab pos="339725" algn="l"/>
                <a:tab pos="452438" algn="l"/>
                <a:tab pos="909638" algn="l"/>
                <a:tab pos="1366838" algn="l"/>
                <a:tab pos="1824038" algn="l"/>
                <a:tab pos="2281238" algn="l"/>
                <a:tab pos="2738438" algn="l"/>
                <a:tab pos="3195638" algn="l"/>
                <a:tab pos="3652838" algn="l"/>
                <a:tab pos="4110038" algn="l"/>
                <a:tab pos="4567238" algn="l"/>
                <a:tab pos="5024438" algn="l"/>
                <a:tab pos="5481638" algn="l"/>
                <a:tab pos="5938838" algn="l"/>
                <a:tab pos="6396038" algn="l"/>
                <a:tab pos="6853238" algn="l"/>
                <a:tab pos="7310438" algn="l"/>
                <a:tab pos="7767638" algn="l"/>
                <a:tab pos="8224838" algn="l"/>
                <a:tab pos="8682038" algn="l"/>
                <a:tab pos="9139238" algn="l"/>
              </a:tabLst>
            </a:pPr>
            <a:r>
              <a:rPr lang="en-US" altLang="en-US" sz="2000" dirty="0">
                <a:solidFill>
                  <a:schemeClr val="tx1"/>
                </a:solidFill>
              </a:rPr>
              <a:t>Good test cases are data-specific, and describe each interaction necessary to repeat the test exactly. </a:t>
            </a:r>
          </a:p>
        </p:txBody>
      </p:sp>
    </p:spTree>
    <p:extLst>
      <p:ext uri="{BB962C8B-B14F-4D97-AF65-F5344CB8AC3E}">
        <p14:creationId xmlns:p14="http://schemas.microsoft.com/office/powerpoint/2010/main" val="1755328175"/>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9" name="Rectangle 1"/>
          <p:cNvSpPr>
            <a:spLocks noGrp="1" noChangeArrowheads="1"/>
          </p:cNvSpPr>
          <p:nvPr>
            <p:ph type="title"/>
          </p:nvPr>
        </p:nvSpPr>
        <p:spPr>
          <a:xfrm>
            <a:off x="1022444" y="642690"/>
            <a:ext cx="7772400" cy="1143000"/>
          </a:xfrm>
          <a:ln/>
        </p:spPr>
        <p:txBody>
          <a:bodyPr/>
          <a:lstStyle/>
          <a:p>
            <a: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b="1" dirty="0">
                <a:solidFill>
                  <a:schemeClr val="tx1"/>
                </a:solidFill>
              </a:rPr>
              <a:t>Test Execution</a:t>
            </a:r>
          </a:p>
        </p:txBody>
      </p:sp>
      <p:sp>
        <p:nvSpPr>
          <p:cNvPr id="12290" name="Rectangle 2"/>
          <p:cNvSpPr>
            <a:spLocks noGrp="1" noChangeArrowheads="1"/>
          </p:cNvSpPr>
          <p:nvPr>
            <p:ph type="body" idx="1"/>
          </p:nvPr>
        </p:nvSpPr>
        <p:spPr>
          <a:xfrm>
            <a:off x="1022444" y="1834567"/>
            <a:ext cx="8549160" cy="1012429"/>
          </a:xfrm>
          <a:ln/>
        </p:spPr>
        <p:txBody>
          <a:bodyPr>
            <a:normAutofit fontScale="92500" lnSpcReduction="10000"/>
          </a:bodyPr>
          <a:lstStyle/>
          <a:p>
            <a:pPr>
              <a:lnSpc>
                <a:spcPct val="80000"/>
              </a:lnSpc>
              <a:spcBef>
                <a:spcPts val="500"/>
              </a:spcBef>
              <a:buClr>
                <a:srgbClr val="B8BBBF"/>
              </a:buClr>
              <a:buSzPct val="160000"/>
              <a:tabLst>
                <a:tab pos="339725" algn="l"/>
                <a:tab pos="452438" algn="l"/>
                <a:tab pos="909638" algn="l"/>
                <a:tab pos="1366838" algn="l"/>
                <a:tab pos="1824038" algn="l"/>
                <a:tab pos="2281238" algn="l"/>
                <a:tab pos="2738438" algn="l"/>
                <a:tab pos="3195638" algn="l"/>
                <a:tab pos="3652838" algn="l"/>
                <a:tab pos="4110038" algn="l"/>
                <a:tab pos="4567238" algn="l"/>
                <a:tab pos="5024438" algn="l"/>
                <a:tab pos="5481638" algn="l"/>
                <a:tab pos="5938838" algn="l"/>
                <a:tab pos="6396038" algn="l"/>
                <a:tab pos="6853238" algn="l"/>
                <a:tab pos="7310438" algn="l"/>
                <a:tab pos="7767638" algn="l"/>
                <a:tab pos="8224838" algn="l"/>
                <a:tab pos="8682038" algn="l"/>
                <a:tab pos="9139238" algn="l"/>
              </a:tabLst>
            </a:pPr>
            <a:r>
              <a:rPr lang="en-US" altLang="en-US" dirty="0">
                <a:solidFill>
                  <a:schemeClr val="tx1"/>
                </a:solidFill>
              </a:rPr>
              <a:t>When is testing complete?</a:t>
            </a:r>
          </a:p>
          <a:p>
            <a:pPr marL="1484313" lvl="1" indent="-568325">
              <a:buFont typeface="Times New Roman" panose="02020603050405020304" pitchFamily="18" charset="0"/>
              <a:buChar char="–"/>
              <a:tabLst>
                <a:tab pos="339725" algn="l"/>
                <a:tab pos="452438" algn="l"/>
                <a:tab pos="909638" algn="l"/>
                <a:tab pos="1366838" algn="l"/>
                <a:tab pos="1824038" algn="l"/>
                <a:tab pos="2281238" algn="l"/>
                <a:tab pos="2738438" algn="l"/>
                <a:tab pos="3195638" algn="l"/>
                <a:tab pos="3652838" algn="l"/>
                <a:tab pos="4110038" algn="l"/>
                <a:tab pos="4567238" algn="l"/>
                <a:tab pos="5024438" algn="l"/>
                <a:tab pos="5481638" algn="l"/>
                <a:tab pos="5938838" algn="l"/>
                <a:tab pos="6396038" algn="l"/>
                <a:tab pos="6853238" algn="l"/>
                <a:tab pos="7310438" algn="l"/>
                <a:tab pos="7767638" algn="l"/>
                <a:tab pos="8224838" algn="l"/>
                <a:tab pos="8682038" algn="l"/>
                <a:tab pos="9139238" algn="l"/>
              </a:tabLst>
            </a:pPr>
            <a:r>
              <a:rPr lang="en-US" altLang="en-US" sz="2000" dirty="0">
                <a:solidFill>
                  <a:schemeClr val="tx1"/>
                </a:solidFill>
              </a:rPr>
              <a:t>No defects found</a:t>
            </a:r>
          </a:p>
          <a:p>
            <a:pPr marL="1484313" lvl="1" indent="-568325">
              <a:buFont typeface="Times New Roman" panose="02020603050405020304" pitchFamily="18" charset="0"/>
              <a:buChar char="–"/>
              <a:tabLst>
                <a:tab pos="339725" algn="l"/>
                <a:tab pos="452438" algn="l"/>
                <a:tab pos="909638" algn="l"/>
                <a:tab pos="1366838" algn="l"/>
                <a:tab pos="1824038" algn="l"/>
                <a:tab pos="2281238" algn="l"/>
                <a:tab pos="2738438" algn="l"/>
                <a:tab pos="3195638" algn="l"/>
                <a:tab pos="3652838" algn="l"/>
                <a:tab pos="4110038" algn="l"/>
                <a:tab pos="4567238" algn="l"/>
                <a:tab pos="5024438" algn="l"/>
                <a:tab pos="5481638" algn="l"/>
                <a:tab pos="5938838" algn="l"/>
                <a:tab pos="6396038" algn="l"/>
                <a:tab pos="6853238" algn="l"/>
                <a:tab pos="7310438" algn="l"/>
                <a:tab pos="7767638" algn="l"/>
                <a:tab pos="8224838" algn="l"/>
                <a:tab pos="8682038" algn="l"/>
                <a:tab pos="9139238" algn="l"/>
              </a:tabLst>
            </a:pPr>
            <a:r>
              <a:rPr lang="en-US" altLang="en-US" sz="2000" dirty="0">
                <a:solidFill>
                  <a:schemeClr val="tx1"/>
                </a:solidFill>
              </a:rPr>
              <a:t>Or defects meet acceptance criteria outlined in test plan </a:t>
            </a:r>
          </a:p>
          <a:p>
            <a:pPr marL="339725" indent="-339725">
              <a:buClr>
                <a:srgbClr val="B8BBBF"/>
              </a:buClr>
              <a:buSzPct val="160000"/>
              <a:tabLst>
                <a:tab pos="339725" algn="l"/>
                <a:tab pos="452438" algn="l"/>
                <a:tab pos="909638" algn="l"/>
                <a:tab pos="1366838" algn="l"/>
                <a:tab pos="1824038" algn="l"/>
                <a:tab pos="2281238" algn="l"/>
                <a:tab pos="2738438" algn="l"/>
                <a:tab pos="3195638" algn="l"/>
                <a:tab pos="3652838" algn="l"/>
                <a:tab pos="4110038" algn="l"/>
                <a:tab pos="4567238" algn="l"/>
                <a:tab pos="5024438" algn="l"/>
                <a:tab pos="5481638" algn="l"/>
                <a:tab pos="5938838" algn="l"/>
                <a:tab pos="6396038" algn="l"/>
                <a:tab pos="6853238" algn="l"/>
                <a:tab pos="7310438" algn="l"/>
                <a:tab pos="7767638" algn="l"/>
                <a:tab pos="8224838" algn="l"/>
                <a:tab pos="8682038" algn="l"/>
                <a:tab pos="9139238" algn="l"/>
              </a:tabLst>
            </a:pPr>
            <a:endParaRPr lang="en-US" altLang="en-US" dirty="0">
              <a:solidFill>
                <a:schemeClr val="tx1"/>
              </a:solidFill>
            </a:endParaRPr>
          </a:p>
        </p:txBody>
      </p:sp>
      <p:pic>
        <p:nvPicPr>
          <p:cNvPr id="12291"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1192" y="2726259"/>
            <a:ext cx="11029616" cy="3733526"/>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Tree>
    <p:extLst>
      <p:ext uri="{BB962C8B-B14F-4D97-AF65-F5344CB8AC3E}">
        <p14:creationId xmlns:p14="http://schemas.microsoft.com/office/powerpoint/2010/main" val="1140280616"/>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5" name="Rectangle 1"/>
          <p:cNvSpPr>
            <a:spLocks noGrp="1" noChangeArrowheads="1"/>
          </p:cNvSpPr>
          <p:nvPr>
            <p:ph type="title"/>
          </p:nvPr>
        </p:nvSpPr>
        <p:spPr>
          <a:xfrm>
            <a:off x="1045216" y="955343"/>
            <a:ext cx="9401008" cy="783609"/>
          </a:xfrm>
          <a:ln/>
        </p:spPr>
        <p:txBody>
          <a:bodyPr/>
          <a:lstStyle/>
          <a:p>
            <a: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b="1" dirty="0">
                <a:solidFill>
                  <a:schemeClr val="tx1"/>
                </a:solidFill>
              </a:rPr>
              <a:t>Test Execution</a:t>
            </a:r>
          </a:p>
        </p:txBody>
      </p:sp>
      <p:sp>
        <p:nvSpPr>
          <p:cNvPr id="11266" name="Rectangle 2"/>
          <p:cNvSpPr>
            <a:spLocks noGrp="1" noChangeArrowheads="1"/>
          </p:cNvSpPr>
          <p:nvPr>
            <p:ph type="body" idx="1"/>
          </p:nvPr>
        </p:nvSpPr>
        <p:spPr>
          <a:xfrm>
            <a:off x="649431" y="1823604"/>
            <a:ext cx="11254250" cy="4114800"/>
          </a:xfrm>
          <a:ln/>
        </p:spPr>
        <p:txBody>
          <a:bodyPr>
            <a:normAutofit/>
          </a:bodyPr>
          <a:lstStyle/>
          <a:p>
            <a:pPr marL="0" indent="0" algn="just">
              <a:lnSpc>
                <a:spcPct val="80000"/>
              </a:lnSpc>
              <a:spcBef>
                <a:spcPts val="500"/>
              </a:spcBef>
              <a:buClr>
                <a:schemeClr val="accent2"/>
              </a:buClr>
              <a:buSzPct val="160000"/>
              <a:buNone/>
              <a:tabLst>
                <a:tab pos="339725" algn="l"/>
                <a:tab pos="452438" algn="l"/>
                <a:tab pos="909638" algn="l"/>
                <a:tab pos="1366838" algn="l"/>
                <a:tab pos="1824038" algn="l"/>
                <a:tab pos="2281238" algn="l"/>
                <a:tab pos="2738438" algn="l"/>
                <a:tab pos="3195638" algn="l"/>
                <a:tab pos="3652838" algn="l"/>
                <a:tab pos="4110038" algn="l"/>
                <a:tab pos="4567238" algn="l"/>
                <a:tab pos="5024438" algn="l"/>
                <a:tab pos="5481638" algn="l"/>
                <a:tab pos="5938838" algn="l"/>
                <a:tab pos="6396038" algn="l"/>
                <a:tab pos="6853238" algn="l"/>
                <a:tab pos="7310438" algn="l"/>
                <a:tab pos="7767638" algn="l"/>
                <a:tab pos="8224838" algn="l"/>
                <a:tab pos="8682038" algn="l"/>
                <a:tab pos="9139238" algn="l"/>
              </a:tabLst>
            </a:pPr>
            <a:r>
              <a:rPr lang="en-US" altLang="en-US" sz="2400" dirty="0">
                <a:solidFill>
                  <a:schemeClr val="tx1"/>
                </a:solidFill>
              </a:rPr>
              <a:t>The software testers begin executing the test plan after the programmers deliver the </a:t>
            </a:r>
            <a:r>
              <a:rPr lang="en-US" altLang="en-US" sz="2400" i="1" dirty="0">
                <a:solidFill>
                  <a:schemeClr val="tx1"/>
                </a:solidFill>
              </a:rPr>
              <a:t>alpha build</a:t>
            </a:r>
            <a:r>
              <a:rPr lang="en-US" altLang="en-US" sz="2400" dirty="0">
                <a:solidFill>
                  <a:schemeClr val="tx1"/>
                </a:solidFill>
              </a:rPr>
              <a:t>, or a build that they feel is feature complete.</a:t>
            </a:r>
          </a:p>
          <a:p>
            <a:pPr marL="742950" lvl="1" indent="-285750" algn="just">
              <a:lnSpc>
                <a:spcPct val="80000"/>
              </a:lnSpc>
              <a:spcBef>
                <a:spcPts val="450"/>
              </a:spcBef>
              <a:buClr>
                <a:schemeClr val="accent2"/>
              </a:buClr>
              <a:buFont typeface="Arial" panose="020B0604020202020204" pitchFamily="34" charset="0"/>
              <a:buChar char="•"/>
              <a:tabLst>
                <a:tab pos="339725" algn="l"/>
                <a:tab pos="452438" algn="l"/>
                <a:tab pos="909638" algn="l"/>
                <a:tab pos="1366838" algn="l"/>
                <a:tab pos="1824038" algn="l"/>
                <a:tab pos="2281238" algn="l"/>
                <a:tab pos="2738438" algn="l"/>
                <a:tab pos="3195638" algn="l"/>
                <a:tab pos="3652838" algn="l"/>
                <a:tab pos="4110038" algn="l"/>
                <a:tab pos="4567238" algn="l"/>
                <a:tab pos="5024438" algn="l"/>
                <a:tab pos="5481638" algn="l"/>
                <a:tab pos="5938838" algn="l"/>
                <a:tab pos="6396038" algn="l"/>
                <a:tab pos="6853238" algn="l"/>
                <a:tab pos="7310438" algn="l"/>
                <a:tab pos="7767638" algn="l"/>
                <a:tab pos="8224838" algn="l"/>
                <a:tab pos="8682038" algn="l"/>
                <a:tab pos="9139238" algn="l"/>
              </a:tabLst>
            </a:pPr>
            <a:r>
              <a:rPr lang="en-US" altLang="en-US" sz="2000" dirty="0">
                <a:solidFill>
                  <a:schemeClr val="tx1"/>
                </a:solidFill>
              </a:rPr>
              <a:t>The alpha should be of high quality—the programmers should feel that it is ready for release, and as good as they can get it.</a:t>
            </a:r>
          </a:p>
          <a:p>
            <a:pPr marL="0" indent="0" algn="just">
              <a:lnSpc>
                <a:spcPct val="80000"/>
              </a:lnSpc>
              <a:spcBef>
                <a:spcPts val="500"/>
              </a:spcBef>
              <a:buClr>
                <a:schemeClr val="accent2"/>
              </a:buClr>
              <a:buSzPct val="160000"/>
              <a:buNone/>
              <a:tabLst>
                <a:tab pos="339725" algn="l"/>
                <a:tab pos="452438" algn="l"/>
                <a:tab pos="909638" algn="l"/>
                <a:tab pos="1366838" algn="l"/>
                <a:tab pos="1824038" algn="l"/>
                <a:tab pos="2281238" algn="l"/>
                <a:tab pos="2738438" algn="l"/>
                <a:tab pos="3195638" algn="l"/>
                <a:tab pos="3652838" algn="l"/>
                <a:tab pos="4110038" algn="l"/>
                <a:tab pos="4567238" algn="l"/>
                <a:tab pos="5024438" algn="l"/>
                <a:tab pos="5481638" algn="l"/>
                <a:tab pos="5938838" algn="l"/>
                <a:tab pos="6396038" algn="l"/>
                <a:tab pos="6853238" algn="l"/>
                <a:tab pos="7310438" algn="l"/>
                <a:tab pos="7767638" algn="l"/>
                <a:tab pos="8224838" algn="l"/>
                <a:tab pos="8682038" algn="l"/>
                <a:tab pos="9139238" algn="l"/>
              </a:tabLst>
            </a:pPr>
            <a:r>
              <a:rPr lang="en-US" altLang="en-US" sz="2400" dirty="0">
                <a:solidFill>
                  <a:schemeClr val="tx1"/>
                </a:solidFill>
              </a:rPr>
              <a:t>There are typically several iterations of test execution. </a:t>
            </a:r>
          </a:p>
          <a:p>
            <a:pPr marL="742950" lvl="1" indent="-285750" algn="just">
              <a:lnSpc>
                <a:spcPct val="80000"/>
              </a:lnSpc>
              <a:spcBef>
                <a:spcPts val="450"/>
              </a:spcBef>
              <a:buClr>
                <a:schemeClr val="accent2"/>
              </a:buClr>
              <a:buFont typeface="Arial" panose="020B0604020202020204" pitchFamily="34" charset="0"/>
              <a:buChar char="•"/>
              <a:tabLst>
                <a:tab pos="339725" algn="l"/>
                <a:tab pos="452438" algn="l"/>
                <a:tab pos="909638" algn="l"/>
                <a:tab pos="1366838" algn="l"/>
                <a:tab pos="1824038" algn="l"/>
                <a:tab pos="2281238" algn="l"/>
                <a:tab pos="2738438" algn="l"/>
                <a:tab pos="3195638" algn="l"/>
                <a:tab pos="3652838" algn="l"/>
                <a:tab pos="4110038" algn="l"/>
                <a:tab pos="4567238" algn="l"/>
                <a:tab pos="5024438" algn="l"/>
                <a:tab pos="5481638" algn="l"/>
                <a:tab pos="5938838" algn="l"/>
                <a:tab pos="6396038" algn="l"/>
                <a:tab pos="6853238" algn="l"/>
                <a:tab pos="7310438" algn="l"/>
                <a:tab pos="7767638" algn="l"/>
                <a:tab pos="8224838" algn="l"/>
                <a:tab pos="8682038" algn="l"/>
                <a:tab pos="9139238" algn="l"/>
              </a:tabLst>
            </a:pPr>
            <a:r>
              <a:rPr lang="en-US" altLang="en-US" sz="2000" dirty="0">
                <a:solidFill>
                  <a:schemeClr val="tx1"/>
                </a:solidFill>
              </a:rPr>
              <a:t>The first iteration focuses on new functionality that has been added since the last round of testing.</a:t>
            </a:r>
          </a:p>
          <a:p>
            <a:pPr marL="742950" lvl="1" indent="-285750" algn="just">
              <a:lnSpc>
                <a:spcPct val="80000"/>
              </a:lnSpc>
              <a:spcBef>
                <a:spcPts val="450"/>
              </a:spcBef>
              <a:buClr>
                <a:schemeClr val="accent2"/>
              </a:buClr>
              <a:buFont typeface="Arial" panose="020B0604020202020204" pitchFamily="34" charset="0"/>
              <a:buChar char="•"/>
              <a:tabLst>
                <a:tab pos="339725" algn="l"/>
                <a:tab pos="452438" algn="l"/>
                <a:tab pos="909638" algn="l"/>
                <a:tab pos="1366838" algn="l"/>
                <a:tab pos="1824038" algn="l"/>
                <a:tab pos="2281238" algn="l"/>
                <a:tab pos="2738438" algn="l"/>
                <a:tab pos="3195638" algn="l"/>
                <a:tab pos="3652838" algn="l"/>
                <a:tab pos="4110038" algn="l"/>
                <a:tab pos="4567238" algn="l"/>
                <a:tab pos="5024438" algn="l"/>
                <a:tab pos="5481638" algn="l"/>
                <a:tab pos="5938838" algn="l"/>
                <a:tab pos="6396038" algn="l"/>
                <a:tab pos="6853238" algn="l"/>
                <a:tab pos="7310438" algn="l"/>
                <a:tab pos="7767638" algn="l"/>
                <a:tab pos="8224838" algn="l"/>
                <a:tab pos="8682038" algn="l"/>
                <a:tab pos="9139238" algn="l"/>
              </a:tabLst>
            </a:pPr>
            <a:r>
              <a:rPr lang="en-US" altLang="en-US" sz="2000" dirty="0">
                <a:solidFill>
                  <a:schemeClr val="tx1"/>
                </a:solidFill>
              </a:rPr>
              <a:t>A </a:t>
            </a:r>
            <a:r>
              <a:rPr lang="en-US" altLang="en-US" sz="2000" i="1" dirty="0">
                <a:solidFill>
                  <a:schemeClr val="tx1"/>
                </a:solidFill>
              </a:rPr>
              <a:t>regression test </a:t>
            </a:r>
            <a:r>
              <a:rPr lang="en-US" altLang="en-US" sz="2000" dirty="0">
                <a:solidFill>
                  <a:schemeClr val="tx1"/>
                </a:solidFill>
              </a:rPr>
              <a:t>is a test designed to make sure that a change to one area of the software has not caused any other part of the software which had previously passed its tests to stop working. </a:t>
            </a:r>
          </a:p>
          <a:p>
            <a:pPr marL="742950" lvl="1" indent="-285750" algn="just">
              <a:lnSpc>
                <a:spcPct val="80000"/>
              </a:lnSpc>
              <a:spcBef>
                <a:spcPts val="450"/>
              </a:spcBef>
              <a:buClr>
                <a:schemeClr val="accent2"/>
              </a:buClr>
              <a:buFont typeface="Arial" panose="020B0604020202020204" pitchFamily="34" charset="0"/>
              <a:buChar char="•"/>
              <a:tabLst>
                <a:tab pos="339725" algn="l"/>
                <a:tab pos="452438" algn="l"/>
                <a:tab pos="909638" algn="l"/>
                <a:tab pos="1366838" algn="l"/>
                <a:tab pos="1824038" algn="l"/>
                <a:tab pos="2281238" algn="l"/>
                <a:tab pos="2738438" algn="l"/>
                <a:tab pos="3195638" algn="l"/>
                <a:tab pos="3652838" algn="l"/>
                <a:tab pos="4110038" algn="l"/>
                <a:tab pos="4567238" algn="l"/>
                <a:tab pos="5024438" algn="l"/>
                <a:tab pos="5481638" algn="l"/>
                <a:tab pos="5938838" algn="l"/>
                <a:tab pos="6396038" algn="l"/>
                <a:tab pos="6853238" algn="l"/>
                <a:tab pos="7310438" algn="l"/>
                <a:tab pos="7767638" algn="l"/>
                <a:tab pos="8224838" algn="l"/>
                <a:tab pos="8682038" algn="l"/>
                <a:tab pos="9139238" algn="l"/>
              </a:tabLst>
            </a:pPr>
            <a:r>
              <a:rPr lang="en-US" altLang="en-US" sz="2000" dirty="0">
                <a:solidFill>
                  <a:schemeClr val="tx1"/>
                </a:solidFill>
              </a:rPr>
              <a:t>Regression testing usually involves executing all test cases which have previously been executed.</a:t>
            </a:r>
          </a:p>
        </p:txBody>
      </p:sp>
    </p:spTree>
    <p:extLst>
      <p:ext uri="{BB962C8B-B14F-4D97-AF65-F5344CB8AC3E}">
        <p14:creationId xmlns:p14="http://schemas.microsoft.com/office/powerpoint/2010/main" val="3368880801"/>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7280" y="777922"/>
            <a:ext cx="10058400" cy="959438"/>
          </a:xfrm>
        </p:spPr>
        <p:txBody>
          <a:bodyPr/>
          <a:lstStyle/>
          <a:p>
            <a:r>
              <a:rPr lang="en-US" b="1" dirty="0">
                <a:solidFill>
                  <a:schemeClr val="tx1"/>
                </a:solidFill>
              </a:rPr>
              <a:t>Test suite</a:t>
            </a:r>
          </a:p>
        </p:txBody>
      </p:sp>
      <p:sp>
        <p:nvSpPr>
          <p:cNvPr id="3" name="Content Placeholder 2"/>
          <p:cNvSpPr>
            <a:spLocks noGrp="1"/>
          </p:cNvSpPr>
          <p:nvPr>
            <p:ph idx="1"/>
          </p:nvPr>
        </p:nvSpPr>
        <p:spPr>
          <a:xfrm>
            <a:off x="1097280" y="1873029"/>
            <a:ext cx="10353192" cy="4432236"/>
          </a:xfrm>
        </p:spPr>
        <p:txBody>
          <a:bodyPr>
            <a:normAutofit lnSpcReduction="10000"/>
          </a:bodyPr>
          <a:lstStyle/>
          <a:p>
            <a:r>
              <a:rPr lang="en-US" dirty="0">
                <a:solidFill>
                  <a:schemeClr val="tx1"/>
                </a:solidFill>
              </a:rPr>
              <a:t>A set of test scripts or test procedures to be executed in a specific test run.</a:t>
            </a:r>
          </a:p>
          <a:p>
            <a:r>
              <a:rPr lang="en-US" dirty="0">
                <a:solidFill>
                  <a:schemeClr val="tx1"/>
                </a:solidFill>
              </a:rPr>
              <a:t>When you have hundreds / thousands of test cases, a test suite allows you to categorize them in a way that matches your planning or analysis needs. </a:t>
            </a:r>
          </a:p>
          <a:p>
            <a:r>
              <a:rPr lang="en-US" dirty="0">
                <a:solidFill>
                  <a:schemeClr val="tx1"/>
                </a:solidFill>
              </a:rPr>
              <a:t>For example, you could have a test suite for each of the core features of the software or you could have a separate test suite for a particular type of testing.</a:t>
            </a:r>
          </a:p>
          <a:p>
            <a:r>
              <a:rPr lang="en-US" dirty="0">
                <a:solidFill>
                  <a:schemeClr val="tx1"/>
                </a:solidFill>
              </a:rPr>
              <a:t>An example of a test suite for purchasing a product could comprise of the following test cases:</a:t>
            </a:r>
          </a:p>
          <a:p>
            <a:r>
              <a:rPr lang="en-US" dirty="0">
                <a:solidFill>
                  <a:schemeClr val="tx1"/>
                </a:solidFill>
              </a:rPr>
              <a:t>Test Case 1: Login</a:t>
            </a:r>
          </a:p>
          <a:p>
            <a:r>
              <a:rPr lang="en-US" dirty="0">
                <a:solidFill>
                  <a:schemeClr val="tx1"/>
                </a:solidFill>
              </a:rPr>
              <a:t>Test Case 2: Add Products</a:t>
            </a:r>
          </a:p>
          <a:p>
            <a:r>
              <a:rPr lang="en-US" dirty="0">
                <a:solidFill>
                  <a:schemeClr val="tx1"/>
                </a:solidFill>
              </a:rPr>
              <a:t>Test Case 3: Checkout</a:t>
            </a:r>
          </a:p>
          <a:p>
            <a:r>
              <a:rPr lang="en-US" dirty="0">
                <a:solidFill>
                  <a:schemeClr val="tx1"/>
                </a:solidFill>
              </a:rPr>
              <a:t>Test Case 4: Logout</a:t>
            </a:r>
          </a:p>
          <a:p>
            <a:r>
              <a:rPr lang="en-US" dirty="0">
                <a:solidFill>
                  <a:schemeClr val="tx1"/>
                </a:solidFill>
              </a:rPr>
              <a:t>Each of the test cases above are dependent on the success of the previous test cases. </a:t>
            </a:r>
          </a:p>
        </p:txBody>
      </p:sp>
    </p:spTree>
    <p:extLst>
      <p:ext uri="{BB962C8B-B14F-4D97-AF65-F5344CB8AC3E}">
        <p14:creationId xmlns:p14="http://schemas.microsoft.com/office/powerpoint/2010/main" val="13202662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chemeClr val="tx1"/>
                </a:solidFill>
              </a:rPr>
              <a:t>Test log report</a:t>
            </a:r>
          </a:p>
        </p:txBody>
      </p:sp>
      <p:sp>
        <p:nvSpPr>
          <p:cNvPr id="3" name="Content Placeholder 2"/>
          <p:cNvSpPr>
            <a:spLocks noGrp="1"/>
          </p:cNvSpPr>
          <p:nvPr>
            <p:ph idx="1"/>
          </p:nvPr>
        </p:nvSpPr>
        <p:spPr>
          <a:xfrm>
            <a:off x="1097280" y="1832895"/>
            <a:ext cx="10298601" cy="4377645"/>
          </a:xfrm>
        </p:spPr>
        <p:txBody>
          <a:bodyPr>
            <a:normAutofit/>
          </a:bodyPr>
          <a:lstStyle/>
          <a:p>
            <a:pPr algn="just" fontAlgn="base"/>
            <a:r>
              <a:rPr lang="en-US" dirty="0">
                <a:solidFill>
                  <a:schemeClr val="tx1"/>
                </a:solidFill>
              </a:rPr>
              <a:t>The test case log documents different test cases for a particular test type to be executed during testing.</a:t>
            </a:r>
          </a:p>
          <a:p>
            <a:pPr algn="just" fontAlgn="base"/>
            <a:r>
              <a:rPr lang="en-US" dirty="0">
                <a:solidFill>
                  <a:schemeClr val="tx1"/>
                </a:solidFill>
              </a:rPr>
              <a:t>It also records the results of the tests, which provides the detailed evidence for the test log summary report and enables us to reconstruct the test, if necessary.</a:t>
            </a:r>
          </a:p>
          <a:p>
            <a:pPr lvl="1" algn="just">
              <a:buFont typeface="Arial" panose="020B0604020202020204" pitchFamily="34" charset="0"/>
              <a:buChar char="•"/>
            </a:pPr>
            <a:r>
              <a:rPr lang="en-US" dirty="0">
                <a:solidFill>
                  <a:schemeClr val="tx1"/>
                </a:solidFill>
              </a:rPr>
              <a:t>Test Case ID</a:t>
            </a:r>
          </a:p>
          <a:p>
            <a:pPr lvl="1" algn="just">
              <a:buFont typeface="Arial" panose="020B0604020202020204" pitchFamily="34" charset="0"/>
              <a:buChar char="•"/>
            </a:pPr>
            <a:r>
              <a:rPr lang="en-US" dirty="0">
                <a:solidFill>
                  <a:schemeClr val="tx1"/>
                </a:solidFill>
              </a:rPr>
              <a:t>Requirement ID</a:t>
            </a:r>
          </a:p>
          <a:p>
            <a:pPr lvl="1" algn="just">
              <a:buFont typeface="Arial" panose="020B0604020202020204" pitchFamily="34" charset="0"/>
              <a:buChar char="•"/>
            </a:pPr>
            <a:r>
              <a:rPr lang="en-US" dirty="0">
                <a:solidFill>
                  <a:schemeClr val="tx1"/>
                </a:solidFill>
              </a:rPr>
              <a:t>Test Description</a:t>
            </a:r>
          </a:p>
          <a:p>
            <a:pPr lvl="1" algn="just">
              <a:buFont typeface="Arial" panose="020B0604020202020204" pitchFamily="34" charset="0"/>
              <a:buChar char="•"/>
            </a:pPr>
            <a:r>
              <a:rPr lang="en-US" dirty="0">
                <a:solidFill>
                  <a:schemeClr val="tx1"/>
                </a:solidFill>
              </a:rPr>
              <a:t>Test Data</a:t>
            </a:r>
          </a:p>
          <a:p>
            <a:pPr lvl="1" algn="just">
              <a:buFont typeface="Arial" panose="020B0604020202020204" pitchFamily="34" charset="0"/>
              <a:buChar char="•"/>
            </a:pPr>
            <a:r>
              <a:rPr lang="en-US" dirty="0">
                <a:solidFill>
                  <a:schemeClr val="tx1"/>
                </a:solidFill>
              </a:rPr>
              <a:t>Expected Result</a:t>
            </a:r>
          </a:p>
          <a:p>
            <a:pPr lvl="1" algn="just">
              <a:buFont typeface="Arial" panose="020B0604020202020204" pitchFamily="34" charset="0"/>
              <a:buChar char="•"/>
            </a:pPr>
            <a:r>
              <a:rPr lang="en-US" dirty="0">
                <a:solidFill>
                  <a:schemeClr val="tx1"/>
                </a:solidFill>
              </a:rPr>
              <a:t>Actual result</a:t>
            </a:r>
          </a:p>
          <a:p>
            <a:pPr lvl="1" algn="just">
              <a:buFont typeface="Arial" panose="020B0604020202020204" pitchFamily="34" charset="0"/>
              <a:buChar char="•"/>
            </a:pPr>
            <a:r>
              <a:rPr lang="en-US" dirty="0">
                <a:solidFill>
                  <a:schemeClr val="tx1"/>
                </a:solidFill>
              </a:rPr>
              <a:t>Pass/Fail</a:t>
            </a:r>
          </a:p>
        </p:txBody>
      </p:sp>
    </p:spTree>
    <p:extLst>
      <p:ext uri="{BB962C8B-B14F-4D97-AF65-F5344CB8AC3E}">
        <p14:creationId xmlns:p14="http://schemas.microsoft.com/office/powerpoint/2010/main" val="281364285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chemeClr val="tx1"/>
                </a:solidFill>
              </a:rPr>
              <a:t>Regression testing</a:t>
            </a:r>
          </a:p>
        </p:txBody>
      </p:sp>
      <p:sp>
        <p:nvSpPr>
          <p:cNvPr id="6" name="AutoShape 2" descr="Test Case Log Template"/>
          <p:cNvSpPr>
            <a:spLocks noGrp="1" noChangeAspect="1" noChangeArrowheads="1"/>
          </p:cNvSpPr>
          <p:nvPr>
            <p:ph idx="1"/>
          </p:nvPr>
        </p:nvSpPr>
        <p:spPr bwMode="auto">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normAutofit/>
          </a:bodyPr>
          <a:lstStyle/>
          <a:p>
            <a:pPr algn="just">
              <a:buFont typeface="Arial" panose="020B0604020202020204" pitchFamily="34" charset="0"/>
              <a:buChar char="•"/>
            </a:pPr>
            <a:r>
              <a:rPr lang="en-US" sz="2400" dirty="0">
                <a:solidFill>
                  <a:schemeClr val="tx1"/>
                </a:solidFill>
              </a:rPr>
              <a:t>Regression testing is the process of re-testing software that has been modiﬁed. </a:t>
            </a:r>
          </a:p>
          <a:p>
            <a:pPr algn="just">
              <a:buFont typeface="Arial" panose="020B0604020202020204" pitchFamily="34" charset="0"/>
              <a:buChar char="•"/>
            </a:pPr>
            <a:r>
              <a:rPr lang="en-US" sz="2400" dirty="0">
                <a:solidFill>
                  <a:schemeClr val="tx1"/>
                </a:solidFill>
              </a:rPr>
              <a:t>Large components or systems tend to have large regression test suites. Small changes to one part of a system often cause problems in distant parts of the system. </a:t>
            </a:r>
          </a:p>
          <a:p>
            <a:pPr algn="just">
              <a:buFont typeface="Arial" panose="020B0604020202020204" pitchFamily="34" charset="0"/>
              <a:buChar char="•"/>
            </a:pPr>
            <a:r>
              <a:rPr lang="en-US" sz="2400" dirty="0">
                <a:solidFill>
                  <a:schemeClr val="tx1"/>
                </a:solidFill>
              </a:rPr>
              <a:t>Regression testing is used to ﬁnd this kind of problem.</a:t>
            </a:r>
          </a:p>
          <a:p>
            <a:pPr algn="just">
              <a:buFont typeface="Arial" panose="020B0604020202020204" pitchFamily="34" charset="0"/>
              <a:buChar char="•"/>
            </a:pPr>
            <a:endParaRPr lang="en-US" sz="2400" dirty="0">
              <a:solidFill>
                <a:schemeClr val="tx1"/>
              </a:solidFill>
            </a:endParaRPr>
          </a:p>
          <a:p>
            <a:pPr algn="just">
              <a:buFont typeface="Arial" panose="020B0604020202020204" pitchFamily="34" charset="0"/>
              <a:buChar char="•"/>
            </a:pPr>
            <a:endParaRPr lang="en-US" sz="2400" dirty="0">
              <a:solidFill>
                <a:schemeClr val="tx1"/>
              </a:solidFill>
            </a:endParaRPr>
          </a:p>
        </p:txBody>
      </p:sp>
    </p:spTree>
    <p:extLst>
      <p:ext uri="{BB962C8B-B14F-4D97-AF65-F5344CB8AC3E}">
        <p14:creationId xmlns:p14="http://schemas.microsoft.com/office/powerpoint/2010/main" val="159627713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chemeClr val="tx1"/>
                </a:solidFill>
              </a:rPr>
              <a:t>Regression testing</a:t>
            </a:r>
          </a:p>
        </p:txBody>
      </p:sp>
      <p:sp>
        <p:nvSpPr>
          <p:cNvPr id="3" name="Content Placeholder 2"/>
          <p:cNvSpPr>
            <a:spLocks noGrp="1"/>
          </p:cNvSpPr>
          <p:nvPr>
            <p:ph idx="1"/>
          </p:nvPr>
        </p:nvSpPr>
        <p:spPr/>
        <p:txBody>
          <a:bodyPr>
            <a:normAutofit/>
          </a:bodyPr>
          <a:lstStyle/>
          <a:p>
            <a:pPr algn="just">
              <a:buFont typeface="Arial" panose="020B0604020202020204" pitchFamily="34" charset="0"/>
              <a:buChar char="•"/>
            </a:pPr>
            <a:r>
              <a:rPr lang="en-US" sz="2400" dirty="0">
                <a:solidFill>
                  <a:schemeClr val="tx1"/>
                </a:solidFill>
              </a:rPr>
              <a:t>It is worth emphasizing that regression tests must be automated. </a:t>
            </a:r>
          </a:p>
          <a:p>
            <a:pPr algn="just">
              <a:buFont typeface="Arial" panose="020B0604020202020204" pitchFamily="34" charset="0"/>
              <a:buChar char="•"/>
            </a:pPr>
            <a:r>
              <a:rPr lang="en-US" sz="2400" dirty="0">
                <a:solidFill>
                  <a:schemeClr val="tx1"/>
                </a:solidFill>
              </a:rPr>
              <a:t>Indeed, it could be said that unautomated regression testing is equivalent to no regression testing. </a:t>
            </a:r>
          </a:p>
          <a:p>
            <a:pPr algn="just">
              <a:buFont typeface="Arial" panose="020B0604020202020204" pitchFamily="34" charset="0"/>
              <a:buChar char="•"/>
            </a:pPr>
            <a:r>
              <a:rPr lang="en-US" sz="2400" dirty="0">
                <a:solidFill>
                  <a:schemeClr val="tx1"/>
                </a:solidFill>
              </a:rPr>
              <a:t>A wide variety of commercially available tools are available. </a:t>
            </a:r>
          </a:p>
          <a:p>
            <a:pPr algn="just">
              <a:buFont typeface="Arial" panose="020B0604020202020204" pitchFamily="34" charset="0"/>
              <a:buChar char="•"/>
            </a:pPr>
            <a:endParaRPr lang="en-US" sz="2400" dirty="0">
              <a:solidFill>
                <a:schemeClr val="tx1"/>
              </a:solidFill>
            </a:endParaRPr>
          </a:p>
        </p:txBody>
      </p:sp>
    </p:spTree>
    <p:extLst>
      <p:ext uri="{BB962C8B-B14F-4D97-AF65-F5344CB8AC3E}">
        <p14:creationId xmlns:p14="http://schemas.microsoft.com/office/powerpoint/2010/main" val="218148811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chemeClr val="tx1"/>
                </a:solidFill>
              </a:rPr>
              <a:t>Software testing</a:t>
            </a:r>
          </a:p>
        </p:txBody>
      </p:sp>
      <p:sp>
        <p:nvSpPr>
          <p:cNvPr id="3" name="Content Placeholder 2"/>
          <p:cNvSpPr>
            <a:spLocks noGrp="1"/>
          </p:cNvSpPr>
          <p:nvPr>
            <p:ph idx="1"/>
          </p:nvPr>
        </p:nvSpPr>
        <p:spPr/>
        <p:txBody>
          <a:bodyPr/>
          <a:lstStyle/>
          <a:p>
            <a:pPr algn="just">
              <a:buFont typeface="Arial" panose="020B0604020202020204" pitchFamily="34" charset="0"/>
              <a:buChar char="•"/>
            </a:pPr>
            <a:r>
              <a:rPr lang="en-US" sz="2400" dirty="0">
                <a:solidFill>
                  <a:schemeClr val="tx1"/>
                </a:solidFill>
              </a:rPr>
              <a:t>Testing software applications is mandatory and inevitable because errors often become the part of software unintentionally during the design, code and implementation phase. </a:t>
            </a:r>
          </a:p>
          <a:p>
            <a:pPr algn="just">
              <a:buFont typeface="Arial" panose="020B0604020202020204" pitchFamily="34" charset="0"/>
              <a:buChar char="•"/>
            </a:pPr>
            <a:r>
              <a:rPr lang="en-US" sz="2400" dirty="0">
                <a:solidFill>
                  <a:schemeClr val="tx1"/>
                </a:solidFill>
              </a:rPr>
              <a:t>Software is becoming more complex nowadays, having many lines of code, and as a result more iterations of testing are needed to be performed. </a:t>
            </a:r>
          </a:p>
          <a:p>
            <a:pPr algn="just">
              <a:buFont typeface="Arial" panose="020B0604020202020204" pitchFamily="34" charset="0"/>
              <a:buChar char="•"/>
            </a:pPr>
            <a:r>
              <a:rPr lang="en-US" sz="2400" dirty="0">
                <a:solidFill>
                  <a:schemeClr val="tx1"/>
                </a:solidFill>
              </a:rPr>
              <a:t>Software testing is time taking and a costly process; hence, it is necessary to lessen human efforts in testing.</a:t>
            </a:r>
          </a:p>
          <a:p>
            <a:pPr algn="just"/>
            <a:endParaRPr lang="en-US" dirty="0"/>
          </a:p>
        </p:txBody>
      </p:sp>
    </p:spTree>
    <p:extLst>
      <p:ext uri="{BB962C8B-B14F-4D97-AF65-F5344CB8AC3E}">
        <p14:creationId xmlns:p14="http://schemas.microsoft.com/office/powerpoint/2010/main" val="187682553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chemeClr val="tx1"/>
                </a:solidFill>
              </a:rPr>
              <a:t>shortcomings of Manual testing</a:t>
            </a:r>
          </a:p>
        </p:txBody>
      </p:sp>
      <p:sp>
        <p:nvSpPr>
          <p:cNvPr id="3" name="Content Placeholder 2"/>
          <p:cNvSpPr>
            <a:spLocks noGrp="1"/>
          </p:cNvSpPr>
          <p:nvPr>
            <p:ph idx="1"/>
          </p:nvPr>
        </p:nvSpPr>
        <p:spPr/>
        <p:txBody>
          <a:bodyPr/>
          <a:lstStyle/>
          <a:p>
            <a:pPr lvl="0" fontAlgn="base">
              <a:buFont typeface="Arial" panose="020B0604020202020204" pitchFamily="34" charset="0"/>
              <a:buChar char="•"/>
            </a:pPr>
            <a:r>
              <a:rPr lang="en-US" dirty="0">
                <a:solidFill>
                  <a:schemeClr val="tx1"/>
                </a:solidFill>
              </a:rPr>
              <a:t>Time-consuming process</a:t>
            </a:r>
          </a:p>
          <a:p>
            <a:pPr lvl="0" fontAlgn="base">
              <a:buFont typeface="Arial" panose="020B0604020202020204" pitchFamily="34" charset="0"/>
              <a:buChar char="•"/>
            </a:pPr>
            <a:r>
              <a:rPr lang="en-US" dirty="0">
                <a:solidFill>
                  <a:schemeClr val="tx1"/>
                </a:solidFill>
              </a:rPr>
              <a:t>Involves more human efforts </a:t>
            </a:r>
          </a:p>
          <a:p>
            <a:pPr lvl="0" fontAlgn="base">
              <a:buFont typeface="Arial" panose="020B0604020202020204" pitchFamily="34" charset="0"/>
              <a:buChar char="•"/>
            </a:pPr>
            <a:r>
              <a:rPr lang="en-US" dirty="0">
                <a:solidFill>
                  <a:schemeClr val="tx1"/>
                </a:solidFill>
              </a:rPr>
              <a:t>Not as much of precise outcomes</a:t>
            </a:r>
          </a:p>
          <a:p>
            <a:pPr lvl="0" fontAlgn="base">
              <a:buFont typeface="Arial" panose="020B0604020202020204" pitchFamily="34" charset="0"/>
              <a:buChar char="•"/>
            </a:pPr>
            <a:r>
              <a:rPr lang="en-US" dirty="0">
                <a:solidFill>
                  <a:schemeClr val="tx1"/>
                </a:solidFill>
              </a:rPr>
              <a:t>Testing several features concurrently is not possible</a:t>
            </a:r>
          </a:p>
          <a:p>
            <a:pPr lvl="0" fontAlgn="base">
              <a:buFont typeface="Arial" panose="020B0604020202020204" pitchFamily="34" charset="0"/>
              <a:buChar char="•"/>
            </a:pPr>
            <a:r>
              <a:rPr lang="en-US" dirty="0">
                <a:solidFill>
                  <a:schemeClr val="tx1"/>
                </a:solidFill>
              </a:rPr>
              <a:t>Deficiency of reusability of testing trials</a:t>
            </a:r>
          </a:p>
          <a:p>
            <a:pPr lvl="0" fontAlgn="base">
              <a:buFont typeface="Arial" panose="020B0604020202020204" pitchFamily="34" charset="0"/>
              <a:buChar char="•"/>
            </a:pPr>
            <a:r>
              <a:rPr lang="en-US" dirty="0">
                <a:solidFill>
                  <a:schemeClr val="tx1"/>
                </a:solidFill>
              </a:rPr>
              <a:t>Deficiency of test comprehensiveness.</a:t>
            </a:r>
          </a:p>
          <a:p>
            <a:endParaRPr lang="en-US" dirty="0">
              <a:solidFill>
                <a:schemeClr val="tx1"/>
              </a:solidFill>
            </a:endParaRPr>
          </a:p>
        </p:txBody>
      </p:sp>
    </p:spTree>
    <p:extLst>
      <p:ext uri="{BB962C8B-B14F-4D97-AF65-F5344CB8AC3E}">
        <p14:creationId xmlns:p14="http://schemas.microsoft.com/office/powerpoint/2010/main" val="245955509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chemeClr val="tx1"/>
                </a:solidFill>
              </a:rPr>
              <a:t>Automated Software Testing</a:t>
            </a:r>
          </a:p>
        </p:txBody>
      </p:sp>
      <p:sp>
        <p:nvSpPr>
          <p:cNvPr id="3" name="Content Placeholder 2"/>
          <p:cNvSpPr>
            <a:spLocks noGrp="1"/>
          </p:cNvSpPr>
          <p:nvPr>
            <p:ph idx="1"/>
          </p:nvPr>
        </p:nvSpPr>
        <p:spPr>
          <a:xfrm>
            <a:off x="1097280" y="1814272"/>
            <a:ext cx="10058400" cy="4023360"/>
          </a:xfrm>
        </p:spPr>
        <p:txBody>
          <a:bodyPr/>
          <a:lstStyle/>
          <a:p>
            <a:pPr>
              <a:buFont typeface="Arial" panose="020B0604020202020204" pitchFamily="34" charset="0"/>
              <a:buChar char="•"/>
            </a:pPr>
            <a:r>
              <a:rPr lang="en-US" dirty="0">
                <a:solidFill>
                  <a:schemeClr val="tx1"/>
                </a:solidFill>
              </a:rPr>
              <a:t>Benefits of Automation Testing</a:t>
            </a:r>
          </a:p>
          <a:p>
            <a:pPr>
              <a:buFont typeface="Arial" panose="020B0604020202020204" pitchFamily="34" charset="0"/>
              <a:buChar char="•"/>
            </a:pPr>
            <a:r>
              <a:rPr lang="en-US" dirty="0">
                <a:solidFill>
                  <a:schemeClr val="tx1"/>
                </a:solidFill>
              </a:rPr>
              <a:t>Drawbacks of Automation Testing </a:t>
            </a:r>
          </a:p>
          <a:p>
            <a:pPr>
              <a:buFont typeface="Arial" panose="020B0604020202020204" pitchFamily="34" charset="0"/>
              <a:buChar char="•"/>
            </a:pPr>
            <a:r>
              <a:rPr lang="en-US" dirty="0">
                <a:solidFill>
                  <a:schemeClr val="tx1"/>
                </a:solidFill>
              </a:rPr>
              <a:t>Factors to go for Automation Testing </a:t>
            </a:r>
          </a:p>
          <a:p>
            <a:pPr>
              <a:buFont typeface="Arial" panose="020B0604020202020204" pitchFamily="34" charset="0"/>
              <a:buChar char="•"/>
            </a:pPr>
            <a:r>
              <a:rPr lang="en-US" dirty="0">
                <a:solidFill>
                  <a:schemeClr val="tx1"/>
                </a:solidFill>
              </a:rPr>
              <a:t>Factors to Choose Automation Tool </a:t>
            </a:r>
          </a:p>
          <a:p>
            <a:pPr>
              <a:buFont typeface="Arial" panose="020B0604020202020204" pitchFamily="34" charset="0"/>
              <a:buChar char="•"/>
            </a:pPr>
            <a:r>
              <a:rPr lang="en-US" dirty="0">
                <a:solidFill>
                  <a:schemeClr val="tx1"/>
                </a:solidFill>
              </a:rPr>
              <a:t>Tools Available for Testing Software</a:t>
            </a:r>
          </a:p>
        </p:txBody>
      </p:sp>
    </p:spTree>
    <p:extLst>
      <p:ext uri="{BB962C8B-B14F-4D97-AF65-F5344CB8AC3E}">
        <p14:creationId xmlns:p14="http://schemas.microsoft.com/office/powerpoint/2010/main" val="318998156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chemeClr val="tx1"/>
                </a:solidFill>
              </a:rPr>
              <a:t>Automated software testing</a:t>
            </a:r>
          </a:p>
        </p:txBody>
      </p:sp>
      <p:sp>
        <p:nvSpPr>
          <p:cNvPr id="3" name="Content Placeholder 2"/>
          <p:cNvSpPr>
            <a:spLocks noGrp="1"/>
          </p:cNvSpPr>
          <p:nvPr>
            <p:ph idx="1"/>
          </p:nvPr>
        </p:nvSpPr>
        <p:spPr>
          <a:xfrm>
            <a:off x="1097280" y="1803005"/>
            <a:ext cx="10058400" cy="4023360"/>
          </a:xfrm>
        </p:spPr>
        <p:txBody>
          <a:bodyPr>
            <a:normAutofit/>
          </a:bodyPr>
          <a:lstStyle/>
          <a:p>
            <a:pPr algn="just">
              <a:buFont typeface="Arial" panose="020B0604020202020204" pitchFamily="34" charset="0"/>
              <a:buChar char="•"/>
            </a:pPr>
            <a:r>
              <a:rPr lang="en-US" dirty="0">
                <a:solidFill>
                  <a:schemeClr val="tx1"/>
                </a:solidFill>
              </a:rPr>
              <a:t>The automated software testing is a method during which software testing tools run the already drafted test cases on a software program. </a:t>
            </a:r>
          </a:p>
          <a:p>
            <a:pPr algn="just">
              <a:buFont typeface="Arial" panose="020B0604020202020204" pitchFamily="34" charset="0"/>
              <a:buChar char="•"/>
            </a:pPr>
            <a:r>
              <a:rPr lang="en-US" dirty="0">
                <a:solidFill>
                  <a:schemeClr val="tx1"/>
                </a:solidFill>
              </a:rPr>
              <a:t>These testing tools manage the carrying out of test cases and then do the evaluation of actual results by comparing it with the expected results. It can automate </a:t>
            </a:r>
          </a:p>
          <a:p>
            <a:pPr lvl="1" algn="just" fontAlgn="base">
              <a:buFont typeface="Arial" panose="020B0604020202020204" pitchFamily="34" charset="0"/>
              <a:buChar char="•"/>
            </a:pPr>
            <a:r>
              <a:rPr lang="en-US" dirty="0">
                <a:solidFill>
                  <a:schemeClr val="tx1"/>
                </a:solidFill>
              </a:rPr>
              <a:t>Software Business Application Critical test cases,</a:t>
            </a:r>
          </a:p>
          <a:p>
            <a:pPr lvl="1" algn="just" fontAlgn="base">
              <a:buFont typeface="Arial" panose="020B0604020202020204" pitchFamily="34" charset="0"/>
              <a:buChar char="•"/>
            </a:pPr>
            <a:r>
              <a:rPr lang="en-US" dirty="0">
                <a:solidFill>
                  <a:schemeClr val="tx1"/>
                </a:solidFill>
              </a:rPr>
              <a:t>test cases that need to be run again and again</a:t>
            </a:r>
          </a:p>
          <a:p>
            <a:pPr lvl="1" algn="just" fontAlgn="base">
              <a:buFont typeface="Arial" panose="020B0604020202020204" pitchFamily="34" charset="0"/>
              <a:buChar char="•"/>
            </a:pPr>
            <a:r>
              <a:rPr lang="en-US" dirty="0">
                <a:solidFill>
                  <a:schemeClr val="tx1"/>
                </a:solidFill>
              </a:rPr>
              <a:t>test Cases that are very laborious to perform manually or</a:t>
            </a:r>
          </a:p>
          <a:p>
            <a:pPr lvl="1" algn="just" fontAlgn="base">
              <a:buFont typeface="Arial" panose="020B0604020202020204" pitchFamily="34" charset="0"/>
              <a:buChar char="•"/>
            </a:pPr>
            <a:r>
              <a:rPr lang="en-US" dirty="0">
                <a:solidFill>
                  <a:schemeClr val="tx1"/>
                </a:solidFill>
              </a:rPr>
              <a:t>test Cases that take a lot of time for execution</a:t>
            </a:r>
          </a:p>
          <a:p>
            <a:pPr algn="just">
              <a:buFont typeface="Arial" panose="020B0604020202020204" pitchFamily="34" charset="0"/>
              <a:buChar char="•"/>
            </a:pPr>
            <a:r>
              <a:rPr lang="en-US" dirty="0">
                <a:solidFill>
                  <a:schemeClr val="tx1"/>
                </a:solidFill>
              </a:rPr>
              <a:t>The foremost objective of automated testing is to ease the efforts involved in the testing process as much as possible by writing a minimal set of testing scripts. </a:t>
            </a:r>
          </a:p>
        </p:txBody>
      </p:sp>
    </p:spTree>
    <p:extLst>
      <p:ext uri="{BB962C8B-B14F-4D97-AF65-F5344CB8AC3E}">
        <p14:creationId xmlns:p14="http://schemas.microsoft.com/office/powerpoint/2010/main" val="137516900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itle 1">
            <a:extLst>
              <a:ext uri="{FF2B5EF4-FFF2-40B4-BE49-F238E27FC236}">
                <a16:creationId xmlns:a16="http://schemas.microsoft.com/office/drawing/2014/main" id="{1D80C8CC-891C-9B06-B5E4-D56AD8E9C7B6}"/>
              </a:ext>
            </a:extLst>
          </p:cNvPr>
          <p:cNvSpPr>
            <a:spLocks noGrp="1"/>
          </p:cNvSpPr>
          <p:nvPr>
            <p:ph type="title"/>
          </p:nvPr>
        </p:nvSpPr>
        <p:spPr>
          <a:xfrm>
            <a:off x="1167784" y="762000"/>
            <a:ext cx="8153400" cy="990600"/>
          </a:xfrm>
        </p:spPr>
        <p:txBody>
          <a:bodyPr/>
          <a:lstStyle/>
          <a:p>
            <a:r>
              <a:rPr lang="en-US" altLang="en-US" b="1" dirty="0">
                <a:solidFill>
                  <a:schemeClr val="tx1"/>
                </a:solidFill>
              </a:rPr>
              <a:t>Manual Testing</a:t>
            </a:r>
          </a:p>
        </p:txBody>
      </p:sp>
      <p:sp>
        <p:nvSpPr>
          <p:cNvPr id="15363" name="Content Placeholder 2">
            <a:extLst>
              <a:ext uri="{FF2B5EF4-FFF2-40B4-BE49-F238E27FC236}">
                <a16:creationId xmlns:a16="http://schemas.microsoft.com/office/drawing/2014/main" id="{4ADDCA4E-E6CA-9704-7A01-776A70423313}"/>
              </a:ext>
            </a:extLst>
          </p:cNvPr>
          <p:cNvSpPr>
            <a:spLocks noGrp="1"/>
          </p:cNvSpPr>
          <p:nvPr>
            <p:ph sz="quarter" idx="1"/>
          </p:nvPr>
        </p:nvSpPr>
        <p:spPr>
          <a:xfrm>
            <a:off x="1167783" y="1859507"/>
            <a:ext cx="10105267" cy="2862618"/>
          </a:xfrm>
        </p:spPr>
        <p:txBody>
          <a:bodyPr>
            <a:normAutofit/>
          </a:bodyPr>
          <a:lstStyle/>
          <a:p>
            <a:pPr algn="just">
              <a:buFont typeface="Arial" panose="020B0604020202020204" pitchFamily="34" charset="0"/>
              <a:buChar char="•"/>
            </a:pPr>
            <a:r>
              <a:rPr lang="en-US" altLang="en-US" sz="2400" dirty="0">
                <a:solidFill>
                  <a:schemeClr val="tx1"/>
                </a:solidFill>
              </a:rPr>
              <a:t>Manual testing is often seen as a thing of the past, but the truth is, it's still a crucial part of the software development process. In today's fast-paced digital world, where automation is taking over, it's important to remember that manual testing is irreplaceable. </a:t>
            </a:r>
            <a:r>
              <a:rPr lang="en-US" altLang="en-US" sz="2400" b="1" dirty="0">
                <a:solidFill>
                  <a:schemeClr val="tx1"/>
                </a:solidFill>
              </a:rPr>
              <a:t>Here's why:</a:t>
            </a:r>
          </a:p>
          <a:p>
            <a:endParaRPr lang="en-US" altLang="en-US" sz="24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Title 1">
            <a:extLst>
              <a:ext uri="{FF2B5EF4-FFF2-40B4-BE49-F238E27FC236}">
                <a16:creationId xmlns:a16="http://schemas.microsoft.com/office/drawing/2014/main" id="{3247110C-5B00-33F6-40FF-11242F41C49B}"/>
              </a:ext>
            </a:extLst>
          </p:cNvPr>
          <p:cNvSpPr>
            <a:spLocks noGrp="1"/>
          </p:cNvSpPr>
          <p:nvPr>
            <p:ph type="title"/>
          </p:nvPr>
        </p:nvSpPr>
        <p:spPr>
          <a:xfrm>
            <a:off x="1208727" y="788158"/>
            <a:ext cx="8153400" cy="990600"/>
          </a:xfrm>
        </p:spPr>
        <p:txBody>
          <a:bodyPr/>
          <a:lstStyle/>
          <a:p>
            <a:r>
              <a:rPr lang="en-US" altLang="en-US" b="1" dirty="0">
                <a:solidFill>
                  <a:schemeClr val="tx1"/>
                </a:solidFill>
              </a:rPr>
              <a:t>Manual Testing</a:t>
            </a:r>
          </a:p>
        </p:txBody>
      </p:sp>
      <p:sp>
        <p:nvSpPr>
          <p:cNvPr id="15363" name="Content Placeholder 2">
            <a:extLst>
              <a:ext uri="{FF2B5EF4-FFF2-40B4-BE49-F238E27FC236}">
                <a16:creationId xmlns:a16="http://schemas.microsoft.com/office/drawing/2014/main" id="{EB7513C9-3C69-0AE7-3BAF-581CCDBFCFD8}"/>
              </a:ext>
            </a:extLst>
          </p:cNvPr>
          <p:cNvSpPr>
            <a:spLocks noGrp="1"/>
          </p:cNvSpPr>
          <p:nvPr>
            <p:ph sz="quarter" idx="1"/>
          </p:nvPr>
        </p:nvSpPr>
        <p:spPr>
          <a:xfrm>
            <a:off x="1043366" y="1778758"/>
            <a:ext cx="10105267" cy="4953000"/>
          </a:xfrm>
        </p:spPr>
        <p:txBody>
          <a:bodyPr/>
          <a:lstStyle/>
          <a:p>
            <a:pPr algn="just">
              <a:buFont typeface="Arial" panose="020B0604020202020204" pitchFamily="34" charset="0"/>
              <a:buChar char="•"/>
              <a:defRPr/>
            </a:pPr>
            <a:r>
              <a:rPr lang="en-US" altLang="en-US" sz="2500" b="1" dirty="0">
                <a:solidFill>
                  <a:schemeClr val="tx1"/>
                </a:solidFill>
              </a:rPr>
              <a:t>Flexibility</a:t>
            </a:r>
            <a:r>
              <a:rPr lang="en-US" altLang="en-US" sz="2500" dirty="0">
                <a:solidFill>
                  <a:schemeClr val="tx1"/>
                </a:solidFill>
              </a:rPr>
              <a:t>: Manual testing allows for more flexibility in testing scenarios, and can easily adapt to changes in the software. Automated testing, on the other hand, is limited by predetermined test cases. Manual testing allows us to test unknowns of the software while automation is here to check the known functionalities.</a:t>
            </a:r>
          </a:p>
          <a:p>
            <a:pPr algn="just">
              <a:buFont typeface="Arial" panose="020B0604020202020204" pitchFamily="34" charset="0"/>
              <a:buChar char="•"/>
              <a:defRPr/>
            </a:pPr>
            <a:r>
              <a:rPr lang="en-US" altLang="en-US" sz="2500" b="1" dirty="0">
                <a:solidFill>
                  <a:schemeClr val="tx1"/>
                </a:solidFill>
              </a:rPr>
              <a:t>User experience</a:t>
            </a:r>
            <a:r>
              <a:rPr lang="en-US" altLang="en-US" sz="2500" dirty="0">
                <a:solidFill>
                  <a:schemeClr val="tx1"/>
                </a:solidFill>
              </a:rPr>
              <a:t>: Have you ever used software that felt clunky and hard to navigate? That's often the result of a lack of manual testing from the user's perspective.</a:t>
            </a:r>
          </a:p>
          <a:p>
            <a:pPr algn="just">
              <a:buFont typeface="Arial" panose="020B0604020202020204" pitchFamily="34" charset="0"/>
              <a:buChar char="•"/>
              <a:defRPr/>
            </a:pPr>
            <a:r>
              <a:rPr lang="en-US" altLang="en-US" sz="2500" b="1" dirty="0">
                <a:solidFill>
                  <a:schemeClr val="tx1"/>
                </a:solidFill>
              </a:rPr>
              <a:t>Exploratory testing</a:t>
            </a:r>
            <a:r>
              <a:rPr lang="en-US" altLang="en-US" sz="2500" dirty="0">
                <a:solidFill>
                  <a:schemeClr val="tx1"/>
                </a:solidFill>
              </a:rPr>
              <a:t>: Manual testing allows for the human touch, and the ability to think outside the box and test the software in ways that were not initially anticipated.</a:t>
            </a:r>
          </a:p>
          <a:p>
            <a:pPr>
              <a:buFont typeface="Arial" panose="020B0604020202020204" pitchFamily="34" charset="0"/>
              <a:buChar char="•"/>
              <a:defRPr/>
            </a:pPr>
            <a:endParaRPr lang="en-US" altLang="en-US" sz="2500" dirty="0">
              <a:solidFill>
                <a:schemeClr val="tx1"/>
              </a:solidFill>
            </a:endParaRPr>
          </a:p>
          <a:p>
            <a:pPr>
              <a:buFont typeface="Arial" panose="020B0604020202020204" pitchFamily="34" charset="0"/>
              <a:buChar char="•"/>
              <a:defRPr/>
            </a:pPr>
            <a:endParaRPr lang="en-US" altLang="en-US" sz="2500" dirty="0">
              <a:solidFill>
                <a:schemeClr val="tx1"/>
              </a:solidFill>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3" name="Content Placeholder 2">
            <a:extLst>
              <a:ext uri="{FF2B5EF4-FFF2-40B4-BE49-F238E27FC236}">
                <a16:creationId xmlns:a16="http://schemas.microsoft.com/office/drawing/2014/main" id="{06F1E7C8-DC17-A23F-BC8F-3763C63552BF}"/>
              </a:ext>
            </a:extLst>
          </p:cNvPr>
          <p:cNvSpPr>
            <a:spLocks noGrp="1"/>
          </p:cNvSpPr>
          <p:nvPr>
            <p:ph sz="quarter" idx="1"/>
          </p:nvPr>
        </p:nvSpPr>
        <p:spPr>
          <a:xfrm>
            <a:off x="1113192" y="1900451"/>
            <a:ext cx="10719416" cy="4495800"/>
          </a:xfrm>
        </p:spPr>
        <p:txBody>
          <a:bodyPr>
            <a:normAutofit/>
          </a:bodyPr>
          <a:lstStyle/>
          <a:p>
            <a:pPr algn="just">
              <a:buFont typeface="Arial" panose="020B0604020202020204" pitchFamily="34" charset="0"/>
              <a:buChar char="•"/>
              <a:defRPr/>
            </a:pPr>
            <a:r>
              <a:rPr lang="en-US" altLang="en-US" sz="2500" b="1" dirty="0">
                <a:solidFill>
                  <a:schemeClr val="tx1"/>
                </a:solidFill>
              </a:rPr>
              <a:t>Cost-effective:</a:t>
            </a:r>
            <a:r>
              <a:rPr lang="en-US" altLang="en-US" sz="2500" dirty="0">
                <a:solidFill>
                  <a:schemeClr val="tx1"/>
                </a:solidFill>
              </a:rPr>
              <a:t> Manual testing is often more cost-effective than automated testing, especially for small projects.</a:t>
            </a:r>
          </a:p>
          <a:p>
            <a:pPr algn="just">
              <a:buFont typeface="Arial" panose="020B0604020202020204" pitchFamily="34" charset="0"/>
              <a:buChar char="•"/>
              <a:defRPr/>
            </a:pPr>
            <a:r>
              <a:rPr lang="en-US" altLang="en-US" sz="2500" b="1" dirty="0">
                <a:solidFill>
                  <a:schemeClr val="tx1"/>
                </a:solidFill>
              </a:rPr>
              <a:t>The perfect duo</a:t>
            </a:r>
            <a:r>
              <a:rPr lang="en-US" altLang="en-US" sz="2500" dirty="0">
                <a:solidFill>
                  <a:schemeClr val="tx1"/>
                </a:solidFill>
              </a:rPr>
              <a:t>: Manual testing and automated testing are complimentary, not mutually exclusive. Automated testing can be used to quickly test repetitive tasks, while manual testing can be used to test more complex scenarios. Together they provide a comprehensive testing strategy.</a:t>
            </a:r>
          </a:p>
          <a:p>
            <a:pPr algn="just">
              <a:buFont typeface="Arial" panose="020B0604020202020204" pitchFamily="34" charset="0"/>
              <a:buChar char="•"/>
              <a:defRPr/>
            </a:pPr>
            <a:r>
              <a:rPr lang="en-US" altLang="en-US" sz="2500" dirty="0">
                <a:solidFill>
                  <a:schemeClr val="tx1"/>
                </a:solidFill>
              </a:rPr>
              <a:t>In conclusion, manual testing may not be the new shiny toy in the software development world, but it's still a valuable tool that should be included as an essential part of any testing strategy. So, next time you hear someone saying manual testing is a thing of the past, remember that it's still an irreplaceable part of the software development process.</a:t>
            </a:r>
          </a:p>
          <a:p>
            <a:pPr>
              <a:buFont typeface="Arial" panose="020B0604020202020204" pitchFamily="34" charset="0"/>
              <a:buChar char="•"/>
              <a:defRPr/>
            </a:pPr>
            <a:endParaRPr lang="en-US" altLang="en-US" sz="1100" dirty="0">
              <a:solidFill>
                <a:schemeClr val="tx1"/>
              </a:solidFill>
            </a:endParaRPr>
          </a:p>
        </p:txBody>
      </p:sp>
      <p:sp>
        <p:nvSpPr>
          <p:cNvPr id="2" name="Title 1">
            <a:extLst>
              <a:ext uri="{FF2B5EF4-FFF2-40B4-BE49-F238E27FC236}">
                <a16:creationId xmlns:a16="http://schemas.microsoft.com/office/drawing/2014/main" id="{FCC68DF3-F9CE-A226-CEED-FD3A12857E13}"/>
              </a:ext>
            </a:extLst>
          </p:cNvPr>
          <p:cNvSpPr txBox="1">
            <a:spLocks/>
          </p:cNvSpPr>
          <p:nvPr/>
        </p:nvSpPr>
        <p:spPr>
          <a:xfrm>
            <a:off x="1208727" y="788158"/>
            <a:ext cx="8153400" cy="990600"/>
          </a:xfrm>
          <a:prstGeom prst="rect">
            <a:avLst/>
          </a:prstGeom>
        </p:spPr>
        <p:txBody>
          <a:bodyPr vert="horz" lIns="91440" tIns="45720" rIns="91440" bIns="45720" rtlCol="0" anchor="b">
            <a:normAutofit/>
          </a:bodyPr>
          <a:lstStyle>
            <a:lvl1pPr marL="0"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r>
              <a:rPr lang="en-US" altLang="en-US" b="1">
                <a:solidFill>
                  <a:schemeClr val="tx1"/>
                </a:solidFill>
              </a:rPr>
              <a:t>Manual Testing</a:t>
            </a:r>
            <a:endParaRPr lang="en-US" altLang="en-US" b="1" dirty="0">
              <a:solidFill>
                <a:schemeClr val="tx1"/>
              </a:solidFill>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itle 1">
            <a:extLst>
              <a:ext uri="{FF2B5EF4-FFF2-40B4-BE49-F238E27FC236}">
                <a16:creationId xmlns:a16="http://schemas.microsoft.com/office/drawing/2014/main" id="{D5915098-AA00-8624-AE20-CE080AD03DE1}"/>
              </a:ext>
            </a:extLst>
          </p:cNvPr>
          <p:cNvSpPr>
            <a:spLocks noGrp="1"/>
          </p:cNvSpPr>
          <p:nvPr>
            <p:ph type="title"/>
          </p:nvPr>
        </p:nvSpPr>
        <p:spPr>
          <a:xfrm>
            <a:off x="1126841" y="762000"/>
            <a:ext cx="8153400" cy="990600"/>
          </a:xfrm>
        </p:spPr>
        <p:txBody>
          <a:bodyPr/>
          <a:lstStyle/>
          <a:p>
            <a:r>
              <a:rPr lang="en-GB" altLang="en-US" b="1" dirty="0">
                <a:solidFill>
                  <a:schemeClr val="tx1"/>
                </a:solidFill>
              </a:rPr>
              <a:t>Definition of Automation</a:t>
            </a:r>
            <a:endParaRPr lang="en-US" altLang="en-US" b="1" dirty="0">
              <a:solidFill>
                <a:schemeClr val="tx1"/>
              </a:solidFill>
            </a:endParaRPr>
          </a:p>
        </p:txBody>
      </p:sp>
      <p:sp>
        <p:nvSpPr>
          <p:cNvPr id="3" name="Content Placeholder 2">
            <a:extLst>
              <a:ext uri="{FF2B5EF4-FFF2-40B4-BE49-F238E27FC236}">
                <a16:creationId xmlns:a16="http://schemas.microsoft.com/office/drawing/2014/main" id="{23CABBFA-B753-4126-9C88-5754DEBC0A51}"/>
              </a:ext>
            </a:extLst>
          </p:cNvPr>
          <p:cNvSpPr>
            <a:spLocks noGrp="1"/>
          </p:cNvSpPr>
          <p:nvPr>
            <p:ph sz="quarter" idx="1"/>
          </p:nvPr>
        </p:nvSpPr>
        <p:spPr>
          <a:xfrm>
            <a:off x="2136775" y="1600200"/>
            <a:ext cx="8153400" cy="4495800"/>
          </a:xfrm>
        </p:spPr>
        <p:txBody>
          <a:bodyPr/>
          <a:lstStyle/>
          <a:p>
            <a:pPr algn="ctr">
              <a:lnSpc>
                <a:spcPct val="150000"/>
              </a:lnSpc>
              <a:buFont typeface="Wingdings" panose="05000000000000000000" pitchFamily="2" charset="2"/>
              <a:buNone/>
              <a:defRPr/>
            </a:pPr>
            <a:endParaRPr lang="en-GB" sz="3000" b="1" dirty="0">
              <a:solidFill>
                <a:schemeClr val="accent2"/>
              </a:solidFill>
            </a:endParaRPr>
          </a:p>
          <a:p>
            <a:pPr algn="ctr">
              <a:lnSpc>
                <a:spcPct val="150000"/>
              </a:lnSpc>
              <a:buFont typeface="Wingdings" panose="05000000000000000000" pitchFamily="2" charset="2"/>
              <a:buNone/>
              <a:defRPr/>
            </a:pPr>
            <a:r>
              <a:rPr lang="en-GB" sz="3200" b="1" dirty="0">
                <a:solidFill>
                  <a:schemeClr val="accent2"/>
                </a:solidFill>
              </a:rPr>
              <a:t>“Automation is the use of tools and strategies that reduce human involvement or interaction in unskilled, repetitive or redundant tasks”</a:t>
            </a:r>
            <a:endParaRPr lang="en-US" sz="3200" b="1" dirty="0">
              <a:solidFill>
                <a:schemeClr val="accent2"/>
              </a:solidFill>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Title 1">
            <a:extLst>
              <a:ext uri="{FF2B5EF4-FFF2-40B4-BE49-F238E27FC236}">
                <a16:creationId xmlns:a16="http://schemas.microsoft.com/office/drawing/2014/main" id="{03981195-6611-254E-4C89-1359D4BB5028}"/>
              </a:ext>
            </a:extLst>
          </p:cNvPr>
          <p:cNvSpPr>
            <a:spLocks noGrp="1"/>
          </p:cNvSpPr>
          <p:nvPr>
            <p:ph type="title"/>
          </p:nvPr>
        </p:nvSpPr>
        <p:spPr>
          <a:xfrm>
            <a:off x="1058602" y="674426"/>
            <a:ext cx="8153400" cy="990600"/>
          </a:xfrm>
        </p:spPr>
        <p:txBody>
          <a:bodyPr/>
          <a:lstStyle/>
          <a:p>
            <a:r>
              <a:rPr lang="en-US" altLang="en-US" b="1" dirty="0">
                <a:solidFill>
                  <a:schemeClr val="tx1"/>
                </a:solidFill>
              </a:rPr>
              <a:t>Introduction</a:t>
            </a:r>
            <a:r>
              <a:rPr lang="en-US" altLang="en-US" dirty="0"/>
              <a:t>	</a:t>
            </a:r>
          </a:p>
        </p:txBody>
      </p:sp>
      <p:sp>
        <p:nvSpPr>
          <p:cNvPr id="14339" name="Content Placeholder 2">
            <a:extLst>
              <a:ext uri="{FF2B5EF4-FFF2-40B4-BE49-F238E27FC236}">
                <a16:creationId xmlns:a16="http://schemas.microsoft.com/office/drawing/2014/main" id="{606BADB3-86B3-BB62-1A9E-F8063E2E5676}"/>
              </a:ext>
            </a:extLst>
          </p:cNvPr>
          <p:cNvSpPr>
            <a:spLocks noGrp="1"/>
          </p:cNvSpPr>
          <p:nvPr>
            <p:ph sz="quarter" idx="1"/>
          </p:nvPr>
        </p:nvSpPr>
        <p:spPr>
          <a:xfrm>
            <a:off x="1058602" y="1804916"/>
            <a:ext cx="9231573" cy="4495800"/>
          </a:xfrm>
        </p:spPr>
        <p:txBody>
          <a:bodyPr/>
          <a:lstStyle/>
          <a:p>
            <a:pPr algn="just">
              <a:buFont typeface="Arial" panose="020B0604020202020204" pitchFamily="34" charset="0"/>
              <a:buChar char="•"/>
            </a:pPr>
            <a:r>
              <a:rPr lang="en-US" altLang="en-US" sz="2500" dirty="0">
                <a:solidFill>
                  <a:schemeClr val="tx1"/>
                </a:solidFill>
              </a:rPr>
              <a:t>Automation of software testing is becoming more popular these days both for client server and web applications.</a:t>
            </a:r>
          </a:p>
          <a:p>
            <a:pPr algn="just">
              <a:buFont typeface="Arial" panose="020B0604020202020204" pitchFamily="34" charset="0"/>
              <a:buChar char="•"/>
            </a:pPr>
            <a:r>
              <a:rPr lang="en-US" altLang="en-US" sz="2500" dirty="0">
                <a:solidFill>
                  <a:schemeClr val="tx1"/>
                </a:solidFill>
              </a:rPr>
              <a:t>Software applications are becoming complex day by day, new requirements are changing constantly and the time for software testing is getting shorter.</a:t>
            </a:r>
          </a:p>
          <a:p>
            <a:pPr algn="just">
              <a:buFont typeface="Arial" panose="020B0604020202020204" pitchFamily="34" charset="0"/>
              <a:buChar char="•"/>
            </a:pPr>
            <a:r>
              <a:rPr lang="en-US" altLang="en-US" sz="2500" dirty="0">
                <a:solidFill>
                  <a:schemeClr val="tx1"/>
                </a:solidFill>
              </a:rPr>
              <a:t>This situation calls a need to automate </a:t>
            </a:r>
          </a:p>
          <a:p>
            <a:pPr lvl="2" algn="just">
              <a:buFont typeface="Arial" panose="020B0604020202020204" pitchFamily="34" charset="0"/>
              <a:buChar char="•"/>
            </a:pPr>
            <a:r>
              <a:rPr lang="en-US" altLang="en-US" sz="1900" dirty="0">
                <a:solidFill>
                  <a:schemeClr val="tx1"/>
                </a:solidFill>
              </a:rPr>
              <a:t>	the software testing process to </a:t>
            </a:r>
          </a:p>
          <a:p>
            <a:pPr lvl="2" algn="just">
              <a:buFont typeface="Arial" panose="020B0604020202020204" pitchFamily="34" charset="0"/>
              <a:buChar char="•"/>
            </a:pPr>
            <a:r>
              <a:rPr lang="en-US" altLang="en-US" sz="1900" dirty="0">
                <a:solidFill>
                  <a:schemeClr val="tx1"/>
                </a:solidFill>
              </a:rPr>
              <a:t>	address the cost and time factors.</a:t>
            </a:r>
          </a:p>
        </p:txBody>
      </p:sp>
      <p:pic>
        <p:nvPicPr>
          <p:cNvPr id="5" name="Picture 2">
            <a:extLst>
              <a:ext uri="{FF2B5EF4-FFF2-40B4-BE49-F238E27FC236}">
                <a16:creationId xmlns:a16="http://schemas.microsoft.com/office/drawing/2014/main" id="{5FDA6299-12C2-FF3E-C0DC-BD31200F324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334500" y="3590925"/>
            <a:ext cx="2857500" cy="3267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pull dir="d"/>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4339">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14339">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14339">
                                            <p:txEl>
                                              <p:pRg st="2" end="2"/>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4339">
                                            <p:txEl>
                                              <p:pRg st="3" end="3"/>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4339">
                                            <p:txEl>
                                              <p:pRg st="4" end="4"/>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2" presetClass="entr" presetSubtype="1" fill="hold" nodeType="clickEffect">
                                  <p:stCondLst>
                                    <p:cond delay="0"/>
                                  </p:stCondLst>
                                  <p:childTnLst>
                                    <p:set>
                                      <p:cBhvr>
                                        <p:cTn id="22" dur="1" fill="hold">
                                          <p:stCondLst>
                                            <p:cond delay="0"/>
                                          </p:stCondLst>
                                        </p:cTn>
                                        <p:tgtEl>
                                          <p:spTgt spid="5"/>
                                        </p:tgtEl>
                                        <p:attrNameLst>
                                          <p:attrName>style.visibility</p:attrName>
                                        </p:attrNameLst>
                                      </p:cBhvr>
                                      <p:to>
                                        <p:strVal val="visible"/>
                                      </p:to>
                                    </p:set>
                                    <p:anim calcmode="lin" valueType="num">
                                      <p:cBhvr additive="base">
                                        <p:cTn id="23" dur="500" fill="hold"/>
                                        <p:tgtEl>
                                          <p:spTgt spid="5"/>
                                        </p:tgtEl>
                                        <p:attrNameLst>
                                          <p:attrName>ppt_x</p:attrName>
                                        </p:attrNameLst>
                                      </p:cBhvr>
                                      <p:tavLst>
                                        <p:tav tm="0">
                                          <p:val>
                                            <p:strVal val="#ppt_x"/>
                                          </p:val>
                                        </p:tav>
                                        <p:tav tm="100000">
                                          <p:val>
                                            <p:strVal val="#ppt_x"/>
                                          </p:val>
                                        </p:tav>
                                      </p:tavLst>
                                    </p:anim>
                                    <p:anim calcmode="lin" valueType="num">
                                      <p:cBhvr additive="base">
                                        <p:cTn id="24" dur="500" fill="hold"/>
                                        <p:tgtEl>
                                          <p:spTgt spid="5"/>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Title 1">
            <a:extLst>
              <a:ext uri="{FF2B5EF4-FFF2-40B4-BE49-F238E27FC236}">
                <a16:creationId xmlns:a16="http://schemas.microsoft.com/office/drawing/2014/main" id="{0968ED39-CCC4-95CD-13CB-81D85BBDFB01}"/>
              </a:ext>
            </a:extLst>
          </p:cNvPr>
          <p:cNvSpPr>
            <a:spLocks noGrp="1"/>
          </p:cNvSpPr>
          <p:nvPr>
            <p:ph type="title"/>
          </p:nvPr>
        </p:nvSpPr>
        <p:spPr>
          <a:xfrm>
            <a:off x="1167785" y="762000"/>
            <a:ext cx="8302625" cy="990600"/>
          </a:xfrm>
        </p:spPr>
        <p:txBody>
          <a:bodyPr/>
          <a:lstStyle/>
          <a:p>
            <a:r>
              <a:rPr lang="en-US" altLang="en-US" b="1" dirty="0">
                <a:solidFill>
                  <a:schemeClr val="tx1"/>
                </a:solidFill>
              </a:rPr>
              <a:t>Objectives of Test Automation </a:t>
            </a:r>
          </a:p>
        </p:txBody>
      </p:sp>
      <p:sp>
        <p:nvSpPr>
          <p:cNvPr id="3" name="Content Placeholder 2">
            <a:extLst>
              <a:ext uri="{FF2B5EF4-FFF2-40B4-BE49-F238E27FC236}">
                <a16:creationId xmlns:a16="http://schemas.microsoft.com/office/drawing/2014/main" id="{653B04B9-8B56-94EA-F1AC-AEF96716EB06}"/>
              </a:ext>
            </a:extLst>
          </p:cNvPr>
          <p:cNvSpPr>
            <a:spLocks noGrp="1"/>
          </p:cNvSpPr>
          <p:nvPr>
            <p:ph sz="quarter" idx="1"/>
          </p:nvPr>
        </p:nvSpPr>
        <p:spPr>
          <a:xfrm>
            <a:off x="1242397" y="1859507"/>
            <a:ext cx="10112540" cy="4495800"/>
          </a:xfrm>
        </p:spPr>
        <p:txBody>
          <a:bodyPr>
            <a:normAutofit/>
          </a:bodyPr>
          <a:lstStyle/>
          <a:p>
            <a:pPr algn="just">
              <a:buFont typeface="Arial" panose="020B0604020202020204" pitchFamily="34" charset="0"/>
              <a:buChar char="•"/>
              <a:defRPr/>
            </a:pPr>
            <a:r>
              <a:rPr lang="en-US" sz="2400" dirty="0">
                <a:solidFill>
                  <a:schemeClr val="tx1"/>
                </a:solidFill>
              </a:rPr>
              <a:t>To free engineers from tedious and redundant manual testing operations.</a:t>
            </a:r>
          </a:p>
          <a:p>
            <a:pPr algn="just">
              <a:buFont typeface="Arial" panose="020B0604020202020204" pitchFamily="34" charset="0"/>
              <a:buChar char="•"/>
              <a:defRPr/>
            </a:pPr>
            <a:r>
              <a:rPr lang="en-US" sz="2400" dirty="0">
                <a:solidFill>
                  <a:schemeClr val="tx1"/>
                </a:solidFill>
              </a:rPr>
              <a:t>To speed up a software testing process, and to reduce software testing cost and time during a software life cycle.</a:t>
            </a:r>
          </a:p>
          <a:p>
            <a:pPr>
              <a:buFont typeface="Arial" panose="020B0604020202020204" pitchFamily="34" charset="0"/>
              <a:buChar char="•"/>
              <a:defRPr/>
            </a:pPr>
            <a:r>
              <a:rPr lang="en-US" sz="2400" dirty="0">
                <a:solidFill>
                  <a:schemeClr val="tx1"/>
                </a:solidFill>
              </a:rPr>
              <a:t>To increase the quality and effectiveness of a software test process by achieving pre-defined adequate test criteria in a limited schedule.</a:t>
            </a:r>
            <a:br>
              <a:rPr lang="en-US" sz="2400" dirty="0">
                <a:solidFill>
                  <a:schemeClr val="tx1"/>
                </a:solidFill>
              </a:rPr>
            </a:br>
            <a:endParaRPr lang="en-US" sz="2400" dirty="0">
              <a:solidFill>
                <a:schemeClr val="tx1"/>
              </a:solidFill>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9"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p:cTn id="7" dur="1000" fill="hold"/>
                                        <p:tgtEl>
                                          <p:spTgt spid="3">
                                            <p:txEl>
                                              <p:pRg st="0" end="0"/>
                                            </p:txEl>
                                          </p:spTgt>
                                        </p:tgtEl>
                                        <p:attrNameLst>
                                          <p:attrName>ppt_x</p:attrName>
                                        </p:attrNameLst>
                                      </p:cBhvr>
                                      <p:tavLst>
                                        <p:tav tm="0">
                                          <p:val>
                                            <p:strVal val="#ppt_x-.2"/>
                                          </p:val>
                                        </p:tav>
                                        <p:tav tm="100000">
                                          <p:val>
                                            <p:strVal val="#ppt_x"/>
                                          </p:val>
                                        </p:tav>
                                      </p:tavLst>
                                    </p:anim>
                                    <p:anim calcmode="lin" valueType="num">
                                      <p:cBhvr>
                                        <p:cTn id="8" dur="1000" fill="hold"/>
                                        <p:tgtEl>
                                          <p:spTgt spid="3">
                                            <p:txEl>
                                              <p:pRg st="0" end="0"/>
                                            </p:txEl>
                                          </p:spTgt>
                                        </p:tgtEl>
                                        <p:attrNameLst>
                                          <p:attrName>ppt_y</p:attrName>
                                        </p:attrNameLst>
                                      </p:cBhvr>
                                      <p:tavLst>
                                        <p:tav tm="0">
                                          <p:val>
                                            <p:strVal val="#ppt_y"/>
                                          </p:val>
                                        </p:tav>
                                        <p:tav tm="100000">
                                          <p:val>
                                            <p:strVal val="#ppt_y"/>
                                          </p:val>
                                        </p:tav>
                                      </p:tavLst>
                                    </p:anim>
                                    <p:animEffect transition="in" filter="wipe(right)" prLst="gradientSize: 0.1">
                                      <p:cBhvr>
                                        <p:cTn id="9" dur="1000"/>
                                        <p:tgtEl>
                                          <p:spTgt spid="3">
                                            <p:txEl>
                                              <p:pRg st="0" end="0"/>
                                            </p:txEl>
                                          </p:spTgt>
                                        </p:tgtEl>
                                      </p:cBhvr>
                                    </p:animEffect>
                                  </p:childTnLst>
                                </p:cTn>
                              </p:par>
                            </p:childTnLst>
                          </p:cTn>
                        </p:par>
                      </p:childTnLst>
                    </p:cTn>
                  </p:par>
                  <p:par>
                    <p:cTn id="10" fill="hold" nodeType="clickPar">
                      <p:stCondLst>
                        <p:cond delay="indefinite"/>
                      </p:stCondLst>
                      <p:childTnLst>
                        <p:par>
                          <p:cTn id="11" fill="hold" nodeType="withGroup">
                            <p:stCondLst>
                              <p:cond delay="0"/>
                            </p:stCondLst>
                            <p:childTnLst>
                              <p:par>
                                <p:cTn id="12" presetID="29" presetClass="entr" presetSubtype="0" fill="hold"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 calcmode="lin" valueType="num">
                                      <p:cBhvr>
                                        <p:cTn id="14" dur="1000" fill="hold"/>
                                        <p:tgtEl>
                                          <p:spTgt spid="3">
                                            <p:txEl>
                                              <p:pRg st="1" end="1"/>
                                            </p:txEl>
                                          </p:spTgt>
                                        </p:tgtEl>
                                        <p:attrNameLst>
                                          <p:attrName>ppt_x</p:attrName>
                                        </p:attrNameLst>
                                      </p:cBhvr>
                                      <p:tavLst>
                                        <p:tav tm="0">
                                          <p:val>
                                            <p:strVal val="#ppt_x-.2"/>
                                          </p:val>
                                        </p:tav>
                                        <p:tav tm="100000">
                                          <p:val>
                                            <p:strVal val="#ppt_x"/>
                                          </p:val>
                                        </p:tav>
                                      </p:tavLst>
                                    </p:anim>
                                    <p:anim calcmode="lin" valueType="num">
                                      <p:cBhvr>
                                        <p:cTn id="15" dur="1000" fill="hold"/>
                                        <p:tgtEl>
                                          <p:spTgt spid="3">
                                            <p:txEl>
                                              <p:pRg st="1" end="1"/>
                                            </p:txEl>
                                          </p:spTgt>
                                        </p:tgtEl>
                                        <p:attrNameLst>
                                          <p:attrName>ppt_y</p:attrName>
                                        </p:attrNameLst>
                                      </p:cBhvr>
                                      <p:tavLst>
                                        <p:tav tm="0">
                                          <p:val>
                                            <p:strVal val="#ppt_y"/>
                                          </p:val>
                                        </p:tav>
                                        <p:tav tm="100000">
                                          <p:val>
                                            <p:strVal val="#ppt_y"/>
                                          </p:val>
                                        </p:tav>
                                      </p:tavLst>
                                    </p:anim>
                                    <p:animEffect transition="in" filter="wipe(right)" prLst="gradientSize: 0.1">
                                      <p:cBhvr>
                                        <p:cTn id="16" dur="1000"/>
                                        <p:tgtEl>
                                          <p:spTgt spid="3">
                                            <p:txEl>
                                              <p:pRg st="1" end="1"/>
                                            </p:txEl>
                                          </p:spTgt>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29" presetClass="entr" presetSubtype="0" fill="hold"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 calcmode="lin" valueType="num">
                                      <p:cBhvr>
                                        <p:cTn id="21" dur="1000" fill="hold"/>
                                        <p:tgtEl>
                                          <p:spTgt spid="3">
                                            <p:txEl>
                                              <p:pRg st="2" end="2"/>
                                            </p:txEl>
                                          </p:spTgt>
                                        </p:tgtEl>
                                        <p:attrNameLst>
                                          <p:attrName>ppt_x</p:attrName>
                                        </p:attrNameLst>
                                      </p:cBhvr>
                                      <p:tavLst>
                                        <p:tav tm="0">
                                          <p:val>
                                            <p:strVal val="#ppt_x-.2"/>
                                          </p:val>
                                        </p:tav>
                                        <p:tav tm="100000">
                                          <p:val>
                                            <p:strVal val="#ppt_x"/>
                                          </p:val>
                                        </p:tav>
                                      </p:tavLst>
                                    </p:anim>
                                    <p:anim calcmode="lin" valueType="num">
                                      <p:cBhvr>
                                        <p:cTn id="22" dur="1000" fill="hold"/>
                                        <p:tgtEl>
                                          <p:spTgt spid="3">
                                            <p:txEl>
                                              <p:pRg st="2" end="2"/>
                                            </p:txEl>
                                          </p:spTgt>
                                        </p:tgtEl>
                                        <p:attrNameLst>
                                          <p:attrName>ppt_y</p:attrName>
                                        </p:attrNameLst>
                                      </p:cBhvr>
                                      <p:tavLst>
                                        <p:tav tm="0">
                                          <p:val>
                                            <p:strVal val="#ppt_y"/>
                                          </p:val>
                                        </p:tav>
                                        <p:tav tm="100000">
                                          <p:val>
                                            <p:strVal val="#ppt_y"/>
                                          </p:val>
                                        </p:tav>
                                      </p:tavLst>
                                    </p:anim>
                                    <p:animEffect transition="in" filter="wipe(right)" prLst="gradientSize: 0.1">
                                      <p:cBhvr>
                                        <p:cTn id="23" dur="10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Title 1">
            <a:extLst>
              <a:ext uri="{FF2B5EF4-FFF2-40B4-BE49-F238E27FC236}">
                <a16:creationId xmlns:a16="http://schemas.microsoft.com/office/drawing/2014/main" id="{C709AC80-A82A-2F31-AE04-89C8362FA7F8}"/>
              </a:ext>
            </a:extLst>
          </p:cNvPr>
          <p:cNvSpPr>
            <a:spLocks noGrp="1"/>
          </p:cNvSpPr>
          <p:nvPr>
            <p:ph type="title"/>
          </p:nvPr>
        </p:nvSpPr>
        <p:spPr>
          <a:xfrm>
            <a:off x="1085898" y="762000"/>
            <a:ext cx="8153400" cy="990600"/>
          </a:xfrm>
        </p:spPr>
        <p:txBody>
          <a:bodyPr/>
          <a:lstStyle/>
          <a:p>
            <a:r>
              <a:rPr lang="en-US" altLang="en-US" b="1" dirty="0">
                <a:solidFill>
                  <a:schemeClr val="tx1"/>
                </a:solidFill>
              </a:rPr>
              <a:t>Key to success</a:t>
            </a:r>
          </a:p>
        </p:txBody>
      </p:sp>
      <p:sp>
        <p:nvSpPr>
          <p:cNvPr id="3" name="Content Placeholder 2">
            <a:extLst>
              <a:ext uri="{FF2B5EF4-FFF2-40B4-BE49-F238E27FC236}">
                <a16:creationId xmlns:a16="http://schemas.microsoft.com/office/drawing/2014/main" id="{8DF4DCE5-F5E5-1526-0928-A93B92927A72}"/>
              </a:ext>
            </a:extLst>
          </p:cNvPr>
          <p:cNvSpPr>
            <a:spLocks noGrp="1"/>
          </p:cNvSpPr>
          <p:nvPr>
            <p:ph sz="quarter" idx="1"/>
          </p:nvPr>
        </p:nvSpPr>
        <p:spPr>
          <a:xfrm>
            <a:off x="2136775" y="1600200"/>
            <a:ext cx="8153400" cy="4495800"/>
          </a:xfrm>
        </p:spPr>
        <p:txBody>
          <a:bodyPr/>
          <a:lstStyle/>
          <a:p>
            <a:pPr algn="ctr">
              <a:buFont typeface="Wingdings" panose="05000000000000000000" pitchFamily="2" charset="2"/>
              <a:buNone/>
            </a:pPr>
            <a:endParaRPr lang="en-US" altLang="en-US" sz="3200" dirty="0">
              <a:solidFill>
                <a:schemeClr val="tx1"/>
              </a:solidFill>
            </a:endParaRPr>
          </a:p>
          <a:p>
            <a:pPr algn="ctr">
              <a:buFont typeface="Wingdings" panose="05000000000000000000" pitchFamily="2" charset="2"/>
              <a:buNone/>
            </a:pPr>
            <a:endParaRPr lang="en-US" altLang="en-US" sz="3200" dirty="0">
              <a:solidFill>
                <a:schemeClr val="tx1"/>
              </a:solidFill>
            </a:endParaRPr>
          </a:p>
          <a:p>
            <a:pPr algn="ctr">
              <a:buFont typeface="Wingdings" panose="05000000000000000000" pitchFamily="2" charset="2"/>
              <a:buNone/>
            </a:pPr>
            <a:r>
              <a:rPr lang="en-US" altLang="en-US" sz="3600" dirty="0">
                <a:solidFill>
                  <a:schemeClr val="tx1"/>
                </a:solidFill>
              </a:rPr>
              <a:t>“To reduce manual testing activities and redundant test operations using a systematic solution to achieve a better testing coverage”</a:t>
            </a:r>
          </a:p>
          <a:p>
            <a:endParaRPr lang="en-US" altLang="en-US" dirty="0">
              <a:solidFill>
                <a:schemeClr val="tx1"/>
              </a:solidFill>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7" presetClass="entr" presetSubtype="0" fill="hold" nodeType="clickEffect">
                                  <p:stCondLst>
                                    <p:cond delay="0"/>
                                  </p:stCondLst>
                                  <p:iterate type="lt">
                                    <p:tmPct val="50000"/>
                                  </p:iterate>
                                  <p:childTnLst>
                                    <p:set>
                                      <p:cBhvr>
                                        <p:cTn id="6" dur="1" fill="hold">
                                          <p:stCondLst>
                                            <p:cond delay="0"/>
                                          </p:stCondLst>
                                        </p:cTn>
                                        <p:tgtEl>
                                          <p:spTgt spid="3">
                                            <p:txEl>
                                              <p:pRg st="2" end="2"/>
                                            </p:txEl>
                                          </p:spTgt>
                                        </p:tgtEl>
                                        <p:attrNameLst>
                                          <p:attrName>style.visibility</p:attrName>
                                        </p:attrNameLst>
                                      </p:cBhvr>
                                      <p:to>
                                        <p:strVal val="visible"/>
                                      </p:to>
                                    </p:set>
                                    <p:anim calcmode="discrete" valueType="clr">
                                      <p:cBhvr override="childStyle">
                                        <p:cTn id="7" dur="80"/>
                                        <p:tgtEl>
                                          <p:spTgt spid="3">
                                            <p:txEl>
                                              <p:pRg st="2" end="2"/>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8" dur="80"/>
                                        <p:tgtEl>
                                          <p:spTgt spid="3">
                                            <p:txEl>
                                              <p:pRg st="2" end="2"/>
                                            </p:txEl>
                                          </p:spTgt>
                                        </p:tgtEl>
                                        <p:attrNameLst>
                                          <p:attrName>fillcolor</p:attrName>
                                        </p:attrNameLst>
                                      </p:cBhvr>
                                      <p:tavLst>
                                        <p:tav tm="0">
                                          <p:val>
                                            <p:clrVal>
                                              <a:schemeClr val="accent2"/>
                                            </p:clrVal>
                                          </p:val>
                                        </p:tav>
                                        <p:tav tm="50000">
                                          <p:val>
                                            <p:clrVal>
                                              <a:schemeClr val="hlink"/>
                                            </p:clrVal>
                                          </p:val>
                                        </p:tav>
                                      </p:tavLst>
                                    </p:anim>
                                    <p:set>
                                      <p:cBhvr>
                                        <p:cTn id="9" dur="80"/>
                                        <p:tgtEl>
                                          <p:spTgt spid="3">
                                            <p:txEl>
                                              <p:pRg st="2" end="2"/>
                                            </p:txEl>
                                          </p:spTgt>
                                        </p:tgtEl>
                                        <p:attrNameLst>
                                          <p:attrName>fill.type</p:attrName>
                                        </p:attrNameLst>
                                      </p:cBhvr>
                                      <p:to>
                                        <p:strVal val="solid"/>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chemeClr val="tx1"/>
                </a:solidFill>
              </a:rPr>
              <a:t>Common Automation Tools </a:t>
            </a:r>
          </a:p>
        </p:txBody>
      </p:sp>
      <p:sp>
        <p:nvSpPr>
          <p:cNvPr id="3" name="Content Placeholder 2"/>
          <p:cNvSpPr>
            <a:spLocks noGrp="1"/>
          </p:cNvSpPr>
          <p:nvPr>
            <p:ph idx="1"/>
          </p:nvPr>
        </p:nvSpPr>
        <p:spPr>
          <a:xfrm>
            <a:off x="1097280" y="1811550"/>
            <a:ext cx="10058400" cy="4023360"/>
          </a:xfrm>
        </p:spPr>
        <p:txBody>
          <a:bodyPr/>
          <a:lstStyle/>
          <a:p>
            <a:pPr algn="just">
              <a:buFont typeface="Arial" panose="020B0604020202020204" pitchFamily="34" charset="0"/>
              <a:buChar char="•"/>
            </a:pPr>
            <a:r>
              <a:rPr lang="en-US" dirty="0">
                <a:solidFill>
                  <a:schemeClr val="tx1"/>
                </a:solidFill>
              </a:rPr>
              <a:t>There are many test automation tools available in the market. </a:t>
            </a:r>
          </a:p>
          <a:p>
            <a:pPr algn="just">
              <a:buFont typeface="Arial" panose="020B0604020202020204" pitchFamily="34" charset="0"/>
              <a:buChar char="•"/>
            </a:pPr>
            <a:r>
              <a:rPr lang="en-US" dirty="0">
                <a:solidFill>
                  <a:schemeClr val="tx1"/>
                </a:solidFill>
              </a:rPr>
              <a:t>Each automation tool has some strong points and some shortcomings and serves an alternate need.</a:t>
            </a:r>
          </a:p>
          <a:p>
            <a:pPr algn="just">
              <a:buFont typeface="Arial" panose="020B0604020202020204" pitchFamily="34" charset="0"/>
              <a:buChar char="•"/>
            </a:pPr>
            <a:r>
              <a:rPr lang="en-US" dirty="0">
                <a:solidFill>
                  <a:schemeClr val="tx1"/>
                </a:solidFill>
              </a:rPr>
              <a:t> A thorough investigation of those different automation tools ought to be performed prior to choosing any tool.</a:t>
            </a:r>
          </a:p>
          <a:p>
            <a:pPr algn="just">
              <a:buFont typeface="Arial" panose="020B0604020202020204" pitchFamily="34" charset="0"/>
              <a:buChar char="•"/>
            </a:pPr>
            <a:r>
              <a:rPr lang="en-US" dirty="0">
                <a:solidFill>
                  <a:schemeClr val="tx1"/>
                </a:solidFill>
              </a:rPr>
              <a:t>Many factors are thought of for the evaluation of these tools such as cost, software type, testing prerequisites, abilities needed to utilize the tool etc. </a:t>
            </a:r>
          </a:p>
          <a:p>
            <a:pPr algn="just"/>
            <a:endParaRPr lang="en-US" dirty="0">
              <a:solidFill>
                <a:schemeClr val="tx1"/>
              </a:solidFill>
            </a:endParaRPr>
          </a:p>
        </p:txBody>
      </p:sp>
    </p:spTree>
    <p:extLst>
      <p:ext uri="{BB962C8B-B14F-4D97-AF65-F5344CB8AC3E}">
        <p14:creationId xmlns:p14="http://schemas.microsoft.com/office/powerpoint/2010/main" val="233777287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43484" y="153825"/>
            <a:ext cx="10058400" cy="660590"/>
          </a:xfrm>
        </p:spPr>
        <p:txBody>
          <a:bodyPr>
            <a:normAutofit fontScale="90000"/>
          </a:bodyPr>
          <a:lstStyle/>
          <a:p>
            <a:r>
              <a:rPr lang="en-US" b="1" dirty="0">
                <a:solidFill>
                  <a:schemeClr val="tx1"/>
                </a:solidFill>
              </a:rPr>
              <a:t>Automation Tools Comparison</a:t>
            </a:r>
          </a:p>
        </p:txBody>
      </p:sp>
      <p:graphicFrame>
        <p:nvGraphicFramePr>
          <p:cNvPr id="6" name="Content Placeholder 5"/>
          <p:cNvGraphicFramePr>
            <a:graphicFrameLocks noGrp="1"/>
          </p:cNvGraphicFramePr>
          <p:nvPr>
            <p:ph idx="1"/>
            <p:extLst>
              <p:ext uri="{D42A27DB-BD31-4B8C-83A1-F6EECF244321}">
                <p14:modId xmlns:p14="http://schemas.microsoft.com/office/powerpoint/2010/main" val="55159509"/>
              </p:ext>
            </p:extLst>
          </p:nvPr>
        </p:nvGraphicFramePr>
        <p:xfrm>
          <a:off x="615297" y="814415"/>
          <a:ext cx="11348816" cy="5380062"/>
        </p:xfrm>
        <a:graphic>
          <a:graphicData uri="http://schemas.openxmlformats.org/drawingml/2006/table">
            <a:tbl>
              <a:tblPr>
                <a:tableStyleId>{5C22544A-7EE6-4342-B048-85BDC9FD1C3A}</a:tableStyleId>
              </a:tblPr>
              <a:tblGrid>
                <a:gridCol w="1317671">
                  <a:extLst>
                    <a:ext uri="{9D8B030D-6E8A-4147-A177-3AD203B41FA5}">
                      <a16:colId xmlns:a16="http://schemas.microsoft.com/office/drawing/2014/main" val="881748245"/>
                    </a:ext>
                  </a:extLst>
                </a:gridCol>
                <a:gridCol w="1656266">
                  <a:extLst>
                    <a:ext uri="{9D8B030D-6E8A-4147-A177-3AD203B41FA5}">
                      <a16:colId xmlns:a16="http://schemas.microsoft.com/office/drawing/2014/main" val="3546122958"/>
                    </a:ext>
                  </a:extLst>
                </a:gridCol>
                <a:gridCol w="2025353">
                  <a:extLst>
                    <a:ext uri="{9D8B030D-6E8A-4147-A177-3AD203B41FA5}">
                      <a16:colId xmlns:a16="http://schemas.microsoft.com/office/drawing/2014/main" val="1539471180"/>
                    </a:ext>
                  </a:extLst>
                </a:gridCol>
                <a:gridCol w="2037501">
                  <a:extLst>
                    <a:ext uri="{9D8B030D-6E8A-4147-A177-3AD203B41FA5}">
                      <a16:colId xmlns:a16="http://schemas.microsoft.com/office/drawing/2014/main" val="1601161733"/>
                    </a:ext>
                  </a:extLst>
                </a:gridCol>
                <a:gridCol w="1167172">
                  <a:extLst>
                    <a:ext uri="{9D8B030D-6E8A-4147-A177-3AD203B41FA5}">
                      <a16:colId xmlns:a16="http://schemas.microsoft.com/office/drawing/2014/main" val="751224899"/>
                    </a:ext>
                  </a:extLst>
                </a:gridCol>
                <a:gridCol w="1764058">
                  <a:extLst>
                    <a:ext uri="{9D8B030D-6E8A-4147-A177-3AD203B41FA5}">
                      <a16:colId xmlns:a16="http://schemas.microsoft.com/office/drawing/2014/main" val="3470388165"/>
                    </a:ext>
                  </a:extLst>
                </a:gridCol>
                <a:gridCol w="1380795">
                  <a:extLst>
                    <a:ext uri="{9D8B030D-6E8A-4147-A177-3AD203B41FA5}">
                      <a16:colId xmlns:a16="http://schemas.microsoft.com/office/drawing/2014/main" val="2920403225"/>
                    </a:ext>
                  </a:extLst>
                </a:gridCol>
              </a:tblGrid>
              <a:tr h="346079">
                <a:tc>
                  <a:txBody>
                    <a:bodyPr/>
                    <a:lstStyle/>
                    <a:p>
                      <a:pPr marL="0" marR="0" indent="-1270" algn="l">
                        <a:spcBef>
                          <a:spcPts val="0"/>
                        </a:spcBef>
                        <a:spcAft>
                          <a:spcPts val="0"/>
                        </a:spcAft>
                      </a:pPr>
                      <a:r>
                        <a:rPr lang="en-US" sz="1600" dirty="0">
                          <a:effectLst/>
                        </a:rPr>
                        <a:t> -</a:t>
                      </a:r>
                      <a:endParaRPr lang="en-US" sz="1600" dirty="0">
                        <a:effectLst/>
                        <a:latin typeface="Times New Roman" panose="02020603050405020304" pitchFamily="18" charset="0"/>
                        <a:ea typeface="Times New Roman" panose="02020603050405020304" pitchFamily="18" charset="0"/>
                      </a:endParaRPr>
                    </a:p>
                  </a:txBody>
                  <a:tcPr marL="57076" marR="57076" marT="0" marB="0"/>
                </a:tc>
                <a:tc>
                  <a:txBody>
                    <a:bodyPr/>
                    <a:lstStyle/>
                    <a:p>
                      <a:pPr marL="0" marR="0" indent="-1270" algn="l">
                        <a:spcBef>
                          <a:spcPts val="0"/>
                        </a:spcBef>
                        <a:spcAft>
                          <a:spcPts val="0"/>
                        </a:spcAft>
                      </a:pPr>
                      <a:r>
                        <a:rPr lang="en-US" sz="1600" b="1" dirty="0">
                          <a:effectLst/>
                        </a:rPr>
                        <a:t>Price</a:t>
                      </a:r>
                      <a:endParaRPr lang="en-US" sz="1600" b="1" dirty="0">
                        <a:effectLst/>
                        <a:latin typeface="Times New Roman" panose="02020603050405020304" pitchFamily="18" charset="0"/>
                        <a:ea typeface="Times New Roman" panose="02020603050405020304" pitchFamily="18" charset="0"/>
                      </a:endParaRPr>
                    </a:p>
                  </a:txBody>
                  <a:tcPr marL="57076" marR="57076" marT="0" marB="0"/>
                </a:tc>
                <a:tc>
                  <a:txBody>
                    <a:bodyPr/>
                    <a:lstStyle/>
                    <a:p>
                      <a:pPr marL="0" marR="0" indent="-1270" algn="l">
                        <a:spcBef>
                          <a:spcPts val="0"/>
                        </a:spcBef>
                        <a:spcAft>
                          <a:spcPts val="0"/>
                        </a:spcAft>
                      </a:pPr>
                      <a:r>
                        <a:rPr lang="en-US" sz="1600" b="1" dirty="0">
                          <a:effectLst/>
                        </a:rPr>
                        <a:t>Platform</a:t>
                      </a:r>
                      <a:endParaRPr lang="en-US" sz="1600" b="1" dirty="0">
                        <a:effectLst/>
                        <a:latin typeface="Times New Roman" panose="02020603050405020304" pitchFamily="18" charset="0"/>
                        <a:ea typeface="Times New Roman" panose="02020603050405020304" pitchFamily="18" charset="0"/>
                      </a:endParaRPr>
                    </a:p>
                  </a:txBody>
                  <a:tcPr marL="57076" marR="57076" marT="0" marB="0"/>
                </a:tc>
                <a:tc>
                  <a:txBody>
                    <a:bodyPr/>
                    <a:lstStyle/>
                    <a:p>
                      <a:pPr marL="0" marR="0" indent="-1270" algn="l">
                        <a:spcBef>
                          <a:spcPts val="0"/>
                        </a:spcBef>
                        <a:spcAft>
                          <a:spcPts val="0"/>
                        </a:spcAft>
                      </a:pPr>
                      <a:r>
                        <a:rPr lang="en-US" sz="1600" b="1" dirty="0">
                          <a:effectLst/>
                        </a:rPr>
                        <a:t>Supported Language</a:t>
                      </a:r>
                      <a:endParaRPr lang="en-US" sz="1600" b="1" dirty="0">
                        <a:effectLst/>
                        <a:latin typeface="Times New Roman" panose="02020603050405020304" pitchFamily="18" charset="0"/>
                        <a:ea typeface="Times New Roman" panose="02020603050405020304" pitchFamily="18" charset="0"/>
                      </a:endParaRPr>
                    </a:p>
                  </a:txBody>
                  <a:tcPr marL="57076" marR="57076" marT="0" marB="0"/>
                </a:tc>
                <a:tc>
                  <a:txBody>
                    <a:bodyPr/>
                    <a:lstStyle/>
                    <a:p>
                      <a:pPr marL="0" marR="0" indent="-1270" algn="l">
                        <a:spcBef>
                          <a:spcPts val="0"/>
                        </a:spcBef>
                        <a:spcAft>
                          <a:spcPts val="0"/>
                        </a:spcAft>
                      </a:pPr>
                      <a:r>
                        <a:rPr lang="en-US" sz="1600" b="1" dirty="0">
                          <a:effectLst/>
                        </a:rPr>
                        <a:t>Tested app</a:t>
                      </a:r>
                      <a:endParaRPr lang="en-US" sz="1600" b="1" dirty="0">
                        <a:effectLst/>
                        <a:latin typeface="Times New Roman" panose="02020603050405020304" pitchFamily="18" charset="0"/>
                        <a:ea typeface="Times New Roman" panose="02020603050405020304" pitchFamily="18" charset="0"/>
                      </a:endParaRPr>
                    </a:p>
                  </a:txBody>
                  <a:tcPr marL="57076" marR="57076" marT="0" marB="0"/>
                </a:tc>
                <a:tc>
                  <a:txBody>
                    <a:bodyPr/>
                    <a:lstStyle/>
                    <a:p>
                      <a:pPr marL="0" marR="0" indent="-1270" algn="l">
                        <a:spcBef>
                          <a:spcPts val="0"/>
                        </a:spcBef>
                        <a:spcAft>
                          <a:spcPts val="0"/>
                        </a:spcAft>
                      </a:pPr>
                      <a:r>
                        <a:rPr lang="en-US" sz="1600" b="1" dirty="0">
                          <a:effectLst/>
                        </a:rPr>
                        <a:t>Coding Skills required</a:t>
                      </a:r>
                      <a:endParaRPr lang="en-US" sz="1600" b="1" dirty="0">
                        <a:effectLst/>
                        <a:latin typeface="Times New Roman" panose="02020603050405020304" pitchFamily="18" charset="0"/>
                        <a:ea typeface="Times New Roman" panose="02020603050405020304" pitchFamily="18" charset="0"/>
                      </a:endParaRPr>
                    </a:p>
                  </a:txBody>
                  <a:tcPr marL="57076" marR="57076" marT="0" marB="0"/>
                </a:tc>
                <a:tc>
                  <a:txBody>
                    <a:bodyPr/>
                    <a:lstStyle/>
                    <a:p>
                      <a:pPr marL="0" marR="0" indent="-1270" algn="l">
                        <a:spcBef>
                          <a:spcPts val="0"/>
                        </a:spcBef>
                        <a:spcAft>
                          <a:spcPts val="0"/>
                        </a:spcAft>
                      </a:pPr>
                      <a:r>
                        <a:rPr lang="en-US" sz="1600" b="1" dirty="0">
                          <a:effectLst/>
                        </a:rPr>
                        <a:t>Learning curve</a:t>
                      </a:r>
                      <a:endParaRPr lang="en-US" sz="1600" b="1" dirty="0">
                        <a:effectLst/>
                        <a:latin typeface="Times New Roman" panose="02020603050405020304" pitchFamily="18" charset="0"/>
                        <a:ea typeface="Times New Roman" panose="02020603050405020304" pitchFamily="18" charset="0"/>
                      </a:endParaRPr>
                    </a:p>
                  </a:txBody>
                  <a:tcPr marL="57076" marR="57076" marT="0" marB="0"/>
                </a:tc>
                <a:extLst>
                  <a:ext uri="{0D108BD9-81ED-4DB2-BD59-A6C34878D82A}">
                    <a16:rowId xmlns:a16="http://schemas.microsoft.com/office/drawing/2014/main" val="3073239840"/>
                  </a:ext>
                </a:extLst>
              </a:tr>
              <a:tr h="865194">
                <a:tc>
                  <a:txBody>
                    <a:bodyPr/>
                    <a:lstStyle/>
                    <a:p>
                      <a:pPr marL="0" marR="0" indent="-1270" algn="l">
                        <a:spcBef>
                          <a:spcPts val="0"/>
                        </a:spcBef>
                        <a:spcAft>
                          <a:spcPts val="0"/>
                        </a:spcAft>
                      </a:pPr>
                      <a:r>
                        <a:rPr lang="en-US" sz="1600" b="1" dirty="0">
                          <a:solidFill>
                            <a:schemeClr val="tx1"/>
                          </a:solidFill>
                          <a:effectLst/>
                        </a:rPr>
                        <a:t> </a:t>
                      </a:r>
                    </a:p>
                    <a:p>
                      <a:pPr marL="0" marR="0" indent="-1270" algn="l">
                        <a:spcBef>
                          <a:spcPts val="0"/>
                        </a:spcBef>
                        <a:spcAft>
                          <a:spcPts val="0"/>
                        </a:spcAft>
                      </a:pPr>
                      <a:r>
                        <a:rPr lang="en-US" sz="1600" b="1" dirty="0">
                          <a:solidFill>
                            <a:schemeClr val="tx1"/>
                          </a:solidFill>
                          <a:effectLst/>
                        </a:rPr>
                        <a:t> </a:t>
                      </a:r>
                    </a:p>
                    <a:p>
                      <a:pPr marL="0" marR="0" indent="-1270" algn="l">
                        <a:spcBef>
                          <a:spcPts val="0"/>
                        </a:spcBef>
                        <a:spcAft>
                          <a:spcPts val="0"/>
                        </a:spcAft>
                      </a:pPr>
                      <a:r>
                        <a:rPr lang="en-US" sz="1600" b="1" dirty="0">
                          <a:solidFill>
                            <a:schemeClr val="tx1"/>
                          </a:solidFill>
                          <a:effectLst/>
                        </a:rPr>
                        <a:t>Selenium</a:t>
                      </a:r>
                      <a:endParaRPr lang="en-US" sz="1600" b="1" dirty="0">
                        <a:solidFill>
                          <a:schemeClr val="tx1"/>
                        </a:solidFill>
                        <a:effectLst/>
                        <a:latin typeface="Times New Roman" panose="02020603050405020304" pitchFamily="18" charset="0"/>
                        <a:ea typeface="Times New Roman" panose="02020603050405020304" pitchFamily="18" charset="0"/>
                      </a:endParaRPr>
                    </a:p>
                  </a:txBody>
                  <a:tcPr marL="57076" marR="57076" marT="0" marB="0"/>
                </a:tc>
                <a:tc>
                  <a:txBody>
                    <a:bodyPr/>
                    <a:lstStyle/>
                    <a:p>
                      <a:pPr marL="0" marR="0" indent="-1270" algn="l">
                        <a:spcBef>
                          <a:spcPts val="0"/>
                        </a:spcBef>
                        <a:spcAft>
                          <a:spcPts val="0"/>
                        </a:spcAft>
                      </a:pPr>
                      <a:r>
                        <a:rPr lang="en-US" sz="1600">
                          <a:effectLst/>
                        </a:rPr>
                        <a:t> </a:t>
                      </a:r>
                    </a:p>
                    <a:p>
                      <a:pPr marL="0" marR="0" indent="-1270" algn="l">
                        <a:spcBef>
                          <a:spcPts val="0"/>
                        </a:spcBef>
                        <a:spcAft>
                          <a:spcPts val="0"/>
                        </a:spcAft>
                      </a:pPr>
                      <a:r>
                        <a:rPr lang="en-US" sz="1600">
                          <a:effectLst/>
                        </a:rPr>
                        <a:t> </a:t>
                      </a:r>
                    </a:p>
                    <a:p>
                      <a:pPr marL="0" marR="0" indent="-1270" algn="l">
                        <a:spcBef>
                          <a:spcPts val="0"/>
                        </a:spcBef>
                        <a:spcAft>
                          <a:spcPts val="0"/>
                        </a:spcAft>
                      </a:pPr>
                      <a:r>
                        <a:rPr lang="en-US" sz="1600">
                          <a:effectLst/>
                        </a:rPr>
                        <a:t>Free</a:t>
                      </a:r>
                      <a:endParaRPr lang="en-US" sz="1600">
                        <a:effectLst/>
                        <a:latin typeface="Times New Roman" panose="02020603050405020304" pitchFamily="18" charset="0"/>
                        <a:ea typeface="Times New Roman" panose="02020603050405020304" pitchFamily="18" charset="0"/>
                      </a:endParaRPr>
                    </a:p>
                  </a:txBody>
                  <a:tcPr marL="57076" marR="57076" marT="0" marB="0"/>
                </a:tc>
                <a:tc>
                  <a:txBody>
                    <a:bodyPr/>
                    <a:lstStyle/>
                    <a:p>
                      <a:pPr marL="0" marR="0" indent="-1270" algn="l">
                        <a:spcBef>
                          <a:spcPts val="0"/>
                        </a:spcBef>
                        <a:spcAft>
                          <a:spcPts val="0"/>
                        </a:spcAft>
                      </a:pPr>
                      <a:r>
                        <a:rPr lang="en-US" sz="1600" dirty="0">
                          <a:effectLst/>
                        </a:rPr>
                        <a:t> </a:t>
                      </a:r>
                    </a:p>
                    <a:p>
                      <a:pPr marL="0" marR="0" indent="-1270" algn="l">
                        <a:spcBef>
                          <a:spcPts val="0"/>
                        </a:spcBef>
                        <a:spcAft>
                          <a:spcPts val="0"/>
                        </a:spcAft>
                      </a:pPr>
                      <a:r>
                        <a:rPr lang="en-US" sz="1600" dirty="0">
                          <a:effectLst/>
                        </a:rPr>
                        <a:t> </a:t>
                      </a:r>
                    </a:p>
                    <a:p>
                      <a:pPr marL="0" marR="0" indent="-1270" algn="l">
                        <a:spcBef>
                          <a:spcPts val="0"/>
                        </a:spcBef>
                        <a:spcAft>
                          <a:spcPts val="0"/>
                        </a:spcAft>
                      </a:pPr>
                      <a:r>
                        <a:rPr lang="en-US" sz="1600" dirty="0">
                          <a:effectLst/>
                        </a:rPr>
                        <a:t>Windows/Mac/Linux</a:t>
                      </a:r>
                      <a:endParaRPr lang="en-US" sz="1600" dirty="0">
                        <a:effectLst/>
                        <a:latin typeface="Times New Roman" panose="02020603050405020304" pitchFamily="18" charset="0"/>
                        <a:ea typeface="Times New Roman" panose="02020603050405020304" pitchFamily="18" charset="0"/>
                      </a:endParaRPr>
                    </a:p>
                  </a:txBody>
                  <a:tcPr marL="57076" marR="57076" marT="0" marB="0"/>
                </a:tc>
                <a:tc>
                  <a:txBody>
                    <a:bodyPr/>
                    <a:lstStyle/>
                    <a:p>
                      <a:pPr marL="0" marR="0" indent="-1270" algn="l">
                        <a:spcBef>
                          <a:spcPts val="0"/>
                        </a:spcBef>
                        <a:spcAft>
                          <a:spcPts val="0"/>
                        </a:spcAft>
                      </a:pPr>
                      <a:r>
                        <a:rPr lang="en-US" sz="1600">
                          <a:effectLst/>
                        </a:rPr>
                        <a:t>Java, Python, C#, PHP, Javascript, Ruby, Perl</a:t>
                      </a:r>
                      <a:endParaRPr lang="en-US" sz="1600">
                        <a:effectLst/>
                        <a:latin typeface="Times New Roman" panose="02020603050405020304" pitchFamily="18" charset="0"/>
                        <a:ea typeface="Times New Roman" panose="02020603050405020304" pitchFamily="18" charset="0"/>
                      </a:endParaRPr>
                    </a:p>
                  </a:txBody>
                  <a:tcPr marL="57076" marR="57076" marT="0" marB="0"/>
                </a:tc>
                <a:tc>
                  <a:txBody>
                    <a:bodyPr/>
                    <a:lstStyle/>
                    <a:p>
                      <a:pPr marL="0" marR="0" indent="-1270" algn="l">
                        <a:spcBef>
                          <a:spcPts val="0"/>
                        </a:spcBef>
                        <a:spcAft>
                          <a:spcPts val="0"/>
                        </a:spcAft>
                      </a:pPr>
                      <a:r>
                        <a:rPr lang="en-US" sz="1600">
                          <a:effectLst/>
                        </a:rPr>
                        <a:t> </a:t>
                      </a:r>
                    </a:p>
                    <a:p>
                      <a:pPr marL="0" marR="0" indent="-1270" algn="l">
                        <a:spcBef>
                          <a:spcPts val="0"/>
                        </a:spcBef>
                        <a:spcAft>
                          <a:spcPts val="0"/>
                        </a:spcAft>
                      </a:pPr>
                      <a:r>
                        <a:rPr lang="en-US" sz="1600">
                          <a:effectLst/>
                        </a:rPr>
                        <a:t>Web, mobiles</a:t>
                      </a:r>
                      <a:endParaRPr lang="en-US" sz="1600">
                        <a:effectLst/>
                        <a:latin typeface="Times New Roman" panose="02020603050405020304" pitchFamily="18" charset="0"/>
                        <a:ea typeface="Times New Roman" panose="02020603050405020304" pitchFamily="18" charset="0"/>
                      </a:endParaRPr>
                    </a:p>
                  </a:txBody>
                  <a:tcPr marL="57076" marR="57076" marT="0" marB="0"/>
                </a:tc>
                <a:tc>
                  <a:txBody>
                    <a:bodyPr/>
                    <a:lstStyle/>
                    <a:p>
                      <a:pPr marL="0" marR="0" indent="-1270" algn="l">
                        <a:spcBef>
                          <a:spcPts val="0"/>
                        </a:spcBef>
                        <a:spcAft>
                          <a:spcPts val="0"/>
                        </a:spcAft>
                      </a:pPr>
                      <a:r>
                        <a:rPr lang="en-US" sz="1600">
                          <a:effectLst/>
                        </a:rPr>
                        <a:t>Advanced skills</a:t>
                      </a:r>
                      <a:endParaRPr lang="en-US" sz="1600">
                        <a:effectLst/>
                        <a:latin typeface="Times New Roman" panose="02020603050405020304" pitchFamily="18" charset="0"/>
                        <a:ea typeface="Times New Roman" panose="02020603050405020304" pitchFamily="18" charset="0"/>
                      </a:endParaRPr>
                    </a:p>
                  </a:txBody>
                  <a:tcPr marL="57076" marR="57076" marT="0" marB="0"/>
                </a:tc>
                <a:tc>
                  <a:txBody>
                    <a:bodyPr/>
                    <a:lstStyle/>
                    <a:p>
                      <a:pPr marL="0" marR="0" indent="-1270" algn="l">
                        <a:spcBef>
                          <a:spcPts val="0"/>
                        </a:spcBef>
                        <a:spcAft>
                          <a:spcPts val="0"/>
                        </a:spcAft>
                      </a:pPr>
                      <a:r>
                        <a:rPr lang="en-US" sz="1600">
                          <a:effectLst/>
                        </a:rPr>
                        <a:t> </a:t>
                      </a:r>
                    </a:p>
                    <a:p>
                      <a:pPr marL="0" marR="0" indent="-1270" algn="l">
                        <a:spcBef>
                          <a:spcPts val="0"/>
                        </a:spcBef>
                        <a:spcAft>
                          <a:spcPts val="0"/>
                        </a:spcAft>
                      </a:pPr>
                      <a:r>
                        <a:rPr lang="en-US" sz="1600">
                          <a:effectLst/>
                        </a:rPr>
                        <a:t>Steep</a:t>
                      </a:r>
                      <a:endParaRPr lang="en-US" sz="1600">
                        <a:effectLst/>
                        <a:latin typeface="Times New Roman" panose="02020603050405020304" pitchFamily="18" charset="0"/>
                        <a:ea typeface="Times New Roman" panose="02020603050405020304" pitchFamily="18" charset="0"/>
                      </a:endParaRPr>
                    </a:p>
                  </a:txBody>
                  <a:tcPr marL="57076" marR="57076" marT="0" marB="0"/>
                </a:tc>
                <a:extLst>
                  <a:ext uri="{0D108BD9-81ED-4DB2-BD59-A6C34878D82A}">
                    <a16:rowId xmlns:a16="http://schemas.microsoft.com/office/drawing/2014/main" val="343601741"/>
                  </a:ext>
                </a:extLst>
              </a:tr>
              <a:tr h="1211274">
                <a:tc>
                  <a:txBody>
                    <a:bodyPr/>
                    <a:lstStyle/>
                    <a:p>
                      <a:pPr marL="0" marR="0" indent="-1270" algn="l">
                        <a:spcBef>
                          <a:spcPts val="0"/>
                        </a:spcBef>
                        <a:spcAft>
                          <a:spcPts val="0"/>
                        </a:spcAft>
                      </a:pPr>
                      <a:r>
                        <a:rPr lang="en-US" sz="1600" b="1">
                          <a:solidFill>
                            <a:schemeClr val="tx1"/>
                          </a:solidFill>
                          <a:effectLst/>
                        </a:rPr>
                        <a:t> </a:t>
                      </a:r>
                    </a:p>
                    <a:p>
                      <a:pPr marL="0" marR="0" indent="-1270" algn="l">
                        <a:spcBef>
                          <a:spcPts val="0"/>
                        </a:spcBef>
                        <a:spcAft>
                          <a:spcPts val="0"/>
                        </a:spcAft>
                      </a:pPr>
                      <a:r>
                        <a:rPr lang="en-US" sz="1600" b="1">
                          <a:solidFill>
                            <a:schemeClr val="tx1"/>
                          </a:solidFill>
                          <a:effectLst/>
                        </a:rPr>
                        <a:t> </a:t>
                      </a:r>
                    </a:p>
                    <a:p>
                      <a:pPr marL="0" marR="0" indent="-1270" algn="l">
                        <a:spcBef>
                          <a:spcPts val="0"/>
                        </a:spcBef>
                        <a:spcAft>
                          <a:spcPts val="0"/>
                        </a:spcAft>
                      </a:pPr>
                      <a:r>
                        <a:rPr lang="en-US" sz="1600" b="1">
                          <a:solidFill>
                            <a:schemeClr val="tx1"/>
                          </a:solidFill>
                          <a:effectLst/>
                        </a:rPr>
                        <a:t>Test complete</a:t>
                      </a:r>
                      <a:endParaRPr lang="en-US" sz="1600" b="1">
                        <a:solidFill>
                          <a:schemeClr val="tx1"/>
                        </a:solidFill>
                        <a:effectLst/>
                        <a:latin typeface="Times New Roman" panose="02020603050405020304" pitchFamily="18" charset="0"/>
                        <a:ea typeface="Times New Roman" panose="02020603050405020304" pitchFamily="18" charset="0"/>
                      </a:endParaRPr>
                    </a:p>
                  </a:txBody>
                  <a:tcPr marL="57076" marR="57076" marT="0" marB="0"/>
                </a:tc>
                <a:tc>
                  <a:txBody>
                    <a:bodyPr/>
                    <a:lstStyle/>
                    <a:p>
                      <a:pPr marL="0" marR="0" indent="-1270" algn="l">
                        <a:spcBef>
                          <a:spcPts val="0"/>
                        </a:spcBef>
                        <a:spcAft>
                          <a:spcPts val="0"/>
                        </a:spcAft>
                      </a:pPr>
                      <a:r>
                        <a:rPr lang="en-US" sz="1600" dirty="0">
                          <a:effectLst/>
                        </a:rPr>
                        <a:t> </a:t>
                      </a:r>
                    </a:p>
                    <a:p>
                      <a:pPr marL="0" marR="0" indent="-1270" algn="l">
                        <a:spcBef>
                          <a:spcPts val="0"/>
                        </a:spcBef>
                        <a:spcAft>
                          <a:spcPts val="0"/>
                        </a:spcAft>
                      </a:pPr>
                      <a:r>
                        <a:rPr lang="en-US" sz="1600" dirty="0">
                          <a:effectLst/>
                        </a:rPr>
                        <a:t> </a:t>
                      </a:r>
                    </a:p>
                    <a:p>
                      <a:pPr marL="0" marR="0" indent="-1270" algn="l">
                        <a:spcBef>
                          <a:spcPts val="0"/>
                        </a:spcBef>
                        <a:spcAft>
                          <a:spcPts val="0"/>
                        </a:spcAft>
                      </a:pPr>
                      <a:r>
                        <a:rPr lang="en-US" sz="1600" dirty="0">
                          <a:effectLst/>
                        </a:rPr>
                        <a:t>License and maintenance fees</a:t>
                      </a:r>
                      <a:endParaRPr lang="en-US" sz="1600" dirty="0">
                        <a:effectLst/>
                        <a:latin typeface="Times New Roman" panose="02020603050405020304" pitchFamily="18" charset="0"/>
                        <a:ea typeface="Times New Roman" panose="02020603050405020304" pitchFamily="18" charset="0"/>
                      </a:endParaRPr>
                    </a:p>
                  </a:txBody>
                  <a:tcPr marL="57076" marR="57076" marT="0" marB="0"/>
                </a:tc>
                <a:tc>
                  <a:txBody>
                    <a:bodyPr/>
                    <a:lstStyle/>
                    <a:p>
                      <a:pPr marL="0" marR="0" indent="-1270" algn="l">
                        <a:spcBef>
                          <a:spcPts val="0"/>
                        </a:spcBef>
                        <a:spcAft>
                          <a:spcPts val="0"/>
                        </a:spcAft>
                      </a:pPr>
                      <a:r>
                        <a:rPr lang="en-US" sz="1600" dirty="0">
                          <a:effectLst/>
                        </a:rPr>
                        <a:t> </a:t>
                      </a:r>
                    </a:p>
                    <a:p>
                      <a:pPr marL="0" marR="0" indent="-1270" algn="l">
                        <a:spcBef>
                          <a:spcPts val="0"/>
                        </a:spcBef>
                        <a:spcAft>
                          <a:spcPts val="0"/>
                        </a:spcAft>
                      </a:pPr>
                      <a:r>
                        <a:rPr lang="en-US" sz="1600" dirty="0">
                          <a:effectLst/>
                        </a:rPr>
                        <a:t> </a:t>
                      </a:r>
                    </a:p>
                    <a:p>
                      <a:pPr marL="0" marR="0" indent="-1270" algn="l">
                        <a:spcBef>
                          <a:spcPts val="0"/>
                        </a:spcBef>
                        <a:spcAft>
                          <a:spcPts val="0"/>
                        </a:spcAft>
                      </a:pPr>
                      <a:r>
                        <a:rPr lang="en-US" sz="1600" dirty="0">
                          <a:effectLst/>
                        </a:rPr>
                        <a:t>Windows</a:t>
                      </a:r>
                      <a:endParaRPr lang="en-US" sz="1600" dirty="0">
                        <a:effectLst/>
                        <a:latin typeface="Times New Roman" panose="02020603050405020304" pitchFamily="18" charset="0"/>
                        <a:ea typeface="Times New Roman" panose="02020603050405020304" pitchFamily="18" charset="0"/>
                      </a:endParaRPr>
                    </a:p>
                  </a:txBody>
                  <a:tcPr marL="57076" marR="57076" marT="0" marB="0"/>
                </a:tc>
                <a:tc>
                  <a:txBody>
                    <a:bodyPr/>
                    <a:lstStyle/>
                    <a:p>
                      <a:pPr marL="0" marR="0" indent="-1270" algn="l">
                        <a:spcBef>
                          <a:spcPts val="0"/>
                        </a:spcBef>
                        <a:spcAft>
                          <a:spcPts val="0"/>
                        </a:spcAft>
                      </a:pPr>
                      <a:r>
                        <a:rPr lang="en-US" sz="1600" dirty="0">
                          <a:effectLst/>
                        </a:rPr>
                        <a:t>VB, Jscript, Python, C++, C#, PHP, </a:t>
                      </a:r>
                      <a:r>
                        <a:rPr lang="en-US" sz="1600" dirty="0" err="1">
                          <a:effectLst/>
                        </a:rPr>
                        <a:t>Javascript</a:t>
                      </a:r>
                      <a:r>
                        <a:rPr lang="en-US" sz="1600" dirty="0">
                          <a:effectLst/>
                        </a:rPr>
                        <a:t>, Ruby, </a:t>
                      </a:r>
                      <a:endParaRPr lang="en-US" sz="1600" dirty="0">
                        <a:effectLst/>
                        <a:latin typeface="Times New Roman" panose="02020603050405020304" pitchFamily="18" charset="0"/>
                        <a:ea typeface="Times New Roman" panose="02020603050405020304" pitchFamily="18" charset="0"/>
                      </a:endParaRPr>
                    </a:p>
                  </a:txBody>
                  <a:tcPr marL="57076" marR="57076" marT="0" marB="0"/>
                </a:tc>
                <a:tc>
                  <a:txBody>
                    <a:bodyPr/>
                    <a:lstStyle/>
                    <a:p>
                      <a:pPr marL="0" marR="0" indent="-1270" algn="l">
                        <a:spcBef>
                          <a:spcPts val="0"/>
                        </a:spcBef>
                        <a:spcAft>
                          <a:spcPts val="0"/>
                        </a:spcAft>
                      </a:pPr>
                      <a:r>
                        <a:rPr lang="en-US" sz="1600">
                          <a:effectLst/>
                        </a:rPr>
                        <a:t> </a:t>
                      </a:r>
                    </a:p>
                    <a:p>
                      <a:pPr marL="0" marR="0" indent="-1270" algn="l">
                        <a:spcBef>
                          <a:spcPts val="0"/>
                        </a:spcBef>
                        <a:spcAft>
                          <a:spcPts val="0"/>
                        </a:spcAft>
                      </a:pPr>
                      <a:r>
                        <a:rPr lang="en-US" sz="1600">
                          <a:effectLst/>
                        </a:rPr>
                        <a:t>Web, mobiles, desktop</a:t>
                      </a:r>
                      <a:endParaRPr lang="en-US" sz="1600">
                        <a:effectLst/>
                        <a:latin typeface="Times New Roman" panose="02020603050405020304" pitchFamily="18" charset="0"/>
                        <a:ea typeface="Times New Roman" panose="02020603050405020304" pitchFamily="18" charset="0"/>
                      </a:endParaRPr>
                    </a:p>
                  </a:txBody>
                  <a:tcPr marL="57076" marR="57076" marT="0" marB="0"/>
                </a:tc>
                <a:tc>
                  <a:txBody>
                    <a:bodyPr/>
                    <a:lstStyle/>
                    <a:p>
                      <a:pPr marL="0" marR="0" indent="-1270" algn="l">
                        <a:spcBef>
                          <a:spcPts val="0"/>
                        </a:spcBef>
                        <a:spcAft>
                          <a:spcPts val="0"/>
                        </a:spcAft>
                      </a:pPr>
                      <a:r>
                        <a:rPr lang="en-US" sz="1600">
                          <a:effectLst/>
                        </a:rPr>
                        <a:t>Minimum skills, Advanced skills for pro scripting</a:t>
                      </a:r>
                      <a:endParaRPr lang="en-US" sz="1600">
                        <a:effectLst/>
                        <a:latin typeface="Times New Roman" panose="02020603050405020304" pitchFamily="18" charset="0"/>
                        <a:ea typeface="Times New Roman" panose="02020603050405020304" pitchFamily="18" charset="0"/>
                      </a:endParaRPr>
                    </a:p>
                  </a:txBody>
                  <a:tcPr marL="57076" marR="57076" marT="0" marB="0"/>
                </a:tc>
                <a:tc>
                  <a:txBody>
                    <a:bodyPr/>
                    <a:lstStyle/>
                    <a:p>
                      <a:pPr marL="0" marR="0" indent="-1270" algn="l">
                        <a:spcBef>
                          <a:spcPts val="0"/>
                        </a:spcBef>
                        <a:spcAft>
                          <a:spcPts val="0"/>
                        </a:spcAft>
                      </a:pPr>
                      <a:r>
                        <a:rPr lang="en-US" sz="1600">
                          <a:effectLst/>
                        </a:rPr>
                        <a:t> </a:t>
                      </a:r>
                    </a:p>
                    <a:p>
                      <a:pPr marL="0" marR="0" indent="-1270" algn="l">
                        <a:spcBef>
                          <a:spcPts val="0"/>
                        </a:spcBef>
                        <a:spcAft>
                          <a:spcPts val="0"/>
                        </a:spcAft>
                      </a:pPr>
                      <a:r>
                        <a:rPr lang="en-US" sz="1600">
                          <a:effectLst/>
                        </a:rPr>
                        <a:t> </a:t>
                      </a:r>
                    </a:p>
                    <a:p>
                      <a:pPr marL="0" marR="0" indent="-1270" algn="l">
                        <a:spcBef>
                          <a:spcPts val="0"/>
                        </a:spcBef>
                        <a:spcAft>
                          <a:spcPts val="0"/>
                        </a:spcAft>
                      </a:pPr>
                      <a:r>
                        <a:rPr lang="en-US" sz="1600">
                          <a:effectLst/>
                        </a:rPr>
                        <a:t>Mild</a:t>
                      </a:r>
                      <a:endParaRPr lang="en-US" sz="1600">
                        <a:effectLst/>
                        <a:latin typeface="Times New Roman" panose="02020603050405020304" pitchFamily="18" charset="0"/>
                        <a:ea typeface="Times New Roman" panose="02020603050405020304" pitchFamily="18" charset="0"/>
                      </a:endParaRPr>
                    </a:p>
                  </a:txBody>
                  <a:tcPr marL="57076" marR="57076" marT="0" marB="0"/>
                </a:tc>
                <a:extLst>
                  <a:ext uri="{0D108BD9-81ED-4DB2-BD59-A6C34878D82A}">
                    <a16:rowId xmlns:a16="http://schemas.microsoft.com/office/drawing/2014/main" val="1326817401"/>
                  </a:ext>
                </a:extLst>
              </a:tr>
              <a:tr h="865194">
                <a:tc>
                  <a:txBody>
                    <a:bodyPr/>
                    <a:lstStyle/>
                    <a:p>
                      <a:pPr marL="0" marR="0" indent="-1270" algn="l">
                        <a:spcBef>
                          <a:spcPts val="0"/>
                        </a:spcBef>
                        <a:spcAft>
                          <a:spcPts val="0"/>
                        </a:spcAft>
                      </a:pPr>
                      <a:r>
                        <a:rPr lang="en-US" sz="1600" b="1">
                          <a:solidFill>
                            <a:schemeClr val="tx1"/>
                          </a:solidFill>
                          <a:effectLst/>
                        </a:rPr>
                        <a:t> </a:t>
                      </a:r>
                    </a:p>
                    <a:p>
                      <a:pPr marL="0" marR="0" indent="-1270" algn="l">
                        <a:spcBef>
                          <a:spcPts val="0"/>
                        </a:spcBef>
                        <a:spcAft>
                          <a:spcPts val="0"/>
                        </a:spcAft>
                      </a:pPr>
                      <a:r>
                        <a:rPr lang="en-US" sz="1600" b="1">
                          <a:solidFill>
                            <a:schemeClr val="tx1"/>
                          </a:solidFill>
                          <a:effectLst/>
                        </a:rPr>
                        <a:t> </a:t>
                      </a:r>
                    </a:p>
                    <a:p>
                      <a:pPr marL="0" marR="0" indent="-1270" algn="l">
                        <a:spcBef>
                          <a:spcPts val="0"/>
                        </a:spcBef>
                        <a:spcAft>
                          <a:spcPts val="0"/>
                        </a:spcAft>
                      </a:pPr>
                      <a:r>
                        <a:rPr lang="en-US" sz="1600" b="1">
                          <a:solidFill>
                            <a:schemeClr val="tx1"/>
                          </a:solidFill>
                          <a:effectLst/>
                        </a:rPr>
                        <a:t>Katalon Studio</a:t>
                      </a:r>
                      <a:endParaRPr lang="en-US" sz="1600" b="1">
                        <a:solidFill>
                          <a:schemeClr val="tx1"/>
                        </a:solidFill>
                        <a:effectLst/>
                        <a:latin typeface="Times New Roman" panose="02020603050405020304" pitchFamily="18" charset="0"/>
                        <a:ea typeface="Times New Roman" panose="02020603050405020304" pitchFamily="18" charset="0"/>
                      </a:endParaRPr>
                    </a:p>
                  </a:txBody>
                  <a:tcPr marL="57076" marR="57076" marT="0" marB="0"/>
                </a:tc>
                <a:tc>
                  <a:txBody>
                    <a:bodyPr/>
                    <a:lstStyle/>
                    <a:p>
                      <a:pPr marL="0" marR="0" indent="-1270" algn="l">
                        <a:spcBef>
                          <a:spcPts val="0"/>
                        </a:spcBef>
                        <a:spcAft>
                          <a:spcPts val="0"/>
                        </a:spcAft>
                      </a:pPr>
                      <a:r>
                        <a:rPr lang="en-US" sz="1600">
                          <a:effectLst/>
                        </a:rPr>
                        <a:t> </a:t>
                      </a:r>
                    </a:p>
                    <a:p>
                      <a:pPr marL="0" marR="0" indent="-1270" algn="l">
                        <a:spcBef>
                          <a:spcPts val="0"/>
                        </a:spcBef>
                        <a:spcAft>
                          <a:spcPts val="0"/>
                        </a:spcAft>
                      </a:pPr>
                      <a:r>
                        <a:rPr lang="en-US" sz="1600">
                          <a:effectLst/>
                        </a:rPr>
                        <a:t> </a:t>
                      </a:r>
                    </a:p>
                    <a:p>
                      <a:pPr marL="0" marR="0" indent="-1270" algn="l">
                        <a:spcBef>
                          <a:spcPts val="0"/>
                        </a:spcBef>
                        <a:spcAft>
                          <a:spcPts val="0"/>
                        </a:spcAft>
                      </a:pPr>
                      <a:r>
                        <a:rPr lang="en-US" sz="1600">
                          <a:effectLst/>
                        </a:rPr>
                        <a:t>Free</a:t>
                      </a:r>
                      <a:endParaRPr lang="en-US" sz="1600">
                        <a:effectLst/>
                        <a:latin typeface="Times New Roman" panose="02020603050405020304" pitchFamily="18" charset="0"/>
                        <a:ea typeface="Times New Roman" panose="02020603050405020304" pitchFamily="18" charset="0"/>
                      </a:endParaRPr>
                    </a:p>
                  </a:txBody>
                  <a:tcPr marL="57076" marR="57076" marT="0" marB="0"/>
                </a:tc>
                <a:tc>
                  <a:txBody>
                    <a:bodyPr/>
                    <a:lstStyle/>
                    <a:p>
                      <a:pPr marL="0" marR="0" indent="-1270" algn="l">
                        <a:spcBef>
                          <a:spcPts val="0"/>
                        </a:spcBef>
                        <a:spcAft>
                          <a:spcPts val="0"/>
                        </a:spcAft>
                      </a:pPr>
                      <a:r>
                        <a:rPr lang="en-US" sz="1600" dirty="0">
                          <a:effectLst/>
                        </a:rPr>
                        <a:t> </a:t>
                      </a:r>
                    </a:p>
                    <a:p>
                      <a:pPr marL="0" marR="0" indent="-1270" algn="l">
                        <a:spcBef>
                          <a:spcPts val="0"/>
                        </a:spcBef>
                        <a:spcAft>
                          <a:spcPts val="0"/>
                        </a:spcAft>
                      </a:pPr>
                      <a:r>
                        <a:rPr lang="en-US" sz="1600" dirty="0">
                          <a:effectLst/>
                        </a:rPr>
                        <a:t> </a:t>
                      </a:r>
                    </a:p>
                    <a:p>
                      <a:pPr marL="0" marR="0" indent="-1270" algn="l">
                        <a:spcBef>
                          <a:spcPts val="0"/>
                        </a:spcBef>
                        <a:spcAft>
                          <a:spcPts val="0"/>
                        </a:spcAft>
                      </a:pPr>
                      <a:r>
                        <a:rPr lang="en-US" sz="1600" dirty="0">
                          <a:effectLst/>
                        </a:rPr>
                        <a:t>Windows, Mac</a:t>
                      </a:r>
                      <a:endParaRPr lang="en-US" sz="1600" dirty="0">
                        <a:effectLst/>
                        <a:latin typeface="Times New Roman" panose="02020603050405020304" pitchFamily="18" charset="0"/>
                        <a:ea typeface="Times New Roman" panose="02020603050405020304" pitchFamily="18" charset="0"/>
                      </a:endParaRPr>
                    </a:p>
                  </a:txBody>
                  <a:tcPr marL="57076" marR="57076" marT="0" marB="0"/>
                </a:tc>
                <a:tc>
                  <a:txBody>
                    <a:bodyPr/>
                    <a:lstStyle/>
                    <a:p>
                      <a:pPr marL="0" marR="0" indent="-1270" algn="l">
                        <a:spcBef>
                          <a:spcPts val="0"/>
                        </a:spcBef>
                        <a:spcAft>
                          <a:spcPts val="0"/>
                        </a:spcAft>
                      </a:pPr>
                      <a:r>
                        <a:rPr lang="en-US" sz="1600" dirty="0">
                          <a:effectLst/>
                        </a:rPr>
                        <a:t> </a:t>
                      </a:r>
                    </a:p>
                    <a:p>
                      <a:pPr marL="0" marR="0" indent="-1270" algn="l">
                        <a:spcBef>
                          <a:spcPts val="0"/>
                        </a:spcBef>
                        <a:spcAft>
                          <a:spcPts val="0"/>
                        </a:spcAft>
                      </a:pPr>
                      <a:r>
                        <a:rPr lang="en-US" sz="1600" dirty="0">
                          <a:effectLst/>
                        </a:rPr>
                        <a:t>Java, Groovy</a:t>
                      </a:r>
                      <a:endParaRPr lang="en-US" sz="1600" dirty="0">
                        <a:effectLst/>
                        <a:latin typeface="Times New Roman" panose="02020603050405020304" pitchFamily="18" charset="0"/>
                        <a:ea typeface="Times New Roman" panose="02020603050405020304" pitchFamily="18" charset="0"/>
                      </a:endParaRPr>
                    </a:p>
                  </a:txBody>
                  <a:tcPr marL="57076" marR="57076" marT="0" marB="0"/>
                </a:tc>
                <a:tc>
                  <a:txBody>
                    <a:bodyPr/>
                    <a:lstStyle/>
                    <a:p>
                      <a:pPr marL="0" marR="0" indent="-1270" algn="l">
                        <a:spcBef>
                          <a:spcPts val="0"/>
                        </a:spcBef>
                        <a:spcAft>
                          <a:spcPts val="0"/>
                        </a:spcAft>
                      </a:pPr>
                      <a:r>
                        <a:rPr lang="en-US" sz="1600">
                          <a:effectLst/>
                        </a:rPr>
                        <a:t> </a:t>
                      </a:r>
                    </a:p>
                    <a:p>
                      <a:pPr marL="0" marR="0" indent="-1270" algn="l">
                        <a:spcBef>
                          <a:spcPts val="0"/>
                        </a:spcBef>
                        <a:spcAft>
                          <a:spcPts val="0"/>
                        </a:spcAft>
                      </a:pPr>
                      <a:r>
                        <a:rPr lang="en-US" sz="1600">
                          <a:effectLst/>
                        </a:rPr>
                        <a:t>Web, mobile</a:t>
                      </a:r>
                      <a:endParaRPr lang="en-US" sz="1600">
                        <a:effectLst/>
                        <a:latin typeface="Times New Roman" panose="02020603050405020304" pitchFamily="18" charset="0"/>
                        <a:ea typeface="Times New Roman" panose="02020603050405020304" pitchFamily="18" charset="0"/>
                      </a:endParaRPr>
                    </a:p>
                  </a:txBody>
                  <a:tcPr marL="57076" marR="57076" marT="0" marB="0"/>
                </a:tc>
                <a:tc>
                  <a:txBody>
                    <a:bodyPr/>
                    <a:lstStyle/>
                    <a:p>
                      <a:pPr marL="0" marR="0" indent="-1270" algn="l">
                        <a:spcBef>
                          <a:spcPts val="0"/>
                        </a:spcBef>
                        <a:spcAft>
                          <a:spcPts val="0"/>
                        </a:spcAft>
                      </a:pPr>
                      <a:r>
                        <a:rPr lang="en-US" sz="1600">
                          <a:effectLst/>
                        </a:rPr>
                        <a:t>Minimum skills, Advanced skills for pro scripting</a:t>
                      </a:r>
                      <a:endParaRPr lang="en-US" sz="1600">
                        <a:effectLst/>
                        <a:latin typeface="Times New Roman" panose="02020603050405020304" pitchFamily="18" charset="0"/>
                        <a:ea typeface="Times New Roman" panose="02020603050405020304" pitchFamily="18" charset="0"/>
                      </a:endParaRPr>
                    </a:p>
                  </a:txBody>
                  <a:tcPr marL="57076" marR="57076" marT="0" marB="0"/>
                </a:tc>
                <a:tc>
                  <a:txBody>
                    <a:bodyPr/>
                    <a:lstStyle/>
                    <a:p>
                      <a:pPr marL="0" marR="0" indent="-1270" algn="l">
                        <a:spcBef>
                          <a:spcPts val="0"/>
                        </a:spcBef>
                        <a:spcAft>
                          <a:spcPts val="0"/>
                        </a:spcAft>
                      </a:pPr>
                      <a:r>
                        <a:rPr lang="en-US" sz="1600">
                          <a:effectLst/>
                        </a:rPr>
                        <a:t> </a:t>
                      </a:r>
                    </a:p>
                    <a:p>
                      <a:pPr marL="0" marR="0" indent="-1270" algn="l">
                        <a:spcBef>
                          <a:spcPts val="0"/>
                        </a:spcBef>
                        <a:spcAft>
                          <a:spcPts val="0"/>
                        </a:spcAft>
                      </a:pPr>
                      <a:r>
                        <a:rPr lang="en-US" sz="1600">
                          <a:effectLst/>
                        </a:rPr>
                        <a:t> </a:t>
                      </a:r>
                    </a:p>
                    <a:p>
                      <a:pPr marL="0" marR="0" indent="-1270" algn="l">
                        <a:spcBef>
                          <a:spcPts val="0"/>
                        </a:spcBef>
                        <a:spcAft>
                          <a:spcPts val="0"/>
                        </a:spcAft>
                      </a:pPr>
                      <a:r>
                        <a:rPr lang="en-US" sz="1600">
                          <a:effectLst/>
                        </a:rPr>
                        <a:t>Mild</a:t>
                      </a:r>
                      <a:endParaRPr lang="en-US" sz="1600">
                        <a:effectLst/>
                        <a:latin typeface="Times New Roman" panose="02020603050405020304" pitchFamily="18" charset="0"/>
                        <a:ea typeface="Times New Roman" panose="02020603050405020304" pitchFamily="18" charset="0"/>
                      </a:endParaRPr>
                    </a:p>
                  </a:txBody>
                  <a:tcPr marL="57076" marR="57076" marT="0" marB="0"/>
                </a:tc>
                <a:extLst>
                  <a:ext uri="{0D108BD9-81ED-4DB2-BD59-A6C34878D82A}">
                    <a16:rowId xmlns:a16="http://schemas.microsoft.com/office/drawing/2014/main" val="3172357498"/>
                  </a:ext>
                </a:extLst>
              </a:tr>
              <a:tr h="865194">
                <a:tc>
                  <a:txBody>
                    <a:bodyPr/>
                    <a:lstStyle/>
                    <a:p>
                      <a:pPr marL="0" marR="0" indent="-1270" algn="l">
                        <a:spcBef>
                          <a:spcPts val="0"/>
                        </a:spcBef>
                        <a:spcAft>
                          <a:spcPts val="0"/>
                        </a:spcAft>
                      </a:pPr>
                      <a:r>
                        <a:rPr lang="en-US" sz="1600" b="1">
                          <a:solidFill>
                            <a:schemeClr val="tx1"/>
                          </a:solidFill>
                          <a:effectLst/>
                        </a:rPr>
                        <a:t> </a:t>
                      </a:r>
                    </a:p>
                    <a:p>
                      <a:pPr marL="0" marR="0" indent="-1270" algn="l">
                        <a:spcBef>
                          <a:spcPts val="0"/>
                        </a:spcBef>
                        <a:spcAft>
                          <a:spcPts val="0"/>
                        </a:spcAft>
                      </a:pPr>
                      <a:r>
                        <a:rPr lang="en-US" sz="1600" b="1">
                          <a:solidFill>
                            <a:schemeClr val="tx1"/>
                          </a:solidFill>
                          <a:effectLst/>
                        </a:rPr>
                        <a:t> </a:t>
                      </a:r>
                    </a:p>
                    <a:p>
                      <a:pPr marL="0" marR="0" indent="-1270" algn="l">
                        <a:spcBef>
                          <a:spcPts val="0"/>
                        </a:spcBef>
                        <a:spcAft>
                          <a:spcPts val="0"/>
                        </a:spcAft>
                      </a:pPr>
                      <a:r>
                        <a:rPr lang="en-US" sz="1600" b="1">
                          <a:solidFill>
                            <a:schemeClr val="tx1"/>
                          </a:solidFill>
                          <a:effectLst/>
                        </a:rPr>
                        <a:t>UFT</a:t>
                      </a:r>
                      <a:endParaRPr lang="en-US" sz="1600" b="1">
                        <a:solidFill>
                          <a:schemeClr val="tx1"/>
                        </a:solidFill>
                        <a:effectLst/>
                        <a:latin typeface="Times New Roman" panose="02020603050405020304" pitchFamily="18" charset="0"/>
                        <a:ea typeface="Times New Roman" panose="02020603050405020304" pitchFamily="18" charset="0"/>
                      </a:endParaRPr>
                    </a:p>
                  </a:txBody>
                  <a:tcPr marL="57076" marR="57076" marT="0" marB="0"/>
                </a:tc>
                <a:tc>
                  <a:txBody>
                    <a:bodyPr/>
                    <a:lstStyle/>
                    <a:p>
                      <a:pPr marL="0" marR="0" indent="-1270" algn="l">
                        <a:spcBef>
                          <a:spcPts val="0"/>
                        </a:spcBef>
                        <a:spcAft>
                          <a:spcPts val="0"/>
                        </a:spcAft>
                      </a:pPr>
                      <a:r>
                        <a:rPr lang="en-US" sz="1600">
                          <a:effectLst/>
                        </a:rPr>
                        <a:t> </a:t>
                      </a:r>
                    </a:p>
                    <a:p>
                      <a:pPr marL="0" marR="0" indent="-1270" algn="l">
                        <a:spcBef>
                          <a:spcPts val="0"/>
                        </a:spcBef>
                        <a:spcAft>
                          <a:spcPts val="0"/>
                        </a:spcAft>
                      </a:pPr>
                      <a:r>
                        <a:rPr lang="en-US" sz="1600">
                          <a:effectLst/>
                        </a:rPr>
                        <a:t>License and maintenance fees</a:t>
                      </a:r>
                      <a:endParaRPr lang="en-US" sz="1600">
                        <a:effectLst/>
                        <a:latin typeface="Times New Roman" panose="02020603050405020304" pitchFamily="18" charset="0"/>
                        <a:ea typeface="Times New Roman" panose="02020603050405020304" pitchFamily="18" charset="0"/>
                      </a:endParaRPr>
                    </a:p>
                  </a:txBody>
                  <a:tcPr marL="57076" marR="57076" marT="0" marB="0"/>
                </a:tc>
                <a:tc>
                  <a:txBody>
                    <a:bodyPr/>
                    <a:lstStyle/>
                    <a:p>
                      <a:pPr marL="0" marR="0" indent="-1270" algn="l">
                        <a:spcBef>
                          <a:spcPts val="0"/>
                        </a:spcBef>
                        <a:spcAft>
                          <a:spcPts val="0"/>
                        </a:spcAft>
                      </a:pPr>
                      <a:r>
                        <a:rPr lang="en-US" sz="1600">
                          <a:effectLst/>
                        </a:rPr>
                        <a:t> </a:t>
                      </a:r>
                    </a:p>
                    <a:p>
                      <a:pPr marL="0" marR="0" indent="-1270" algn="l">
                        <a:spcBef>
                          <a:spcPts val="0"/>
                        </a:spcBef>
                        <a:spcAft>
                          <a:spcPts val="0"/>
                        </a:spcAft>
                      </a:pPr>
                      <a:r>
                        <a:rPr lang="en-US" sz="1600">
                          <a:effectLst/>
                        </a:rPr>
                        <a:t> </a:t>
                      </a:r>
                    </a:p>
                    <a:p>
                      <a:pPr marL="0" marR="0" indent="-1270" algn="l">
                        <a:spcBef>
                          <a:spcPts val="0"/>
                        </a:spcBef>
                        <a:spcAft>
                          <a:spcPts val="0"/>
                        </a:spcAft>
                      </a:pPr>
                      <a:r>
                        <a:rPr lang="en-US" sz="1600">
                          <a:effectLst/>
                        </a:rPr>
                        <a:t>Windows</a:t>
                      </a:r>
                      <a:endParaRPr lang="en-US" sz="1600">
                        <a:effectLst/>
                        <a:latin typeface="Times New Roman" panose="02020603050405020304" pitchFamily="18" charset="0"/>
                        <a:ea typeface="Times New Roman" panose="02020603050405020304" pitchFamily="18" charset="0"/>
                      </a:endParaRPr>
                    </a:p>
                  </a:txBody>
                  <a:tcPr marL="57076" marR="57076" marT="0" marB="0"/>
                </a:tc>
                <a:tc>
                  <a:txBody>
                    <a:bodyPr/>
                    <a:lstStyle/>
                    <a:p>
                      <a:pPr marL="0" marR="0" indent="-1270" algn="l">
                        <a:spcBef>
                          <a:spcPts val="0"/>
                        </a:spcBef>
                        <a:spcAft>
                          <a:spcPts val="0"/>
                        </a:spcAft>
                      </a:pPr>
                      <a:r>
                        <a:rPr lang="en-US" sz="1600">
                          <a:effectLst/>
                        </a:rPr>
                        <a:t> </a:t>
                      </a:r>
                    </a:p>
                    <a:p>
                      <a:pPr marL="0" marR="0" indent="-1270" algn="l">
                        <a:spcBef>
                          <a:spcPts val="0"/>
                        </a:spcBef>
                        <a:spcAft>
                          <a:spcPts val="0"/>
                        </a:spcAft>
                      </a:pPr>
                      <a:r>
                        <a:rPr lang="en-US" sz="1600">
                          <a:effectLst/>
                        </a:rPr>
                        <a:t> </a:t>
                      </a:r>
                    </a:p>
                    <a:p>
                      <a:pPr marL="0" marR="0" indent="-1270" algn="l">
                        <a:spcBef>
                          <a:spcPts val="0"/>
                        </a:spcBef>
                        <a:spcAft>
                          <a:spcPts val="0"/>
                        </a:spcAft>
                      </a:pPr>
                      <a:r>
                        <a:rPr lang="en-US" sz="1600">
                          <a:effectLst/>
                        </a:rPr>
                        <a:t>VB Script</a:t>
                      </a:r>
                      <a:endParaRPr lang="en-US" sz="1600">
                        <a:effectLst/>
                        <a:latin typeface="Times New Roman" panose="02020603050405020304" pitchFamily="18" charset="0"/>
                        <a:ea typeface="Times New Roman" panose="02020603050405020304" pitchFamily="18" charset="0"/>
                      </a:endParaRPr>
                    </a:p>
                  </a:txBody>
                  <a:tcPr marL="57076" marR="57076" marT="0" marB="0"/>
                </a:tc>
                <a:tc>
                  <a:txBody>
                    <a:bodyPr/>
                    <a:lstStyle/>
                    <a:p>
                      <a:pPr marL="0" marR="0" indent="-1270" algn="l">
                        <a:spcBef>
                          <a:spcPts val="0"/>
                        </a:spcBef>
                        <a:spcAft>
                          <a:spcPts val="0"/>
                        </a:spcAft>
                      </a:pPr>
                      <a:r>
                        <a:rPr lang="en-US" sz="1600">
                          <a:effectLst/>
                        </a:rPr>
                        <a:t> </a:t>
                      </a:r>
                    </a:p>
                    <a:p>
                      <a:pPr marL="0" marR="0" indent="-1270" algn="l">
                        <a:spcBef>
                          <a:spcPts val="0"/>
                        </a:spcBef>
                        <a:spcAft>
                          <a:spcPts val="0"/>
                        </a:spcAft>
                      </a:pPr>
                      <a:r>
                        <a:rPr lang="en-US" sz="1600">
                          <a:effectLst/>
                        </a:rPr>
                        <a:t>Web, mobiles, desktop</a:t>
                      </a:r>
                      <a:endParaRPr lang="en-US" sz="1600">
                        <a:effectLst/>
                        <a:latin typeface="Times New Roman" panose="02020603050405020304" pitchFamily="18" charset="0"/>
                        <a:ea typeface="Times New Roman" panose="02020603050405020304" pitchFamily="18" charset="0"/>
                      </a:endParaRPr>
                    </a:p>
                  </a:txBody>
                  <a:tcPr marL="57076" marR="57076" marT="0" marB="0"/>
                </a:tc>
                <a:tc>
                  <a:txBody>
                    <a:bodyPr/>
                    <a:lstStyle/>
                    <a:p>
                      <a:pPr marL="0" marR="0" indent="-1270" algn="l">
                        <a:spcBef>
                          <a:spcPts val="0"/>
                        </a:spcBef>
                        <a:spcAft>
                          <a:spcPts val="0"/>
                        </a:spcAft>
                      </a:pPr>
                      <a:r>
                        <a:rPr lang="en-US" sz="1600">
                          <a:effectLst/>
                        </a:rPr>
                        <a:t>Minimum skills, Advanced skills for pro scripting</a:t>
                      </a:r>
                      <a:endParaRPr lang="en-US" sz="1600">
                        <a:effectLst/>
                        <a:latin typeface="Times New Roman" panose="02020603050405020304" pitchFamily="18" charset="0"/>
                        <a:ea typeface="Times New Roman" panose="02020603050405020304" pitchFamily="18" charset="0"/>
                      </a:endParaRPr>
                    </a:p>
                  </a:txBody>
                  <a:tcPr marL="57076" marR="57076" marT="0" marB="0"/>
                </a:tc>
                <a:tc>
                  <a:txBody>
                    <a:bodyPr/>
                    <a:lstStyle/>
                    <a:p>
                      <a:pPr marL="0" marR="0" indent="-1270" algn="l">
                        <a:spcBef>
                          <a:spcPts val="0"/>
                        </a:spcBef>
                        <a:spcAft>
                          <a:spcPts val="0"/>
                        </a:spcAft>
                      </a:pPr>
                      <a:r>
                        <a:rPr lang="en-US" sz="1600">
                          <a:effectLst/>
                        </a:rPr>
                        <a:t> </a:t>
                      </a:r>
                    </a:p>
                    <a:p>
                      <a:pPr marL="0" marR="0" indent="-1270" algn="l">
                        <a:spcBef>
                          <a:spcPts val="0"/>
                        </a:spcBef>
                        <a:spcAft>
                          <a:spcPts val="0"/>
                        </a:spcAft>
                      </a:pPr>
                      <a:r>
                        <a:rPr lang="en-US" sz="1600">
                          <a:effectLst/>
                        </a:rPr>
                        <a:t> </a:t>
                      </a:r>
                    </a:p>
                    <a:p>
                      <a:pPr marL="0" marR="0" indent="-1270" algn="l">
                        <a:spcBef>
                          <a:spcPts val="0"/>
                        </a:spcBef>
                        <a:spcAft>
                          <a:spcPts val="0"/>
                        </a:spcAft>
                      </a:pPr>
                      <a:r>
                        <a:rPr lang="en-US" sz="1600">
                          <a:effectLst/>
                        </a:rPr>
                        <a:t>Moderate</a:t>
                      </a:r>
                      <a:endParaRPr lang="en-US" sz="1600">
                        <a:effectLst/>
                        <a:latin typeface="Times New Roman" panose="02020603050405020304" pitchFamily="18" charset="0"/>
                        <a:ea typeface="Times New Roman" panose="02020603050405020304" pitchFamily="18" charset="0"/>
                      </a:endParaRPr>
                    </a:p>
                  </a:txBody>
                  <a:tcPr marL="57076" marR="57076" marT="0" marB="0"/>
                </a:tc>
                <a:extLst>
                  <a:ext uri="{0D108BD9-81ED-4DB2-BD59-A6C34878D82A}">
                    <a16:rowId xmlns:a16="http://schemas.microsoft.com/office/drawing/2014/main" val="327947510"/>
                  </a:ext>
                </a:extLst>
              </a:tr>
              <a:tr h="865194">
                <a:tc>
                  <a:txBody>
                    <a:bodyPr/>
                    <a:lstStyle/>
                    <a:p>
                      <a:pPr marL="0" marR="0" indent="-1270" algn="l">
                        <a:spcBef>
                          <a:spcPts val="0"/>
                        </a:spcBef>
                        <a:spcAft>
                          <a:spcPts val="0"/>
                        </a:spcAft>
                      </a:pPr>
                      <a:r>
                        <a:rPr lang="en-US" sz="1600" b="1" dirty="0">
                          <a:solidFill>
                            <a:schemeClr val="tx1"/>
                          </a:solidFill>
                          <a:effectLst/>
                        </a:rPr>
                        <a:t> </a:t>
                      </a:r>
                    </a:p>
                    <a:p>
                      <a:pPr marL="0" marR="0" indent="-1270" algn="l">
                        <a:spcBef>
                          <a:spcPts val="0"/>
                        </a:spcBef>
                        <a:spcAft>
                          <a:spcPts val="0"/>
                        </a:spcAft>
                      </a:pPr>
                      <a:r>
                        <a:rPr lang="en-US" sz="1600" b="1" dirty="0">
                          <a:solidFill>
                            <a:schemeClr val="tx1"/>
                          </a:solidFill>
                          <a:effectLst/>
                        </a:rPr>
                        <a:t> </a:t>
                      </a:r>
                    </a:p>
                    <a:p>
                      <a:pPr marL="0" marR="0" indent="-1270" algn="l">
                        <a:spcBef>
                          <a:spcPts val="0"/>
                        </a:spcBef>
                        <a:spcAft>
                          <a:spcPts val="0"/>
                        </a:spcAft>
                      </a:pPr>
                      <a:r>
                        <a:rPr lang="en-US" sz="1600" b="1" dirty="0" err="1">
                          <a:solidFill>
                            <a:schemeClr val="tx1"/>
                          </a:solidFill>
                          <a:effectLst/>
                        </a:rPr>
                        <a:t>Renorex</a:t>
                      </a:r>
                      <a:endParaRPr lang="en-US" sz="1600" b="1" dirty="0">
                        <a:solidFill>
                          <a:schemeClr val="tx1"/>
                        </a:solidFill>
                        <a:effectLst/>
                        <a:latin typeface="Times New Roman" panose="02020603050405020304" pitchFamily="18" charset="0"/>
                        <a:ea typeface="Times New Roman" panose="02020603050405020304" pitchFamily="18" charset="0"/>
                      </a:endParaRPr>
                    </a:p>
                  </a:txBody>
                  <a:tcPr marL="57076" marR="57076" marT="0" marB="0"/>
                </a:tc>
                <a:tc>
                  <a:txBody>
                    <a:bodyPr/>
                    <a:lstStyle/>
                    <a:p>
                      <a:pPr marL="0" marR="0" indent="-1270" algn="l">
                        <a:spcBef>
                          <a:spcPts val="0"/>
                        </a:spcBef>
                        <a:spcAft>
                          <a:spcPts val="0"/>
                        </a:spcAft>
                      </a:pPr>
                      <a:r>
                        <a:rPr lang="en-US" sz="1600">
                          <a:effectLst/>
                        </a:rPr>
                        <a:t> </a:t>
                      </a:r>
                    </a:p>
                    <a:p>
                      <a:pPr marL="0" marR="0" indent="-1270" algn="l">
                        <a:spcBef>
                          <a:spcPts val="0"/>
                        </a:spcBef>
                        <a:spcAft>
                          <a:spcPts val="0"/>
                        </a:spcAft>
                      </a:pPr>
                      <a:r>
                        <a:rPr lang="en-US" sz="1600">
                          <a:effectLst/>
                        </a:rPr>
                        <a:t>License and maintenance fees</a:t>
                      </a:r>
                      <a:endParaRPr lang="en-US" sz="1600">
                        <a:effectLst/>
                        <a:latin typeface="Times New Roman" panose="02020603050405020304" pitchFamily="18" charset="0"/>
                        <a:ea typeface="Times New Roman" panose="02020603050405020304" pitchFamily="18" charset="0"/>
                      </a:endParaRPr>
                    </a:p>
                  </a:txBody>
                  <a:tcPr marL="57076" marR="57076" marT="0" marB="0"/>
                </a:tc>
                <a:tc>
                  <a:txBody>
                    <a:bodyPr/>
                    <a:lstStyle/>
                    <a:p>
                      <a:pPr marL="0" marR="0" indent="-1270" algn="l">
                        <a:spcBef>
                          <a:spcPts val="0"/>
                        </a:spcBef>
                        <a:spcAft>
                          <a:spcPts val="0"/>
                        </a:spcAft>
                      </a:pPr>
                      <a:r>
                        <a:rPr lang="en-US" sz="1600">
                          <a:effectLst/>
                        </a:rPr>
                        <a:t> </a:t>
                      </a:r>
                    </a:p>
                    <a:p>
                      <a:pPr marL="0" marR="0" indent="-1270" algn="l">
                        <a:spcBef>
                          <a:spcPts val="0"/>
                        </a:spcBef>
                        <a:spcAft>
                          <a:spcPts val="0"/>
                        </a:spcAft>
                      </a:pPr>
                      <a:r>
                        <a:rPr lang="en-US" sz="1600">
                          <a:effectLst/>
                        </a:rPr>
                        <a:t>Windows</a:t>
                      </a:r>
                      <a:endParaRPr lang="en-US" sz="1600">
                        <a:effectLst/>
                        <a:latin typeface="Times New Roman" panose="02020603050405020304" pitchFamily="18" charset="0"/>
                        <a:ea typeface="Times New Roman" panose="02020603050405020304" pitchFamily="18" charset="0"/>
                      </a:endParaRPr>
                    </a:p>
                  </a:txBody>
                  <a:tcPr marL="57076" marR="57076" marT="0" marB="0"/>
                </a:tc>
                <a:tc>
                  <a:txBody>
                    <a:bodyPr/>
                    <a:lstStyle/>
                    <a:p>
                      <a:pPr marL="0" marR="0" indent="-1270" algn="l">
                        <a:spcBef>
                          <a:spcPts val="0"/>
                        </a:spcBef>
                        <a:spcAft>
                          <a:spcPts val="0"/>
                        </a:spcAft>
                      </a:pPr>
                      <a:r>
                        <a:rPr lang="en-US" sz="1600" dirty="0">
                          <a:effectLst/>
                        </a:rPr>
                        <a:t>C#, </a:t>
                      </a:r>
                      <a:r>
                        <a:rPr lang="en-US" sz="1600" dirty="0" err="1">
                          <a:effectLst/>
                        </a:rPr>
                        <a:t>VB.Net</a:t>
                      </a:r>
                      <a:r>
                        <a:rPr lang="en-US" sz="1600" dirty="0">
                          <a:effectLst/>
                        </a:rPr>
                        <a:t>, Python</a:t>
                      </a:r>
                      <a:endParaRPr lang="en-US" sz="1600" dirty="0">
                        <a:effectLst/>
                        <a:latin typeface="Times New Roman" panose="02020603050405020304" pitchFamily="18" charset="0"/>
                        <a:ea typeface="Times New Roman" panose="02020603050405020304" pitchFamily="18" charset="0"/>
                      </a:endParaRPr>
                    </a:p>
                  </a:txBody>
                  <a:tcPr marL="57076" marR="57076" marT="0" marB="0"/>
                </a:tc>
                <a:tc>
                  <a:txBody>
                    <a:bodyPr/>
                    <a:lstStyle/>
                    <a:p>
                      <a:pPr marL="0" marR="0" indent="-1270" algn="l">
                        <a:spcBef>
                          <a:spcPts val="0"/>
                        </a:spcBef>
                        <a:spcAft>
                          <a:spcPts val="0"/>
                        </a:spcAft>
                      </a:pPr>
                      <a:r>
                        <a:rPr lang="en-US" sz="1600">
                          <a:effectLst/>
                        </a:rPr>
                        <a:t>Web, mobiles, desktop</a:t>
                      </a:r>
                      <a:endParaRPr lang="en-US" sz="1600">
                        <a:effectLst/>
                        <a:latin typeface="Times New Roman" panose="02020603050405020304" pitchFamily="18" charset="0"/>
                        <a:ea typeface="Times New Roman" panose="02020603050405020304" pitchFamily="18" charset="0"/>
                      </a:endParaRPr>
                    </a:p>
                  </a:txBody>
                  <a:tcPr marL="57076" marR="57076" marT="0" marB="0"/>
                </a:tc>
                <a:tc>
                  <a:txBody>
                    <a:bodyPr/>
                    <a:lstStyle/>
                    <a:p>
                      <a:pPr marL="0" marR="0" indent="-1270" algn="l">
                        <a:spcBef>
                          <a:spcPts val="0"/>
                        </a:spcBef>
                        <a:spcAft>
                          <a:spcPts val="0"/>
                        </a:spcAft>
                      </a:pPr>
                      <a:r>
                        <a:rPr lang="en-US" sz="1600">
                          <a:effectLst/>
                        </a:rPr>
                        <a:t>Minimum skills, Advanced skills for pro scripting</a:t>
                      </a:r>
                      <a:endParaRPr lang="en-US" sz="1600">
                        <a:effectLst/>
                        <a:latin typeface="Times New Roman" panose="02020603050405020304" pitchFamily="18" charset="0"/>
                        <a:ea typeface="Times New Roman" panose="02020603050405020304" pitchFamily="18" charset="0"/>
                      </a:endParaRPr>
                    </a:p>
                  </a:txBody>
                  <a:tcPr marL="57076" marR="57076" marT="0" marB="0"/>
                </a:tc>
                <a:tc>
                  <a:txBody>
                    <a:bodyPr/>
                    <a:lstStyle/>
                    <a:p>
                      <a:pPr marL="0" marR="0" indent="-1270" algn="l">
                        <a:spcBef>
                          <a:spcPts val="0"/>
                        </a:spcBef>
                        <a:spcAft>
                          <a:spcPts val="0"/>
                        </a:spcAft>
                      </a:pPr>
                      <a:r>
                        <a:rPr lang="en-US" sz="1600" dirty="0">
                          <a:effectLst/>
                        </a:rPr>
                        <a:t> </a:t>
                      </a:r>
                    </a:p>
                    <a:p>
                      <a:pPr marL="0" marR="0" indent="-1270" algn="l">
                        <a:spcBef>
                          <a:spcPts val="0"/>
                        </a:spcBef>
                        <a:spcAft>
                          <a:spcPts val="0"/>
                        </a:spcAft>
                      </a:pPr>
                      <a:r>
                        <a:rPr lang="en-US" sz="1600" dirty="0">
                          <a:effectLst/>
                        </a:rPr>
                        <a:t> </a:t>
                      </a:r>
                    </a:p>
                    <a:p>
                      <a:pPr marL="0" marR="0" indent="-1270" algn="l">
                        <a:spcBef>
                          <a:spcPts val="0"/>
                        </a:spcBef>
                        <a:spcAft>
                          <a:spcPts val="0"/>
                        </a:spcAft>
                      </a:pPr>
                      <a:r>
                        <a:rPr lang="en-US" sz="1600" dirty="0">
                          <a:effectLst/>
                        </a:rPr>
                        <a:t>Moderate</a:t>
                      </a:r>
                      <a:endParaRPr lang="en-US" sz="1600" dirty="0">
                        <a:effectLst/>
                        <a:latin typeface="Times New Roman" panose="02020603050405020304" pitchFamily="18" charset="0"/>
                        <a:ea typeface="Times New Roman" panose="02020603050405020304" pitchFamily="18" charset="0"/>
                      </a:endParaRPr>
                    </a:p>
                  </a:txBody>
                  <a:tcPr marL="57076" marR="57076" marT="0" marB="0"/>
                </a:tc>
                <a:extLst>
                  <a:ext uri="{0D108BD9-81ED-4DB2-BD59-A6C34878D82A}">
                    <a16:rowId xmlns:a16="http://schemas.microsoft.com/office/drawing/2014/main" val="147057321"/>
                  </a:ext>
                </a:extLst>
              </a:tr>
            </a:tbl>
          </a:graphicData>
        </a:graphic>
      </p:graphicFrame>
    </p:spTree>
    <p:extLst>
      <p:ext uri="{BB962C8B-B14F-4D97-AF65-F5344CB8AC3E}">
        <p14:creationId xmlns:p14="http://schemas.microsoft.com/office/powerpoint/2010/main" val="357560378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chemeClr val="tx1"/>
                </a:solidFill>
              </a:rPr>
              <a:t>Selection of Automation Tool</a:t>
            </a:r>
          </a:p>
        </p:txBody>
      </p:sp>
      <p:sp>
        <p:nvSpPr>
          <p:cNvPr id="3" name="Content Placeholder 2"/>
          <p:cNvSpPr>
            <a:spLocks noGrp="1"/>
          </p:cNvSpPr>
          <p:nvPr>
            <p:ph idx="1"/>
          </p:nvPr>
        </p:nvSpPr>
        <p:spPr/>
        <p:txBody>
          <a:bodyPr>
            <a:normAutofit/>
          </a:bodyPr>
          <a:lstStyle/>
          <a:p>
            <a:pPr algn="just">
              <a:buFont typeface="Arial" panose="020B0604020202020204" pitchFamily="34" charset="0"/>
              <a:buChar char="•"/>
            </a:pPr>
            <a:r>
              <a:rPr lang="en-US" dirty="0">
                <a:solidFill>
                  <a:schemeClr val="tx1"/>
                </a:solidFill>
              </a:rPr>
              <a:t>Any automation tool can't be good or bad for all software projects. </a:t>
            </a:r>
          </a:p>
          <a:p>
            <a:pPr algn="just">
              <a:buFont typeface="Arial" panose="020B0604020202020204" pitchFamily="34" charset="0"/>
              <a:buChar char="•"/>
            </a:pPr>
            <a:r>
              <a:rPr lang="en-US" dirty="0">
                <a:solidFill>
                  <a:schemeClr val="tx1"/>
                </a:solidFill>
              </a:rPr>
              <a:t>Depending on the testing requirements, a combination of automation tools can also be used. </a:t>
            </a:r>
          </a:p>
        </p:txBody>
      </p:sp>
    </p:spTree>
    <p:extLst>
      <p:ext uri="{BB962C8B-B14F-4D97-AF65-F5344CB8AC3E}">
        <p14:creationId xmlns:p14="http://schemas.microsoft.com/office/powerpoint/2010/main" val="239738346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chemeClr val="tx1"/>
                </a:solidFill>
              </a:rPr>
              <a:t>CHALLENGES IN TEST AUTOMATION</a:t>
            </a:r>
          </a:p>
        </p:txBody>
      </p:sp>
      <p:sp>
        <p:nvSpPr>
          <p:cNvPr id="3" name="Content Placeholder 2"/>
          <p:cNvSpPr>
            <a:spLocks noGrp="1"/>
          </p:cNvSpPr>
          <p:nvPr>
            <p:ph idx="1"/>
          </p:nvPr>
        </p:nvSpPr>
        <p:spPr>
          <a:xfrm>
            <a:off x="1097280" y="1818438"/>
            <a:ext cx="10058400" cy="4023360"/>
          </a:xfrm>
        </p:spPr>
        <p:txBody>
          <a:bodyPr>
            <a:noAutofit/>
          </a:bodyPr>
          <a:lstStyle/>
          <a:p>
            <a:pPr algn="just"/>
            <a:r>
              <a:rPr lang="en-US" dirty="0">
                <a:solidFill>
                  <a:schemeClr val="tx1"/>
                </a:solidFill>
              </a:rPr>
              <a:t>Automating the testing process is an important aspect of software testing. </a:t>
            </a:r>
          </a:p>
          <a:p>
            <a:pPr algn="just"/>
            <a:r>
              <a:rPr lang="en-US" dirty="0">
                <a:solidFill>
                  <a:schemeClr val="tx1"/>
                </a:solidFill>
              </a:rPr>
              <a:t>By utilizing automated testing, we can facilitate and enhance the software validation process and increment testing inclusion. Nonetheless, there are a ton of difficulties in applying test automation for applications under test (AUT). </a:t>
            </a:r>
          </a:p>
          <a:p>
            <a:pPr algn="just"/>
            <a:r>
              <a:rPr lang="en-US" dirty="0">
                <a:solidFill>
                  <a:schemeClr val="tx1"/>
                </a:solidFill>
              </a:rPr>
              <a:t>Without conquering these difficulties, testers may confront innumerable bad effects that can cause automated software testing failure. </a:t>
            </a:r>
          </a:p>
          <a:p>
            <a:pPr algn="just"/>
            <a:r>
              <a:rPr lang="en-US" dirty="0">
                <a:solidFill>
                  <a:schemeClr val="tx1"/>
                </a:solidFill>
              </a:rPr>
              <a:t>The main four difficulties that highest affect the general automation test exertion and task achievement are as per the following. </a:t>
            </a:r>
          </a:p>
          <a:p>
            <a:pPr lvl="1" algn="just"/>
            <a:r>
              <a:rPr lang="en-US" sz="2000" dirty="0">
                <a:solidFill>
                  <a:schemeClr val="tx1"/>
                </a:solidFill>
              </a:rPr>
              <a:t>Viable Communicating and Collaborating in team</a:t>
            </a:r>
          </a:p>
          <a:p>
            <a:pPr lvl="1" algn="just"/>
            <a:r>
              <a:rPr lang="en-US" sz="2000" dirty="0">
                <a:solidFill>
                  <a:schemeClr val="tx1"/>
                </a:solidFill>
              </a:rPr>
              <a:t>Selecting a Right Tool</a:t>
            </a:r>
          </a:p>
          <a:p>
            <a:pPr lvl="1" algn="just"/>
            <a:r>
              <a:rPr lang="en-US" sz="2000" dirty="0">
                <a:solidFill>
                  <a:schemeClr val="tx1"/>
                </a:solidFill>
              </a:rPr>
              <a:t>Selecting a Proper Testing Approach</a:t>
            </a:r>
          </a:p>
          <a:p>
            <a:pPr lvl="1" algn="just"/>
            <a:r>
              <a:rPr lang="en-US" sz="2000" dirty="0">
                <a:solidFill>
                  <a:schemeClr val="tx1"/>
                </a:solidFill>
              </a:rPr>
              <a:t>High Upfront Investment Cost</a:t>
            </a:r>
            <a:endParaRPr lang="en-US" dirty="0">
              <a:solidFill>
                <a:schemeClr val="tx1"/>
              </a:solidFill>
            </a:endParaRPr>
          </a:p>
        </p:txBody>
      </p:sp>
    </p:spTree>
    <p:extLst>
      <p:ext uri="{BB962C8B-B14F-4D97-AF65-F5344CB8AC3E}">
        <p14:creationId xmlns:p14="http://schemas.microsoft.com/office/powerpoint/2010/main" val="3298095811"/>
      </p:ext>
    </p:extLst>
  </p:cSld>
  <p:clrMapOvr>
    <a:masterClrMapping/>
  </p:clrMapOvr>
</p:sld>
</file>

<file path=ppt/theme/theme1.xml><?xml version="1.0" encoding="utf-8"?>
<a:theme xmlns:a="http://schemas.openxmlformats.org/drawingml/2006/main" name="Retrospect">
  <a:themeElements>
    <a:clrScheme name="Retrospect">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Retrospect</Template>
  <TotalTime>2047</TotalTime>
  <Words>2832</Words>
  <Application>Microsoft Office PowerPoint</Application>
  <PresentationFormat>Widescreen</PresentationFormat>
  <Paragraphs>298</Paragraphs>
  <Slides>38</Slides>
  <Notes>16</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38</vt:i4>
      </vt:variant>
    </vt:vector>
  </HeadingPairs>
  <TitlesOfParts>
    <vt:vector size="46" baseType="lpstr">
      <vt:lpstr>Aptos</vt:lpstr>
      <vt:lpstr>Arial</vt:lpstr>
      <vt:lpstr>Arial Unicode MS</vt:lpstr>
      <vt:lpstr>Calibri</vt:lpstr>
      <vt:lpstr>Calibri Light</vt:lpstr>
      <vt:lpstr>Times New Roman</vt:lpstr>
      <vt:lpstr>Wingdings</vt:lpstr>
      <vt:lpstr>Retrospect</vt:lpstr>
      <vt:lpstr> Software Quality Engineering</vt:lpstr>
      <vt:lpstr>Today’s Outline</vt:lpstr>
      <vt:lpstr>Unit testing</vt:lpstr>
      <vt:lpstr>PowerPoint Presentation</vt:lpstr>
      <vt:lpstr>Integration testing</vt:lpstr>
      <vt:lpstr>PowerPoint Presentation</vt:lpstr>
      <vt:lpstr>Stubs and Drivers</vt:lpstr>
      <vt:lpstr>PowerPoint Presentation</vt:lpstr>
      <vt:lpstr>Stubs and Drivers</vt:lpstr>
      <vt:lpstr>PowerPoint Presentation</vt:lpstr>
      <vt:lpstr>System testing </vt:lpstr>
      <vt:lpstr>Acceptance testing</vt:lpstr>
      <vt:lpstr>Who Performs the Tests?</vt:lpstr>
      <vt:lpstr>Where to Perform the Tests?</vt:lpstr>
      <vt:lpstr>Test Plans</vt:lpstr>
      <vt:lpstr>Test Plan Outline</vt:lpstr>
      <vt:lpstr>Test Cases</vt:lpstr>
      <vt:lpstr>Test Execution</vt:lpstr>
      <vt:lpstr>Test Execution</vt:lpstr>
      <vt:lpstr>Test suite</vt:lpstr>
      <vt:lpstr>Test log report</vt:lpstr>
      <vt:lpstr>Regression testing</vt:lpstr>
      <vt:lpstr>Regression testing</vt:lpstr>
      <vt:lpstr>Software testing</vt:lpstr>
      <vt:lpstr>shortcomings of Manual testing</vt:lpstr>
      <vt:lpstr>Automated Software Testing</vt:lpstr>
      <vt:lpstr>Automated software testing</vt:lpstr>
      <vt:lpstr>Manual Testing</vt:lpstr>
      <vt:lpstr>Manual Testing</vt:lpstr>
      <vt:lpstr>PowerPoint Presentation</vt:lpstr>
      <vt:lpstr>Definition of Automation</vt:lpstr>
      <vt:lpstr>Introduction </vt:lpstr>
      <vt:lpstr>Objectives of Test Automation </vt:lpstr>
      <vt:lpstr>Key to success</vt:lpstr>
      <vt:lpstr>Common Automation Tools </vt:lpstr>
      <vt:lpstr>Automation Tools Comparison</vt:lpstr>
      <vt:lpstr>Selection of Automation Tool</vt:lpstr>
      <vt:lpstr>CHALLENGES IN TEST AUTOMATION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Alina Arshad</dc:creator>
  <cp:lastModifiedBy>Ms Alina Arshad</cp:lastModifiedBy>
  <cp:revision>28</cp:revision>
  <dcterms:created xsi:type="dcterms:W3CDTF">2024-08-09T06:58:16Z</dcterms:created>
  <dcterms:modified xsi:type="dcterms:W3CDTF">2024-10-28T14:16:00Z</dcterms:modified>
</cp:coreProperties>
</file>