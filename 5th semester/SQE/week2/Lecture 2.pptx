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387" r:id="rId3"/>
    <p:sldId id="388" r:id="rId4"/>
    <p:sldId id="377" r:id="rId5"/>
    <p:sldId id="355" r:id="rId6"/>
    <p:sldId id="350" r:id="rId7"/>
    <p:sldId id="374" r:id="rId8"/>
    <p:sldId id="351" r:id="rId9"/>
    <p:sldId id="356" r:id="rId10"/>
    <p:sldId id="352" r:id="rId11"/>
    <p:sldId id="357" r:id="rId12"/>
    <p:sldId id="353" r:id="rId13"/>
    <p:sldId id="354" r:id="rId14"/>
    <p:sldId id="390" r:id="rId15"/>
    <p:sldId id="391" r:id="rId16"/>
    <p:sldId id="392" r:id="rId17"/>
    <p:sldId id="394" r:id="rId18"/>
    <p:sldId id="398" r:id="rId19"/>
    <p:sldId id="369" r:id="rId20"/>
    <p:sldId id="359" r:id="rId21"/>
    <p:sldId id="360" r:id="rId22"/>
    <p:sldId id="389" r:id="rId23"/>
    <p:sldId id="385" r:id="rId24"/>
    <p:sldId id="368" r:id="rId25"/>
    <p:sldId id="399" r:id="rId26"/>
    <p:sldId id="395" r:id="rId27"/>
    <p:sldId id="397" r:id="rId28"/>
    <p:sldId id="27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070D90-1526-4C33-8966-8ADF4EF98FAB}" v="45" dt="2024-08-27T04:53:54.4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061" autoAdjust="0"/>
  </p:normalViewPr>
  <p:slideViewPr>
    <p:cSldViewPr snapToGrid="0">
      <p:cViewPr varScale="1">
        <p:scale>
          <a:sx n="105" d="100"/>
          <a:sy n="105" d="100"/>
        </p:scale>
        <p:origin x="79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EADAEE91-4A7C-4065-A245-779568A60DD0}"/>
    <pc:docChg chg="undo custSel addSld delSld modSld sldOrd">
      <pc:chgData name="Ms Alina Arshad" userId="cccdfd85-d35d-4453-9c6f-a463aae40722" providerId="ADAL" clId="{EADAEE91-4A7C-4065-A245-779568A60DD0}" dt="2024-08-25T15:14:04.534" v="324" actId="2696"/>
      <pc:docMkLst>
        <pc:docMk/>
      </pc:docMkLst>
      <pc:sldChg chg="del">
        <pc:chgData name="Ms Alina Arshad" userId="cccdfd85-d35d-4453-9c6f-a463aae40722" providerId="ADAL" clId="{EADAEE91-4A7C-4065-A245-779568A60DD0}" dt="2024-08-25T13:34:30.844" v="2" actId="47"/>
        <pc:sldMkLst>
          <pc:docMk/>
          <pc:sldMk cId="3829966237" sldId="341"/>
        </pc:sldMkLst>
      </pc:sldChg>
      <pc:sldChg chg="del">
        <pc:chgData name="Ms Alina Arshad" userId="cccdfd85-d35d-4453-9c6f-a463aae40722" providerId="ADAL" clId="{EADAEE91-4A7C-4065-A245-779568A60DD0}" dt="2024-08-25T13:34:31.597" v="3" actId="47"/>
        <pc:sldMkLst>
          <pc:docMk/>
          <pc:sldMk cId="1130609535" sldId="342"/>
        </pc:sldMkLst>
      </pc:sldChg>
      <pc:sldChg chg="delSp modSp del mod">
        <pc:chgData name="Ms Alina Arshad" userId="cccdfd85-d35d-4453-9c6f-a463aae40722" providerId="ADAL" clId="{EADAEE91-4A7C-4065-A245-779568A60DD0}" dt="2024-08-25T15:09:29.508" v="302" actId="47"/>
        <pc:sldMkLst>
          <pc:docMk/>
          <pc:sldMk cId="47593581" sldId="345"/>
        </pc:sldMkLst>
        <pc:spChg chg="mod">
          <ac:chgData name="Ms Alina Arshad" userId="cccdfd85-d35d-4453-9c6f-a463aae40722" providerId="ADAL" clId="{EADAEE91-4A7C-4065-A245-779568A60DD0}" dt="2024-08-25T13:41:42.034" v="13" actId="14100"/>
          <ac:spMkLst>
            <pc:docMk/>
            <pc:sldMk cId="47593581" sldId="345"/>
            <ac:spMk id="2" creationId="{7E51EDD7-5122-4590-8B7F-DC837E23C380}"/>
          </ac:spMkLst>
        </pc:spChg>
        <pc:spChg chg="mod">
          <ac:chgData name="Ms Alina Arshad" userId="cccdfd85-d35d-4453-9c6f-a463aae40722" providerId="ADAL" clId="{EADAEE91-4A7C-4065-A245-779568A60DD0}" dt="2024-08-25T13:58:46.017" v="100" actId="12"/>
          <ac:spMkLst>
            <pc:docMk/>
            <pc:sldMk cId="47593581" sldId="345"/>
            <ac:spMk id="3" creationId="{2DFF783D-CE62-42B7-AF33-34074E4461A2}"/>
          </ac:spMkLst>
        </pc:spChg>
        <pc:spChg chg="del">
          <ac:chgData name="Ms Alina Arshad" userId="cccdfd85-d35d-4453-9c6f-a463aae40722" providerId="ADAL" clId="{EADAEE91-4A7C-4065-A245-779568A60DD0}" dt="2024-08-25T13:41:32.883" v="10" actId="478"/>
          <ac:spMkLst>
            <pc:docMk/>
            <pc:sldMk cId="47593581" sldId="345"/>
            <ac:spMk id="4" creationId="{00000000-0000-0000-0000-000000000000}"/>
          </ac:spMkLst>
        </pc:spChg>
        <pc:spChg chg="del">
          <ac:chgData name="Ms Alina Arshad" userId="cccdfd85-d35d-4453-9c6f-a463aae40722" providerId="ADAL" clId="{EADAEE91-4A7C-4065-A245-779568A60DD0}" dt="2024-08-25T13:41:34.842" v="11" actId="478"/>
          <ac:spMkLst>
            <pc:docMk/>
            <pc:sldMk cId="47593581" sldId="345"/>
            <ac:spMk id="5" creationId="{00000000-0000-0000-0000-000000000000}"/>
          </ac:spMkLst>
        </pc:spChg>
      </pc:sldChg>
      <pc:sldChg chg="delSp modSp del mod">
        <pc:chgData name="Ms Alina Arshad" userId="cccdfd85-d35d-4453-9c6f-a463aae40722" providerId="ADAL" clId="{EADAEE91-4A7C-4065-A245-779568A60DD0}" dt="2024-08-25T15:09:30.905" v="303" actId="47"/>
        <pc:sldMkLst>
          <pc:docMk/>
          <pc:sldMk cId="4118113692" sldId="346"/>
        </pc:sldMkLst>
        <pc:spChg chg="mod">
          <ac:chgData name="Ms Alina Arshad" userId="cccdfd85-d35d-4453-9c6f-a463aae40722" providerId="ADAL" clId="{EADAEE91-4A7C-4065-A245-779568A60DD0}" dt="2024-08-25T13:42:05.951" v="20" actId="1076"/>
          <ac:spMkLst>
            <pc:docMk/>
            <pc:sldMk cId="4118113692" sldId="346"/>
            <ac:spMk id="2" creationId="{189AF601-8D70-417E-83F0-4C2544ACF381}"/>
          </ac:spMkLst>
        </pc:spChg>
        <pc:spChg chg="mod">
          <ac:chgData name="Ms Alina Arshad" userId="cccdfd85-d35d-4453-9c6f-a463aae40722" providerId="ADAL" clId="{EADAEE91-4A7C-4065-A245-779568A60DD0}" dt="2024-08-25T13:42:08.883" v="21" actId="207"/>
          <ac:spMkLst>
            <pc:docMk/>
            <pc:sldMk cId="4118113692" sldId="346"/>
            <ac:spMk id="3" creationId="{7994D1C3-C6BD-49FE-ADD7-107918564080}"/>
          </ac:spMkLst>
        </pc:spChg>
        <pc:spChg chg="del">
          <ac:chgData name="Ms Alina Arshad" userId="cccdfd85-d35d-4453-9c6f-a463aae40722" providerId="ADAL" clId="{EADAEE91-4A7C-4065-A245-779568A60DD0}" dt="2024-08-25T13:41:52.482" v="15" actId="478"/>
          <ac:spMkLst>
            <pc:docMk/>
            <pc:sldMk cId="4118113692" sldId="346"/>
            <ac:spMk id="4" creationId="{00000000-0000-0000-0000-000000000000}"/>
          </ac:spMkLst>
        </pc:spChg>
        <pc:spChg chg="del">
          <ac:chgData name="Ms Alina Arshad" userId="cccdfd85-d35d-4453-9c6f-a463aae40722" providerId="ADAL" clId="{EADAEE91-4A7C-4065-A245-779568A60DD0}" dt="2024-08-25T13:41:54.245" v="16" actId="478"/>
          <ac:spMkLst>
            <pc:docMk/>
            <pc:sldMk cId="4118113692" sldId="346"/>
            <ac:spMk id="5" creationId="{00000000-0000-0000-0000-000000000000}"/>
          </ac:spMkLst>
        </pc:spChg>
      </pc:sldChg>
      <pc:sldChg chg="delSp modSp del mod">
        <pc:chgData name="Ms Alina Arshad" userId="cccdfd85-d35d-4453-9c6f-a463aae40722" providerId="ADAL" clId="{EADAEE91-4A7C-4065-A245-779568A60DD0}" dt="2024-08-25T15:09:31.592" v="304" actId="47"/>
        <pc:sldMkLst>
          <pc:docMk/>
          <pc:sldMk cId="1592470958" sldId="347"/>
        </pc:sldMkLst>
        <pc:spChg chg="mod">
          <ac:chgData name="Ms Alina Arshad" userId="cccdfd85-d35d-4453-9c6f-a463aae40722" providerId="ADAL" clId="{EADAEE91-4A7C-4065-A245-779568A60DD0}" dt="2024-08-25T13:42:20.300" v="24" actId="1076"/>
          <ac:spMkLst>
            <pc:docMk/>
            <pc:sldMk cId="1592470958" sldId="347"/>
            <ac:spMk id="2" creationId="{4095D5A0-FF21-4C13-A9F4-11F27B882005}"/>
          </ac:spMkLst>
        </pc:spChg>
        <pc:spChg chg="mod">
          <ac:chgData name="Ms Alina Arshad" userId="cccdfd85-d35d-4453-9c6f-a463aae40722" providerId="ADAL" clId="{EADAEE91-4A7C-4065-A245-779568A60DD0}" dt="2024-08-25T13:42:28.221" v="27" actId="255"/>
          <ac:spMkLst>
            <pc:docMk/>
            <pc:sldMk cId="1592470958" sldId="347"/>
            <ac:spMk id="3" creationId="{D93D2A2A-F7B4-4BEE-A16C-64E5A2B22228}"/>
          </ac:spMkLst>
        </pc:spChg>
        <pc:spChg chg="del">
          <ac:chgData name="Ms Alina Arshad" userId="cccdfd85-d35d-4453-9c6f-a463aae40722" providerId="ADAL" clId="{EADAEE91-4A7C-4065-A245-779568A60DD0}" dt="2024-08-25T13:42:31.109" v="28" actId="478"/>
          <ac:spMkLst>
            <pc:docMk/>
            <pc:sldMk cId="1592470958" sldId="347"/>
            <ac:spMk id="4" creationId="{00000000-0000-0000-0000-000000000000}"/>
          </ac:spMkLst>
        </pc:spChg>
        <pc:spChg chg="del">
          <ac:chgData name="Ms Alina Arshad" userId="cccdfd85-d35d-4453-9c6f-a463aae40722" providerId="ADAL" clId="{EADAEE91-4A7C-4065-A245-779568A60DD0}" dt="2024-08-25T13:42:33.014" v="29" actId="478"/>
          <ac:spMkLst>
            <pc:docMk/>
            <pc:sldMk cId="1592470958" sldId="347"/>
            <ac:spMk id="5" creationId="{00000000-0000-0000-0000-000000000000}"/>
          </ac:spMkLst>
        </pc:spChg>
      </pc:sldChg>
      <pc:sldChg chg="delSp modSp del mod">
        <pc:chgData name="Ms Alina Arshad" userId="cccdfd85-d35d-4453-9c6f-a463aae40722" providerId="ADAL" clId="{EADAEE91-4A7C-4065-A245-779568A60DD0}" dt="2024-08-25T15:09:32.177" v="305" actId="47"/>
        <pc:sldMkLst>
          <pc:docMk/>
          <pc:sldMk cId="2505751039" sldId="348"/>
        </pc:sldMkLst>
        <pc:spChg chg="mod">
          <ac:chgData name="Ms Alina Arshad" userId="cccdfd85-d35d-4453-9c6f-a463aae40722" providerId="ADAL" clId="{EADAEE91-4A7C-4065-A245-779568A60DD0}" dt="2024-08-25T13:42:47.129" v="31" actId="1076"/>
          <ac:spMkLst>
            <pc:docMk/>
            <pc:sldMk cId="2505751039" sldId="348"/>
            <ac:spMk id="2" creationId="{09840C44-A6AE-44E7-AB9D-97CB7C1C0B3B}"/>
          </ac:spMkLst>
        </pc:spChg>
        <pc:spChg chg="mod">
          <ac:chgData name="Ms Alina Arshad" userId="cccdfd85-d35d-4453-9c6f-a463aae40722" providerId="ADAL" clId="{EADAEE91-4A7C-4065-A245-779568A60DD0}" dt="2024-08-25T13:42:54.716" v="33" actId="207"/>
          <ac:spMkLst>
            <pc:docMk/>
            <pc:sldMk cId="2505751039" sldId="348"/>
            <ac:spMk id="3" creationId="{D9B437DC-A3DB-401E-B265-1B37EED2AEE1}"/>
          </ac:spMkLst>
        </pc:spChg>
        <pc:spChg chg="del">
          <ac:chgData name="Ms Alina Arshad" userId="cccdfd85-d35d-4453-9c6f-a463aae40722" providerId="ADAL" clId="{EADAEE91-4A7C-4065-A245-779568A60DD0}" dt="2024-08-25T13:42:58.434" v="34" actId="478"/>
          <ac:spMkLst>
            <pc:docMk/>
            <pc:sldMk cId="2505751039" sldId="348"/>
            <ac:spMk id="4" creationId="{00000000-0000-0000-0000-000000000000}"/>
          </ac:spMkLst>
        </pc:spChg>
        <pc:spChg chg="del">
          <ac:chgData name="Ms Alina Arshad" userId="cccdfd85-d35d-4453-9c6f-a463aae40722" providerId="ADAL" clId="{EADAEE91-4A7C-4065-A245-779568A60DD0}" dt="2024-08-25T13:43:01.831" v="35" actId="478"/>
          <ac:spMkLst>
            <pc:docMk/>
            <pc:sldMk cId="2505751039" sldId="348"/>
            <ac:spMk id="5" creationId="{00000000-0000-0000-0000-000000000000}"/>
          </ac:spMkLst>
        </pc:spChg>
      </pc:sldChg>
      <pc:sldChg chg="delSp modSp del mod">
        <pc:chgData name="Ms Alina Arshad" userId="cccdfd85-d35d-4453-9c6f-a463aae40722" providerId="ADAL" clId="{EADAEE91-4A7C-4065-A245-779568A60DD0}" dt="2024-08-25T15:09:32.959" v="306" actId="47"/>
        <pc:sldMkLst>
          <pc:docMk/>
          <pc:sldMk cId="662195488" sldId="349"/>
        </pc:sldMkLst>
        <pc:spChg chg="mod">
          <ac:chgData name="Ms Alina Arshad" userId="cccdfd85-d35d-4453-9c6f-a463aae40722" providerId="ADAL" clId="{EADAEE91-4A7C-4065-A245-779568A60DD0}" dt="2024-08-25T13:43:11.222" v="38" actId="207"/>
          <ac:spMkLst>
            <pc:docMk/>
            <pc:sldMk cId="662195488" sldId="349"/>
            <ac:spMk id="2" creationId="{E948826E-E54E-49E5-A1BB-A247D73F4654}"/>
          </ac:spMkLst>
        </pc:spChg>
        <pc:spChg chg="mod">
          <ac:chgData name="Ms Alina Arshad" userId="cccdfd85-d35d-4453-9c6f-a463aae40722" providerId="ADAL" clId="{EADAEE91-4A7C-4065-A245-779568A60DD0}" dt="2024-08-25T13:43:30.275" v="42" actId="207"/>
          <ac:spMkLst>
            <pc:docMk/>
            <pc:sldMk cId="662195488" sldId="349"/>
            <ac:spMk id="3" creationId="{73CAB96E-5D26-4FBA-93D4-48E335D0109C}"/>
          </ac:spMkLst>
        </pc:spChg>
        <pc:spChg chg="del">
          <ac:chgData name="Ms Alina Arshad" userId="cccdfd85-d35d-4453-9c6f-a463aae40722" providerId="ADAL" clId="{EADAEE91-4A7C-4065-A245-779568A60DD0}" dt="2024-08-25T13:43:21.984" v="40" actId="478"/>
          <ac:spMkLst>
            <pc:docMk/>
            <pc:sldMk cId="662195488" sldId="349"/>
            <ac:spMk id="4" creationId="{00000000-0000-0000-0000-000000000000}"/>
          </ac:spMkLst>
        </pc:spChg>
        <pc:spChg chg="del">
          <ac:chgData name="Ms Alina Arshad" userId="cccdfd85-d35d-4453-9c6f-a463aae40722" providerId="ADAL" clId="{EADAEE91-4A7C-4065-A245-779568A60DD0}" dt="2024-08-25T13:43:25.868" v="41" actId="478"/>
          <ac:spMkLst>
            <pc:docMk/>
            <pc:sldMk cId="662195488" sldId="349"/>
            <ac:spMk id="5" creationId="{00000000-0000-0000-0000-000000000000}"/>
          </ac:spMkLst>
        </pc:spChg>
      </pc:sldChg>
      <pc:sldChg chg="modSp add mod">
        <pc:chgData name="Ms Alina Arshad" userId="cccdfd85-d35d-4453-9c6f-a463aae40722" providerId="ADAL" clId="{EADAEE91-4A7C-4065-A245-779568A60DD0}" dt="2024-08-25T14:58:19.557" v="149" actId="207"/>
        <pc:sldMkLst>
          <pc:docMk/>
          <pc:sldMk cId="0" sldId="350"/>
        </pc:sldMkLst>
        <pc:spChg chg="mod">
          <ac:chgData name="Ms Alina Arshad" userId="cccdfd85-d35d-4453-9c6f-a463aae40722" providerId="ADAL" clId="{EADAEE91-4A7C-4065-A245-779568A60DD0}" dt="2024-08-25T14:58:19.557" v="149" actId="207"/>
          <ac:spMkLst>
            <pc:docMk/>
            <pc:sldMk cId="0" sldId="350"/>
            <ac:spMk id="18434" creationId="{A577BD20-D1FF-1BEE-9621-64AB62F59F87}"/>
          </ac:spMkLst>
        </pc:spChg>
      </pc:sldChg>
      <pc:sldChg chg="modSp add mod">
        <pc:chgData name="Ms Alina Arshad" userId="cccdfd85-d35d-4453-9c6f-a463aae40722" providerId="ADAL" clId="{EADAEE91-4A7C-4065-A245-779568A60DD0}" dt="2024-08-25T14:59:22.631" v="165" actId="27636"/>
        <pc:sldMkLst>
          <pc:docMk/>
          <pc:sldMk cId="0" sldId="351"/>
        </pc:sldMkLst>
        <pc:spChg chg="mod">
          <ac:chgData name="Ms Alina Arshad" userId="cccdfd85-d35d-4453-9c6f-a463aae40722" providerId="ADAL" clId="{EADAEE91-4A7C-4065-A245-779568A60DD0}" dt="2024-08-25T14:59:22.631" v="165" actId="27636"/>
          <ac:spMkLst>
            <pc:docMk/>
            <pc:sldMk cId="0" sldId="351"/>
            <ac:spMk id="3" creationId="{C0C22FA1-E5B0-AD82-96B5-C98C4EA3D56C}"/>
          </ac:spMkLst>
        </pc:spChg>
        <pc:spChg chg="mod">
          <ac:chgData name="Ms Alina Arshad" userId="cccdfd85-d35d-4453-9c6f-a463aae40722" providerId="ADAL" clId="{EADAEE91-4A7C-4065-A245-779568A60DD0}" dt="2024-08-25T14:58:57.020" v="157" actId="1076"/>
          <ac:spMkLst>
            <pc:docMk/>
            <pc:sldMk cId="0" sldId="351"/>
            <ac:spMk id="20482" creationId="{BBAA9927-7645-6E75-19D7-0A3279220EAB}"/>
          </ac:spMkLst>
        </pc:spChg>
        <pc:spChg chg="mod">
          <ac:chgData name="Ms Alina Arshad" userId="cccdfd85-d35d-4453-9c6f-a463aae40722" providerId="ADAL" clId="{EADAEE91-4A7C-4065-A245-779568A60DD0}" dt="2024-08-25T14:59:06.519" v="160" actId="1076"/>
          <ac:spMkLst>
            <pc:docMk/>
            <pc:sldMk cId="0" sldId="351"/>
            <ac:spMk id="20490" creationId="{633463A3-DE25-CA28-40E4-8C3D91E44508}"/>
          </ac:spMkLst>
        </pc:spChg>
        <pc:spChg chg="mod">
          <ac:chgData name="Ms Alina Arshad" userId="cccdfd85-d35d-4453-9c6f-a463aae40722" providerId="ADAL" clId="{EADAEE91-4A7C-4065-A245-779568A60DD0}" dt="2024-08-25T14:59:06.519" v="160" actId="1076"/>
          <ac:spMkLst>
            <pc:docMk/>
            <pc:sldMk cId="0" sldId="351"/>
            <ac:spMk id="20491" creationId="{D7881945-A53A-8D17-791D-162E4ADC9F1A}"/>
          </ac:spMkLst>
        </pc:spChg>
        <pc:spChg chg="mod">
          <ac:chgData name="Ms Alina Arshad" userId="cccdfd85-d35d-4453-9c6f-a463aae40722" providerId="ADAL" clId="{EADAEE91-4A7C-4065-A245-779568A60DD0}" dt="2024-08-25T14:59:06.519" v="160" actId="1076"/>
          <ac:spMkLst>
            <pc:docMk/>
            <pc:sldMk cId="0" sldId="351"/>
            <ac:spMk id="20495" creationId="{30D2EC8A-7B00-E22A-A5F0-C7C377536AE3}"/>
          </ac:spMkLst>
        </pc:spChg>
        <pc:spChg chg="mod">
          <ac:chgData name="Ms Alina Arshad" userId="cccdfd85-d35d-4453-9c6f-a463aae40722" providerId="ADAL" clId="{EADAEE91-4A7C-4065-A245-779568A60DD0}" dt="2024-08-25T14:59:06.519" v="160" actId="1076"/>
          <ac:spMkLst>
            <pc:docMk/>
            <pc:sldMk cId="0" sldId="351"/>
            <ac:spMk id="20496" creationId="{42E8223A-9727-18BC-F219-76783C6B7987}"/>
          </ac:spMkLst>
        </pc:spChg>
        <pc:spChg chg="mod">
          <ac:chgData name="Ms Alina Arshad" userId="cccdfd85-d35d-4453-9c6f-a463aae40722" providerId="ADAL" clId="{EADAEE91-4A7C-4065-A245-779568A60DD0}" dt="2024-08-25T14:59:06.519" v="160" actId="1076"/>
          <ac:spMkLst>
            <pc:docMk/>
            <pc:sldMk cId="0" sldId="351"/>
            <ac:spMk id="20497" creationId="{8CC3DB45-73B0-CB58-0A96-E1B87974EC72}"/>
          </ac:spMkLst>
        </pc:spChg>
        <pc:spChg chg="mod">
          <ac:chgData name="Ms Alina Arshad" userId="cccdfd85-d35d-4453-9c6f-a463aae40722" providerId="ADAL" clId="{EADAEE91-4A7C-4065-A245-779568A60DD0}" dt="2024-08-25T14:59:06.519" v="160" actId="1076"/>
          <ac:spMkLst>
            <pc:docMk/>
            <pc:sldMk cId="0" sldId="351"/>
            <ac:spMk id="20498" creationId="{6B2D9AAB-1FD8-024E-2C7E-CD197AB3F167}"/>
          </ac:spMkLst>
        </pc:spChg>
        <pc:spChg chg="mod">
          <ac:chgData name="Ms Alina Arshad" userId="cccdfd85-d35d-4453-9c6f-a463aae40722" providerId="ADAL" clId="{EADAEE91-4A7C-4065-A245-779568A60DD0}" dt="2024-08-25T14:59:06.519" v="160" actId="1076"/>
          <ac:spMkLst>
            <pc:docMk/>
            <pc:sldMk cId="0" sldId="351"/>
            <ac:spMk id="20499" creationId="{B21B324D-B54B-AB2A-35F9-0B2633DCB27E}"/>
          </ac:spMkLst>
        </pc:spChg>
        <pc:spChg chg="mod">
          <ac:chgData name="Ms Alina Arshad" userId="cccdfd85-d35d-4453-9c6f-a463aae40722" providerId="ADAL" clId="{EADAEE91-4A7C-4065-A245-779568A60DD0}" dt="2024-08-25T14:59:06.519" v="160" actId="1076"/>
          <ac:spMkLst>
            <pc:docMk/>
            <pc:sldMk cId="0" sldId="351"/>
            <ac:spMk id="20500" creationId="{368DA16C-FD8C-D0D7-7F0E-66A1775A49F1}"/>
          </ac:spMkLst>
        </pc:spChg>
        <pc:spChg chg="mod">
          <ac:chgData name="Ms Alina Arshad" userId="cccdfd85-d35d-4453-9c6f-a463aae40722" providerId="ADAL" clId="{EADAEE91-4A7C-4065-A245-779568A60DD0}" dt="2024-08-25T14:59:06.519" v="160" actId="1076"/>
          <ac:spMkLst>
            <pc:docMk/>
            <pc:sldMk cId="0" sldId="351"/>
            <ac:spMk id="20501" creationId="{BBE25917-92B5-29DD-2D43-C206AE6FAD3F}"/>
          </ac:spMkLst>
        </pc:spChg>
        <pc:spChg chg="mod">
          <ac:chgData name="Ms Alina Arshad" userId="cccdfd85-d35d-4453-9c6f-a463aae40722" providerId="ADAL" clId="{EADAEE91-4A7C-4065-A245-779568A60DD0}" dt="2024-08-25T14:59:06.519" v="160" actId="1076"/>
          <ac:spMkLst>
            <pc:docMk/>
            <pc:sldMk cId="0" sldId="351"/>
            <ac:spMk id="20502" creationId="{5B7BB921-3413-4F30-B079-54C603A5CA86}"/>
          </ac:spMkLst>
        </pc:spChg>
        <pc:spChg chg="mod">
          <ac:chgData name="Ms Alina Arshad" userId="cccdfd85-d35d-4453-9c6f-a463aae40722" providerId="ADAL" clId="{EADAEE91-4A7C-4065-A245-779568A60DD0}" dt="2024-08-25T14:59:06.519" v="160" actId="1076"/>
          <ac:spMkLst>
            <pc:docMk/>
            <pc:sldMk cId="0" sldId="351"/>
            <ac:spMk id="20503" creationId="{33B1CDDC-6023-5CD5-5C24-0D8879304E02}"/>
          </ac:spMkLst>
        </pc:spChg>
        <pc:spChg chg="mod">
          <ac:chgData name="Ms Alina Arshad" userId="cccdfd85-d35d-4453-9c6f-a463aae40722" providerId="ADAL" clId="{EADAEE91-4A7C-4065-A245-779568A60DD0}" dt="2024-08-25T14:59:06.519" v="160" actId="1076"/>
          <ac:spMkLst>
            <pc:docMk/>
            <pc:sldMk cId="0" sldId="351"/>
            <ac:spMk id="20504" creationId="{64F24335-C1B3-911B-8406-E9E34E828CE1}"/>
          </ac:spMkLst>
        </pc:spChg>
        <pc:spChg chg="mod">
          <ac:chgData name="Ms Alina Arshad" userId="cccdfd85-d35d-4453-9c6f-a463aae40722" providerId="ADAL" clId="{EADAEE91-4A7C-4065-A245-779568A60DD0}" dt="2024-08-25T14:59:06.519" v="160" actId="1076"/>
          <ac:spMkLst>
            <pc:docMk/>
            <pc:sldMk cId="0" sldId="351"/>
            <ac:spMk id="20506" creationId="{9B3659CD-6C1E-2B5A-5A04-DE082428E653}"/>
          </ac:spMkLst>
        </pc:spChg>
        <pc:spChg chg="mod">
          <ac:chgData name="Ms Alina Arshad" userId="cccdfd85-d35d-4453-9c6f-a463aae40722" providerId="ADAL" clId="{EADAEE91-4A7C-4065-A245-779568A60DD0}" dt="2024-08-25T14:59:06.519" v="160" actId="1076"/>
          <ac:spMkLst>
            <pc:docMk/>
            <pc:sldMk cId="0" sldId="351"/>
            <ac:spMk id="20508" creationId="{B622AB96-288F-81CD-5E4A-A96A8645BC6A}"/>
          </ac:spMkLst>
        </pc:spChg>
        <pc:spChg chg="mod">
          <ac:chgData name="Ms Alina Arshad" userId="cccdfd85-d35d-4453-9c6f-a463aae40722" providerId="ADAL" clId="{EADAEE91-4A7C-4065-A245-779568A60DD0}" dt="2024-08-25T14:59:06.519" v="160" actId="1076"/>
          <ac:spMkLst>
            <pc:docMk/>
            <pc:sldMk cId="0" sldId="351"/>
            <ac:spMk id="20509" creationId="{89A1CA44-16E9-8216-7022-7920138E5E17}"/>
          </ac:spMkLst>
        </pc:spChg>
        <pc:spChg chg="mod">
          <ac:chgData name="Ms Alina Arshad" userId="cccdfd85-d35d-4453-9c6f-a463aae40722" providerId="ADAL" clId="{EADAEE91-4A7C-4065-A245-779568A60DD0}" dt="2024-08-25T14:59:06.519" v="160" actId="1076"/>
          <ac:spMkLst>
            <pc:docMk/>
            <pc:sldMk cId="0" sldId="351"/>
            <ac:spMk id="20510" creationId="{EE6AD805-7BC0-6284-A5A6-E5975E600F61}"/>
          </ac:spMkLst>
        </pc:spChg>
        <pc:spChg chg="mod">
          <ac:chgData name="Ms Alina Arshad" userId="cccdfd85-d35d-4453-9c6f-a463aae40722" providerId="ADAL" clId="{EADAEE91-4A7C-4065-A245-779568A60DD0}" dt="2024-08-25T14:59:06.519" v="160" actId="1076"/>
          <ac:spMkLst>
            <pc:docMk/>
            <pc:sldMk cId="0" sldId="351"/>
            <ac:spMk id="20511" creationId="{1C9AA088-7E22-4D43-1279-63DD018115AA}"/>
          </ac:spMkLst>
        </pc:spChg>
        <pc:spChg chg="mod">
          <ac:chgData name="Ms Alina Arshad" userId="cccdfd85-d35d-4453-9c6f-a463aae40722" providerId="ADAL" clId="{EADAEE91-4A7C-4065-A245-779568A60DD0}" dt="2024-08-25T14:59:06.519" v="160" actId="1076"/>
          <ac:spMkLst>
            <pc:docMk/>
            <pc:sldMk cId="0" sldId="351"/>
            <ac:spMk id="20512" creationId="{BB11CD00-1F5F-6793-EC2D-87C49775945D}"/>
          </ac:spMkLst>
        </pc:spChg>
        <pc:spChg chg="mod">
          <ac:chgData name="Ms Alina Arshad" userId="cccdfd85-d35d-4453-9c6f-a463aae40722" providerId="ADAL" clId="{EADAEE91-4A7C-4065-A245-779568A60DD0}" dt="2024-08-25T14:59:06.519" v="160" actId="1076"/>
          <ac:spMkLst>
            <pc:docMk/>
            <pc:sldMk cId="0" sldId="351"/>
            <ac:spMk id="20513" creationId="{FCC19961-6BBD-7936-C553-6162DC2475FF}"/>
          </ac:spMkLst>
        </pc:spChg>
        <pc:spChg chg="mod">
          <ac:chgData name="Ms Alina Arshad" userId="cccdfd85-d35d-4453-9c6f-a463aae40722" providerId="ADAL" clId="{EADAEE91-4A7C-4065-A245-779568A60DD0}" dt="2024-08-25T14:59:06.519" v="160" actId="1076"/>
          <ac:spMkLst>
            <pc:docMk/>
            <pc:sldMk cId="0" sldId="351"/>
            <ac:spMk id="20514" creationId="{43DD98F7-450E-0791-BFCC-67C8C437F27A}"/>
          </ac:spMkLst>
        </pc:spChg>
        <pc:spChg chg="mod">
          <ac:chgData name="Ms Alina Arshad" userId="cccdfd85-d35d-4453-9c6f-a463aae40722" providerId="ADAL" clId="{EADAEE91-4A7C-4065-A245-779568A60DD0}" dt="2024-08-25T14:59:06.519" v="160" actId="1076"/>
          <ac:spMkLst>
            <pc:docMk/>
            <pc:sldMk cId="0" sldId="351"/>
            <ac:spMk id="20515" creationId="{909C4666-C7D2-5CFD-2A9D-E6C939F855DB}"/>
          </ac:spMkLst>
        </pc:spChg>
        <pc:spChg chg="mod">
          <ac:chgData name="Ms Alina Arshad" userId="cccdfd85-d35d-4453-9c6f-a463aae40722" providerId="ADAL" clId="{EADAEE91-4A7C-4065-A245-779568A60DD0}" dt="2024-08-25T14:59:06.519" v="160" actId="1076"/>
          <ac:spMkLst>
            <pc:docMk/>
            <pc:sldMk cId="0" sldId="351"/>
            <ac:spMk id="20516" creationId="{F559048E-5AEA-BFAA-4AB2-A79BD77B4E64}"/>
          </ac:spMkLst>
        </pc:spChg>
        <pc:spChg chg="mod">
          <ac:chgData name="Ms Alina Arshad" userId="cccdfd85-d35d-4453-9c6f-a463aae40722" providerId="ADAL" clId="{EADAEE91-4A7C-4065-A245-779568A60DD0}" dt="2024-08-25T14:59:06.519" v="160" actId="1076"/>
          <ac:spMkLst>
            <pc:docMk/>
            <pc:sldMk cId="0" sldId="351"/>
            <ac:spMk id="20518" creationId="{A73BE407-30D4-0E52-57AB-73F9CF23B9C0}"/>
          </ac:spMkLst>
        </pc:spChg>
        <pc:spChg chg="mod">
          <ac:chgData name="Ms Alina Arshad" userId="cccdfd85-d35d-4453-9c6f-a463aae40722" providerId="ADAL" clId="{EADAEE91-4A7C-4065-A245-779568A60DD0}" dt="2024-08-25T14:59:06.519" v="160" actId="1076"/>
          <ac:spMkLst>
            <pc:docMk/>
            <pc:sldMk cId="0" sldId="351"/>
            <ac:spMk id="20519" creationId="{3D2DE760-CDA8-026D-2727-1D2422A40053}"/>
          </ac:spMkLst>
        </pc:spChg>
        <pc:spChg chg="mod">
          <ac:chgData name="Ms Alina Arshad" userId="cccdfd85-d35d-4453-9c6f-a463aae40722" providerId="ADAL" clId="{EADAEE91-4A7C-4065-A245-779568A60DD0}" dt="2024-08-25T14:59:06.519" v="160" actId="1076"/>
          <ac:spMkLst>
            <pc:docMk/>
            <pc:sldMk cId="0" sldId="351"/>
            <ac:spMk id="20522" creationId="{724AC8D3-447F-303D-8B23-332CAB41837E}"/>
          </ac:spMkLst>
        </pc:spChg>
        <pc:spChg chg="mod">
          <ac:chgData name="Ms Alina Arshad" userId="cccdfd85-d35d-4453-9c6f-a463aae40722" providerId="ADAL" clId="{EADAEE91-4A7C-4065-A245-779568A60DD0}" dt="2024-08-25T14:59:06.519" v="160" actId="1076"/>
          <ac:spMkLst>
            <pc:docMk/>
            <pc:sldMk cId="0" sldId="351"/>
            <ac:spMk id="20523" creationId="{F261ED58-EC46-D0CB-EF10-36FDD01A018A}"/>
          </ac:spMkLst>
        </pc:spChg>
        <pc:spChg chg="mod">
          <ac:chgData name="Ms Alina Arshad" userId="cccdfd85-d35d-4453-9c6f-a463aae40722" providerId="ADAL" clId="{EADAEE91-4A7C-4065-A245-779568A60DD0}" dt="2024-08-25T14:59:06.519" v="160" actId="1076"/>
          <ac:spMkLst>
            <pc:docMk/>
            <pc:sldMk cId="0" sldId="351"/>
            <ac:spMk id="20524" creationId="{2978236F-238F-63A3-A9C6-1BC14C387C7A}"/>
          </ac:spMkLst>
        </pc:spChg>
        <pc:spChg chg="mod">
          <ac:chgData name="Ms Alina Arshad" userId="cccdfd85-d35d-4453-9c6f-a463aae40722" providerId="ADAL" clId="{EADAEE91-4A7C-4065-A245-779568A60DD0}" dt="2024-08-25T14:59:06.519" v="160" actId="1076"/>
          <ac:spMkLst>
            <pc:docMk/>
            <pc:sldMk cId="0" sldId="351"/>
            <ac:spMk id="20525" creationId="{3A10A80B-598C-6F80-B20E-D83391B4DAFE}"/>
          </ac:spMkLst>
        </pc:spChg>
        <pc:spChg chg="mod">
          <ac:chgData name="Ms Alina Arshad" userId="cccdfd85-d35d-4453-9c6f-a463aae40722" providerId="ADAL" clId="{EADAEE91-4A7C-4065-A245-779568A60DD0}" dt="2024-08-25T14:59:06.519" v="160" actId="1076"/>
          <ac:spMkLst>
            <pc:docMk/>
            <pc:sldMk cId="0" sldId="351"/>
            <ac:spMk id="20526" creationId="{DE8A2B8B-C132-773A-4325-63EA471A82E6}"/>
          </ac:spMkLst>
        </pc:spChg>
        <pc:spChg chg="mod">
          <ac:chgData name="Ms Alina Arshad" userId="cccdfd85-d35d-4453-9c6f-a463aae40722" providerId="ADAL" clId="{EADAEE91-4A7C-4065-A245-779568A60DD0}" dt="2024-08-25T14:59:06.519" v="160" actId="1076"/>
          <ac:spMkLst>
            <pc:docMk/>
            <pc:sldMk cId="0" sldId="351"/>
            <ac:spMk id="20527" creationId="{A7378887-B4EE-0D36-3B40-BF7373A0A755}"/>
          </ac:spMkLst>
        </pc:spChg>
        <pc:spChg chg="mod">
          <ac:chgData name="Ms Alina Arshad" userId="cccdfd85-d35d-4453-9c6f-a463aae40722" providerId="ADAL" clId="{EADAEE91-4A7C-4065-A245-779568A60DD0}" dt="2024-08-25T14:59:06.519" v="160" actId="1076"/>
          <ac:spMkLst>
            <pc:docMk/>
            <pc:sldMk cId="0" sldId="351"/>
            <ac:spMk id="20528" creationId="{CBA19445-DC40-B276-D8A2-FB7B5D7C6931}"/>
          </ac:spMkLst>
        </pc:spChg>
        <pc:spChg chg="mod">
          <ac:chgData name="Ms Alina Arshad" userId="cccdfd85-d35d-4453-9c6f-a463aae40722" providerId="ADAL" clId="{EADAEE91-4A7C-4065-A245-779568A60DD0}" dt="2024-08-25T14:59:06.519" v="160" actId="1076"/>
          <ac:spMkLst>
            <pc:docMk/>
            <pc:sldMk cId="0" sldId="351"/>
            <ac:spMk id="20529" creationId="{3D9C512B-90B6-61AE-0FE2-301DA8BF6166}"/>
          </ac:spMkLst>
        </pc:spChg>
        <pc:spChg chg="mod">
          <ac:chgData name="Ms Alina Arshad" userId="cccdfd85-d35d-4453-9c6f-a463aae40722" providerId="ADAL" clId="{EADAEE91-4A7C-4065-A245-779568A60DD0}" dt="2024-08-25T14:59:06.519" v="160" actId="1076"/>
          <ac:spMkLst>
            <pc:docMk/>
            <pc:sldMk cId="0" sldId="351"/>
            <ac:spMk id="20532" creationId="{01F75FB1-FA05-E792-5677-1408EBFE4895}"/>
          </ac:spMkLst>
        </pc:spChg>
        <pc:spChg chg="mod">
          <ac:chgData name="Ms Alina Arshad" userId="cccdfd85-d35d-4453-9c6f-a463aae40722" providerId="ADAL" clId="{EADAEE91-4A7C-4065-A245-779568A60DD0}" dt="2024-08-25T14:59:06.519" v="160" actId="1076"/>
          <ac:spMkLst>
            <pc:docMk/>
            <pc:sldMk cId="0" sldId="351"/>
            <ac:spMk id="20535" creationId="{B248B2D8-4FD5-CC0D-B842-158AE12C4F74}"/>
          </ac:spMkLst>
        </pc:spChg>
        <pc:spChg chg="mod">
          <ac:chgData name="Ms Alina Arshad" userId="cccdfd85-d35d-4453-9c6f-a463aae40722" providerId="ADAL" clId="{EADAEE91-4A7C-4065-A245-779568A60DD0}" dt="2024-08-25T14:59:06.519" v="160" actId="1076"/>
          <ac:spMkLst>
            <pc:docMk/>
            <pc:sldMk cId="0" sldId="351"/>
            <ac:spMk id="20536" creationId="{BC821949-4409-B6D2-0B76-CF34243713C4}"/>
          </ac:spMkLst>
        </pc:spChg>
        <pc:spChg chg="mod">
          <ac:chgData name="Ms Alina Arshad" userId="cccdfd85-d35d-4453-9c6f-a463aae40722" providerId="ADAL" clId="{EADAEE91-4A7C-4065-A245-779568A60DD0}" dt="2024-08-25T14:59:06.519" v="160" actId="1076"/>
          <ac:spMkLst>
            <pc:docMk/>
            <pc:sldMk cId="0" sldId="351"/>
            <ac:spMk id="20537" creationId="{D2F2A971-F446-C273-87FD-620558105FC1}"/>
          </ac:spMkLst>
        </pc:spChg>
        <pc:spChg chg="mod">
          <ac:chgData name="Ms Alina Arshad" userId="cccdfd85-d35d-4453-9c6f-a463aae40722" providerId="ADAL" clId="{EADAEE91-4A7C-4065-A245-779568A60DD0}" dt="2024-08-25T14:59:06.519" v="160" actId="1076"/>
          <ac:spMkLst>
            <pc:docMk/>
            <pc:sldMk cId="0" sldId="351"/>
            <ac:spMk id="20538" creationId="{8D694FCD-8075-29AA-7B6F-E3033267B8FA}"/>
          </ac:spMkLst>
        </pc:spChg>
        <pc:spChg chg="mod">
          <ac:chgData name="Ms Alina Arshad" userId="cccdfd85-d35d-4453-9c6f-a463aae40722" providerId="ADAL" clId="{EADAEE91-4A7C-4065-A245-779568A60DD0}" dt="2024-08-25T14:59:06.519" v="160" actId="1076"/>
          <ac:spMkLst>
            <pc:docMk/>
            <pc:sldMk cId="0" sldId="351"/>
            <ac:spMk id="20539" creationId="{C2E3A1C5-308C-D8E1-DF3B-D3F666024944}"/>
          </ac:spMkLst>
        </pc:spChg>
        <pc:spChg chg="mod">
          <ac:chgData name="Ms Alina Arshad" userId="cccdfd85-d35d-4453-9c6f-a463aae40722" providerId="ADAL" clId="{EADAEE91-4A7C-4065-A245-779568A60DD0}" dt="2024-08-25T14:59:06.519" v="160" actId="1076"/>
          <ac:spMkLst>
            <pc:docMk/>
            <pc:sldMk cId="0" sldId="351"/>
            <ac:spMk id="20540" creationId="{3D348CA4-5DDE-5C56-5FA0-AF17C8561F35}"/>
          </ac:spMkLst>
        </pc:spChg>
        <pc:spChg chg="mod">
          <ac:chgData name="Ms Alina Arshad" userId="cccdfd85-d35d-4453-9c6f-a463aae40722" providerId="ADAL" clId="{EADAEE91-4A7C-4065-A245-779568A60DD0}" dt="2024-08-25T14:59:06.519" v="160" actId="1076"/>
          <ac:spMkLst>
            <pc:docMk/>
            <pc:sldMk cId="0" sldId="351"/>
            <ac:spMk id="20541" creationId="{AFBDDBF6-D876-C151-24EF-4F8278F2BA34}"/>
          </ac:spMkLst>
        </pc:spChg>
        <pc:spChg chg="mod">
          <ac:chgData name="Ms Alina Arshad" userId="cccdfd85-d35d-4453-9c6f-a463aae40722" providerId="ADAL" clId="{EADAEE91-4A7C-4065-A245-779568A60DD0}" dt="2024-08-25T14:59:06.519" v="160" actId="1076"/>
          <ac:spMkLst>
            <pc:docMk/>
            <pc:sldMk cId="0" sldId="351"/>
            <ac:spMk id="20542" creationId="{DBB3D900-774B-536F-785C-E839802B58ED}"/>
          </ac:spMkLst>
        </pc:spChg>
        <pc:spChg chg="mod">
          <ac:chgData name="Ms Alina Arshad" userId="cccdfd85-d35d-4453-9c6f-a463aae40722" providerId="ADAL" clId="{EADAEE91-4A7C-4065-A245-779568A60DD0}" dt="2024-08-25T14:59:06.519" v="160" actId="1076"/>
          <ac:spMkLst>
            <pc:docMk/>
            <pc:sldMk cId="0" sldId="351"/>
            <ac:spMk id="20543" creationId="{0952B678-AF27-EA9B-4BB4-76D04C4889D8}"/>
          </ac:spMkLst>
        </pc:spChg>
        <pc:spChg chg="mod">
          <ac:chgData name="Ms Alina Arshad" userId="cccdfd85-d35d-4453-9c6f-a463aae40722" providerId="ADAL" clId="{EADAEE91-4A7C-4065-A245-779568A60DD0}" dt="2024-08-25T14:59:06.519" v="160" actId="1076"/>
          <ac:spMkLst>
            <pc:docMk/>
            <pc:sldMk cId="0" sldId="351"/>
            <ac:spMk id="20544" creationId="{82380CB0-76D2-D7C4-10F0-DE56CAED63AE}"/>
          </ac:spMkLst>
        </pc:spChg>
        <pc:grpChg chg="mod">
          <ac:chgData name="Ms Alina Arshad" userId="cccdfd85-d35d-4453-9c6f-a463aae40722" providerId="ADAL" clId="{EADAEE91-4A7C-4065-A245-779568A60DD0}" dt="2024-08-25T14:59:06.519" v="160" actId="1076"/>
          <ac:grpSpMkLst>
            <pc:docMk/>
            <pc:sldMk cId="0" sldId="351"/>
            <ac:grpSpMk id="2" creationId="{7F9631C9-A4A1-9EC8-8B28-D2C54EDAAC8E}"/>
          </ac:grpSpMkLst>
        </pc:grpChg>
        <pc:grpChg chg="mod">
          <ac:chgData name="Ms Alina Arshad" userId="cccdfd85-d35d-4453-9c6f-a463aae40722" providerId="ADAL" clId="{EADAEE91-4A7C-4065-A245-779568A60DD0}" dt="2024-08-25T14:59:06.519" v="160" actId="1076"/>
          <ac:grpSpMkLst>
            <pc:docMk/>
            <pc:sldMk cId="0" sldId="351"/>
            <ac:grpSpMk id="20485" creationId="{B7A9110E-17AF-7A9A-94CA-09682B01ADA7}"/>
          </ac:grpSpMkLst>
        </pc:grpChg>
        <pc:grpChg chg="mod">
          <ac:chgData name="Ms Alina Arshad" userId="cccdfd85-d35d-4453-9c6f-a463aae40722" providerId="ADAL" clId="{EADAEE91-4A7C-4065-A245-779568A60DD0}" dt="2024-08-25T14:59:06.519" v="160" actId="1076"/>
          <ac:grpSpMkLst>
            <pc:docMk/>
            <pc:sldMk cId="0" sldId="351"/>
            <ac:grpSpMk id="20486" creationId="{C87A5648-2ED0-13A1-E987-3804502F5DB1}"/>
          </ac:grpSpMkLst>
        </pc:grpChg>
        <pc:grpChg chg="mod">
          <ac:chgData name="Ms Alina Arshad" userId="cccdfd85-d35d-4453-9c6f-a463aae40722" providerId="ADAL" clId="{EADAEE91-4A7C-4065-A245-779568A60DD0}" dt="2024-08-25T14:59:06.519" v="160" actId="1076"/>
          <ac:grpSpMkLst>
            <pc:docMk/>
            <pc:sldMk cId="0" sldId="351"/>
            <ac:grpSpMk id="20487" creationId="{FEF07A09-23EB-692B-E7F8-931D9A1688D3}"/>
          </ac:grpSpMkLst>
        </pc:grpChg>
        <pc:grpChg chg="mod">
          <ac:chgData name="Ms Alina Arshad" userId="cccdfd85-d35d-4453-9c6f-a463aae40722" providerId="ADAL" clId="{EADAEE91-4A7C-4065-A245-779568A60DD0}" dt="2024-08-25T14:59:06.519" v="160" actId="1076"/>
          <ac:grpSpMkLst>
            <pc:docMk/>
            <pc:sldMk cId="0" sldId="351"/>
            <ac:grpSpMk id="20488" creationId="{4F49DAD8-804A-D178-31DD-036F4BAAAE47}"/>
          </ac:grpSpMkLst>
        </pc:grpChg>
        <pc:grpChg chg="mod">
          <ac:chgData name="Ms Alina Arshad" userId="cccdfd85-d35d-4453-9c6f-a463aae40722" providerId="ADAL" clId="{EADAEE91-4A7C-4065-A245-779568A60DD0}" dt="2024-08-25T14:59:06.519" v="160" actId="1076"/>
          <ac:grpSpMkLst>
            <pc:docMk/>
            <pc:sldMk cId="0" sldId="351"/>
            <ac:grpSpMk id="20489" creationId="{95027C7D-621B-B27C-733C-C9EC585D5C2C}"/>
          </ac:grpSpMkLst>
        </pc:grpChg>
        <pc:grpChg chg="mod">
          <ac:chgData name="Ms Alina Arshad" userId="cccdfd85-d35d-4453-9c6f-a463aae40722" providerId="ADAL" clId="{EADAEE91-4A7C-4065-A245-779568A60DD0}" dt="2024-08-25T14:59:06.519" v="160" actId="1076"/>
          <ac:grpSpMkLst>
            <pc:docMk/>
            <pc:sldMk cId="0" sldId="351"/>
            <ac:grpSpMk id="20492" creationId="{054DD1F6-623A-E71F-F6E2-064F30277D12}"/>
          </ac:grpSpMkLst>
        </pc:grpChg>
        <pc:grpChg chg="mod">
          <ac:chgData name="Ms Alina Arshad" userId="cccdfd85-d35d-4453-9c6f-a463aae40722" providerId="ADAL" clId="{EADAEE91-4A7C-4065-A245-779568A60DD0}" dt="2024-08-25T14:59:06.519" v="160" actId="1076"/>
          <ac:grpSpMkLst>
            <pc:docMk/>
            <pc:sldMk cId="0" sldId="351"/>
            <ac:grpSpMk id="20493" creationId="{6ECA2E41-720C-F599-9154-426F329E4A57}"/>
          </ac:grpSpMkLst>
        </pc:grpChg>
        <pc:grpChg chg="mod">
          <ac:chgData name="Ms Alina Arshad" userId="cccdfd85-d35d-4453-9c6f-a463aae40722" providerId="ADAL" clId="{EADAEE91-4A7C-4065-A245-779568A60DD0}" dt="2024-08-25T14:59:06.519" v="160" actId="1076"/>
          <ac:grpSpMkLst>
            <pc:docMk/>
            <pc:sldMk cId="0" sldId="351"/>
            <ac:grpSpMk id="20494" creationId="{1E4BF6B6-F9CB-5FE1-F3F4-5BA86F870DB1}"/>
          </ac:grpSpMkLst>
        </pc:grpChg>
        <pc:grpChg chg="mod">
          <ac:chgData name="Ms Alina Arshad" userId="cccdfd85-d35d-4453-9c6f-a463aae40722" providerId="ADAL" clId="{EADAEE91-4A7C-4065-A245-779568A60DD0}" dt="2024-08-25T14:59:06.519" v="160" actId="1076"/>
          <ac:grpSpMkLst>
            <pc:docMk/>
            <pc:sldMk cId="0" sldId="351"/>
            <ac:grpSpMk id="20505" creationId="{93453CF6-B129-40D6-76E3-5DC20D6CDA59}"/>
          </ac:grpSpMkLst>
        </pc:grpChg>
        <pc:grpChg chg="mod">
          <ac:chgData name="Ms Alina Arshad" userId="cccdfd85-d35d-4453-9c6f-a463aae40722" providerId="ADAL" clId="{EADAEE91-4A7C-4065-A245-779568A60DD0}" dt="2024-08-25T14:59:06.519" v="160" actId="1076"/>
          <ac:grpSpMkLst>
            <pc:docMk/>
            <pc:sldMk cId="0" sldId="351"/>
            <ac:grpSpMk id="20507" creationId="{DFBB99D5-D52B-1F57-9535-CF9B7EE26221}"/>
          </ac:grpSpMkLst>
        </pc:grpChg>
        <pc:grpChg chg="mod">
          <ac:chgData name="Ms Alina Arshad" userId="cccdfd85-d35d-4453-9c6f-a463aae40722" providerId="ADAL" clId="{EADAEE91-4A7C-4065-A245-779568A60DD0}" dt="2024-08-25T14:59:06.519" v="160" actId="1076"/>
          <ac:grpSpMkLst>
            <pc:docMk/>
            <pc:sldMk cId="0" sldId="351"/>
            <ac:grpSpMk id="20517" creationId="{264FBE28-AF63-C31F-376E-2E336D6CE572}"/>
          </ac:grpSpMkLst>
        </pc:grpChg>
        <pc:grpChg chg="mod">
          <ac:chgData name="Ms Alina Arshad" userId="cccdfd85-d35d-4453-9c6f-a463aae40722" providerId="ADAL" clId="{EADAEE91-4A7C-4065-A245-779568A60DD0}" dt="2024-08-25T14:59:06.519" v="160" actId="1076"/>
          <ac:grpSpMkLst>
            <pc:docMk/>
            <pc:sldMk cId="0" sldId="351"/>
            <ac:grpSpMk id="20520" creationId="{FC154E7D-4B1D-54F5-535F-267395724150}"/>
          </ac:grpSpMkLst>
        </pc:grpChg>
        <pc:grpChg chg="mod">
          <ac:chgData name="Ms Alina Arshad" userId="cccdfd85-d35d-4453-9c6f-a463aae40722" providerId="ADAL" clId="{EADAEE91-4A7C-4065-A245-779568A60DD0}" dt="2024-08-25T14:59:06.519" v="160" actId="1076"/>
          <ac:grpSpMkLst>
            <pc:docMk/>
            <pc:sldMk cId="0" sldId="351"/>
            <ac:grpSpMk id="20521" creationId="{D3F057E2-1931-2A47-5DEE-9A1C6D847247}"/>
          </ac:grpSpMkLst>
        </pc:grpChg>
        <pc:grpChg chg="mod">
          <ac:chgData name="Ms Alina Arshad" userId="cccdfd85-d35d-4453-9c6f-a463aae40722" providerId="ADAL" clId="{EADAEE91-4A7C-4065-A245-779568A60DD0}" dt="2024-08-25T14:59:06.519" v="160" actId="1076"/>
          <ac:grpSpMkLst>
            <pc:docMk/>
            <pc:sldMk cId="0" sldId="351"/>
            <ac:grpSpMk id="20530" creationId="{9329A31E-5CC2-8249-4436-0A6A6E596555}"/>
          </ac:grpSpMkLst>
        </pc:grpChg>
        <pc:grpChg chg="mod">
          <ac:chgData name="Ms Alina Arshad" userId="cccdfd85-d35d-4453-9c6f-a463aae40722" providerId="ADAL" clId="{EADAEE91-4A7C-4065-A245-779568A60DD0}" dt="2024-08-25T14:59:06.519" v="160" actId="1076"/>
          <ac:grpSpMkLst>
            <pc:docMk/>
            <pc:sldMk cId="0" sldId="351"/>
            <ac:grpSpMk id="20531" creationId="{84BB47A9-E83E-AEFB-27FA-6B66D827416E}"/>
          </ac:grpSpMkLst>
        </pc:grpChg>
        <pc:grpChg chg="mod">
          <ac:chgData name="Ms Alina Arshad" userId="cccdfd85-d35d-4453-9c6f-a463aae40722" providerId="ADAL" clId="{EADAEE91-4A7C-4065-A245-779568A60DD0}" dt="2024-08-25T14:59:06.519" v="160" actId="1076"/>
          <ac:grpSpMkLst>
            <pc:docMk/>
            <pc:sldMk cId="0" sldId="351"/>
            <ac:grpSpMk id="20533" creationId="{201B7CCB-5F34-F678-758F-0661DE8D959C}"/>
          </ac:grpSpMkLst>
        </pc:grpChg>
        <pc:grpChg chg="mod">
          <ac:chgData name="Ms Alina Arshad" userId="cccdfd85-d35d-4453-9c6f-a463aae40722" providerId="ADAL" clId="{EADAEE91-4A7C-4065-A245-779568A60DD0}" dt="2024-08-25T14:59:06.519" v="160" actId="1076"/>
          <ac:grpSpMkLst>
            <pc:docMk/>
            <pc:sldMk cId="0" sldId="351"/>
            <ac:grpSpMk id="20534" creationId="{0E9C74A4-0952-6E8E-DB45-32A6E2651681}"/>
          </ac:grpSpMkLst>
        </pc:grpChg>
      </pc:sldChg>
      <pc:sldChg chg="modSp add mod modAnim">
        <pc:chgData name="Ms Alina Arshad" userId="cccdfd85-d35d-4453-9c6f-a463aae40722" providerId="ADAL" clId="{EADAEE91-4A7C-4065-A245-779568A60DD0}" dt="2024-08-25T15:02:43.628" v="201" actId="12"/>
        <pc:sldMkLst>
          <pc:docMk/>
          <pc:sldMk cId="0" sldId="352"/>
        </pc:sldMkLst>
        <pc:spChg chg="mod">
          <ac:chgData name="Ms Alina Arshad" userId="cccdfd85-d35d-4453-9c6f-a463aae40722" providerId="ADAL" clId="{EADAEE91-4A7C-4065-A245-779568A60DD0}" dt="2024-08-25T15:02:43.628" v="201" actId="12"/>
          <ac:spMkLst>
            <pc:docMk/>
            <pc:sldMk cId="0" sldId="352"/>
            <ac:spMk id="2052" creationId="{B4DE60EB-A6E8-8EBF-8E19-B399561545C9}"/>
          </ac:spMkLst>
        </pc:spChg>
        <pc:spChg chg="mod">
          <ac:chgData name="Ms Alina Arshad" userId="cccdfd85-d35d-4453-9c6f-a463aae40722" providerId="ADAL" clId="{EADAEE91-4A7C-4065-A245-779568A60DD0}" dt="2024-08-25T15:01:36.327" v="178" actId="207"/>
          <ac:spMkLst>
            <pc:docMk/>
            <pc:sldMk cId="0" sldId="352"/>
            <ac:spMk id="22530" creationId="{81E4A2DE-EED4-BE27-0CBC-60AC4B3515B2}"/>
          </ac:spMkLst>
        </pc:spChg>
        <pc:graphicFrameChg chg="mod">
          <ac:chgData name="Ms Alina Arshad" userId="cccdfd85-d35d-4453-9c6f-a463aae40722" providerId="ADAL" clId="{EADAEE91-4A7C-4065-A245-779568A60DD0}" dt="2024-08-25T15:01:54.126" v="183" actId="1076"/>
          <ac:graphicFrameMkLst>
            <pc:docMk/>
            <pc:sldMk cId="0" sldId="352"/>
            <ac:graphicFrameMk id="2050" creationId="{69F5B8D4-45C1-7EAE-504B-933840C40481}"/>
          </ac:graphicFrameMkLst>
        </pc:graphicFrameChg>
      </pc:sldChg>
      <pc:sldChg chg="modSp add mod">
        <pc:chgData name="Ms Alina Arshad" userId="cccdfd85-d35d-4453-9c6f-a463aae40722" providerId="ADAL" clId="{EADAEE91-4A7C-4065-A245-779568A60DD0}" dt="2024-08-25T15:04:31.039" v="226" actId="1076"/>
        <pc:sldMkLst>
          <pc:docMk/>
          <pc:sldMk cId="0" sldId="353"/>
        </pc:sldMkLst>
        <pc:spChg chg="mod">
          <ac:chgData name="Ms Alina Arshad" userId="cccdfd85-d35d-4453-9c6f-a463aae40722" providerId="ADAL" clId="{EADAEE91-4A7C-4065-A245-779568A60DD0}" dt="2024-08-25T15:04:31.039" v="226" actId="1076"/>
          <ac:spMkLst>
            <pc:docMk/>
            <pc:sldMk cId="0" sldId="353"/>
            <ac:spMk id="12" creationId="{1B6A82AF-111F-D1BE-2D7D-3590FC2DDAC9}"/>
          </ac:spMkLst>
        </pc:spChg>
        <pc:spChg chg="mod">
          <ac:chgData name="Ms Alina Arshad" userId="cccdfd85-d35d-4453-9c6f-a463aae40722" providerId="ADAL" clId="{EADAEE91-4A7C-4065-A245-779568A60DD0}" dt="2024-08-25T15:04:18.556" v="222" actId="207"/>
          <ac:spMkLst>
            <pc:docMk/>
            <pc:sldMk cId="0" sldId="353"/>
            <ac:spMk id="13" creationId="{40BD6F9F-8B0E-8151-5595-E398BA5B69BC}"/>
          </ac:spMkLst>
        </pc:spChg>
        <pc:spChg chg="mod">
          <ac:chgData name="Ms Alina Arshad" userId="cccdfd85-d35d-4453-9c6f-a463aae40722" providerId="ADAL" clId="{EADAEE91-4A7C-4065-A245-779568A60DD0}" dt="2024-08-25T15:03:57.441" v="219" actId="207"/>
          <ac:spMkLst>
            <pc:docMk/>
            <pc:sldMk cId="0" sldId="353"/>
            <ac:spMk id="24578" creationId="{A6AAA39F-8495-7D22-ACDD-646A2CF1F432}"/>
          </ac:spMkLst>
        </pc:spChg>
        <pc:spChg chg="mod">
          <ac:chgData name="Ms Alina Arshad" userId="cccdfd85-d35d-4453-9c6f-a463aae40722" providerId="ADAL" clId="{EADAEE91-4A7C-4065-A245-779568A60DD0}" dt="2024-08-25T15:04:21.653" v="223" actId="207"/>
          <ac:spMkLst>
            <pc:docMk/>
            <pc:sldMk cId="0" sldId="353"/>
            <ac:spMk id="24579" creationId="{1D3E6F96-66D0-4256-B3BD-7CD77460DDD7}"/>
          </ac:spMkLst>
        </pc:spChg>
        <pc:spChg chg="mod">
          <ac:chgData name="Ms Alina Arshad" userId="cccdfd85-d35d-4453-9c6f-a463aae40722" providerId="ADAL" clId="{EADAEE91-4A7C-4065-A245-779568A60DD0}" dt="2024-08-25T15:04:25.363" v="224" actId="113"/>
          <ac:spMkLst>
            <pc:docMk/>
            <pc:sldMk cId="0" sldId="353"/>
            <ac:spMk id="24581" creationId="{AC6072E2-E180-4510-5672-05CB4006ADFA}"/>
          </ac:spMkLst>
        </pc:spChg>
      </pc:sldChg>
      <pc:sldChg chg="modSp add mod">
        <pc:chgData name="Ms Alina Arshad" userId="cccdfd85-d35d-4453-9c6f-a463aae40722" providerId="ADAL" clId="{EADAEE91-4A7C-4065-A245-779568A60DD0}" dt="2024-08-25T15:04:55.549" v="232" actId="113"/>
        <pc:sldMkLst>
          <pc:docMk/>
          <pc:sldMk cId="0" sldId="354"/>
        </pc:sldMkLst>
        <pc:spChg chg="mod">
          <ac:chgData name="Ms Alina Arshad" userId="cccdfd85-d35d-4453-9c6f-a463aae40722" providerId="ADAL" clId="{EADAEE91-4A7C-4065-A245-779568A60DD0}" dt="2024-08-25T15:04:44.641" v="229" actId="207"/>
          <ac:spMkLst>
            <pc:docMk/>
            <pc:sldMk cId="0" sldId="354"/>
            <ac:spMk id="8" creationId="{643E073A-7DD6-73B9-FE08-31C2814707E7}"/>
          </ac:spMkLst>
        </pc:spChg>
        <pc:spChg chg="mod">
          <ac:chgData name="Ms Alina Arshad" userId="cccdfd85-d35d-4453-9c6f-a463aae40722" providerId="ADAL" clId="{EADAEE91-4A7C-4065-A245-779568A60DD0}" dt="2024-08-25T15:04:55.549" v="232" actId="113"/>
          <ac:spMkLst>
            <pc:docMk/>
            <pc:sldMk cId="0" sldId="354"/>
            <ac:spMk id="15" creationId="{220352EF-14A6-A74A-D1D9-AE269D4104D5}"/>
          </ac:spMkLst>
        </pc:spChg>
        <pc:spChg chg="mod">
          <ac:chgData name="Ms Alina Arshad" userId="cccdfd85-d35d-4453-9c6f-a463aae40722" providerId="ADAL" clId="{EADAEE91-4A7C-4065-A245-779568A60DD0}" dt="2024-08-25T15:04:37.382" v="227" actId="207"/>
          <ac:spMkLst>
            <pc:docMk/>
            <pc:sldMk cId="0" sldId="354"/>
            <ac:spMk id="25602" creationId="{763249DC-6058-8C52-C85A-8BDD92970B7F}"/>
          </ac:spMkLst>
        </pc:spChg>
        <pc:spChg chg="mod">
          <ac:chgData name="Ms Alina Arshad" userId="cccdfd85-d35d-4453-9c6f-a463aae40722" providerId="ADAL" clId="{EADAEE91-4A7C-4065-A245-779568A60DD0}" dt="2024-08-25T15:04:41.757" v="228" actId="207"/>
          <ac:spMkLst>
            <pc:docMk/>
            <pc:sldMk cId="0" sldId="354"/>
            <ac:spMk id="25603" creationId="{BF524721-A574-8A8A-2F01-CF97DC19A676}"/>
          </ac:spMkLst>
        </pc:spChg>
        <pc:spChg chg="mod">
          <ac:chgData name="Ms Alina Arshad" userId="cccdfd85-d35d-4453-9c6f-a463aae40722" providerId="ADAL" clId="{EADAEE91-4A7C-4065-A245-779568A60DD0}" dt="2024-08-25T15:04:51.278" v="231" actId="1076"/>
          <ac:spMkLst>
            <pc:docMk/>
            <pc:sldMk cId="0" sldId="354"/>
            <ac:spMk id="25605" creationId="{4AD958AC-ED29-36C3-55AE-161AB81FAC71}"/>
          </ac:spMkLst>
        </pc:spChg>
      </pc:sldChg>
      <pc:sldChg chg="modSp add mod">
        <pc:chgData name="Ms Alina Arshad" userId="cccdfd85-d35d-4453-9c6f-a463aae40722" providerId="ADAL" clId="{EADAEE91-4A7C-4065-A245-779568A60DD0}" dt="2024-08-25T14:58:07.978" v="147" actId="207"/>
        <pc:sldMkLst>
          <pc:docMk/>
          <pc:sldMk cId="0" sldId="355"/>
        </pc:sldMkLst>
        <pc:spChg chg="mod">
          <ac:chgData name="Ms Alina Arshad" userId="cccdfd85-d35d-4453-9c6f-a463aae40722" providerId="ADAL" clId="{EADAEE91-4A7C-4065-A245-779568A60DD0}" dt="2024-08-25T14:58:07.978" v="147" actId="207"/>
          <ac:spMkLst>
            <pc:docMk/>
            <pc:sldMk cId="0" sldId="355"/>
            <ac:spMk id="3" creationId="{D85BE8BD-8465-2E9F-8E33-04A29E3523A4}"/>
          </ac:spMkLst>
        </pc:spChg>
        <pc:spChg chg="mod">
          <ac:chgData name="Ms Alina Arshad" userId="cccdfd85-d35d-4453-9c6f-a463aae40722" providerId="ADAL" clId="{EADAEE91-4A7C-4065-A245-779568A60DD0}" dt="2024-08-25T14:57:47.486" v="142" actId="207"/>
          <ac:spMkLst>
            <pc:docMk/>
            <pc:sldMk cId="0" sldId="355"/>
            <ac:spMk id="17410" creationId="{C3FC1DD1-B58D-09D5-C15F-8926BFD5C267}"/>
          </ac:spMkLst>
        </pc:spChg>
      </pc:sldChg>
      <pc:sldChg chg="modSp add mod modAnim">
        <pc:chgData name="Ms Alina Arshad" userId="cccdfd85-d35d-4453-9c6f-a463aae40722" providerId="ADAL" clId="{EADAEE91-4A7C-4065-A245-779568A60DD0}" dt="2024-08-25T15:03:12.680" v="212" actId="12"/>
        <pc:sldMkLst>
          <pc:docMk/>
          <pc:sldMk cId="0" sldId="356"/>
        </pc:sldMkLst>
        <pc:spChg chg="mod">
          <ac:chgData name="Ms Alina Arshad" userId="cccdfd85-d35d-4453-9c6f-a463aae40722" providerId="ADAL" clId="{EADAEE91-4A7C-4065-A245-779568A60DD0}" dt="2024-08-25T15:03:12.680" v="212" actId="12"/>
          <ac:spMkLst>
            <pc:docMk/>
            <pc:sldMk cId="0" sldId="356"/>
            <ac:spMk id="3" creationId="{A0C26980-5FCF-11CE-42EA-C789EFC81BF9}"/>
          </ac:spMkLst>
        </pc:spChg>
        <pc:spChg chg="mod">
          <ac:chgData name="Ms Alina Arshad" userId="cccdfd85-d35d-4453-9c6f-a463aae40722" providerId="ADAL" clId="{EADAEE91-4A7C-4065-A245-779568A60DD0}" dt="2024-08-25T14:59:50.347" v="170" actId="1076"/>
          <ac:spMkLst>
            <pc:docMk/>
            <pc:sldMk cId="0" sldId="356"/>
            <ac:spMk id="6" creationId="{E1E67165-1674-230D-4202-24CCC9DB983B}"/>
          </ac:spMkLst>
        </pc:spChg>
        <pc:spChg chg="mod">
          <ac:chgData name="Ms Alina Arshad" userId="cccdfd85-d35d-4453-9c6f-a463aae40722" providerId="ADAL" clId="{EADAEE91-4A7C-4065-A245-779568A60DD0}" dt="2024-08-25T14:59:34.753" v="167" actId="207"/>
          <ac:spMkLst>
            <pc:docMk/>
            <pc:sldMk cId="0" sldId="356"/>
            <ac:spMk id="21506" creationId="{2FDC0C03-1A50-AFEA-680D-11CB0080FD7C}"/>
          </ac:spMkLst>
        </pc:spChg>
        <pc:graphicFrameChg chg="mod">
          <ac:chgData name="Ms Alina Arshad" userId="cccdfd85-d35d-4453-9c6f-a463aae40722" providerId="ADAL" clId="{EADAEE91-4A7C-4065-A245-779568A60DD0}" dt="2024-08-25T14:59:45.178" v="169" actId="1076"/>
          <ac:graphicFrameMkLst>
            <pc:docMk/>
            <pc:sldMk cId="0" sldId="356"/>
            <ac:graphicFrameMk id="21509" creationId="{81D7D4B2-F8DF-09C0-AA5D-0071884A3BF6}"/>
          </ac:graphicFrameMkLst>
        </pc:graphicFrameChg>
      </pc:sldChg>
      <pc:sldChg chg="modSp add mod">
        <pc:chgData name="Ms Alina Arshad" userId="cccdfd85-d35d-4453-9c6f-a463aae40722" providerId="ADAL" clId="{EADAEE91-4A7C-4065-A245-779568A60DD0}" dt="2024-08-25T15:03:39.380" v="218" actId="1036"/>
        <pc:sldMkLst>
          <pc:docMk/>
          <pc:sldMk cId="0" sldId="357"/>
        </pc:sldMkLst>
        <pc:spChg chg="mod">
          <ac:chgData name="Ms Alina Arshad" userId="cccdfd85-d35d-4453-9c6f-a463aae40722" providerId="ADAL" clId="{EADAEE91-4A7C-4065-A245-779568A60DD0}" dt="2024-08-25T15:03:35.390" v="215" actId="1076"/>
          <ac:spMkLst>
            <pc:docMk/>
            <pc:sldMk cId="0" sldId="357"/>
            <ac:spMk id="23554" creationId="{715C96A0-76EB-2410-6028-7CC970A627D0}"/>
          </ac:spMkLst>
        </pc:spChg>
        <pc:graphicFrameChg chg="mod">
          <ac:chgData name="Ms Alina Arshad" userId="cccdfd85-d35d-4453-9c6f-a463aae40722" providerId="ADAL" clId="{EADAEE91-4A7C-4065-A245-779568A60DD0}" dt="2024-08-25T15:03:39.380" v="218" actId="1036"/>
          <ac:graphicFrameMkLst>
            <pc:docMk/>
            <pc:sldMk cId="0" sldId="357"/>
            <ac:graphicFrameMk id="4" creationId="{B1D77928-E685-A06F-FA78-FDDCC75A6255}"/>
          </ac:graphicFrameMkLst>
        </pc:graphicFrameChg>
      </pc:sldChg>
      <pc:sldChg chg="modSp add mod">
        <pc:chgData name="Ms Alina Arshad" userId="cccdfd85-d35d-4453-9c6f-a463aae40722" providerId="ADAL" clId="{EADAEE91-4A7C-4065-A245-779568A60DD0}" dt="2024-08-25T15:05:45.451" v="243" actId="14100"/>
        <pc:sldMkLst>
          <pc:docMk/>
          <pc:sldMk cId="0" sldId="359"/>
        </pc:sldMkLst>
        <pc:spChg chg="mod">
          <ac:chgData name="Ms Alina Arshad" userId="cccdfd85-d35d-4453-9c6f-a463aae40722" providerId="ADAL" clId="{EADAEE91-4A7C-4065-A245-779568A60DD0}" dt="2024-08-25T15:05:45.451" v="243" actId="14100"/>
          <ac:spMkLst>
            <pc:docMk/>
            <pc:sldMk cId="0" sldId="359"/>
            <ac:spMk id="3" creationId="{69781428-DBFB-ECB6-E9C1-D0A247A45649}"/>
          </ac:spMkLst>
        </pc:spChg>
        <pc:spChg chg="mod">
          <ac:chgData name="Ms Alina Arshad" userId="cccdfd85-d35d-4453-9c6f-a463aae40722" providerId="ADAL" clId="{EADAEE91-4A7C-4065-A245-779568A60DD0}" dt="2024-08-25T15:05:24.436" v="236" actId="207"/>
          <ac:spMkLst>
            <pc:docMk/>
            <pc:sldMk cId="0" sldId="359"/>
            <ac:spMk id="27650" creationId="{3601D225-8BCB-CD61-89F6-BD0091383FA4}"/>
          </ac:spMkLst>
        </pc:spChg>
      </pc:sldChg>
      <pc:sldChg chg="modSp add mod">
        <pc:chgData name="Ms Alina Arshad" userId="cccdfd85-d35d-4453-9c6f-a463aae40722" providerId="ADAL" clId="{EADAEE91-4A7C-4065-A245-779568A60DD0}" dt="2024-08-25T15:06:27.309" v="255" actId="1076"/>
        <pc:sldMkLst>
          <pc:docMk/>
          <pc:sldMk cId="0" sldId="360"/>
        </pc:sldMkLst>
        <pc:spChg chg="mod">
          <ac:chgData name="Ms Alina Arshad" userId="cccdfd85-d35d-4453-9c6f-a463aae40722" providerId="ADAL" clId="{EADAEE91-4A7C-4065-A245-779568A60DD0}" dt="2024-08-25T15:06:12.105" v="252" actId="14100"/>
          <ac:spMkLst>
            <pc:docMk/>
            <pc:sldMk cId="0" sldId="360"/>
            <ac:spMk id="3" creationId="{5A29B148-68E9-42A4-AAEF-21C44FB97CC8}"/>
          </ac:spMkLst>
        </pc:spChg>
        <pc:spChg chg="mod">
          <ac:chgData name="Ms Alina Arshad" userId="cccdfd85-d35d-4453-9c6f-a463aae40722" providerId="ADAL" clId="{EADAEE91-4A7C-4065-A245-779568A60DD0}" dt="2024-08-25T15:06:27.309" v="255" actId="1076"/>
          <ac:spMkLst>
            <pc:docMk/>
            <pc:sldMk cId="0" sldId="360"/>
            <ac:spMk id="28674" creationId="{5DF05B7C-3FB9-7AAD-79F2-F672F7AE8C7B}"/>
          </ac:spMkLst>
        </pc:spChg>
      </pc:sldChg>
      <pc:sldChg chg="delSp del mod">
        <pc:chgData name="Ms Alina Arshad" userId="cccdfd85-d35d-4453-9c6f-a463aae40722" providerId="ADAL" clId="{EADAEE91-4A7C-4065-A245-779568A60DD0}" dt="2024-08-25T15:14:04.534" v="324" actId="2696"/>
        <pc:sldMkLst>
          <pc:docMk/>
          <pc:sldMk cId="1781116589" sldId="366"/>
        </pc:sldMkLst>
        <pc:spChg chg="del">
          <ac:chgData name="Ms Alina Arshad" userId="cccdfd85-d35d-4453-9c6f-a463aae40722" providerId="ADAL" clId="{EADAEE91-4A7C-4065-A245-779568A60DD0}" dt="2024-08-25T13:49:30.341" v="85" actId="478"/>
          <ac:spMkLst>
            <pc:docMk/>
            <pc:sldMk cId="1781116589" sldId="366"/>
            <ac:spMk id="4" creationId="{00000000-0000-0000-0000-000000000000}"/>
          </ac:spMkLst>
        </pc:spChg>
      </pc:sldChg>
      <pc:sldChg chg="delSp modSp del mod">
        <pc:chgData name="Ms Alina Arshad" userId="cccdfd85-d35d-4453-9c6f-a463aae40722" providerId="ADAL" clId="{EADAEE91-4A7C-4065-A245-779568A60DD0}" dt="2024-08-25T15:13:48.352" v="323" actId="2696"/>
        <pc:sldMkLst>
          <pc:docMk/>
          <pc:sldMk cId="2646350301" sldId="367"/>
        </pc:sldMkLst>
        <pc:spChg chg="mod">
          <ac:chgData name="Ms Alina Arshad" userId="cccdfd85-d35d-4453-9c6f-a463aae40722" providerId="ADAL" clId="{EADAEE91-4A7C-4065-A245-779568A60DD0}" dt="2024-08-25T15:13:28.452" v="322" actId="207"/>
          <ac:spMkLst>
            <pc:docMk/>
            <pc:sldMk cId="2646350301" sldId="367"/>
            <ac:spMk id="3" creationId="{2518979F-5DCB-4663-9049-A6A42C1D2313}"/>
          </ac:spMkLst>
        </pc:spChg>
        <pc:spChg chg="del">
          <ac:chgData name="Ms Alina Arshad" userId="cccdfd85-d35d-4453-9c6f-a463aae40722" providerId="ADAL" clId="{EADAEE91-4A7C-4065-A245-779568A60DD0}" dt="2024-08-25T13:49:36.906" v="86" actId="478"/>
          <ac:spMkLst>
            <pc:docMk/>
            <pc:sldMk cId="2646350301" sldId="367"/>
            <ac:spMk id="4" creationId="{00000000-0000-0000-0000-000000000000}"/>
          </ac:spMkLst>
        </pc:spChg>
        <pc:spChg chg="del">
          <ac:chgData name="Ms Alina Arshad" userId="cccdfd85-d35d-4453-9c6f-a463aae40722" providerId="ADAL" clId="{EADAEE91-4A7C-4065-A245-779568A60DD0}" dt="2024-08-25T13:49:42.150" v="87" actId="478"/>
          <ac:spMkLst>
            <pc:docMk/>
            <pc:sldMk cId="2646350301" sldId="367"/>
            <ac:spMk id="5" creationId="{00000000-0000-0000-0000-000000000000}"/>
          </ac:spMkLst>
        </pc:spChg>
      </pc:sldChg>
      <pc:sldChg chg="modSp add mod">
        <pc:chgData name="Ms Alina Arshad" userId="cccdfd85-d35d-4453-9c6f-a463aae40722" providerId="ADAL" clId="{EADAEE91-4A7C-4065-A245-779568A60DD0}" dt="2024-08-25T15:08:15.486" v="296" actId="207"/>
        <pc:sldMkLst>
          <pc:docMk/>
          <pc:sldMk cId="0" sldId="368"/>
        </pc:sldMkLst>
        <pc:spChg chg="mod">
          <ac:chgData name="Ms Alina Arshad" userId="cccdfd85-d35d-4453-9c6f-a463aae40722" providerId="ADAL" clId="{EADAEE91-4A7C-4065-A245-779568A60DD0}" dt="2024-08-25T15:08:15.486" v="296" actId="207"/>
          <ac:spMkLst>
            <pc:docMk/>
            <pc:sldMk cId="0" sldId="368"/>
            <ac:spMk id="31746" creationId="{3F73AF0F-32BB-BF3D-2A46-896C3B9747AB}"/>
          </ac:spMkLst>
        </pc:spChg>
      </pc:sldChg>
      <pc:sldChg chg="modSp add mod">
        <pc:chgData name="Ms Alina Arshad" userId="cccdfd85-d35d-4453-9c6f-a463aae40722" providerId="ADAL" clId="{EADAEE91-4A7C-4065-A245-779568A60DD0}" dt="2024-08-25T15:05:05.625" v="234" actId="207"/>
        <pc:sldMkLst>
          <pc:docMk/>
          <pc:sldMk cId="0" sldId="369"/>
        </pc:sldMkLst>
        <pc:spChg chg="mod">
          <ac:chgData name="Ms Alina Arshad" userId="cccdfd85-d35d-4453-9c6f-a463aae40722" providerId="ADAL" clId="{EADAEE91-4A7C-4065-A245-779568A60DD0}" dt="2024-08-25T15:05:05.625" v="234" actId="207"/>
          <ac:spMkLst>
            <pc:docMk/>
            <pc:sldMk cId="0" sldId="369"/>
            <ac:spMk id="26626" creationId="{A4F027D1-2AC1-1C80-C6CA-8BCE00F02C1D}"/>
          </ac:spMkLst>
        </pc:spChg>
      </pc:sldChg>
      <pc:sldChg chg="delSp add del mod">
        <pc:chgData name="Ms Alina Arshad" userId="cccdfd85-d35d-4453-9c6f-a463aae40722" providerId="ADAL" clId="{EADAEE91-4A7C-4065-A245-779568A60DD0}" dt="2024-08-25T15:13:48.352" v="323" actId="2696"/>
        <pc:sldMkLst>
          <pc:docMk/>
          <pc:sldMk cId="894339878" sldId="370"/>
        </pc:sldMkLst>
        <pc:spChg chg="del">
          <ac:chgData name="Ms Alina Arshad" userId="cccdfd85-d35d-4453-9c6f-a463aae40722" providerId="ADAL" clId="{EADAEE91-4A7C-4065-A245-779568A60DD0}" dt="2024-08-25T13:51:31.553" v="92" actId="478"/>
          <ac:spMkLst>
            <pc:docMk/>
            <pc:sldMk cId="894339878" sldId="370"/>
            <ac:spMk id="2" creationId="{00000000-0000-0000-0000-000000000000}"/>
          </ac:spMkLst>
        </pc:spChg>
        <pc:spChg chg="del">
          <ac:chgData name="Ms Alina Arshad" userId="cccdfd85-d35d-4453-9c6f-a463aae40722" providerId="ADAL" clId="{EADAEE91-4A7C-4065-A245-779568A60DD0}" dt="2024-08-25T13:51:33.286" v="93" actId="478"/>
          <ac:spMkLst>
            <pc:docMk/>
            <pc:sldMk cId="894339878" sldId="370"/>
            <ac:spMk id="5" creationId="{00000000-0000-0000-0000-000000000000}"/>
          </ac:spMkLst>
        </pc:spChg>
      </pc:sldChg>
      <pc:sldChg chg="modSp add mod">
        <pc:chgData name="Ms Alina Arshad" userId="cccdfd85-d35d-4453-9c6f-a463aae40722" providerId="ADAL" clId="{EADAEE91-4A7C-4065-A245-779568A60DD0}" dt="2024-08-25T15:08:38.988" v="299" actId="1076"/>
        <pc:sldMkLst>
          <pc:docMk/>
          <pc:sldMk cId="0" sldId="371"/>
        </pc:sldMkLst>
        <pc:spChg chg="mod">
          <ac:chgData name="Ms Alina Arshad" userId="cccdfd85-d35d-4453-9c6f-a463aae40722" providerId="ADAL" clId="{EADAEE91-4A7C-4065-A245-779568A60DD0}" dt="2024-08-25T15:08:38.988" v="299" actId="1076"/>
          <ac:spMkLst>
            <pc:docMk/>
            <pc:sldMk cId="0" sldId="371"/>
            <ac:spMk id="4" creationId="{94D4E49B-D791-29C0-F6A5-C1046AC56CDE}"/>
          </ac:spMkLst>
        </pc:spChg>
        <pc:spChg chg="mod">
          <ac:chgData name="Ms Alina Arshad" userId="cccdfd85-d35d-4453-9c6f-a463aae40722" providerId="ADAL" clId="{EADAEE91-4A7C-4065-A245-779568A60DD0}" dt="2024-08-25T15:08:30.414" v="298" actId="1076"/>
          <ac:spMkLst>
            <pc:docMk/>
            <pc:sldMk cId="0" sldId="371"/>
            <ac:spMk id="32770" creationId="{FA441A40-7A87-2958-591E-25A88C4756ED}"/>
          </ac:spMkLst>
        </pc:spChg>
      </pc:sldChg>
      <pc:sldChg chg="modSp add mod">
        <pc:chgData name="Ms Alina Arshad" userId="cccdfd85-d35d-4453-9c6f-a463aae40722" providerId="ADAL" clId="{EADAEE91-4A7C-4065-A245-779568A60DD0}" dt="2024-08-25T15:08:51.078" v="301" actId="207"/>
        <pc:sldMkLst>
          <pc:docMk/>
          <pc:sldMk cId="0" sldId="372"/>
        </pc:sldMkLst>
        <pc:spChg chg="mod">
          <ac:chgData name="Ms Alina Arshad" userId="cccdfd85-d35d-4453-9c6f-a463aae40722" providerId="ADAL" clId="{EADAEE91-4A7C-4065-A245-779568A60DD0}" dt="2024-08-25T15:08:51.078" v="301" actId="207"/>
          <ac:spMkLst>
            <pc:docMk/>
            <pc:sldMk cId="0" sldId="372"/>
            <ac:spMk id="33794" creationId="{21B4FF6A-7A53-1B02-2C5F-197ADE8BB9A5}"/>
          </ac:spMkLst>
        </pc:spChg>
      </pc:sldChg>
      <pc:sldChg chg="delSp modSp add del mod">
        <pc:chgData name="Ms Alina Arshad" userId="cccdfd85-d35d-4453-9c6f-a463aae40722" providerId="ADAL" clId="{EADAEE91-4A7C-4065-A245-779568A60DD0}" dt="2024-08-25T15:13:48.352" v="323" actId="2696"/>
        <pc:sldMkLst>
          <pc:docMk/>
          <pc:sldMk cId="2581933320" sldId="373"/>
        </pc:sldMkLst>
        <pc:spChg chg="del">
          <ac:chgData name="Ms Alina Arshad" userId="cccdfd85-d35d-4453-9c6f-a463aae40722" providerId="ADAL" clId="{EADAEE91-4A7C-4065-A245-779568A60DD0}" dt="2024-08-25T13:51:25.425" v="90" actId="478"/>
          <ac:spMkLst>
            <pc:docMk/>
            <pc:sldMk cId="2581933320" sldId="373"/>
            <ac:spMk id="5" creationId="{00000000-0000-0000-0000-000000000000}"/>
          </ac:spMkLst>
        </pc:spChg>
        <pc:spChg chg="del">
          <ac:chgData name="Ms Alina Arshad" userId="cccdfd85-d35d-4453-9c6f-a463aae40722" providerId="ADAL" clId="{EADAEE91-4A7C-4065-A245-779568A60DD0}" dt="2024-08-25T13:51:27.178" v="91" actId="478"/>
          <ac:spMkLst>
            <pc:docMk/>
            <pc:sldMk cId="2581933320" sldId="373"/>
            <ac:spMk id="6" creationId="{00000000-0000-0000-0000-000000000000}"/>
          </ac:spMkLst>
        </pc:spChg>
        <pc:picChg chg="mod">
          <ac:chgData name="Ms Alina Arshad" userId="cccdfd85-d35d-4453-9c6f-a463aae40722" providerId="ADAL" clId="{EADAEE91-4A7C-4065-A245-779568A60DD0}" dt="2024-08-25T13:51:23.578" v="89" actId="1076"/>
          <ac:picMkLst>
            <pc:docMk/>
            <pc:sldMk cId="2581933320" sldId="373"/>
            <ac:picMk id="4" creationId="{47E901C3-88FE-4B0F-8736-32CA0B98907C}"/>
          </ac:picMkLst>
        </pc:picChg>
      </pc:sldChg>
      <pc:sldChg chg="modSp add mod">
        <pc:chgData name="Ms Alina Arshad" userId="cccdfd85-d35d-4453-9c6f-a463aae40722" providerId="ADAL" clId="{EADAEE91-4A7C-4065-A245-779568A60DD0}" dt="2024-08-25T14:58:46.193" v="155" actId="14100"/>
        <pc:sldMkLst>
          <pc:docMk/>
          <pc:sldMk cId="0" sldId="374"/>
        </pc:sldMkLst>
        <pc:spChg chg="mod">
          <ac:chgData name="Ms Alina Arshad" userId="cccdfd85-d35d-4453-9c6f-a463aae40722" providerId="ADAL" clId="{EADAEE91-4A7C-4065-A245-779568A60DD0}" dt="2024-08-25T14:58:41.662" v="153" actId="1076"/>
          <ac:spMkLst>
            <pc:docMk/>
            <pc:sldMk cId="0" sldId="374"/>
            <ac:spMk id="19458" creationId="{257D38D8-EC6F-DB19-5669-DB3AFD529775}"/>
          </ac:spMkLst>
        </pc:spChg>
        <pc:picChg chg="mod">
          <ac:chgData name="Ms Alina Arshad" userId="cccdfd85-d35d-4453-9c6f-a463aae40722" providerId="ADAL" clId="{EADAEE91-4A7C-4065-A245-779568A60DD0}" dt="2024-08-25T14:58:46.193" v="155" actId="14100"/>
          <ac:picMkLst>
            <pc:docMk/>
            <pc:sldMk cId="0" sldId="374"/>
            <ac:picMk id="19459" creationId="{08D96F9A-03EF-D418-E75A-0E6D82E325DD}"/>
          </ac:picMkLst>
        </pc:picChg>
      </pc:sldChg>
      <pc:sldChg chg="del">
        <pc:chgData name="Ms Alina Arshad" userId="cccdfd85-d35d-4453-9c6f-a463aae40722" providerId="ADAL" clId="{EADAEE91-4A7C-4065-A245-779568A60DD0}" dt="2024-08-25T13:34:25.062" v="0" actId="47"/>
        <pc:sldMkLst>
          <pc:docMk/>
          <pc:sldMk cId="50377824" sldId="375"/>
        </pc:sldMkLst>
      </pc:sldChg>
      <pc:sldChg chg="del">
        <pc:chgData name="Ms Alina Arshad" userId="cccdfd85-d35d-4453-9c6f-a463aae40722" providerId="ADAL" clId="{EADAEE91-4A7C-4065-A245-779568A60DD0}" dt="2024-08-25T13:34:25.561" v="1" actId="47"/>
        <pc:sldMkLst>
          <pc:docMk/>
          <pc:sldMk cId="387448209" sldId="376"/>
        </pc:sldMkLst>
      </pc:sldChg>
      <pc:sldChg chg="modSp add mod">
        <pc:chgData name="Ms Alina Arshad" userId="cccdfd85-d35d-4453-9c6f-a463aae40722" providerId="ADAL" clId="{EADAEE91-4A7C-4065-A245-779568A60DD0}" dt="2024-08-25T15:10:28.603" v="313" actId="14100"/>
        <pc:sldMkLst>
          <pc:docMk/>
          <pc:sldMk cId="0" sldId="377"/>
        </pc:sldMkLst>
        <pc:spChg chg="mod">
          <ac:chgData name="Ms Alina Arshad" userId="cccdfd85-d35d-4453-9c6f-a463aae40722" providerId="ADAL" clId="{EADAEE91-4A7C-4065-A245-779568A60DD0}" dt="2024-08-25T15:10:28.603" v="313" actId="14100"/>
          <ac:spMkLst>
            <pc:docMk/>
            <pc:sldMk cId="0" sldId="377"/>
            <ac:spMk id="3" creationId="{9C77C349-0A59-5576-A92B-0169D43EA6ED}"/>
          </ac:spMkLst>
        </pc:spChg>
        <pc:spChg chg="mod">
          <ac:chgData name="Ms Alina Arshad" userId="cccdfd85-d35d-4453-9c6f-a463aae40722" providerId="ADAL" clId="{EADAEE91-4A7C-4065-A245-779568A60DD0}" dt="2024-08-25T14:57:11.438" v="131" actId="207"/>
          <ac:spMkLst>
            <pc:docMk/>
            <pc:sldMk cId="0" sldId="377"/>
            <ac:spMk id="16386" creationId="{D17D7E4F-39CA-AA82-79C3-3E53DD62665E}"/>
          </ac:spMkLst>
        </pc:spChg>
      </pc:sldChg>
      <pc:sldChg chg="del">
        <pc:chgData name="Ms Alina Arshad" userId="cccdfd85-d35d-4453-9c6f-a463aae40722" providerId="ADAL" clId="{EADAEE91-4A7C-4065-A245-779568A60DD0}" dt="2024-08-25T13:35:28.486" v="4" actId="2696"/>
        <pc:sldMkLst>
          <pc:docMk/>
          <pc:sldMk cId="878700326" sldId="377"/>
        </pc:sldMkLst>
      </pc:sldChg>
      <pc:sldChg chg="delSp modSp del mod ord">
        <pc:chgData name="Ms Alina Arshad" userId="cccdfd85-d35d-4453-9c6f-a463aae40722" providerId="ADAL" clId="{EADAEE91-4A7C-4065-A245-779568A60DD0}" dt="2024-08-25T15:10:58.195" v="314" actId="47"/>
        <pc:sldMkLst>
          <pc:docMk/>
          <pc:sldMk cId="4064093034" sldId="378"/>
        </pc:sldMkLst>
        <pc:spChg chg="mod">
          <ac:chgData name="Ms Alina Arshad" userId="cccdfd85-d35d-4453-9c6f-a463aae40722" providerId="ADAL" clId="{EADAEE91-4A7C-4065-A245-779568A60DD0}" dt="2024-08-25T14:52:44.627" v="101" actId="207"/>
          <ac:spMkLst>
            <pc:docMk/>
            <pc:sldMk cId="4064093034" sldId="378"/>
            <ac:spMk id="2" creationId="{5968DE79-4CF3-4764-A498-BFA5C2621DBE}"/>
          </ac:spMkLst>
        </pc:spChg>
        <pc:spChg chg="mod">
          <ac:chgData name="Ms Alina Arshad" userId="cccdfd85-d35d-4453-9c6f-a463aae40722" providerId="ADAL" clId="{EADAEE91-4A7C-4065-A245-779568A60DD0}" dt="2024-08-25T14:52:44.627" v="101" actId="207"/>
          <ac:spMkLst>
            <pc:docMk/>
            <pc:sldMk cId="4064093034" sldId="378"/>
            <ac:spMk id="3" creationId="{43DC346B-280B-4E52-8205-38BC91F5925A}"/>
          </ac:spMkLst>
        </pc:spChg>
        <pc:spChg chg="del">
          <ac:chgData name="Ms Alina Arshad" userId="cccdfd85-d35d-4453-9c6f-a463aae40722" providerId="ADAL" clId="{EADAEE91-4A7C-4065-A245-779568A60DD0}" dt="2024-08-25T13:41:07.411" v="7" actId="478"/>
          <ac:spMkLst>
            <pc:docMk/>
            <pc:sldMk cId="4064093034" sldId="378"/>
            <ac:spMk id="5" creationId="{00000000-0000-0000-0000-000000000000}"/>
          </ac:spMkLst>
        </pc:spChg>
        <pc:spChg chg="del">
          <ac:chgData name="Ms Alina Arshad" userId="cccdfd85-d35d-4453-9c6f-a463aae40722" providerId="ADAL" clId="{EADAEE91-4A7C-4065-A245-779568A60DD0}" dt="2024-08-25T13:41:10.096" v="8" actId="478"/>
          <ac:spMkLst>
            <pc:docMk/>
            <pc:sldMk cId="4064093034" sldId="378"/>
            <ac:spMk id="6" creationId="{00000000-0000-0000-0000-000000000000}"/>
          </ac:spMkLst>
        </pc:spChg>
        <pc:picChg chg="mod">
          <ac:chgData name="Ms Alina Arshad" userId="cccdfd85-d35d-4453-9c6f-a463aae40722" providerId="ADAL" clId="{EADAEE91-4A7C-4065-A245-779568A60DD0}" dt="2024-08-25T13:41:13.480" v="9" actId="1076"/>
          <ac:picMkLst>
            <pc:docMk/>
            <pc:sldMk cId="4064093034" sldId="378"/>
            <ac:picMk id="4" creationId="{3DBBE8BF-96C3-4767-8BE0-EE4991F19397}"/>
          </ac:picMkLst>
        </pc:picChg>
      </pc:sldChg>
      <pc:sldChg chg="delSp modSp del mod">
        <pc:chgData name="Ms Alina Arshad" userId="cccdfd85-d35d-4453-9c6f-a463aae40722" providerId="ADAL" clId="{EADAEE91-4A7C-4065-A245-779568A60DD0}" dt="2024-08-25T14:53:42.332" v="102" actId="47"/>
        <pc:sldMkLst>
          <pc:docMk/>
          <pc:sldMk cId="1461775536" sldId="379"/>
        </pc:sldMkLst>
        <pc:spChg chg="mod">
          <ac:chgData name="Ms Alina Arshad" userId="cccdfd85-d35d-4453-9c6f-a463aae40722" providerId="ADAL" clId="{EADAEE91-4A7C-4065-A245-779568A60DD0}" dt="2024-08-25T13:43:42.744" v="45" actId="1076"/>
          <ac:spMkLst>
            <pc:docMk/>
            <pc:sldMk cId="1461775536" sldId="379"/>
            <ac:spMk id="2" creationId="{D78211DC-DCD2-47C1-B8A3-58D1AA2D7DC9}"/>
          </ac:spMkLst>
        </pc:spChg>
        <pc:spChg chg="mod">
          <ac:chgData name="Ms Alina Arshad" userId="cccdfd85-d35d-4453-9c6f-a463aae40722" providerId="ADAL" clId="{EADAEE91-4A7C-4065-A245-779568A60DD0}" dt="2024-08-25T13:43:54.193" v="49" actId="14100"/>
          <ac:spMkLst>
            <pc:docMk/>
            <pc:sldMk cId="1461775536" sldId="379"/>
            <ac:spMk id="3" creationId="{C5C165DD-8B1C-4A87-83B9-18B35B126F92}"/>
          </ac:spMkLst>
        </pc:spChg>
        <pc:spChg chg="del">
          <ac:chgData name="Ms Alina Arshad" userId="cccdfd85-d35d-4453-9c6f-a463aae40722" providerId="ADAL" clId="{EADAEE91-4A7C-4065-A245-779568A60DD0}" dt="2024-08-25T13:43:56.477" v="50" actId="478"/>
          <ac:spMkLst>
            <pc:docMk/>
            <pc:sldMk cId="1461775536" sldId="379"/>
            <ac:spMk id="4" creationId="{00000000-0000-0000-0000-000000000000}"/>
          </ac:spMkLst>
        </pc:spChg>
        <pc:spChg chg="del">
          <ac:chgData name="Ms Alina Arshad" userId="cccdfd85-d35d-4453-9c6f-a463aae40722" providerId="ADAL" clId="{EADAEE91-4A7C-4065-A245-779568A60DD0}" dt="2024-08-25T13:43:59.873" v="51" actId="478"/>
          <ac:spMkLst>
            <pc:docMk/>
            <pc:sldMk cId="1461775536" sldId="379"/>
            <ac:spMk id="5" creationId="{00000000-0000-0000-0000-000000000000}"/>
          </ac:spMkLst>
        </pc:spChg>
      </pc:sldChg>
      <pc:sldChg chg="delSp modSp del mod">
        <pc:chgData name="Ms Alina Arshad" userId="cccdfd85-d35d-4453-9c6f-a463aae40722" providerId="ADAL" clId="{EADAEE91-4A7C-4065-A245-779568A60DD0}" dt="2024-08-25T14:53:43.340" v="103" actId="47"/>
        <pc:sldMkLst>
          <pc:docMk/>
          <pc:sldMk cId="1822324932" sldId="380"/>
        </pc:sldMkLst>
        <pc:spChg chg="mod">
          <ac:chgData name="Ms Alina Arshad" userId="cccdfd85-d35d-4453-9c6f-a463aae40722" providerId="ADAL" clId="{EADAEE91-4A7C-4065-A245-779568A60DD0}" dt="2024-08-25T13:44:11.452" v="54" actId="207"/>
          <ac:spMkLst>
            <pc:docMk/>
            <pc:sldMk cId="1822324932" sldId="380"/>
            <ac:spMk id="2" creationId="{D0A3B775-4D7B-444A-BAC6-72B54826614E}"/>
          </ac:spMkLst>
        </pc:spChg>
        <pc:spChg chg="mod">
          <ac:chgData name="Ms Alina Arshad" userId="cccdfd85-d35d-4453-9c6f-a463aae40722" providerId="ADAL" clId="{EADAEE91-4A7C-4065-A245-779568A60DD0}" dt="2024-08-25T13:44:52.564" v="58" actId="255"/>
          <ac:spMkLst>
            <pc:docMk/>
            <pc:sldMk cId="1822324932" sldId="380"/>
            <ac:spMk id="3" creationId="{EAB04FEA-9BA2-4990-A45A-478A844BEA75}"/>
          </ac:spMkLst>
        </pc:spChg>
        <pc:spChg chg="del">
          <ac:chgData name="Ms Alina Arshad" userId="cccdfd85-d35d-4453-9c6f-a463aae40722" providerId="ADAL" clId="{EADAEE91-4A7C-4065-A245-779568A60DD0}" dt="2024-08-25T13:44:16.661" v="55" actId="478"/>
          <ac:spMkLst>
            <pc:docMk/>
            <pc:sldMk cId="1822324932" sldId="380"/>
            <ac:spMk id="4" creationId="{00000000-0000-0000-0000-000000000000}"/>
          </ac:spMkLst>
        </pc:spChg>
        <pc:spChg chg="del">
          <ac:chgData name="Ms Alina Arshad" userId="cccdfd85-d35d-4453-9c6f-a463aae40722" providerId="ADAL" clId="{EADAEE91-4A7C-4065-A245-779568A60DD0}" dt="2024-08-25T13:44:41.318" v="56" actId="478"/>
          <ac:spMkLst>
            <pc:docMk/>
            <pc:sldMk cId="1822324932" sldId="380"/>
            <ac:spMk id="5" creationId="{00000000-0000-0000-0000-000000000000}"/>
          </ac:spMkLst>
        </pc:spChg>
      </pc:sldChg>
      <pc:sldChg chg="delSp modSp del mod">
        <pc:chgData name="Ms Alina Arshad" userId="cccdfd85-d35d-4453-9c6f-a463aae40722" providerId="ADAL" clId="{EADAEE91-4A7C-4065-A245-779568A60DD0}" dt="2024-08-25T14:53:50.254" v="104" actId="47"/>
        <pc:sldMkLst>
          <pc:docMk/>
          <pc:sldMk cId="4242572248" sldId="381"/>
        </pc:sldMkLst>
        <pc:spChg chg="mod">
          <ac:chgData name="Ms Alina Arshad" userId="cccdfd85-d35d-4453-9c6f-a463aae40722" providerId="ADAL" clId="{EADAEE91-4A7C-4065-A245-779568A60DD0}" dt="2024-08-25T13:45:14.185" v="61" actId="207"/>
          <ac:spMkLst>
            <pc:docMk/>
            <pc:sldMk cId="4242572248" sldId="381"/>
            <ac:spMk id="2" creationId="{4F73BFD3-DE5B-4C37-8B49-6083EEF64986}"/>
          </ac:spMkLst>
        </pc:spChg>
        <pc:spChg chg="mod">
          <ac:chgData name="Ms Alina Arshad" userId="cccdfd85-d35d-4453-9c6f-a463aae40722" providerId="ADAL" clId="{EADAEE91-4A7C-4065-A245-779568A60DD0}" dt="2024-08-25T13:45:18.401" v="62" actId="207"/>
          <ac:spMkLst>
            <pc:docMk/>
            <pc:sldMk cId="4242572248" sldId="381"/>
            <ac:spMk id="3" creationId="{F2238212-6622-4C4B-824C-18A1C8DB74A1}"/>
          </ac:spMkLst>
        </pc:spChg>
        <pc:spChg chg="del">
          <ac:chgData name="Ms Alina Arshad" userId="cccdfd85-d35d-4453-9c6f-a463aae40722" providerId="ADAL" clId="{EADAEE91-4A7C-4065-A245-779568A60DD0}" dt="2024-08-25T13:45:22.876" v="63" actId="478"/>
          <ac:spMkLst>
            <pc:docMk/>
            <pc:sldMk cId="4242572248" sldId="381"/>
            <ac:spMk id="4" creationId="{00000000-0000-0000-0000-000000000000}"/>
          </ac:spMkLst>
        </pc:spChg>
        <pc:spChg chg="del">
          <ac:chgData name="Ms Alina Arshad" userId="cccdfd85-d35d-4453-9c6f-a463aae40722" providerId="ADAL" clId="{EADAEE91-4A7C-4065-A245-779568A60DD0}" dt="2024-08-25T13:45:32.146" v="64" actId="478"/>
          <ac:spMkLst>
            <pc:docMk/>
            <pc:sldMk cId="4242572248" sldId="381"/>
            <ac:spMk id="5" creationId="{00000000-0000-0000-0000-000000000000}"/>
          </ac:spMkLst>
        </pc:spChg>
      </pc:sldChg>
      <pc:sldChg chg="delSp modSp del mod">
        <pc:chgData name="Ms Alina Arshad" userId="cccdfd85-d35d-4453-9c6f-a463aae40722" providerId="ADAL" clId="{EADAEE91-4A7C-4065-A245-779568A60DD0}" dt="2024-08-25T15:09:34.247" v="307" actId="47"/>
        <pc:sldMkLst>
          <pc:docMk/>
          <pc:sldMk cId="2023843453" sldId="382"/>
        </pc:sldMkLst>
        <pc:spChg chg="mod">
          <ac:chgData name="Ms Alina Arshad" userId="cccdfd85-d35d-4453-9c6f-a463aae40722" providerId="ADAL" clId="{EADAEE91-4A7C-4065-A245-779568A60DD0}" dt="2024-08-25T13:45:46.060" v="68" actId="207"/>
          <ac:spMkLst>
            <pc:docMk/>
            <pc:sldMk cId="2023843453" sldId="382"/>
            <ac:spMk id="2" creationId="{538BF2FB-FC35-43EB-BA77-A3228EA47211}"/>
          </ac:spMkLst>
        </pc:spChg>
        <pc:spChg chg="mod">
          <ac:chgData name="Ms Alina Arshad" userId="cccdfd85-d35d-4453-9c6f-a463aae40722" providerId="ADAL" clId="{EADAEE91-4A7C-4065-A245-779568A60DD0}" dt="2024-08-25T13:46:00.816" v="72" actId="14100"/>
          <ac:spMkLst>
            <pc:docMk/>
            <pc:sldMk cId="2023843453" sldId="382"/>
            <ac:spMk id="3" creationId="{5AE28F7A-B346-45F1-9C9B-99DF1EEE1C65}"/>
          </ac:spMkLst>
        </pc:spChg>
        <pc:spChg chg="del">
          <ac:chgData name="Ms Alina Arshad" userId="cccdfd85-d35d-4453-9c6f-a463aae40722" providerId="ADAL" clId="{EADAEE91-4A7C-4065-A245-779568A60DD0}" dt="2024-08-25T13:46:07.394" v="74" actId="478"/>
          <ac:spMkLst>
            <pc:docMk/>
            <pc:sldMk cId="2023843453" sldId="382"/>
            <ac:spMk id="5" creationId="{00000000-0000-0000-0000-000000000000}"/>
          </ac:spMkLst>
        </pc:spChg>
        <pc:spChg chg="del">
          <ac:chgData name="Ms Alina Arshad" userId="cccdfd85-d35d-4453-9c6f-a463aae40722" providerId="ADAL" clId="{EADAEE91-4A7C-4065-A245-779568A60DD0}" dt="2024-08-25T13:46:09.421" v="75" actId="478"/>
          <ac:spMkLst>
            <pc:docMk/>
            <pc:sldMk cId="2023843453" sldId="382"/>
            <ac:spMk id="6" creationId="{00000000-0000-0000-0000-000000000000}"/>
          </ac:spMkLst>
        </pc:spChg>
        <pc:picChg chg="mod">
          <ac:chgData name="Ms Alina Arshad" userId="cccdfd85-d35d-4453-9c6f-a463aae40722" providerId="ADAL" clId="{EADAEE91-4A7C-4065-A245-779568A60DD0}" dt="2024-08-25T13:46:04.469" v="73" actId="1076"/>
          <ac:picMkLst>
            <pc:docMk/>
            <pc:sldMk cId="2023843453" sldId="382"/>
            <ac:picMk id="4" creationId="{E3038F35-9107-48C4-8C73-EA2DFE362B9E}"/>
          </ac:picMkLst>
        </pc:picChg>
      </pc:sldChg>
      <pc:sldChg chg="delSp modSp del mod ord">
        <pc:chgData name="Ms Alina Arshad" userId="cccdfd85-d35d-4453-9c6f-a463aae40722" providerId="ADAL" clId="{EADAEE91-4A7C-4065-A245-779568A60DD0}" dt="2024-08-25T15:09:35.215" v="308" actId="47"/>
        <pc:sldMkLst>
          <pc:docMk/>
          <pc:sldMk cId="938158308" sldId="383"/>
        </pc:sldMkLst>
        <pc:spChg chg="mod">
          <ac:chgData name="Ms Alina Arshad" userId="cccdfd85-d35d-4453-9c6f-a463aae40722" providerId="ADAL" clId="{EADAEE91-4A7C-4065-A245-779568A60DD0}" dt="2024-08-25T13:46:30.186" v="80" actId="207"/>
          <ac:spMkLst>
            <pc:docMk/>
            <pc:sldMk cId="938158308" sldId="383"/>
            <ac:spMk id="2" creationId="{CCD37E2F-361C-46F4-BD07-2D803DB23F9E}"/>
          </ac:spMkLst>
        </pc:spChg>
        <pc:spChg chg="del">
          <ac:chgData name="Ms Alina Arshad" userId="cccdfd85-d35d-4453-9c6f-a463aae40722" providerId="ADAL" clId="{EADAEE91-4A7C-4065-A245-779568A60DD0}" dt="2024-08-25T13:51:54.195" v="98" actId="478"/>
          <ac:spMkLst>
            <pc:docMk/>
            <pc:sldMk cId="938158308" sldId="383"/>
            <ac:spMk id="4" creationId="{00000000-0000-0000-0000-000000000000}"/>
          </ac:spMkLst>
        </pc:spChg>
        <pc:spChg chg="del">
          <ac:chgData name="Ms Alina Arshad" userId="cccdfd85-d35d-4453-9c6f-a463aae40722" providerId="ADAL" clId="{EADAEE91-4A7C-4065-A245-779568A60DD0}" dt="2024-08-25T13:51:56.090" v="99" actId="478"/>
          <ac:spMkLst>
            <pc:docMk/>
            <pc:sldMk cId="938158308" sldId="383"/>
            <ac:spMk id="5" creationId="{00000000-0000-0000-0000-000000000000}"/>
          </ac:spMkLst>
        </pc:spChg>
      </pc:sldChg>
      <pc:sldChg chg="delSp del mod">
        <pc:chgData name="Ms Alina Arshad" userId="cccdfd85-d35d-4453-9c6f-a463aae40722" providerId="ADAL" clId="{EADAEE91-4A7C-4065-A245-779568A60DD0}" dt="2024-08-25T15:09:36.010" v="309" actId="47"/>
        <pc:sldMkLst>
          <pc:docMk/>
          <pc:sldMk cId="3237861477" sldId="384"/>
        </pc:sldMkLst>
        <pc:spChg chg="del">
          <ac:chgData name="Ms Alina Arshad" userId="cccdfd85-d35d-4453-9c6f-a463aae40722" providerId="ADAL" clId="{EADAEE91-4A7C-4065-A245-779568A60DD0}" dt="2024-08-25T13:48:33.764" v="81" actId="478"/>
          <ac:spMkLst>
            <pc:docMk/>
            <pc:sldMk cId="3237861477" sldId="384"/>
            <ac:spMk id="4" creationId="{00000000-0000-0000-0000-000000000000}"/>
          </ac:spMkLst>
        </pc:spChg>
        <pc:spChg chg="del">
          <ac:chgData name="Ms Alina Arshad" userId="cccdfd85-d35d-4453-9c6f-a463aae40722" providerId="ADAL" clId="{EADAEE91-4A7C-4065-A245-779568A60DD0}" dt="2024-08-25T13:49:21.739" v="84" actId="478"/>
          <ac:spMkLst>
            <pc:docMk/>
            <pc:sldMk cId="3237861477" sldId="384"/>
            <ac:spMk id="5" creationId="{00000000-0000-0000-0000-000000000000}"/>
          </ac:spMkLst>
        </pc:spChg>
      </pc:sldChg>
      <pc:sldChg chg="delSp mod">
        <pc:chgData name="Ms Alina Arshad" userId="cccdfd85-d35d-4453-9c6f-a463aae40722" providerId="ADAL" clId="{EADAEE91-4A7C-4065-A245-779568A60DD0}" dt="2024-08-25T13:48:49.110" v="83" actId="478"/>
        <pc:sldMkLst>
          <pc:docMk/>
          <pc:sldMk cId="511546327" sldId="385"/>
        </pc:sldMkLst>
        <pc:spChg chg="del">
          <ac:chgData name="Ms Alina Arshad" userId="cccdfd85-d35d-4453-9c6f-a463aae40722" providerId="ADAL" clId="{EADAEE91-4A7C-4065-A245-779568A60DD0}" dt="2024-08-25T13:48:45.157" v="82" actId="478"/>
          <ac:spMkLst>
            <pc:docMk/>
            <pc:sldMk cId="511546327" sldId="385"/>
            <ac:spMk id="4" creationId="{00000000-0000-0000-0000-000000000000}"/>
          </ac:spMkLst>
        </pc:spChg>
        <pc:spChg chg="del">
          <ac:chgData name="Ms Alina Arshad" userId="cccdfd85-d35d-4453-9c6f-a463aae40722" providerId="ADAL" clId="{EADAEE91-4A7C-4065-A245-779568A60DD0}" dt="2024-08-25T13:48:49.110" v="83" actId="478"/>
          <ac:spMkLst>
            <pc:docMk/>
            <pc:sldMk cId="511546327" sldId="385"/>
            <ac:spMk id="5" creationId="{00000000-0000-0000-0000-000000000000}"/>
          </ac:spMkLst>
        </pc:spChg>
      </pc:sldChg>
      <pc:sldChg chg="delSp add del mod">
        <pc:chgData name="Ms Alina Arshad" userId="cccdfd85-d35d-4453-9c6f-a463aae40722" providerId="ADAL" clId="{EADAEE91-4A7C-4065-A245-779568A60DD0}" dt="2024-08-25T15:13:48.352" v="323" actId="2696"/>
        <pc:sldMkLst>
          <pc:docMk/>
          <pc:sldMk cId="1584583967" sldId="386"/>
        </pc:sldMkLst>
        <pc:spChg chg="del">
          <ac:chgData name="Ms Alina Arshad" userId="cccdfd85-d35d-4453-9c6f-a463aae40722" providerId="ADAL" clId="{EADAEE91-4A7C-4065-A245-779568A60DD0}" dt="2024-08-25T13:51:36.422" v="94" actId="478"/>
          <ac:spMkLst>
            <pc:docMk/>
            <pc:sldMk cId="1584583967" sldId="386"/>
            <ac:spMk id="4" creationId="{00000000-0000-0000-0000-000000000000}"/>
          </ac:spMkLst>
        </pc:spChg>
        <pc:spChg chg="del">
          <ac:chgData name="Ms Alina Arshad" userId="cccdfd85-d35d-4453-9c6f-a463aae40722" providerId="ADAL" clId="{EADAEE91-4A7C-4065-A245-779568A60DD0}" dt="2024-08-25T13:51:38.372" v="95" actId="478"/>
          <ac:spMkLst>
            <pc:docMk/>
            <pc:sldMk cId="1584583967" sldId="386"/>
            <ac:spMk id="5" creationId="{00000000-0000-0000-0000-000000000000}"/>
          </ac:spMkLst>
        </pc:spChg>
      </pc:sldChg>
      <pc:sldChg chg="modSp add mod">
        <pc:chgData name="Ms Alina Arshad" userId="cccdfd85-d35d-4453-9c6f-a463aae40722" providerId="ADAL" clId="{EADAEE91-4A7C-4065-A245-779568A60DD0}" dt="2024-08-25T14:56:27.787" v="121" actId="207"/>
        <pc:sldMkLst>
          <pc:docMk/>
          <pc:sldMk cId="0" sldId="387"/>
        </pc:sldMkLst>
        <pc:spChg chg="mod">
          <ac:chgData name="Ms Alina Arshad" userId="cccdfd85-d35d-4453-9c6f-a463aae40722" providerId="ADAL" clId="{EADAEE91-4A7C-4065-A245-779568A60DD0}" dt="2024-08-25T14:56:03.653" v="117" actId="207"/>
          <ac:spMkLst>
            <pc:docMk/>
            <pc:sldMk cId="0" sldId="387"/>
            <ac:spMk id="14338" creationId="{81533B99-E9C6-177C-C5E3-C137C5976086}"/>
          </ac:spMkLst>
        </pc:spChg>
        <pc:spChg chg="mod">
          <ac:chgData name="Ms Alina Arshad" userId="cccdfd85-d35d-4453-9c6f-a463aae40722" providerId="ADAL" clId="{EADAEE91-4A7C-4065-A245-779568A60DD0}" dt="2024-08-25T14:56:27.787" v="121" actId="207"/>
          <ac:spMkLst>
            <pc:docMk/>
            <pc:sldMk cId="0" sldId="387"/>
            <ac:spMk id="29699" creationId="{B29985D4-6109-961B-1AE6-8442985EB065}"/>
          </ac:spMkLst>
        </pc:spChg>
      </pc:sldChg>
      <pc:sldChg chg="modSp add mod">
        <pc:chgData name="Ms Alina Arshad" userId="cccdfd85-d35d-4453-9c6f-a463aae40722" providerId="ADAL" clId="{EADAEE91-4A7C-4065-A245-779568A60DD0}" dt="2024-08-25T15:10:23.068" v="312" actId="255"/>
        <pc:sldMkLst>
          <pc:docMk/>
          <pc:sldMk cId="0" sldId="388"/>
        </pc:sldMkLst>
        <pc:spChg chg="mod">
          <ac:chgData name="Ms Alina Arshad" userId="cccdfd85-d35d-4453-9c6f-a463aae40722" providerId="ADAL" clId="{EADAEE91-4A7C-4065-A245-779568A60DD0}" dt="2024-08-25T15:10:23.068" v="312" actId="255"/>
          <ac:spMkLst>
            <pc:docMk/>
            <pc:sldMk cId="0" sldId="388"/>
            <ac:spMk id="3" creationId="{AC66B0F0-3DFF-05B3-759F-1E7F3B2FAA83}"/>
          </ac:spMkLst>
        </pc:spChg>
        <pc:spChg chg="mod">
          <ac:chgData name="Ms Alina Arshad" userId="cccdfd85-d35d-4453-9c6f-a463aae40722" providerId="ADAL" clId="{EADAEE91-4A7C-4065-A245-779568A60DD0}" dt="2024-08-25T14:56:36.138" v="123" actId="207"/>
          <ac:spMkLst>
            <pc:docMk/>
            <pc:sldMk cId="0" sldId="388"/>
            <ac:spMk id="15362" creationId="{B5D5958D-6E5F-9718-7AE6-E98B7E13C061}"/>
          </ac:spMkLst>
        </pc:spChg>
      </pc:sldChg>
      <pc:sldChg chg="addSp delSp modSp add mod">
        <pc:chgData name="Ms Alina Arshad" userId="cccdfd85-d35d-4453-9c6f-a463aae40722" providerId="ADAL" clId="{EADAEE91-4A7C-4065-A245-779568A60DD0}" dt="2024-08-25T15:07:59.774" v="292" actId="1076"/>
        <pc:sldMkLst>
          <pc:docMk/>
          <pc:sldMk cId="0" sldId="389"/>
        </pc:sldMkLst>
        <pc:spChg chg="add del mod">
          <ac:chgData name="Ms Alina Arshad" userId="cccdfd85-d35d-4453-9c6f-a463aae40722" providerId="ADAL" clId="{EADAEE91-4A7C-4065-A245-779568A60DD0}" dt="2024-08-25T15:07:37.186" v="260" actId="478"/>
          <ac:spMkLst>
            <pc:docMk/>
            <pc:sldMk cId="0" sldId="389"/>
            <ac:spMk id="2" creationId="{0CE23F3B-4239-597E-A5B0-E94D1CCE768F}"/>
          </ac:spMkLst>
        </pc:spChg>
        <pc:spChg chg="add mod">
          <ac:chgData name="Ms Alina Arshad" userId="cccdfd85-d35d-4453-9c6f-a463aae40722" providerId="ADAL" clId="{EADAEE91-4A7C-4065-A245-779568A60DD0}" dt="2024-08-25T15:07:59.774" v="292" actId="1076"/>
          <ac:spMkLst>
            <pc:docMk/>
            <pc:sldMk cId="0" sldId="389"/>
            <ac:spMk id="3" creationId="{0173BDB6-055B-979D-8CAA-5632A73BCD82}"/>
          </ac:spMkLst>
        </pc:spChg>
        <pc:spChg chg="add mod">
          <ac:chgData name="Ms Alina Arshad" userId="cccdfd85-d35d-4453-9c6f-a463aae40722" providerId="ADAL" clId="{EADAEE91-4A7C-4065-A245-779568A60DD0}" dt="2024-08-25T15:07:55.518" v="291" actId="1038"/>
          <ac:spMkLst>
            <pc:docMk/>
            <pc:sldMk cId="0" sldId="389"/>
            <ac:spMk id="4" creationId="{7FFE77F7-77BD-6779-7B8A-D5B59F9F7530}"/>
          </ac:spMkLst>
        </pc:spChg>
        <pc:spChg chg="add mod">
          <ac:chgData name="Ms Alina Arshad" userId="cccdfd85-d35d-4453-9c6f-a463aae40722" providerId="ADAL" clId="{EADAEE91-4A7C-4065-A245-779568A60DD0}" dt="2024-08-25T15:07:55.518" v="291" actId="1038"/>
          <ac:spMkLst>
            <pc:docMk/>
            <pc:sldMk cId="0" sldId="389"/>
            <ac:spMk id="5" creationId="{C4414AD6-34B1-DAA7-03FC-7EC433EC04E6}"/>
          </ac:spMkLst>
        </pc:spChg>
        <pc:spChg chg="add mod">
          <ac:chgData name="Ms Alina Arshad" userId="cccdfd85-d35d-4453-9c6f-a463aae40722" providerId="ADAL" clId="{EADAEE91-4A7C-4065-A245-779568A60DD0}" dt="2024-08-25T15:07:55.518" v="291" actId="1038"/>
          <ac:spMkLst>
            <pc:docMk/>
            <pc:sldMk cId="0" sldId="389"/>
            <ac:spMk id="6" creationId="{2E05F920-12EE-20C9-465F-E850967F1A78}"/>
          </ac:spMkLst>
        </pc:spChg>
        <pc:spChg chg="add mod">
          <ac:chgData name="Ms Alina Arshad" userId="cccdfd85-d35d-4453-9c6f-a463aae40722" providerId="ADAL" clId="{EADAEE91-4A7C-4065-A245-779568A60DD0}" dt="2024-08-25T15:07:55.518" v="291" actId="1038"/>
          <ac:spMkLst>
            <pc:docMk/>
            <pc:sldMk cId="0" sldId="389"/>
            <ac:spMk id="7" creationId="{36DDBCEF-D6D2-C158-E99C-C9CDC65F8F3D}"/>
          </ac:spMkLst>
        </pc:spChg>
        <pc:spChg chg="add mod">
          <ac:chgData name="Ms Alina Arshad" userId="cccdfd85-d35d-4453-9c6f-a463aae40722" providerId="ADAL" clId="{EADAEE91-4A7C-4065-A245-779568A60DD0}" dt="2024-08-25T15:07:55.518" v="291" actId="1038"/>
          <ac:spMkLst>
            <pc:docMk/>
            <pc:sldMk cId="0" sldId="389"/>
            <ac:spMk id="8" creationId="{17AE233E-13F0-77C2-B86F-7FEFD7F1B9F0}"/>
          </ac:spMkLst>
        </pc:spChg>
        <pc:spChg chg="add mod">
          <ac:chgData name="Ms Alina Arshad" userId="cccdfd85-d35d-4453-9c6f-a463aae40722" providerId="ADAL" clId="{EADAEE91-4A7C-4065-A245-779568A60DD0}" dt="2024-08-25T15:07:55.518" v="291" actId="1038"/>
          <ac:spMkLst>
            <pc:docMk/>
            <pc:sldMk cId="0" sldId="389"/>
            <ac:spMk id="9" creationId="{E7365357-B5DB-3CEF-F010-5742156B8C1B}"/>
          </ac:spMkLst>
        </pc:spChg>
        <pc:spChg chg="add mod">
          <ac:chgData name="Ms Alina Arshad" userId="cccdfd85-d35d-4453-9c6f-a463aae40722" providerId="ADAL" clId="{EADAEE91-4A7C-4065-A245-779568A60DD0}" dt="2024-08-25T15:07:55.518" v="291" actId="1038"/>
          <ac:spMkLst>
            <pc:docMk/>
            <pc:sldMk cId="0" sldId="389"/>
            <ac:spMk id="10" creationId="{8CE65B31-5F33-1B6C-2F06-BE41749D91AA}"/>
          </ac:spMkLst>
        </pc:spChg>
        <pc:spChg chg="add mod">
          <ac:chgData name="Ms Alina Arshad" userId="cccdfd85-d35d-4453-9c6f-a463aae40722" providerId="ADAL" clId="{EADAEE91-4A7C-4065-A245-779568A60DD0}" dt="2024-08-25T15:07:55.518" v="291" actId="1038"/>
          <ac:spMkLst>
            <pc:docMk/>
            <pc:sldMk cId="0" sldId="389"/>
            <ac:spMk id="11" creationId="{FA3B8632-49AD-498A-2A42-49E15FDFC5F6}"/>
          </ac:spMkLst>
        </pc:spChg>
        <pc:spChg chg="add mod">
          <ac:chgData name="Ms Alina Arshad" userId="cccdfd85-d35d-4453-9c6f-a463aae40722" providerId="ADAL" clId="{EADAEE91-4A7C-4065-A245-779568A60DD0}" dt="2024-08-25T15:07:55.518" v="291" actId="1038"/>
          <ac:spMkLst>
            <pc:docMk/>
            <pc:sldMk cId="0" sldId="389"/>
            <ac:spMk id="12" creationId="{6655D55A-3EB4-FB45-E5DF-E05B85B6EFCC}"/>
          </ac:spMkLst>
        </pc:spChg>
        <pc:spChg chg="add mod">
          <ac:chgData name="Ms Alina Arshad" userId="cccdfd85-d35d-4453-9c6f-a463aae40722" providerId="ADAL" clId="{EADAEE91-4A7C-4065-A245-779568A60DD0}" dt="2024-08-25T15:07:55.518" v="291" actId="1038"/>
          <ac:spMkLst>
            <pc:docMk/>
            <pc:sldMk cId="0" sldId="389"/>
            <ac:spMk id="13" creationId="{692A058E-6B2D-06E0-A7A9-05EC5DC3395C}"/>
          </ac:spMkLst>
        </pc:spChg>
        <pc:spChg chg="add mod">
          <ac:chgData name="Ms Alina Arshad" userId="cccdfd85-d35d-4453-9c6f-a463aae40722" providerId="ADAL" clId="{EADAEE91-4A7C-4065-A245-779568A60DD0}" dt="2024-08-25T15:07:55.518" v="291" actId="1038"/>
          <ac:spMkLst>
            <pc:docMk/>
            <pc:sldMk cId="0" sldId="389"/>
            <ac:spMk id="14" creationId="{23AB970B-A864-362B-B887-403304B23151}"/>
          </ac:spMkLst>
        </pc:spChg>
        <pc:spChg chg="add mod">
          <ac:chgData name="Ms Alina Arshad" userId="cccdfd85-d35d-4453-9c6f-a463aae40722" providerId="ADAL" clId="{EADAEE91-4A7C-4065-A245-779568A60DD0}" dt="2024-08-25T15:07:55.518" v="291" actId="1038"/>
          <ac:spMkLst>
            <pc:docMk/>
            <pc:sldMk cId="0" sldId="389"/>
            <ac:spMk id="15" creationId="{A5773E1F-E06B-EAEB-0D02-BD6A2BF6D1E7}"/>
          </ac:spMkLst>
        </pc:spChg>
        <pc:spChg chg="add mod">
          <ac:chgData name="Ms Alina Arshad" userId="cccdfd85-d35d-4453-9c6f-a463aae40722" providerId="ADAL" clId="{EADAEE91-4A7C-4065-A245-779568A60DD0}" dt="2024-08-25T15:07:55.518" v="291" actId="1038"/>
          <ac:spMkLst>
            <pc:docMk/>
            <pc:sldMk cId="0" sldId="389"/>
            <ac:spMk id="16" creationId="{879FA89E-6923-A723-4FD9-B6426E00E8DD}"/>
          </ac:spMkLst>
        </pc:spChg>
        <pc:spChg chg="del">
          <ac:chgData name="Ms Alina Arshad" userId="cccdfd85-d35d-4453-9c6f-a463aae40722" providerId="ADAL" clId="{EADAEE91-4A7C-4065-A245-779568A60DD0}" dt="2024-08-25T15:07:25.790" v="256" actId="478"/>
          <ac:spMkLst>
            <pc:docMk/>
            <pc:sldMk cId="0" sldId="389"/>
            <ac:spMk id="29698" creationId="{3F6F46F1-E6AC-8DD6-6673-7538B5C3F5BC}"/>
          </ac:spMkLst>
        </pc:spChg>
        <pc:spChg chg="del">
          <ac:chgData name="Ms Alina Arshad" userId="cccdfd85-d35d-4453-9c6f-a463aae40722" providerId="ADAL" clId="{EADAEE91-4A7C-4065-A245-779568A60DD0}" dt="2024-08-25T15:07:25.790" v="256" actId="478"/>
          <ac:spMkLst>
            <pc:docMk/>
            <pc:sldMk cId="0" sldId="389"/>
            <ac:spMk id="29699" creationId="{FC5184A2-F2B9-49F6-1654-ACACAB5C79AF}"/>
          </ac:spMkLst>
        </pc:spChg>
        <pc:spChg chg="del">
          <ac:chgData name="Ms Alina Arshad" userId="cccdfd85-d35d-4453-9c6f-a463aae40722" providerId="ADAL" clId="{EADAEE91-4A7C-4065-A245-779568A60DD0}" dt="2024-08-25T15:07:25.790" v="256" actId="478"/>
          <ac:spMkLst>
            <pc:docMk/>
            <pc:sldMk cId="0" sldId="389"/>
            <ac:spMk id="29700" creationId="{F4DE8B67-78F5-A9E1-6315-6FAB587D180D}"/>
          </ac:spMkLst>
        </pc:spChg>
        <pc:spChg chg="del">
          <ac:chgData name="Ms Alina Arshad" userId="cccdfd85-d35d-4453-9c6f-a463aae40722" providerId="ADAL" clId="{EADAEE91-4A7C-4065-A245-779568A60DD0}" dt="2024-08-25T15:07:25.790" v="256" actId="478"/>
          <ac:spMkLst>
            <pc:docMk/>
            <pc:sldMk cId="0" sldId="389"/>
            <ac:spMk id="29701" creationId="{C2D1E451-E89C-E4E6-FD6F-C8D7A163B35D}"/>
          </ac:spMkLst>
        </pc:spChg>
        <pc:spChg chg="del">
          <ac:chgData name="Ms Alina Arshad" userId="cccdfd85-d35d-4453-9c6f-a463aae40722" providerId="ADAL" clId="{EADAEE91-4A7C-4065-A245-779568A60DD0}" dt="2024-08-25T15:07:25.790" v="256" actId="478"/>
          <ac:spMkLst>
            <pc:docMk/>
            <pc:sldMk cId="0" sldId="389"/>
            <ac:spMk id="34822" creationId="{B08645AD-AE88-D2C7-F504-F425F4BE939B}"/>
          </ac:spMkLst>
        </pc:spChg>
        <pc:spChg chg="del">
          <ac:chgData name="Ms Alina Arshad" userId="cccdfd85-d35d-4453-9c6f-a463aae40722" providerId="ADAL" clId="{EADAEE91-4A7C-4065-A245-779568A60DD0}" dt="2024-08-25T15:07:25.790" v="256" actId="478"/>
          <ac:spMkLst>
            <pc:docMk/>
            <pc:sldMk cId="0" sldId="389"/>
            <ac:spMk id="34823" creationId="{5B6FBF83-817F-D141-D33E-459F0621F826}"/>
          </ac:spMkLst>
        </pc:spChg>
        <pc:spChg chg="del">
          <ac:chgData name="Ms Alina Arshad" userId="cccdfd85-d35d-4453-9c6f-a463aae40722" providerId="ADAL" clId="{EADAEE91-4A7C-4065-A245-779568A60DD0}" dt="2024-08-25T15:07:25.790" v="256" actId="478"/>
          <ac:spMkLst>
            <pc:docMk/>
            <pc:sldMk cId="0" sldId="389"/>
            <ac:spMk id="34824" creationId="{DB589E3A-BF2E-E221-E6B6-993A216E442E}"/>
          </ac:spMkLst>
        </pc:spChg>
        <pc:spChg chg="del">
          <ac:chgData name="Ms Alina Arshad" userId="cccdfd85-d35d-4453-9c6f-a463aae40722" providerId="ADAL" clId="{EADAEE91-4A7C-4065-A245-779568A60DD0}" dt="2024-08-25T15:07:25.790" v="256" actId="478"/>
          <ac:spMkLst>
            <pc:docMk/>
            <pc:sldMk cId="0" sldId="389"/>
            <ac:spMk id="34825" creationId="{38F3E364-724E-BA6F-FE49-BD3C10B1F1B8}"/>
          </ac:spMkLst>
        </pc:spChg>
        <pc:spChg chg="del">
          <ac:chgData name="Ms Alina Arshad" userId="cccdfd85-d35d-4453-9c6f-a463aae40722" providerId="ADAL" clId="{EADAEE91-4A7C-4065-A245-779568A60DD0}" dt="2024-08-25T15:07:25.790" v="256" actId="478"/>
          <ac:spMkLst>
            <pc:docMk/>
            <pc:sldMk cId="0" sldId="389"/>
            <ac:spMk id="34826" creationId="{D01EE884-8180-E26C-E572-2C33F3FCE09C}"/>
          </ac:spMkLst>
        </pc:spChg>
        <pc:spChg chg="del">
          <ac:chgData name="Ms Alina Arshad" userId="cccdfd85-d35d-4453-9c6f-a463aae40722" providerId="ADAL" clId="{EADAEE91-4A7C-4065-A245-779568A60DD0}" dt="2024-08-25T15:07:25.790" v="256" actId="478"/>
          <ac:spMkLst>
            <pc:docMk/>
            <pc:sldMk cId="0" sldId="389"/>
            <ac:spMk id="34827" creationId="{6CB2A977-4DC5-7FC7-496F-3B2CA32A8D68}"/>
          </ac:spMkLst>
        </pc:spChg>
        <pc:spChg chg="del">
          <ac:chgData name="Ms Alina Arshad" userId="cccdfd85-d35d-4453-9c6f-a463aae40722" providerId="ADAL" clId="{EADAEE91-4A7C-4065-A245-779568A60DD0}" dt="2024-08-25T15:07:25.790" v="256" actId="478"/>
          <ac:spMkLst>
            <pc:docMk/>
            <pc:sldMk cId="0" sldId="389"/>
            <ac:spMk id="34828" creationId="{65EBF1BE-A165-21EE-2058-AE2B633A1A64}"/>
          </ac:spMkLst>
        </pc:spChg>
        <pc:spChg chg="del">
          <ac:chgData name="Ms Alina Arshad" userId="cccdfd85-d35d-4453-9c6f-a463aae40722" providerId="ADAL" clId="{EADAEE91-4A7C-4065-A245-779568A60DD0}" dt="2024-08-25T15:07:25.790" v="256" actId="478"/>
          <ac:spMkLst>
            <pc:docMk/>
            <pc:sldMk cId="0" sldId="389"/>
            <ac:spMk id="34829" creationId="{AB1D4614-1815-DA2B-F9AF-FACE083AC6E5}"/>
          </ac:spMkLst>
        </pc:spChg>
        <pc:spChg chg="del">
          <ac:chgData name="Ms Alina Arshad" userId="cccdfd85-d35d-4453-9c6f-a463aae40722" providerId="ADAL" clId="{EADAEE91-4A7C-4065-A245-779568A60DD0}" dt="2024-08-25T15:07:25.790" v="256" actId="478"/>
          <ac:spMkLst>
            <pc:docMk/>
            <pc:sldMk cId="0" sldId="389"/>
            <ac:spMk id="34830" creationId="{AB4D4B83-29AA-CEA2-851B-BB35CCE63FAF}"/>
          </ac:spMkLst>
        </pc:spChg>
        <pc:spChg chg="del">
          <ac:chgData name="Ms Alina Arshad" userId="cccdfd85-d35d-4453-9c6f-a463aae40722" providerId="ADAL" clId="{EADAEE91-4A7C-4065-A245-779568A60DD0}" dt="2024-08-25T15:07:25.790" v="256" actId="478"/>
          <ac:spMkLst>
            <pc:docMk/>
            <pc:sldMk cId="0" sldId="389"/>
            <ac:spMk id="34831" creationId="{9AEF8E35-1583-35F5-98AC-117CF0E426B7}"/>
          </ac:spMkLst>
        </pc:spChg>
      </pc:sldChg>
      <pc:sldChg chg="modSp add mod">
        <pc:chgData name="Ms Alina Arshad" userId="cccdfd85-d35d-4453-9c6f-a463aae40722" providerId="ADAL" clId="{EADAEE91-4A7C-4065-A245-779568A60DD0}" dt="2024-08-25T15:08:07.810" v="294" actId="207"/>
        <pc:sldMkLst>
          <pc:docMk/>
          <pc:sldMk cId="938158308" sldId="390"/>
        </pc:sldMkLst>
        <pc:spChg chg="mod">
          <ac:chgData name="Ms Alina Arshad" userId="cccdfd85-d35d-4453-9c6f-a463aae40722" providerId="ADAL" clId="{EADAEE91-4A7C-4065-A245-779568A60DD0}" dt="2024-08-25T15:08:07.810" v="294" actId="207"/>
          <ac:spMkLst>
            <pc:docMk/>
            <pc:sldMk cId="938158308" sldId="390"/>
            <ac:spMk id="30722" creationId="{F873CBB7-56F4-3671-10D2-8B22B4B80041}"/>
          </ac:spMkLst>
        </pc:spChg>
      </pc:sldChg>
    </pc:docChg>
  </pc:docChgLst>
  <pc:docChgLst>
    <pc:chgData name="Ms Alina Arshad" userId="cccdfd85-d35d-4453-9c6f-a463aae40722" providerId="ADAL" clId="{9D070D90-1526-4C33-8966-8ADF4EF98FAB}"/>
    <pc:docChg chg="undo custSel addSld delSld modSld sldOrd">
      <pc:chgData name="Ms Alina Arshad" userId="cccdfd85-d35d-4453-9c6f-a463aae40722" providerId="ADAL" clId="{9D070D90-1526-4C33-8966-8ADF4EF98FAB}" dt="2024-08-27T08:37:18.370" v="480" actId="1076"/>
      <pc:docMkLst>
        <pc:docMk/>
      </pc:docMkLst>
      <pc:sldChg chg="delSp modSp mod modAnim">
        <pc:chgData name="Ms Alina Arshad" userId="cccdfd85-d35d-4453-9c6f-a463aae40722" providerId="ADAL" clId="{9D070D90-1526-4C33-8966-8ADF4EF98FAB}" dt="2024-08-26T08:55:30.162" v="20" actId="27636"/>
        <pc:sldMkLst>
          <pc:docMk/>
          <pc:sldMk cId="0" sldId="351"/>
        </pc:sldMkLst>
        <pc:spChg chg="mod">
          <ac:chgData name="Ms Alina Arshad" userId="cccdfd85-d35d-4453-9c6f-a463aae40722" providerId="ADAL" clId="{9D070D90-1526-4C33-8966-8ADF4EF98FAB}" dt="2024-08-26T08:55:30.162" v="20" actId="27636"/>
          <ac:spMkLst>
            <pc:docMk/>
            <pc:sldMk cId="0" sldId="351"/>
            <ac:spMk id="3" creationId="{C0C22FA1-E5B0-AD82-96B5-C98C4EA3D56C}"/>
          </ac:spMkLst>
        </pc:spChg>
        <pc:grpChg chg="del">
          <ac:chgData name="Ms Alina Arshad" userId="cccdfd85-d35d-4453-9c6f-a463aae40722" providerId="ADAL" clId="{9D070D90-1526-4C33-8966-8ADF4EF98FAB}" dt="2024-08-26T08:52:15.902" v="6" actId="478"/>
          <ac:grpSpMkLst>
            <pc:docMk/>
            <pc:sldMk cId="0" sldId="351"/>
            <ac:grpSpMk id="2" creationId="{7F9631C9-A4A1-9EC8-8B28-D2C54EDAAC8E}"/>
          </ac:grpSpMkLst>
        </pc:grpChg>
      </pc:sldChg>
      <pc:sldChg chg="modSp mod">
        <pc:chgData name="Ms Alina Arshad" userId="cccdfd85-d35d-4453-9c6f-a463aae40722" providerId="ADAL" clId="{9D070D90-1526-4C33-8966-8ADF4EF98FAB}" dt="2024-08-27T08:37:18.370" v="480" actId="1076"/>
        <pc:sldMkLst>
          <pc:docMk/>
          <pc:sldMk cId="0" sldId="354"/>
        </pc:sldMkLst>
        <pc:spChg chg="mod">
          <ac:chgData name="Ms Alina Arshad" userId="cccdfd85-d35d-4453-9c6f-a463aae40722" providerId="ADAL" clId="{9D070D90-1526-4C33-8966-8ADF4EF98FAB}" dt="2024-08-27T08:37:18.370" v="480" actId="1076"/>
          <ac:spMkLst>
            <pc:docMk/>
            <pc:sldMk cId="0" sldId="354"/>
            <ac:spMk id="8" creationId="{643E073A-7DD6-73B9-FE08-31C2814707E7}"/>
          </ac:spMkLst>
        </pc:spChg>
        <pc:spChg chg="mod">
          <ac:chgData name="Ms Alina Arshad" userId="cccdfd85-d35d-4453-9c6f-a463aae40722" providerId="ADAL" clId="{9D070D90-1526-4C33-8966-8ADF4EF98FAB}" dt="2024-08-27T08:37:15.907" v="479" actId="1076"/>
          <ac:spMkLst>
            <pc:docMk/>
            <pc:sldMk cId="0" sldId="354"/>
            <ac:spMk id="25603" creationId="{BF524721-A574-8A8A-2F01-CF97DC19A676}"/>
          </ac:spMkLst>
        </pc:spChg>
      </pc:sldChg>
      <pc:sldChg chg="modSp mod">
        <pc:chgData name="Ms Alina Arshad" userId="cccdfd85-d35d-4453-9c6f-a463aae40722" providerId="ADAL" clId="{9D070D90-1526-4C33-8966-8ADF4EF98FAB}" dt="2024-08-26T08:55:46.777" v="21" actId="1076"/>
        <pc:sldMkLst>
          <pc:docMk/>
          <pc:sldMk cId="0" sldId="356"/>
        </pc:sldMkLst>
        <pc:spChg chg="mod">
          <ac:chgData name="Ms Alina Arshad" userId="cccdfd85-d35d-4453-9c6f-a463aae40722" providerId="ADAL" clId="{9D070D90-1526-4C33-8966-8ADF4EF98FAB}" dt="2024-08-26T06:59:26.289" v="3" actId="207"/>
          <ac:spMkLst>
            <pc:docMk/>
            <pc:sldMk cId="0" sldId="356"/>
            <ac:spMk id="3" creationId="{A0C26980-5FCF-11CE-42EA-C789EFC81BF9}"/>
          </ac:spMkLst>
        </pc:spChg>
        <pc:spChg chg="mod">
          <ac:chgData name="Ms Alina Arshad" userId="cccdfd85-d35d-4453-9c6f-a463aae40722" providerId="ADAL" clId="{9D070D90-1526-4C33-8966-8ADF4EF98FAB}" dt="2024-08-26T08:55:46.777" v="21" actId="1076"/>
          <ac:spMkLst>
            <pc:docMk/>
            <pc:sldMk cId="0" sldId="356"/>
            <ac:spMk id="21506" creationId="{2FDC0C03-1A50-AFEA-680D-11CB0080FD7C}"/>
          </ac:spMkLst>
        </pc:spChg>
      </pc:sldChg>
      <pc:sldChg chg="modSp mod">
        <pc:chgData name="Ms Alina Arshad" userId="cccdfd85-d35d-4453-9c6f-a463aae40722" providerId="ADAL" clId="{9D070D90-1526-4C33-8966-8ADF4EF98FAB}" dt="2024-08-26T08:57:57.549" v="23" actId="207"/>
        <pc:sldMkLst>
          <pc:docMk/>
          <pc:sldMk cId="0" sldId="357"/>
        </pc:sldMkLst>
        <pc:spChg chg="mod">
          <ac:chgData name="Ms Alina Arshad" userId="cccdfd85-d35d-4453-9c6f-a463aae40722" providerId="ADAL" clId="{9D070D90-1526-4C33-8966-8ADF4EF98FAB}" dt="2024-08-26T08:57:57.549" v="23" actId="207"/>
          <ac:spMkLst>
            <pc:docMk/>
            <pc:sldMk cId="0" sldId="357"/>
            <ac:spMk id="23554" creationId="{715C96A0-76EB-2410-6028-7CC970A627D0}"/>
          </ac:spMkLst>
        </pc:spChg>
      </pc:sldChg>
      <pc:sldChg chg="modSp mod">
        <pc:chgData name="Ms Alina Arshad" userId="cccdfd85-d35d-4453-9c6f-a463aae40722" providerId="ADAL" clId="{9D070D90-1526-4C33-8966-8ADF4EF98FAB}" dt="2024-08-26T08:59:32.937" v="31" actId="113"/>
        <pc:sldMkLst>
          <pc:docMk/>
          <pc:sldMk cId="0" sldId="359"/>
        </pc:sldMkLst>
        <pc:spChg chg="mod">
          <ac:chgData name="Ms Alina Arshad" userId="cccdfd85-d35d-4453-9c6f-a463aae40722" providerId="ADAL" clId="{9D070D90-1526-4C33-8966-8ADF4EF98FAB}" dt="2024-08-26T08:59:32.937" v="31" actId="113"/>
          <ac:spMkLst>
            <pc:docMk/>
            <pc:sldMk cId="0" sldId="359"/>
            <ac:spMk id="27650" creationId="{3601D225-8BCB-CD61-89F6-BD0091383FA4}"/>
          </ac:spMkLst>
        </pc:spChg>
      </pc:sldChg>
      <pc:sldChg chg="modSp mod">
        <pc:chgData name="Ms Alina Arshad" userId="cccdfd85-d35d-4453-9c6f-a463aae40722" providerId="ADAL" clId="{9D070D90-1526-4C33-8966-8ADF4EF98FAB}" dt="2024-08-26T09:01:41.296" v="33" actId="207"/>
        <pc:sldMkLst>
          <pc:docMk/>
          <pc:sldMk cId="0" sldId="360"/>
        </pc:sldMkLst>
        <pc:spChg chg="mod">
          <ac:chgData name="Ms Alina Arshad" userId="cccdfd85-d35d-4453-9c6f-a463aae40722" providerId="ADAL" clId="{9D070D90-1526-4C33-8966-8ADF4EF98FAB}" dt="2024-08-26T09:01:41.296" v="33" actId="207"/>
          <ac:spMkLst>
            <pc:docMk/>
            <pc:sldMk cId="0" sldId="360"/>
            <ac:spMk id="3" creationId="{5A29B148-68E9-42A4-AAEF-21C44FB97CC8}"/>
          </ac:spMkLst>
        </pc:spChg>
        <pc:spChg chg="mod">
          <ac:chgData name="Ms Alina Arshad" userId="cccdfd85-d35d-4453-9c6f-a463aae40722" providerId="ADAL" clId="{9D070D90-1526-4C33-8966-8ADF4EF98FAB}" dt="2024-08-26T08:59:33.484" v="32" actId="113"/>
          <ac:spMkLst>
            <pc:docMk/>
            <pc:sldMk cId="0" sldId="360"/>
            <ac:spMk id="28674" creationId="{5DF05B7C-3FB9-7AAD-79F2-F672F7AE8C7B}"/>
          </ac:spMkLst>
        </pc:spChg>
      </pc:sldChg>
      <pc:sldChg chg="modSp mod">
        <pc:chgData name="Ms Alina Arshad" userId="cccdfd85-d35d-4453-9c6f-a463aae40722" providerId="ADAL" clId="{9D070D90-1526-4C33-8966-8ADF4EF98FAB}" dt="2024-08-26T08:59:31.922" v="30" actId="113"/>
        <pc:sldMkLst>
          <pc:docMk/>
          <pc:sldMk cId="0" sldId="369"/>
        </pc:sldMkLst>
        <pc:spChg chg="mod">
          <ac:chgData name="Ms Alina Arshad" userId="cccdfd85-d35d-4453-9c6f-a463aae40722" providerId="ADAL" clId="{9D070D90-1526-4C33-8966-8ADF4EF98FAB}" dt="2024-08-26T08:59:31.922" v="30" actId="113"/>
          <ac:spMkLst>
            <pc:docMk/>
            <pc:sldMk cId="0" sldId="369"/>
            <ac:spMk id="26626" creationId="{A4F027D1-2AC1-1C80-C6CA-8BCE00F02C1D}"/>
          </ac:spMkLst>
        </pc:spChg>
      </pc:sldChg>
      <pc:sldChg chg="del">
        <pc:chgData name="Ms Alina Arshad" userId="cccdfd85-d35d-4453-9c6f-a463aae40722" providerId="ADAL" clId="{9D070D90-1526-4C33-8966-8ADF4EF98FAB}" dt="2024-08-26T09:03:11.641" v="34" actId="47"/>
        <pc:sldMkLst>
          <pc:docMk/>
          <pc:sldMk cId="0" sldId="371"/>
        </pc:sldMkLst>
      </pc:sldChg>
      <pc:sldChg chg="modSp del mod">
        <pc:chgData name="Ms Alina Arshad" userId="cccdfd85-d35d-4453-9c6f-a463aae40722" providerId="ADAL" clId="{9D070D90-1526-4C33-8966-8ADF4EF98FAB}" dt="2024-08-26T09:03:53.121" v="36" actId="47"/>
        <pc:sldMkLst>
          <pc:docMk/>
          <pc:sldMk cId="0" sldId="372"/>
        </pc:sldMkLst>
        <pc:spChg chg="mod">
          <ac:chgData name="Ms Alina Arshad" userId="cccdfd85-d35d-4453-9c6f-a463aae40722" providerId="ADAL" clId="{9D070D90-1526-4C33-8966-8ADF4EF98FAB}" dt="2024-08-26T09:03:17.065" v="35" actId="207"/>
          <ac:spMkLst>
            <pc:docMk/>
            <pc:sldMk cId="0" sldId="372"/>
            <ac:spMk id="33794" creationId="{21B4FF6A-7A53-1B02-2C5F-197ADE8BB9A5}"/>
          </ac:spMkLst>
        </pc:spChg>
      </pc:sldChg>
      <pc:sldChg chg="modSp mod ord">
        <pc:chgData name="Ms Alina Arshad" userId="cccdfd85-d35d-4453-9c6f-a463aae40722" providerId="ADAL" clId="{9D070D90-1526-4C33-8966-8ADF4EF98FAB}" dt="2024-08-26T09:04:28.044" v="40"/>
        <pc:sldMkLst>
          <pc:docMk/>
          <pc:sldMk cId="511546327" sldId="385"/>
        </pc:sldMkLst>
        <pc:spChg chg="mod">
          <ac:chgData name="Ms Alina Arshad" userId="cccdfd85-d35d-4453-9c6f-a463aae40722" providerId="ADAL" clId="{9D070D90-1526-4C33-8966-8ADF4EF98FAB}" dt="2024-08-26T09:03:57.994" v="37" actId="207"/>
          <ac:spMkLst>
            <pc:docMk/>
            <pc:sldMk cId="511546327" sldId="385"/>
            <ac:spMk id="2" creationId="{00000000-0000-0000-0000-000000000000}"/>
          </ac:spMkLst>
        </pc:spChg>
        <pc:picChg chg="mod">
          <ac:chgData name="Ms Alina Arshad" userId="cccdfd85-d35d-4453-9c6f-a463aae40722" providerId="ADAL" clId="{9D070D90-1526-4C33-8966-8ADF4EF98FAB}" dt="2024-08-26T09:04:01.816" v="38" actId="1076"/>
          <ac:picMkLst>
            <pc:docMk/>
            <pc:sldMk cId="511546327" sldId="385"/>
            <ac:picMk id="6" creationId="{00000000-0000-0000-0000-000000000000}"/>
          </ac:picMkLst>
        </pc:picChg>
      </pc:sldChg>
      <pc:sldChg chg="del">
        <pc:chgData name="Ms Alina Arshad" userId="cccdfd85-d35d-4453-9c6f-a463aae40722" providerId="ADAL" clId="{9D070D90-1526-4C33-8966-8ADF4EF98FAB}" dt="2024-08-26T09:04:38.339" v="41" actId="47"/>
        <pc:sldMkLst>
          <pc:docMk/>
          <pc:sldMk cId="938158308" sldId="390"/>
        </pc:sldMkLst>
        <pc:spChg chg="mod">
          <ac:chgData name="Ms Alina Arshad" userId="cccdfd85-d35d-4453-9c6f-a463aae40722" providerId="ADAL" clId="{9D070D90-1526-4C33-8966-8ADF4EF98FAB}" dt="2024-08-26T09:06:18.885" v="52" actId="14100"/>
          <ac:spMkLst>
            <pc:docMk/>
            <pc:sldMk cId="938158308" sldId="390"/>
            <ac:spMk id="2" creationId="{CCD37E2F-361C-46F4-BD07-2D803DB23F9E}"/>
          </ac:spMkLst>
        </pc:spChg>
        <pc:spChg chg="mod">
          <ac:chgData name="Ms Alina Arshad" userId="cccdfd85-d35d-4453-9c6f-a463aae40722" providerId="ADAL" clId="{9D070D90-1526-4C33-8966-8ADF4EF98FAB}" dt="2024-08-26T09:06:10.008" v="47" actId="207"/>
          <ac:spMkLst>
            <pc:docMk/>
            <pc:sldMk cId="938158308" sldId="390"/>
            <ac:spMk id="3" creationId="{F59BCEDC-C5D1-42CB-8414-D9DBEA47ECB0}"/>
          </ac:spMkLst>
        </pc:spChg>
        <pc:spChg chg="del">
          <ac:chgData name="Ms Alina Arshad" userId="cccdfd85-d35d-4453-9c6f-a463aae40722" providerId="ADAL" clId="{9D070D90-1526-4C33-8966-8ADF4EF98FAB}" dt="2024-08-26T09:05:58.458" v="43" actId="478"/>
          <ac:spMkLst>
            <pc:docMk/>
            <pc:sldMk cId="938158308" sldId="390"/>
            <ac:spMk id="4" creationId="{00000000-0000-0000-0000-000000000000}"/>
          </ac:spMkLst>
        </pc:spChg>
        <pc:spChg chg="del">
          <ac:chgData name="Ms Alina Arshad" userId="cccdfd85-d35d-4453-9c6f-a463aae40722" providerId="ADAL" clId="{9D070D90-1526-4C33-8966-8ADF4EF98FAB}" dt="2024-08-26T09:06:01.138" v="44" actId="478"/>
          <ac:spMkLst>
            <pc:docMk/>
            <pc:sldMk cId="938158308" sldId="390"/>
            <ac:spMk id="5" creationId="{00000000-0000-0000-0000-000000000000}"/>
          </ac:spMkLst>
        </pc:spChg>
      </pc:sldChg>
      <pc:sldChg chg="delSp modSp add mod">
        <pc:chgData name="Ms Alina Arshad" userId="cccdfd85-d35d-4453-9c6f-a463aae40722" providerId="ADAL" clId="{9D070D90-1526-4C33-8966-8ADF4EF98FAB}" dt="2024-08-26T09:06:52.848" v="55" actId="1076"/>
        <pc:sldMkLst>
          <pc:docMk/>
          <pc:sldMk cId="3237861477" sldId="391"/>
        </pc:sldMkLst>
        <pc:spChg chg="mod">
          <ac:chgData name="Ms Alina Arshad" userId="cccdfd85-d35d-4453-9c6f-a463aae40722" providerId="ADAL" clId="{9D070D90-1526-4C33-8966-8ADF4EF98FAB}" dt="2024-08-26T09:06:52.848" v="55" actId="1076"/>
          <ac:spMkLst>
            <pc:docMk/>
            <pc:sldMk cId="3237861477" sldId="391"/>
            <ac:spMk id="2" creationId="{EDA72679-0F98-43B0-9C8E-609711DDE88A}"/>
          </ac:spMkLst>
        </pc:spChg>
        <pc:spChg chg="mod">
          <ac:chgData name="Ms Alina Arshad" userId="cccdfd85-d35d-4453-9c6f-a463aae40722" providerId="ADAL" clId="{9D070D90-1526-4C33-8966-8ADF4EF98FAB}" dt="2024-08-26T09:06:49.005" v="53" actId="207"/>
          <ac:spMkLst>
            <pc:docMk/>
            <pc:sldMk cId="3237861477" sldId="391"/>
            <ac:spMk id="3" creationId="{9F621F65-B7BE-4B1B-8A4D-34D27C89D961}"/>
          </ac:spMkLst>
        </pc:spChg>
        <pc:spChg chg="del">
          <ac:chgData name="Ms Alina Arshad" userId="cccdfd85-d35d-4453-9c6f-a463aae40722" providerId="ADAL" clId="{9D070D90-1526-4C33-8966-8ADF4EF98FAB}" dt="2024-08-26T09:06:04.744" v="45" actId="478"/>
          <ac:spMkLst>
            <pc:docMk/>
            <pc:sldMk cId="3237861477" sldId="391"/>
            <ac:spMk id="4" creationId="{00000000-0000-0000-0000-000000000000}"/>
          </ac:spMkLst>
        </pc:spChg>
        <pc:spChg chg="del">
          <ac:chgData name="Ms Alina Arshad" userId="cccdfd85-d35d-4453-9c6f-a463aae40722" providerId="ADAL" clId="{9D070D90-1526-4C33-8966-8ADF4EF98FAB}" dt="2024-08-26T09:06:06.196" v="46" actId="478"/>
          <ac:spMkLst>
            <pc:docMk/>
            <pc:sldMk cId="3237861477" sldId="391"/>
            <ac:spMk id="5" creationId="{00000000-0000-0000-0000-000000000000}"/>
          </ac:spMkLst>
        </pc:spChg>
      </pc:sldChg>
      <pc:sldChg chg="modSp new mod ord">
        <pc:chgData name="Ms Alina Arshad" userId="cccdfd85-d35d-4453-9c6f-a463aae40722" providerId="ADAL" clId="{9D070D90-1526-4C33-8966-8ADF4EF98FAB}" dt="2024-08-26T09:14:19.288" v="94"/>
        <pc:sldMkLst>
          <pc:docMk/>
          <pc:sldMk cId="3171797292" sldId="392"/>
        </pc:sldMkLst>
        <pc:spChg chg="mod">
          <ac:chgData name="Ms Alina Arshad" userId="cccdfd85-d35d-4453-9c6f-a463aae40722" providerId="ADAL" clId="{9D070D90-1526-4C33-8966-8ADF4EF98FAB}" dt="2024-08-26T09:08:44.241" v="76" actId="207"/>
          <ac:spMkLst>
            <pc:docMk/>
            <pc:sldMk cId="3171797292" sldId="392"/>
            <ac:spMk id="2" creationId="{71C7E6DC-E247-A1A6-4433-2D99DE757456}"/>
          </ac:spMkLst>
        </pc:spChg>
        <pc:spChg chg="mod">
          <ac:chgData name="Ms Alina Arshad" userId="cccdfd85-d35d-4453-9c6f-a463aae40722" providerId="ADAL" clId="{9D070D90-1526-4C33-8966-8ADF4EF98FAB}" dt="2024-08-26T09:09:47.517" v="87" actId="207"/>
          <ac:spMkLst>
            <pc:docMk/>
            <pc:sldMk cId="3171797292" sldId="392"/>
            <ac:spMk id="3" creationId="{8945664E-4C57-92F9-8D47-FA41D2EC3675}"/>
          </ac:spMkLst>
        </pc:spChg>
      </pc:sldChg>
      <pc:sldChg chg="new del">
        <pc:chgData name="Ms Alina Arshad" userId="cccdfd85-d35d-4453-9c6f-a463aae40722" providerId="ADAL" clId="{9D070D90-1526-4C33-8966-8ADF4EF98FAB}" dt="2024-08-26T09:08:28.926" v="57" actId="47"/>
        <pc:sldMkLst>
          <pc:docMk/>
          <pc:sldMk cId="3427654478" sldId="392"/>
        </pc:sldMkLst>
      </pc:sldChg>
      <pc:sldChg chg="delSp new del mod">
        <pc:chgData name="Ms Alina Arshad" userId="cccdfd85-d35d-4453-9c6f-a463aae40722" providerId="ADAL" clId="{9D070D90-1526-4C33-8966-8ADF4EF98FAB}" dt="2024-08-26T09:16:59.706" v="226" actId="47"/>
        <pc:sldMkLst>
          <pc:docMk/>
          <pc:sldMk cId="1468559554" sldId="393"/>
        </pc:sldMkLst>
        <pc:spChg chg="del">
          <ac:chgData name="Ms Alina Arshad" userId="cccdfd85-d35d-4453-9c6f-a463aae40722" providerId="ADAL" clId="{9D070D90-1526-4C33-8966-8ADF4EF98FAB}" dt="2024-08-26T09:14:10.928" v="92" actId="478"/>
          <ac:spMkLst>
            <pc:docMk/>
            <pc:sldMk cId="1468559554" sldId="393"/>
            <ac:spMk id="2" creationId="{7B3096DD-7254-94FB-B361-91D1E30F9BF0}"/>
          </ac:spMkLst>
        </pc:spChg>
        <pc:spChg chg="del">
          <ac:chgData name="Ms Alina Arshad" userId="cccdfd85-d35d-4453-9c6f-a463aae40722" providerId="ADAL" clId="{9D070D90-1526-4C33-8966-8ADF4EF98FAB}" dt="2024-08-26T09:14:09.350" v="91" actId="478"/>
          <ac:spMkLst>
            <pc:docMk/>
            <pc:sldMk cId="1468559554" sldId="393"/>
            <ac:spMk id="3" creationId="{D78851B1-4A44-FD00-8C39-D0F0F275E549}"/>
          </ac:spMkLst>
        </pc:spChg>
      </pc:sldChg>
      <pc:sldChg chg="modSp new mod">
        <pc:chgData name="Ms Alina Arshad" userId="cccdfd85-d35d-4453-9c6f-a463aae40722" providerId="ADAL" clId="{9D070D90-1526-4C33-8966-8ADF4EF98FAB}" dt="2024-08-26T09:16:54.548" v="225"/>
        <pc:sldMkLst>
          <pc:docMk/>
          <pc:sldMk cId="3643065844" sldId="394"/>
        </pc:sldMkLst>
        <pc:spChg chg="mod">
          <ac:chgData name="Ms Alina Arshad" userId="cccdfd85-d35d-4453-9c6f-a463aae40722" providerId="ADAL" clId="{9D070D90-1526-4C33-8966-8ADF4EF98FAB}" dt="2024-08-26T09:16:54.548" v="225"/>
          <ac:spMkLst>
            <pc:docMk/>
            <pc:sldMk cId="3643065844" sldId="394"/>
            <ac:spMk id="2" creationId="{56FB64E0-A331-330A-441B-B3C636221533}"/>
          </ac:spMkLst>
        </pc:spChg>
        <pc:spChg chg="mod">
          <ac:chgData name="Ms Alina Arshad" userId="cccdfd85-d35d-4453-9c6f-a463aae40722" providerId="ADAL" clId="{9D070D90-1526-4C33-8966-8ADF4EF98FAB}" dt="2024-08-26T09:16:41.558" v="224" actId="20577"/>
          <ac:spMkLst>
            <pc:docMk/>
            <pc:sldMk cId="3643065844" sldId="394"/>
            <ac:spMk id="3" creationId="{22ACE35B-3318-313E-A6ED-E9C39A6CC46C}"/>
          </ac:spMkLst>
        </pc:spChg>
      </pc:sldChg>
      <pc:sldChg chg="addSp modSp new mod">
        <pc:chgData name="Ms Alina Arshad" userId="cccdfd85-d35d-4453-9c6f-a463aae40722" providerId="ADAL" clId="{9D070D90-1526-4C33-8966-8ADF4EF98FAB}" dt="2024-08-26T09:19:42.253" v="237" actId="1076"/>
        <pc:sldMkLst>
          <pc:docMk/>
          <pc:sldMk cId="129645018" sldId="395"/>
        </pc:sldMkLst>
        <pc:spChg chg="add mod">
          <ac:chgData name="Ms Alina Arshad" userId="cccdfd85-d35d-4453-9c6f-a463aae40722" providerId="ADAL" clId="{9D070D90-1526-4C33-8966-8ADF4EF98FAB}" dt="2024-08-26T09:19:10.813" v="231" actId="1076"/>
          <ac:spMkLst>
            <pc:docMk/>
            <pc:sldMk cId="129645018" sldId="395"/>
            <ac:spMk id="3" creationId="{AE48E4DB-1020-2267-9323-EA4B0A7A40F7}"/>
          </ac:spMkLst>
        </pc:spChg>
        <pc:spChg chg="add mod">
          <ac:chgData name="Ms Alina Arshad" userId="cccdfd85-d35d-4453-9c6f-a463aae40722" providerId="ADAL" clId="{9D070D90-1526-4C33-8966-8ADF4EF98FAB}" dt="2024-08-26T09:19:42.253" v="237" actId="1076"/>
          <ac:spMkLst>
            <pc:docMk/>
            <pc:sldMk cId="129645018" sldId="395"/>
            <ac:spMk id="4" creationId="{E314460D-0C28-0074-04BC-D8A2FC53EC0F}"/>
          </ac:spMkLst>
        </pc:spChg>
      </pc:sldChg>
      <pc:sldChg chg="addSp delSp modSp new del mod">
        <pc:chgData name="Ms Alina Arshad" userId="cccdfd85-d35d-4453-9c6f-a463aae40722" providerId="ADAL" clId="{9D070D90-1526-4C33-8966-8ADF4EF98FAB}" dt="2024-08-26T09:50:52.084" v="253" actId="47"/>
        <pc:sldMkLst>
          <pc:docMk/>
          <pc:sldMk cId="195136698" sldId="396"/>
        </pc:sldMkLst>
        <pc:spChg chg="del">
          <ac:chgData name="Ms Alina Arshad" userId="cccdfd85-d35d-4453-9c6f-a463aae40722" providerId="ADAL" clId="{9D070D90-1526-4C33-8966-8ADF4EF98FAB}" dt="2024-08-26T09:50:10.617" v="243" actId="478"/>
          <ac:spMkLst>
            <pc:docMk/>
            <pc:sldMk cId="195136698" sldId="396"/>
            <ac:spMk id="2" creationId="{339A6985-72FC-5A91-A4DF-3F5B5298DCF8}"/>
          </ac:spMkLst>
        </pc:spChg>
        <pc:spChg chg="del">
          <ac:chgData name="Ms Alina Arshad" userId="cccdfd85-d35d-4453-9c6f-a463aae40722" providerId="ADAL" clId="{9D070D90-1526-4C33-8966-8ADF4EF98FAB}" dt="2024-08-26T09:49:52.682" v="240" actId="478"/>
          <ac:spMkLst>
            <pc:docMk/>
            <pc:sldMk cId="195136698" sldId="396"/>
            <ac:spMk id="3" creationId="{7878009F-28FC-5074-A45A-CC4FA57569B8}"/>
          </ac:spMkLst>
        </pc:spChg>
        <pc:spChg chg="add mod">
          <ac:chgData name="Ms Alina Arshad" userId="cccdfd85-d35d-4453-9c6f-a463aae40722" providerId="ADAL" clId="{9D070D90-1526-4C33-8966-8ADF4EF98FAB}" dt="2024-08-26T09:49:59.992" v="242" actId="14100"/>
          <ac:spMkLst>
            <pc:docMk/>
            <pc:sldMk cId="195136698" sldId="396"/>
            <ac:spMk id="4" creationId="{EC782C3C-54D3-9B18-19A8-E0A2A4D1DF4A}"/>
          </ac:spMkLst>
        </pc:spChg>
        <pc:spChg chg="add">
          <ac:chgData name="Ms Alina Arshad" userId="cccdfd85-d35d-4453-9c6f-a463aae40722" providerId="ADAL" clId="{9D070D90-1526-4C33-8966-8ADF4EF98FAB}" dt="2024-08-26T09:49:45.156" v="239"/>
          <ac:spMkLst>
            <pc:docMk/>
            <pc:sldMk cId="195136698" sldId="396"/>
            <ac:spMk id="5" creationId="{DD9F2442-6369-3A35-4A3E-0B47D0C8A4F0}"/>
          </ac:spMkLst>
        </pc:spChg>
        <pc:spChg chg="add">
          <ac:chgData name="Ms Alina Arshad" userId="cccdfd85-d35d-4453-9c6f-a463aae40722" providerId="ADAL" clId="{9D070D90-1526-4C33-8966-8ADF4EF98FAB}" dt="2024-08-26T09:49:45.156" v="239"/>
          <ac:spMkLst>
            <pc:docMk/>
            <pc:sldMk cId="195136698" sldId="396"/>
            <ac:spMk id="6" creationId="{DFEC5ACE-098C-E847-DA0F-9EEFCAC48C76}"/>
          </ac:spMkLst>
        </pc:spChg>
      </pc:sldChg>
      <pc:sldChg chg="addSp delSp modSp new mod">
        <pc:chgData name="Ms Alina Arshad" userId="cccdfd85-d35d-4453-9c6f-a463aae40722" providerId="ADAL" clId="{9D070D90-1526-4C33-8966-8ADF4EF98FAB}" dt="2024-08-27T04:54:01.181" v="478" actId="20577"/>
        <pc:sldMkLst>
          <pc:docMk/>
          <pc:sldMk cId="2801136258" sldId="397"/>
        </pc:sldMkLst>
        <pc:spChg chg="add mod">
          <ac:chgData name="Ms Alina Arshad" userId="cccdfd85-d35d-4453-9c6f-a463aae40722" providerId="ADAL" clId="{9D070D90-1526-4C33-8966-8ADF4EF98FAB}" dt="2024-08-27T04:54:01.181" v="478" actId="20577"/>
          <ac:spMkLst>
            <pc:docMk/>
            <pc:sldMk cId="2801136258" sldId="397"/>
            <ac:spMk id="2" creationId="{0AA35CFD-1519-F917-F636-053D59CFD9D1}"/>
          </ac:spMkLst>
        </pc:spChg>
        <pc:spChg chg="add">
          <ac:chgData name="Ms Alina Arshad" userId="cccdfd85-d35d-4453-9c6f-a463aae40722" providerId="ADAL" clId="{9D070D90-1526-4C33-8966-8ADF4EF98FAB}" dt="2024-08-27T04:49:53.463" v="336"/>
          <ac:spMkLst>
            <pc:docMk/>
            <pc:sldMk cId="2801136258" sldId="397"/>
            <ac:spMk id="3" creationId="{1A518913-A396-ACDA-F801-842CC2F63381}"/>
          </ac:spMkLst>
        </pc:spChg>
        <pc:spChg chg="add del mod">
          <ac:chgData name="Ms Alina Arshad" userId="cccdfd85-d35d-4453-9c6f-a463aae40722" providerId="ADAL" clId="{9D070D90-1526-4C33-8966-8ADF4EF98FAB}" dt="2024-08-26T09:51:37.534" v="264" actId="478"/>
          <ac:spMkLst>
            <pc:docMk/>
            <pc:sldMk cId="2801136258" sldId="397"/>
            <ac:spMk id="3" creationId="{D417D5B8-68C8-6DC5-BEEC-D1BEBA8C2A61}"/>
          </ac:spMkLst>
        </pc:spChg>
        <pc:spChg chg="add mod">
          <ac:chgData name="Ms Alina Arshad" userId="cccdfd85-d35d-4453-9c6f-a463aae40722" providerId="ADAL" clId="{9D070D90-1526-4C33-8966-8ADF4EF98FAB}" dt="2024-08-26T09:51:57.527" v="269" actId="1076"/>
          <ac:spMkLst>
            <pc:docMk/>
            <pc:sldMk cId="2801136258" sldId="397"/>
            <ac:spMk id="4" creationId="{9F6CA550-4BA9-D211-315D-511871109AFE}"/>
          </ac:spMkLst>
        </pc:spChg>
      </pc:sldChg>
      <pc:sldChg chg="new del">
        <pc:chgData name="Ms Alina Arshad" userId="cccdfd85-d35d-4453-9c6f-a463aae40722" providerId="ADAL" clId="{9D070D90-1526-4C33-8966-8ADF4EF98FAB}" dt="2024-08-27T04:43:07.654" v="271" actId="47"/>
        <pc:sldMkLst>
          <pc:docMk/>
          <pc:sldMk cId="1625032331" sldId="398"/>
        </pc:sldMkLst>
      </pc:sldChg>
      <pc:sldChg chg="addSp modSp new mod">
        <pc:chgData name="Ms Alina Arshad" userId="cccdfd85-d35d-4453-9c6f-a463aae40722" providerId="ADAL" clId="{9D070D90-1526-4C33-8966-8ADF4EF98FAB}" dt="2024-08-27T04:46:49.038" v="312" actId="21"/>
        <pc:sldMkLst>
          <pc:docMk/>
          <pc:sldMk cId="2310894512" sldId="398"/>
        </pc:sldMkLst>
        <pc:graphicFrameChg chg="add mod modGraphic">
          <ac:chgData name="Ms Alina Arshad" userId="cccdfd85-d35d-4453-9c6f-a463aae40722" providerId="ADAL" clId="{9D070D90-1526-4C33-8966-8ADF4EF98FAB}" dt="2024-08-27T04:46:49.038" v="312" actId="21"/>
          <ac:graphicFrameMkLst>
            <pc:docMk/>
            <pc:sldMk cId="2310894512" sldId="398"/>
            <ac:graphicFrameMk id="2" creationId="{0805F1E4-B84C-1BA4-9718-16AA4D217A43}"/>
          </ac:graphicFrameMkLst>
        </pc:graphicFrameChg>
      </pc:sldChg>
      <pc:sldChg chg="addSp modSp new mod">
        <pc:chgData name="Ms Alina Arshad" userId="cccdfd85-d35d-4453-9c6f-a463aae40722" providerId="ADAL" clId="{9D070D90-1526-4C33-8966-8ADF4EF98FAB}" dt="2024-08-27T04:48:27.289" v="332" actId="1076"/>
        <pc:sldMkLst>
          <pc:docMk/>
          <pc:sldMk cId="4103277343" sldId="399"/>
        </pc:sldMkLst>
        <pc:spChg chg="add mod">
          <ac:chgData name="Ms Alina Arshad" userId="cccdfd85-d35d-4453-9c6f-a463aae40722" providerId="ADAL" clId="{9D070D90-1526-4C33-8966-8ADF4EF98FAB}" dt="2024-08-27T04:48:27.289" v="332" actId="1076"/>
          <ac:spMkLst>
            <pc:docMk/>
            <pc:sldMk cId="4103277343" sldId="399"/>
            <ac:spMk id="4" creationId="{4C670BC4-2223-4809-FDC3-575B071F5472}"/>
          </ac:spMkLst>
        </pc:spChg>
        <pc:graphicFrameChg chg="add mod modGraphic">
          <ac:chgData name="Ms Alina Arshad" userId="cccdfd85-d35d-4453-9c6f-a463aae40722" providerId="ADAL" clId="{9D070D90-1526-4C33-8966-8ADF4EF98FAB}" dt="2024-08-27T04:48:11.618" v="325" actId="1076"/>
          <ac:graphicFrameMkLst>
            <pc:docMk/>
            <pc:sldMk cId="4103277343" sldId="399"/>
            <ac:graphicFrameMk id="2" creationId="{6D781DE9-F107-AAE6-19E7-A44FE0997EAB}"/>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8FBB38-FDBC-49D5-8666-B18434B915C6}"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F44D287F-19D6-46A1-9156-F5D8B0345701}">
      <dgm:prSet phldrT="[Text]" custT="1"/>
      <dgm:spPr/>
      <dgm:t>
        <a:bodyPr/>
        <a:lstStyle/>
        <a:p>
          <a:r>
            <a:rPr lang="en-US" sz="1800" b="1" dirty="0"/>
            <a:t>CoSQ</a:t>
          </a:r>
        </a:p>
      </dgm:t>
    </dgm:pt>
    <dgm:pt modelId="{A473F2C6-1271-4445-A35B-145873B6B8D7}" type="parTrans" cxnId="{583257C2-6DE8-4A4E-8987-F325B86C42DD}">
      <dgm:prSet/>
      <dgm:spPr/>
      <dgm:t>
        <a:bodyPr/>
        <a:lstStyle/>
        <a:p>
          <a:endParaRPr lang="en-US"/>
        </a:p>
      </dgm:t>
    </dgm:pt>
    <dgm:pt modelId="{8A7CDC2C-1291-432E-ADA8-9C22D0D40EB1}" type="sibTrans" cxnId="{583257C2-6DE8-4A4E-8987-F325B86C42DD}">
      <dgm:prSet/>
      <dgm:spPr/>
      <dgm:t>
        <a:bodyPr/>
        <a:lstStyle/>
        <a:p>
          <a:endParaRPr lang="en-US"/>
        </a:p>
      </dgm:t>
    </dgm:pt>
    <dgm:pt modelId="{DE56EB34-38DE-48BD-89CB-D7DB56A075CE}">
      <dgm:prSet phldrT="[Text]" custT="1"/>
      <dgm:spPr/>
      <dgm:t>
        <a:bodyPr/>
        <a:lstStyle/>
        <a:p>
          <a:r>
            <a:rPr lang="en-US" sz="1800" b="1" dirty="0"/>
            <a:t>Conformance</a:t>
          </a:r>
        </a:p>
      </dgm:t>
    </dgm:pt>
    <dgm:pt modelId="{0610C2FC-D8B4-45BA-AC56-69C44CA6CC86}" type="parTrans" cxnId="{E381738F-6983-4184-A0D1-1BA171CA4928}">
      <dgm:prSet/>
      <dgm:spPr/>
      <dgm:t>
        <a:bodyPr/>
        <a:lstStyle/>
        <a:p>
          <a:endParaRPr lang="en-US"/>
        </a:p>
      </dgm:t>
    </dgm:pt>
    <dgm:pt modelId="{C5239E04-5256-497E-AB62-435C888B1920}" type="sibTrans" cxnId="{E381738F-6983-4184-A0D1-1BA171CA4928}">
      <dgm:prSet/>
      <dgm:spPr/>
      <dgm:t>
        <a:bodyPr/>
        <a:lstStyle/>
        <a:p>
          <a:endParaRPr lang="en-US"/>
        </a:p>
      </dgm:t>
    </dgm:pt>
    <dgm:pt modelId="{B2E5AC47-03D0-4388-AAA5-A46F093EB454}">
      <dgm:prSet phldrT="[Text]" custT="1"/>
      <dgm:spPr/>
      <dgm:t>
        <a:bodyPr/>
        <a:lstStyle/>
        <a:p>
          <a:r>
            <a:rPr lang="en-US" sz="1800" b="1" dirty="0"/>
            <a:t>Prevention</a:t>
          </a:r>
        </a:p>
      </dgm:t>
    </dgm:pt>
    <dgm:pt modelId="{7D771BB5-0556-47BF-B4A7-96BD03A83FD2}" type="parTrans" cxnId="{15DD7724-D995-4DB1-9763-CB3526E99F25}">
      <dgm:prSet/>
      <dgm:spPr/>
      <dgm:t>
        <a:bodyPr/>
        <a:lstStyle/>
        <a:p>
          <a:endParaRPr lang="en-US"/>
        </a:p>
      </dgm:t>
    </dgm:pt>
    <dgm:pt modelId="{1498AE96-A5C5-41F1-99ED-6937CE54B874}" type="sibTrans" cxnId="{15DD7724-D995-4DB1-9763-CB3526E99F25}">
      <dgm:prSet/>
      <dgm:spPr/>
      <dgm:t>
        <a:bodyPr/>
        <a:lstStyle/>
        <a:p>
          <a:endParaRPr lang="en-US"/>
        </a:p>
      </dgm:t>
    </dgm:pt>
    <dgm:pt modelId="{818556B6-4B73-429C-925D-832DC6080678}">
      <dgm:prSet phldrT="[Text]" custT="1"/>
      <dgm:spPr/>
      <dgm:t>
        <a:bodyPr/>
        <a:lstStyle/>
        <a:p>
          <a:r>
            <a:rPr lang="en-US" sz="1800" b="1" dirty="0"/>
            <a:t>Appraisal</a:t>
          </a:r>
        </a:p>
      </dgm:t>
    </dgm:pt>
    <dgm:pt modelId="{60B9EE65-A10F-4C37-B84F-EFE48B644A84}" type="parTrans" cxnId="{77C18EC4-C231-4A9B-A015-75CC44D9AFCA}">
      <dgm:prSet/>
      <dgm:spPr/>
      <dgm:t>
        <a:bodyPr/>
        <a:lstStyle/>
        <a:p>
          <a:endParaRPr lang="en-US"/>
        </a:p>
      </dgm:t>
    </dgm:pt>
    <dgm:pt modelId="{990DB04D-5031-4547-BF0C-FE05C7255662}" type="sibTrans" cxnId="{77C18EC4-C231-4A9B-A015-75CC44D9AFCA}">
      <dgm:prSet/>
      <dgm:spPr/>
      <dgm:t>
        <a:bodyPr/>
        <a:lstStyle/>
        <a:p>
          <a:endParaRPr lang="en-US"/>
        </a:p>
      </dgm:t>
    </dgm:pt>
    <dgm:pt modelId="{0B935AD3-4474-4869-AA6D-A4E714F7D137}">
      <dgm:prSet phldrT="[Text]" custT="1"/>
      <dgm:spPr/>
      <dgm:t>
        <a:bodyPr/>
        <a:lstStyle/>
        <a:p>
          <a:r>
            <a:rPr lang="en-US" sz="1800" b="1" dirty="0"/>
            <a:t>Non- Conformance</a:t>
          </a:r>
        </a:p>
      </dgm:t>
    </dgm:pt>
    <dgm:pt modelId="{F1B6FCF8-1785-46CD-A255-4E2BEA0ABD5A}" type="parTrans" cxnId="{1C92D0E4-3726-4347-8952-BB154B783086}">
      <dgm:prSet/>
      <dgm:spPr/>
      <dgm:t>
        <a:bodyPr/>
        <a:lstStyle/>
        <a:p>
          <a:endParaRPr lang="en-US"/>
        </a:p>
      </dgm:t>
    </dgm:pt>
    <dgm:pt modelId="{0C7FD047-3E56-4461-9AF2-16A79923F4EB}" type="sibTrans" cxnId="{1C92D0E4-3726-4347-8952-BB154B783086}">
      <dgm:prSet/>
      <dgm:spPr/>
      <dgm:t>
        <a:bodyPr/>
        <a:lstStyle/>
        <a:p>
          <a:endParaRPr lang="en-US"/>
        </a:p>
      </dgm:t>
    </dgm:pt>
    <dgm:pt modelId="{76CD4B69-6E2F-436D-88C0-FEF0065947C0}">
      <dgm:prSet phldrT="[Text]" custT="1"/>
      <dgm:spPr/>
      <dgm:t>
        <a:bodyPr/>
        <a:lstStyle/>
        <a:p>
          <a:r>
            <a:rPr lang="en-US" sz="1800" b="1" dirty="0"/>
            <a:t>Internal Failure</a:t>
          </a:r>
        </a:p>
      </dgm:t>
    </dgm:pt>
    <dgm:pt modelId="{05A23EE2-7A68-4001-BB24-428DA330D279}" type="parTrans" cxnId="{17903E80-23E4-40D7-BB3F-244B9994C372}">
      <dgm:prSet/>
      <dgm:spPr/>
      <dgm:t>
        <a:bodyPr/>
        <a:lstStyle/>
        <a:p>
          <a:endParaRPr lang="en-US"/>
        </a:p>
      </dgm:t>
    </dgm:pt>
    <dgm:pt modelId="{286D4C98-E096-40FF-B7EC-1F873A517F7E}" type="sibTrans" cxnId="{17903E80-23E4-40D7-BB3F-244B9994C372}">
      <dgm:prSet/>
      <dgm:spPr/>
      <dgm:t>
        <a:bodyPr/>
        <a:lstStyle/>
        <a:p>
          <a:endParaRPr lang="en-US"/>
        </a:p>
      </dgm:t>
    </dgm:pt>
    <dgm:pt modelId="{0AF5CAA3-22F8-4C85-A090-D0492E1D2A7C}">
      <dgm:prSet custT="1"/>
      <dgm:spPr/>
      <dgm:t>
        <a:bodyPr/>
        <a:lstStyle/>
        <a:p>
          <a:r>
            <a:rPr lang="en-US" sz="1800" b="1" dirty="0"/>
            <a:t>External Failure</a:t>
          </a:r>
        </a:p>
      </dgm:t>
    </dgm:pt>
    <dgm:pt modelId="{DA452D72-59E1-429B-85D0-ABA21F826321}" type="parTrans" cxnId="{F73001C7-9551-4F64-9E7F-0C979979E93D}">
      <dgm:prSet/>
      <dgm:spPr/>
      <dgm:t>
        <a:bodyPr/>
        <a:lstStyle/>
        <a:p>
          <a:endParaRPr lang="en-US"/>
        </a:p>
      </dgm:t>
    </dgm:pt>
    <dgm:pt modelId="{93807451-2ADF-4624-AAC3-31A4B1DCA0A1}" type="sibTrans" cxnId="{F73001C7-9551-4F64-9E7F-0C979979E93D}">
      <dgm:prSet/>
      <dgm:spPr/>
      <dgm:t>
        <a:bodyPr/>
        <a:lstStyle/>
        <a:p>
          <a:endParaRPr lang="en-US"/>
        </a:p>
      </dgm:t>
    </dgm:pt>
    <dgm:pt modelId="{5F97AB78-560A-41B2-A664-F9358F897FA1}" type="pres">
      <dgm:prSet presAssocID="{7E8FBB38-FDBC-49D5-8666-B18434B915C6}" presName="hierChild1" presStyleCnt="0">
        <dgm:presLayoutVars>
          <dgm:chPref val="1"/>
          <dgm:dir/>
          <dgm:animOne val="branch"/>
          <dgm:animLvl val="lvl"/>
          <dgm:resizeHandles/>
        </dgm:presLayoutVars>
      </dgm:prSet>
      <dgm:spPr/>
    </dgm:pt>
    <dgm:pt modelId="{F1EC285E-3FF8-4706-888D-EB2C995C927D}" type="pres">
      <dgm:prSet presAssocID="{F44D287F-19D6-46A1-9156-F5D8B0345701}" presName="hierRoot1" presStyleCnt="0"/>
      <dgm:spPr/>
    </dgm:pt>
    <dgm:pt modelId="{A9924571-3271-483B-8C08-CF0D81D365A4}" type="pres">
      <dgm:prSet presAssocID="{F44D287F-19D6-46A1-9156-F5D8B0345701}" presName="composite" presStyleCnt="0"/>
      <dgm:spPr/>
    </dgm:pt>
    <dgm:pt modelId="{A6AFFFE7-A909-4882-B1FE-C2B7BADC7A7B}" type="pres">
      <dgm:prSet presAssocID="{F44D287F-19D6-46A1-9156-F5D8B0345701}" presName="background" presStyleLbl="node0" presStyleIdx="0" presStyleCnt="1"/>
      <dgm:spPr/>
    </dgm:pt>
    <dgm:pt modelId="{75B3D5F4-C9D9-4D0B-984E-5EFDF2E6A352}" type="pres">
      <dgm:prSet presAssocID="{F44D287F-19D6-46A1-9156-F5D8B0345701}" presName="text" presStyleLbl="fgAcc0" presStyleIdx="0" presStyleCnt="1" custScaleY="42792">
        <dgm:presLayoutVars>
          <dgm:chPref val="3"/>
        </dgm:presLayoutVars>
      </dgm:prSet>
      <dgm:spPr/>
    </dgm:pt>
    <dgm:pt modelId="{5774F9B8-2A08-4427-A814-6218E1DE55A3}" type="pres">
      <dgm:prSet presAssocID="{F44D287F-19D6-46A1-9156-F5D8B0345701}" presName="hierChild2" presStyleCnt="0"/>
      <dgm:spPr/>
    </dgm:pt>
    <dgm:pt modelId="{AC31082F-D142-4A29-A4C1-31A0A829D22A}" type="pres">
      <dgm:prSet presAssocID="{0610C2FC-D8B4-45BA-AC56-69C44CA6CC86}" presName="Name10" presStyleLbl="parChTrans1D2" presStyleIdx="0" presStyleCnt="2"/>
      <dgm:spPr/>
    </dgm:pt>
    <dgm:pt modelId="{A4B23A59-6DF7-470B-8F95-54FB1AFB551D}" type="pres">
      <dgm:prSet presAssocID="{DE56EB34-38DE-48BD-89CB-D7DB56A075CE}" presName="hierRoot2" presStyleCnt="0"/>
      <dgm:spPr/>
    </dgm:pt>
    <dgm:pt modelId="{11CF2521-4FDE-4AA9-ACD3-F83C2263AC5E}" type="pres">
      <dgm:prSet presAssocID="{DE56EB34-38DE-48BD-89CB-D7DB56A075CE}" presName="composite2" presStyleCnt="0"/>
      <dgm:spPr/>
    </dgm:pt>
    <dgm:pt modelId="{97DC8F44-592C-402F-BEE1-D978CCE4A3B3}" type="pres">
      <dgm:prSet presAssocID="{DE56EB34-38DE-48BD-89CB-D7DB56A075CE}" presName="background2" presStyleLbl="node2" presStyleIdx="0" presStyleCnt="2"/>
      <dgm:spPr/>
    </dgm:pt>
    <dgm:pt modelId="{21F36865-B1FF-4C14-B604-620D349C119D}" type="pres">
      <dgm:prSet presAssocID="{DE56EB34-38DE-48BD-89CB-D7DB56A075CE}" presName="text2" presStyleLbl="fgAcc2" presStyleIdx="0" presStyleCnt="2" custScaleY="47621">
        <dgm:presLayoutVars>
          <dgm:chPref val="3"/>
        </dgm:presLayoutVars>
      </dgm:prSet>
      <dgm:spPr/>
    </dgm:pt>
    <dgm:pt modelId="{3BEB2570-821C-43CC-929E-69D1F181808A}" type="pres">
      <dgm:prSet presAssocID="{DE56EB34-38DE-48BD-89CB-D7DB56A075CE}" presName="hierChild3" presStyleCnt="0"/>
      <dgm:spPr/>
    </dgm:pt>
    <dgm:pt modelId="{79FDA07A-CC90-409E-8A87-C0E190B6BC82}" type="pres">
      <dgm:prSet presAssocID="{7D771BB5-0556-47BF-B4A7-96BD03A83FD2}" presName="Name17" presStyleLbl="parChTrans1D3" presStyleIdx="0" presStyleCnt="4"/>
      <dgm:spPr/>
    </dgm:pt>
    <dgm:pt modelId="{69B80683-CB28-44D4-B181-5A7D5A541270}" type="pres">
      <dgm:prSet presAssocID="{B2E5AC47-03D0-4388-AAA5-A46F093EB454}" presName="hierRoot3" presStyleCnt="0"/>
      <dgm:spPr/>
    </dgm:pt>
    <dgm:pt modelId="{37A9C3D0-9422-4D03-ADED-38E3A8148BF4}" type="pres">
      <dgm:prSet presAssocID="{B2E5AC47-03D0-4388-AAA5-A46F093EB454}" presName="composite3" presStyleCnt="0"/>
      <dgm:spPr/>
    </dgm:pt>
    <dgm:pt modelId="{C10BFD45-BD5C-490F-A200-B093623BCB01}" type="pres">
      <dgm:prSet presAssocID="{B2E5AC47-03D0-4388-AAA5-A46F093EB454}" presName="background3" presStyleLbl="node3" presStyleIdx="0" presStyleCnt="4"/>
      <dgm:spPr/>
    </dgm:pt>
    <dgm:pt modelId="{627E037B-AC94-452E-AD3C-EC2A5DC6A7CA}" type="pres">
      <dgm:prSet presAssocID="{B2E5AC47-03D0-4388-AAA5-A46F093EB454}" presName="text3" presStyleLbl="fgAcc3" presStyleIdx="0" presStyleCnt="4" custScaleY="47738">
        <dgm:presLayoutVars>
          <dgm:chPref val="3"/>
        </dgm:presLayoutVars>
      </dgm:prSet>
      <dgm:spPr/>
    </dgm:pt>
    <dgm:pt modelId="{15BDE658-5042-46A9-8F45-6E5CEEBDBA53}" type="pres">
      <dgm:prSet presAssocID="{B2E5AC47-03D0-4388-AAA5-A46F093EB454}" presName="hierChild4" presStyleCnt="0"/>
      <dgm:spPr/>
    </dgm:pt>
    <dgm:pt modelId="{72616E5C-826C-4B7F-ABA9-C5E9556D9091}" type="pres">
      <dgm:prSet presAssocID="{60B9EE65-A10F-4C37-B84F-EFE48B644A84}" presName="Name17" presStyleLbl="parChTrans1D3" presStyleIdx="1" presStyleCnt="4"/>
      <dgm:spPr/>
    </dgm:pt>
    <dgm:pt modelId="{F8D1EBD1-6273-4BB2-9EB3-256D8CE07F74}" type="pres">
      <dgm:prSet presAssocID="{818556B6-4B73-429C-925D-832DC6080678}" presName="hierRoot3" presStyleCnt="0"/>
      <dgm:spPr/>
    </dgm:pt>
    <dgm:pt modelId="{2126162B-3CC1-4AE9-AA54-5D1A0C3098D0}" type="pres">
      <dgm:prSet presAssocID="{818556B6-4B73-429C-925D-832DC6080678}" presName="composite3" presStyleCnt="0"/>
      <dgm:spPr/>
    </dgm:pt>
    <dgm:pt modelId="{A1E7A285-706E-4126-BF02-8F3938B94468}" type="pres">
      <dgm:prSet presAssocID="{818556B6-4B73-429C-925D-832DC6080678}" presName="background3" presStyleLbl="node3" presStyleIdx="1" presStyleCnt="4"/>
      <dgm:spPr/>
    </dgm:pt>
    <dgm:pt modelId="{BA03E8ED-AC6F-4F12-AFED-8EC46223F730}" type="pres">
      <dgm:prSet presAssocID="{818556B6-4B73-429C-925D-832DC6080678}" presName="text3" presStyleLbl="fgAcc3" presStyleIdx="1" presStyleCnt="4" custScaleY="47622">
        <dgm:presLayoutVars>
          <dgm:chPref val="3"/>
        </dgm:presLayoutVars>
      </dgm:prSet>
      <dgm:spPr/>
    </dgm:pt>
    <dgm:pt modelId="{F41F8E33-84F2-429F-AFF2-831528CDAAC5}" type="pres">
      <dgm:prSet presAssocID="{818556B6-4B73-429C-925D-832DC6080678}" presName="hierChild4" presStyleCnt="0"/>
      <dgm:spPr/>
    </dgm:pt>
    <dgm:pt modelId="{A311658D-7C7B-4B9E-8397-1F43EDEB0631}" type="pres">
      <dgm:prSet presAssocID="{F1B6FCF8-1785-46CD-A255-4E2BEA0ABD5A}" presName="Name10" presStyleLbl="parChTrans1D2" presStyleIdx="1" presStyleCnt="2"/>
      <dgm:spPr/>
    </dgm:pt>
    <dgm:pt modelId="{84431742-6EC1-47FF-8974-05F2843CFE48}" type="pres">
      <dgm:prSet presAssocID="{0B935AD3-4474-4869-AA6D-A4E714F7D137}" presName="hierRoot2" presStyleCnt="0"/>
      <dgm:spPr/>
    </dgm:pt>
    <dgm:pt modelId="{F9074829-82D9-44B5-B2EF-A6AC567ACF75}" type="pres">
      <dgm:prSet presAssocID="{0B935AD3-4474-4869-AA6D-A4E714F7D137}" presName="composite2" presStyleCnt="0"/>
      <dgm:spPr/>
    </dgm:pt>
    <dgm:pt modelId="{3457DE70-D6D0-486E-A18E-CD781A8BB59E}" type="pres">
      <dgm:prSet presAssocID="{0B935AD3-4474-4869-AA6D-A4E714F7D137}" presName="background2" presStyleLbl="node2" presStyleIdx="1" presStyleCnt="2"/>
      <dgm:spPr>
        <a:solidFill>
          <a:schemeClr val="accent2">
            <a:lumMod val="60000"/>
            <a:lumOff val="40000"/>
          </a:schemeClr>
        </a:solidFill>
      </dgm:spPr>
    </dgm:pt>
    <dgm:pt modelId="{D02568AA-38CB-4D51-A157-A9B11E636FEB}" type="pres">
      <dgm:prSet presAssocID="{0B935AD3-4474-4869-AA6D-A4E714F7D137}" presName="text2" presStyleLbl="fgAcc2" presStyleIdx="1" presStyleCnt="2" custScaleY="47621">
        <dgm:presLayoutVars>
          <dgm:chPref val="3"/>
        </dgm:presLayoutVars>
      </dgm:prSet>
      <dgm:spPr/>
    </dgm:pt>
    <dgm:pt modelId="{E2A5A762-3D59-4C57-9C92-3619BE74662D}" type="pres">
      <dgm:prSet presAssocID="{0B935AD3-4474-4869-AA6D-A4E714F7D137}" presName="hierChild3" presStyleCnt="0"/>
      <dgm:spPr/>
    </dgm:pt>
    <dgm:pt modelId="{668AF863-9402-4F90-A66E-820052C21503}" type="pres">
      <dgm:prSet presAssocID="{05A23EE2-7A68-4001-BB24-428DA330D279}" presName="Name17" presStyleLbl="parChTrans1D3" presStyleIdx="2" presStyleCnt="4"/>
      <dgm:spPr/>
    </dgm:pt>
    <dgm:pt modelId="{24C67CE8-2CFD-4E17-8CE0-245DD1810BFD}" type="pres">
      <dgm:prSet presAssocID="{76CD4B69-6E2F-436D-88C0-FEF0065947C0}" presName="hierRoot3" presStyleCnt="0"/>
      <dgm:spPr/>
    </dgm:pt>
    <dgm:pt modelId="{6B4F0156-2644-41D1-8ED0-0F1225454F22}" type="pres">
      <dgm:prSet presAssocID="{76CD4B69-6E2F-436D-88C0-FEF0065947C0}" presName="composite3" presStyleCnt="0"/>
      <dgm:spPr/>
    </dgm:pt>
    <dgm:pt modelId="{74A1721B-09F5-4562-AF28-11D40E98F7BB}" type="pres">
      <dgm:prSet presAssocID="{76CD4B69-6E2F-436D-88C0-FEF0065947C0}" presName="background3" presStyleLbl="node3" presStyleIdx="2" presStyleCnt="4"/>
      <dgm:spPr>
        <a:solidFill>
          <a:schemeClr val="accent2">
            <a:lumMod val="60000"/>
            <a:lumOff val="40000"/>
          </a:schemeClr>
        </a:solidFill>
      </dgm:spPr>
    </dgm:pt>
    <dgm:pt modelId="{44F3BB57-F6EE-4B0E-9AF3-E89775ED4C72}" type="pres">
      <dgm:prSet presAssocID="{76CD4B69-6E2F-436D-88C0-FEF0065947C0}" presName="text3" presStyleLbl="fgAcc3" presStyleIdx="2" presStyleCnt="4" custScaleY="46351">
        <dgm:presLayoutVars>
          <dgm:chPref val="3"/>
        </dgm:presLayoutVars>
      </dgm:prSet>
      <dgm:spPr/>
    </dgm:pt>
    <dgm:pt modelId="{57711BA3-8A92-403F-B7F1-84B13AB9B5AD}" type="pres">
      <dgm:prSet presAssocID="{76CD4B69-6E2F-436D-88C0-FEF0065947C0}" presName="hierChild4" presStyleCnt="0"/>
      <dgm:spPr/>
    </dgm:pt>
    <dgm:pt modelId="{0242A621-56C5-4C93-8424-D14DF9C0F256}" type="pres">
      <dgm:prSet presAssocID="{DA452D72-59E1-429B-85D0-ABA21F826321}" presName="Name17" presStyleLbl="parChTrans1D3" presStyleIdx="3" presStyleCnt="4"/>
      <dgm:spPr/>
    </dgm:pt>
    <dgm:pt modelId="{8909F19E-237E-4FAD-8800-5A7E47F1128C}" type="pres">
      <dgm:prSet presAssocID="{0AF5CAA3-22F8-4C85-A090-D0492E1D2A7C}" presName="hierRoot3" presStyleCnt="0"/>
      <dgm:spPr/>
    </dgm:pt>
    <dgm:pt modelId="{7F085816-8505-4E32-A4ED-21342A225385}" type="pres">
      <dgm:prSet presAssocID="{0AF5CAA3-22F8-4C85-A090-D0492E1D2A7C}" presName="composite3" presStyleCnt="0"/>
      <dgm:spPr/>
    </dgm:pt>
    <dgm:pt modelId="{B2D2B328-1A57-4C5E-9A50-28D845E5F4BE}" type="pres">
      <dgm:prSet presAssocID="{0AF5CAA3-22F8-4C85-A090-D0492E1D2A7C}" presName="background3" presStyleLbl="node3" presStyleIdx="3" presStyleCnt="4"/>
      <dgm:spPr>
        <a:solidFill>
          <a:schemeClr val="accent2">
            <a:lumMod val="60000"/>
            <a:lumOff val="40000"/>
          </a:schemeClr>
        </a:solidFill>
      </dgm:spPr>
    </dgm:pt>
    <dgm:pt modelId="{34862C05-0495-41BA-A977-01D743F9B3FE}" type="pres">
      <dgm:prSet presAssocID="{0AF5CAA3-22F8-4C85-A090-D0492E1D2A7C}" presName="text3" presStyleLbl="fgAcc3" presStyleIdx="3" presStyleCnt="4" custScaleY="42410">
        <dgm:presLayoutVars>
          <dgm:chPref val="3"/>
        </dgm:presLayoutVars>
      </dgm:prSet>
      <dgm:spPr/>
    </dgm:pt>
    <dgm:pt modelId="{15F35544-4CE0-4D2A-8A90-9CD14DE85787}" type="pres">
      <dgm:prSet presAssocID="{0AF5CAA3-22F8-4C85-A090-D0492E1D2A7C}" presName="hierChild4" presStyleCnt="0"/>
      <dgm:spPr/>
    </dgm:pt>
  </dgm:ptLst>
  <dgm:cxnLst>
    <dgm:cxn modelId="{937FFA0F-2288-4077-A932-5F94693AB930}" type="presOf" srcId="{05A23EE2-7A68-4001-BB24-428DA330D279}" destId="{668AF863-9402-4F90-A66E-820052C21503}" srcOrd="0" destOrd="0" presId="urn:microsoft.com/office/officeart/2005/8/layout/hierarchy1"/>
    <dgm:cxn modelId="{B3426811-CE99-469A-9D56-25FB3654AEB1}" type="presOf" srcId="{60B9EE65-A10F-4C37-B84F-EFE48B644A84}" destId="{72616E5C-826C-4B7F-ABA9-C5E9556D9091}" srcOrd="0" destOrd="0" presId="urn:microsoft.com/office/officeart/2005/8/layout/hierarchy1"/>
    <dgm:cxn modelId="{15DD7724-D995-4DB1-9763-CB3526E99F25}" srcId="{DE56EB34-38DE-48BD-89CB-D7DB56A075CE}" destId="{B2E5AC47-03D0-4388-AAA5-A46F093EB454}" srcOrd="0" destOrd="0" parTransId="{7D771BB5-0556-47BF-B4A7-96BD03A83FD2}" sibTransId="{1498AE96-A5C5-41F1-99ED-6937CE54B874}"/>
    <dgm:cxn modelId="{4A84C62F-3EEE-4828-A5DA-B8911D0625A7}" type="presOf" srcId="{0B935AD3-4474-4869-AA6D-A4E714F7D137}" destId="{D02568AA-38CB-4D51-A157-A9B11E636FEB}" srcOrd="0" destOrd="0" presId="urn:microsoft.com/office/officeart/2005/8/layout/hierarchy1"/>
    <dgm:cxn modelId="{53490C6B-2ED6-4008-B84F-7A795A367CA0}" type="presOf" srcId="{DA452D72-59E1-429B-85D0-ABA21F826321}" destId="{0242A621-56C5-4C93-8424-D14DF9C0F256}" srcOrd="0" destOrd="0" presId="urn:microsoft.com/office/officeart/2005/8/layout/hierarchy1"/>
    <dgm:cxn modelId="{913B0870-1A70-43CD-BD7D-937A191DC199}" type="presOf" srcId="{B2E5AC47-03D0-4388-AAA5-A46F093EB454}" destId="{627E037B-AC94-452E-AD3C-EC2A5DC6A7CA}" srcOrd="0" destOrd="0" presId="urn:microsoft.com/office/officeart/2005/8/layout/hierarchy1"/>
    <dgm:cxn modelId="{3F845974-D422-45CA-9AED-BB5438BCF678}" type="presOf" srcId="{7D771BB5-0556-47BF-B4A7-96BD03A83FD2}" destId="{79FDA07A-CC90-409E-8A87-C0E190B6BC82}" srcOrd="0" destOrd="0" presId="urn:microsoft.com/office/officeart/2005/8/layout/hierarchy1"/>
    <dgm:cxn modelId="{93069474-8BCD-469B-99CD-17FC1DF58E9C}" type="presOf" srcId="{0610C2FC-D8B4-45BA-AC56-69C44CA6CC86}" destId="{AC31082F-D142-4A29-A4C1-31A0A829D22A}" srcOrd="0" destOrd="0" presId="urn:microsoft.com/office/officeart/2005/8/layout/hierarchy1"/>
    <dgm:cxn modelId="{17903E80-23E4-40D7-BB3F-244B9994C372}" srcId="{0B935AD3-4474-4869-AA6D-A4E714F7D137}" destId="{76CD4B69-6E2F-436D-88C0-FEF0065947C0}" srcOrd="0" destOrd="0" parTransId="{05A23EE2-7A68-4001-BB24-428DA330D279}" sibTransId="{286D4C98-E096-40FF-B7EC-1F873A517F7E}"/>
    <dgm:cxn modelId="{E381738F-6983-4184-A0D1-1BA171CA4928}" srcId="{F44D287F-19D6-46A1-9156-F5D8B0345701}" destId="{DE56EB34-38DE-48BD-89CB-D7DB56A075CE}" srcOrd="0" destOrd="0" parTransId="{0610C2FC-D8B4-45BA-AC56-69C44CA6CC86}" sibTransId="{C5239E04-5256-497E-AB62-435C888B1920}"/>
    <dgm:cxn modelId="{623F5597-BFF3-47AF-B825-3880CF28C80D}" type="presOf" srcId="{76CD4B69-6E2F-436D-88C0-FEF0065947C0}" destId="{44F3BB57-F6EE-4B0E-9AF3-E89775ED4C72}" srcOrd="0" destOrd="0" presId="urn:microsoft.com/office/officeart/2005/8/layout/hierarchy1"/>
    <dgm:cxn modelId="{F24E57BA-8211-4E31-B909-3A653F564831}" type="presOf" srcId="{0AF5CAA3-22F8-4C85-A090-D0492E1D2A7C}" destId="{34862C05-0495-41BA-A977-01D743F9B3FE}" srcOrd="0" destOrd="0" presId="urn:microsoft.com/office/officeart/2005/8/layout/hierarchy1"/>
    <dgm:cxn modelId="{583257C2-6DE8-4A4E-8987-F325B86C42DD}" srcId="{7E8FBB38-FDBC-49D5-8666-B18434B915C6}" destId="{F44D287F-19D6-46A1-9156-F5D8B0345701}" srcOrd="0" destOrd="0" parTransId="{A473F2C6-1271-4445-A35B-145873B6B8D7}" sibTransId="{8A7CDC2C-1291-432E-ADA8-9C22D0D40EB1}"/>
    <dgm:cxn modelId="{77C18EC4-C231-4A9B-A015-75CC44D9AFCA}" srcId="{DE56EB34-38DE-48BD-89CB-D7DB56A075CE}" destId="{818556B6-4B73-429C-925D-832DC6080678}" srcOrd="1" destOrd="0" parTransId="{60B9EE65-A10F-4C37-B84F-EFE48B644A84}" sibTransId="{990DB04D-5031-4547-BF0C-FE05C7255662}"/>
    <dgm:cxn modelId="{F73001C7-9551-4F64-9E7F-0C979979E93D}" srcId="{0B935AD3-4474-4869-AA6D-A4E714F7D137}" destId="{0AF5CAA3-22F8-4C85-A090-D0492E1D2A7C}" srcOrd="1" destOrd="0" parTransId="{DA452D72-59E1-429B-85D0-ABA21F826321}" sibTransId="{93807451-2ADF-4624-AAC3-31A4B1DCA0A1}"/>
    <dgm:cxn modelId="{D4732CCC-888D-4E26-B62F-A62D1B70CEDA}" type="presOf" srcId="{F44D287F-19D6-46A1-9156-F5D8B0345701}" destId="{75B3D5F4-C9D9-4D0B-984E-5EFDF2E6A352}" srcOrd="0" destOrd="0" presId="urn:microsoft.com/office/officeart/2005/8/layout/hierarchy1"/>
    <dgm:cxn modelId="{AB51A8CD-5036-49B2-8974-B122F048A5CC}" type="presOf" srcId="{818556B6-4B73-429C-925D-832DC6080678}" destId="{BA03E8ED-AC6F-4F12-AFED-8EC46223F730}" srcOrd="0" destOrd="0" presId="urn:microsoft.com/office/officeart/2005/8/layout/hierarchy1"/>
    <dgm:cxn modelId="{1FFD58D0-E04E-4F46-8310-234B75D72E1E}" type="presOf" srcId="{7E8FBB38-FDBC-49D5-8666-B18434B915C6}" destId="{5F97AB78-560A-41B2-A664-F9358F897FA1}" srcOrd="0" destOrd="0" presId="urn:microsoft.com/office/officeart/2005/8/layout/hierarchy1"/>
    <dgm:cxn modelId="{AB8413D6-A636-45E5-B1E1-F9DB7FEE6707}" type="presOf" srcId="{F1B6FCF8-1785-46CD-A255-4E2BEA0ABD5A}" destId="{A311658D-7C7B-4B9E-8397-1F43EDEB0631}" srcOrd="0" destOrd="0" presId="urn:microsoft.com/office/officeart/2005/8/layout/hierarchy1"/>
    <dgm:cxn modelId="{4078E8DB-CCB2-4279-8ED3-7DA82ECA6B46}" type="presOf" srcId="{DE56EB34-38DE-48BD-89CB-D7DB56A075CE}" destId="{21F36865-B1FF-4C14-B604-620D349C119D}" srcOrd="0" destOrd="0" presId="urn:microsoft.com/office/officeart/2005/8/layout/hierarchy1"/>
    <dgm:cxn modelId="{1C92D0E4-3726-4347-8952-BB154B783086}" srcId="{F44D287F-19D6-46A1-9156-F5D8B0345701}" destId="{0B935AD3-4474-4869-AA6D-A4E714F7D137}" srcOrd="1" destOrd="0" parTransId="{F1B6FCF8-1785-46CD-A255-4E2BEA0ABD5A}" sibTransId="{0C7FD047-3E56-4461-9AF2-16A79923F4EB}"/>
    <dgm:cxn modelId="{1FBE90AA-8DE9-4E6D-A0F7-06CF54FFD7A1}" type="presParOf" srcId="{5F97AB78-560A-41B2-A664-F9358F897FA1}" destId="{F1EC285E-3FF8-4706-888D-EB2C995C927D}" srcOrd="0" destOrd="0" presId="urn:microsoft.com/office/officeart/2005/8/layout/hierarchy1"/>
    <dgm:cxn modelId="{69A653AD-277C-44EE-9E9E-28618AE3DD7D}" type="presParOf" srcId="{F1EC285E-3FF8-4706-888D-EB2C995C927D}" destId="{A9924571-3271-483B-8C08-CF0D81D365A4}" srcOrd="0" destOrd="0" presId="urn:microsoft.com/office/officeart/2005/8/layout/hierarchy1"/>
    <dgm:cxn modelId="{195DDAD5-8D51-4FAB-9344-2D5AD6EEE3A3}" type="presParOf" srcId="{A9924571-3271-483B-8C08-CF0D81D365A4}" destId="{A6AFFFE7-A909-4882-B1FE-C2B7BADC7A7B}" srcOrd="0" destOrd="0" presId="urn:microsoft.com/office/officeart/2005/8/layout/hierarchy1"/>
    <dgm:cxn modelId="{86F403BE-72C3-41E7-9C59-80DFD3737ED7}" type="presParOf" srcId="{A9924571-3271-483B-8C08-CF0D81D365A4}" destId="{75B3D5F4-C9D9-4D0B-984E-5EFDF2E6A352}" srcOrd="1" destOrd="0" presId="urn:microsoft.com/office/officeart/2005/8/layout/hierarchy1"/>
    <dgm:cxn modelId="{F40BB663-1CCB-42EA-B3EA-02027EF035CA}" type="presParOf" srcId="{F1EC285E-3FF8-4706-888D-EB2C995C927D}" destId="{5774F9B8-2A08-4427-A814-6218E1DE55A3}" srcOrd="1" destOrd="0" presId="urn:microsoft.com/office/officeart/2005/8/layout/hierarchy1"/>
    <dgm:cxn modelId="{7436890B-85B9-4171-BB86-1E923B04F7E4}" type="presParOf" srcId="{5774F9B8-2A08-4427-A814-6218E1DE55A3}" destId="{AC31082F-D142-4A29-A4C1-31A0A829D22A}" srcOrd="0" destOrd="0" presId="urn:microsoft.com/office/officeart/2005/8/layout/hierarchy1"/>
    <dgm:cxn modelId="{2388F68C-A89C-4D2E-8182-FDD8A61344F7}" type="presParOf" srcId="{5774F9B8-2A08-4427-A814-6218E1DE55A3}" destId="{A4B23A59-6DF7-470B-8F95-54FB1AFB551D}" srcOrd="1" destOrd="0" presId="urn:microsoft.com/office/officeart/2005/8/layout/hierarchy1"/>
    <dgm:cxn modelId="{FAF51913-0C68-47F6-B2F0-B8CEF36C79D2}" type="presParOf" srcId="{A4B23A59-6DF7-470B-8F95-54FB1AFB551D}" destId="{11CF2521-4FDE-4AA9-ACD3-F83C2263AC5E}" srcOrd="0" destOrd="0" presId="urn:microsoft.com/office/officeart/2005/8/layout/hierarchy1"/>
    <dgm:cxn modelId="{370D8D0B-B06F-46B6-B136-23DF529220C9}" type="presParOf" srcId="{11CF2521-4FDE-4AA9-ACD3-F83C2263AC5E}" destId="{97DC8F44-592C-402F-BEE1-D978CCE4A3B3}" srcOrd="0" destOrd="0" presId="urn:microsoft.com/office/officeart/2005/8/layout/hierarchy1"/>
    <dgm:cxn modelId="{2611F1AE-9276-4F7D-AF7D-A86EFB942697}" type="presParOf" srcId="{11CF2521-4FDE-4AA9-ACD3-F83C2263AC5E}" destId="{21F36865-B1FF-4C14-B604-620D349C119D}" srcOrd="1" destOrd="0" presId="urn:microsoft.com/office/officeart/2005/8/layout/hierarchy1"/>
    <dgm:cxn modelId="{05637086-A3BC-4AAF-B541-C783AD5EC5FD}" type="presParOf" srcId="{A4B23A59-6DF7-470B-8F95-54FB1AFB551D}" destId="{3BEB2570-821C-43CC-929E-69D1F181808A}" srcOrd="1" destOrd="0" presId="urn:microsoft.com/office/officeart/2005/8/layout/hierarchy1"/>
    <dgm:cxn modelId="{DC54A6D2-DAA6-4BC4-B64A-D3821B6C67ED}" type="presParOf" srcId="{3BEB2570-821C-43CC-929E-69D1F181808A}" destId="{79FDA07A-CC90-409E-8A87-C0E190B6BC82}" srcOrd="0" destOrd="0" presId="urn:microsoft.com/office/officeart/2005/8/layout/hierarchy1"/>
    <dgm:cxn modelId="{B2A3D1EE-47EC-4ADB-9E26-A1AF5F0A7606}" type="presParOf" srcId="{3BEB2570-821C-43CC-929E-69D1F181808A}" destId="{69B80683-CB28-44D4-B181-5A7D5A541270}" srcOrd="1" destOrd="0" presId="urn:microsoft.com/office/officeart/2005/8/layout/hierarchy1"/>
    <dgm:cxn modelId="{3FE88C3A-EC46-4500-9A48-3F4032923003}" type="presParOf" srcId="{69B80683-CB28-44D4-B181-5A7D5A541270}" destId="{37A9C3D0-9422-4D03-ADED-38E3A8148BF4}" srcOrd="0" destOrd="0" presId="urn:microsoft.com/office/officeart/2005/8/layout/hierarchy1"/>
    <dgm:cxn modelId="{9C2156C4-5533-4DB4-AB51-CF9DA79665CE}" type="presParOf" srcId="{37A9C3D0-9422-4D03-ADED-38E3A8148BF4}" destId="{C10BFD45-BD5C-490F-A200-B093623BCB01}" srcOrd="0" destOrd="0" presId="urn:microsoft.com/office/officeart/2005/8/layout/hierarchy1"/>
    <dgm:cxn modelId="{E832EE1B-E619-4588-AB71-AE97C28DA440}" type="presParOf" srcId="{37A9C3D0-9422-4D03-ADED-38E3A8148BF4}" destId="{627E037B-AC94-452E-AD3C-EC2A5DC6A7CA}" srcOrd="1" destOrd="0" presId="urn:microsoft.com/office/officeart/2005/8/layout/hierarchy1"/>
    <dgm:cxn modelId="{CE948A2E-F0AC-4EC0-A7BC-CE149DB4E548}" type="presParOf" srcId="{69B80683-CB28-44D4-B181-5A7D5A541270}" destId="{15BDE658-5042-46A9-8F45-6E5CEEBDBA53}" srcOrd="1" destOrd="0" presId="urn:microsoft.com/office/officeart/2005/8/layout/hierarchy1"/>
    <dgm:cxn modelId="{58B91B28-7CCE-4BD9-8C06-419429E203BD}" type="presParOf" srcId="{3BEB2570-821C-43CC-929E-69D1F181808A}" destId="{72616E5C-826C-4B7F-ABA9-C5E9556D9091}" srcOrd="2" destOrd="0" presId="urn:microsoft.com/office/officeart/2005/8/layout/hierarchy1"/>
    <dgm:cxn modelId="{812C5B5A-3DE9-4A72-ABF2-E21FD6664AC8}" type="presParOf" srcId="{3BEB2570-821C-43CC-929E-69D1F181808A}" destId="{F8D1EBD1-6273-4BB2-9EB3-256D8CE07F74}" srcOrd="3" destOrd="0" presId="urn:microsoft.com/office/officeart/2005/8/layout/hierarchy1"/>
    <dgm:cxn modelId="{637BA43C-0B69-43FE-B5A2-EDFA34C8DF72}" type="presParOf" srcId="{F8D1EBD1-6273-4BB2-9EB3-256D8CE07F74}" destId="{2126162B-3CC1-4AE9-AA54-5D1A0C3098D0}" srcOrd="0" destOrd="0" presId="urn:microsoft.com/office/officeart/2005/8/layout/hierarchy1"/>
    <dgm:cxn modelId="{1AFCAE0A-9D75-4920-A03D-A24B275D5290}" type="presParOf" srcId="{2126162B-3CC1-4AE9-AA54-5D1A0C3098D0}" destId="{A1E7A285-706E-4126-BF02-8F3938B94468}" srcOrd="0" destOrd="0" presId="urn:microsoft.com/office/officeart/2005/8/layout/hierarchy1"/>
    <dgm:cxn modelId="{5134D67A-011E-4A6A-A891-CCC33960F49F}" type="presParOf" srcId="{2126162B-3CC1-4AE9-AA54-5D1A0C3098D0}" destId="{BA03E8ED-AC6F-4F12-AFED-8EC46223F730}" srcOrd="1" destOrd="0" presId="urn:microsoft.com/office/officeart/2005/8/layout/hierarchy1"/>
    <dgm:cxn modelId="{E50E334E-6B81-49A4-B332-F7070C28E425}" type="presParOf" srcId="{F8D1EBD1-6273-4BB2-9EB3-256D8CE07F74}" destId="{F41F8E33-84F2-429F-AFF2-831528CDAAC5}" srcOrd="1" destOrd="0" presId="urn:microsoft.com/office/officeart/2005/8/layout/hierarchy1"/>
    <dgm:cxn modelId="{78FF913A-BB5D-46BB-8B1F-6FA5B1CBAFD7}" type="presParOf" srcId="{5774F9B8-2A08-4427-A814-6218E1DE55A3}" destId="{A311658D-7C7B-4B9E-8397-1F43EDEB0631}" srcOrd="2" destOrd="0" presId="urn:microsoft.com/office/officeart/2005/8/layout/hierarchy1"/>
    <dgm:cxn modelId="{EFBFBBA0-3F65-46A0-8972-B9DDC40564C3}" type="presParOf" srcId="{5774F9B8-2A08-4427-A814-6218E1DE55A3}" destId="{84431742-6EC1-47FF-8974-05F2843CFE48}" srcOrd="3" destOrd="0" presId="urn:microsoft.com/office/officeart/2005/8/layout/hierarchy1"/>
    <dgm:cxn modelId="{CF055E97-46B7-4196-97E7-96F7B752B1E1}" type="presParOf" srcId="{84431742-6EC1-47FF-8974-05F2843CFE48}" destId="{F9074829-82D9-44B5-B2EF-A6AC567ACF75}" srcOrd="0" destOrd="0" presId="urn:microsoft.com/office/officeart/2005/8/layout/hierarchy1"/>
    <dgm:cxn modelId="{41AD5B43-7DD2-47D0-92FC-BF83C3D86185}" type="presParOf" srcId="{F9074829-82D9-44B5-B2EF-A6AC567ACF75}" destId="{3457DE70-D6D0-486E-A18E-CD781A8BB59E}" srcOrd="0" destOrd="0" presId="urn:microsoft.com/office/officeart/2005/8/layout/hierarchy1"/>
    <dgm:cxn modelId="{11EEF75D-87F5-4E6C-B5DC-93D4525C88C7}" type="presParOf" srcId="{F9074829-82D9-44B5-B2EF-A6AC567ACF75}" destId="{D02568AA-38CB-4D51-A157-A9B11E636FEB}" srcOrd="1" destOrd="0" presId="urn:microsoft.com/office/officeart/2005/8/layout/hierarchy1"/>
    <dgm:cxn modelId="{C580AB49-7BD9-484A-9BFD-CF571F2F93B3}" type="presParOf" srcId="{84431742-6EC1-47FF-8974-05F2843CFE48}" destId="{E2A5A762-3D59-4C57-9C92-3619BE74662D}" srcOrd="1" destOrd="0" presId="urn:microsoft.com/office/officeart/2005/8/layout/hierarchy1"/>
    <dgm:cxn modelId="{5111423E-C996-4292-900C-06CD05231D2F}" type="presParOf" srcId="{E2A5A762-3D59-4C57-9C92-3619BE74662D}" destId="{668AF863-9402-4F90-A66E-820052C21503}" srcOrd="0" destOrd="0" presId="urn:microsoft.com/office/officeart/2005/8/layout/hierarchy1"/>
    <dgm:cxn modelId="{9ECEA85E-71BC-4A02-833B-74106FF8C14A}" type="presParOf" srcId="{E2A5A762-3D59-4C57-9C92-3619BE74662D}" destId="{24C67CE8-2CFD-4E17-8CE0-245DD1810BFD}" srcOrd="1" destOrd="0" presId="urn:microsoft.com/office/officeart/2005/8/layout/hierarchy1"/>
    <dgm:cxn modelId="{9C4D44E6-ED98-494F-B0F3-D2C459D67A12}" type="presParOf" srcId="{24C67CE8-2CFD-4E17-8CE0-245DD1810BFD}" destId="{6B4F0156-2644-41D1-8ED0-0F1225454F22}" srcOrd="0" destOrd="0" presId="urn:microsoft.com/office/officeart/2005/8/layout/hierarchy1"/>
    <dgm:cxn modelId="{BDCDD439-02FE-42B3-96C6-52F49D748C12}" type="presParOf" srcId="{6B4F0156-2644-41D1-8ED0-0F1225454F22}" destId="{74A1721B-09F5-4562-AF28-11D40E98F7BB}" srcOrd="0" destOrd="0" presId="urn:microsoft.com/office/officeart/2005/8/layout/hierarchy1"/>
    <dgm:cxn modelId="{8F0AD3A4-ACD3-4415-968C-32F0AA6432DB}" type="presParOf" srcId="{6B4F0156-2644-41D1-8ED0-0F1225454F22}" destId="{44F3BB57-F6EE-4B0E-9AF3-E89775ED4C72}" srcOrd="1" destOrd="0" presId="urn:microsoft.com/office/officeart/2005/8/layout/hierarchy1"/>
    <dgm:cxn modelId="{422232EA-AAF7-4AF9-A38F-8C494D9BD2B3}" type="presParOf" srcId="{24C67CE8-2CFD-4E17-8CE0-245DD1810BFD}" destId="{57711BA3-8A92-403F-B7F1-84B13AB9B5AD}" srcOrd="1" destOrd="0" presId="urn:microsoft.com/office/officeart/2005/8/layout/hierarchy1"/>
    <dgm:cxn modelId="{D153A42A-ADC5-4C9B-91A6-EFBEDE3F3478}" type="presParOf" srcId="{E2A5A762-3D59-4C57-9C92-3619BE74662D}" destId="{0242A621-56C5-4C93-8424-D14DF9C0F256}" srcOrd="2" destOrd="0" presId="urn:microsoft.com/office/officeart/2005/8/layout/hierarchy1"/>
    <dgm:cxn modelId="{826C180D-4871-4DDF-AD10-32F8D9F32400}" type="presParOf" srcId="{E2A5A762-3D59-4C57-9C92-3619BE74662D}" destId="{8909F19E-237E-4FAD-8800-5A7E47F1128C}" srcOrd="3" destOrd="0" presId="urn:microsoft.com/office/officeart/2005/8/layout/hierarchy1"/>
    <dgm:cxn modelId="{66809157-BFDC-4D52-9BE4-C854E13A5FF4}" type="presParOf" srcId="{8909F19E-237E-4FAD-8800-5A7E47F1128C}" destId="{7F085816-8505-4E32-A4ED-21342A225385}" srcOrd="0" destOrd="0" presId="urn:microsoft.com/office/officeart/2005/8/layout/hierarchy1"/>
    <dgm:cxn modelId="{191D20BF-7053-443C-9064-3B723CEC65C4}" type="presParOf" srcId="{7F085816-8505-4E32-A4ED-21342A225385}" destId="{B2D2B328-1A57-4C5E-9A50-28D845E5F4BE}" srcOrd="0" destOrd="0" presId="urn:microsoft.com/office/officeart/2005/8/layout/hierarchy1"/>
    <dgm:cxn modelId="{326261FD-20FD-40F1-AED5-54178F7F64D8}" type="presParOf" srcId="{7F085816-8505-4E32-A4ED-21342A225385}" destId="{34862C05-0495-41BA-A977-01D743F9B3FE}" srcOrd="1" destOrd="0" presId="urn:microsoft.com/office/officeart/2005/8/layout/hierarchy1"/>
    <dgm:cxn modelId="{2A995AB2-348C-4A00-ACF4-9518EE807E9D}" type="presParOf" srcId="{8909F19E-237E-4FAD-8800-5A7E47F1128C}" destId="{15F35544-4CE0-4D2A-8A90-9CD14DE85787}"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BAB77F-9469-4F49-93AD-FA8073B07C71}" type="doc">
      <dgm:prSet loTypeId="urn:microsoft.com/office/officeart/2005/8/layout/pyramid1" loCatId="pyramid" qsTypeId="urn:microsoft.com/office/officeart/2005/8/quickstyle/simple1" qsCatId="simple" csTypeId="urn:microsoft.com/office/officeart/2005/8/colors/accent1_2" csCatId="accent1" phldr="1"/>
      <dgm:spPr/>
    </dgm:pt>
    <dgm:pt modelId="{36D8EA66-D13F-49F0-B225-99F378CC750D}">
      <dgm:prSet phldrT="[Text]" custT="1"/>
      <dgm:spPr/>
      <dgm:t>
        <a:bodyPr/>
        <a:lstStyle/>
        <a:p>
          <a:endParaRPr lang="en-US" sz="1900" b="1" dirty="0"/>
        </a:p>
        <a:p>
          <a:r>
            <a:rPr lang="en-US" sz="2000" b="1" dirty="0"/>
            <a:t>Prevention</a:t>
          </a:r>
        </a:p>
      </dgm:t>
    </dgm:pt>
    <dgm:pt modelId="{C8ED54C6-F93E-4457-B6BB-BC6985183240}" type="parTrans" cxnId="{182CF6CF-48EA-4CC9-B379-6453E9AA8D6C}">
      <dgm:prSet/>
      <dgm:spPr/>
      <dgm:t>
        <a:bodyPr/>
        <a:lstStyle/>
        <a:p>
          <a:endParaRPr lang="en-US"/>
        </a:p>
      </dgm:t>
    </dgm:pt>
    <dgm:pt modelId="{62D61858-1AC1-4C9F-B459-CED80F7EBCC3}" type="sibTrans" cxnId="{182CF6CF-48EA-4CC9-B379-6453E9AA8D6C}">
      <dgm:prSet/>
      <dgm:spPr/>
      <dgm:t>
        <a:bodyPr/>
        <a:lstStyle/>
        <a:p>
          <a:endParaRPr lang="en-US"/>
        </a:p>
      </dgm:t>
    </dgm:pt>
    <dgm:pt modelId="{8D47EB4C-E036-46B3-98F7-287E4DA6CC2E}">
      <dgm:prSet phldrT="[Text]" custT="1"/>
      <dgm:spPr/>
      <dgm:t>
        <a:bodyPr/>
        <a:lstStyle/>
        <a:p>
          <a:r>
            <a:rPr lang="en-US" sz="2000" b="1" dirty="0"/>
            <a:t>Appraisal</a:t>
          </a:r>
        </a:p>
      </dgm:t>
    </dgm:pt>
    <dgm:pt modelId="{73715111-BB24-44C9-8D21-74EF9049311F}" type="parTrans" cxnId="{23554368-7E51-432D-A91B-03AB44A8AC75}">
      <dgm:prSet/>
      <dgm:spPr/>
      <dgm:t>
        <a:bodyPr/>
        <a:lstStyle/>
        <a:p>
          <a:endParaRPr lang="en-US"/>
        </a:p>
      </dgm:t>
    </dgm:pt>
    <dgm:pt modelId="{86D9B95C-74C7-436F-B07F-9B9AF40F86C0}" type="sibTrans" cxnId="{23554368-7E51-432D-A91B-03AB44A8AC75}">
      <dgm:prSet/>
      <dgm:spPr/>
      <dgm:t>
        <a:bodyPr/>
        <a:lstStyle/>
        <a:p>
          <a:endParaRPr lang="en-US"/>
        </a:p>
      </dgm:t>
    </dgm:pt>
    <dgm:pt modelId="{3DD6F73F-1FAA-46F3-81C0-F27693210E66}">
      <dgm:prSet phldrT="[Text]" custT="1"/>
      <dgm:spPr/>
      <dgm:t>
        <a:bodyPr/>
        <a:lstStyle/>
        <a:p>
          <a:r>
            <a:rPr lang="en-US" sz="2000" b="1" dirty="0"/>
            <a:t>Failure</a:t>
          </a:r>
        </a:p>
      </dgm:t>
    </dgm:pt>
    <dgm:pt modelId="{C100AB11-D729-49D0-840A-10F2BE7E0905}" type="parTrans" cxnId="{2D84C800-883F-4E04-B1D4-2836556CE88B}">
      <dgm:prSet/>
      <dgm:spPr/>
      <dgm:t>
        <a:bodyPr/>
        <a:lstStyle/>
        <a:p>
          <a:endParaRPr lang="en-US"/>
        </a:p>
      </dgm:t>
    </dgm:pt>
    <dgm:pt modelId="{2E7DC1FE-B3F5-4CD9-8A17-04F31299AAB9}" type="sibTrans" cxnId="{2D84C800-883F-4E04-B1D4-2836556CE88B}">
      <dgm:prSet/>
      <dgm:spPr/>
      <dgm:t>
        <a:bodyPr/>
        <a:lstStyle/>
        <a:p>
          <a:endParaRPr lang="en-US"/>
        </a:p>
      </dgm:t>
    </dgm:pt>
    <dgm:pt modelId="{5B7E4973-C158-475B-90BA-81D25D206FDE}" type="pres">
      <dgm:prSet presAssocID="{79BAB77F-9469-4F49-93AD-FA8073B07C71}" presName="Name0" presStyleCnt="0">
        <dgm:presLayoutVars>
          <dgm:dir/>
          <dgm:animLvl val="lvl"/>
          <dgm:resizeHandles val="exact"/>
        </dgm:presLayoutVars>
      </dgm:prSet>
      <dgm:spPr/>
    </dgm:pt>
    <dgm:pt modelId="{8FFF24DE-E84E-41E5-94ED-DE032C93204F}" type="pres">
      <dgm:prSet presAssocID="{36D8EA66-D13F-49F0-B225-99F378CC750D}" presName="Name8" presStyleCnt="0"/>
      <dgm:spPr/>
    </dgm:pt>
    <dgm:pt modelId="{A5342C54-9049-4721-B032-F34AE552731C}" type="pres">
      <dgm:prSet presAssocID="{36D8EA66-D13F-49F0-B225-99F378CC750D}" presName="level" presStyleLbl="node1" presStyleIdx="0" presStyleCnt="3">
        <dgm:presLayoutVars>
          <dgm:chMax val="1"/>
          <dgm:bulletEnabled val="1"/>
        </dgm:presLayoutVars>
      </dgm:prSet>
      <dgm:spPr/>
    </dgm:pt>
    <dgm:pt modelId="{C98E9BC6-78EA-4E5B-A5B5-9C579B8C6634}" type="pres">
      <dgm:prSet presAssocID="{36D8EA66-D13F-49F0-B225-99F378CC750D}" presName="levelTx" presStyleLbl="revTx" presStyleIdx="0" presStyleCnt="0">
        <dgm:presLayoutVars>
          <dgm:chMax val="1"/>
          <dgm:bulletEnabled val="1"/>
        </dgm:presLayoutVars>
      </dgm:prSet>
      <dgm:spPr/>
    </dgm:pt>
    <dgm:pt modelId="{6F73DD46-2742-4312-82D8-9414DF288D6F}" type="pres">
      <dgm:prSet presAssocID="{8D47EB4C-E036-46B3-98F7-287E4DA6CC2E}" presName="Name8" presStyleCnt="0"/>
      <dgm:spPr/>
    </dgm:pt>
    <dgm:pt modelId="{85E1A619-E8EC-4048-9EDB-6BE48E0F58DC}" type="pres">
      <dgm:prSet presAssocID="{8D47EB4C-E036-46B3-98F7-287E4DA6CC2E}" presName="level" presStyleLbl="node1" presStyleIdx="1" presStyleCnt="3" custScaleY="53776">
        <dgm:presLayoutVars>
          <dgm:chMax val="1"/>
          <dgm:bulletEnabled val="1"/>
        </dgm:presLayoutVars>
      </dgm:prSet>
      <dgm:spPr/>
    </dgm:pt>
    <dgm:pt modelId="{4E835516-4F55-4899-B173-EF204827EF01}" type="pres">
      <dgm:prSet presAssocID="{8D47EB4C-E036-46B3-98F7-287E4DA6CC2E}" presName="levelTx" presStyleLbl="revTx" presStyleIdx="0" presStyleCnt="0">
        <dgm:presLayoutVars>
          <dgm:chMax val="1"/>
          <dgm:bulletEnabled val="1"/>
        </dgm:presLayoutVars>
      </dgm:prSet>
      <dgm:spPr/>
    </dgm:pt>
    <dgm:pt modelId="{3DB9C53F-1745-4A31-B5AC-3B7C2C7CD96C}" type="pres">
      <dgm:prSet presAssocID="{3DD6F73F-1FAA-46F3-81C0-F27693210E66}" presName="Name8" presStyleCnt="0"/>
      <dgm:spPr/>
    </dgm:pt>
    <dgm:pt modelId="{4912C6CA-9FCF-464F-B3E9-BB0B86F1B8E3}" type="pres">
      <dgm:prSet presAssocID="{3DD6F73F-1FAA-46F3-81C0-F27693210E66}" presName="level" presStyleLbl="node1" presStyleIdx="2" presStyleCnt="3" custScaleY="63478">
        <dgm:presLayoutVars>
          <dgm:chMax val="1"/>
          <dgm:bulletEnabled val="1"/>
        </dgm:presLayoutVars>
      </dgm:prSet>
      <dgm:spPr/>
    </dgm:pt>
    <dgm:pt modelId="{9DAEAA40-7B00-4D0A-B7AD-FCC3790A9DA0}" type="pres">
      <dgm:prSet presAssocID="{3DD6F73F-1FAA-46F3-81C0-F27693210E66}" presName="levelTx" presStyleLbl="revTx" presStyleIdx="0" presStyleCnt="0">
        <dgm:presLayoutVars>
          <dgm:chMax val="1"/>
          <dgm:bulletEnabled val="1"/>
        </dgm:presLayoutVars>
      </dgm:prSet>
      <dgm:spPr/>
    </dgm:pt>
  </dgm:ptLst>
  <dgm:cxnLst>
    <dgm:cxn modelId="{2D84C800-883F-4E04-B1D4-2836556CE88B}" srcId="{79BAB77F-9469-4F49-93AD-FA8073B07C71}" destId="{3DD6F73F-1FAA-46F3-81C0-F27693210E66}" srcOrd="2" destOrd="0" parTransId="{C100AB11-D729-49D0-840A-10F2BE7E0905}" sibTransId="{2E7DC1FE-B3F5-4CD9-8A17-04F31299AAB9}"/>
    <dgm:cxn modelId="{A418FD28-3EB9-4891-9961-6960F67833A5}" type="presOf" srcId="{36D8EA66-D13F-49F0-B225-99F378CC750D}" destId="{A5342C54-9049-4721-B032-F34AE552731C}" srcOrd="0" destOrd="0" presId="urn:microsoft.com/office/officeart/2005/8/layout/pyramid1"/>
    <dgm:cxn modelId="{E410E763-21C3-450B-841F-2EB572D2B115}" type="presOf" srcId="{8D47EB4C-E036-46B3-98F7-287E4DA6CC2E}" destId="{4E835516-4F55-4899-B173-EF204827EF01}" srcOrd="1" destOrd="0" presId="urn:microsoft.com/office/officeart/2005/8/layout/pyramid1"/>
    <dgm:cxn modelId="{DE1D4747-C270-4FD2-8853-8E14E19CE54C}" type="presOf" srcId="{3DD6F73F-1FAA-46F3-81C0-F27693210E66}" destId="{4912C6CA-9FCF-464F-B3E9-BB0B86F1B8E3}" srcOrd="0" destOrd="0" presId="urn:microsoft.com/office/officeart/2005/8/layout/pyramid1"/>
    <dgm:cxn modelId="{23554368-7E51-432D-A91B-03AB44A8AC75}" srcId="{79BAB77F-9469-4F49-93AD-FA8073B07C71}" destId="{8D47EB4C-E036-46B3-98F7-287E4DA6CC2E}" srcOrd="1" destOrd="0" parTransId="{73715111-BB24-44C9-8D21-74EF9049311F}" sibTransId="{86D9B95C-74C7-436F-B07F-9B9AF40F86C0}"/>
    <dgm:cxn modelId="{2898854A-C50B-4C2E-AD6B-E6ECA5322BB6}" type="presOf" srcId="{3DD6F73F-1FAA-46F3-81C0-F27693210E66}" destId="{9DAEAA40-7B00-4D0A-B7AD-FCC3790A9DA0}" srcOrd="1" destOrd="0" presId="urn:microsoft.com/office/officeart/2005/8/layout/pyramid1"/>
    <dgm:cxn modelId="{9571A250-1566-4EF7-83FE-584B27496835}" type="presOf" srcId="{79BAB77F-9469-4F49-93AD-FA8073B07C71}" destId="{5B7E4973-C158-475B-90BA-81D25D206FDE}" srcOrd="0" destOrd="0" presId="urn:microsoft.com/office/officeart/2005/8/layout/pyramid1"/>
    <dgm:cxn modelId="{182CF6CF-48EA-4CC9-B379-6453E9AA8D6C}" srcId="{79BAB77F-9469-4F49-93AD-FA8073B07C71}" destId="{36D8EA66-D13F-49F0-B225-99F378CC750D}" srcOrd="0" destOrd="0" parTransId="{C8ED54C6-F93E-4457-B6BB-BC6985183240}" sibTransId="{62D61858-1AC1-4C9F-B459-CED80F7EBCC3}"/>
    <dgm:cxn modelId="{424AF0D3-C3E5-4689-94F9-BB1206770FCE}" type="presOf" srcId="{36D8EA66-D13F-49F0-B225-99F378CC750D}" destId="{C98E9BC6-78EA-4E5B-A5B5-9C579B8C6634}" srcOrd="1" destOrd="0" presId="urn:microsoft.com/office/officeart/2005/8/layout/pyramid1"/>
    <dgm:cxn modelId="{5AADA2FC-FF08-4385-B7BD-FDF624694F7A}" type="presOf" srcId="{8D47EB4C-E036-46B3-98F7-287E4DA6CC2E}" destId="{85E1A619-E8EC-4048-9EDB-6BE48E0F58DC}" srcOrd="0" destOrd="0" presId="urn:microsoft.com/office/officeart/2005/8/layout/pyramid1"/>
    <dgm:cxn modelId="{037084E0-18AB-43EE-AD74-B9E510D8D248}" type="presParOf" srcId="{5B7E4973-C158-475B-90BA-81D25D206FDE}" destId="{8FFF24DE-E84E-41E5-94ED-DE032C93204F}" srcOrd="0" destOrd="0" presId="urn:microsoft.com/office/officeart/2005/8/layout/pyramid1"/>
    <dgm:cxn modelId="{D32FE643-12C3-436D-9587-686F671A7482}" type="presParOf" srcId="{8FFF24DE-E84E-41E5-94ED-DE032C93204F}" destId="{A5342C54-9049-4721-B032-F34AE552731C}" srcOrd="0" destOrd="0" presId="urn:microsoft.com/office/officeart/2005/8/layout/pyramid1"/>
    <dgm:cxn modelId="{651FA3D0-5BBC-4DC5-A99B-5C7CE7278A1D}" type="presParOf" srcId="{8FFF24DE-E84E-41E5-94ED-DE032C93204F}" destId="{C98E9BC6-78EA-4E5B-A5B5-9C579B8C6634}" srcOrd="1" destOrd="0" presId="urn:microsoft.com/office/officeart/2005/8/layout/pyramid1"/>
    <dgm:cxn modelId="{4B335ED5-469F-4ADA-A3AB-7D7E4598F28A}" type="presParOf" srcId="{5B7E4973-C158-475B-90BA-81D25D206FDE}" destId="{6F73DD46-2742-4312-82D8-9414DF288D6F}" srcOrd="1" destOrd="0" presId="urn:microsoft.com/office/officeart/2005/8/layout/pyramid1"/>
    <dgm:cxn modelId="{63A5A724-B372-41F8-8D4A-2C8137F4729B}" type="presParOf" srcId="{6F73DD46-2742-4312-82D8-9414DF288D6F}" destId="{85E1A619-E8EC-4048-9EDB-6BE48E0F58DC}" srcOrd="0" destOrd="0" presId="urn:microsoft.com/office/officeart/2005/8/layout/pyramid1"/>
    <dgm:cxn modelId="{CA648544-6339-4C79-BA22-5A07742B8ECE}" type="presParOf" srcId="{6F73DD46-2742-4312-82D8-9414DF288D6F}" destId="{4E835516-4F55-4899-B173-EF204827EF01}" srcOrd="1" destOrd="0" presId="urn:microsoft.com/office/officeart/2005/8/layout/pyramid1"/>
    <dgm:cxn modelId="{887FD307-EE65-4EAD-911F-F5B8F798B8E4}" type="presParOf" srcId="{5B7E4973-C158-475B-90BA-81D25D206FDE}" destId="{3DB9C53F-1745-4A31-B5AC-3B7C2C7CD96C}" srcOrd="2" destOrd="0" presId="urn:microsoft.com/office/officeart/2005/8/layout/pyramid1"/>
    <dgm:cxn modelId="{ACBF0FA3-C953-4E06-912C-16D8EF7BC649}" type="presParOf" srcId="{3DB9C53F-1745-4A31-B5AC-3B7C2C7CD96C}" destId="{4912C6CA-9FCF-464F-B3E9-BB0B86F1B8E3}" srcOrd="0" destOrd="0" presId="urn:microsoft.com/office/officeart/2005/8/layout/pyramid1"/>
    <dgm:cxn modelId="{48184532-5FFA-47BB-91C6-3447CDEF2451}" type="presParOf" srcId="{3DB9C53F-1745-4A31-B5AC-3B7C2C7CD96C}" destId="{9DAEAA40-7B00-4D0A-B7AD-FCC3790A9DA0}"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42A621-56C5-4C93-8424-D14DF9C0F256}">
      <dsp:nvSpPr>
        <dsp:cNvPr id="0" name=""/>
        <dsp:cNvSpPr/>
      </dsp:nvSpPr>
      <dsp:spPr>
        <a:xfrm>
          <a:off x="6066479" y="2388973"/>
          <a:ext cx="1042265" cy="496023"/>
        </a:xfrm>
        <a:custGeom>
          <a:avLst/>
          <a:gdLst/>
          <a:ahLst/>
          <a:cxnLst/>
          <a:rect l="0" t="0" r="0" b="0"/>
          <a:pathLst>
            <a:path>
              <a:moveTo>
                <a:pt x="0" y="0"/>
              </a:moveTo>
              <a:lnTo>
                <a:pt x="0" y="338025"/>
              </a:lnTo>
              <a:lnTo>
                <a:pt x="1042265" y="338025"/>
              </a:lnTo>
              <a:lnTo>
                <a:pt x="1042265" y="496023"/>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68AF863-9402-4F90-A66E-820052C21503}">
      <dsp:nvSpPr>
        <dsp:cNvPr id="0" name=""/>
        <dsp:cNvSpPr/>
      </dsp:nvSpPr>
      <dsp:spPr>
        <a:xfrm>
          <a:off x="5024214" y="2388973"/>
          <a:ext cx="1042265" cy="496023"/>
        </a:xfrm>
        <a:custGeom>
          <a:avLst/>
          <a:gdLst/>
          <a:ahLst/>
          <a:cxnLst/>
          <a:rect l="0" t="0" r="0" b="0"/>
          <a:pathLst>
            <a:path>
              <a:moveTo>
                <a:pt x="1042265" y="0"/>
              </a:moveTo>
              <a:lnTo>
                <a:pt x="1042265" y="338025"/>
              </a:lnTo>
              <a:lnTo>
                <a:pt x="0" y="338025"/>
              </a:lnTo>
              <a:lnTo>
                <a:pt x="0" y="496023"/>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311658D-7C7B-4B9E-8397-1F43EDEB0631}">
      <dsp:nvSpPr>
        <dsp:cNvPr id="0" name=""/>
        <dsp:cNvSpPr/>
      </dsp:nvSpPr>
      <dsp:spPr>
        <a:xfrm>
          <a:off x="3981948" y="1377209"/>
          <a:ext cx="2084531" cy="496023"/>
        </a:xfrm>
        <a:custGeom>
          <a:avLst/>
          <a:gdLst/>
          <a:ahLst/>
          <a:cxnLst/>
          <a:rect l="0" t="0" r="0" b="0"/>
          <a:pathLst>
            <a:path>
              <a:moveTo>
                <a:pt x="0" y="0"/>
              </a:moveTo>
              <a:lnTo>
                <a:pt x="0" y="338025"/>
              </a:lnTo>
              <a:lnTo>
                <a:pt x="2084531" y="338025"/>
              </a:lnTo>
              <a:lnTo>
                <a:pt x="2084531" y="49602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616E5C-826C-4B7F-ABA9-C5E9556D9091}">
      <dsp:nvSpPr>
        <dsp:cNvPr id="0" name=""/>
        <dsp:cNvSpPr/>
      </dsp:nvSpPr>
      <dsp:spPr>
        <a:xfrm>
          <a:off x="1897417" y="2388973"/>
          <a:ext cx="1042265" cy="496023"/>
        </a:xfrm>
        <a:custGeom>
          <a:avLst/>
          <a:gdLst/>
          <a:ahLst/>
          <a:cxnLst/>
          <a:rect l="0" t="0" r="0" b="0"/>
          <a:pathLst>
            <a:path>
              <a:moveTo>
                <a:pt x="0" y="0"/>
              </a:moveTo>
              <a:lnTo>
                <a:pt x="0" y="338025"/>
              </a:lnTo>
              <a:lnTo>
                <a:pt x="1042265" y="338025"/>
              </a:lnTo>
              <a:lnTo>
                <a:pt x="1042265" y="496023"/>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FDA07A-CC90-409E-8A87-C0E190B6BC82}">
      <dsp:nvSpPr>
        <dsp:cNvPr id="0" name=""/>
        <dsp:cNvSpPr/>
      </dsp:nvSpPr>
      <dsp:spPr>
        <a:xfrm>
          <a:off x="855151" y="2388973"/>
          <a:ext cx="1042265" cy="496023"/>
        </a:xfrm>
        <a:custGeom>
          <a:avLst/>
          <a:gdLst/>
          <a:ahLst/>
          <a:cxnLst/>
          <a:rect l="0" t="0" r="0" b="0"/>
          <a:pathLst>
            <a:path>
              <a:moveTo>
                <a:pt x="1042265" y="0"/>
              </a:moveTo>
              <a:lnTo>
                <a:pt x="1042265" y="338025"/>
              </a:lnTo>
              <a:lnTo>
                <a:pt x="0" y="338025"/>
              </a:lnTo>
              <a:lnTo>
                <a:pt x="0" y="496023"/>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31082F-D142-4A29-A4C1-31A0A829D22A}">
      <dsp:nvSpPr>
        <dsp:cNvPr id="0" name=""/>
        <dsp:cNvSpPr/>
      </dsp:nvSpPr>
      <dsp:spPr>
        <a:xfrm>
          <a:off x="1897417" y="1377209"/>
          <a:ext cx="2084531" cy="496023"/>
        </a:xfrm>
        <a:custGeom>
          <a:avLst/>
          <a:gdLst/>
          <a:ahLst/>
          <a:cxnLst/>
          <a:rect l="0" t="0" r="0" b="0"/>
          <a:pathLst>
            <a:path>
              <a:moveTo>
                <a:pt x="2084531" y="0"/>
              </a:moveTo>
              <a:lnTo>
                <a:pt x="2084531" y="338025"/>
              </a:lnTo>
              <a:lnTo>
                <a:pt x="0" y="338025"/>
              </a:lnTo>
              <a:lnTo>
                <a:pt x="0" y="49602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AFFFE7-A909-4882-B1FE-C2B7BADC7A7B}">
      <dsp:nvSpPr>
        <dsp:cNvPr id="0" name=""/>
        <dsp:cNvSpPr/>
      </dsp:nvSpPr>
      <dsp:spPr>
        <a:xfrm>
          <a:off x="3129185" y="913768"/>
          <a:ext cx="1705525" cy="46344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B3D5F4-C9D9-4D0B-984E-5EFDF2E6A352}">
      <dsp:nvSpPr>
        <dsp:cNvPr id="0" name=""/>
        <dsp:cNvSpPr/>
      </dsp:nvSpPr>
      <dsp:spPr>
        <a:xfrm>
          <a:off x="3318688" y="1093796"/>
          <a:ext cx="1705525" cy="46344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CoSQ</a:t>
          </a:r>
        </a:p>
      </dsp:txBody>
      <dsp:txXfrm>
        <a:off x="3332262" y="1107370"/>
        <a:ext cx="1678377" cy="436293"/>
      </dsp:txXfrm>
    </dsp:sp>
    <dsp:sp modelId="{97DC8F44-592C-402F-BEE1-D978CCE4A3B3}">
      <dsp:nvSpPr>
        <dsp:cNvPr id="0" name=""/>
        <dsp:cNvSpPr/>
      </dsp:nvSpPr>
      <dsp:spPr>
        <a:xfrm>
          <a:off x="1044654" y="1873233"/>
          <a:ext cx="1705525" cy="51573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F36865-B1FF-4C14-B604-620D349C119D}">
      <dsp:nvSpPr>
        <dsp:cNvPr id="0" name=""/>
        <dsp:cNvSpPr/>
      </dsp:nvSpPr>
      <dsp:spPr>
        <a:xfrm>
          <a:off x="1234157" y="2053261"/>
          <a:ext cx="1705525" cy="51573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Conformance</a:t>
          </a:r>
        </a:p>
      </dsp:txBody>
      <dsp:txXfrm>
        <a:off x="1249262" y="2068366"/>
        <a:ext cx="1675315" cy="485529"/>
      </dsp:txXfrm>
    </dsp:sp>
    <dsp:sp modelId="{C10BFD45-BD5C-490F-A200-B093623BCB01}">
      <dsp:nvSpPr>
        <dsp:cNvPr id="0" name=""/>
        <dsp:cNvSpPr/>
      </dsp:nvSpPr>
      <dsp:spPr>
        <a:xfrm>
          <a:off x="2388" y="2884996"/>
          <a:ext cx="1705525" cy="517006"/>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7E037B-AC94-452E-AD3C-EC2A5DC6A7CA}">
      <dsp:nvSpPr>
        <dsp:cNvPr id="0" name=""/>
        <dsp:cNvSpPr/>
      </dsp:nvSpPr>
      <dsp:spPr>
        <a:xfrm>
          <a:off x="191891" y="3065024"/>
          <a:ext cx="1705525" cy="51700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Prevention</a:t>
          </a:r>
        </a:p>
      </dsp:txBody>
      <dsp:txXfrm>
        <a:off x="207034" y="3080167"/>
        <a:ext cx="1675239" cy="486720"/>
      </dsp:txXfrm>
    </dsp:sp>
    <dsp:sp modelId="{A1E7A285-706E-4126-BF02-8F3938B94468}">
      <dsp:nvSpPr>
        <dsp:cNvPr id="0" name=""/>
        <dsp:cNvSpPr/>
      </dsp:nvSpPr>
      <dsp:spPr>
        <a:xfrm>
          <a:off x="2086920" y="2884996"/>
          <a:ext cx="1705525" cy="51575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03E8ED-AC6F-4F12-AFED-8EC46223F730}">
      <dsp:nvSpPr>
        <dsp:cNvPr id="0" name=""/>
        <dsp:cNvSpPr/>
      </dsp:nvSpPr>
      <dsp:spPr>
        <a:xfrm>
          <a:off x="2276422" y="3065024"/>
          <a:ext cx="1705525" cy="51575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Appraisal</a:t>
          </a:r>
        </a:p>
      </dsp:txBody>
      <dsp:txXfrm>
        <a:off x="2291528" y="3080130"/>
        <a:ext cx="1675313" cy="485538"/>
      </dsp:txXfrm>
    </dsp:sp>
    <dsp:sp modelId="{3457DE70-D6D0-486E-A18E-CD781A8BB59E}">
      <dsp:nvSpPr>
        <dsp:cNvPr id="0" name=""/>
        <dsp:cNvSpPr/>
      </dsp:nvSpPr>
      <dsp:spPr>
        <a:xfrm>
          <a:off x="5213717" y="1873233"/>
          <a:ext cx="1705525" cy="515739"/>
        </a:xfrm>
        <a:prstGeom prst="roundRect">
          <a:avLst>
            <a:gd name="adj" fmla="val 10000"/>
          </a:avLst>
        </a:prstGeom>
        <a:solidFill>
          <a:schemeClr val="accent2">
            <a:lumMod val="60000"/>
            <a:lumOff val="4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2568AA-38CB-4D51-A157-A9B11E636FEB}">
      <dsp:nvSpPr>
        <dsp:cNvPr id="0" name=""/>
        <dsp:cNvSpPr/>
      </dsp:nvSpPr>
      <dsp:spPr>
        <a:xfrm>
          <a:off x="5403219" y="2053261"/>
          <a:ext cx="1705525" cy="51573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Non- Conformance</a:t>
          </a:r>
        </a:p>
      </dsp:txBody>
      <dsp:txXfrm>
        <a:off x="5418324" y="2068366"/>
        <a:ext cx="1675315" cy="485529"/>
      </dsp:txXfrm>
    </dsp:sp>
    <dsp:sp modelId="{74A1721B-09F5-4562-AF28-11D40E98F7BB}">
      <dsp:nvSpPr>
        <dsp:cNvPr id="0" name=""/>
        <dsp:cNvSpPr/>
      </dsp:nvSpPr>
      <dsp:spPr>
        <a:xfrm>
          <a:off x="4171451" y="2884996"/>
          <a:ext cx="1705525" cy="501985"/>
        </a:xfrm>
        <a:prstGeom prst="roundRect">
          <a:avLst>
            <a:gd name="adj" fmla="val 10000"/>
          </a:avLst>
        </a:prstGeom>
        <a:solidFill>
          <a:schemeClr val="accent2">
            <a:lumMod val="60000"/>
            <a:lumOff val="4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F3BB57-F6EE-4B0E-9AF3-E89775ED4C72}">
      <dsp:nvSpPr>
        <dsp:cNvPr id="0" name=""/>
        <dsp:cNvSpPr/>
      </dsp:nvSpPr>
      <dsp:spPr>
        <a:xfrm>
          <a:off x="4360954" y="3065024"/>
          <a:ext cx="1705525" cy="50198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Internal Failure</a:t>
          </a:r>
        </a:p>
      </dsp:txBody>
      <dsp:txXfrm>
        <a:off x="4375657" y="3079727"/>
        <a:ext cx="1676119" cy="472579"/>
      </dsp:txXfrm>
    </dsp:sp>
    <dsp:sp modelId="{B2D2B328-1A57-4C5E-9A50-28D845E5F4BE}">
      <dsp:nvSpPr>
        <dsp:cNvPr id="0" name=""/>
        <dsp:cNvSpPr/>
      </dsp:nvSpPr>
      <dsp:spPr>
        <a:xfrm>
          <a:off x="6255982" y="2884996"/>
          <a:ext cx="1705525" cy="459304"/>
        </a:xfrm>
        <a:prstGeom prst="roundRect">
          <a:avLst>
            <a:gd name="adj" fmla="val 10000"/>
          </a:avLst>
        </a:prstGeom>
        <a:solidFill>
          <a:schemeClr val="accent2">
            <a:lumMod val="60000"/>
            <a:lumOff val="4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862C05-0495-41BA-A977-01D743F9B3FE}">
      <dsp:nvSpPr>
        <dsp:cNvPr id="0" name=""/>
        <dsp:cNvSpPr/>
      </dsp:nvSpPr>
      <dsp:spPr>
        <a:xfrm>
          <a:off x="6445485" y="3065024"/>
          <a:ext cx="1705525" cy="45930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External Failure</a:t>
          </a:r>
        </a:p>
      </dsp:txBody>
      <dsp:txXfrm>
        <a:off x="6458938" y="3078477"/>
        <a:ext cx="1678619" cy="4323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42C54-9049-4721-B032-F34AE552731C}">
      <dsp:nvSpPr>
        <dsp:cNvPr id="0" name=""/>
        <dsp:cNvSpPr/>
      </dsp:nvSpPr>
      <dsp:spPr>
        <a:xfrm>
          <a:off x="1891788" y="0"/>
          <a:ext cx="3226822" cy="2162906"/>
        </a:xfrm>
        <a:prstGeom prst="trapezoid">
          <a:avLst>
            <a:gd name="adj" fmla="val 74595"/>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b="1" kern="1200" dirty="0"/>
        </a:p>
        <a:p>
          <a:pPr marL="0" lvl="0" indent="0" algn="ctr" defTabSz="844550">
            <a:lnSpc>
              <a:spcPct val="90000"/>
            </a:lnSpc>
            <a:spcBef>
              <a:spcPct val="0"/>
            </a:spcBef>
            <a:spcAft>
              <a:spcPct val="35000"/>
            </a:spcAft>
            <a:buNone/>
          </a:pPr>
          <a:r>
            <a:rPr lang="en-US" sz="2000" b="1" kern="1200" dirty="0"/>
            <a:t>Prevention</a:t>
          </a:r>
        </a:p>
      </dsp:txBody>
      <dsp:txXfrm>
        <a:off x="1891788" y="0"/>
        <a:ext cx="3226822" cy="2162906"/>
      </dsp:txXfrm>
    </dsp:sp>
    <dsp:sp modelId="{85E1A619-E8EC-4048-9EDB-6BE48E0F58DC}">
      <dsp:nvSpPr>
        <dsp:cNvPr id="0" name=""/>
        <dsp:cNvSpPr/>
      </dsp:nvSpPr>
      <dsp:spPr>
        <a:xfrm>
          <a:off x="1024161" y="2162906"/>
          <a:ext cx="4962077" cy="1163124"/>
        </a:xfrm>
        <a:prstGeom prst="trapezoid">
          <a:avLst>
            <a:gd name="adj" fmla="val 74595"/>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Appraisal</a:t>
          </a:r>
        </a:p>
      </dsp:txBody>
      <dsp:txXfrm>
        <a:off x="1892524" y="2162906"/>
        <a:ext cx="3225350" cy="1163124"/>
      </dsp:txXfrm>
    </dsp:sp>
    <dsp:sp modelId="{4912C6CA-9FCF-464F-B3E9-BB0B86F1B8E3}">
      <dsp:nvSpPr>
        <dsp:cNvPr id="0" name=""/>
        <dsp:cNvSpPr/>
      </dsp:nvSpPr>
      <dsp:spPr>
        <a:xfrm>
          <a:off x="0" y="3326030"/>
          <a:ext cx="7010399" cy="1372969"/>
        </a:xfrm>
        <a:prstGeom prst="trapezoid">
          <a:avLst>
            <a:gd name="adj" fmla="val 74595"/>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Failure</a:t>
          </a:r>
        </a:p>
      </dsp:txBody>
      <dsp:txXfrm>
        <a:off x="1226819" y="3326030"/>
        <a:ext cx="4556760" cy="137296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8/27/2024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16</a:t>
            </a:fld>
            <a:endParaRPr lang="en-US"/>
          </a:p>
        </p:txBody>
      </p:sp>
    </p:spTree>
    <p:extLst>
      <p:ext uri="{BB962C8B-B14F-4D97-AF65-F5344CB8AC3E}">
        <p14:creationId xmlns:p14="http://schemas.microsoft.com/office/powerpoint/2010/main" val="3892844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8/27/2024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8/27/2024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8/27/2024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8/27/2024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8/27/2024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8/27/2024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8/27/2024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675889"/>
            <a:ext cx="10058400" cy="1922731"/>
          </a:xfrm>
        </p:spPr>
        <p:txBody>
          <a:bodyPr>
            <a:normAutofit/>
          </a:bodyPr>
          <a:lstStyle/>
          <a:p>
            <a:pPr algn="ctr"/>
            <a:r>
              <a:rPr lang="en-US" sz="4400" b="1" dirty="0">
                <a:solidFill>
                  <a:schemeClr val="tx1"/>
                </a:solidFill>
                <a:cs typeface="Times New Roman" panose="02020603050405020304" pitchFamily="18" charset="0"/>
              </a:rPr>
              <a:t>Lecture 2-Chapter 1</a:t>
            </a:r>
          </a:p>
          <a:p>
            <a:pPr algn="ctr"/>
            <a:r>
              <a:rPr lang="en-US" sz="4400" dirty="0">
                <a:solidFill>
                  <a:schemeClr val="tx1"/>
                </a:solidFill>
                <a:cs typeface="Times New Roman" panose="02020603050405020304" pitchFamily="18" charset="0"/>
              </a:rPr>
              <a:t>Overview and Basics</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8005526" y="527552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81533B99-E9C6-177C-C5E3-C137C5976086}"/>
              </a:ext>
            </a:extLst>
          </p:cNvPr>
          <p:cNvSpPr>
            <a:spLocks noGrp="1"/>
          </p:cNvSpPr>
          <p:nvPr>
            <p:ph type="title"/>
          </p:nvPr>
        </p:nvSpPr>
        <p:spPr>
          <a:xfrm>
            <a:off x="1251872" y="619432"/>
            <a:ext cx="8153400" cy="990600"/>
          </a:xfrm>
        </p:spPr>
        <p:txBody>
          <a:bodyPr/>
          <a:lstStyle/>
          <a:p>
            <a:r>
              <a:rPr lang="en-US" altLang="en-US" dirty="0">
                <a:solidFill>
                  <a:schemeClr val="tx1"/>
                </a:solidFill>
              </a:rPr>
              <a:t>Cost of Quality</a:t>
            </a:r>
          </a:p>
        </p:txBody>
      </p:sp>
      <p:sp>
        <p:nvSpPr>
          <p:cNvPr id="29699" name="Content Placeholder 2">
            <a:extLst>
              <a:ext uri="{FF2B5EF4-FFF2-40B4-BE49-F238E27FC236}">
                <a16:creationId xmlns:a16="http://schemas.microsoft.com/office/drawing/2014/main" id="{B29985D4-6109-961B-1AE6-8442985EB065}"/>
              </a:ext>
            </a:extLst>
          </p:cNvPr>
          <p:cNvSpPr>
            <a:spLocks noGrp="1"/>
          </p:cNvSpPr>
          <p:nvPr>
            <p:ph sz="quarter" idx="1"/>
          </p:nvPr>
        </p:nvSpPr>
        <p:spPr>
          <a:xfrm>
            <a:off x="1032387" y="1850922"/>
            <a:ext cx="9596285" cy="4495800"/>
          </a:xfrm>
        </p:spPr>
        <p:txBody>
          <a:bodyPr>
            <a:normAutofit/>
          </a:bodyPr>
          <a:lstStyle/>
          <a:p>
            <a:pPr eaLnBrk="1" hangingPunct="1">
              <a:defRPr/>
            </a:pPr>
            <a:r>
              <a:rPr lang="en-US" sz="2400" dirty="0">
                <a:solidFill>
                  <a:schemeClr val="tx1"/>
                </a:solidFill>
              </a:rPr>
              <a:t>Broken down into two classifications and four categories:</a:t>
            </a:r>
          </a:p>
          <a:p>
            <a:pPr marL="871538" lvl="1" indent="-527050">
              <a:defRPr/>
            </a:pPr>
            <a:r>
              <a:rPr lang="en-US" sz="2400" b="1" dirty="0">
                <a:solidFill>
                  <a:schemeClr val="accent2"/>
                </a:solidFill>
              </a:rPr>
              <a:t>Conformance</a:t>
            </a:r>
          </a:p>
          <a:p>
            <a:pPr marL="1214438" lvl="2">
              <a:buClr>
                <a:schemeClr val="accent1">
                  <a:lumMod val="75000"/>
                </a:schemeClr>
              </a:buClr>
              <a:defRPr/>
            </a:pPr>
            <a:r>
              <a:rPr lang="en-US" sz="2400" dirty="0">
                <a:solidFill>
                  <a:schemeClr val="tx1"/>
                </a:solidFill>
              </a:rPr>
              <a:t>Prevention costs</a:t>
            </a:r>
          </a:p>
          <a:p>
            <a:pPr marL="1214438" lvl="2">
              <a:buClr>
                <a:schemeClr val="accent1">
                  <a:lumMod val="75000"/>
                </a:schemeClr>
              </a:buClr>
              <a:defRPr/>
            </a:pPr>
            <a:r>
              <a:rPr lang="en-US" sz="2400" dirty="0">
                <a:solidFill>
                  <a:schemeClr val="tx1"/>
                </a:solidFill>
              </a:rPr>
              <a:t>Appraisal costs</a:t>
            </a:r>
          </a:p>
          <a:p>
            <a:pPr marL="871538" lvl="1" indent="-527050">
              <a:defRPr/>
            </a:pPr>
            <a:r>
              <a:rPr lang="en-US" sz="2400" b="1" dirty="0">
                <a:solidFill>
                  <a:schemeClr val="accent1">
                    <a:lumMod val="75000"/>
                  </a:schemeClr>
                </a:solidFill>
              </a:rPr>
              <a:t>Non conformance</a:t>
            </a:r>
          </a:p>
          <a:p>
            <a:pPr marL="1214438" lvl="2">
              <a:defRPr/>
            </a:pPr>
            <a:r>
              <a:rPr lang="en-US" sz="2400" dirty="0">
                <a:solidFill>
                  <a:schemeClr val="tx1"/>
                </a:solidFill>
              </a:rPr>
              <a:t>Internal failure costs</a:t>
            </a:r>
          </a:p>
          <a:p>
            <a:pPr marL="1214438" lvl="2">
              <a:defRPr/>
            </a:pPr>
            <a:r>
              <a:rPr lang="en-US" sz="2400" dirty="0">
                <a:solidFill>
                  <a:schemeClr val="tx1"/>
                </a:solidFill>
              </a:rPr>
              <a:t>External failure costs</a:t>
            </a:r>
          </a:p>
          <a:p>
            <a:pPr>
              <a:defRPr/>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969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69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6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B5D5958D-6E5F-9718-7AE6-E98B7E13C061}"/>
              </a:ext>
            </a:extLst>
          </p:cNvPr>
          <p:cNvSpPr>
            <a:spLocks noGrp="1"/>
          </p:cNvSpPr>
          <p:nvPr>
            <p:ph type="title"/>
          </p:nvPr>
        </p:nvSpPr>
        <p:spPr>
          <a:xfrm>
            <a:off x="1310865" y="762000"/>
            <a:ext cx="8153400" cy="990600"/>
          </a:xfrm>
        </p:spPr>
        <p:txBody>
          <a:bodyPr/>
          <a:lstStyle/>
          <a:p>
            <a:r>
              <a:rPr lang="en-US" altLang="en-US" dirty="0">
                <a:solidFill>
                  <a:schemeClr val="tx1"/>
                </a:solidFill>
              </a:rPr>
              <a:t>Cost of Quality - Explanation</a:t>
            </a:r>
          </a:p>
        </p:txBody>
      </p:sp>
      <p:sp>
        <p:nvSpPr>
          <p:cNvPr id="3" name="Content Placeholder 2">
            <a:extLst>
              <a:ext uri="{FF2B5EF4-FFF2-40B4-BE49-F238E27FC236}">
                <a16:creationId xmlns:a16="http://schemas.microsoft.com/office/drawing/2014/main" id="{AC66B0F0-3DFF-05B3-759F-1E7F3B2FAA83}"/>
              </a:ext>
            </a:extLst>
          </p:cNvPr>
          <p:cNvSpPr>
            <a:spLocks noGrp="1"/>
          </p:cNvSpPr>
          <p:nvPr>
            <p:ph sz="quarter" idx="1"/>
          </p:nvPr>
        </p:nvSpPr>
        <p:spPr>
          <a:xfrm>
            <a:off x="1310865" y="1900084"/>
            <a:ext cx="9375775" cy="3972232"/>
          </a:xfrm>
        </p:spPr>
        <p:txBody>
          <a:bodyPr>
            <a:normAutofit/>
          </a:bodyPr>
          <a:lstStyle/>
          <a:p>
            <a:pPr algn="just">
              <a:defRPr/>
            </a:pPr>
            <a:r>
              <a:rPr lang="en-US" sz="2400" dirty="0">
                <a:solidFill>
                  <a:schemeClr val="tx1"/>
                </a:solidFill>
              </a:rPr>
              <a:t>The cost of quality includes all costs incurred in the pursuit of quality or in performing quality related activities.</a:t>
            </a:r>
          </a:p>
          <a:p>
            <a:pPr algn="just">
              <a:defRPr/>
            </a:pPr>
            <a:r>
              <a:rPr lang="en-US" sz="2400" dirty="0">
                <a:solidFill>
                  <a:schemeClr val="tx1"/>
                </a:solidFill>
              </a:rPr>
              <a:t>It is also a powerful tool for identifying waste whether is of effort, or time or resources.</a:t>
            </a:r>
          </a:p>
          <a:p>
            <a:pPr>
              <a:buFont typeface="Wingdings" panose="05000000000000000000" pitchFamily="2" charset="2"/>
              <a:buNone/>
              <a:defRPr/>
            </a:pPr>
            <a:endParaRPr lang="en-US" sz="2400" dirty="0">
              <a:solidFill>
                <a:schemeClr val="tx1"/>
              </a:solidFill>
            </a:endParaRPr>
          </a:p>
          <a:p>
            <a:pPr algn="ctr">
              <a:buFont typeface="Wingdings" panose="05000000000000000000" pitchFamily="2" charset="2"/>
              <a:buNone/>
              <a:defRPr/>
            </a:pPr>
            <a:r>
              <a:rPr lang="en-US" sz="2400" b="1" dirty="0">
                <a:solidFill>
                  <a:schemeClr val="accent2"/>
                </a:solidFill>
              </a:rPr>
              <a:t>COQ = Cost of conformance + Cost of non-conformance</a:t>
            </a:r>
          </a:p>
          <a:p>
            <a:pPr algn="ctr">
              <a:buFont typeface="Wingdings" panose="05000000000000000000" pitchFamily="2" charset="2"/>
              <a:buNone/>
              <a:defRPr/>
            </a:pPr>
            <a:endParaRPr lang="en-US"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D17D7E4F-39CA-AA82-79C3-3E53DD62665E}"/>
              </a:ext>
            </a:extLst>
          </p:cNvPr>
          <p:cNvSpPr>
            <a:spLocks noGrp="1"/>
          </p:cNvSpPr>
          <p:nvPr>
            <p:ph type="title"/>
          </p:nvPr>
        </p:nvSpPr>
        <p:spPr>
          <a:xfrm>
            <a:off x="1192878" y="762000"/>
            <a:ext cx="8153400" cy="990600"/>
          </a:xfrm>
        </p:spPr>
        <p:txBody>
          <a:bodyPr/>
          <a:lstStyle/>
          <a:p>
            <a:r>
              <a:rPr lang="en-US" altLang="en-US" dirty="0">
                <a:solidFill>
                  <a:schemeClr val="tx1"/>
                </a:solidFill>
              </a:rPr>
              <a:t>Formula</a:t>
            </a:r>
          </a:p>
        </p:txBody>
      </p:sp>
      <p:sp>
        <p:nvSpPr>
          <p:cNvPr id="3" name="Content Placeholder 2">
            <a:extLst>
              <a:ext uri="{FF2B5EF4-FFF2-40B4-BE49-F238E27FC236}">
                <a16:creationId xmlns:a16="http://schemas.microsoft.com/office/drawing/2014/main" id="{9C77C349-0A59-5576-A92B-0169D43EA6ED}"/>
              </a:ext>
            </a:extLst>
          </p:cNvPr>
          <p:cNvSpPr>
            <a:spLocks noGrp="1"/>
          </p:cNvSpPr>
          <p:nvPr>
            <p:ph sz="quarter" idx="1"/>
          </p:nvPr>
        </p:nvSpPr>
        <p:spPr>
          <a:xfrm>
            <a:off x="1192878" y="1858297"/>
            <a:ext cx="10060141" cy="3367547"/>
          </a:xfrm>
        </p:spPr>
        <p:txBody>
          <a:bodyPr>
            <a:noAutofit/>
          </a:bodyPr>
          <a:lstStyle/>
          <a:p>
            <a:pPr>
              <a:buFont typeface="Wingdings" panose="05000000000000000000" pitchFamily="2" charset="2"/>
              <a:buNone/>
              <a:defRPr/>
            </a:pPr>
            <a:r>
              <a:rPr lang="en-US" sz="2400" b="1" i="1" dirty="0">
                <a:solidFill>
                  <a:schemeClr val="accent1">
                    <a:lumMod val="75000"/>
                  </a:schemeClr>
                </a:solidFill>
              </a:rPr>
              <a:t>Cost of Quality = Cost of Control + Cost of Failure of Control</a:t>
            </a:r>
          </a:p>
          <a:p>
            <a:pPr>
              <a:buFont typeface="Wingdings" panose="05000000000000000000" pitchFamily="2" charset="2"/>
              <a:buNone/>
              <a:defRPr/>
            </a:pPr>
            <a:r>
              <a:rPr lang="en-US" sz="2400" i="1" dirty="0"/>
              <a:t>where</a:t>
            </a:r>
          </a:p>
          <a:p>
            <a:pPr>
              <a:buFont typeface="Wingdings" panose="05000000000000000000" pitchFamily="2" charset="2"/>
              <a:buNone/>
              <a:defRPr/>
            </a:pPr>
            <a:r>
              <a:rPr lang="en-US" sz="2400" b="1" i="1" dirty="0">
                <a:solidFill>
                  <a:schemeClr val="accent4">
                    <a:lumMod val="75000"/>
                  </a:schemeClr>
                </a:solidFill>
              </a:rPr>
              <a:t>Cost of Control = Prevention Cost + Appraisal Cost</a:t>
            </a:r>
          </a:p>
          <a:p>
            <a:pPr>
              <a:buFont typeface="Wingdings" panose="05000000000000000000" pitchFamily="2" charset="2"/>
              <a:buNone/>
              <a:defRPr/>
            </a:pPr>
            <a:r>
              <a:rPr lang="en-US" sz="2400" i="1" dirty="0"/>
              <a:t>and</a:t>
            </a:r>
          </a:p>
          <a:p>
            <a:pPr>
              <a:buFont typeface="Wingdings" panose="05000000000000000000" pitchFamily="2" charset="2"/>
              <a:buNone/>
              <a:defRPr/>
            </a:pPr>
            <a:r>
              <a:rPr lang="en-US" sz="2400" b="1" i="1" dirty="0">
                <a:solidFill>
                  <a:schemeClr val="accent2">
                    <a:lumMod val="75000"/>
                  </a:schemeClr>
                </a:solidFill>
              </a:rPr>
              <a:t>Cost of Failure of Control = Internal Failure Cost + External</a:t>
            </a:r>
          </a:p>
          <a:p>
            <a:pPr>
              <a:buFont typeface="Wingdings" panose="05000000000000000000" pitchFamily="2" charset="2"/>
              <a:buNone/>
              <a:defRPr/>
            </a:pPr>
            <a:r>
              <a:rPr lang="en-US" sz="2400" b="1" i="1" dirty="0">
                <a:solidFill>
                  <a:schemeClr val="accent2">
                    <a:lumMod val="75000"/>
                  </a:schemeClr>
                </a:solidFill>
              </a:rPr>
              <a:t>Failure Cost</a:t>
            </a:r>
          </a:p>
          <a:p>
            <a:pPr>
              <a:buFont typeface="Wingdings" panose="05000000000000000000" pitchFamily="2" charset="2"/>
              <a:buNone/>
              <a:defRPr/>
            </a:pP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C3FC1DD1-B58D-09D5-C15F-8926BFD5C267}"/>
              </a:ext>
            </a:extLst>
          </p:cNvPr>
          <p:cNvSpPr>
            <a:spLocks noGrp="1"/>
          </p:cNvSpPr>
          <p:nvPr>
            <p:ph type="title"/>
          </p:nvPr>
        </p:nvSpPr>
        <p:spPr>
          <a:xfrm>
            <a:off x="1207626" y="609600"/>
            <a:ext cx="8153400" cy="990600"/>
          </a:xfrm>
        </p:spPr>
        <p:txBody>
          <a:bodyPr/>
          <a:lstStyle/>
          <a:p>
            <a:r>
              <a:rPr lang="en-US" altLang="en-US" dirty="0">
                <a:solidFill>
                  <a:schemeClr val="tx1"/>
                </a:solidFill>
              </a:rPr>
              <a:t>Cost of Quality - Explanation</a:t>
            </a:r>
          </a:p>
        </p:txBody>
      </p:sp>
      <p:sp>
        <p:nvSpPr>
          <p:cNvPr id="3" name="Content Placeholder 2">
            <a:extLst>
              <a:ext uri="{FF2B5EF4-FFF2-40B4-BE49-F238E27FC236}">
                <a16:creationId xmlns:a16="http://schemas.microsoft.com/office/drawing/2014/main" id="{D85BE8BD-8465-2E9F-8E33-04A29E3523A4}"/>
              </a:ext>
            </a:extLst>
          </p:cNvPr>
          <p:cNvSpPr>
            <a:spLocks noGrp="1"/>
          </p:cNvSpPr>
          <p:nvPr>
            <p:ph sz="quarter" idx="1"/>
          </p:nvPr>
        </p:nvSpPr>
        <p:spPr>
          <a:xfrm>
            <a:off x="1207626" y="1924664"/>
            <a:ext cx="9912658" cy="3016046"/>
          </a:xfrm>
        </p:spPr>
        <p:txBody>
          <a:bodyPr>
            <a:normAutofit/>
          </a:bodyPr>
          <a:lstStyle/>
          <a:p>
            <a:pPr>
              <a:defRPr/>
            </a:pPr>
            <a:r>
              <a:rPr lang="en-US" sz="2400" dirty="0">
                <a:solidFill>
                  <a:schemeClr val="tx1"/>
                </a:solidFill>
              </a:rPr>
              <a:t>CoSQ generally focuses on three major components:</a:t>
            </a:r>
          </a:p>
          <a:p>
            <a:pPr lvl="1">
              <a:defRPr/>
            </a:pPr>
            <a:r>
              <a:rPr lang="en-US" sz="2400" dirty="0">
                <a:solidFill>
                  <a:schemeClr val="accent2">
                    <a:lumMod val="75000"/>
                  </a:schemeClr>
                </a:solidFill>
              </a:rPr>
              <a:t>Cost of monitoring defects</a:t>
            </a:r>
          </a:p>
          <a:p>
            <a:pPr lvl="1">
              <a:defRPr/>
            </a:pPr>
            <a:r>
              <a:rPr lang="en-US" sz="2400" dirty="0">
                <a:solidFill>
                  <a:schemeClr val="accent1">
                    <a:lumMod val="75000"/>
                  </a:schemeClr>
                </a:solidFill>
              </a:rPr>
              <a:t>Cost of correcting defects</a:t>
            </a:r>
          </a:p>
          <a:p>
            <a:pPr lvl="1">
              <a:defRPr/>
            </a:pPr>
            <a:r>
              <a:rPr lang="en-US" sz="2400" dirty="0">
                <a:solidFill>
                  <a:schemeClr val="accent4">
                    <a:lumMod val="75000"/>
                  </a:schemeClr>
                </a:solidFill>
              </a:rPr>
              <a:t>Cost of reducing defects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p:cTn id="14"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p:cTn id="21"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A577BD20-D1FF-1BEE-9621-64AB62F59F87}"/>
              </a:ext>
            </a:extLst>
          </p:cNvPr>
          <p:cNvSpPr>
            <a:spLocks noGrp="1"/>
          </p:cNvSpPr>
          <p:nvPr>
            <p:ph type="title"/>
          </p:nvPr>
        </p:nvSpPr>
        <p:spPr>
          <a:xfrm>
            <a:off x="1251872" y="762000"/>
            <a:ext cx="8153400" cy="990600"/>
          </a:xfrm>
        </p:spPr>
        <p:txBody>
          <a:bodyPr/>
          <a:lstStyle/>
          <a:p>
            <a:r>
              <a:rPr lang="en-US" altLang="en-US" dirty="0">
                <a:solidFill>
                  <a:schemeClr val="tx1"/>
                </a:solidFill>
              </a:rPr>
              <a:t>Cost of Quality</a:t>
            </a:r>
          </a:p>
        </p:txBody>
      </p:sp>
      <p:graphicFrame>
        <p:nvGraphicFramePr>
          <p:cNvPr id="7" name="Content Placeholder 5">
            <a:extLst>
              <a:ext uri="{FF2B5EF4-FFF2-40B4-BE49-F238E27FC236}">
                <a16:creationId xmlns:a16="http://schemas.microsoft.com/office/drawing/2014/main" id="{57E5F685-A623-8994-0E0D-E5180BD6D504}"/>
              </a:ext>
            </a:extLst>
          </p:cNvPr>
          <p:cNvGraphicFramePr>
            <a:graphicFrameLocks noGrp="1"/>
          </p:cNvGraphicFramePr>
          <p:nvPr>
            <p:ph sz="quarter" idx="1"/>
          </p:nvPr>
        </p:nvGraphicFramePr>
        <p:xfrm>
          <a:off x="2033539" y="1600200"/>
          <a:ext cx="8153400"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257D38D8-EC6F-DB19-5669-DB3AFD529775}"/>
              </a:ext>
            </a:extLst>
          </p:cNvPr>
          <p:cNvSpPr>
            <a:spLocks noGrp="1"/>
          </p:cNvSpPr>
          <p:nvPr>
            <p:ph type="title"/>
          </p:nvPr>
        </p:nvSpPr>
        <p:spPr>
          <a:xfrm>
            <a:off x="1192879" y="434770"/>
            <a:ext cx="8153400" cy="904876"/>
          </a:xfrm>
        </p:spPr>
        <p:txBody>
          <a:bodyPr/>
          <a:lstStyle/>
          <a:p>
            <a:r>
              <a:rPr lang="en-US" altLang="en-US" dirty="0">
                <a:solidFill>
                  <a:schemeClr val="tx1"/>
                </a:solidFill>
              </a:rPr>
              <a:t>Cost of Quality</a:t>
            </a:r>
          </a:p>
        </p:txBody>
      </p:sp>
      <p:pic>
        <p:nvPicPr>
          <p:cNvPr id="19459" name="Picture 2">
            <a:extLst>
              <a:ext uri="{FF2B5EF4-FFF2-40B4-BE49-F238E27FC236}">
                <a16:creationId xmlns:a16="http://schemas.microsoft.com/office/drawing/2014/main" id="{08D96F9A-03EF-D418-E75A-0E6D82E325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2878" y="1339646"/>
            <a:ext cx="10222373"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BBAA9927-7645-6E75-19D7-0A3279220EAB}"/>
              </a:ext>
            </a:extLst>
          </p:cNvPr>
          <p:cNvSpPr>
            <a:spLocks noGrp="1"/>
          </p:cNvSpPr>
          <p:nvPr>
            <p:ph type="title"/>
          </p:nvPr>
        </p:nvSpPr>
        <p:spPr>
          <a:xfrm>
            <a:off x="1170782" y="679453"/>
            <a:ext cx="8153400" cy="990600"/>
          </a:xfrm>
        </p:spPr>
        <p:txBody>
          <a:bodyPr/>
          <a:lstStyle/>
          <a:p>
            <a:r>
              <a:rPr lang="en-US" altLang="en-US" dirty="0">
                <a:solidFill>
                  <a:schemeClr val="tx1"/>
                </a:solidFill>
              </a:rPr>
              <a:t>Components of Quality Cost</a:t>
            </a:r>
          </a:p>
        </p:txBody>
      </p:sp>
      <p:sp>
        <p:nvSpPr>
          <p:cNvPr id="3" name="Content Placeholder 2">
            <a:extLst>
              <a:ext uri="{FF2B5EF4-FFF2-40B4-BE49-F238E27FC236}">
                <a16:creationId xmlns:a16="http://schemas.microsoft.com/office/drawing/2014/main" id="{C0C22FA1-E5B0-AD82-96B5-C98C4EA3D56C}"/>
              </a:ext>
            </a:extLst>
          </p:cNvPr>
          <p:cNvSpPr>
            <a:spLocks noGrp="1"/>
          </p:cNvSpPr>
          <p:nvPr>
            <p:ph sz="quarter" idx="1"/>
          </p:nvPr>
        </p:nvSpPr>
        <p:spPr>
          <a:xfrm>
            <a:off x="909635" y="1744666"/>
            <a:ext cx="11023285" cy="4503734"/>
          </a:xfrm>
        </p:spPr>
        <p:txBody>
          <a:bodyPr>
            <a:normAutofit fontScale="92500" lnSpcReduction="20000"/>
          </a:bodyPr>
          <a:lstStyle/>
          <a:p>
            <a:pPr algn="just">
              <a:buFont typeface="Wingdings" panose="05000000000000000000" pitchFamily="2" charset="2"/>
              <a:buNone/>
            </a:pPr>
            <a:r>
              <a:rPr lang="en-US" altLang="en-US" sz="2400" dirty="0">
                <a:solidFill>
                  <a:schemeClr val="accent2"/>
                </a:solidFill>
              </a:rPr>
              <a:t>Prevention Cost:</a:t>
            </a:r>
          </a:p>
          <a:p>
            <a:pPr algn="just">
              <a:buFont typeface="Wingdings" panose="05000000000000000000" pitchFamily="2" charset="2"/>
              <a:buNone/>
            </a:pPr>
            <a:r>
              <a:rPr lang="en-US" altLang="en-US" sz="2400" dirty="0">
                <a:solidFill>
                  <a:schemeClr val="tx1"/>
                </a:solidFill>
              </a:rPr>
              <a:t>The cost of activities specifically designed to prevent poor quality in products or services.</a:t>
            </a:r>
          </a:p>
          <a:p>
            <a:pPr fontAlgn="base"/>
            <a:r>
              <a:rPr lang="en-US" b="1" dirty="0">
                <a:solidFill>
                  <a:schemeClr val="tx1"/>
                </a:solidFill>
              </a:rPr>
              <a:t>Training:</a:t>
            </a:r>
            <a:r>
              <a:rPr lang="en-US" dirty="0">
                <a:solidFill>
                  <a:schemeClr val="tx1"/>
                </a:solidFill>
              </a:rPr>
              <a:t> Educating employees on how to do their jobs correctly.</a:t>
            </a:r>
          </a:p>
          <a:p>
            <a:pPr fontAlgn="base"/>
            <a:r>
              <a:rPr lang="en-US" b="1" dirty="0">
                <a:solidFill>
                  <a:schemeClr val="tx1"/>
                </a:solidFill>
              </a:rPr>
              <a:t>Process Planning:</a:t>
            </a:r>
            <a:r>
              <a:rPr lang="en-US" dirty="0">
                <a:solidFill>
                  <a:schemeClr val="tx1"/>
                </a:solidFill>
              </a:rPr>
              <a:t> Designing processes to minimize errors.</a:t>
            </a:r>
          </a:p>
          <a:p>
            <a:r>
              <a:rPr lang="en-US" b="1" dirty="0">
                <a:solidFill>
                  <a:schemeClr val="tx1"/>
                </a:solidFill>
              </a:rPr>
              <a:t>Quality Improvement Projects:</a:t>
            </a:r>
            <a:r>
              <a:rPr lang="en-US" dirty="0">
                <a:solidFill>
                  <a:schemeClr val="tx1"/>
                </a:solidFill>
              </a:rPr>
              <a:t> Implementing methods like Six Sigma to improve quality.</a:t>
            </a:r>
            <a:endParaRPr lang="en-US" altLang="en-US" dirty="0">
              <a:solidFill>
                <a:schemeClr val="tx1"/>
              </a:solidFill>
            </a:endParaRPr>
          </a:p>
          <a:p>
            <a:pPr algn="just">
              <a:buFont typeface="Wingdings" panose="05000000000000000000" pitchFamily="2" charset="2"/>
              <a:buNone/>
            </a:pPr>
            <a:r>
              <a:rPr lang="en-US" altLang="en-US" sz="2400" dirty="0">
                <a:solidFill>
                  <a:schemeClr val="accent2"/>
                </a:solidFill>
              </a:rPr>
              <a:t>Appraisal Cost:</a:t>
            </a:r>
          </a:p>
          <a:p>
            <a:pPr algn="just">
              <a:buFont typeface="Wingdings" panose="05000000000000000000" pitchFamily="2" charset="2"/>
              <a:buNone/>
            </a:pPr>
            <a:r>
              <a:rPr lang="en-US" altLang="en-US" sz="2400" dirty="0">
                <a:solidFill>
                  <a:schemeClr val="tx1"/>
                </a:solidFill>
              </a:rPr>
              <a:t>The cost associated with measuring, evaluating or auditing products or services to </a:t>
            </a:r>
          </a:p>
          <a:p>
            <a:pPr algn="just">
              <a:buFont typeface="Wingdings" panose="05000000000000000000" pitchFamily="2" charset="2"/>
              <a:buNone/>
            </a:pPr>
            <a:r>
              <a:rPr lang="en-US" altLang="en-US" sz="2400" dirty="0">
                <a:solidFill>
                  <a:schemeClr val="tx1"/>
                </a:solidFill>
              </a:rPr>
              <a:t>assure conformance to quality standards and performance requirements.</a:t>
            </a:r>
          </a:p>
          <a:p>
            <a:pPr fontAlgn="base"/>
            <a:r>
              <a:rPr lang="en-US" b="1" dirty="0"/>
              <a:t>Testing:</a:t>
            </a:r>
            <a:r>
              <a:rPr lang="en-US" dirty="0"/>
              <a:t> Checking products for defects.</a:t>
            </a:r>
          </a:p>
          <a:p>
            <a:pPr fontAlgn="base"/>
            <a:r>
              <a:rPr lang="en-US" b="1" dirty="0"/>
              <a:t>Audits:</a:t>
            </a:r>
            <a:r>
              <a:rPr lang="en-US" dirty="0"/>
              <a:t> Regular quality checks to ensure processes are being followed.</a:t>
            </a:r>
          </a:p>
          <a:p>
            <a:r>
              <a:rPr lang="en-US" b="1" dirty="0"/>
              <a:t>Inspections:</a:t>
            </a:r>
            <a:r>
              <a:rPr lang="en-US" dirty="0"/>
              <a:t> Evaluating products at different stages of production.</a:t>
            </a:r>
            <a:endParaRPr lang="en-US" altLang="en-US"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2FDC0C03-1A50-AFEA-680D-11CB0080FD7C}"/>
              </a:ext>
            </a:extLst>
          </p:cNvPr>
          <p:cNvSpPr>
            <a:spLocks noGrp="1"/>
          </p:cNvSpPr>
          <p:nvPr>
            <p:ph type="title"/>
          </p:nvPr>
        </p:nvSpPr>
        <p:spPr>
          <a:xfrm>
            <a:off x="899653" y="800247"/>
            <a:ext cx="8153400" cy="990600"/>
          </a:xfrm>
        </p:spPr>
        <p:txBody>
          <a:bodyPr/>
          <a:lstStyle/>
          <a:p>
            <a:r>
              <a:rPr lang="en-US" altLang="en-US" dirty="0">
                <a:solidFill>
                  <a:schemeClr val="tx1"/>
                </a:solidFill>
              </a:rPr>
              <a:t>Components of Quality Cost</a:t>
            </a:r>
          </a:p>
        </p:txBody>
      </p:sp>
      <p:sp>
        <p:nvSpPr>
          <p:cNvPr id="3" name="Content Placeholder 2">
            <a:extLst>
              <a:ext uri="{FF2B5EF4-FFF2-40B4-BE49-F238E27FC236}">
                <a16:creationId xmlns:a16="http://schemas.microsoft.com/office/drawing/2014/main" id="{A0C26980-5FCF-11CE-42EA-C789EFC81BF9}"/>
              </a:ext>
            </a:extLst>
          </p:cNvPr>
          <p:cNvSpPr>
            <a:spLocks noGrp="1"/>
          </p:cNvSpPr>
          <p:nvPr>
            <p:ph sz="quarter" idx="1"/>
          </p:nvPr>
        </p:nvSpPr>
        <p:spPr>
          <a:xfrm>
            <a:off x="899653" y="1978867"/>
            <a:ext cx="8153400" cy="3846746"/>
          </a:xfrm>
        </p:spPr>
        <p:txBody>
          <a:bodyPr>
            <a:normAutofit/>
          </a:bodyPr>
          <a:lstStyle/>
          <a:p>
            <a:pPr>
              <a:buFont typeface="Wingdings" panose="05000000000000000000" pitchFamily="2" charset="2"/>
              <a:buNone/>
              <a:defRPr/>
            </a:pPr>
            <a:r>
              <a:rPr lang="en-US" sz="2400" dirty="0">
                <a:solidFill>
                  <a:schemeClr val="accent2"/>
                </a:solidFill>
              </a:rPr>
              <a:t>Failure Cost:</a:t>
            </a:r>
          </a:p>
          <a:p>
            <a:pPr algn="just">
              <a:buFont typeface="Wingdings" panose="05000000000000000000" pitchFamily="2" charset="2"/>
              <a:buNone/>
              <a:defRPr/>
            </a:pPr>
            <a:r>
              <a:rPr lang="en-US" sz="2400" dirty="0">
                <a:solidFill>
                  <a:schemeClr val="tx1"/>
                </a:solidFill>
              </a:rPr>
              <a:t>The cost resulting from products or services not conforming</a:t>
            </a:r>
          </a:p>
          <a:p>
            <a:pPr algn="just">
              <a:buFont typeface="Wingdings" panose="05000000000000000000" pitchFamily="2" charset="2"/>
              <a:buNone/>
              <a:defRPr/>
            </a:pPr>
            <a:r>
              <a:rPr lang="en-US" sz="2400" dirty="0">
                <a:solidFill>
                  <a:schemeClr val="tx1"/>
                </a:solidFill>
              </a:rPr>
              <a:t>to requirements or customer/user needs i.e. the cost</a:t>
            </a:r>
          </a:p>
          <a:p>
            <a:pPr algn="just">
              <a:buFont typeface="Wingdings" panose="05000000000000000000" pitchFamily="2" charset="2"/>
              <a:buNone/>
              <a:defRPr/>
            </a:pPr>
            <a:r>
              <a:rPr lang="en-US" sz="2400" dirty="0">
                <a:solidFill>
                  <a:schemeClr val="tx1"/>
                </a:solidFill>
              </a:rPr>
              <a:t>resulting from poor quality. </a:t>
            </a:r>
          </a:p>
          <a:p>
            <a:pPr algn="just">
              <a:buFont typeface="Wingdings" panose="05000000000000000000" pitchFamily="2" charset="2"/>
              <a:buNone/>
              <a:defRPr/>
            </a:pPr>
            <a:endParaRPr lang="en-US" sz="2400" dirty="0"/>
          </a:p>
          <a:p>
            <a:pPr marL="0" indent="0" algn="just">
              <a:buNone/>
              <a:defRPr/>
            </a:pPr>
            <a:r>
              <a:rPr lang="en-US" sz="2400" dirty="0">
                <a:solidFill>
                  <a:schemeClr val="tx1"/>
                </a:solidFill>
              </a:rPr>
              <a:t>Failure cost is divided into </a:t>
            </a:r>
            <a:r>
              <a:rPr lang="en-US" sz="2400" dirty="0">
                <a:solidFill>
                  <a:schemeClr val="accent1">
                    <a:lumMod val="75000"/>
                  </a:schemeClr>
                </a:solidFill>
              </a:rPr>
              <a:t>internal </a:t>
            </a:r>
            <a:r>
              <a:rPr lang="en-US" sz="2400" dirty="0"/>
              <a:t>and e</a:t>
            </a:r>
            <a:r>
              <a:rPr lang="en-US" sz="2400" dirty="0">
                <a:solidFill>
                  <a:schemeClr val="accent1">
                    <a:lumMod val="75000"/>
                  </a:schemeClr>
                </a:solidFill>
              </a:rPr>
              <a:t>xternal</a:t>
            </a:r>
            <a:r>
              <a:rPr lang="en-US" sz="2400" dirty="0"/>
              <a:t> </a:t>
            </a:r>
            <a:r>
              <a:rPr lang="en-US" sz="2400" dirty="0">
                <a:solidFill>
                  <a:schemeClr val="tx1"/>
                </a:solidFill>
              </a:rPr>
              <a:t>failure cost categories.</a:t>
            </a:r>
          </a:p>
        </p:txBody>
      </p:sp>
      <p:grpSp>
        <p:nvGrpSpPr>
          <p:cNvPr id="2" name="Group 5">
            <a:extLst>
              <a:ext uri="{FF2B5EF4-FFF2-40B4-BE49-F238E27FC236}">
                <a16:creationId xmlns:a16="http://schemas.microsoft.com/office/drawing/2014/main" id="{70B30A8D-ECCA-23AD-AFB5-1B680A1D594A}"/>
              </a:ext>
            </a:extLst>
          </p:cNvPr>
          <p:cNvGrpSpPr>
            <a:grpSpLocks/>
          </p:cNvGrpSpPr>
          <p:nvPr/>
        </p:nvGrpSpPr>
        <p:grpSpPr bwMode="auto">
          <a:xfrm>
            <a:off x="8550306" y="2139306"/>
            <a:ext cx="3497262" cy="4121150"/>
            <a:chOff x="4345" y="1152"/>
            <a:chExt cx="2251" cy="2692"/>
          </a:xfrm>
        </p:grpSpPr>
        <p:graphicFrame>
          <p:nvGraphicFramePr>
            <p:cNvPr id="21509" name="Object 4">
              <a:hlinkClick r:id="" action="ppaction://ole?verb=0"/>
              <a:extLst>
                <a:ext uri="{FF2B5EF4-FFF2-40B4-BE49-F238E27FC236}">
                  <a16:creationId xmlns:a16="http://schemas.microsoft.com/office/drawing/2014/main" id="{81D7D4B2-F8DF-09C0-AA5D-0071884A3BF6}"/>
                </a:ext>
              </a:extLst>
            </p:cNvPr>
            <p:cNvGraphicFramePr>
              <a:graphicFrameLocks/>
            </p:cNvGraphicFramePr>
            <p:nvPr>
              <p:extLst>
                <p:ext uri="{D42A27DB-BD31-4B8C-83A1-F6EECF244321}">
                  <p14:modId xmlns:p14="http://schemas.microsoft.com/office/powerpoint/2010/main" val="900086049"/>
                </p:ext>
              </p:extLst>
            </p:nvPr>
          </p:nvGraphicFramePr>
          <p:xfrm>
            <a:off x="4345" y="1152"/>
            <a:ext cx="2251" cy="2692"/>
          </p:xfrm>
          <a:graphic>
            <a:graphicData uri="http://schemas.openxmlformats.org/presentationml/2006/ole">
              <mc:AlternateContent xmlns:mc="http://schemas.openxmlformats.org/markup-compatibility/2006">
                <mc:Choice xmlns:v="urn:schemas-microsoft-com:vml" Requires="v">
                  <p:oleObj name="ClipArt" r:id="rId2" imgW="5031740" imgH="6010910" progId="MS_ClipArt_Gallery.2">
                    <p:embed/>
                  </p:oleObj>
                </mc:Choice>
                <mc:Fallback>
                  <p:oleObj name="ClipArt" r:id="rId2" imgW="5031740" imgH="6010910" progId="MS_ClipArt_Gallery.2">
                    <p:embed/>
                    <p:pic>
                      <p:nvPicPr>
                        <p:cNvPr id="21509" name="Object 4">
                          <a:hlinkClick r:id="" action="ppaction://ole?verb=0"/>
                          <a:extLst>
                            <a:ext uri="{FF2B5EF4-FFF2-40B4-BE49-F238E27FC236}">
                              <a16:creationId xmlns:a16="http://schemas.microsoft.com/office/drawing/2014/main" id="{81D7D4B2-F8DF-09C0-AA5D-0071884A3BF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5" y="1152"/>
                          <a:ext cx="2251" cy="2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4">
              <a:extLst>
                <a:ext uri="{FF2B5EF4-FFF2-40B4-BE49-F238E27FC236}">
                  <a16:creationId xmlns:a16="http://schemas.microsoft.com/office/drawing/2014/main" id="{E1E67165-1674-230D-4202-24CCC9DB983B}"/>
                </a:ext>
              </a:extLst>
            </p:cNvPr>
            <p:cNvSpPr>
              <a:spLocks noChangeArrowheads="1"/>
            </p:cNvSpPr>
            <p:nvPr/>
          </p:nvSpPr>
          <p:spPr bwMode="auto">
            <a:xfrm>
              <a:off x="5323" y="2498"/>
              <a:ext cx="514" cy="384"/>
            </a:xfrm>
            <a:prstGeom prst="rect">
              <a:avLst/>
            </a:prstGeom>
            <a:noFill/>
            <a:ln w="12700">
              <a:noFill/>
              <a:miter lim="800000"/>
              <a:headEnd/>
              <a:tailEnd/>
            </a:ln>
            <a:effectLst/>
          </p:spPr>
          <p:txBody>
            <a:bodyPr wrap="none" lIns="90488" tIns="44450" rIns="90488" bIns="44450">
              <a:spAutoFit/>
            </a:bodyPr>
            <a:lstStyle/>
            <a:p>
              <a:pPr eaLnBrk="1" hangingPunct="1">
                <a:lnSpc>
                  <a:spcPct val="90000"/>
                </a:lnSpc>
                <a:defRPr/>
              </a:pPr>
              <a:r>
                <a:rPr lang="en-US" b="1" dirty="0">
                  <a:latin typeface="+mj-lt"/>
                </a:rPr>
                <a:t>Cost</a:t>
              </a:r>
              <a:br>
                <a:rPr lang="en-US" b="1" dirty="0">
                  <a:latin typeface="+mj-lt"/>
                </a:rPr>
              </a:br>
              <a:r>
                <a:rPr lang="en-US" b="1" dirty="0">
                  <a:latin typeface="+mj-lt"/>
                </a:rPr>
                <a:t>Report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slide(fromBottom)">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81E4A2DE-EED4-BE27-0CBC-60AC4B3515B2}"/>
              </a:ext>
            </a:extLst>
          </p:cNvPr>
          <p:cNvSpPr>
            <a:spLocks noGrp="1"/>
          </p:cNvSpPr>
          <p:nvPr>
            <p:ph type="title"/>
          </p:nvPr>
        </p:nvSpPr>
        <p:spPr>
          <a:xfrm>
            <a:off x="1237124" y="609600"/>
            <a:ext cx="8153400" cy="990600"/>
          </a:xfrm>
        </p:spPr>
        <p:txBody>
          <a:bodyPr>
            <a:normAutofit fontScale="90000"/>
          </a:bodyPr>
          <a:lstStyle/>
          <a:p>
            <a:r>
              <a:rPr lang="en-US" altLang="en-US" dirty="0">
                <a:solidFill>
                  <a:schemeClr val="tx1"/>
                </a:solidFill>
              </a:rPr>
              <a:t>Components of Quality Cost   </a:t>
            </a:r>
            <a:r>
              <a:rPr lang="en-US" altLang="en-US" sz="3000" dirty="0">
                <a:solidFill>
                  <a:schemeClr val="tx1"/>
                </a:solidFill>
              </a:rPr>
              <a:t>(Cont..)</a:t>
            </a:r>
          </a:p>
        </p:txBody>
      </p:sp>
      <p:sp>
        <p:nvSpPr>
          <p:cNvPr id="2052" name="Content Placeholder 2">
            <a:extLst>
              <a:ext uri="{FF2B5EF4-FFF2-40B4-BE49-F238E27FC236}">
                <a16:creationId xmlns:a16="http://schemas.microsoft.com/office/drawing/2014/main" id="{B4DE60EB-A6E8-8EBF-8E19-B399561545C9}"/>
              </a:ext>
            </a:extLst>
          </p:cNvPr>
          <p:cNvSpPr>
            <a:spLocks noGrp="1"/>
          </p:cNvSpPr>
          <p:nvPr>
            <p:ph sz="quarter" idx="1"/>
          </p:nvPr>
        </p:nvSpPr>
        <p:spPr>
          <a:xfrm>
            <a:off x="1047135" y="1814052"/>
            <a:ext cx="6843251" cy="4055806"/>
          </a:xfrm>
        </p:spPr>
        <p:txBody>
          <a:bodyPr>
            <a:noAutofit/>
          </a:bodyPr>
          <a:lstStyle/>
          <a:p>
            <a:pPr>
              <a:buFont typeface="Wingdings" panose="05000000000000000000" pitchFamily="2" charset="2"/>
              <a:buNone/>
            </a:pPr>
            <a:r>
              <a:rPr lang="en-US" altLang="en-US" sz="2400" dirty="0">
                <a:solidFill>
                  <a:schemeClr val="accent2"/>
                </a:solidFill>
              </a:rPr>
              <a:t>Internal Failure Cost:</a:t>
            </a:r>
          </a:p>
          <a:p>
            <a:pPr marL="0" indent="0" algn="just">
              <a:buNone/>
            </a:pPr>
            <a:r>
              <a:rPr lang="en-US" altLang="en-US" sz="2400" dirty="0">
                <a:solidFill>
                  <a:schemeClr val="tx1"/>
                </a:solidFill>
              </a:rPr>
              <a:t>Failure cost which occur prior to delivery or shipment of the product, or the furnishing of a service, to the customer.</a:t>
            </a:r>
          </a:p>
          <a:p>
            <a:pPr>
              <a:buFont typeface="Wingdings" panose="05000000000000000000" pitchFamily="2" charset="2"/>
              <a:buNone/>
            </a:pPr>
            <a:endParaRPr lang="en-US" altLang="en-US" sz="2400" dirty="0">
              <a:solidFill>
                <a:schemeClr val="accent2"/>
              </a:solidFill>
            </a:endParaRPr>
          </a:p>
          <a:p>
            <a:pPr>
              <a:buFont typeface="Wingdings" panose="05000000000000000000" pitchFamily="2" charset="2"/>
              <a:buNone/>
            </a:pPr>
            <a:r>
              <a:rPr lang="en-US" altLang="en-US" sz="2400" dirty="0">
                <a:solidFill>
                  <a:schemeClr val="accent2"/>
                </a:solidFill>
              </a:rPr>
              <a:t>External Failure Cost:</a:t>
            </a:r>
          </a:p>
          <a:p>
            <a:pPr marL="0" indent="0" algn="just">
              <a:buNone/>
            </a:pPr>
            <a:r>
              <a:rPr lang="en-US" altLang="en-US" sz="2400" dirty="0">
                <a:solidFill>
                  <a:schemeClr val="tx1"/>
                </a:solidFill>
              </a:rPr>
              <a:t>Failure cost which occur after shipment of the product or a service to the customer.</a:t>
            </a:r>
          </a:p>
          <a:p>
            <a:pPr>
              <a:buFont typeface="Wingdings" panose="05000000000000000000" pitchFamily="2" charset="2"/>
              <a:buNone/>
            </a:pPr>
            <a:endParaRPr lang="en-US" altLang="en-US" sz="2400" dirty="0"/>
          </a:p>
        </p:txBody>
      </p:sp>
      <p:graphicFrame>
        <p:nvGraphicFramePr>
          <p:cNvPr id="2050" name="Object 4">
            <a:hlinkClick r:id="" action="ppaction://ole?verb=0"/>
            <a:extLst>
              <a:ext uri="{FF2B5EF4-FFF2-40B4-BE49-F238E27FC236}">
                <a16:creationId xmlns:a16="http://schemas.microsoft.com/office/drawing/2014/main" id="{69F5B8D4-45C1-7EAE-504B-933840C40481}"/>
              </a:ext>
            </a:extLst>
          </p:cNvPr>
          <p:cNvGraphicFramePr>
            <a:graphicFrameLocks/>
          </p:cNvGraphicFramePr>
          <p:nvPr>
            <p:extLst>
              <p:ext uri="{D42A27DB-BD31-4B8C-83A1-F6EECF244321}">
                <p14:modId xmlns:p14="http://schemas.microsoft.com/office/powerpoint/2010/main" val="470389963"/>
              </p:ext>
            </p:extLst>
          </p:nvPr>
        </p:nvGraphicFramePr>
        <p:xfrm>
          <a:off x="8345129" y="2015613"/>
          <a:ext cx="3676650" cy="3398838"/>
        </p:xfrm>
        <a:graphic>
          <a:graphicData uri="http://schemas.openxmlformats.org/presentationml/2006/ole">
            <mc:AlternateContent xmlns:mc="http://schemas.openxmlformats.org/markup-compatibility/2006">
              <mc:Choice xmlns:v="urn:schemas-microsoft-com:vml" Requires="v">
                <p:oleObj name="ClipArt" r:id="rId2" imgW="6000750" imgH="5547995" progId="MS_ClipArt_Gallery.2">
                  <p:embed/>
                </p:oleObj>
              </mc:Choice>
              <mc:Fallback>
                <p:oleObj name="ClipArt" r:id="rId2" imgW="6000750" imgH="5547995" progId="MS_ClipArt_Gallery.2">
                  <p:embed/>
                  <p:pic>
                    <p:nvPicPr>
                      <p:cNvPr id="2050" name="Object 4">
                        <a:hlinkClick r:id="" action="ppaction://ole?verb=0"/>
                        <a:extLst>
                          <a:ext uri="{FF2B5EF4-FFF2-40B4-BE49-F238E27FC236}">
                            <a16:creationId xmlns:a16="http://schemas.microsoft.com/office/drawing/2014/main" id="{69F5B8D4-45C1-7EAE-504B-933840C4048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5129" y="2015613"/>
                        <a:ext cx="3676650" cy="339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052">
                                            <p:txEl>
                                              <p:pRg st="0" end="0"/>
                                            </p:txEl>
                                          </p:spTgt>
                                        </p:tgtEl>
                                        <p:attrNameLst>
                                          <p:attrName>style.visibility</p:attrName>
                                        </p:attrNameLst>
                                      </p:cBhvr>
                                      <p:to>
                                        <p:strVal val="visible"/>
                                      </p:to>
                                    </p:set>
                                    <p:anim calcmode="lin" valueType="num">
                                      <p:cBhvr additive="base">
                                        <p:cTn id="7" dur="500" fill="hold"/>
                                        <p:tgtEl>
                                          <p:spTgt spid="20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5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52">
                                            <p:txEl>
                                              <p:pRg st="1" end="1"/>
                                            </p:txEl>
                                          </p:spTgt>
                                        </p:tgtEl>
                                        <p:attrNameLst>
                                          <p:attrName>style.visibility</p:attrName>
                                        </p:attrNameLst>
                                      </p:cBhvr>
                                      <p:to>
                                        <p:strVal val="visible"/>
                                      </p:to>
                                    </p:set>
                                    <p:anim calcmode="lin" valueType="num">
                                      <p:cBhvr additive="base">
                                        <p:cTn id="11" dur="500" fill="hold"/>
                                        <p:tgtEl>
                                          <p:spTgt spid="205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052">
                                            <p:txEl>
                                              <p:pRg st="3" end="3"/>
                                            </p:txEl>
                                          </p:spTgt>
                                        </p:tgtEl>
                                        <p:attrNameLst>
                                          <p:attrName>style.visibility</p:attrName>
                                        </p:attrNameLst>
                                      </p:cBhvr>
                                      <p:to>
                                        <p:strVal val="visible"/>
                                      </p:to>
                                    </p:set>
                                    <p:anim calcmode="lin" valueType="num">
                                      <p:cBhvr additive="base">
                                        <p:cTn id="17" dur="500" fill="hold"/>
                                        <p:tgtEl>
                                          <p:spTgt spid="2052">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052">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052">
                                            <p:txEl>
                                              <p:pRg st="4" end="4"/>
                                            </p:txEl>
                                          </p:spTgt>
                                        </p:tgtEl>
                                        <p:attrNameLst>
                                          <p:attrName>style.visibility</p:attrName>
                                        </p:attrNameLst>
                                      </p:cBhvr>
                                      <p:to>
                                        <p:strVal val="visible"/>
                                      </p:to>
                                    </p:set>
                                    <p:anim calcmode="lin" valueType="num">
                                      <p:cBhvr additive="base">
                                        <p:cTn id="21" dur="500" fill="hold"/>
                                        <p:tgtEl>
                                          <p:spTgt spid="2052">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5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1" fill="hold" nodeType="clickEffect">
                                  <p:stCondLst>
                                    <p:cond delay="0"/>
                                  </p:stCondLst>
                                  <p:childTnLst>
                                    <p:set>
                                      <p:cBhvr>
                                        <p:cTn id="26" dur="1" fill="hold">
                                          <p:stCondLst>
                                            <p:cond delay="0"/>
                                          </p:stCondLst>
                                        </p:cTn>
                                        <p:tgtEl>
                                          <p:spTgt spid="2050"/>
                                        </p:tgtEl>
                                        <p:attrNameLst>
                                          <p:attrName>style.visibility</p:attrName>
                                        </p:attrNameLst>
                                      </p:cBhvr>
                                      <p:to>
                                        <p:strVal val="visible"/>
                                      </p:to>
                                    </p:set>
                                    <p:anim calcmode="lin" valueType="num">
                                      <p:cBhvr additive="base">
                                        <p:cTn id="27" dur="500" fill="hold"/>
                                        <p:tgtEl>
                                          <p:spTgt spid="2050"/>
                                        </p:tgtEl>
                                        <p:attrNameLst>
                                          <p:attrName>ppt_x</p:attrName>
                                        </p:attrNameLst>
                                      </p:cBhvr>
                                      <p:tavLst>
                                        <p:tav tm="0">
                                          <p:val>
                                            <p:strVal val="#ppt_x"/>
                                          </p:val>
                                        </p:tav>
                                        <p:tav tm="100000">
                                          <p:val>
                                            <p:strVal val="#ppt_x"/>
                                          </p:val>
                                        </p:tav>
                                      </p:tavLst>
                                    </p:anim>
                                    <p:anim calcmode="lin" valueType="num">
                                      <p:cBhvr additive="base">
                                        <p:cTn id="28" dur="500" fill="hold"/>
                                        <p:tgtEl>
                                          <p:spTgt spid="205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715C96A0-76EB-2410-6028-7CC970A627D0}"/>
              </a:ext>
            </a:extLst>
          </p:cNvPr>
          <p:cNvSpPr>
            <a:spLocks noGrp="1"/>
          </p:cNvSpPr>
          <p:nvPr>
            <p:ph type="title"/>
          </p:nvPr>
        </p:nvSpPr>
        <p:spPr>
          <a:xfrm>
            <a:off x="1050036" y="722671"/>
            <a:ext cx="8153400" cy="990600"/>
          </a:xfrm>
        </p:spPr>
        <p:txBody>
          <a:bodyPr>
            <a:normAutofit fontScale="90000"/>
          </a:bodyPr>
          <a:lstStyle/>
          <a:p>
            <a:r>
              <a:rPr lang="en-US" altLang="en-US" dirty="0">
                <a:solidFill>
                  <a:schemeClr val="tx1"/>
                </a:solidFill>
              </a:rPr>
              <a:t>Components of Quality Cost   </a:t>
            </a:r>
            <a:r>
              <a:rPr lang="en-US" altLang="en-US" sz="3000" dirty="0">
                <a:solidFill>
                  <a:schemeClr val="tx1"/>
                </a:solidFill>
              </a:rPr>
              <a:t>(Cont..)</a:t>
            </a:r>
          </a:p>
        </p:txBody>
      </p:sp>
      <p:graphicFrame>
        <p:nvGraphicFramePr>
          <p:cNvPr id="4" name="Diagram 3">
            <a:extLst>
              <a:ext uri="{FF2B5EF4-FFF2-40B4-BE49-F238E27FC236}">
                <a16:creationId xmlns:a16="http://schemas.microsoft.com/office/drawing/2014/main" id="{B1D77928-E685-A06F-FA78-FDDCC75A6255}"/>
              </a:ext>
            </a:extLst>
          </p:cNvPr>
          <p:cNvGraphicFramePr/>
          <p:nvPr>
            <p:extLst>
              <p:ext uri="{D42A27DB-BD31-4B8C-83A1-F6EECF244321}">
                <p14:modId xmlns:p14="http://schemas.microsoft.com/office/powerpoint/2010/main" val="1047927116"/>
              </p:ext>
            </p:extLst>
          </p:nvPr>
        </p:nvGraphicFramePr>
        <p:xfrm>
          <a:off x="2590800" y="1713271"/>
          <a:ext cx="7010400" cy="4699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A6AAA39F-8495-7D22-ACDD-646A2CF1F432}"/>
              </a:ext>
            </a:extLst>
          </p:cNvPr>
          <p:cNvSpPr>
            <a:spLocks noGrp="1"/>
          </p:cNvSpPr>
          <p:nvPr>
            <p:ph type="title"/>
          </p:nvPr>
        </p:nvSpPr>
        <p:spPr/>
        <p:txBody>
          <a:bodyPr/>
          <a:lstStyle/>
          <a:p>
            <a:r>
              <a:rPr lang="en-US" altLang="en-US" dirty="0">
                <a:solidFill>
                  <a:schemeClr val="tx1"/>
                </a:solidFill>
              </a:rPr>
              <a:t>Components of Quality Cost    </a:t>
            </a:r>
            <a:r>
              <a:rPr lang="en-US" altLang="en-US" sz="3000" dirty="0">
                <a:solidFill>
                  <a:schemeClr val="tx1"/>
                </a:solidFill>
              </a:rPr>
              <a:t>(Cont..)</a:t>
            </a:r>
          </a:p>
        </p:txBody>
      </p:sp>
      <p:sp>
        <p:nvSpPr>
          <p:cNvPr id="24579" name="Content Placeholder 10">
            <a:extLst>
              <a:ext uri="{FF2B5EF4-FFF2-40B4-BE49-F238E27FC236}">
                <a16:creationId xmlns:a16="http://schemas.microsoft.com/office/drawing/2014/main" id="{1D3E6F96-66D0-4256-B3BD-7CD77460DDD7}"/>
              </a:ext>
            </a:extLst>
          </p:cNvPr>
          <p:cNvSpPr>
            <a:spLocks noGrp="1"/>
          </p:cNvSpPr>
          <p:nvPr>
            <p:ph sz="quarter" idx="2"/>
          </p:nvPr>
        </p:nvSpPr>
        <p:spPr/>
        <p:txBody>
          <a:bodyPr>
            <a:normAutofit lnSpcReduction="10000"/>
          </a:bodyPr>
          <a:lstStyle/>
          <a:p>
            <a:r>
              <a:rPr lang="en-US" altLang="en-US" sz="2500" dirty="0">
                <a:solidFill>
                  <a:schemeClr val="tx1"/>
                </a:solidFill>
              </a:rPr>
              <a:t>Quality Planning</a:t>
            </a:r>
          </a:p>
          <a:p>
            <a:r>
              <a:rPr lang="en-US" altLang="en-US" sz="2500" dirty="0">
                <a:solidFill>
                  <a:schemeClr val="tx1"/>
                </a:solidFill>
              </a:rPr>
              <a:t>Formal Technical Reviews</a:t>
            </a:r>
          </a:p>
          <a:p>
            <a:r>
              <a:rPr lang="en-US" altLang="en-US" sz="2500" dirty="0">
                <a:solidFill>
                  <a:schemeClr val="tx1"/>
                </a:solidFill>
              </a:rPr>
              <a:t>Staff Training</a:t>
            </a:r>
          </a:p>
          <a:p>
            <a:r>
              <a:rPr lang="en-US" altLang="en-US" sz="2500" dirty="0">
                <a:solidFill>
                  <a:schemeClr val="tx1"/>
                </a:solidFill>
              </a:rPr>
              <a:t>Requirement Analysis</a:t>
            </a:r>
          </a:p>
          <a:p>
            <a:r>
              <a:rPr lang="en-US" altLang="en-US" sz="2500" dirty="0">
                <a:solidFill>
                  <a:schemeClr val="tx1"/>
                </a:solidFill>
              </a:rPr>
              <a:t>Early Prototyping</a:t>
            </a:r>
          </a:p>
          <a:p>
            <a:r>
              <a:rPr lang="en-US" altLang="en-US" sz="2500" dirty="0">
                <a:solidFill>
                  <a:schemeClr val="tx1"/>
                </a:solidFill>
              </a:rPr>
              <a:t>Process Control</a:t>
            </a:r>
          </a:p>
          <a:p>
            <a:r>
              <a:rPr lang="en-US" altLang="en-US" sz="2500" dirty="0">
                <a:solidFill>
                  <a:schemeClr val="tx1"/>
                </a:solidFill>
              </a:rPr>
              <a:t>Consulting</a:t>
            </a:r>
          </a:p>
          <a:p>
            <a:endParaRPr lang="en-US" altLang="en-US" sz="2100" dirty="0">
              <a:solidFill>
                <a:schemeClr val="tx1"/>
              </a:solidFill>
            </a:endParaRPr>
          </a:p>
        </p:txBody>
      </p:sp>
      <p:sp>
        <p:nvSpPr>
          <p:cNvPr id="13" name="Content Placeholder 12">
            <a:extLst>
              <a:ext uri="{FF2B5EF4-FFF2-40B4-BE49-F238E27FC236}">
                <a16:creationId xmlns:a16="http://schemas.microsoft.com/office/drawing/2014/main" id="{40BD6F9F-8B0E-8151-5595-E398BA5B69BC}"/>
              </a:ext>
            </a:extLst>
          </p:cNvPr>
          <p:cNvSpPr>
            <a:spLocks noGrp="1"/>
          </p:cNvSpPr>
          <p:nvPr>
            <p:ph sz="quarter" idx="4"/>
          </p:nvPr>
        </p:nvSpPr>
        <p:spPr/>
        <p:txBody>
          <a:bodyPr>
            <a:normAutofit lnSpcReduction="10000"/>
          </a:bodyPr>
          <a:lstStyle/>
          <a:p>
            <a:pPr>
              <a:buClr>
                <a:schemeClr val="accent4">
                  <a:lumMod val="75000"/>
                </a:schemeClr>
              </a:buClr>
              <a:defRPr/>
            </a:pPr>
            <a:r>
              <a:rPr lang="en-US" sz="2500" dirty="0">
                <a:solidFill>
                  <a:schemeClr val="tx1"/>
                </a:solidFill>
              </a:rPr>
              <a:t>Design Review</a:t>
            </a:r>
          </a:p>
          <a:p>
            <a:pPr>
              <a:buClr>
                <a:schemeClr val="accent4">
                  <a:lumMod val="75000"/>
                </a:schemeClr>
              </a:buClr>
              <a:defRPr/>
            </a:pPr>
            <a:r>
              <a:rPr lang="en-US" sz="2500" dirty="0">
                <a:solidFill>
                  <a:schemeClr val="tx1"/>
                </a:solidFill>
              </a:rPr>
              <a:t>Code Inspection</a:t>
            </a:r>
          </a:p>
          <a:p>
            <a:pPr>
              <a:buClr>
                <a:schemeClr val="accent4">
                  <a:lumMod val="75000"/>
                </a:schemeClr>
              </a:buClr>
              <a:defRPr/>
            </a:pPr>
            <a:r>
              <a:rPr lang="en-US" sz="2500" dirty="0">
                <a:solidFill>
                  <a:schemeClr val="tx1"/>
                </a:solidFill>
              </a:rPr>
              <a:t>Testing</a:t>
            </a:r>
          </a:p>
          <a:p>
            <a:pPr>
              <a:buClr>
                <a:schemeClr val="accent4">
                  <a:lumMod val="75000"/>
                </a:schemeClr>
              </a:buClr>
              <a:defRPr/>
            </a:pPr>
            <a:r>
              <a:rPr lang="en-US" sz="2500" dirty="0">
                <a:solidFill>
                  <a:schemeClr val="tx1"/>
                </a:solidFill>
              </a:rPr>
              <a:t>Test Automation</a:t>
            </a:r>
          </a:p>
          <a:p>
            <a:pPr>
              <a:buClr>
                <a:schemeClr val="accent4">
                  <a:lumMod val="75000"/>
                </a:schemeClr>
              </a:buClr>
              <a:defRPr/>
            </a:pPr>
            <a:r>
              <a:rPr lang="en-US" sz="2500" dirty="0">
                <a:solidFill>
                  <a:schemeClr val="tx1"/>
                </a:solidFill>
              </a:rPr>
              <a:t>Training Testers</a:t>
            </a:r>
          </a:p>
          <a:p>
            <a:pPr>
              <a:buClr>
                <a:schemeClr val="accent4">
                  <a:lumMod val="75000"/>
                </a:schemeClr>
              </a:buClr>
              <a:defRPr/>
            </a:pPr>
            <a:r>
              <a:rPr lang="en-US" sz="2500" dirty="0">
                <a:solidFill>
                  <a:schemeClr val="tx1"/>
                </a:solidFill>
              </a:rPr>
              <a:t>Auditing</a:t>
            </a:r>
          </a:p>
          <a:p>
            <a:pPr>
              <a:buClr>
                <a:schemeClr val="accent4">
                  <a:lumMod val="75000"/>
                </a:schemeClr>
              </a:buClr>
              <a:defRPr/>
            </a:pPr>
            <a:r>
              <a:rPr lang="en-US" sz="2500" dirty="0">
                <a:solidFill>
                  <a:schemeClr val="tx1"/>
                </a:solidFill>
              </a:rPr>
              <a:t>Monitoring</a:t>
            </a:r>
          </a:p>
          <a:p>
            <a:pPr lvl="4">
              <a:buFont typeface="Wingdings" panose="05000000000000000000" pitchFamily="2" charset="2"/>
              <a:buNone/>
              <a:defRPr/>
            </a:pPr>
            <a:endParaRPr lang="en-US" dirty="0">
              <a:solidFill>
                <a:schemeClr val="tx1"/>
              </a:solidFill>
            </a:endParaRPr>
          </a:p>
        </p:txBody>
      </p:sp>
      <p:sp>
        <p:nvSpPr>
          <p:cNvPr id="24581" name="Text Placeholder 9">
            <a:extLst>
              <a:ext uri="{FF2B5EF4-FFF2-40B4-BE49-F238E27FC236}">
                <a16:creationId xmlns:a16="http://schemas.microsoft.com/office/drawing/2014/main" id="{AC6072E2-E180-4510-5672-05CB4006ADFA}"/>
              </a:ext>
            </a:extLst>
          </p:cNvPr>
          <p:cNvSpPr>
            <a:spLocks noGrp="1"/>
          </p:cNvSpPr>
          <p:nvPr>
            <p:ph type="body" sz="quarter" idx="1"/>
          </p:nvPr>
        </p:nvSpPr>
        <p:spPr>
          <a:xfrm>
            <a:off x="1233948" y="1839965"/>
            <a:ext cx="3886200" cy="639763"/>
          </a:xfrm>
        </p:spPr>
        <p:txBody>
          <a:bodyPr/>
          <a:lstStyle/>
          <a:p>
            <a:r>
              <a:rPr lang="en-US" altLang="en-US" sz="2600" b="1" dirty="0"/>
              <a:t>Prevention Cost	</a:t>
            </a:r>
          </a:p>
        </p:txBody>
      </p:sp>
      <p:sp>
        <p:nvSpPr>
          <p:cNvPr id="12" name="Text Placeholder 11">
            <a:extLst>
              <a:ext uri="{FF2B5EF4-FFF2-40B4-BE49-F238E27FC236}">
                <a16:creationId xmlns:a16="http://schemas.microsoft.com/office/drawing/2014/main" id="{1B6A82AF-111F-D1BE-2D7D-3590FC2DDAC9}"/>
              </a:ext>
            </a:extLst>
          </p:cNvPr>
          <p:cNvSpPr>
            <a:spLocks noGrp="1"/>
          </p:cNvSpPr>
          <p:nvPr>
            <p:ph type="body" sz="quarter" idx="3"/>
          </p:nvPr>
        </p:nvSpPr>
        <p:spPr>
          <a:xfrm>
            <a:off x="6217920" y="1839965"/>
            <a:ext cx="3886200" cy="639763"/>
          </a:xfrm>
        </p:spPr>
        <p:txBody>
          <a:bodyPr/>
          <a:lstStyle/>
          <a:p>
            <a:pPr>
              <a:defRPr/>
            </a:pPr>
            <a:r>
              <a:rPr lang="en-US" sz="2600" b="1" dirty="0"/>
              <a:t>Appraisal Cost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763249DC-6058-8C52-C85A-8BDD92970B7F}"/>
              </a:ext>
            </a:extLst>
          </p:cNvPr>
          <p:cNvSpPr>
            <a:spLocks noGrp="1"/>
          </p:cNvSpPr>
          <p:nvPr>
            <p:ph type="title"/>
          </p:nvPr>
        </p:nvSpPr>
        <p:spPr/>
        <p:txBody>
          <a:bodyPr/>
          <a:lstStyle/>
          <a:p>
            <a:r>
              <a:rPr lang="en-US" altLang="en-US" dirty="0">
                <a:solidFill>
                  <a:schemeClr val="tx1"/>
                </a:solidFill>
              </a:rPr>
              <a:t>Components of Quality Cost    </a:t>
            </a:r>
            <a:r>
              <a:rPr lang="en-US" altLang="en-US" sz="3000" dirty="0">
                <a:solidFill>
                  <a:schemeClr val="tx1"/>
                </a:solidFill>
              </a:rPr>
              <a:t>(Cont..)</a:t>
            </a:r>
            <a:endParaRPr lang="en-US" altLang="en-US" dirty="0">
              <a:solidFill>
                <a:schemeClr val="tx1"/>
              </a:solidFill>
            </a:endParaRPr>
          </a:p>
        </p:txBody>
      </p:sp>
      <p:sp>
        <p:nvSpPr>
          <p:cNvPr id="25603" name="Content Placeholder 10">
            <a:extLst>
              <a:ext uri="{FF2B5EF4-FFF2-40B4-BE49-F238E27FC236}">
                <a16:creationId xmlns:a16="http://schemas.microsoft.com/office/drawing/2014/main" id="{BF524721-A574-8A8A-2F01-CF97DC19A676}"/>
              </a:ext>
            </a:extLst>
          </p:cNvPr>
          <p:cNvSpPr>
            <a:spLocks noGrp="1"/>
          </p:cNvSpPr>
          <p:nvPr>
            <p:ph sz="quarter" idx="2"/>
          </p:nvPr>
        </p:nvSpPr>
        <p:spPr>
          <a:xfrm>
            <a:off x="1158240" y="2438400"/>
            <a:ext cx="4937760" cy="3378200"/>
          </a:xfrm>
        </p:spPr>
        <p:txBody>
          <a:bodyPr>
            <a:normAutofit lnSpcReduction="10000"/>
          </a:bodyPr>
          <a:lstStyle/>
          <a:p>
            <a:r>
              <a:rPr lang="en-US" altLang="en-US" sz="2500" dirty="0">
                <a:solidFill>
                  <a:schemeClr val="tx1"/>
                </a:solidFill>
              </a:rPr>
              <a:t>Bug Fixes</a:t>
            </a:r>
          </a:p>
          <a:p>
            <a:r>
              <a:rPr lang="en-US" altLang="en-US" sz="2500" dirty="0">
                <a:solidFill>
                  <a:schemeClr val="tx1"/>
                </a:solidFill>
              </a:rPr>
              <a:t>Regression Testing</a:t>
            </a:r>
          </a:p>
          <a:p>
            <a:r>
              <a:rPr lang="en-US" altLang="en-US" sz="2500" dirty="0">
                <a:solidFill>
                  <a:schemeClr val="tx1"/>
                </a:solidFill>
              </a:rPr>
              <a:t>Employee Turnover</a:t>
            </a:r>
          </a:p>
          <a:p>
            <a:r>
              <a:rPr lang="en-US" altLang="en-US" sz="2500" dirty="0">
                <a:solidFill>
                  <a:schemeClr val="tx1"/>
                </a:solidFill>
              </a:rPr>
              <a:t>Direct cost of late shipment</a:t>
            </a:r>
          </a:p>
          <a:p>
            <a:r>
              <a:rPr lang="en-US" altLang="en-US" sz="2500" dirty="0">
                <a:solidFill>
                  <a:schemeClr val="tx1"/>
                </a:solidFill>
              </a:rPr>
              <a:t>Wasted Advertisement</a:t>
            </a:r>
          </a:p>
          <a:p>
            <a:r>
              <a:rPr lang="en-US" altLang="en-US" sz="2500" dirty="0">
                <a:solidFill>
                  <a:schemeClr val="tx1"/>
                </a:solidFill>
              </a:rPr>
              <a:t>Rework</a:t>
            </a:r>
          </a:p>
          <a:p>
            <a:r>
              <a:rPr lang="en-US" altLang="en-US" sz="2500" dirty="0">
                <a:solidFill>
                  <a:schemeClr val="tx1"/>
                </a:solidFill>
              </a:rPr>
              <a:t>Scrap</a:t>
            </a:r>
          </a:p>
        </p:txBody>
      </p:sp>
      <p:sp>
        <p:nvSpPr>
          <p:cNvPr id="8" name="Content Placeholder 12">
            <a:extLst>
              <a:ext uri="{FF2B5EF4-FFF2-40B4-BE49-F238E27FC236}">
                <a16:creationId xmlns:a16="http://schemas.microsoft.com/office/drawing/2014/main" id="{643E073A-7DD6-73B9-FE08-31C2814707E7}"/>
              </a:ext>
            </a:extLst>
          </p:cNvPr>
          <p:cNvSpPr>
            <a:spLocks noGrp="1"/>
          </p:cNvSpPr>
          <p:nvPr>
            <p:ph sz="quarter" idx="4"/>
          </p:nvPr>
        </p:nvSpPr>
        <p:spPr>
          <a:xfrm>
            <a:off x="6324600" y="2370137"/>
            <a:ext cx="3886200" cy="4191000"/>
          </a:xfrm>
        </p:spPr>
        <p:txBody>
          <a:bodyPr>
            <a:normAutofit lnSpcReduction="10000"/>
          </a:bodyPr>
          <a:lstStyle/>
          <a:p>
            <a:pPr>
              <a:buClr>
                <a:schemeClr val="accent4">
                  <a:lumMod val="75000"/>
                </a:schemeClr>
              </a:buClr>
              <a:defRPr/>
            </a:pPr>
            <a:r>
              <a:rPr lang="en-US" sz="2500" dirty="0">
                <a:solidFill>
                  <a:schemeClr val="tx1"/>
                </a:solidFill>
              </a:rPr>
              <a:t>Technical Support Calls</a:t>
            </a:r>
          </a:p>
          <a:p>
            <a:pPr>
              <a:buClr>
                <a:schemeClr val="accent4">
                  <a:lumMod val="75000"/>
                </a:schemeClr>
              </a:buClr>
              <a:defRPr/>
            </a:pPr>
            <a:r>
              <a:rPr lang="en-US" sz="2500" dirty="0">
                <a:solidFill>
                  <a:schemeClr val="tx1"/>
                </a:solidFill>
              </a:rPr>
              <a:t>Penalties</a:t>
            </a:r>
          </a:p>
          <a:p>
            <a:pPr>
              <a:buClr>
                <a:schemeClr val="accent4">
                  <a:lumMod val="75000"/>
                </a:schemeClr>
              </a:buClr>
              <a:defRPr/>
            </a:pPr>
            <a:r>
              <a:rPr lang="en-US" sz="2500" dirty="0">
                <a:solidFill>
                  <a:schemeClr val="tx1"/>
                </a:solidFill>
              </a:rPr>
              <a:t>Warranty Costs</a:t>
            </a:r>
          </a:p>
          <a:p>
            <a:pPr>
              <a:buClr>
                <a:schemeClr val="accent4">
                  <a:lumMod val="75000"/>
                </a:schemeClr>
              </a:buClr>
              <a:defRPr/>
            </a:pPr>
            <a:r>
              <a:rPr lang="en-US" sz="2500" dirty="0">
                <a:solidFill>
                  <a:schemeClr val="tx1"/>
                </a:solidFill>
              </a:rPr>
              <a:t>Investigation of complaints</a:t>
            </a:r>
          </a:p>
          <a:p>
            <a:pPr>
              <a:buClr>
                <a:schemeClr val="accent4">
                  <a:lumMod val="75000"/>
                </a:schemeClr>
              </a:buClr>
              <a:defRPr/>
            </a:pPr>
            <a:r>
              <a:rPr lang="en-US" sz="2500" dirty="0">
                <a:solidFill>
                  <a:schemeClr val="tx1"/>
                </a:solidFill>
              </a:rPr>
              <a:t>Lost of customer goodwill</a:t>
            </a:r>
          </a:p>
          <a:p>
            <a:pPr>
              <a:buClr>
                <a:schemeClr val="accent4">
                  <a:lumMod val="75000"/>
                </a:schemeClr>
              </a:buClr>
              <a:defRPr/>
            </a:pPr>
            <a:r>
              <a:rPr lang="en-US" sz="2500" dirty="0">
                <a:solidFill>
                  <a:schemeClr val="tx1"/>
                </a:solidFill>
              </a:rPr>
              <a:t>Shipping of updated product</a:t>
            </a:r>
          </a:p>
          <a:p>
            <a:pPr marL="319088" lvl="1" indent="-319088">
              <a:spcBef>
                <a:spcPts val="700"/>
              </a:spcBef>
              <a:buClr>
                <a:schemeClr val="accent4">
                  <a:lumMod val="75000"/>
                </a:schemeClr>
              </a:buClr>
              <a:buSzPct val="60000"/>
              <a:buFont typeface="Wingdings" pitchFamily="2" charset="2"/>
              <a:buChar char=""/>
              <a:defRPr/>
            </a:pPr>
            <a:r>
              <a:rPr lang="en-US" dirty="0">
                <a:solidFill>
                  <a:schemeClr val="tx1"/>
                </a:solidFill>
              </a:rPr>
              <a:t>Cancelled licenses or orders</a:t>
            </a:r>
          </a:p>
        </p:txBody>
      </p:sp>
      <p:sp>
        <p:nvSpPr>
          <p:cNvPr id="25605" name="Text Placeholder 11">
            <a:extLst>
              <a:ext uri="{FF2B5EF4-FFF2-40B4-BE49-F238E27FC236}">
                <a16:creationId xmlns:a16="http://schemas.microsoft.com/office/drawing/2014/main" id="{4AD958AC-ED29-36C3-55AE-161AB81FAC71}"/>
              </a:ext>
            </a:extLst>
          </p:cNvPr>
          <p:cNvSpPr>
            <a:spLocks noGrp="1"/>
          </p:cNvSpPr>
          <p:nvPr>
            <p:ph type="body" sz="quarter" idx="1"/>
          </p:nvPr>
        </p:nvSpPr>
        <p:spPr>
          <a:xfrm>
            <a:off x="1322439" y="1798637"/>
            <a:ext cx="3886200" cy="639763"/>
          </a:xfrm>
        </p:spPr>
        <p:txBody>
          <a:bodyPr/>
          <a:lstStyle/>
          <a:p>
            <a:r>
              <a:rPr lang="en-US" altLang="en-US" sz="2600" b="1" dirty="0"/>
              <a:t>Internal Failure</a:t>
            </a:r>
          </a:p>
        </p:txBody>
      </p:sp>
      <p:sp>
        <p:nvSpPr>
          <p:cNvPr id="15" name="Text Placeholder 14">
            <a:extLst>
              <a:ext uri="{FF2B5EF4-FFF2-40B4-BE49-F238E27FC236}">
                <a16:creationId xmlns:a16="http://schemas.microsoft.com/office/drawing/2014/main" id="{220352EF-14A6-A74A-D1D9-AE269D4104D5}"/>
              </a:ext>
            </a:extLst>
          </p:cNvPr>
          <p:cNvSpPr>
            <a:spLocks noGrp="1"/>
          </p:cNvSpPr>
          <p:nvPr>
            <p:ph type="body" sz="quarter" idx="3"/>
          </p:nvPr>
        </p:nvSpPr>
        <p:spPr>
          <a:xfrm>
            <a:off x="6324600" y="1752601"/>
            <a:ext cx="3886200" cy="639763"/>
          </a:xfrm>
        </p:spPr>
        <p:txBody>
          <a:bodyPr/>
          <a:lstStyle/>
          <a:p>
            <a:pPr>
              <a:defRPr/>
            </a:pPr>
            <a:r>
              <a:rPr lang="en-US" sz="2600" b="1" dirty="0"/>
              <a:t>External Failure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37E2F-361C-46F4-BD07-2D803DB23F9E}"/>
              </a:ext>
            </a:extLst>
          </p:cNvPr>
          <p:cNvSpPr>
            <a:spLocks noGrp="1"/>
          </p:cNvSpPr>
          <p:nvPr>
            <p:ph type="title"/>
          </p:nvPr>
        </p:nvSpPr>
        <p:spPr>
          <a:xfrm>
            <a:off x="548640" y="286603"/>
            <a:ext cx="11503152" cy="1450757"/>
          </a:xfrm>
        </p:spPr>
        <p:txBody>
          <a:bodyPr/>
          <a:lstStyle/>
          <a:p>
            <a:r>
              <a:rPr lang="en-US" dirty="0">
                <a:solidFill>
                  <a:schemeClr val="tx1"/>
                </a:solidFill>
              </a:rPr>
              <a:t>An extended model for cost of software quality</a:t>
            </a:r>
          </a:p>
        </p:txBody>
      </p:sp>
      <p:sp>
        <p:nvSpPr>
          <p:cNvPr id="3" name="Content Placeholder 2">
            <a:extLst>
              <a:ext uri="{FF2B5EF4-FFF2-40B4-BE49-F238E27FC236}">
                <a16:creationId xmlns:a16="http://schemas.microsoft.com/office/drawing/2014/main" id="{F59BCEDC-C5D1-42CB-8414-D9DBEA47ECB0}"/>
              </a:ext>
            </a:extLst>
          </p:cNvPr>
          <p:cNvSpPr>
            <a:spLocks noGrp="1"/>
          </p:cNvSpPr>
          <p:nvPr>
            <p:ph idx="1"/>
          </p:nvPr>
        </p:nvSpPr>
        <p:spPr/>
        <p:txBody>
          <a:bodyPr/>
          <a:lstStyle/>
          <a:p>
            <a:pPr algn="just"/>
            <a:r>
              <a:rPr lang="en-US" sz="2400" b="1" dirty="0">
                <a:solidFill>
                  <a:schemeClr val="tx1"/>
                </a:solidFill>
              </a:rPr>
              <a:t>Managerial preparation and control costs</a:t>
            </a:r>
          </a:p>
          <a:p>
            <a:pPr lvl="1" algn="just"/>
            <a:r>
              <a:rPr lang="en-US" sz="2200" dirty="0">
                <a:solidFill>
                  <a:schemeClr val="tx1"/>
                </a:solidFill>
              </a:rPr>
              <a:t>Costs of carrying out contract reviews (proposal draft and contract draft reviews).</a:t>
            </a:r>
          </a:p>
          <a:p>
            <a:pPr lvl="1" algn="just"/>
            <a:r>
              <a:rPr lang="en-US" sz="2200" dirty="0">
                <a:solidFill>
                  <a:schemeClr val="tx1"/>
                </a:solidFill>
              </a:rPr>
              <a:t>Costs of preparing project plans, including quality plans and their review.</a:t>
            </a:r>
          </a:p>
          <a:p>
            <a:pPr lvl="1" algn="just"/>
            <a:r>
              <a:rPr lang="en-US" sz="2200" dirty="0">
                <a:solidFill>
                  <a:schemeClr val="tx1"/>
                </a:solidFill>
              </a:rPr>
              <a:t>Costs of periodic updating of project and quality plans.</a:t>
            </a:r>
          </a:p>
          <a:p>
            <a:pPr lvl="1" algn="just"/>
            <a:r>
              <a:rPr lang="en-US" sz="2200" dirty="0">
                <a:solidFill>
                  <a:schemeClr val="tx1"/>
                </a:solidFill>
              </a:rPr>
              <a:t>Costs of performing regular progress control of internal software development efforts.</a:t>
            </a:r>
          </a:p>
          <a:p>
            <a:pPr lvl="1" algn="just"/>
            <a:r>
              <a:rPr lang="en-US" sz="2200" dirty="0">
                <a:solidFill>
                  <a:schemeClr val="tx1"/>
                </a:solidFill>
              </a:rPr>
              <a:t>Costs of performing regular progress control of external participants’ contributions to the project.</a:t>
            </a:r>
          </a:p>
        </p:txBody>
      </p:sp>
    </p:spTree>
    <p:extLst>
      <p:ext uri="{BB962C8B-B14F-4D97-AF65-F5344CB8AC3E}">
        <p14:creationId xmlns:p14="http://schemas.microsoft.com/office/powerpoint/2010/main" val="938158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72679-0F98-43B0-9C8E-609711DDE88A}"/>
              </a:ext>
            </a:extLst>
          </p:cNvPr>
          <p:cNvSpPr>
            <a:spLocks noGrp="1"/>
          </p:cNvSpPr>
          <p:nvPr>
            <p:ph type="title"/>
          </p:nvPr>
        </p:nvSpPr>
        <p:spPr>
          <a:xfrm>
            <a:off x="385572" y="286603"/>
            <a:ext cx="11420856" cy="1450757"/>
          </a:xfrm>
        </p:spPr>
        <p:txBody>
          <a:bodyPr/>
          <a:lstStyle/>
          <a:p>
            <a:r>
              <a:rPr lang="en-US" dirty="0"/>
              <a:t>An extended model for cost of software quality</a:t>
            </a:r>
          </a:p>
        </p:txBody>
      </p:sp>
      <p:sp>
        <p:nvSpPr>
          <p:cNvPr id="3" name="Content Placeholder 2">
            <a:extLst>
              <a:ext uri="{FF2B5EF4-FFF2-40B4-BE49-F238E27FC236}">
                <a16:creationId xmlns:a16="http://schemas.microsoft.com/office/drawing/2014/main" id="{9F621F65-B7BE-4B1B-8A4D-34D27C89D961}"/>
              </a:ext>
            </a:extLst>
          </p:cNvPr>
          <p:cNvSpPr>
            <a:spLocks noGrp="1"/>
          </p:cNvSpPr>
          <p:nvPr>
            <p:ph idx="1"/>
          </p:nvPr>
        </p:nvSpPr>
        <p:spPr>
          <a:xfrm>
            <a:off x="581192" y="1925053"/>
            <a:ext cx="11029616" cy="4427621"/>
          </a:xfrm>
        </p:spPr>
        <p:txBody>
          <a:bodyPr>
            <a:normAutofit/>
          </a:bodyPr>
          <a:lstStyle/>
          <a:p>
            <a:pPr algn="just"/>
            <a:r>
              <a:rPr lang="en-US" sz="2400" b="1" dirty="0">
                <a:solidFill>
                  <a:schemeClr val="tx1"/>
                </a:solidFill>
              </a:rPr>
              <a:t>Managerial failure costs</a:t>
            </a:r>
          </a:p>
          <a:p>
            <a:pPr lvl="1" algn="just"/>
            <a:r>
              <a:rPr lang="en-US" sz="2200" dirty="0">
                <a:solidFill>
                  <a:schemeClr val="tx1"/>
                </a:solidFill>
              </a:rPr>
              <a:t>Managerial failure costs can be incurred throughout the entire course of software development, beginning in the pre-project stage. Typical managerial failure costs include:</a:t>
            </a:r>
          </a:p>
          <a:p>
            <a:pPr lvl="2" algn="just"/>
            <a:r>
              <a:rPr lang="en-US" sz="1800" dirty="0">
                <a:solidFill>
                  <a:schemeClr val="tx1"/>
                </a:solidFill>
              </a:rPr>
              <a:t>Unplanned costs for professional and other resources, resulting from underestimation of the resources upon which the submitted proposals are based.</a:t>
            </a:r>
          </a:p>
          <a:p>
            <a:pPr lvl="2" algn="just"/>
            <a:r>
              <a:rPr lang="en-US" sz="1800" dirty="0">
                <a:solidFill>
                  <a:schemeClr val="tx1"/>
                </a:solidFill>
              </a:rPr>
              <a:t>Damages paid to customers as compensation for late completion of the project, a result of the unrealistic schedule presented in the company’s proposal.</a:t>
            </a:r>
          </a:p>
          <a:p>
            <a:pPr lvl="2" algn="just"/>
            <a:r>
              <a:rPr lang="en-US" sz="1800" i="1" dirty="0">
                <a:solidFill>
                  <a:schemeClr val="tx1"/>
                </a:solidFill>
              </a:rPr>
              <a:t>Domino effect</a:t>
            </a:r>
            <a:r>
              <a:rPr lang="en-US" sz="1800" dirty="0">
                <a:solidFill>
                  <a:schemeClr val="tx1"/>
                </a:solidFill>
              </a:rPr>
              <a:t>: damages to other projects performed by the same teams involved in the delayed projects. These damages should be considered managerial failure costs of the original project, whose scheduling problems interfered with the progress of other projects. </a:t>
            </a:r>
          </a:p>
        </p:txBody>
      </p:sp>
    </p:spTree>
    <p:extLst>
      <p:ext uri="{BB962C8B-B14F-4D97-AF65-F5344CB8AC3E}">
        <p14:creationId xmlns:p14="http://schemas.microsoft.com/office/powerpoint/2010/main" val="3237861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7E6DC-E247-A1A6-4433-2D99DE757456}"/>
              </a:ext>
            </a:extLst>
          </p:cNvPr>
          <p:cNvSpPr>
            <a:spLocks noGrp="1"/>
          </p:cNvSpPr>
          <p:nvPr>
            <p:ph type="title"/>
          </p:nvPr>
        </p:nvSpPr>
        <p:spPr/>
        <p:txBody>
          <a:bodyPr/>
          <a:lstStyle/>
          <a:p>
            <a:r>
              <a:rPr lang="en-US" b="1" dirty="0">
                <a:solidFill>
                  <a:schemeClr val="tx1"/>
                </a:solidFill>
              </a:rPr>
              <a:t>Numerical:</a:t>
            </a:r>
          </a:p>
        </p:txBody>
      </p:sp>
      <p:sp>
        <p:nvSpPr>
          <p:cNvPr id="3" name="Content Placeholder 2">
            <a:extLst>
              <a:ext uri="{FF2B5EF4-FFF2-40B4-BE49-F238E27FC236}">
                <a16:creationId xmlns:a16="http://schemas.microsoft.com/office/drawing/2014/main" id="{8945664E-4C57-92F9-8D47-FA41D2EC3675}"/>
              </a:ext>
            </a:extLst>
          </p:cNvPr>
          <p:cNvSpPr>
            <a:spLocks noGrp="1"/>
          </p:cNvSpPr>
          <p:nvPr>
            <p:ph idx="1"/>
          </p:nvPr>
        </p:nvSpPr>
        <p:spPr/>
        <p:txBody>
          <a:bodyPr>
            <a:normAutofit fontScale="92500" lnSpcReduction="20000"/>
          </a:bodyPr>
          <a:lstStyle/>
          <a:p>
            <a:r>
              <a:rPr lang="en-US" b="1" dirty="0">
                <a:solidFill>
                  <a:schemeClr val="tx1"/>
                </a:solidFill>
              </a:rPr>
              <a:t>Calculating Total Cost of Quality</a:t>
            </a:r>
            <a:endParaRPr lang="en-US" dirty="0">
              <a:solidFill>
                <a:schemeClr val="tx1"/>
              </a:solidFill>
            </a:endParaRPr>
          </a:p>
          <a:p>
            <a:r>
              <a:rPr lang="en-US" dirty="0">
                <a:solidFill>
                  <a:schemeClr val="tx1"/>
                </a:solidFill>
              </a:rPr>
              <a:t>A company has the following cost components for a particular year:</a:t>
            </a:r>
          </a:p>
          <a:p>
            <a:pPr>
              <a:buFont typeface="Arial" panose="020B0604020202020204" pitchFamily="34" charset="0"/>
              <a:buChar char="•"/>
            </a:pPr>
            <a:r>
              <a:rPr lang="en-US" dirty="0">
                <a:solidFill>
                  <a:schemeClr val="tx1"/>
                </a:solidFill>
              </a:rPr>
              <a:t>Prevention Costs: $50,000</a:t>
            </a:r>
          </a:p>
          <a:p>
            <a:pPr>
              <a:buFont typeface="Arial" panose="020B0604020202020204" pitchFamily="34" charset="0"/>
              <a:buChar char="•"/>
            </a:pPr>
            <a:r>
              <a:rPr lang="en-US" dirty="0">
                <a:solidFill>
                  <a:schemeClr val="tx1"/>
                </a:solidFill>
              </a:rPr>
              <a:t>Appraisal Costs: $30,000</a:t>
            </a:r>
          </a:p>
          <a:p>
            <a:pPr>
              <a:buFont typeface="Arial" panose="020B0604020202020204" pitchFamily="34" charset="0"/>
              <a:buChar char="•"/>
            </a:pPr>
            <a:r>
              <a:rPr lang="en-US" dirty="0">
                <a:solidFill>
                  <a:schemeClr val="tx1"/>
                </a:solidFill>
              </a:rPr>
              <a:t>Internal Failure Costs: $20,000</a:t>
            </a:r>
          </a:p>
          <a:p>
            <a:pPr>
              <a:buFont typeface="Arial" panose="020B0604020202020204" pitchFamily="34" charset="0"/>
              <a:buChar char="•"/>
            </a:pPr>
            <a:r>
              <a:rPr lang="en-US" dirty="0">
                <a:solidFill>
                  <a:schemeClr val="tx1"/>
                </a:solidFill>
              </a:rPr>
              <a:t>External Failure Costs: $10,000</a:t>
            </a:r>
          </a:p>
          <a:p>
            <a:r>
              <a:rPr lang="en-US" b="1" dirty="0">
                <a:solidFill>
                  <a:schemeClr val="tx1"/>
                </a:solidFill>
              </a:rPr>
              <a:t>Question:</a:t>
            </a:r>
            <a:r>
              <a:rPr lang="en-US" dirty="0">
                <a:solidFill>
                  <a:schemeClr val="tx1"/>
                </a:solidFill>
              </a:rPr>
              <a:t> Calculate the total cost of quality.</a:t>
            </a:r>
          </a:p>
          <a:p>
            <a:r>
              <a:rPr lang="en-US" b="1" dirty="0">
                <a:solidFill>
                  <a:schemeClr val="tx1"/>
                </a:solidFill>
              </a:rPr>
              <a:t>Solution:</a:t>
            </a:r>
            <a:r>
              <a:rPr lang="en-US" dirty="0">
                <a:solidFill>
                  <a:schemeClr val="tx1"/>
                </a:solidFill>
              </a:rPr>
              <a:t> The Total Cost of Quality (COQ) is the sum of Prevention Costs, Appraisal Costs, Internal Failure Costs, and External Failure Costs.</a:t>
            </a:r>
          </a:p>
          <a:p>
            <a:r>
              <a:rPr lang="en-US" dirty="0">
                <a:solidFill>
                  <a:schemeClr val="tx1"/>
                </a:solidFill>
              </a:rPr>
              <a:t>Total COQ=Prevention Costs+ Appraisal Costs + Internal Failure Costs + External Failure Costs</a:t>
            </a:r>
          </a:p>
          <a:p>
            <a:r>
              <a:rPr lang="en-US" dirty="0">
                <a:solidFill>
                  <a:schemeClr val="tx1"/>
                </a:solidFill>
              </a:rPr>
              <a:t>The total cost of quality is </a:t>
            </a:r>
            <a:r>
              <a:rPr lang="en-US" b="1" dirty="0">
                <a:solidFill>
                  <a:schemeClr val="tx1"/>
                </a:solidFill>
              </a:rPr>
              <a:t>$110,000</a:t>
            </a:r>
            <a:endParaRPr lang="en-US" dirty="0">
              <a:solidFill>
                <a:schemeClr val="tx1"/>
              </a:solidFill>
            </a:endParaRPr>
          </a:p>
        </p:txBody>
      </p:sp>
    </p:spTree>
    <p:extLst>
      <p:ext uri="{BB962C8B-B14F-4D97-AF65-F5344CB8AC3E}">
        <p14:creationId xmlns:p14="http://schemas.microsoft.com/office/powerpoint/2010/main" val="3171797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B64E0-A331-330A-441B-B3C636221533}"/>
              </a:ext>
            </a:extLst>
          </p:cNvPr>
          <p:cNvSpPr>
            <a:spLocks noGrp="1"/>
          </p:cNvSpPr>
          <p:nvPr>
            <p:ph type="title"/>
          </p:nvPr>
        </p:nvSpPr>
        <p:spPr/>
        <p:txBody>
          <a:bodyPr/>
          <a:lstStyle/>
          <a:p>
            <a:r>
              <a:rPr lang="en-US" b="1" dirty="0">
                <a:solidFill>
                  <a:schemeClr val="tx1"/>
                </a:solidFill>
              </a:rPr>
              <a:t>Numerical:</a:t>
            </a:r>
            <a:endParaRPr lang="en-US" dirty="0"/>
          </a:p>
        </p:txBody>
      </p:sp>
      <p:sp>
        <p:nvSpPr>
          <p:cNvPr id="3" name="Content Placeholder 2">
            <a:extLst>
              <a:ext uri="{FF2B5EF4-FFF2-40B4-BE49-F238E27FC236}">
                <a16:creationId xmlns:a16="http://schemas.microsoft.com/office/drawing/2014/main" id="{22ACE35B-3318-313E-A6ED-E9C39A6CC46C}"/>
              </a:ext>
            </a:extLst>
          </p:cNvPr>
          <p:cNvSpPr>
            <a:spLocks noGrp="1"/>
          </p:cNvSpPr>
          <p:nvPr>
            <p:ph idx="1"/>
          </p:nvPr>
        </p:nvSpPr>
        <p:spPr>
          <a:xfrm>
            <a:off x="1097280" y="1845734"/>
            <a:ext cx="10058400" cy="4600786"/>
          </a:xfrm>
        </p:spPr>
        <p:txBody>
          <a:bodyPr>
            <a:noAutofit/>
          </a:bodyPr>
          <a:lstStyle/>
          <a:p>
            <a:r>
              <a:rPr lang="en-US" sz="1800" b="1" dirty="0">
                <a:solidFill>
                  <a:schemeClr val="accent2"/>
                </a:solidFill>
              </a:rPr>
              <a:t>A company incurs the following costs: </a:t>
            </a:r>
          </a:p>
          <a:p>
            <a:r>
              <a:rPr lang="en-US" sz="1800" b="1" dirty="0">
                <a:solidFill>
                  <a:schemeClr val="accent2"/>
                </a:solidFill>
              </a:rPr>
              <a:t>Prevention Costs: $80,000 , Appraisal Costs: $40,000 , Internal Failure Costs: $25,000 , External Failure Costs: $35,000 </a:t>
            </a:r>
          </a:p>
          <a:p>
            <a:r>
              <a:rPr lang="en-US" sz="1800" b="1" dirty="0">
                <a:solidFill>
                  <a:schemeClr val="accent2"/>
                </a:solidFill>
              </a:rPr>
              <a:t>Question: What proportion of the total cost of quality is due to failure costs? </a:t>
            </a:r>
          </a:p>
          <a:p>
            <a:r>
              <a:rPr lang="en-US" sz="1800" dirty="0">
                <a:solidFill>
                  <a:schemeClr val="tx1"/>
                </a:solidFill>
              </a:rPr>
              <a:t>Total COQ=80,000+40,000+25,000+35,000=180,000</a:t>
            </a:r>
          </a:p>
          <a:p>
            <a:r>
              <a:rPr lang="en-US" sz="1800" dirty="0">
                <a:solidFill>
                  <a:schemeClr val="tx1"/>
                </a:solidFill>
              </a:rPr>
              <a:t>                                          Next, calculate the total failure costs. </a:t>
            </a:r>
          </a:p>
          <a:p>
            <a:r>
              <a:rPr lang="en-US" sz="1800" dirty="0">
                <a:solidFill>
                  <a:schemeClr val="tx1"/>
                </a:solidFill>
              </a:rPr>
              <a:t>Total Failure Costs = Internal Failure Costs + External Failure Costs=25,000+35,000=60,000 </a:t>
            </a:r>
          </a:p>
          <a:p>
            <a:r>
              <a:rPr lang="en-US" sz="1800" dirty="0">
                <a:solidFill>
                  <a:schemeClr val="tx1"/>
                </a:solidFill>
              </a:rPr>
              <a:t>                                         Now, calculate the proportion of failure costs. </a:t>
            </a:r>
          </a:p>
          <a:p>
            <a:r>
              <a:rPr lang="en-US" sz="1800" dirty="0">
                <a:solidFill>
                  <a:schemeClr val="tx1"/>
                </a:solidFill>
              </a:rPr>
              <a:t>Proportion of Failure Costs=(Total Failure Costs/Total COQ)×100 </a:t>
            </a:r>
          </a:p>
          <a:p>
            <a:r>
              <a:rPr lang="en-US" sz="1800" dirty="0">
                <a:solidFill>
                  <a:schemeClr val="tx1"/>
                </a:solidFill>
              </a:rPr>
              <a:t>Proportion of Failure Costs=(60,000/180,000)×100=33.33% </a:t>
            </a:r>
          </a:p>
          <a:p>
            <a:r>
              <a:rPr lang="en-US" sz="1800" dirty="0">
                <a:solidFill>
                  <a:schemeClr val="tx1"/>
                </a:solidFill>
              </a:rPr>
              <a:t>Answer: The proportion of the total cost of quality due to failure costs is 33.33%. </a:t>
            </a:r>
          </a:p>
        </p:txBody>
      </p:sp>
    </p:spTree>
    <p:extLst>
      <p:ext uri="{BB962C8B-B14F-4D97-AF65-F5344CB8AC3E}">
        <p14:creationId xmlns:p14="http://schemas.microsoft.com/office/powerpoint/2010/main" val="3643065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805F1E4-B84C-1BA4-9718-16AA4D217A43}"/>
              </a:ext>
            </a:extLst>
          </p:cNvPr>
          <p:cNvGraphicFramePr>
            <a:graphicFrameLocks noGrp="1"/>
          </p:cNvGraphicFramePr>
          <p:nvPr>
            <p:extLst>
              <p:ext uri="{D42A27DB-BD31-4B8C-83A1-F6EECF244321}">
                <p14:modId xmlns:p14="http://schemas.microsoft.com/office/powerpoint/2010/main" val="2986485166"/>
              </p:ext>
            </p:extLst>
          </p:nvPr>
        </p:nvGraphicFramePr>
        <p:xfrm>
          <a:off x="512064" y="195756"/>
          <a:ext cx="6327648" cy="5875860"/>
        </p:xfrm>
        <a:graphic>
          <a:graphicData uri="http://schemas.openxmlformats.org/drawingml/2006/table">
            <a:tbl>
              <a:tblPr firstRow="1" firstCol="1" bandRow="1">
                <a:tableStyleId>{5C22544A-7EE6-4342-B048-85BDC9FD1C3A}</a:tableStyleId>
              </a:tblPr>
              <a:tblGrid>
                <a:gridCol w="3172968">
                  <a:extLst>
                    <a:ext uri="{9D8B030D-6E8A-4147-A177-3AD203B41FA5}">
                      <a16:colId xmlns:a16="http://schemas.microsoft.com/office/drawing/2014/main" val="3792998946"/>
                    </a:ext>
                  </a:extLst>
                </a:gridCol>
                <a:gridCol w="3154680">
                  <a:extLst>
                    <a:ext uri="{9D8B030D-6E8A-4147-A177-3AD203B41FA5}">
                      <a16:colId xmlns:a16="http://schemas.microsoft.com/office/drawing/2014/main" val="3158140028"/>
                    </a:ext>
                  </a:extLst>
                </a:gridCol>
              </a:tblGrid>
              <a:tr h="183944">
                <a:tc gridSpan="2">
                  <a:txBody>
                    <a:bodyPr/>
                    <a:lstStyle/>
                    <a:p>
                      <a:pPr marL="0" marR="0">
                        <a:lnSpc>
                          <a:spcPct val="107000"/>
                        </a:lnSpc>
                        <a:spcBef>
                          <a:spcPts val="0"/>
                        </a:spcBef>
                        <a:spcAft>
                          <a:spcPts val="800"/>
                        </a:spcAft>
                      </a:pPr>
                      <a:r>
                        <a:rPr lang="en-US" sz="1600" b="1">
                          <a:solidFill>
                            <a:schemeClr val="tx1"/>
                          </a:solidFill>
                          <a:effectLst/>
                        </a:rPr>
                        <a:t>Prevention Costs Example</a:t>
                      </a:r>
                      <a:endParaRPr lang="en-US" sz="16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hMerge="1">
                  <a:txBody>
                    <a:bodyPr/>
                    <a:lstStyle/>
                    <a:p>
                      <a:endParaRPr lang="en-US"/>
                    </a:p>
                  </a:txBody>
                  <a:tcPr/>
                </a:tc>
                <a:extLst>
                  <a:ext uri="{0D108BD9-81ED-4DB2-BD59-A6C34878D82A}">
                    <a16:rowId xmlns:a16="http://schemas.microsoft.com/office/drawing/2014/main" val="2463332764"/>
                  </a:ext>
                </a:extLst>
              </a:tr>
              <a:tr h="183944">
                <a:tc>
                  <a:txBody>
                    <a:bodyPr/>
                    <a:lstStyle/>
                    <a:p>
                      <a:pPr marL="0" marR="0">
                        <a:lnSpc>
                          <a:spcPct val="107000"/>
                        </a:lnSpc>
                        <a:spcBef>
                          <a:spcPts val="0"/>
                        </a:spcBef>
                        <a:spcAft>
                          <a:spcPts val="800"/>
                        </a:spcAft>
                      </a:pPr>
                      <a:r>
                        <a:rPr lang="en-US" sz="1400" b="0">
                          <a:solidFill>
                            <a:schemeClr val="tx1"/>
                          </a:solidFill>
                          <a:effectLst/>
                        </a:rPr>
                        <a:t>Quality planning and design reviews</a:t>
                      </a:r>
                      <a:endParaRPr lang="en-US" sz="1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a:txBody>
                    <a:bodyPr/>
                    <a:lstStyle/>
                    <a:p>
                      <a:pPr marL="0" marR="0">
                        <a:lnSpc>
                          <a:spcPct val="107000"/>
                        </a:lnSpc>
                        <a:spcBef>
                          <a:spcPts val="0"/>
                        </a:spcBef>
                        <a:spcAft>
                          <a:spcPts val="800"/>
                        </a:spcAft>
                      </a:pPr>
                      <a:r>
                        <a:rPr lang="en-US" sz="1400" b="0">
                          <a:solidFill>
                            <a:schemeClr val="tx1"/>
                          </a:solidFill>
                          <a:effectLst/>
                        </a:rPr>
                        <a:t>$5,000</a:t>
                      </a:r>
                      <a:endParaRPr lang="en-US" sz="1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extLst>
                  <a:ext uri="{0D108BD9-81ED-4DB2-BD59-A6C34878D82A}">
                    <a16:rowId xmlns:a16="http://schemas.microsoft.com/office/drawing/2014/main" val="1370779534"/>
                  </a:ext>
                </a:extLst>
              </a:tr>
              <a:tr h="183944">
                <a:tc>
                  <a:txBody>
                    <a:bodyPr/>
                    <a:lstStyle/>
                    <a:p>
                      <a:pPr marL="0" marR="0">
                        <a:lnSpc>
                          <a:spcPct val="107000"/>
                        </a:lnSpc>
                        <a:spcBef>
                          <a:spcPts val="0"/>
                        </a:spcBef>
                        <a:spcAft>
                          <a:spcPts val="800"/>
                        </a:spcAft>
                      </a:pPr>
                      <a:r>
                        <a:rPr lang="en-US" sz="1400" b="0">
                          <a:solidFill>
                            <a:schemeClr val="tx1"/>
                          </a:solidFill>
                          <a:effectLst/>
                        </a:rPr>
                        <a:t>Training for developers and testers</a:t>
                      </a:r>
                      <a:endParaRPr lang="en-US" sz="1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a:txBody>
                    <a:bodyPr/>
                    <a:lstStyle/>
                    <a:p>
                      <a:pPr marL="0" marR="0">
                        <a:lnSpc>
                          <a:spcPct val="107000"/>
                        </a:lnSpc>
                        <a:spcBef>
                          <a:spcPts val="0"/>
                        </a:spcBef>
                        <a:spcAft>
                          <a:spcPts val="800"/>
                        </a:spcAft>
                      </a:pPr>
                      <a:r>
                        <a:rPr lang="en-US" sz="1400" b="0">
                          <a:solidFill>
                            <a:schemeClr val="tx1"/>
                          </a:solidFill>
                          <a:effectLst/>
                        </a:rPr>
                        <a:t>$3,000</a:t>
                      </a:r>
                      <a:endParaRPr lang="en-US" sz="1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extLst>
                  <a:ext uri="{0D108BD9-81ED-4DB2-BD59-A6C34878D82A}">
                    <a16:rowId xmlns:a16="http://schemas.microsoft.com/office/drawing/2014/main" val="1234766985"/>
                  </a:ext>
                </a:extLst>
              </a:tr>
              <a:tr h="183944">
                <a:tc>
                  <a:txBody>
                    <a:bodyPr/>
                    <a:lstStyle/>
                    <a:p>
                      <a:pPr marL="0" marR="0">
                        <a:lnSpc>
                          <a:spcPct val="107000"/>
                        </a:lnSpc>
                        <a:spcBef>
                          <a:spcPts val="0"/>
                        </a:spcBef>
                        <a:spcAft>
                          <a:spcPts val="800"/>
                        </a:spcAft>
                      </a:pPr>
                      <a:r>
                        <a:rPr lang="en-US" sz="1400" b="0">
                          <a:solidFill>
                            <a:schemeClr val="tx1"/>
                          </a:solidFill>
                          <a:effectLst/>
                        </a:rPr>
                        <a:t>Process improvement initiatives</a:t>
                      </a:r>
                      <a:endParaRPr lang="en-US" sz="1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a:txBody>
                    <a:bodyPr/>
                    <a:lstStyle/>
                    <a:p>
                      <a:pPr marL="0" marR="0">
                        <a:lnSpc>
                          <a:spcPct val="107000"/>
                        </a:lnSpc>
                        <a:spcBef>
                          <a:spcPts val="0"/>
                        </a:spcBef>
                        <a:spcAft>
                          <a:spcPts val="800"/>
                        </a:spcAft>
                      </a:pPr>
                      <a:r>
                        <a:rPr lang="en-US" sz="1400" b="0" dirty="0">
                          <a:solidFill>
                            <a:schemeClr val="tx1"/>
                          </a:solidFill>
                          <a:effectLst/>
                        </a:rPr>
                        <a:t>$2,000</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extLst>
                  <a:ext uri="{0D108BD9-81ED-4DB2-BD59-A6C34878D82A}">
                    <a16:rowId xmlns:a16="http://schemas.microsoft.com/office/drawing/2014/main" val="2546378964"/>
                  </a:ext>
                </a:extLst>
              </a:tr>
              <a:tr h="183944">
                <a:tc>
                  <a:txBody>
                    <a:bodyPr/>
                    <a:lstStyle/>
                    <a:p>
                      <a:pPr marL="0" marR="0">
                        <a:lnSpc>
                          <a:spcPct val="107000"/>
                        </a:lnSpc>
                        <a:spcBef>
                          <a:spcPts val="0"/>
                        </a:spcBef>
                        <a:spcAft>
                          <a:spcPts val="800"/>
                        </a:spcAft>
                      </a:pPr>
                      <a:r>
                        <a:rPr lang="en-US" sz="1600" b="1">
                          <a:solidFill>
                            <a:schemeClr val="tx1"/>
                          </a:solidFill>
                          <a:effectLst/>
                        </a:rPr>
                        <a:t>Total prevention costs</a:t>
                      </a:r>
                      <a:endParaRPr lang="en-US" sz="16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a:txBody>
                    <a:bodyPr/>
                    <a:lstStyle/>
                    <a:p>
                      <a:pPr marL="0" marR="0">
                        <a:lnSpc>
                          <a:spcPct val="107000"/>
                        </a:lnSpc>
                        <a:spcBef>
                          <a:spcPts val="0"/>
                        </a:spcBef>
                        <a:spcAft>
                          <a:spcPts val="800"/>
                        </a:spcAft>
                      </a:pPr>
                      <a:r>
                        <a:rPr lang="en-US" sz="1600" b="1">
                          <a:solidFill>
                            <a:schemeClr val="tx1"/>
                          </a:solidFill>
                          <a:effectLst/>
                        </a:rPr>
                        <a:t>$10,000</a:t>
                      </a:r>
                      <a:endParaRPr lang="en-US" sz="16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extLst>
                  <a:ext uri="{0D108BD9-81ED-4DB2-BD59-A6C34878D82A}">
                    <a16:rowId xmlns:a16="http://schemas.microsoft.com/office/drawing/2014/main" val="81450746"/>
                  </a:ext>
                </a:extLst>
              </a:tr>
              <a:tr h="183944">
                <a:tc gridSpan="2">
                  <a:txBody>
                    <a:bodyPr/>
                    <a:lstStyle/>
                    <a:p>
                      <a:pPr marL="0" marR="0">
                        <a:lnSpc>
                          <a:spcPct val="107000"/>
                        </a:lnSpc>
                        <a:spcBef>
                          <a:spcPts val="0"/>
                        </a:spcBef>
                        <a:spcAft>
                          <a:spcPts val="800"/>
                        </a:spcAft>
                      </a:pPr>
                      <a:r>
                        <a:rPr lang="en-US" sz="1600" b="1">
                          <a:solidFill>
                            <a:schemeClr val="tx1"/>
                          </a:solidFill>
                          <a:effectLst/>
                        </a:rPr>
                        <a:t>Appraisal costs</a:t>
                      </a:r>
                      <a:endParaRPr lang="en-US" sz="16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hMerge="1">
                  <a:txBody>
                    <a:bodyPr/>
                    <a:lstStyle/>
                    <a:p>
                      <a:endParaRPr lang="en-US"/>
                    </a:p>
                  </a:txBody>
                  <a:tcPr/>
                </a:tc>
                <a:extLst>
                  <a:ext uri="{0D108BD9-81ED-4DB2-BD59-A6C34878D82A}">
                    <a16:rowId xmlns:a16="http://schemas.microsoft.com/office/drawing/2014/main" val="3946234744"/>
                  </a:ext>
                </a:extLst>
              </a:tr>
              <a:tr h="183944">
                <a:tc>
                  <a:txBody>
                    <a:bodyPr/>
                    <a:lstStyle/>
                    <a:p>
                      <a:pPr marL="0" marR="0">
                        <a:lnSpc>
                          <a:spcPct val="107000"/>
                        </a:lnSpc>
                        <a:spcBef>
                          <a:spcPts val="0"/>
                        </a:spcBef>
                        <a:spcAft>
                          <a:spcPts val="800"/>
                        </a:spcAft>
                      </a:pPr>
                      <a:r>
                        <a:rPr lang="en-US" sz="1400" b="0" dirty="0">
                          <a:solidFill>
                            <a:schemeClr val="tx1"/>
                          </a:solidFill>
                          <a:effectLst/>
                        </a:rPr>
                        <a:t>Testing efforts (manual and automated)</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a:txBody>
                    <a:bodyPr/>
                    <a:lstStyle/>
                    <a:p>
                      <a:pPr marL="0" marR="0">
                        <a:lnSpc>
                          <a:spcPct val="107000"/>
                        </a:lnSpc>
                        <a:spcBef>
                          <a:spcPts val="0"/>
                        </a:spcBef>
                        <a:spcAft>
                          <a:spcPts val="800"/>
                        </a:spcAft>
                      </a:pPr>
                      <a:r>
                        <a:rPr lang="en-US" sz="1400" b="0" dirty="0">
                          <a:solidFill>
                            <a:schemeClr val="tx1"/>
                          </a:solidFill>
                          <a:effectLst/>
                        </a:rPr>
                        <a:t>$8,000</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extLst>
                  <a:ext uri="{0D108BD9-81ED-4DB2-BD59-A6C34878D82A}">
                    <a16:rowId xmlns:a16="http://schemas.microsoft.com/office/drawing/2014/main" val="466529787"/>
                  </a:ext>
                </a:extLst>
              </a:tr>
              <a:tr h="183944">
                <a:tc>
                  <a:txBody>
                    <a:bodyPr/>
                    <a:lstStyle/>
                    <a:p>
                      <a:pPr marL="0" marR="0">
                        <a:lnSpc>
                          <a:spcPct val="107000"/>
                        </a:lnSpc>
                        <a:spcBef>
                          <a:spcPts val="0"/>
                        </a:spcBef>
                        <a:spcAft>
                          <a:spcPts val="800"/>
                        </a:spcAft>
                      </a:pPr>
                      <a:r>
                        <a:rPr lang="en-US" sz="1400" b="0">
                          <a:solidFill>
                            <a:schemeClr val="tx1"/>
                          </a:solidFill>
                          <a:effectLst/>
                        </a:rPr>
                        <a:t>Code reviews and inspections</a:t>
                      </a:r>
                      <a:endParaRPr lang="en-US" sz="1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a:txBody>
                    <a:bodyPr/>
                    <a:lstStyle/>
                    <a:p>
                      <a:pPr marL="0" marR="0">
                        <a:lnSpc>
                          <a:spcPct val="107000"/>
                        </a:lnSpc>
                        <a:spcBef>
                          <a:spcPts val="0"/>
                        </a:spcBef>
                        <a:spcAft>
                          <a:spcPts val="800"/>
                        </a:spcAft>
                      </a:pPr>
                      <a:r>
                        <a:rPr lang="en-US" sz="1400" b="0" dirty="0">
                          <a:solidFill>
                            <a:schemeClr val="tx1"/>
                          </a:solidFill>
                          <a:effectLst/>
                        </a:rPr>
                        <a:t>$2,500</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extLst>
                  <a:ext uri="{0D108BD9-81ED-4DB2-BD59-A6C34878D82A}">
                    <a16:rowId xmlns:a16="http://schemas.microsoft.com/office/drawing/2014/main" val="1849211264"/>
                  </a:ext>
                </a:extLst>
              </a:tr>
              <a:tr h="183944">
                <a:tc>
                  <a:txBody>
                    <a:bodyPr/>
                    <a:lstStyle/>
                    <a:p>
                      <a:pPr marL="0" marR="0">
                        <a:lnSpc>
                          <a:spcPct val="107000"/>
                        </a:lnSpc>
                        <a:spcBef>
                          <a:spcPts val="0"/>
                        </a:spcBef>
                        <a:spcAft>
                          <a:spcPts val="800"/>
                        </a:spcAft>
                      </a:pPr>
                      <a:r>
                        <a:rPr lang="en-US" sz="1400" b="0">
                          <a:solidFill>
                            <a:schemeClr val="tx1"/>
                          </a:solidFill>
                          <a:effectLst/>
                        </a:rPr>
                        <a:t>Quality audits</a:t>
                      </a:r>
                      <a:endParaRPr lang="en-US" sz="1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a:txBody>
                    <a:bodyPr/>
                    <a:lstStyle/>
                    <a:p>
                      <a:pPr marL="0" marR="0">
                        <a:lnSpc>
                          <a:spcPct val="107000"/>
                        </a:lnSpc>
                        <a:spcBef>
                          <a:spcPts val="0"/>
                        </a:spcBef>
                        <a:spcAft>
                          <a:spcPts val="800"/>
                        </a:spcAft>
                      </a:pPr>
                      <a:r>
                        <a:rPr lang="en-US" sz="1400" b="0" dirty="0">
                          <a:solidFill>
                            <a:schemeClr val="tx1"/>
                          </a:solidFill>
                          <a:effectLst/>
                        </a:rPr>
                        <a:t>$1,500</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extLst>
                  <a:ext uri="{0D108BD9-81ED-4DB2-BD59-A6C34878D82A}">
                    <a16:rowId xmlns:a16="http://schemas.microsoft.com/office/drawing/2014/main" val="3310714004"/>
                  </a:ext>
                </a:extLst>
              </a:tr>
              <a:tr h="183944">
                <a:tc>
                  <a:txBody>
                    <a:bodyPr/>
                    <a:lstStyle/>
                    <a:p>
                      <a:pPr marL="0" marR="0">
                        <a:lnSpc>
                          <a:spcPct val="107000"/>
                        </a:lnSpc>
                        <a:spcBef>
                          <a:spcPts val="0"/>
                        </a:spcBef>
                        <a:spcAft>
                          <a:spcPts val="800"/>
                        </a:spcAft>
                      </a:pPr>
                      <a:r>
                        <a:rPr lang="en-US" sz="1600" b="1" dirty="0">
                          <a:solidFill>
                            <a:schemeClr val="tx1"/>
                          </a:solidFill>
                          <a:effectLst/>
                        </a:rPr>
                        <a:t>Total appraisal costs</a:t>
                      </a:r>
                      <a:endParaRPr lang="en-US" sz="16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a:txBody>
                    <a:bodyPr/>
                    <a:lstStyle/>
                    <a:p>
                      <a:pPr marL="0" marR="0">
                        <a:lnSpc>
                          <a:spcPct val="107000"/>
                        </a:lnSpc>
                        <a:spcBef>
                          <a:spcPts val="0"/>
                        </a:spcBef>
                        <a:spcAft>
                          <a:spcPts val="800"/>
                        </a:spcAft>
                      </a:pPr>
                      <a:r>
                        <a:rPr lang="en-US" sz="1600" b="1">
                          <a:solidFill>
                            <a:schemeClr val="tx1"/>
                          </a:solidFill>
                          <a:effectLst/>
                        </a:rPr>
                        <a:t>$12,000</a:t>
                      </a:r>
                      <a:endParaRPr lang="en-US" sz="16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extLst>
                  <a:ext uri="{0D108BD9-81ED-4DB2-BD59-A6C34878D82A}">
                    <a16:rowId xmlns:a16="http://schemas.microsoft.com/office/drawing/2014/main" val="3492139394"/>
                  </a:ext>
                </a:extLst>
              </a:tr>
              <a:tr h="183944">
                <a:tc gridSpan="2">
                  <a:txBody>
                    <a:bodyPr/>
                    <a:lstStyle/>
                    <a:p>
                      <a:pPr marL="0" marR="0">
                        <a:lnSpc>
                          <a:spcPct val="107000"/>
                        </a:lnSpc>
                        <a:spcBef>
                          <a:spcPts val="0"/>
                        </a:spcBef>
                        <a:spcAft>
                          <a:spcPts val="800"/>
                        </a:spcAft>
                      </a:pPr>
                      <a:r>
                        <a:rPr lang="en-US" sz="1600" b="1" dirty="0">
                          <a:solidFill>
                            <a:schemeClr val="tx1"/>
                          </a:solidFill>
                          <a:effectLst/>
                        </a:rPr>
                        <a:t>Failure costs</a:t>
                      </a:r>
                      <a:endParaRPr lang="en-US" sz="16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hMerge="1">
                  <a:txBody>
                    <a:bodyPr/>
                    <a:lstStyle/>
                    <a:p>
                      <a:endParaRPr lang="en-US"/>
                    </a:p>
                  </a:txBody>
                  <a:tcPr/>
                </a:tc>
                <a:extLst>
                  <a:ext uri="{0D108BD9-81ED-4DB2-BD59-A6C34878D82A}">
                    <a16:rowId xmlns:a16="http://schemas.microsoft.com/office/drawing/2014/main" val="585199498"/>
                  </a:ext>
                </a:extLst>
              </a:tr>
              <a:tr h="183944">
                <a:tc>
                  <a:txBody>
                    <a:bodyPr/>
                    <a:lstStyle/>
                    <a:p>
                      <a:pPr marL="0" marR="0">
                        <a:lnSpc>
                          <a:spcPct val="107000"/>
                        </a:lnSpc>
                        <a:spcBef>
                          <a:spcPts val="0"/>
                        </a:spcBef>
                        <a:spcAft>
                          <a:spcPts val="800"/>
                        </a:spcAft>
                      </a:pPr>
                      <a:r>
                        <a:rPr lang="en-US" sz="1400" b="0" dirty="0">
                          <a:solidFill>
                            <a:schemeClr val="tx1"/>
                          </a:solidFill>
                          <a:effectLst/>
                        </a:rPr>
                        <a:t>Costs of fixing defects during development</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a:txBody>
                    <a:bodyPr/>
                    <a:lstStyle/>
                    <a:p>
                      <a:pPr marL="0" marR="0">
                        <a:lnSpc>
                          <a:spcPct val="107000"/>
                        </a:lnSpc>
                        <a:spcBef>
                          <a:spcPts val="0"/>
                        </a:spcBef>
                        <a:spcAft>
                          <a:spcPts val="800"/>
                        </a:spcAft>
                      </a:pPr>
                      <a:r>
                        <a:rPr lang="en-US" sz="1400" b="0">
                          <a:solidFill>
                            <a:schemeClr val="tx1"/>
                          </a:solidFill>
                          <a:effectLst/>
                        </a:rPr>
                        <a:t>$6,000</a:t>
                      </a:r>
                      <a:endParaRPr lang="en-US" sz="1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extLst>
                  <a:ext uri="{0D108BD9-81ED-4DB2-BD59-A6C34878D82A}">
                    <a16:rowId xmlns:a16="http://schemas.microsoft.com/office/drawing/2014/main" val="2240655980"/>
                  </a:ext>
                </a:extLst>
              </a:tr>
              <a:tr h="183944">
                <a:tc>
                  <a:txBody>
                    <a:bodyPr/>
                    <a:lstStyle/>
                    <a:p>
                      <a:pPr marL="0" marR="0">
                        <a:lnSpc>
                          <a:spcPct val="107000"/>
                        </a:lnSpc>
                        <a:spcBef>
                          <a:spcPts val="0"/>
                        </a:spcBef>
                        <a:spcAft>
                          <a:spcPts val="800"/>
                        </a:spcAft>
                      </a:pPr>
                      <a:r>
                        <a:rPr lang="en-US" sz="1400" b="0" dirty="0">
                          <a:solidFill>
                            <a:schemeClr val="tx1"/>
                          </a:solidFill>
                          <a:effectLst/>
                        </a:rPr>
                        <a:t>Costs of fixing defects reported by customers after release</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a:txBody>
                    <a:bodyPr/>
                    <a:lstStyle/>
                    <a:p>
                      <a:pPr marL="0" marR="0">
                        <a:lnSpc>
                          <a:spcPct val="107000"/>
                        </a:lnSpc>
                        <a:spcBef>
                          <a:spcPts val="0"/>
                        </a:spcBef>
                        <a:spcAft>
                          <a:spcPts val="800"/>
                        </a:spcAft>
                      </a:pPr>
                      <a:r>
                        <a:rPr lang="en-US" sz="1400" b="0" dirty="0">
                          <a:solidFill>
                            <a:schemeClr val="tx1"/>
                          </a:solidFill>
                          <a:effectLst/>
                        </a:rPr>
                        <a:t>$15,000</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extLst>
                  <a:ext uri="{0D108BD9-81ED-4DB2-BD59-A6C34878D82A}">
                    <a16:rowId xmlns:a16="http://schemas.microsoft.com/office/drawing/2014/main" val="2283753094"/>
                  </a:ext>
                </a:extLst>
              </a:tr>
              <a:tr h="183944">
                <a:tc>
                  <a:txBody>
                    <a:bodyPr/>
                    <a:lstStyle/>
                    <a:p>
                      <a:pPr marL="0" marR="0">
                        <a:lnSpc>
                          <a:spcPct val="107000"/>
                        </a:lnSpc>
                        <a:spcBef>
                          <a:spcPts val="0"/>
                        </a:spcBef>
                        <a:spcAft>
                          <a:spcPts val="800"/>
                        </a:spcAft>
                      </a:pPr>
                      <a:r>
                        <a:rPr lang="en-US" sz="1400" b="0">
                          <a:solidFill>
                            <a:schemeClr val="tx1"/>
                          </a:solidFill>
                          <a:effectLst/>
                        </a:rPr>
                        <a:t>Customer support for addressing issues</a:t>
                      </a:r>
                      <a:endParaRPr lang="en-US" sz="1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a:txBody>
                    <a:bodyPr/>
                    <a:lstStyle/>
                    <a:p>
                      <a:pPr marL="0" marR="0">
                        <a:lnSpc>
                          <a:spcPct val="107000"/>
                        </a:lnSpc>
                        <a:spcBef>
                          <a:spcPts val="0"/>
                        </a:spcBef>
                        <a:spcAft>
                          <a:spcPts val="800"/>
                        </a:spcAft>
                      </a:pPr>
                      <a:r>
                        <a:rPr lang="en-US" sz="1400" b="0" dirty="0">
                          <a:solidFill>
                            <a:schemeClr val="tx1"/>
                          </a:solidFill>
                          <a:effectLst/>
                        </a:rPr>
                        <a:t>$3,000</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extLst>
                  <a:ext uri="{0D108BD9-81ED-4DB2-BD59-A6C34878D82A}">
                    <a16:rowId xmlns:a16="http://schemas.microsoft.com/office/drawing/2014/main" val="3084529164"/>
                  </a:ext>
                </a:extLst>
              </a:tr>
              <a:tr h="183944">
                <a:tc>
                  <a:txBody>
                    <a:bodyPr/>
                    <a:lstStyle/>
                    <a:p>
                      <a:pPr marL="0" marR="0">
                        <a:lnSpc>
                          <a:spcPct val="107000"/>
                        </a:lnSpc>
                        <a:spcBef>
                          <a:spcPts val="0"/>
                        </a:spcBef>
                        <a:spcAft>
                          <a:spcPts val="800"/>
                        </a:spcAft>
                      </a:pPr>
                      <a:r>
                        <a:rPr lang="en-US" sz="1600" b="1">
                          <a:solidFill>
                            <a:schemeClr val="tx1"/>
                          </a:solidFill>
                          <a:effectLst/>
                        </a:rPr>
                        <a:t>Total failure costs</a:t>
                      </a:r>
                      <a:endParaRPr lang="en-US" sz="16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a:txBody>
                    <a:bodyPr/>
                    <a:lstStyle/>
                    <a:p>
                      <a:pPr marL="0" marR="0">
                        <a:lnSpc>
                          <a:spcPct val="107000"/>
                        </a:lnSpc>
                        <a:spcBef>
                          <a:spcPts val="0"/>
                        </a:spcBef>
                        <a:spcAft>
                          <a:spcPts val="800"/>
                        </a:spcAft>
                      </a:pPr>
                      <a:r>
                        <a:rPr lang="en-US" sz="1600" b="1">
                          <a:solidFill>
                            <a:schemeClr val="tx1"/>
                          </a:solidFill>
                          <a:effectLst/>
                        </a:rPr>
                        <a:t>$24,000</a:t>
                      </a:r>
                      <a:endParaRPr lang="en-US" sz="16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extLst>
                  <a:ext uri="{0D108BD9-81ED-4DB2-BD59-A6C34878D82A}">
                    <a16:rowId xmlns:a16="http://schemas.microsoft.com/office/drawing/2014/main" val="526569516"/>
                  </a:ext>
                </a:extLst>
              </a:tr>
              <a:tr h="754817">
                <a:tc gridSpan="2">
                  <a:txBody>
                    <a:bodyPr/>
                    <a:lstStyle/>
                    <a:p>
                      <a:pPr marL="0" marR="0">
                        <a:lnSpc>
                          <a:spcPct val="107000"/>
                        </a:lnSpc>
                        <a:spcBef>
                          <a:spcPts val="0"/>
                        </a:spcBef>
                        <a:spcAft>
                          <a:spcPts val="800"/>
                        </a:spcAft>
                      </a:pPr>
                      <a:r>
                        <a:rPr lang="en-US" sz="1600" b="1" dirty="0">
                          <a:solidFill>
                            <a:schemeClr val="tx1"/>
                          </a:solidFill>
                          <a:effectLst/>
                        </a:rPr>
                        <a:t>Total Cost of Quality = Prevention Costs + Appraisal Costs + Failure Costs</a:t>
                      </a:r>
                    </a:p>
                    <a:p>
                      <a:pPr marL="0" marR="0">
                        <a:lnSpc>
                          <a:spcPct val="107000"/>
                        </a:lnSpc>
                        <a:spcBef>
                          <a:spcPts val="0"/>
                        </a:spcBef>
                        <a:spcAft>
                          <a:spcPts val="800"/>
                        </a:spcAft>
                      </a:pPr>
                      <a:r>
                        <a:rPr lang="en-US" sz="1600" b="1" dirty="0">
                          <a:solidFill>
                            <a:schemeClr val="tx1"/>
                          </a:solidFill>
                          <a:effectLst/>
                        </a:rPr>
                        <a:t>Total Cost of Quality = $10,000 + $12,000 + $24,000 = $46,000</a:t>
                      </a:r>
                      <a:endParaRPr lang="en-US" sz="16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3888" marR="23888" marT="47776" marB="47776">
                    <a:noFill/>
                  </a:tcPr>
                </a:tc>
                <a:tc hMerge="1">
                  <a:txBody>
                    <a:bodyPr/>
                    <a:lstStyle/>
                    <a:p>
                      <a:endParaRPr lang="en-US"/>
                    </a:p>
                  </a:txBody>
                  <a:tcPr/>
                </a:tc>
                <a:extLst>
                  <a:ext uri="{0D108BD9-81ED-4DB2-BD59-A6C34878D82A}">
                    <a16:rowId xmlns:a16="http://schemas.microsoft.com/office/drawing/2014/main" val="681181155"/>
                  </a:ext>
                </a:extLst>
              </a:tr>
            </a:tbl>
          </a:graphicData>
        </a:graphic>
      </p:graphicFrame>
    </p:spTree>
    <p:extLst>
      <p:ext uri="{BB962C8B-B14F-4D97-AF65-F5344CB8AC3E}">
        <p14:creationId xmlns:p14="http://schemas.microsoft.com/office/powerpoint/2010/main" val="2310894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A4F027D1-2AC1-1C80-C6CA-8BCE00F02C1D}"/>
              </a:ext>
            </a:extLst>
          </p:cNvPr>
          <p:cNvSpPr>
            <a:spLocks noGrp="1"/>
          </p:cNvSpPr>
          <p:nvPr>
            <p:ph type="title"/>
          </p:nvPr>
        </p:nvSpPr>
        <p:spPr>
          <a:xfrm>
            <a:off x="1174615" y="700088"/>
            <a:ext cx="8153400" cy="990600"/>
          </a:xfrm>
        </p:spPr>
        <p:txBody>
          <a:bodyPr/>
          <a:lstStyle/>
          <a:p>
            <a:r>
              <a:rPr lang="en-US" altLang="en-US" dirty="0">
                <a:solidFill>
                  <a:schemeClr val="tx1"/>
                </a:solidFill>
              </a:rPr>
              <a:t>1-10-100 Rule</a:t>
            </a:r>
          </a:p>
        </p:txBody>
      </p:sp>
      <p:sp>
        <p:nvSpPr>
          <p:cNvPr id="4" name="Line 3">
            <a:extLst>
              <a:ext uri="{FF2B5EF4-FFF2-40B4-BE49-F238E27FC236}">
                <a16:creationId xmlns:a16="http://schemas.microsoft.com/office/drawing/2014/main" id="{80682177-287C-752C-1799-208A2F846AE8}"/>
              </a:ext>
            </a:extLst>
          </p:cNvPr>
          <p:cNvSpPr>
            <a:spLocks noChangeShapeType="1"/>
          </p:cNvSpPr>
          <p:nvPr/>
        </p:nvSpPr>
        <p:spPr bwMode="auto">
          <a:xfrm>
            <a:off x="3581400" y="5029200"/>
            <a:ext cx="2286000" cy="533400"/>
          </a:xfrm>
          <a:prstGeom prst="line">
            <a:avLst/>
          </a:prstGeom>
          <a:noFill/>
          <a:ln w="12700">
            <a:solidFill>
              <a:schemeClr val="tx1"/>
            </a:solidFill>
            <a:round/>
            <a:headEnd type="none" w="sm" len="sm"/>
            <a:tailEnd type="none" w="sm" len="sm"/>
          </a:ln>
        </p:spPr>
        <p:txBody>
          <a:bodyPr wrap="none" anchor="ctr"/>
          <a:lstStyle/>
          <a:p>
            <a:pPr eaLnBrk="1" hangingPunct="1">
              <a:defRPr/>
            </a:pPr>
            <a:endParaRPr lang="en-US" sz="2000" b="1">
              <a:latin typeface="+mj-lt"/>
            </a:endParaRPr>
          </a:p>
        </p:txBody>
      </p:sp>
      <p:sp>
        <p:nvSpPr>
          <p:cNvPr id="26628" name="Line 4">
            <a:extLst>
              <a:ext uri="{FF2B5EF4-FFF2-40B4-BE49-F238E27FC236}">
                <a16:creationId xmlns:a16="http://schemas.microsoft.com/office/drawing/2014/main" id="{56C5502A-CA89-F5E0-FB60-3FBA854777A8}"/>
              </a:ext>
            </a:extLst>
          </p:cNvPr>
          <p:cNvSpPr>
            <a:spLocks noChangeShapeType="1"/>
          </p:cNvSpPr>
          <p:nvPr/>
        </p:nvSpPr>
        <p:spPr bwMode="auto">
          <a:xfrm flipV="1">
            <a:off x="5867400" y="4495800"/>
            <a:ext cx="1905000" cy="1066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 name="Line 5">
            <a:extLst>
              <a:ext uri="{FF2B5EF4-FFF2-40B4-BE49-F238E27FC236}">
                <a16:creationId xmlns:a16="http://schemas.microsoft.com/office/drawing/2014/main" id="{807971CD-0986-F4B8-52B2-F33A2E33B06B}"/>
              </a:ext>
            </a:extLst>
          </p:cNvPr>
          <p:cNvSpPr>
            <a:spLocks noChangeShapeType="1"/>
          </p:cNvSpPr>
          <p:nvPr/>
        </p:nvSpPr>
        <p:spPr bwMode="auto">
          <a:xfrm flipV="1">
            <a:off x="3581400" y="1981200"/>
            <a:ext cx="1600200" cy="3048000"/>
          </a:xfrm>
          <a:prstGeom prst="line">
            <a:avLst/>
          </a:prstGeom>
          <a:noFill/>
          <a:ln w="12700">
            <a:solidFill>
              <a:schemeClr val="tx1"/>
            </a:solidFill>
            <a:round/>
            <a:headEnd type="none" w="sm" len="sm"/>
            <a:tailEnd type="none" w="sm" len="sm"/>
          </a:ln>
        </p:spPr>
        <p:txBody>
          <a:bodyPr wrap="none" anchor="ctr"/>
          <a:lstStyle/>
          <a:p>
            <a:pPr eaLnBrk="1" hangingPunct="1">
              <a:defRPr/>
            </a:pPr>
            <a:endParaRPr lang="en-US" sz="2000" b="1">
              <a:latin typeface="+mj-lt"/>
            </a:endParaRPr>
          </a:p>
        </p:txBody>
      </p:sp>
      <p:sp>
        <p:nvSpPr>
          <p:cNvPr id="26630" name="Line 6">
            <a:extLst>
              <a:ext uri="{FF2B5EF4-FFF2-40B4-BE49-F238E27FC236}">
                <a16:creationId xmlns:a16="http://schemas.microsoft.com/office/drawing/2014/main" id="{A197C167-2BD2-922D-1578-DEE6BA17921F}"/>
              </a:ext>
            </a:extLst>
          </p:cNvPr>
          <p:cNvSpPr>
            <a:spLocks noChangeShapeType="1"/>
          </p:cNvSpPr>
          <p:nvPr/>
        </p:nvSpPr>
        <p:spPr bwMode="auto">
          <a:xfrm>
            <a:off x="5181600" y="1981200"/>
            <a:ext cx="2590800" cy="2514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8" name="Line 7">
            <a:extLst>
              <a:ext uri="{FF2B5EF4-FFF2-40B4-BE49-F238E27FC236}">
                <a16:creationId xmlns:a16="http://schemas.microsoft.com/office/drawing/2014/main" id="{5A391072-20FE-7DA8-18DE-41EF680213AB}"/>
              </a:ext>
            </a:extLst>
          </p:cNvPr>
          <p:cNvSpPr>
            <a:spLocks noChangeShapeType="1"/>
          </p:cNvSpPr>
          <p:nvPr/>
        </p:nvSpPr>
        <p:spPr bwMode="auto">
          <a:xfrm>
            <a:off x="5181600" y="1981200"/>
            <a:ext cx="685800" cy="3581400"/>
          </a:xfrm>
          <a:prstGeom prst="line">
            <a:avLst/>
          </a:prstGeom>
          <a:noFill/>
          <a:ln w="12700">
            <a:solidFill>
              <a:schemeClr val="tx1"/>
            </a:solidFill>
            <a:round/>
            <a:headEnd type="none" w="sm" len="sm"/>
            <a:tailEnd type="none" w="sm" len="sm"/>
          </a:ln>
        </p:spPr>
        <p:txBody>
          <a:bodyPr wrap="none" anchor="ctr"/>
          <a:lstStyle/>
          <a:p>
            <a:pPr eaLnBrk="1" hangingPunct="1">
              <a:defRPr/>
            </a:pPr>
            <a:endParaRPr lang="en-US" sz="2000" b="1" dirty="0">
              <a:latin typeface="+mj-lt"/>
            </a:endParaRPr>
          </a:p>
        </p:txBody>
      </p:sp>
      <p:sp>
        <p:nvSpPr>
          <p:cNvPr id="26632" name="Line 8">
            <a:extLst>
              <a:ext uri="{FF2B5EF4-FFF2-40B4-BE49-F238E27FC236}">
                <a16:creationId xmlns:a16="http://schemas.microsoft.com/office/drawing/2014/main" id="{B75C6D27-F341-4E34-A8A8-84E57E2BB139}"/>
              </a:ext>
            </a:extLst>
          </p:cNvPr>
          <p:cNvSpPr>
            <a:spLocks noChangeShapeType="1"/>
          </p:cNvSpPr>
          <p:nvPr/>
        </p:nvSpPr>
        <p:spPr bwMode="auto">
          <a:xfrm>
            <a:off x="4876800" y="2590800"/>
            <a:ext cx="457200" cy="76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6633" name="Line 9">
            <a:extLst>
              <a:ext uri="{FF2B5EF4-FFF2-40B4-BE49-F238E27FC236}">
                <a16:creationId xmlns:a16="http://schemas.microsoft.com/office/drawing/2014/main" id="{48021653-AC98-A501-B8C0-1FA0F3420372}"/>
              </a:ext>
            </a:extLst>
          </p:cNvPr>
          <p:cNvSpPr>
            <a:spLocks noChangeShapeType="1"/>
          </p:cNvSpPr>
          <p:nvPr/>
        </p:nvSpPr>
        <p:spPr bwMode="auto">
          <a:xfrm flipV="1">
            <a:off x="5334000" y="2514600"/>
            <a:ext cx="38100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 name="Line 10">
            <a:extLst>
              <a:ext uri="{FF2B5EF4-FFF2-40B4-BE49-F238E27FC236}">
                <a16:creationId xmlns:a16="http://schemas.microsoft.com/office/drawing/2014/main" id="{D9037680-D78C-8EF3-2B34-1797DD70DC7A}"/>
              </a:ext>
            </a:extLst>
          </p:cNvPr>
          <p:cNvSpPr>
            <a:spLocks noChangeShapeType="1"/>
          </p:cNvSpPr>
          <p:nvPr/>
        </p:nvSpPr>
        <p:spPr bwMode="auto">
          <a:xfrm>
            <a:off x="4495800" y="3352800"/>
            <a:ext cx="990600" cy="228600"/>
          </a:xfrm>
          <a:prstGeom prst="line">
            <a:avLst/>
          </a:prstGeom>
          <a:noFill/>
          <a:ln w="12700">
            <a:solidFill>
              <a:schemeClr val="tx1"/>
            </a:solidFill>
            <a:round/>
            <a:headEnd type="none" w="sm" len="sm"/>
            <a:tailEnd type="none" w="sm" len="sm"/>
          </a:ln>
        </p:spPr>
        <p:txBody>
          <a:bodyPr wrap="none" anchor="ctr"/>
          <a:lstStyle/>
          <a:p>
            <a:pPr eaLnBrk="1" hangingPunct="1">
              <a:defRPr/>
            </a:pPr>
            <a:endParaRPr lang="en-US" sz="2000" b="1">
              <a:latin typeface="+mj-lt"/>
            </a:endParaRPr>
          </a:p>
        </p:txBody>
      </p:sp>
      <p:sp>
        <p:nvSpPr>
          <p:cNvPr id="12" name="Line 11">
            <a:extLst>
              <a:ext uri="{FF2B5EF4-FFF2-40B4-BE49-F238E27FC236}">
                <a16:creationId xmlns:a16="http://schemas.microsoft.com/office/drawing/2014/main" id="{3A96AD30-01F9-AD26-3249-6034CD8266EE}"/>
              </a:ext>
            </a:extLst>
          </p:cNvPr>
          <p:cNvSpPr>
            <a:spLocks noChangeShapeType="1"/>
          </p:cNvSpPr>
          <p:nvPr/>
        </p:nvSpPr>
        <p:spPr bwMode="auto">
          <a:xfrm flipV="1">
            <a:off x="5486400" y="3124200"/>
            <a:ext cx="914400" cy="457200"/>
          </a:xfrm>
          <a:prstGeom prst="line">
            <a:avLst/>
          </a:prstGeom>
          <a:noFill/>
          <a:ln w="12700">
            <a:solidFill>
              <a:schemeClr val="tx1"/>
            </a:solidFill>
            <a:round/>
            <a:headEnd type="none" w="sm" len="sm"/>
            <a:tailEnd type="none" w="sm" len="sm"/>
          </a:ln>
        </p:spPr>
        <p:txBody>
          <a:bodyPr wrap="none" anchor="ctr"/>
          <a:lstStyle/>
          <a:p>
            <a:pPr eaLnBrk="1" hangingPunct="1">
              <a:defRPr/>
            </a:pPr>
            <a:endParaRPr lang="en-US" sz="2000" b="1">
              <a:latin typeface="+mj-lt"/>
            </a:endParaRPr>
          </a:p>
        </p:txBody>
      </p:sp>
      <p:sp>
        <p:nvSpPr>
          <p:cNvPr id="13" name="Rectangle 12">
            <a:extLst>
              <a:ext uri="{FF2B5EF4-FFF2-40B4-BE49-F238E27FC236}">
                <a16:creationId xmlns:a16="http://schemas.microsoft.com/office/drawing/2014/main" id="{829C3B85-0B2B-54FB-121F-E377290E51C9}"/>
              </a:ext>
            </a:extLst>
          </p:cNvPr>
          <p:cNvSpPr>
            <a:spLocks noChangeArrowheads="1"/>
          </p:cNvSpPr>
          <p:nvPr/>
        </p:nvSpPr>
        <p:spPr bwMode="auto">
          <a:xfrm>
            <a:off x="4937126" y="2262188"/>
            <a:ext cx="314189" cy="400752"/>
          </a:xfrm>
          <a:prstGeom prst="rect">
            <a:avLst/>
          </a:prstGeom>
          <a:noFill/>
          <a:ln w="9525">
            <a:noFill/>
            <a:miter lim="800000"/>
            <a:headEnd/>
            <a:tailEnd/>
          </a:ln>
        </p:spPr>
        <p:txBody>
          <a:bodyPr wrap="none" lIns="92075" tIns="46038" rIns="92075" bIns="46038">
            <a:spAutoFit/>
          </a:bodyPr>
          <a:lstStyle/>
          <a:p>
            <a:pPr eaLnBrk="1" hangingPunct="1">
              <a:defRPr/>
            </a:pPr>
            <a:r>
              <a:rPr lang="en-US" sz="2000" b="1">
                <a:latin typeface="+mj-lt"/>
              </a:rPr>
              <a:t>$</a:t>
            </a:r>
          </a:p>
        </p:txBody>
      </p:sp>
      <p:sp>
        <p:nvSpPr>
          <p:cNvPr id="14" name="Rectangle 13">
            <a:extLst>
              <a:ext uri="{FF2B5EF4-FFF2-40B4-BE49-F238E27FC236}">
                <a16:creationId xmlns:a16="http://schemas.microsoft.com/office/drawing/2014/main" id="{025167E4-FDCE-55F8-64DC-18F96FEBF9AD}"/>
              </a:ext>
            </a:extLst>
          </p:cNvPr>
          <p:cNvSpPr>
            <a:spLocks noChangeArrowheads="1"/>
          </p:cNvSpPr>
          <p:nvPr/>
        </p:nvSpPr>
        <p:spPr bwMode="auto">
          <a:xfrm>
            <a:off x="4860926" y="2947988"/>
            <a:ext cx="314189" cy="400752"/>
          </a:xfrm>
          <a:prstGeom prst="rect">
            <a:avLst/>
          </a:prstGeom>
          <a:noFill/>
          <a:ln w="9525">
            <a:noFill/>
            <a:miter lim="800000"/>
            <a:headEnd/>
            <a:tailEnd/>
          </a:ln>
        </p:spPr>
        <p:txBody>
          <a:bodyPr wrap="none" lIns="92075" tIns="46038" rIns="92075" bIns="46038">
            <a:spAutoFit/>
          </a:bodyPr>
          <a:lstStyle/>
          <a:p>
            <a:pPr eaLnBrk="1" hangingPunct="1">
              <a:defRPr/>
            </a:pPr>
            <a:r>
              <a:rPr lang="en-US" sz="2000" b="1">
                <a:latin typeface="+mj-lt"/>
              </a:rPr>
              <a:t>$</a:t>
            </a:r>
          </a:p>
        </p:txBody>
      </p:sp>
      <p:sp>
        <p:nvSpPr>
          <p:cNvPr id="15" name="Rectangle 14">
            <a:extLst>
              <a:ext uri="{FF2B5EF4-FFF2-40B4-BE49-F238E27FC236}">
                <a16:creationId xmlns:a16="http://schemas.microsoft.com/office/drawing/2014/main" id="{DD2FCE0E-8746-8C18-A140-FCA8EA937863}"/>
              </a:ext>
            </a:extLst>
          </p:cNvPr>
          <p:cNvSpPr>
            <a:spLocks noChangeArrowheads="1"/>
          </p:cNvSpPr>
          <p:nvPr/>
        </p:nvSpPr>
        <p:spPr bwMode="auto">
          <a:xfrm>
            <a:off x="4784726" y="3633788"/>
            <a:ext cx="314189" cy="400752"/>
          </a:xfrm>
          <a:prstGeom prst="rect">
            <a:avLst/>
          </a:prstGeom>
          <a:noFill/>
          <a:ln w="9525">
            <a:noFill/>
            <a:miter lim="800000"/>
            <a:headEnd/>
            <a:tailEnd/>
          </a:ln>
        </p:spPr>
        <p:txBody>
          <a:bodyPr wrap="none" lIns="92075" tIns="46038" rIns="92075" bIns="46038">
            <a:spAutoFit/>
          </a:bodyPr>
          <a:lstStyle/>
          <a:p>
            <a:pPr eaLnBrk="1" hangingPunct="1">
              <a:defRPr/>
            </a:pPr>
            <a:r>
              <a:rPr lang="en-US" sz="2000" b="1">
                <a:latin typeface="+mj-lt"/>
              </a:rPr>
              <a:t>$</a:t>
            </a:r>
          </a:p>
        </p:txBody>
      </p:sp>
      <p:sp>
        <p:nvSpPr>
          <p:cNvPr id="16" name="Rectangle 15">
            <a:extLst>
              <a:ext uri="{FF2B5EF4-FFF2-40B4-BE49-F238E27FC236}">
                <a16:creationId xmlns:a16="http://schemas.microsoft.com/office/drawing/2014/main" id="{1AED902F-0C16-BA75-424B-FA986DC66895}"/>
              </a:ext>
            </a:extLst>
          </p:cNvPr>
          <p:cNvSpPr>
            <a:spLocks noChangeArrowheads="1"/>
          </p:cNvSpPr>
          <p:nvPr/>
        </p:nvSpPr>
        <p:spPr bwMode="auto">
          <a:xfrm>
            <a:off x="4708526" y="4167188"/>
            <a:ext cx="314189" cy="400752"/>
          </a:xfrm>
          <a:prstGeom prst="rect">
            <a:avLst/>
          </a:prstGeom>
          <a:noFill/>
          <a:ln w="9525">
            <a:noFill/>
            <a:miter lim="800000"/>
            <a:headEnd/>
            <a:tailEnd/>
          </a:ln>
        </p:spPr>
        <p:txBody>
          <a:bodyPr wrap="none" lIns="92075" tIns="46038" rIns="92075" bIns="46038">
            <a:spAutoFit/>
          </a:bodyPr>
          <a:lstStyle/>
          <a:p>
            <a:pPr eaLnBrk="1" hangingPunct="1">
              <a:defRPr/>
            </a:pPr>
            <a:r>
              <a:rPr lang="en-US" sz="2000" b="1">
                <a:latin typeface="+mj-lt"/>
              </a:rPr>
              <a:t>$</a:t>
            </a:r>
          </a:p>
        </p:txBody>
      </p:sp>
      <p:sp>
        <p:nvSpPr>
          <p:cNvPr id="17" name="Rectangle 16">
            <a:extLst>
              <a:ext uri="{FF2B5EF4-FFF2-40B4-BE49-F238E27FC236}">
                <a16:creationId xmlns:a16="http://schemas.microsoft.com/office/drawing/2014/main" id="{DDC50AAC-E859-DA13-7A94-B96C9754F45C}"/>
              </a:ext>
            </a:extLst>
          </p:cNvPr>
          <p:cNvSpPr>
            <a:spLocks noChangeArrowheads="1"/>
          </p:cNvSpPr>
          <p:nvPr/>
        </p:nvSpPr>
        <p:spPr bwMode="auto">
          <a:xfrm>
            <a:off x="4632326" y="4852988"/>
            <a:ext cx="314189" cy="400752"/>
          </a:xfrm>
          <a:prstGeom prst="rect">
            <a:avLst/>
          </a:prstGeom>
          <a:noFill/>
          <a:ln w="9525">
            <a:noFill/>
            <a:miter lim="800000"/>
            <a:headEnd/>
            <a:tailEnd/>
          </a:ln>
        </p:spPr>
        <p:txBody>
          <a:bodyPr wrap="none" lIns="92075" tIns="46038" rIns="92075" bIns="46038">
            <a:spAutoFit/>
          </a:bodyPr>
          <a:lstStyle/>
          <a:p>
            <a:pPr eaLnBrk="1" hangingPunct="1">
              <a:defRPr/>
            </a:pPr>
            <a:r>
              <a:rPr lang="en-US" sz="2000" b="1">
                <a:latin typeface="+mj-lt"/>
              </a:rPr>
              <a:t>$</a:t>
            </a:r>
          </a:p>
        </p:txBody>
      </p:sp>
      <p:sp>
        <p:nvSpPr>
          <p:cNvPr id="18" name="Rectangle 17">
            <a:extLst>
              <a:ext uri="{FF2B5EF4-FFF2-40B4-BE49-F238E27FC236}">
                <a16:creationId xmlns:a16="http://schemas.microsoft.com/office/drawing/2014/main" id="{27398EDD-6B7D-D99A-9ECF-F9273F5A0ACB}"/>
              </a:ext>
            </a:extLst>
          </p:cNvPr>
          <p:cNvSpPr>
            <a:spLocks noChangeArrowheads="1"/>
          </p:cNvSpPr>
          <p:nvPr/>
        </p:nvSpPr>
        <p:spPr bwMode="auto">
          <a:xfrm>
            <a:off x="5318126" y="2262188"/>
            <a:ext cx="314189" cy="400752"/>
          </a:xfrm>
          <a:prstGeom prst="rect">
            <a:avLst/>
          </a:prstGeom>
          <a:noFill/>
          <a:ln w="9525">
            <a:noFill/>
            <a:miter lim="800000"/>
            <a:headEnd/>
            <a:tailEnd/>
          </a:ln>
        </p:spPr>
        <p:txBody>
          <a:bodyPr wrap="none" lIns="92075" tIns="46038" rIns="92075" bIns="46038">
            <a:spAutoFit/>
          </a:bodyPr>
          <a:lstStyle/>
          <a:p>
            <a:pPr eaLnBrk="1" hangingPunct="1">
              <a:defRPr/>
            </a:pPr>
            <a:r>
              <a:rPr lang="en-US" sz="2000" b="1">
                <a:latin typeface="+mj-lt"/>
              </a:rPr>
              <a:t>1</a:t>
            </a:r>
          </a:p>
        </p:txBody>
      </p:sp>
      <p:sp>
        <p:nvSpPr>
          <p:cNvPr id="19" name="Rectangle 18">
            <a:extLst>
              <a:ext uri="{FF2B5EF4-FFF2-40B4-BE49-F238E27FC236}">
                <a16:creationId xmlns:a16="http://schemas.microsoft.com/office/drawing/2014/main" id="{49BC9B3D-2AD1-B1C1-E4E4-4DE498F74AAE}"/>
              </a:ext>
            </a:extLst>
          </p:cNvPr>
          <p:cNvSpPr>
            <a:spLocks noChangeArrowheads="1"/>
          </p:cNvSpPr>
          <p:nvPr/>
        </p:nvSpPr>
        <p:spPr bwMode="auto">
          <a:xfrm>
            <a:off x="5546726" y="2871788"/>
            <a:ext cx="442429" cy="400752"/>
          </a:xfrm>
          <a:prstGeom prst="rect">
            <a:avLst/>
          </a:prstGeom>
          <a:noFill/>
          <a:ln w="9525">
            <a:noFill/>
            <a:miter lim="800000"/>
            <a:headEnd/>
            <a:tailEnd/>
          </a:ln>
        </p:spPr>
        <p:txBody>
          <a:bodyPr wrap="none" lIns="92075" tIns="46038" rIns="92075" bIns="46038">
            <a:spAutoFit/>
          </a:bodyPr>
          <a:lstStyle/>
          <a:p>
            <a:pPr eaLnBrk="1" hangingPunct="1">
              <a:defRPr/>
            </a:pPr>
            <a:r>
              <a:rPr lang="en-US" sz="2000" b="1">
                <a:latin typeface="+mj-lt"/>
              </a:rPr>
              <a:t>10</a:t>
            </a:r>
          </a:p>
        </p:txBody>
      </p:sp>
      <p:sp>
        <p:nvSpPr>
          <p:cNvPr id="20" name="Rectangle 19">
            <a:extLst>
              <a:ext uri="{FF2B5EF4-FFF2-40B4-BE49-F238E27FC236}">
                <a16:creationId xmlns:a16="http://schemas.microsoft.com/office/drawing/2014/main" id="{EAAE3D13-179E-5587-88B4-F04CA684B95E}"/>
              </a:ext>
            </a:extLst>
          </p:cNvPr>
          <p:cNvSpPr>
            <a:spLocks noChangeArrowheads="1"/>
          </p:cNvSpPr>
          <p:nvPr/>
        </p:nvSpPr>
        <p:spPr bwMode="auto">
          <a:xfrm>
            <a:off x="6003926" y="4090988"/>
            <a:ext cx="570669" cy="400752"/>
          </a:xfrm>
          <a:prstGeom prst="rect">
            <a:avLst/>
          </a:prstGeom>
          <a:noFill/>
          <a:ln w="9525">
            <a:noFill/>
            <a:miter lim="800000"/>
            <a:headEnd/>
            <a:tailEnd/>
          </a:ln>
        </p:spPr>
        <p:txBody>
          <a:bodyPr wrap="none" lIns="92075" tIns="46038" rIns="92075" bIns="46038">
            <a:spAutoFit/>
          </a:bodyPr>
          <a:lstStyle/>
          <a:p>
            <a:pPr eaLnBrk="1" hangingPunct="1">
              <a:defRPr/>
            </a:pPr>
            <a:r>
              <a:rPr lang="en-US" sz="2000" b="1" dirty="0">
                <a:latin typeface="+mj-lt"/>
              </a:rPr>
              <a:t>100</a:t>
            </a:r>
          </a:p>
        </p:txBody>
      </p:sp>
      <p:sp>
        <p:nvSpPr>
          <p:cNvPr id="21" name="Rectangle 20">
            <a:extLst>
              <a:ext uri="{FF2B5EF4-FFF2-40B4-BE49-F238E27FC236}">
                <a16:creationId xmlns:a16="http://schemas.microsoft.com/office/drawing/2014/main" id="{24CD3A44-4DBD-FADD-051D-A165819BBF24}"/>
              </a:ext>
            </a:extLst>
          </p:cNvPr>
          <p:cNvSpPr>
            <a:spLocks noChangeArrowheads="1"/>
          </p:cNvSpPr>
          <p:nvPr/>
        </p:nvSpPr>
        <p:spPr bwMode="auto">
          <a:xfrm>
            <a:off x="5622925" y="2011363"/>
            <a:ext cx="1327150" cy="400050"/>
          </a:xfrm>
          <a:prstGeom prst="rect">
            <a:avLst/>
          </a:prstGeom>
          <a:noFill/>
          <a:ln w="9525">
            <a:noFill/>
            <a:miter lim="800000"/>
            <a:headEnd/>
            <a:tailEnd/>
          </a:ln>
        </p:spPr>
        <p:txBody>
          <a:bodyPr wrap="none" lIns="92075" tIns="46038" rIns="92075" bIns="46038">
            <a:spAutoFit/>
          </a:bodyPr>
          <a:lstStyle/>
          <a:p>
            <a:pPr eaLnBrk="1" hangingPunct="1">
              <a:defRPr/>
            </a:pPr>
            <a:r>
              <a:rPr lang="en-US" sz="2000" b="1" dirty="0">
                <a:latin typeface="+mj-lt"/>
              </a:rPr>
              <a:t>Prevention</a:t>
            </a:r>
          </a:p>
        </p:txBody>
      </p:sp>
      <p:sp>
        <p:nvSpPr>
          <p:cNvPr id="22" name="Rectangle 21">
            <a:extLst>
              <a:ext uri="{FF2B5EF4-FFF2-40B4-BE49-F238E27FC236}">
                <a16:creationId xmlns:a16="http://schemas.microsoft.com/office/drawing/2014/main" id="{DA39321B-4A72-06C0-FBFF-1CF9B9FA134C}"/>
              </a:ext>
            </a:extLst>
          </p:cNvPr>
          <p:cNvSpPr>
            <a:spLocks noChangeArrowheads="1"/>
          </p:cNvSpPr>
          <p:nvPr/>
        </p:nvSpPr>
        <p:spPr bwMode="auto">
          <a:xfrm>
            <a:off x="6232525" y="2544763"/>
            <a:ext cx="1276350" cy="400050"/>
          </a:xfrm>
          <a:prstGeom prst="rect">
            <a:avLst/>
          </a:prstGeom>
          <a:noFill/>
          <a:ln w="9525">
            <a:noFill/>
            <a:miter lim="800000"/>
            <a:headEnd/>
            <a:tailEnd/>
          </a:ln>
        </p:spPr>
        <p:txBody>
          <a:bodyPr wrap="none" lIns="92075" tIns="46038" rIns="92075" bIns="46038">
            <a:spAutoFit/>
          </a:bodyPr>
          <a:lstStyle/>
          <a:p>
            <a:pPr eaLnBrk="1" hangingPunct="1">
              <a:defRPr/>
            </a:pPr>
            <a:r>
              <a:rPr lang="en-US" sz="2000" b="1">
                <a:latin typeface="+mj-lt"/>
              </a:rPr>
              <a:t>Correction</a:t>
            </a:r>
          </a:p>
        </p:txBody>
      </p:sp>
      <p:sp>
        <p:nvSpPr>
          <p:cNvPr id="23" name="Rectangle 22">
            <a:extLst>
              <a:ext uri="{FF2B5EF4-FFF2-40B4-BE49-F238E27FC236}">
                <a16:creationId xmlns:a16="http://schemas.microsoft.com/office/drawing/2014/main" id="{FD236E42-95AA-E10A-1430-5A1E517E99A9}"/>
              </a:ext>
            </a:extLst>
          </p:cNvPr>
          <p:cNvSpPr>
            <a:spLocks noChangeArrowheads="1"/>
          </p:cNvSpPr>
          <p:nvPr/>
        </p:nvSpPr>
        <p:spPr bwMode="auto">
          <a:xfrm>
            <a:off x="7070725" y="3382963"/>
            <a:ext cx="864596" cy="400752"/>
          </a:xfrm>
          <a:prstGeom prst="rect">
            <a:avLst/>
          </a:prstGeom>
          <a:noFill/>
          <a:ln w="9525">
            <a:noFill/>
            <a:miter lim="800000"/>
            <a:headEnd/>
            <a:tailEnd/>
          </a:ln>
        </p:spPr>
        <p:txBody>
          <a:bodyPr wrap="none" lIns="92075" tIns="46038" rIns="92075" bIns="46038">
            <a:spAutoFit/>
          </a:bodyPr>
          <a:lstStyle/>
          <a:p>
            <a:pPr eaLnBrk="1" hangingPunct="1">
              <a:defRPr/>
            </a:pPr>
            <a:r>
              <a:rPr lang="en-US" sz="2000" b="1">
                <a:latin typeface="+mj-lt"/>
              </a:rPr>
              <a:t>Failure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3601D225-8BCB-CD61-89F6-BD0091383FA4}"/>
              </a:ext>
            </a:extLst>
          </p:cNvPr>
          <p:cNvSpPr>
            <a:spLocks noGrp="1"/>
          </p:cNvSpPr>
          <p:nvPr>
            <p:ph type="title"/>
          </p:nvPr>
        </p:nvSpPr>
        <p:spPr>
          <a:xfrm>
            <a:off x="1296117" y="609600"/>
            <a:ext cx="8153400" cy="990600"/>
          </a:xfrm>
        </p:spPr>
        <p:txBody>
          <a:bodyPr/>
          <a:lstStyle/>
          <a:p>
            <a:r>
              <a:rPr lang="en-US" altLang="en-US" dirty="0">
                <a:solidFill>
                  <a:schemeClr val="tx1"/>
                </a:solidFill>
              </a:rPr>
              <a:t>The 1-10-100 Rule</a:t>
            </a:r>
          </a:p>
        </p:txBody>
      </p:sp>
      <p:sp>
        <p:nvSpPr>
          <p:cNvPr id="3" name="Content Placeholder 2">
            <a:extLst>
              <a:ext uri="{FF2B5EF4-FFF2-40B4-BE49-F238E27FC236}">
                <a16:creationId xmlns:a16="http://schemas.microsoft.com/office/drawing/2014/main" id="{69781428-DBFB-ECB6-E9C1-D0A247A45649}"/>
              </a:ext>
            </a:extLst>
          </p:cNvPr>
          <p:cNvSpPr>
            <a:spLocks noGrp="1"/>
          </p:cNvSpPr>
          <p:nvPr>
            <p:ph sz="quarter" idx="1"/>
          </p:nvPr>
        </p:nvSpPr>
        <p:spPr>
          <a:xfrm>
            <a:off x="1296116" y="1991033"/>
            <a:ext cx="9986399" cy="4119716"/>
          </a:xfrm>
        </p:spPr>
        <p:txBody>
          <a:bodyPr>
            <a:normAutofit/>
          </a:bodyPr>
          <a:lstStyle/>
          <a:p>
            <a:pPr marL="365760" indent="-283464" algn="just">
              <a:spcAft>
                <a:spcPts val="0"/>
              </a:spcAft>
              <a:buFont typeface="Wingdings 2"/>
              <a:buChar char=""/>
              <a:defRPr/>
            </a:pPr>
            <a:r>
              <a:rPr lang="en-US" sz="2400" dirty="0">
                <a:solidFill>
                  <a:schemeClr val="tx1"/>
                </a:solidFill>
              </a:rPr>
              <a:t>One dollar spent on prevention will save $10 on appraisal and $100 on failure costs.</a:t>
            </a:r>
          </a:p>
          <a:p>
            <a:pPr marL="365760" indent="-283464" algn="just">
              <a:spcAft>
                <a:spcPts val="0"/>
              </a:spcAft>
              <a:buFont typeface="Wingdings 2"/>
              <a:buChar char=""/>
              <a:defRPr/>
            </a:pPr>
            <a:r>
              <a:rPr lang="en-US" sz="2400" dirty="0">
                <a:solidFill>
                  <a:schemeClr val="tx1"/>
                </a:solidFill>
              </a:rPr>
              <a:t>This rule helps one to prioritize expenditure on prevention, which is sure to bring in greater returns.</a:t>
            </a:r>
          </a:p>
          <a:p>
            <a:pPr marL="365760" indent="-283464" algn="just">
              <a:spcAft>
                <a:spcPts val="0"/>
              </a:spcAft>
              <a:buFont typeface="Wingdings 2"/>
              <a:buChar char=""/>
              <a:defRPr/>
            </a:pPr>
            <a:endParaRPr lang="en-US" sz="2400" b="1" dirty="0">
              <a:solidFill>
                <a:schemeClr val="tx1"/>
              </a:solidFill>
            </a:endParaRPr>
          </a:p>
          <a:p>
            <a:pPr>
              <a:defRPr/>
            </a:pPr>
            <a:endParaRPr lang="en-US"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5DF05B7C-3FB9-7AAD-79F2-F672F7AE8C7B}"/>
              </a:ext>
            </a:extLst>
          </p:cNvPr>
          <p:cNvSpPr>
            <a:spLocks noGrp="1"/>
          </p:cNvSpPr>
          <p:nvPr>
            <p:ph type="title"/>
          </p:nvPr>
        </p:nvSpPr>
        <p:spPr>
          <a:xfrm>
            <a:off x="1209367" y="789039"/>
            <a:ext cx="8153400" cy="990600"/>
          </a:xfrm>
        </p:spPr>
        <p:txBody>
          <a:bodyPr/>
          <a:lstStyle/>
          <a:p>
            <a:r>
              <a:rPr lang="en-US" altLang="en-US" dirty="0">
                <a:solidFill>
                  <a:schemeClr val="tx1"/>
                </a:solidFill>
              </a:rPr>
              <a:t>The 1-10-100 Rule - Explanation</a:t>
            </a:r>
          </a:p>
        </p:txBody>
      </p:sp>
      <p:sp>
        <p:nvSpPr>
          <p:cNvPr id="3" name="Content Placeholder 2">
            <a:extLst>
              <a:ext uri="{FF2B5EF4-FFF2-40B4-BE49-F238E27FC236}">
                <a16:creationId xmlns:a16="http://schemas.microsoft.com/office/drawing/2014/main" id="{5A29B148-68E9-42A4-AAEF-21C44FB97CC8}"/>
              </a:ext>
            </a:extLst>
          </p:cNvPr>
          <p:cNvSpPr>
            <a:spLocks noGrp="1"/>
          </p:cNvSpPr>
          <p:nvPr>
            <p:ph sz="quarter" idx="1"/>
          </p:nvPr>
        </p:nvSpPr>
        <p:spPr>
          <a:xfrm>
            <a:off x="1047135" y="1873044"/>
            <a:ext cx="10515600" cy="4385187"/>
          </a:xfrm>
        </p:spPr>
        <p:txBody>
          <a:bodyPr>
            <a:normAutofit/>
          </a:bodyPr>
          <a:lstStyle/>
          <a:p>
            <a:pPr marL="365760" indent="-283464" algn="just">
              <a:spcAft>
                <a:spcPts val="0"/>
              </a:spcAft>
              <a:defRPr/>
            </a:pPr>
            <a:r>
              <a:rPr lang="en-US" sz="2400" dirty="0">
                <a:solidFill>
                  <a:schemeClr val="tx1"/>
                </a:solidFill>
              </a:rPr>
              <a:t>The earlier you detect and prevent a defect the more you can save. If you catch a two cent resistor before you use it and throw it away, you lose two cents.</a:t>
            </a:r>
          </a:p>
          <a:p>
            <a:pPr marL="365760" indent="-283464" algn="just">
              <a:spcAft>
                <a:spcPts val="0"/>
              </a:spcAft>
              <a:defRPr/>
            </a:pPr>
            <a:r>
              <a:rPr lang="en-US" sz="2400" dirty="0">
                <a:solidFill>
                  <a:schemeClr val="tx1"/>
                </a:solidFill>
              </a:rPr>
              <a:t>If you don’t find it until it has been soldered into a computer component, it may cost $10 to repair the part. If you don’t catch the component until it is in the computer user’s hands, the repair will cost hundreds of dollars. </a:t>
            </a:r>
          </a:p>
          <a:p>
            <a:pPr marL="365760" indent="-283464" algn="just">
              <a:spcAft>
                <a:spcPts val="0"/>
              </a:spcAft>
              <a:defRPr/>
            </a:pPr>
            <a:r>
              <a:rPr lang="en-US" sz="2400" dirty="0">
                <a:solidFill>
                  <a:schemeClr val="tx1"/>
                </a:solidFill>
              </a:rPr>
              <a:t>Indeed, if a $5000 computer has to be repaired in the field, the expense may exceed the manufacturing cost.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173BDB6-055B-979D-8CAA-5632A73BCD82}"/>
              </a:ext>
            </a:extLst>
          </p:cNvPr>
          <p:cNvSpPr txBox="1">
            <a:spLocks/>
          </p:cNvSpPr>
          <p:nvPr/>
        </p:nvSpPr>
        <p:spPr>
          <a:xfrm>
            <a:off x="1071893" y="784225"/>
            <a:ext cx="8153400" cy="990600"/>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ltLang="en-US" dirty="0">
                <a:solidFill>
                  <a:schemeClr val="tx1"/>
                </a:solidFill>
              </a:rPr>
              <a:t>Quality costs increase over time</a:t>
            </a:r>
          </a:p>
        </p:txBody>
      </p:sp>
      <p:sp>
        <p:nvSpPr>
          <p:cNvPr id="4" name="Line 3">
            <a:extLst>
              <a:ext uri="{FF2B5EF4-FFF2-40B4-BE49-F238E27FC236}">
                <a16:creationId xmlns:a16="http://schemas.microsoft.com/office/drawing/2014/main" id="{7FFE77F7-77BD-6779-7B8A-D5B59F9F7530}"/>
              </a:ext>
            </a:extLst>
          </p:cNvPr>
          <p:cNvSpPr>
            <a:spLocks noChangeShapeType="1"/>
          </p:cNvSpPr>
          <p:nvPr/>
        </p:nvSpPr>
        <p:spPr bwMode="auto">
          <a:xfrm>
            <a:off x="3185649" y="2422525"/>
            <a:ext cx="0" cy="3276600"/>
          </a:xfrm>
          <a:prstGeom prst="line">
            <a:avLst/>
          </a:prstGeom>
          <a:noFill/>
          <a:ln w="952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5" name="Line 4">
            <a:extLst>
              <a:ext uri="{FF2B5EF4-FFF2-40B4-BE49-F238E27FC236}">
                <a16:creationId xmlns:a16="http://schemas.microsoft.com/office/drawing/2014/main" id="{C4414AD6-34B1-DAA7-03FC-7EC433EC04E6}"/>
              </a:ext>
            </a:extLst>
          </p:cNvPr>
          <p:cNvSpPr>
            <a:spLocks noChangeShapeType="1"/>
          </p:cNvSpPr>
          <p:nvPr/>
        </p:nvSpPr>
        <p:spPr bwMode="auto">
          <a:xfrm>
            <a:off x="3185649" y="5699125"/>
            <a:ext cx="5410200" cy="0"/>
          </a:xfrm>
          <a:prstGeom prst="line">
            <a:avLst/>
          </a:prstGeom>
          <a:noFill/>
          <a:ln w="952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6" name="Freeform 5">
            <a:extLst>
              <a:ext uri="{FF2B5EF4-FFF2-40B4-BE49-F238E27FC236}">
                <a16:creationId xmlns:a16="http://schemas.microsoft.com/office/drawing/2014/main" id="{2E05F920-12EE-20C9-465F-E850967F1A78}"/>
              </a:ext>
            </a:extLst>
          </p:cNvPr>
          <p:cNvSpPr>
            <a:spLocks/>
          </p:cNvSpPr>
          <p:nvPr/>
        </p:nvSpPr>
        <p:spPr bwMode="auto">
          <a:xfrm>
            <a:off x="3261849" y="2422525"/>
            <a:ext cx="3505200" cy="3276600"/>
          </a:xfrm>
          <a:custGeom>
            <a:avLst/>
            <a:gdLst>
              <a:gd name="T0" fmla="*/ 0 w 2256"/>
              <a:gd name="T1" fmla="*/ 2147483646 h 1728"/>
              <a:gd name="T2" fmla="*/ 2147483646 w 2256"/>
              <a:gd name="T3" fmla="*/ 2147483646 h 1728"/>
              <a:gd name="T4" fmla="*/ 2147483646 w 2256"/>
              <a:gd name="T5" fmla="*/ 0 h 1728"/>
              <a:gd name="T6" fmla="*/ 0 60000 65536"/>
              <a:gd name="T7" fmla="*/ 0 60000 65536"/>
              <a:gd name="T8" fmla="*/ 0 60000 65536"/>
              <a:gd name="T9" fmla="*/ 0 w 2256"/>
              <a:gd name="T10" fmla="*/ 0 h 1728"/>
              <a:gd name="T11" fmla="*/ 2256 w 2256"/>
              <a:gd name="T12" fmla="*/ 1728 h 1728"/>
            </a:gdLst>
            <a:ahLst/>
            <a:cxnLst>
              <a:cxn ang="T6">
                <a:pos x="T0" y="T1"/>
              </a:cxn>
              <a:cxn ang="T7">
                <a:pos x="T2" y="T3"/>
              </a:cxn>
              <a:cxn ang="T8">
                <a:pos x="T4" y="T5"/>
              </a:cxn>
            </a:cxnLst>
            <a:rect l="T9" t="T10" r="T11" b="T12"/>
            <a:pathLst>
              <a:path w="2256" h="1728">
                <a:moveTo>
                  <a:pt x="0" y="1728"/>
                </a:moveTo>
                <a:cubicBezTo>
                  <a:pt x="222" y="1636"/>
                  <a:pt x="956" y="1464"/>
                  <a:pt x="1332" y="1176"/>
                </a:cubicBezTo>
                <a:cubicBezTo>
                  <a:pt x="1708" y="888"/>
                  <a:pt x="2064" y="245"/>
                  <a:pt x="2256" y="0"/>
                </a:cubicBezTo>
              </a:path>
            </a:pathLst>
          </a:custGeom>
          <a:noFill/>
          <a:ln w="952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 name="Text Box 6">
            <a:extLst>
              <a:ext uri="{FF2B5EF4-FFF2-40B4-BE49-F238E27FC236}">
                <a16:creationId xmlns:a16="http://schemas.microsoft.com/office/drawing/2014/main" id="{36DDBCEF-D6D2-C158-E99C-C9CDC65F8F3D}"/>
              </a:ext>
            </a:extLst>
          </p:cNvPr>
          <p:cNvSpPr txBox="1">
            <a:spLocks noChangeArrowheads="1"/>
          </p:cNvSpPr>
          <p:nvPr/>
        </p:nvSpPr>
        <p:spPr bwMode="auto">
          <a:xfrm rot="16200000">
            <a:off x="1925174" y="3427413"/>
            <a:ext cx="1698625" cy="431800"/>
          </a:xfrm>
          <a:prstGeom prst="rect">
            <a:avLst/>
          </a:prstGeom>
          <a:noFill/>
          <a:ln w="95250">
            <a:noFill/>
            <a:miter lim="800000"/>
            <a:headEnd/>
            <a:tailEnd/>
          </a:ln>
        </p:spPr>
        <p:txBody>
          <a:bodyPr wrap="none" anchor="ctr">
            <a:spAutoFit/>
          </a:bodyPr>
          <a:lstStyle/>
          <a:p>
            <a:pPr eaLnBrk="1" hangingPunct="1">
              <a:defRPr/>
            </a:pPr>
            <a:r>
              <a:rPr lang="en-US" sz="2200" b="1" dirty="0">
                <a:solidFill>
                  <a:schemeClr val="accent1">
                    <a:lumMod val="75000"/>
                  </a:schemeClr>
                </a:solidFill>
                <a:latin typeface="+mj-lt"/>
              </a:rPr>
              <a:t>Failure Costs</a:t>
            </a:r>
          </a:p>
        </p:txBody>
      </p:sp>
      <p:sp>
        <p:nvSpPr>
          <p:cNvPr id="8" name="Text Box 7">
            <a:extLst>
              <a:ext uri="{FF2B5EF4-FFF2-40B4-BE49-F238E27FC236}">
                <a16:creationId xmlns:a16="http://schemas.microsoft.com/office/drawing/2014/main" id="{17AE233E-13F0-77C2-B86F-7FEFD7F1B9F0}"/>
              </a:ext>
            </a:extLst>
          </p:cNvPr>
          <p:cNvSpPr txBox="1">
            <a:spLocks noChangeArrowheads="1"/>
          </p:cNvSpPr>
          <p:nvPr/>
        </p:nvSpPr>
        <p:spPr bwMode="auto">
          <a:xfrm>
            <a:off x="4436599" y="5757863"/>
            <a:ext cx="3078163" cy="431800"/>
          </a:xfrm>
          <a:prstGeom prst="rect">
            <a:avLst/>
          </a:prstGeom>
          <a:noFill/>
          <a:ln w="95250">
            <a:noFill/>
            <a:miter lim="800000"/>
            <a:headEnd/>
            <a:tailEnd/>
          </a:ln>
        </p:spPr>
        <p:txBody>
          <a:bodyPr wrap="none" anchor="ctr">
            <a:spAutoFit/>
          </a:bodyPr>
          <a:lstStyle/>
          <a:p>
            <a:pPr eaLnBrk="1" hangingPunct="1">
              <a:defRPr/>
            </a:pPr>
            <a:r>
              <a:rPr lang="en-US" sz="2200" b="1" dirty="0">
                <a:solidFill>
                  <a:schemeClr val="accent1">
                    <a:lumMod val="75000"/>
                  </a:schemeClr>
                </a:solidFill>
                <a:latin typeface="+mj-lt"/>
              </a:rPr>
              <a:t>Time when failure found</a:t>
            </a:r>
          </a:p>
        </p:txBody>
      </p:sp>
      <p:sp>
        <p:nvSpPr>
          <p:cNvPr id="9" name="Text Box 8">
            <a:extLst>
              <a:ext uri="{FF2B5EF4-FFF2-40B4-BE49-F238E27FC236}">
                <a16:creationId xmlns:a16="http://schemas.microsoft.com/office/drawing/2014/main" id="{E7365357-B5DB-3CEF-F010-5742156B8C1B}"/>
              </a:ext>
            </a:extLst>
          </p:cNvPr>
          <p:cNvSpPr txBox="1">
            <a:spLocks noChangeArrowheads="1"/>
          </p:cNvSpPr>
          <p:nvPr/>
        </p:nvSpPr>
        <p:spPr bwMode="auto">
          <a:xfrm>
            <a:off x="4260387" y="5226050"/>
            <a:ext cx="1776412" cy="368300"/>
          </a:xfrm>
          <a:prstGeom prst="rect">
            <a:avLst/>
          </a:prstGeom>
          <a:noFill/>
          <a:ln w="95250">
            <a:noFill/>
            <a:miter lim="800000"/>
            <a:headEnd/>
            <a:tailEnd/>
          </a:ln>
        </p:spPr>
        <p:txBody>
          <a:bodyPr wrap="none" anchor="ctr">
            <a:spAutoFit/>
          </a:bodyPr>
          <a:lstStyle/>
          <a:p>
            <a:pPr eaLnBrk="1" hangingPunct="1">
              <a:defRPr/>
            </a:pPr>
            <a:r>
              <a:rPr lang="en-US" b="1" dirty="0">
                <a:solidFill>
                  <a:schemeClr val="accent2"/>
                </a:solidFill>
                <a:latin typeface="+mj-lt"/>
              </a:rPr>
              <a:t>Prevention Costs</a:t>
            </a:r>
          </a:p>
        </p:txBody>
      </p:sp>
      <p:sp>
        <p:nvSpPr>
          <p:cNvPr id="10" name="Text Box 9">
            <a:extLst>
              <a:ext uri="{FF2B5EF4-FFF2-40B4-BE49-F238E27FC236}">
                <a16:creationId xmlns:a16="http://schemas.microsoft.com/office/drawing/2014/main" id="{8CE65B31-5F33-1B6C-2F06-BE41749D91AA}"/>
              </a:ext>
            </a:extLst>
          </p:cNvPr>
          <p:cNvSpPr txBox="1">
            <a:spLocks noChangeArrowheads="1"/>
          </p:cNvSpPr>
          <p:nvPr/>
        </p:nvSpPr>
        <p:spPr bwMode="auto">
          <a:xfrm>
            <a:off x="4895387" y="4921250"/>
            <a:ext cx="3471862" cy="368300"/>
          </a:xfrm>
          <a:prstGeom prst="rect">
            <a:avLst/>
          </a:prstGeom>
          <a:noFill/>
          <a:ln w="95250">
            <a:noFill/>
            <a:miter lim="800000"/>
            <a:headEnd/>
            <a:tailEnd/>
          </a:ln>
        </p:spPr>
        <p:txBody>
          <a:bodyPr wrap="none" anchor="ctr">
            <a:spAutoFit/>
          </a:bodyPr>
          <a:lstStyle/>
          <a:p>
            <a:pPr eaLnBrk="1" hangingPunct="1">
              <a:defRPr/>
            </a:pPr>
            <a:r>
              <a:rPr lang="en-US" b="1" dirty="0">
                <a:solidFill>
                  <a:schemeClr val="accent2"/>
                </a:solidFill>
                <a:latin typeface="+mj-lt"/>
              </a:rPr>
              <a:t>Failure found during design phase</a:t>
            </a:r>
          </a:p>
        </p:txBody>
      </p:sp>
      <p:sp>
        <p:nvSpPr>
          <p:cNvPr id="11" name="Text Box 10">
            <a:extLst>
              <a:ext uri="{FF2B5EF4-FFF2-40B4-BE49-F238E27FC236}">
                <a16:creationId xmlns:a16="http://schemas.microsoft.com/office/drawing/2014/main" id="{FA3B8632-49AD-498A-2A42-49E15FDFC5F6}"/>
              </a:ext>
            </a:extLst>
          </p:cNvPr>
          <p:cNvSpPr txBox="1">
            <a:spLocks noChangeArrowheads="1"/>
          </p:cNvSpPr>
          <p:nvPr/>
        </p:nvSpPr>
        <p:spPr bwMode="auto">
          <a:xfrm>
            <a:off x="5385924" y="4540250"/>
            <a:ext cx="3819525" cy="368300"/>
          </a:xfrm>
          <a:prstGeom prst="rect">
            <a:avLst/>
          </a:prstGeom>
          <a:noFill/>
          <a:ln w="95250">
            <a:noFill/>
            <a:miter lim="800000"/>
            <a:headEnd/>
            <a:tailEnd/>
          </a:ln>
        </p:spPr>
        <p:txBody>
          <a:bodyPr wrap="none" anchor="ctr">
            <a:spAutoFit/>
          </a:bodyPr>
          <a:lstStyle/>
          <a:p>
            <a:pPr eaLnBrk="1" hangingPunct="1">
              <a:defRPr/>
            </a:pPr>
            <a:r>
              <a:rPr lang="en-US" b="1" dirty="0">
                <a:solidFill>
                  <a:schemeClr val="accent2"/>
                </a:solidFill>
                <a:latin typeface="+mj-lt"/>
              </a:rPr>
              <a:t>Failure found at onset of manufacture</a:t>
            </a:r>
          </a:p>
        </p:txBody>
      </p:sp>
      <p:sp>
        <p:nvSpPr>
          <p:cNvPr id="12" name="Text Box 11">
            <a:extLst>
              <a:ext uri="{FF2B5EF4-FFF2-40B4-BE49-F238E27FC236}">
                <a16:creationId xmlns:a16="http://schemas.microsoft.com/office/drawing/2014/main" id="{6655D55A-3EB4-FB45-E5DF-E05B85B6EFCC}"/>
              </a:ext>
            </a:extLst>
          </p:cNvPr>
          <p:cNvSpPr txBox="1">
            <a:spLocks noChangeArrowheads="1"/>
          </p:cNvSpPr>
          <p:nvPr/>
        </p:nvSpPr>
        <p:spPr bwMode="auto">
          <a:xfrm>
            <a:off x="5711362" y="4159250"/>
            <a:ext cx="3232150" cy="368300"/>
          </a:xfrm>
          <a:prstGeom prst="rect">
            <a:avLst/>
          </a:prstGeom>
          <a:noFill/>
          <a:ln w="95250">
            <a:noFill/>
            <a:miter lim="800000"/>
            <a:headEnd/>
            <a:tailEnd/>
          </a:ln>
        </p:spPr>
        <p:txBody>
          <a:bodyPr wrap="none" anchor="ctr">
            <a:spAutoFit/>
          </a:bodyPr>
          <a:lstStyle/>
          <a:p>
            <a:pPr eaLnBrk="1" hangingPunct="1">
              <a:defRPr/>
            </a:pPr>
            <a:r>
              <a:rPr lang="en-US" b="1">
                <a:solidFill>
                  <a:schemeClr val="accent2"/>
                </a:solidFill>
                <a:latin typeface="+mj-lt"/>
              </a:rPr>
              <a:t>Failure found at final inspection</a:t>
            </a:r>
          </a:p>
        </p:txBody>
      </p:sp>
      <p:sp>
        <p:nvSpPr>
          <p:cNvPr id="13" name="Text Box 12">
            <a:extLst>
              <a:ext uri="{FF2B5EF4-FFF2-40B4-BE49-F238E27FC236}">
                <a16:creationId xmlns:a16="http://schemas.microsoft.com/office/drawing/2014/main" id="{692A058E-6B2D-06E0-A7A9-05EC5DC3395C}"/>
              </a:ext>
            </a:extLst>
          </p:cNvPr>
          <p:cNvSpPr txBox="1">
            <a:spLocks noChangeArrowheads="1"/>
          </p:cNvSpPr>
          <p:nvPr/>
        </p:nvSpPr>
        <p:spPr bwMode="auto">
          <a:xfrm>
            <a:off x="6033624" y="3702050"/>
            <a:ext cx="2838450" cy="368300"/>
          </a:xfrm>
          <a:prstGeom prst="rect">
            <a:avLst/>
          </a:prstGeom>
          <a:noFill/>
          <a:ln w="95250">
            <a:noFill/>
            <a:miter lim="800000"/>
            <a:headEnd/>
            <a:tailEnd/>
          </a:ln>
        </p:spPr>
        <p:txBody>
          <a:bodyPr wrap="none" anchor="ctr">
            <a:spAutoFit/>
          </a:bodyPr>
          <a:lstStyle/>
          <a:p>
            <a:pPr eaLnBrk="1" hangingPunct="1">
              <a:defRPr/>
            </a:pPr>
            <a:r>
              <a:rPr lang="en-US" b="1" dirty="0">
                <a:solidFill>
                  <a:schemeClr val="accent2"/>
                </a:solidFill>
                <a:latin typeface="+mj-lt"/>
              </a:rPr>
              <a:t>Failure found at installation</a:t>
            </a:r>
          </a:p>
        </p:txBody>
      </p:sp>
      <p:sp>
        <p:nvSpPr>
          <p:cNvPr id="14" name="Text Box 13">
            <a:extLst>
              <a:ext uri="{FF2B5EF4-FFF2-40B4-BE49-F238E27FC236}">
                <a16:creationId xmlns:a16="http://schemas.microsoft.com/office/drawing/2014/main" id="{23AB970B-A864-362B-B887-403304B23151}"/>
              </a:ext>
            </a:extLst>
          </p:cNvPr>
          <p:cNvSpPr txBox="1">
            <a:spLocks noChangeArrowheads="1"/>
          </p:cNvSpPr>
          <p:nvPr/>
        </p:nvSpPr>
        <p:spPr bwMode="auto">
          <a:xfrm>
            <a:off x="6300324" y="3244850"/>
            <a:ext cx="1800225" cy="368300"/>
          </a:xfrm>
          <a:prstGeom prst="rect">
            <a:avLst/>
          </a:prstGeom>
          <a:noFill/>
          <a:ln w="95250">
            <a:noFill/>
            <a:miter lim="800000"/>
            <a:headEnd/>
            <a:tailEnd/>
          </a:ln>
        </p:spPr>
        <p:txBody>
          <a:bodyPr wrap="none" anchor="ctr">
            <a:spAutoFit/>
          </a:bodyPr>
          <a:lstStyle/>
          <a:p>
            <a:pPr eaLnBrk="1" hangingPunct="1">
              <a:defRPr/>
            </a:pPr>
            <a:r>
              <a:rPr lang="en-US" b="1">
                <a:solidFill>
                  <a:schemeClr val="accent2"/>
                </a:solidFill>
                <a:latin typeface="+mj-lt"/>
              </a:rPr>
              <a:t>Field repair costs</a:t>
            </a:r>
          </a:p>
        </p:txBody>
      </p:sp>
      <p:sp>
        <p:nvSpPr>
          <p:cNvPr id="15" name="Text Box 14">
            <a:extLst>
              <a:ext uri="{FF2B5EF4-FFF2-40B4-BE49-F238E27FC236}">
                <a16:creationId xmlns:a16="http://schemas.microsoft.com/office/drawing/2014/main" id="{A5773E1F-E06B-EAEB-0D02-BD6A2BF6D1E7}"/>
              </a:ext>
            </a:extLst>
          </p:cNvPr>
          <p:cNvSpPr txBox="1">
            <a:spLocks noChangeArrowheads="1"/>
          </p:cNvSpPr>
          <p:nvPr/>
        </p:nvSpPr>
        <p:spPr bwMode="auto">
          <a:xfrm>
            <a:off x="6522574" y="2863850"/>
            <a:ext cx="2682875" cy="368300"/>
          </a:xfrm>
          <a:prstGeom prst="rect">
            <a:avLst/>
          </a:prstGeom>
          <a:noFill/>
          <a:ln w="95250">
            <a:noFill/>
            <a:miter lim="800000"/>
            <a:headEnd/>
            <a:tailEnd/>
          </a:ln>
        </p:spPr>
        <p:txBody>
          <a:bodyPr wrap="none" anchor="ctr">
            <a:spAutoFit/>
          </a:bodyPr>
          <a:lstStyle/>
          <a:p>
            <a:pPr eaLnBrk="1" hangingPunct="1">
              <a:defRPr/>
            </a:pPr>
            <a:r>
              <a:rPr lang="en-US" b="1" dirty="0">
                <a:solidFill>
                  <a:schemeClr val="accent2"/>
                </a:solidFill>
                <a:latin typeface="+mj-lt"/>
              </a:rPr>
              <a:t>Failure found by customer</a:t>
            </a:r>
          </a:p>
        </p:txBody>
      </p:sp>
      <p:sp>
        <p:nvSpPr>
          <p:cNvPr id="16" name="Text Box 15">
            <a:extLst>
              <a:ext uri="{FF2B5EF4-FFF2-40B4-BE49-F238E27FC236}">
                <a16:creationId xmlns:a16="http://schemas.microsoft.com/office/drawing/2014/main" id="{879FA89E-6923-A723-4FD9-B6426E00E8DD}"/>
              </a:ext>
            </a:extLst>
          </p:cNvPr>
          <p:cNvSpPr txBox="1">
            <a:spLocks noChangeArrowheads="1"/>
          </p:cNvSpPr>
          <p:nvPr/>
        </p:nvSpPr>
        <p:spPr bwMode="auto">
          <a:xfrm>
            <a:off x="6843249" y="2406650"/>
            <a:ext cx="1474788" cy="368300"/>
          </a:xfrm>
          <a:prstGeom prst="rect">
            <a:avLst/>
          </a:prstGeom>
          <a:noFill/>
          <a:ln w="95250">
            <a:noFill/>
            <a:miter lim="800000"/>
            <a:headEnd/>
            <a:tailEnd/>
          </a:ln>
        </p:spPr>
        <p:txBody>
          <a:bodyPr wrap="none" anchor="ctr">
            <a:spAutoFit/>
          </a:bodyPr>
          <a:lstStyle/>
          <a:p>
            <a:pPr eaLnBrk="1" hangingPunct="1">
              <a:defRPr/>
            </a:pPr>
            <a:r>
              <a:rPr lang="en-US" b="1" dirty="0">
                <a:solidFill>
                  <a:schemeClr val="accent2"/>
                </a:solidFill>
                <a:latin typeface="+mj-lt"/>
              </a:rPr>
              <a:t>Liability costs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Relation between different quality cost</a:t>
            </a:r>
          </a:p>
        </p:txBody>
      </p:sp>
      <p:pic>
        <p:nvPicPr>
          <p:cNvPr id="6" name="Content Placeholder 5"/>
          <p:cNvPicPr>
            <a:picLocks noGrp="1" noChangeAspect="1"/>
          </p:cNvPicPr>
          <p:nvPr>
            <p:ph idx="1"/>
          </p:nvPr>
        </p:nvPicPr>
        <p:blipFill>
          <a:blip r:embed="rId2"/>
          <a:stretch>
            <a:fillRect/>
          </a:stretch>
        </p:blipFill>
        <p:spPr>
          <a:xfrm>
            <a:off x="1690838" y="2074490"/>
            <a:ext cx="9464842" cy="4043363"/>
          </a:xfrm>
          <a:prstGeom prst="rect">
            <a:avLst/>
          </a:prstGeom>
        </p:spPr>
      </p:pic>
    </p:spTree>
    <p:extLst>
      <p:ext uri="{BB962C8B-B14F-4D97-AF65-F5344CB8AC3E}">
        <p14:creationId xmlns:p14="http://schemas.microsoft.com/office/powerpoint/2010/main" val="511546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3F73AF0F-32BB-BF3D-2A46-896C3B9747AB}"/>
              </a:ext>
            </a:extLst>
          </p:cNvPr>
          <p:cNvSpPr>
            <a:spLocks noGrp="1"/>
          </p:cNvSpPr>
          <p:nvPr>
            <p:ph type="title"/>
          </p:nvPr>
        </p:nvSpPr>
        <p:spPr>
          <a:xfrm>
            <a:off x="1096963" y="747713"/>
            <a:ext cx="8153400" cy="990600"/>
          </a:xfrm>
        </p:spPr>
        <p:txBody>
          <a:bodyPr/>
          <a:lstStyle/>
          <a:p>
            <a:r>
              <a:rPr lang="en-US" altLang="en-US" dirty="0">
                <a:solidFill>
                  <a:schemeClr val="tx1"/>
                </a:solidFill>
              </a:rPr>
              <a:t>Hidden Costs of Poor Quality</a:t>
            </a:r>
          </a:p>
        </p:txBody>
      </p:sp>
      <p:sp>
        <p:nvSpPr>
          <p:cNvPr id="31747" name="Rectangle 2">
            <a:extLst>
              <a:ext uri="{FF2B5EF4-FFF2-40B4-BE49-F238E27FC236}">
                <a16:creationId xmlns:a16="http://schemas.microsoft.com/office/drawing/2014/main" id="{C14E2407-2ED2-CBA6-C097-FB44E9CBEFC2}"/>
              </a:ext>
            </a:extLst>
          </p:cNvPr>
          <p:cNvSpPr>
            <a:spLocks noChangeArrowheads="1"/>
          </p:cNvSpPr>
          <p:nvPr/>
        </p:nvSpPr>
        <p:spPr bwMode="auto">
          <a:xfrm>
            <a:off x="1905000" y="3352800"/>
            <a:ext cx="8445500" cy="2578100"/>
          </a:xfrm>
          <a:prstGeom prst="rect">
            <a:avLst/>
          </a:prstGeom>
          <a:noFill/>
          <a:ln w="508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5" name="Rectangle 5">
            <a:extLst>
              <a:ext uri="{FF2B5EF4-FFF2-40B4-BE49-F238E27FC236}">
                <a16:creationId xmlns:a16="http://schemas.microsoft.com/office/drawing/2014/main" id="{85A2F668-2295-46BB-A4ED-147FC90EC5C7}"/>
              </a:ext>
            </a:extLst>
          </p:cNvPr>
          <p:cNvSpPr>
            <a:spLocks noChangeArrowheads="1"/>
          </p:cNvSpPr>
          <p:nvPr/>
        </p:nvSpPr>
        <p:spPr bwMode="auto">
          <a:xfrm>
            <a:off x="4479925" y="2185988"/>
            <a:ext cx="1519262" cy="400752"/>
          </a:xfrm>
          <a:prstGeom prst="rect">
            <a:avLst/>
          </a:prstGeom>
          <a:noFill/>
          <a:ln w="9525">
            <a:noFill/>
            <a:miter lim="800000"/>
            <a:headEnd/>
            <a:tailEnd/>
          </a:ln>
          <a:effectLst/>
        </p:spPr>
        <p:txBody>
          <a:bodyPr wrap="none" lIns="92075" tIns="46038" rIns="92075" bIns="46038">
            <a:spAutoFit/>
          </a:bodyPr>
          <a:lstStyle/>
          <a:p>
            <a:pPr eaLnBrk="1" hangingPunct="1">
              <a:defRPr/>
            </a:pPr>
            <a:r>
              <a:rPr lang="en-US" sz="2000" b="1" dirty="0">
                <a:effectLst>
                  <a:outerShdw blurRad="38100" dist="38100" dir="2700000" algn="tl">
                    <a:srgbClr val="C0C0C0"/>
                  </a:outerShdw>
                </a:effectLst>
                <a:latin typeface="+mj-lt"/>
              </a:rPr>
              <a:t>Reprocessing</a:t>
            </a:r>
          </a:p>
        </p:txBody>
      </p:sp>
      <p:sp>
        <p:nvSpPr>
          <p:cNvPr id="6" name="Rectangle 6">
            <a:extLst>
              <a:ext uri="{FF2B5EF4-FFF2-40B4-BE49-F238E27FC236}">
                <a16:creationId xmlns:a16="http://schemas.microsoft.com/office/drawing/2014/main" id="{2A2526F1-E4F6-3792-8C3C-8B95A58F72F2}"/>
              </a:ext>
            </a:extLst>
          </p:cNvPr>
          <p:cNvSpPr>
            <a:spLocks noChangeArrowheads="1"/>
          </p:cNvSpPr>
          <p:nvPr/>
        </p:nvSpPr>
        <p:spPr bwMode="auto">
          <a:xfrm>
            <a:off x="4251325" y="2719388"/>
            <a:ext cx="922338" cy="400050"/>
          </a:xfrm>
          <a:prstGeom prst="rect">
            <a:avLst/>
          </a:prstGeom>
          <a:noFill/>
          <a:ln w="9525">
            <a:noFill/>
            <a:miter lim="800000"/>
            <a:headEnd/>
            <a:tailEnd/>
          </a:ln>
          <a:effectLst/>
        </p:spPr>
        <p:txBody>
          <a:bodyPr wrap="none" lIns="92075" tIns="46038" rIns="92075" bIns="46038">
            <a:spAutoFit/>
          </a:bodyPr>
          <a:lstStyle/>
          <a:p>
            <a:pPr eaLnBrk="1" hangingPunct="1">
              <a:defRPr/>
            </a:pPr>
            <a:r>
              <a:rPr lang="en-US" sz="2000" b="1">
                <a:effectLst>
                  <a:outerShdw blurRad="38100" dist="38100" dir="2700000" algn="tl">
                    <a:srgbClr val="C0C0C0"/>
                  </a:outerShdw>
                </a:effectLst>
                <a:latin typeface="+mj-lt"/>
              </a:rPr>
              <a:t>Rejects</a:t>
            </a:r>
          </a:p>
        </p:txBody>
      </p:sp>
      <p:sp>
        <p:nvSpPr>
          <p:cNvPr id="7" name="Rectangle 7">
            <a:extLst>
              <a:ext uri="{FF2B5EF4-FFF2-40B4-BE49-F238E27FC236}">
                <a16:creationId xmlns:a16="http://schemas.microsoft.com/office/drawing/2014/main" id="{70CDE0F4-48AB-D28E-8536-70053E13EEA4}"/>
              </a:ext>
            </a:extLst>
          </p:cNvPr>
          <p:cNvSpPr>
            <a:spLocks noChangeArrowheads="1"/>
          </p:cNvSpPr>
          <p:nvPr/>
        </p:nvSpPr>
        <p:spPr bwMode="auto">
          <a:xfrm>
            <a:off x="5546725" y="2490788"/>
            <a:ext cx="2000250" cy="400050"/>
          </a:xfrm>
          <a:prstGeom prst="rect">
            <a:avLst/>
          </a:prstGeom>
          <a:noFill/>
          <a:ln w="9525">
            <a:noFill/>
            <a:miter lim="800000"/>
            <a:headEnd/>
            <a:tailEnd/>
          </a:ln>
          <a:effectLst/>
        </p:spPr>
        <p:txBody>
          <a:bodyPr wrap="none" lIns="92075" tIns="46038" rIns="92075" bIns="46038">
            <a:spAutoFit/>
          </a:bodyPr>
          <a:lstStyle/>
          <a:p>
            <a:pPr eaLnBrk="1" hangingPunct="1">
              <a:defRPr/>
            </a:pPr>
            <a:r>
              <a:rPr lang="en-US" sz="2000" b="1">
                <a:effectLst>
                  <a:outerShdw blurRad="38100" dist="38100" dir="2700000" algn="tl">
                    <a:srgbClr val="C0C0C0"/>
                  </a:outerShdw>
                </a:effectLst>
                <a:latin typeface="+mj-lt"/>
              </a:rPr>
              <a:t>Customer returns</a:t>
            </a:r>
          </a:p>
        </p:txBody>
      </p:sp>
      <p:sp>
        <p:nvSpPr>
          <p:cNvPr id="8" name="Rectangle 8">
            <a:extLst>
              <a:ext uri="{FF2B5EF4-FFF2-40B4-BE49-F238E27FC236}">
                <a16:creationId xmlns:a16="http://schemas.microsoft.com/office/drawing/2014/main" id="{7FF9FF18-C64F-32BA-D810-30E3DCEF611C}"/>
              </a:ext>
            </a:extLst>
          </p:cNvPr>
          <p:cNvSpPr>
            <a:spLocks noChangeArrowheads="1"/>
          </p:cNvSpPr>
          <p:nvPr/>
        </p:nvSpPr>
        <p:spPr bwMode="auto">
          <a:xfrm>
            <a:off x="5318126" y="2947988"/>
            <a:ext cx="2119939" cy="400752"/>
          </a:xfrm>
          <a:prstGeom prst="rect">
            <a:avLst/>
          </a:prstGeom>
          <a:noFill/>
          <a:ln w="9525">
            <a:noFill/>
            <a:miter lim="800000"/>
            <a:headEnd/>
            <a:tailEnd/>
          </a:ln>
          <a:effectLst/>
        </p:spPr>
        <p:txBody>
          <a:bodyPr wrap="none" lIns="92075" tIns="46038" rIns="92075" bIns="46038">
            <a:spAutoFit/>
          </a:bodyPr>
          <a:lstStyle/>
          <a:p>
            <a:pPr eaLnBrk="1" hangingPunct="1">
              <a:defRPr/>
            </a:pPr>
            <a:r>
              <a:rPr lang="en-US" sz="2000" b="1" dirty="0">
                <a:effectLst>
                  <a:outerShdw blurRad="38100" dist="38100" dir="2700000" algn="tl">
                    <a:srgbClr val="C0C0C0"/>
                  </a:outerShdw>
                </a:effectLst>
                <a:latin typeface="+mj-lt"/>
              </a:rPr>
              <a:t>Warranty expenses</a:t>
            </a:r>
          </a:p>
        </p:txBody>
      </p:sp>
      <p:sp>
        <p:nvSpPr>
          <p:cNvPr id="9" name="Rectangle 9">
            <a:extLst>
              <a:ext uri="{FF2B5EF4-FFF2-40B4-BE49-F238E27FC236}">
                <a16:creationId xmlns:a16="http://schemas.microsoft.com/office/drawing/2014/main" id="{F9E76703-1BF8-0D4B-AE8F-55347BC3CAB1}"/>
              </a:ext>
            </a:extLst>
          </p:cNvPr>
          <p:cNvSpPr>
            <a:spLocks noChangeArrowheads="1"/>
          </p:cNvSpPr>
          <p:nvPr/>
        </p:nvSpPr>
        <p:spPr bwMode="auto">
          <a:xfrm>
            <a:off x="4022726" y="3481388"/>
            <a:ext cx="1154227" cy="400752"/>
          </a:xfrm>
          <a:prstGeom prst="rect">
            <a:avLst/>
          </a:prstGeom>
          <a:noFill/>
          <a:ln w="9525">
            <a:noFill/>
            <a:miter lim="800000"/>
            <a:headEnd/>
            <a:tailEnd/>
          </a:ln>
          <a:effectLst/>
        </p:spPr>
        <p:txBody>
          <a:bodyPr wrap="none" lIns="92075" tIns="46038" rIns="92075" bIns="46038">
            <a:spAutoFit/>
          </a:bodyPr>
          <a:lstStyle/>
          <a:p>
            <a:pPr eaLnBrk="1" hangingPunct="1">
              <a:defRPr/>
            </a:pPr>
            <a:r>
              <a:rPr lang="en-US" sz="2000" b="1">
                <a:effectLst>
                  <a:outerShdw blurRad="38100" dist="38100" dir="2700000" algn="tl">
                    <a:srgbClr val="C0C0C0"/>
                  </a:outerShdw>
                </a:effectLst>
                <a:latin typeface="+mj-lt"/>
              </a:rPr>
              <a:t>Lost sales</a:t>
            </a:r>
          </a:p>
        </p:txBody>
      </p:sp>
      <p:sp>
        <p:nvSpPr>
          <p:cNvPr id="10" name="Rectangle 10">
            <a:extLst>
              <a:ext uri="{FF2B5EF4-FFF2-40B4-BE49-F238E27FC236}">
                <a16:creationId xmlns:a16="http://schemas.microsoft.com/office/drawing/2014/main" id="{55466869-897B-19CA-6567-6634BA3D0992}"/>
              </a:ext>
            </a:extLst>
          </p:cNvPr>
          <p:cNvSpPr>
            <a:spLocks noChangeArrowheads="1"/>
          </p:cNvSpPr>
          <p:nvPr/>
        </p:nvSpPr>
        <p:spPr bwMode="auto">
          <a:xfrm>
            <a:off x="3413126" y="3938588"/>
            <a:ext cx="2917825" cy="400050"/>
          </a:xfrm>
          <a:prstGeom prst="rect">
            <a:avLst/>
          </a:prstGeom>
          <a:noFill/>
          <a:ln w="9525">
            <a:noFill/>
            <a:miter lim="800000"/>
            <a:headEnd/>
            <a:tailEnd/>
          </a:ln>
          <a:effectLst/>
        </p:spPr>
        <p:txBody>
          <a:bodyPr wrap="none" lIns="92075" tIns="46038" rIns="92075" bIns="46038">
            <a:spAutoFit/>
          </a:bodyPr>
          <a:lstStyle/>
          <a:p>
            <a:pPr eaLnBrk="1" hangingPunct="1">
              <a:defRPr/>
            </a:pPr>
            <a:r>
              <a:rPr lang="en-US" sz="2000" b="1">
                <a:effectLst>
                  <a:outerShdw blurRad="38100" dist="38100" dir="2700000" algn="tl">
                    <a:srgbClr val="C0C0C0"/>
                  </a:outerShdw>
                </a:effectLst>
                <a:latin typeface="+mj-lt"/>
              </a:rPr>
              <a:t>Overtime to correct errors</a:t>
            </a:r>
          </a:p>
        </p:txBody>
      </p:sp>
      <p:sp>
        <p:nvSpPr>
          <p:cNvPr id="11" name="Rectangle 11">
            <a:extLst>
              <a:ext uri="{FF2B5EF4-FFF2-40B4-BE49-F238E27FC236}">
                <a16:creationId xmlns:a16="http://schemas.microsoft.com/office/drawing/2014/main" id="{10BA5797-0E01-98BD-4305-DF7BE23FB73A}"/>
              </a:ext>
            </a:extLst>
          </p:cNvPr>
          <p:cNvSpPr>
            <a:spLocks noChangeArrowheads="1"/>
          </p:cNvSpPr>
          <p:nvPr/>
        </p:nvSpPr>
        <p:spPr bwMode="auto">
          <a:xfrm>
            <a:off x="3413126" y="4395788"/>
            <a:ext cx="1713739" cy="400752"/>
          </a:xfrm>
          <a:prstGeom prst="rect">
            <a:avLst/>
          </a:prstGeom>
          <a:noFill/>
          <a:ln w="9525">
            <a:noFill/>
            <a:miter lim="800000"/>
            <a:headEnd/>
            <a:tailEnd/>
          </a:ln>
          <a:effectLst/>
        </p:spPr>
        <p:txBody>
          <a:bodyPr wrap="none" lIns="92075" tIns="46038" rIns="92075" bIns="46038">
            <a:spAutoFit/>
          </a:bodyPr>
          <a:lstStyle/>
          <a:p>
            <a:pPr eaLnBrk="1" hangingPunct="1">
              <a:defRPr/>
            </a:pPr>
            <a:r>
              <a:rPr lang="en-US" sz="2000" b="1">
                <a:effectLst>
                  <a:outerShdw blurRad="38100" dist="38100" dir="2700000" algn="tl">
                    <a:srgbClr val="C0C0C0"/>
                  </a:outerShdw>
                </a:effectLst>
                <a:latin typeface="+mj-lt"/>
              </a:rPr>
              <a:t>Extra inventory</a:t>
            </a:r>
          </a:p>
        </p:txBody>
      </p:sp>
      <p:sp>
        <p:nvSpPr>
          <p:cNvPr id="12" name="Rectangle 12">
            <a:extLst>
              <a:ext uri="{FF2B5EF4-FFF2-40B4-BE49-F238E27FC236}">
                <a16:creationId xmlns:a16="http://schemas.microsoft.com/office/drawing/2014/main" id="{F0F12D39-369B-2750-EB1A-4C00BA806C71}"/>
              </a:ext>
            </a:extLst>
          </p:cNvPr>
          <p:cNvSpPr>
            <a:spLocks noChangeArrowheads="1"/>
          </p:cNvSpPr>
          <p:nvPr/>
        </p:nvSpPr>
        <p:spPr bwMode="auto">
          <a:xfrm>
            <a:off x="3413125" y="4929188"/>
            <a:ext cx="2402324" cy="400752"/>
          </a:xfrm>
          <a:prstGeom prst="rect">
            <a:avLst/>
          </a:prstGeom>
          <a:noFill/>
          <a:ln w="9525">
            <a:noFill/>
            <a:miter lim="800000"/>
            <a:headEnd/>
            <a:tailEnd/>
          </a:ln>
          <a:effectLst/>
        </p:spPr>
        <p:txBody>
          <a:bodyPr wrap="none" lIns="92075" tIns="46038" rIns="92075" bIns="46038">
            <a:spAutoFit/>
          </a:bodyPr>
          <a:lstStyle/>
          <a:p>
            <a:pPr eaLnBrk="1" hangingPunct="1">
              <a:defRPr/>
            </a:pPr>
            <a:r>
              <a:rPr lang="en-US" sz="2000" b="1">
                <a:effectLst>
                  <a:outerShdw blurRad="38100" dist="38100" dir="2700000" algn="tl">
                    <a:srgbClr val="C0C0C0"/>
                  </a:outerShdw>
                </a:effectLst>
                <a:latin typeface="+mj-lt"/>
              </a:rPr>
              <a:t>Premium freight costs</a:t>
            </a:r>
          </a:p>
        </p:txBody>
      </p:sp>
      <p:sp>
        <p:nvSpPr>
          <p:cNvPr id="13" name="Rectangle 13">
            <a:extLst>
              <a:ext uri="{FF2B5EF4-FFF2-40B4-BE49-F238E27FC236}">
                <a16:creationId xmlns:a16="http://schemas.microsoft.com/office/drawing/2014/main" id="{6D7C5F3B-C93D-7244-BA49-9423AA680720}"/>
              </a:ext>
            </a:extLst>
          </p:cNvPr>
          <p:cNvSpPr>
            <a:spLocks noChangeArrowheads="1"/>
          </p:cNvSpPr>
          <p:nvPr/>
        </p:nvSpPr>
        <p:spPr bwMode="auto">
          <a:xfrm>
            <a:off x="6308725" y="4852988"/>
            <a:ext cx="2418932" cy="400752"/>
          </a:xfrm>
          <a:prstGeom prst="rect">
            <a:avLst/>
          </a:prstGeom>
          <a:noFill/>
          <a:ln w="9525">
            <a:noFill/>
            <a:miter lim="800000"/>
            <a:headEnd/>
            <a:tailEnd/>
          </a:ln>
          <a:effectLst/>
        </p:spPr>
        <p:txBody>
          <a:bodyPr wrap="none" lIns="92075" tIns="46038" rIns="92075" bIns="46038">
            <a:spAutoFit/>
          </a:bodyPr>
          <a:lstStyle/>
          <a:p>
            <a:pPr eaLnBrk="1" hangingPunct="1">
              <a:defRPr/>
            </a:pPr>
            <a:r>
              <a:rPr lang="en-US" sz="2000" b="1">
                <a:effectLst>
                  <a:outerShdw blurRad="38100" dist="38100" dir="2700000" algn="tl">
                    <a:srgbClr val="C0C0C0"/>
                  </a:outerShdw>
                </a:effectLst>
                <a:latin typeface="+mj-lt"/>
              </a:rPr>
              <a:t>Extra process capacity</a:t>
            </a:r>
          </a:p>
        </p:txBody>
      </p:sp>
      <p:sp>
        <p:nvSpPr>
          <p:cNvPr id="14" name="Rectangle 14">
            <a:extLst>
              <a:ext uri="{FF2B5EF4-FFF2-40B4-BE49-F238E27FC236}">
                <a16:creationId xmlns:a16="http://schemas.microsoft.com/office/drawing/2014/main" id="{13A454D5-BB82-E887-57B1-F2F42958467A}"/>
              </a:ext>
            </a:extLst>
          </p:cNvPr>
          <p:cNvSpPr>
            <a:spLocks noChangeArrowheads="1"/>
          </p:cNvSpPr>
          <p:nvPr/>
        </p:nvSpPr>
        <p:spPr bwMode="auto">
          <a:xfrm>
            <a:off x="6384926" y="3557588"/>
            <a:ext cx="1797287" cy="400752"/>
          </a:xfrm>
          <a:prstGeom prst="rect">
            <a:avLst/>
          </a:prstGeom>
          <a:noFill/>
          <a:ln w="9525">
            <a:noFill/>
            <a:miter lim="800000"/>
            <a:headEnd/>
            <a:tailEnd/>
          </a:ln>
          <a:effectLst/>
        </p:spPr>
        <p:txBody>
          <a:bodyPr wrap="none" lIns="92075" tIns="46038" rIns="92075" bIns="46038">
            <a:spAutoFit/>
          </a:bodyPr>
          <a:lstStyle/>
          <a:p>
            <a:pPr eaLnBrk="1" hangingPunct="1">
              <a:defRPr/>
            </a:pPr>
            <a:r>
              <a:rPr lang="en-US" sz="2000" b="1">
                <a:effectLst>
                  <a:outerShdw blurRad="38100" dist="38100" dir="2700000" algn="tl">
                    <a:srgbClr val="C0C0C0"/>
                  </a:outerShdw>
                </a:effectLst>
                <a:latin typeface="+mj-lt"/>
              </a:rPr>
              <a:t>Loss of goodwill</a:t>
            </a:r>
          </a:p>
        </p:txBody>
      </p:sp>
      <p:sp>
        <p:nvSpPr>
          <p:cNvPr id="15" name="Rectangle 15">
            <a:extLst>
              <a:ext uri="{FF2B5EF4-FFF2-40B4-BE49-F238E27FC236}">
                <a16:creationId xmlns:a16="http://schemas.microsoft.com/office/drawing/2014/main" id="{3FFF404B-4412-F018-DED4-B2648717CC9F}"/>
              </a:ext>
            </a:extLst>
          </p:cNvPr>
          <p:cNvSpPr>
            <a:spLocks noChangeArrowheads="1"/>
          </p:cNvSpPr>
          <p:nvPr/>
        </p:nvSpPr>
        <p:spPr bwMode="auto">
          <a:xfrm>
            <a:off x="6461126" y="4090988"/>
            <a:ext cx="2040559" cy="400752"/>
          </a:xfrm>
          <a:prstGeom prst="rect">
            <a:avLst/>
          </a:prstGeom>
          <a:noFill/>
          <a:ln w="9525">
            <a:noFill/>
            <a:miter lim="800000"/>
            <a:headEnd/>
            <a:tailEnd/>
          </a:ln>
          <a:effectLst/>
        </p:spPr>
        <p:txBody>
          <a:bodyPr wrap="none" lIns="92075" tIns="46038" rIns="92075" bIns="46038">
            <a:spAutoFit/>
          </a:bodyPr>
          <a:lstStyle/>
          <a:p>
            <a:pPr eaLnBrk="1" hangingPunct="1">
              <a:defRPr/>
            </a:pPr>
            <a:r>
              <a:rPr lang="en-US" sz="2000" b="1">
                <a:effectLst>
                  <a:outerShdw blurRad="38100" dist="38100" dir="2700000" algn="tl">
                    <a:srgbClr val="C0C0C0"/>
                  </a:outerShdw>
                </a:effectLst>
                <a:latin typeface="+mj-lt"/>
              </a:rPr>
              <a:t>Process downtime</a:t>
            </a:r>
          </a:p>
        </p:txBody>
      </p:sp>
      <p:sp>
        <p:nvSpPr>
          <p:cNvPr id="16" name="Rectangle 16">
            <a:extLst>
              <a:ext uri="{FF2B5EF4-FFF2-40B4-BE49-F238E27FC236}">
                <a16:creationId xmlns:a16="http://schemas.microsoft.com/office/drawing/2014/main" id="{C968DC96-F888-A1FF-3079-7054A16C226E}"/>
              </a:ext>
            </a:extLst>
          </p:cNvPr>
          <p:cNvSpPr>
            <a:spLocks noChangeArrowheads="1"/>
          </p:cNvSpPr>
          <p:nvPr/>
        </p:nvSpPr>
        <p:spPr bwMode="auto">
          <a:xfrm>
            <a:off x="6461126" y="4471988"/>
            <a:ext cx="838243" cy="400752"/>
          </a:xfrm>
          <a:prstGeom prst="rect">
            <a:avLst/>
          </a:prstGeom>
          <a:noFill/>
          <a:ln w="9525">
            <a:noFill/>
            <a:miter lim="800000"/>
            <a:headEnd/>
            <a:tailEnd/>
          </a:ln>
          <a:effectLst/>
        </p:spPr>
        <p:txBody>
          <a:bodyPr wrap="none" lIns="92075" tIns="46038" rIns="92075" bIns="46038">
            <a:spAutoFit/>
          </a:bodyPr>
          <a:lstStyle/>
          <a:p>
            <a:pPr eaLnBrk="1" hangingPunct="1">
              <a:defRPr/>
            </a:pPr>
            <a:r>
              <a:rPr lang="en-US" sz="2000" b="1" dirty="0">
                <a:effectLst>
                  <a:outerShdw blurRad="38100" dist="38100" dir="2700000" algn="tl">
                    <a:srgbClr val="C0C0C0"/>
                  </a:outerShdw>
                </a:effectLst>
                <a:latin typeface="+mj-lt"/>
              </a:rPr>
              <a:t>Delays</a:t>
            </a:r>
          </a:p>
        </p:txBody>
      </p:sp>
      <p:sp>
        <p:nvSpPr>
          <p:cNvPr id="17" name="Rectangle 17">
            <a:extLst>
              <a:ext uri="{FF2B5EF4-FFF2-40B4-BE49-F238E27FC236}">
                <a16:creationId xmlns:a16="http://schemas.microsoft.com/office/drawing/2014/main" id="{369DA5D2-2528-B2B1-D999-44FDF0933EE8}"/>
              </a:ext>
            </a:extLst>
          </p:cNvPr>
          <p:cNvSpPr>
            <a:spLocks noChangeArrowheads="1"/>
          </p:cNvSpPr>
          <p:nvPr/>
        </p:nvSpPr>
        <p:spPr bwMode="auto">
          <a:xfrm>
            <a:off x="6537326" y="5310188"/>
            <a:ext cx="1713739" cy="400752"/>
          </a:xfrm>
          <a:prstGeom prst="rect">
            <a:avLst/>
          </a:prstGeom>
          <a:noFill/>
          <a:ln w="9525">
            <a:noFill/>
            <a:miter lim="800000"/>
            <a:headEnd/>
            <a:tailEnd/>
          </a:ln>
          <a:effectLst/>
        </p:spPr>
        <p:txBody>
          <a:bodyPr wrap="none" lIns="92075" tIns="46038" rIns="92075" bIns="46038">
            <a:spAutoFit/>
          </a:bodyPr>
          <a:lstStyle/>
          <a:p>
            <a:pPr eaLnBrk="1" hangingPunct="1">
              <a:defRPr/>
            </a:pPr>
            <a:r>
              <a:rPr lang="en-US" sz="2000" b="1">
                <a:effectLst>
                  <a:outerShdw blurRad="38100" dist="38100" dir="2700000" algn="tl">
                    <a:srgbClr val="C0C0C0"/>
                  </a:outerShdw>
                </a:effectLst>
                <a:latin typeface="+mj-lt"/>
              </a:rPr>
              <a:t>Extra inventory</a:t>
            </a:r>
          </a:p>
        </p:txBody>
      </p:sp>
      <p:sp>
        <p:nvSpPr>
          <p:cNvPr id="31761" name="Freeform 4">
            <a:extLst>
              <a:ext uri="{FF2B5EF4-FFF2-40B4-BE49-F238E27FC236}">
                <a16:creationId xmlns:a16="http://schemas.microsoft.com/office/drawing/2014/main" id="{AB2A651C-7951-9DF3-4480-F5D61C868845}"/>
              </a:ext>
            </a:extLst>
          </p:cNvPr>
          <p:cNvSpPr>
            <a:spLocks/>
          </p:cNvSpPr>
          <p:nvPr/>
        </p:nvSpPr>
        <p:spPr bwMode="auto">
          <a:xfrm>
            <a:off x="1905000" y="1905000"/>
            <a:ext cx="8382000" cy="4040188"/>
          </a:xfrm>
          <a:custGeom>
            <a:avLst/>
            <a:gdLst>
              <a:gd name="T0" fmla="*/ 0 w 5137"/>
              <a:gd name="T1" fmla="*/ 2147483646 h 2545"/>
              <a:gd name="T2" fmla="*/ 2147483646 w 5137"/>
              <a:gd name="T3" fmla="*/ 2147483646 h 2545"/>
              <a:gd name="T4" fmla="*/ 2147483646 w 5137"/>
              <a:gd name="T5" fmla="*/ 2147483646 h 2545"/>
              <a:gd name="T6" fmla="*/ 2147483646 w 5137"/>
              <a:gd name="T7" fmla="*/ 2147483646 h 2545"/>
              <a:gd name="T8" fmla="*/ 2147483646 w 5137"/>
              <a:gd name="T9" fmla="*/ 2147483646 h 2545"/>
              <a:gd name="T10" fmla="*/ 2147483646 w 5137"/>
              <a:gd name="T11" fmla="*/ 2147483646 h 2545"/>
              <a:gd name="T12" fmla="*/ 2147483646 w 5137"/>
              <a:gd name="T13" fmla="*/ 2147483646 h 2545"/>
              <a:gd name="T14" fmla="*/ 2147483646 w 5137"/>
              <a:gd name="T15" fmla="*/ 2147483646 h 2545"/>
              <a:gd name="T16" fmla="*/ 2147483646 w 5137"/>
              <a:gd name="T17" fmla="*/ 2147483646 h 2545"/>
              <a:gd name="T18" fmla="*/ 2147483646 w 5137"/>
              <a:gd name="T19" fmla="*/ 2147483646 h 2545"/>
              <a:gd name="T20" fmla="*/ 2147483646 w 5137"/>
              <a:gd name="T21" fmla="*/ 2147483646 h 2545"/>
              <a:gd name="T22" fmla="*/ 2147483646 w 5137"/>
              <a:gd name="T23" fmla="*/ 2147483646 h 2545"/>
              <a:gd name="T24" fmla="*/ 2147483646 w 5137"/>
              <a:gd name="T25" fmla="*/ 2147483646 h 2545"/>
              <a:gd name="T26" fmla="*/ 2147483646 w 5137"/>
              <a:gd name="T27" fmla="*/ 2147483646 h 2545"/>
              <a:gd name="T28" fmla="*/ 2147483646 w 5137"/>
              <a:gd name="T29" fmla="*/ 2147483646 h 2545"/>
              <a:gd name="T30" fmla="*/ 2147483646 w 5137"/>
              <a:gd name="T31" fmla="*/ 2147483646 h 2545"/>
              <a:gd name="T32" fmla="*/ 2147483646 w 5137"/>
              <a:gd name="T33" fmla="*/ 2147483646 h 2545"/>
              <a:gd name="T34" fmla="*/ 2147483646 w 5137"/>
              <a:gd name="T35" fmla="*/ 2147483646 h 2545"/>
              <a:gd name="T36" fmla="*/ 2147483646 w 5137"/>
              <a:gd name="T37" fmla="*/ 2147483646 h 2545"/>
              <a:gd name="T38" fmla="*/ 2147483646 w 5137"/>
              <a:gd name="T39" fmla="*/ 2147483646 h 2545"/>
              <a:gd name="T40" fmla="*/ 2147483646 w 5137"/>
              <a:gd name="T41" fmla="*/ 2147483646 h 2545"/>
              <a:gd name="T42" fmla="*/ 2147483646 w 5137"/>
              <a:gd name="T43" fmla="*/ 2147483646 h 2545"/>
              <a:gd name="T44" fmla="*/ 2147483646 w 5137"/>
              <a:gd name="T45" fmla="*/ 2147483646 h 2545"/>
              <a:gd name="T46" fmla="*/ 2147483646 w 5137"/>
              <a:gd name="T47" fmla="*/ 0 h 2545"/>
              <a:gd name="T48" fmla="*/ 2147483646 w 5137"/>
              <a:gd name="T49" fmla="*/ 2147483646 h 2545"/>
              <a:gd name="T50" fmla="*/ 2147483646 w 5137"/>
              <a:gd name="T51" fmla="*/ 2147483646 h 2545"/>
              <a:gd name="T52" fmla="*/ 2147483646 w 5137"/>
              <a:gd name="T53" fmla="*/ 2147483646 h 2545"/>
              <a:gd name="T54" fmla="*/ 2147483646 w 5137"/>
              <a:gd name="T55" fmla="*/ 2147483646 h 2545"/>
              <a:gd name="T56" fmla="*/ 2147483646 w 5137"/>
              <a:gd name="T57" fmla="*/ 2147483646 h 2545"/>
              <a:gd name="T58" fmla="*/ 2147483646 w 5137"/>
              <a:gd name="T59" fmla="*/ 2147483646 h 2545"/>
              <a:gd name="T60" fmla="*/ 2147483646 w 5137"/>
              <a:gd name="T61" fmla="*/ 2147483646 h 2545"/>
              <a:gd name="T62" fmla="*/ 2147483646 w 5137"/>
              <a:gd name="T63" fmla="*/ 2147483646 h 2545"/>
              <a:gd name="T64" fmla="*/ 2147483646 w 5137"/>
              <a:gd name="T65" fmla="*/ 2147483646 h 2545"/>
              <a:gd name="T66" fmla="*/ 2147483646 w 5137"/>
              <a:gd name="T67" fmla="*/ 2147483646 h 2545"/>
              <a:gd name="T68" fmla="*/ 2147483646 w 5137"/>
              <a:gd name="T69" fmla="*/ 2147483646 h 2545"/>
              <a:gd name="T70" fmla="*/ 2147483646 w 5137"/>
              <a:gd name="T71" fmla="*/ 2147483646 h 2545"/>
              <a:gd name="T72" fmla="*/ 2147483646 w 5137"/>
              <a:gd name="T73" fmla="*/ 2147483646 h 2545"/>
              <a:gd name="T74" fmla="*/ 2147483646 w 5137"/>
              <a:gd name="T75" fmla="*/ 2147483646 h 2545"/>
              <a:gd name="T76" fmla="*/ 2147483646 w 5137"/>
              <a:gd name="T77" fmla="*/ 2147483646 h 2545"/>
              <a:gd name="T78" fmla="*/ 2147483646 w 5137"/>
              <a:gd name="T79" fmla="*/ 2147483646 h 2545"/>
              <a:gd name="T80" fmla="*/ 2147483646 w 5137"/>
              <a:gd name="T81" fmla="*/ 2147483646 h 254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137"/>
              <a:gd name="T124" fmla="*/ 0 h 2545"/>
              <a:gd name="T125" fmla="*/ 5137 w 5137"/>
              <a:gd name="T126" fmla="*/ 2545 h 254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137" h="2545">
                <a:moveTo>
                  <a:pt x="0" y="2400"/>
                </a:moveTo>
                <a:lnTo>
                  <a:pt x="40" y="2360"/>
                </a:lnTo>
                <a:lnTo>
                  <a:pt x="48" y="2336"/>
                </a:lnTo>
                <a:lnTo>
                  <a:pt x="64" y="2312"/>
                </a:lnTo>
                <a:lnTo>
                  <a:pt x="80" y="2280"/>
                </a:lnTo>
                <a:lnTo>
                  <a:pt x="96" y="2256"/>
                </a:lnTo>
                <a:lnTo>
                  <a:pt x="112" y="2224"/>
                </a:lnTo>
                <a:lnTo>
                  <a:pt x="128" y="2200"/>
                </a:lnTo>
                <a:lnTo>
                  <a:pt x="144" y="2168"/>
                </a:lnTo>
                <a:lnTo>
                  <a:pt x="152" y="2144"/>
                </a:lnTo>
                <a:lnTo>
                  <a:pt x="176" y="2104"/>
                </a:lnTo>
                <a:lnTo>
                  <a:pt x="192" y="2080"/>
                </a:lnTo>
                <a:lnTo>
                  <a:pt x="200" y="2056"/>
                </a:lnTo>
                <a:lnTo>
                  <a:pt x="208" y="2032"/>
                </a:lnTo>
                <a:lnTo>
                  <a:pt x="232" y="2040"/>
                </a:lnTo>
                <a:lnTo>
                  <a:pt x="256" y="2072"/>
                </a:lnTo>
                <a:lnTo>
                  <a:pt x="432" y="1680"/>
                </a:lnTo>
                <a:lnTo>
                  <a:pt x="912" y="1200"/>
                </a:lnTo>
                <a:lnTo>
                  <a:pt x="960" y="1056"/>
                </a:lnTo>
                <a:lnTo>
                  <a:pt x="1056" y="1200"/>
                </a:lnTo>
                <a:lnTo>
                  <a:pt x="1440" y="192"/>
                </a:lnTo>
                <a:lnTo>
                  <a:pt x="1488" y="240"/>
                </a:lnTo>
                <a:lnTo>
                  <a:pt x="1680" y="48"/>
                </a:lnTo>
                <a:lnTo>
                  <a:pt x="2112" y="0"/>
                </a:lnTo>
                <a:lnTo>
                  <a:pt x="2592" y="144"/>
                </a:lnTo>
                <a:lnTo>
                  <a:pt x="2688" y="48"/>
                </a:lnTo>
                <a:lnTo>
                  <a:pt x="2880" y="192"/>
                </a:lnTo>
                <a:lnTo>
                  <a:pt x="3216" y="96"/>
                </a:lnTo>
                <a:lnTo>
                  <a:pt x="3360" y="240"/>
                </a:lnTo>
                <a:lnTo>
                  <a:pt x="3504" y="480"/>
                </a:lnTo>
                <a:lnTo>
                  <a:pt x="3600" y="240"/>
                </a:lnTo>
                <a:lnTo>
                  <a:pt x="3744" y="624"/>
                </a:lnTo>
                <a:lnTo>
                  <a:pt x="3936" y="624"/>
                </a:lnTo>
                <a:lnTo>
                  <a:pt x="4416" y="1296"/>
                </a:lnTo>
                <a:lnTo>
                  <a:pt x="4608" y="1776"/>
                </a:lnTo>
                <a:lnTo>
                  <a:pt x="4584" y="1736"/>
                </a:lnTo>
                <a:lnTo>
                  <a:pt x="4704" y="1488"/>
                </a:lnTo>
                <a:lnTo>
                  <a:pt x="4704" y="1776"/>
                </a:lnTo>
                <a:lnTo>
                  <a:pt x="4800" y="1824"/>
                </a:lnTo>
                <a:lnTo>
                  <a:pt x="4992" y="2448"/>
                </a:lnTo>
                <a:lnTo>
                  <a:pt x="5136" y="2544"/>
                </a:lnTo>
              </a:path>
            </a:pathLst>
          </a:custGeom>
          <a:noFill/>
          <a:ln w="508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D781DE9-F107-AAE6-19E7-A44FE0997EAB}"/>
              </a:ext>
            </a:extLst>
          </p:cNvPr>
          <p:cNvGraphicFramePr>
            <a:graphicFrameLocks noGrp="1"/>
          </p:cNvGraphicFramePr>
          <p:nvPr>
            <p:extLst>
              <p:ext uri="{D42A27DB-BD31-4B8C-83A1-F6EECF244321}">
                <p14:modId xmlns:p14="http://schemas.microsoft.com/office/powerpoint/2010/main" val="3145689371"/>
              </p:ext>
            </p:extLst>
          </p:nvPr>
        </p:nvGraphicFramePr>
        <p:xfrm>
          <a:off x="941832" y="745236"/>
          <a:ext cx="9829800" cy="5367528"/>
        </p:xfrm>
        <a:graphic>
          <a:graphicData uri="http://schemas.openxmlformats.org/drawingml/2006/table">
            <a:tbl>
              <a:tblPr firstRow="1" firstCol="1" bandRow="1">
                <a:tableStyleId>{5C22544A-7EE6-4342-B048-85BDC9FD1C3A}</a:tableStyleId>
              </a:tblPr>
              <a:tblGrid>
                <a:gridCol w="4914900">
                  <a:extLst>
                    <a:ext uri="{9D8B030D-6E8A-4147-A177-3AD203B41FA5}">
                      <a16:colId xmlns:a16="http://schemas.microsoft.com/office/drawing/2014/main" val="1872296064"/>
                    </a:ext>
                  </a:extLst>
                </a:gridCol>
                <a:gridCol w="4914900">
                  <a:extLst>
                    <a:ext uri="{9D8B030D-6E8A-4147-A177-3AD203B41FA5}">
                      <a16:colId xmlns:a16="http://schemas.microsoft.com/office/drawing/2014/main" val="798104788"/>
                    </a:ext>
                  </a:extLst>
                </a:gridCol>
              </a:tblGrid>
              <a:tr h="596392">
                <a:tc>
                  <a:txBody>
                    <a:bodyPr/>
                    <a:lstStyle/>
                    <a:p>
                      <a:pPr marL="0" marR="0">
                        <a:lnSpc>
                          <a:spcPct val="107000"/>
                        </a:lnSpc>
                        <a:spcBef>
                          <a:spcPts val="0"/>
                        </a:spcBef>
                        <a:spcAft>
                          <a:spcPts val="800"/>
                        </a:spcAft>
                      </a:pPr>
                      <a:r>
                        <a:rPr lang="en-US" sz="2000">
                          <a:solidFill>
                            <a:schemeClr val="tx1"/>
                          </a:solidFill>
                          <a:effectLst/>
                        </a:rPr>
                        <a:t>Particular</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tc>
                  <a:txBody>
                    <a:bodyPr/>
                    <a:lstStyle/>
                    <a:p>
                      <a:pPr marL="0" marR="0">
                        <a:lnSpc>
                          <a:spcPct val="107000"/>
                        </a:lnSpc>
                        <a:spcBef>
                          <a:spcPts val="0"/>
                        </a:spcBef>
                        <a:spcAft>
                          <a:spcPts val="800"/>
                        </a:spcAft>
                      </a:pPr>
                      <a:r>
                        <a:rPr lang="en-US" sz="2000">
                          <a:solidFill>
                            <a:schemeClr val="tx1"/>
                          </a:solidFill>
                          <a:effectLst/>
                        </a:rPr>
                        <a:t>Amount</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extLst>
                  <a:ext uri="{0D108BD9-81ED-4DB2-BD59-A6C34878D82A}">
                    <a16:rowId xmlns:a16="http://schemas.microsoft.com/office/drawing/2014/main" val="1091063298"/>
                  </a:ext>
                </a:extLst>
              </a:tr>
              <a:tr h="596392">
                <a:tc>
                  <a:txBody>
                    <a:bodyPr/>
                    <a:lstStyle/>
                    <a:p>
                      <a:pPr marL="0" marR="0">
                        <a:lnSpc>
                          <a:spcPct val="107000"/>
                        </a:lnSpc>
                        <a:spcBef>
                          <a:spcPts val="0"/>
                        </a:spcBef>
                        <a:spcAft>
                          <a:spcPts val="800"/>
                        </a:spcAft>
                      </a:pPr>
                      <a:r>
                        <a:rPr lang="en-US" sz="2000">
                          <a:solidFill>
                            <a:schemeClr val="tx1"/>
                          </a:solidFill>
                          <a:effectLst/>
                        </a:rPr>
                        <a:t>Sales</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tc>
                  <a:txBody>
                    <a:bodyPr/>
                    <a:lstStyle/>
                    <a:p>
                      <a:pPr marL="0" marR="0">
                        <a:lnSpc>
                          <a:spcPct val="107000"/>
                        </a:lnSpc>
                        <a:spcBef>
                          <a:spcPts val="0"/>
                        </a:spcBef>
                        <a:spcAft>
                          <a:spcPts val="800"/>
                        </a:spcAft>
                      </a:pPr>
                      <a:r>
                        <a:rPr lang="en-US" sz="2000">
                          <a:solidFill>
                            <a:schemeClr val="tx1"/>
                          </a:solidFill>
                          <a:effectLst/>
                        </a:rPr>
                        <a:t>1,000,000</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extLst>
                  <a:ext uri="{0D108BD9-81ED-4DB2-BD59-A6C34878D82A}">
                    <a16:rowId xmlns:a16="http://schemas.microsoft.com/office/drawing/2014/main" val="579771310"/>
                  </a:ext>
                </a:extLst>
              </a:tr>
              <a:tr h="596392">
                <a:tc>
                  <a:txBody>
                    <a:bodyPr/>
                    <a:lstStyle/>
                    <a:p>
                      <a:pPr marL="0" marR="0">
                        <a:lnSpc>
                          <a:spcPct val="107000"/>
                        </a:lnSpc>
                        <a:spcBef>
                          <a:spcPts val="0"/>
                        </a:spcBef>
                        <a:spcAft>
                          <a:spcPts val="800"/>
                        </a:spcAft>
                      </a:pPr>
                      <a:r>
                        <a:rPr lang="en-US" sz="2000">
                          <a:solidFill>
                            <a:schemeClr val="tx1"/>
                          </a:solidFill>
                          <a:effectLst/>
                        </a:rPr>
                        <a:t>Quality checks and inspection</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tc>
                  <a:txBody>
                    <a:bodyPr/>
                    <a:lstStyle/>
                    <a:p>
                      <a:pPr marL="0" marR="0">
                        <a:lnSpc>
                          <a:spcPct val="107000"/>
                        </a:lnSpc>
                        <a:spcBef>
                          <a:spcPts val="0"/>
                        </a:spcBef>
                        <a:spcAft>
                          <a:spcPts val="800"/>
                        </a:spcAft>
                      </a:pPr>
                      <a:r>
                        <a:rPr lang="en-US" sz="2000">
                          <a:solidFill>
                            <a:schemeClr val="tx1"/>
                          </a:solidFill>
                          <a:effectLst/>
                        </a:rPr>
                        <a:t>10,000</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extLst>
                  <a:ext uri="{0D108BD9-81ED-4DB2-BD59-A6C34878D82A}">
                    <a16:rowId xmlns:a16="http://schemas.microsoft.com/office/drawing/2014/main" val="411007241"/>
                  </a:ext>
                </a:extLst>
              </a:tr>
              <a:tr h="596392">
                <a:tc>
                  <a:txBody>
                    <a:bodyPr/>
                    <a:lstStyle/>
                    <a:p>
                      <a:pPr marL="0" marR="0">
                        <a:lnSpc>
                          <a:spcPct val="107000"/>
                        </a:lnSpc>
                        <a:spcBef>
                          <a:spcPts val="0"/>
                        </a:spcBef>
                        <a:spcAft>
                          <a:spcPts val="800"/>
                        </a:spcAft>
                      </a:pPr>
                      <a:r>
                        <a:rPr lang="en-US" sz="2000">
                          <a:solidFill>
                            <a:schemeClr val="tx1"/>
                          </a:solidFill>
                          <a:effectLst/>
                        </a:rPr>
                        <a:t>Raw materials appraisal cost</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tc>
                  <a:txBody>
                    <a:bodyPr/>
                    <a:lstStyle/>
                    <a:p>
                      <a:pPr marL="0" marR="0">
                        <a:lnSpc>
                          <a:spcPct val="107000"/>
                        </a:lnSpc>
                        <a:spcBef>
                          <a:spcPts val="0"/>
                        </a:spcBef>
                        <a:spcAft>
                          <a:spcPts val="800"/>
                        </a:spcAft>
                      </a:pPr>
                      <a:r>
                        <a:rPr lang="en-US" sz="2000">
                          <a:solidFill>
                            <a:schemeClr val="tx1"/>
                          </a:solidFill>
                          <a:effectLst/>
                        </a:rPr>
                        <a:t>30,000</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extLst>
                  <a:ext uri="{0D108BD9-81ED-4DB2-BD59-A6C34878D82A}">
                    <a16:rowId xmlns:a16="http://schemas.microsoft.com/office/drawing/2014/main" val="3788506676"/>
                  </a:ext>
                </a:extLst>
              </a:tr>
              <a:tr h="596392">
                <a:tc>
                  <a:txBody>
                    <a:bodyPr/>
                    <a:lstStyle/>
                    <a:p>
                      <a:pPr marL="0" marR="0">
                        <a:lnSpc>
                          <a:spcPct val="107000"/>
                        </a:lnSpc>
                        <a:spcBef>
                          <a:spcPts val="0"/>
                        </a:spcBef>
                        <a:spcAft>
                          <a:spcPts val="800"/>
                        </a:spcAft>
                      </a:pPr>
                      <a:r>
                        <a:rPr lang="en-US" sz="2000">
                          <a:solidFill>
                            <a:schemeClr val="tx1"/>
                          </a:solidFill>
                          <a:effectLst/>
                        </a:rPr>
                        <a:t>Repairs on finished goods</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tc>
                  <a:txBody>
                    <a:bodyPr/>
                    <a:lstStyle/>
                    <a:p>
                      <a:pPr marL="0" marR="0">
                        <a:lnSpc>
                          <a:spcPct val="107000"/>
                        </a:lnSpc>
                        <a:spcBef>
                          <a:spcPts val="0"/>
                        </a:spcBef>
                        <a:spcAft>
                          <a:spcPts val="800"/>
                        </a:spcAft>
                      </a:pPr>
                      <a:r>
                        <a:rPr lang="en-US" sz="2000" dirty="0">
                          <a:solidFill>
                            <a:schemeClr val="tx1"/>
                          </a:solidFill>
                          <a:effectLst/>
                        </a:rPr>
                        <a:t>15,000</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extLst>
                  <a:ext uri="{0D108BD9-81ED-4DB2-BD59-A6C34878D82A}">
                    <a16:rowId xmlns:a16="http://schemas.microsoft.com/office/drawing/2014/main" val="2977886125"/>
                  </a:ext>
                </a:extLst>
              </a:tr>
              <a:tr h="596392">
                <a:tc>
                  <a:txBody>
                    <a:bodyPr/>
                    <a:lstStyle/>
                    <a:p>
                      <a:pPr marL="0" marR="0">
                        <a:lnSpc>
                          <a:spcPct val="107000"/>
                        </a:lnSpc>
                        <a:spcBef>
                          <a:spcPts val="0"/>
                        </a:spcBef>
                        <a:spcAft>
                          <a:spcPts val="800"/>
                        </a:spcAft>
                      </a:pPr>
                      <a:r>
                        <a:rPr lang="en-US" sz="2000">
                          <a:solidFill>
                            <a:schemeClr val="tx1"/>
                          </a:solidFill>
                          <a:effectLst/>
                        </a:rPr>
                        <a:t>Warrant cost and product returns</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tc>
                  <a:txBody>
                    <a:bodyPr/>
                    <a:lstStyle/>
                    <a:p>
                      <a:pPr marL="0" marR="0">
                        <a:lnSpc>
                          <a:spcPct val="107000"/>
                        </a:lnSpc>
                        <a:spcBef>
                          <a:spcPts val="0"/>
                        </a:spcBef>
                        <a:spcAft>
                          <a:spcPts val="800"/>
                        </a:spcAft>
                      </a:pPr>
                      <a:r>
                        <a:rPr lang="en-US" sz="2000">
                          <a:solidFill>
                            <a:schemeClr val="tx1"/>
                          </a:solidFill>
                          <a:effectLst/>
                        </a:rPr>
                        <a:t>5,000</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extLst>
                  <a:ext uri="{0D108BD9-81ED-4DB2-BD59-A6C34878D82A}">
                    <a16:rowId xmlns:a16="http://schemas.microsoft.com/office/drawing/2014/main" val="1288802044"/>
                  </a:ext>
                </a:extLst>
              </a:tr>
              <a:tr h="596392">
                <a:tc>
                  <a:txBody>
                    <a:bodyPr/>
                    <a:lstStyle/>
                    <a:p>
                      <a:pPr marL="0" marR="0">
                        <a:lnSpc>
                          <a:spcPct val="107000"/>
                        </a:lnSpc>
                        <a:spcBef>
                          <a:spcPts val="0"/>
                        </a:spcBef>
                        <a:spcAft>
                          <a:spcPts val="800"/>
                        </a:spcAft>
                      </a:pPr>
                      <a:r>
                        <a:rPr lang="en-US" sz="2000">
                          <a:solidFill>
                            <a:schemeClr val="tx1"/>
                          </a:solidFill>
                          <a:effectLst/>
                        </a:rPr>
                        <a:t>Total cost of good quality</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tc>
                  <a:txBody>
                    <a:bodyPr/>
                    <a:lstStyle/>
                    <a:p>
                      <a:pPr marL="0" marR="0">
                        <a:lnSpc>
                          <a:spcPct val="107000"/>
                        </a:lnSpc>
                        <a:spcBef>
                          <a:spcPts val="0"/>
                        </a:spcBef>
                        <a:spcAft>
                          <a:spcPts val="800"/>
                        </a:spcAft>
                      </a:pPr>
                      <a:r>
                        <a:rPr lang="en-US" sz="2000" dirty="0">
                          <a:solidFill>
                            <a:schemeClr val="tx1"/>
                          </a:solidFill>
                          <a:effectLst/>
                        </a:rPr>
                        <a:t>?</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extLst>
                  <a:ext uri="{0D108BD9-81ED-4DB2-BD59-A6C34878D82A}">
                    <a16:rowId xmlns:a16="http://schemas.microsoft.com/office/drawing/2014/main" val="2980356350"/>
                  </a:ext>
                </a:extLst>
              </a:tr>
              <a:tr h="596392">
                <a:tc>
                  <a:txBody>
                    <a:bodyPr/>
                    <a:lstStyle/>
                    <a:p>
                      <a:pPr marL="0" marR="0">
                        <a:lnSpc>
                          <a:spcPct val="107000"/>
                        </a:lnSpc>
                        <a:spcBef>
                          <a:spcPts val="0"/>
                        </a:spcBef>
                        <a:spcAft>
                          <a:spcPts val="800"/>
                        </a:spcAft>
                      </a:pPr>
                      <a:r>
                        <a:rPr lang="en-US" sz="2000">
                          <a:solidFill>
                            <a:schemeClr val="tx1"/>
                          </a:solidFill>
                          <a:effectLst/>
                        </a:rPr>
                        <a:t>Total cost of poor quality</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tc>
                  <a:txBody>
                    <a:bodyPr/>
                    <a:lstStyle/>
                    <a:p>
                      <a:pPr marL="0" marR="0">
                        <a:lnSpc>
                          <a:spcPct val="107000"/>
                        </a:lnSpc>
                        <a:spcBef>
                          <a:spcPts val="0"/>
                        </a:spcBef>
                        <a:spcAft>
                          <a:spcPts val="800"/>
                        </a:spcAft>
                      </a:pPr>
                      <a:r>
                        <a:rPr lang="en-US" sz="2000" dirty="0">
                          <a:solidFill>
                            <a:schemeClr val="tx1"/>
                          </a:solidFill>
                          <a:effectLst/>
                        </a:rPr>
                        <a:t>?</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extLst>
                  <a:ext uri="{0D108BD9-81ED-4DB2-BD59-A6C34878D82A}">
                    <a16:rowId xmlns:a16="http://schemas.microsoft.com/office/drawing/2014/main" val="3505164713"/>
                  </a:ext>
                </a:extLst>
              </a:tr>
              <a:tr h="596392">
                <a:tc>
                  <a:txBody>
                    <a:bodyPr/>
                    <a:lstStyle/>
                    <a:p>
                      <a:pPr marL="0" marR="0">
                        <a:lnSpc>
                          <a:spcPct val="107000"/>
                        </a:lnSpc>
                        <a:spcBef>
                          <a:spcPts val="0"/>
                        </a:spcBef>
                        <a:spcAft>
                          <a:spcPts val="800"/>
                        </a:spcAft>
                      </a:pPr>
                      <a:r>
                        <a:rPr lang="en-US" sz="2000">
                          <a:solidFill>
                            <a:schemeClr val="tx1"/>
                          </a:solidFill>
                          <a:effectLst/>
                        </a:rPr>
                        <a:t>Total cost of quality</a:t>
                      </a:r>
                      <a:endParaRPr lang="en-US" sz="2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tc>
                  <a:txBody>
                    <a:bodyPr/>
                    <a:lstStyle/>
                    <a:p>
                      <a:pPr marL="0" marR="0">
                        <a:lnSpc>
                          <a:spcPct val="107000"/>
                        </a:lnSpc>
                        <a:spcBef>
                          <a:spcPts val="0"/>
                        </a:spcBef>
                        <a:spcAft>
                          <a:spcPts val="800"/>
                        </a:spcAft>
                      </a:pPr>
                      <a:r>
                        <a:rPr lang="en-US" sz="2000" dirty="0">
                          <a:solidFill>
                            <a:schemeClr val="tx1"/>
                          </a:solidFill>
                          <a:effectLst/>
                        </a:rPr>
                        <a:t>?</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oFill/>
                  </a:tcPr>
                </a:tc>
                <a:extLst>
                  <a:ext uri="{0D108BD9-81ED-4DB2-BD59-A6C34878D82A}">
                    <a16:rowId xmlns:a16="http://schemas.microsoft.com/office/drawing/2014/main" val="1794492851"/>
                  </a:ext>
                </a:extLst>
              </a:tr>
            </a:tbl>
          </a:graphicData>
        </a:graphic>
      </p:graphicFrame>
      <p:sp>
        <p:nvSpPr>
          <p:cNvPr id="4" name="TextBox 3">
            <a:extLst>
              <a:ext uri="{FF2B5EF4-FFF2-40B4-BE49-F238E27FC236}">
                <a16:creationId xmlns:a16="http://schemas.microsoft.com/office/drawing/2014/main" id="{4C670BC4-2223-4809-FDC3-575B071F5472}"/>
              </a:ext>
            </a:extLst>
          </p:cNvPr>
          <p:cNvSpPr txBox="1"/>
          <p:nvPr/>
        </p:nvSpPr>
        <p:spPr>
          <a:xfrm>
            <a:off x="640080" y="160461"/>
            <a:ext cx="6094476" cy="584775"/>
          </a:xfrm>
          <a:prstGeom prst="rect">
            <a:avLst/>
          </a:prstGeom>
          <a:noFill/>
        </p:spPr>
        <p:txBody>
          <a:bodyPr wrap="square">
            <a:spAutoFit/>
          </a:bodyPr>
          <a:lstStyle/>
          <a:p>
            <a:r>
              <a:rPr lang="en-US" sz="3200" b="1" dirty="0">
                <a:solidFill>
                  <a:schemeClr val="tx1"/>
                </a:solidFill>
              </a:rPr>
              <a:t>Numerical:</a:t>
            </a:r>
          </a:p>
        </p:txBody>
      </p:sp>
    </p:spTree>
    <p:extLst>
      <p:ext uri="{BB962C8B-B14F-4D97-AF65-F5344CB8AC3E}">
        <p14:creationId xmlns:p14="http://schemas.microsoft.com/office/powerpoint/2010/main" val="41032773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48E4DB-1020-2267-9323-EA4B0A7A40F7}"/>
              </a:ext>
            </a:extLst>
          </p:cNvPr>
          <p:cNvSpPr txBox="1"/>
          <p:nvPr/>
        </p:nvSpPr>
        <p:spPr>
          <a:xfrm>
            <a:off x="592455" y="1652814"/>
            <a:ext cx="11007090" cy="3416320"/>
          </a:xfrm>
          <a:prstGeom prst="rect">
            <a:avLst/>
          </a:prstGeom>
          <a:noFill/>
        </p:spPr>
        <p:txBody>
          <a:bodyPr wrap="square">
            <a:spAutoFit/>
          </a:bodyPr>
          <a:lstStyle/>
          <a:p>
            <a:r>
              <a:rPr lang="en-US" b="1" dirty="0"/>
              <a:t>Problem: Identifying and Categorizing Quality Costs</a:t>
            </a:r>
            <a:endParaRPr lang="en-US" dirty="0"/>
          </a:p>
          <a:p>
            <a:r>
              <a:rPr lang="en-US" dirty="0"/>
              <a:t>A company reports the following costs:</a:t>
            </a:r>
          </a:p>
          <a:p>
            <a:pPr>
              <a:buFont typeface="+mj-lt"/>
              <a:buAutoNum type="arabicPeriod"/>
            </a:pPr>
            <a:r>
              <a:rPr lang="en-US" dirty="0"/>
              <a:t>$15,000 for training employees on quality standards.</a:t>
            </a:r>
          </a:p>
          <a:p>
            <a:pPr>
              <a:buFont typeface="+mj-lt"/>
              <a:buAutoNum type="arabicPeriod"/>
            </a:pPr>
            <a:r>
              <a:rPr lang="en-US" dirty="0"/>
              <a:t>$10,000 for inspection and testing of products before shipment.</a:t>
            </a:r>
          </a:p>
          <a:p>
            <a:pPr>
              <a:buFont typeface="+mj-lt"/>
              <a:buAutoNum type="arabicPeriod"/>
            </a:pPr>
            <a:r>
              <a:rPr lang="en-US" dirty="0"/>
              <a:t>$5,000 for rework of defective products found during production.</a:t>
            </a:r>
          </a:p>
          <a:p>
            <a:pPr>
              <a:buFont typeface="+mj-lt"/>
              <a:buAutoNum type="arabicPeriod"/>
            </a:pPr>
            <a:r>
              <a:rPr lang="en-US" dirty="0"/>
              <a:t>$7,000 for returns and warranty claims from customers.</a:t>
            </a:r>
          </a:p>
          <a:p>
            <a:r>
              <a:rPr lang="en-US" b="1" dirty="0"/>
              <a:t>Tasks:</a:t>
            </a:r>
            <a:endParaRPr lang="en-US" dirty="0"/>
          </a:p>
          <a:p>
            <a:pPr>
              <a:buFont typeface="+mj-lt"/>
              <a:buAutoNum type="arabicPeriod"/>
            </a:pPr>
            <a:r>
              <a:rPr lang="en-US" dirty="0"/>
              <a:t>Identify and categorize each cost as either Prevention Cost, Appraisal Cost, Internal Failure Cost, or External Failure Cost.</a:t>
            </a:r>
          </a:p>
          <a:p>
            <a:pPr>
              <a:buFont typeface="+mj-lt"/>
              <a:buAutoNum type="arabicPeriod"/>
            </a:pPr>
            <a:r>
              <a:rPr lang="en-US" dirty="0"/>
              <a:t>Calculate the total cost for each category.</a:t>
            </a:r>
          </a:p>
          <a:p>
            <a:pPr>
              <a:buFont typeface="+mj-lt"/>
              <a:buAutoNum type="arabicPeriod"/>
            </a:pPr>
            <a:r>
              <a:rPr lang="en-US" dirty="0"/>
              <a:t>Determine the total cost of quality.</a:t>
            </a:r>
          </a:p>
          <a:p>
            <a:pPr>
              <a:buFont typeface="+mj-lt"/>
              <a:buAutoNum type="arabicPeriod"/>
            </a:pPr>
            <a:r>
              <a:rPr lang="en-US" dirty="0"/>
              <a:t>Calculate the proportion of each type of cost with respect to the total cost of quality.</a:t>
            </a:r>
          </a:p>
        </p:txBody>
      </p:sp>
      <p:sp>
        <p:nvSpPr>
          <p:cNvPr id="4" name="Title 1">
            <a:extLst>
              <a:ext uri="{FF2B5EF4-FFF2-40B4-BE49-F238E27FC236}">
                <a16:creationId xmlns:a16="http://schemas.microsoft.com/office/drawing/2014/main" id="{E314460D-0C28-0074-04BC-D8A2FC53EC0F}"/>
              </a:ext>
            </a:extLst>
          </p:cNvPr>
          <p:cNvSpPr txBox="1">
            <a:spLocks/>
          </p:cNvSpPr>
          <p:nvPr/>
        </p:nvSpPr>
        <p:spPr>
          <a:xfrm>
            <a:off x="592455" y="688939"/>
            <a:ext cx="10058400" cy="646085"/>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b="1" dirty="0">
                <a:solidFill>
                  <a:schemeClr val="tx1"/>
                </a:solidFill>
              </a:rPr>
              <a:t>Numerical:</a:t>
            </a:r>
          </a:p>
        </p:txBody>
      </p:sp>
    </p:spTree>
    <p:extLst>
      <p:ext uri="{BB962C8B-B14F-4D97-AF65-F5344CB8AC3E}">
        <p14:creationId xmlns:p14="http://schemas.microsoft.com/office/powerpoint/2010/main" val="129645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A35CFD-1519-F917-F636-053D59CFD9D1}"/>
              </a:ext>
            </a:extLst>
          </p:cNvPr>
          <p:cNvSpPr>
            <a:spLocks noChangeArrowheads="1"/>
          </p:cNvSpPr>
          <p:nvPr/>
        </p:nvSpPr>
        <p:spPr bwMode="auto">
          <a:xfrm>
            <a:off x="287570" y="428178"/>
            <a:ext cx="903931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rPr>
              <a:t>Categorization:</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Prevention Cost:</a:t>
            </a:r>
            <a:r>
              <a:rPr kumimoji="0" lang="en-US" altLang="en-US" sz="1600" b="0" i="0" u="none" strike="noStrike" cap="none" normalizeH="0" baseline="0" dirty="0">
                <a:ln>
                  <a:noFill/>
                </a:ln>
                <a:solidFill>
                  <a:schemeClr val="tx1"/>
                </a:solidFill>
                <a:effectLst/>
              </a:rPr>
              <a:t> $15,000 (Training employees on quality standards)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Appraisal Cost:</a:t>
            </a:r>
            <a:r>
              <a:rPr kumimoji="0" lang="en-US" altLang="en-US" sz="1600" b="0" i="0" u="none" strike="noStrike" cap="none" normalizeH="0" baseline="0" dirty="0">
                <a:ln>
                  <a:noFill/>
                </a:ln>
                <a:solidFill>
                  <a:schemeClr val="tx1"/>
                </a:solidFill>
                <a:effectLst/>
              </a:rPr>
              <a:t> $10,000 (Inspection and testing of products before shipment)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Internal Failure Cost:</a:t>
            </a:r>
            <a:r>
              <a:rPr kumimoji="0" lang="en-US" altLang="en-US" sz="1600" b="0" i="0" u="none" strike="noStrike" cap="none" normalizeH="0" baseline="0" dirty="0">
                <a:ln>
                  <a:noFill/>
                </a:ln>
                <a:solidFill>
                  <a:schemeClr val="tx1"/>
                </a:solidFill>
                <a:effectLst/>
              </a:rPr>
              <a:t> $5,000 (Rework of defective products found during production)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External Failure Cost:</a:t>
            </a:r>
            <a:r>
              <a:rPr kumimoji="0" lang="en-US" altLang="en-US" sz="1600" b="0" i="0" u="none" strike="noStrike" cap="none" normalizeH="0" baseline="0" dirty="0">
                <a:ln>
                  <a:noFill/>
                </a:ln>
                <a:solidFill>
                  <a:schemeClr val="tx1"/>
                </a:solidFill>
                <a:effectLst/>
              </a:rPr>
              <a:t> $7,000 (Returns and warranty claims from customers)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rPr>
              <a:t>Total Cost for Each Category:</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Total Prevention Costs:</a:t>
            </a:r>
            <a:r>
              <a:rPr kumimoji="0" lang="en-US" altLang="en-US" sz="1600" b="0" i="0" u="none" strike="noStrike" cap="none" normalizeH="0" baseline="0" dirty="0">
                <a:ln>
                  <a:noFill/>
                </a:ln>
                <a:solidFill>
                  <a:schemeClr val="tx1"/>
                </a:solidFill>
                <a:effectLst/>
              </a:rPr>
              <a:t> $15,000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Total Appraisal Costs:</a:t>
            </a:r>
            <a:r>
              <a:rPr kumimoji="0" lang="en-US" altLang="en-US" sz="1600" b="0" i="0" u="none" strike="noStrike" cap="none" normalizeH="0" baseline="0" dirty="0">
                <a:ln>
                  <a:noFill/>
                </a:ln>
                <a:solidFill>
                  <a:schemeClr val="tx1"/>
                </a:solidFill>
                <a:effectLst/>
              </a:rPr>
              <a:t> $10,000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Total Internal Failure Costs:</a:t>
            </a:r>
            <a:r>
              <a:rPr kumimoji="0" lang="en-US" altLang="en-US" sz="1600" b="0" i="0" u="none" strike="noStrike" cap="none" normalizeH="0" baseline="0" dirty="0">
                <a:ln>
                  <a:noFill/>
                </a:ln>
                <a:solidFill>
                  <a:schemeClr val="tx1"/>
                </a:solidFill>
                <a:effectLst/>
              </a:rPr>
              <a:t> $5,000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Total External Failure Costs:</a:t>
            </a:r>
            <a:r>
              <a:rPr kumimoji="0" lang="en-US" altLang="en-US" sz="1600" b="0" i="0" u="none" strike="noStrike" cap="none" normalizeH="0" baseline="0" dirty="0">
                <a:ln>
                  <a:noFill/>
                </a:ln>
                <a:solidFill>
                  <a:schemeClr val="tx1"/>
                </a:solidFill>
                <a:effectLst/>
              </a:rPr>
              <a:t> $7,000</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rPr>
              <a:t>Total Cost of Quality: </a:t>
            </a:r>
            <a:r>
              <a:rPr lang="en-US" sz="1600" dirty="0"/>
              <a:t>37,000</a:t>
            </a:r>
          </a:p>
          <a:p>
            <a:pPr defTabSz="914400" eaLnBrk="0" fontAlgn="base" hangingPunct="0">
              <a:spcBef>
                <a:spcPct val="0"/>
              </a:spcBef>
              <a:spcAft>
                <a:spcPct val="0"/>
              </a:spcAft>
              <a:buFontTx/>
              <a:buAutoNum type="arabicPeriod" startAt="3"/>
            </a:pPr>
            <a:r>
              <a:rPr lang="en-US" b="1" dirty="0">
                <a:effectLst/>
                <a:latin typeface="Calibri" panose="020F0502020204030204" pitchFamily="34" charset="0"/>
                <a:ea typeface="Calibri" panose="020F0502020204030204" pitchFamily="34" charset="0"/>
                <a:cs typeface="Times New Roman" panose="02020603050405020304" pitchFamily="18" charset="0"/>
              </a:rPr>
              <a:t>Proportion of each categories</a:t>
            </a:r>
          </a:p>
          <a:p>
            <a:pPr defTabSz="914400" eaLnBrk="0" fontAlgn="base" hangingPunct="0">
              <a:spcBef>
                <a:spcPct val="0"/>
              </a:spcBef>
              <a:spcAft>
                <a:spcPct val="0"/>
              </a:spcAft>
              <a:buFontTx/>
              <a:buAutoNum type="arabicPeriod" startAt="3"/>
            </a:pPr>
            <a:endParaRPr lang="en-US" b="1" dirty="0">
              <a:latin typeface="Calibri" panose="020F0502020204030204" pitchFamily="34" charset="0"/>
              <a:ea typeface="Calibri" panose="020F0502020204030204" pitchFamily="34" charset="0"/>
              <a:cs typeface="Times New Roman" panose="02020603050405020304" pitchFamily="18" charset="0"/>
            </a:endParaRPr>
          </a:p>
          <a:p>
            <a:pPr defTabSz="914400" eaLnBrk="0" fontAlgn="base" hangingPunct="0">
              <a:spcBef>
                <a:spcPct val="0"/>
              </a:spcBef>
              <a:spcAft>
                <a:spcPct val="0"/>
              </a:spcAft>
            </a:pPr>
            <a:endParaRPr lang="en-US" b="1" dirty="0">
              <a:effectLst/>
              <a:latin typeface="Calibri" panose="020F0502020204030204" pitchFamily="34" charset="0"/>
              <a:ea typeface="Calibri" panose="020F0502020204030204" pitchFamily="34" charset="0"/>
              <a:cs typeface="Times New Roman" panose="02020603050405020304" pitchFamily="18" charset="0"/>
            </a:endParaRPr>
          </a:p>
          <a:p>
            <a:pPr defTabSz="914400" eaLnBrk="0" fontAlgn="base" hangingPunct="0">
              <a:spcBef>
                <a:spcPct val="0"/>
              </a:spcBef>
              <a:spcAft>
                <a:spcPct val="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Proportion of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prevention cost: 15,000/37,000×100 ≈ 40.54 </a:t>
            </a:r>
          </a:p>
          <a:p>
            <a:pPr defTabSz="914400" eaLnBrk="0" fontAlgn="base" hangingPunct="0">
              <a:spcBef>
                <a:spcPct val="0"/>
              </a:spcBef>
              <a:spcAft>
                <a:spcPct val="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Proportion of  </a:t>
            </a:r>
            <a:r>
              <a:rPr lang="en-US" i="1" dirty="0">
                <a:latin typeface="Calibri" panose="020F0502020204030204" pitchFamily="34" charset="0"/>
                <a:ea typeface="Calibri" panose="020F0502020204030204" pitchFamily="34" charset="0"/>
                <a:cs typeface="Times New Roman" panose="02020603050405020304" pitchFamily="18" charset="0"/>
              </a:rPr>
              <a:t>Appraisal cost:</a:t>
            </a:r>
          </a:p>
          <a:p>
            <a:pPr defTabSz="914400" eaLnBrk="0" fontAlgn="base" hangingPunct="0">
              <a:spcBef>
                <a:spcPct val="0"/>
              </a:spcBef>
              <a:spcAft>
                <a:spcPct val="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Proportion of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Internal failure cost:</a:t>
            </a:r>
          </a:p>
          <a:p>
            <a:pPr defTabSz="914400" eaLnBrk="0" fontAlgn="base" hangingPunct="0">
              <a:spcBef>
                <a:spcPct val="0"/>
              </a:spcBef>
              <a:spcAft>
                <a:spcPct val="0"/>
              </a:spcAft>
            </a:pPr>
            <a:r>
              <a:rPr lang="en-US" i="1" dirty="0">
                <a:effectLst/>
                <a:latin typeface="Calibri" panose="020F0502020204030204" pitchFamily="34" charset="0"/>
                <a:ea typeface="Calibri" panose="020F0502020204030204" pitchFamily="34" charset="0"/>
                <a:cs typeface="Times New Roman" panose="02020603050405020304" pitchFamily="18" charset="0"/>
              </a:rPr>
              <a:t>Proportion of </a:t>
            </a:r>
            <a:r>
              <a:rPr lang="en-US" i="1" dirty="0">
                <a:latin typeface="Calibri" panose="020F0502020204030204" pitchFamily="34" charset="0"/>
                <a:ea typeface="Calibri" panose="020F0502020204030204" pitchFamily="34" charset="0"/>
                <a:cs typeface="Times New Roman" panose="02020603050405020304" pitchFamily="18" charset="0"/>
              </a:rPr>
              <a:t>External failure cost:</a:t>
            </a:r>
            <a:endParaRPr lang="en-US" sz="1800" i="1" dirty="0">
              <a:effectLst/>
              <a:latin typeface="Calibri" panose="020F0502020204030204" pitchFamily="34" charset="0"/>
              <a:ea typeface="Calibri" panose="020F0502020204030204" pitchFamily="34" charset="0"/>
              <a:cs typeface="Times New Roman" panose="02020603050405020304" pitchFamily="18" charset="0"/>
            </a:endParaRPr>
          </a:p>
          <a:p>
            <a:pPr defTabSz="914400" eaLnBrk="0" fontAlgn="base" hangingPunct="0">
              <a:spcBef>
                <a:spcPct val="0"/>
              </a:spcBef>
              <a:spcAft>
                <a:spcPct val="0"/>
              </a:spcAft>
              <a:buFontTx/>
              <a:buAutoNum type="arabicPeriod" startAt="3"/>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p:txBody>
      </p:sp>
      <p:sp>
        <p:nvSpPr>
          <p:cNvPr id="4" name="Rectangle 3">
            <a:extLst>
              <a:ext uri="{FF2B5EF4-FFF2-40B4-BE49-F238E27FC236}">
                <a16:creationId xmlns:a16="http://schemas.microsoft.com/office/drawing/2014/main" id="{9F6CA550-4BA9-D211-315D-511871109AFE}"/>
              </a:ext>
            </a:extLst>
          </p:cNvPr>
          <p:cNvSpPr>
            <a:spLocks noChangeArrowheads="1"/>
          </p:cNvSpPr>
          <p:nvPr/>
        </p:nvSpPr>
        <p:spPr bwMode="auto">
          <a:xfrm>
            <a:off x="8146246" y="276749"/>
            <a:ext cx="375818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Answer: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Prevention Cost: $15,000 (40.54%)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Appraisal Cost: $10,000 (27.03%)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Internal Failure Cost: $5,000 (13.51%)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External Failure Cost: $7,000 (18.92%)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Total Cost of Quality: $37,000</a:t>
            </a:r>
          </a:p>
        </p:txBody>
      </p:sp>
    </p:spTree>
    <p:extLst>
      <p:ext uri="{BB962C8B-B14F-4D97-AF65-F5344CB8AC3E}">
        <p14:creationId xmlns:p14="http://schemas.microsoft.com/office/powerpoint/2010/main" val="2801136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564</TotalTime>
  <Words>1605</Words>
  <Application>Microsoft Office PowerPoint</Application>
  <PresentationFormat>Widescreen</PresentationFormat>
  <Paragraphs>274</Paragraphs>
  <Slides>28</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7" baseType="lpstr">
      <vt:lpstr>Aptos</vt:lpstr>
      <vt:lpstr>Arial</vt:lpstr>
      <vt:lpstr>Calibri</vt:lpstr>
      <vt:lpstr>Calibri Light</vt:lpstr>
      <vt:lpstr>Times New Roman</vt:lpstr>
      <vt:lpstr>Wingdings</vt:lpstr>
      <vt:lpstr>Wingdings 2</vt:lpstr>
      <vt:lpstr>Retrospect</vt:lpstr>
      <vt:lpstr>ClipArt</vt:lpstr>
      <vt:lpstr> Software Quality Engineering</vt:lpstr>
      <vt:lpstr>Cost of Quality</vt:lpstr>
      <vt:lpstr>Cost of Quality - Explanation</vt:lpstr>
      <vt:lpstr>Formula</vt:lpstr>
      <vt:lpstr>Cost of Quality - Explanation</vt:lpstr>
      <vt:lpstr>Cost of Quality</vt:lpstr>
      <vt:lpstr>Cost of Quality</vt:lpstr>
      <vt:lpstr>Components of Quality Cost</vt:lpstr>
      <vt:lpstr>Components of Quality Cost</vt:lpstr>
      <vt:lpstr>Components of Quality Cost   (Cont..)</vt:lpstr>
      <vt:lpstr>Components of Quality Cost   (Cont..)</vt:lpstr>
      <vt:lpstr>Components of Quality Cost    (Cont..)</vt:lpstr>
      <vt:lpstr>Components of Quality Cost    (Cont..)</vt:lpstr>
      <vt:lpstr>An extended model for cost of software quality</vt:lpstr>
      <vt:lpstr>An extended model for cost of software quality</vt:lpstr>
      <vt:lpstr>Numerical:</vt:lpstr>
      <vt:lpstr>Numerical:</vt:lpstr>
      <vt:lpstr>PowerPoint Presentation</vt:lpstr>
      <vt:lpstr>1-10-100 Rule</vt:lpstr>
      <vt:lpstr>The 1-10-100 Rule</vt:lpstr>
      <vt:lpstr>The 1-10-100 Rule - Explanation</vt:lpstr>
      <vt:lpstr>PowerPoint Presentation</vt:lpstr>
      <vt:lpstr>Relation between different quality cost</vt:lpstr>
      <vt:lpstr>Hidden Costs of Poor Quality</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28</cp:revision>
  <dcterms:created xsi:type="dcterms:W3CDTF">2024-08-09T06:58:16Z</dcterms:created>
  <dcterms:modified xsi:type="dcterms:W3CDTF">2024-08-27T08:39:17Z</dcterms:modified>
</cp:coreProperties>
</file>