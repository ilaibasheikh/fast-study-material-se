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256" r:id="rId2"/>
    <p:sldId id="484" r:id="rId3"/>
    <p:sldId id="486" r:id="rId4"/>
    <p:sldId id="490" r:id="rId5"/>
    <p:sldId id="482" r:id="rId6"/>
    <p:sldId id="493" r:id="rId7"/>
    <p:sldId id="487" r:id="rId8"/>
    <p:sldId id="505" r:id="rId9"/>
    <p:sldId id="506" r:id="rId10"/>
    <p:sldId id="510" r:id="rId11"/>
    <p:sldId id="508" r:id="rId12"/>
    <p:sldId id="509" r:id="rId13"/>
    <p:sldId id="513" r:id="rId14"/>
    <p:sldId id="514" r:id="rId15"/>
    <p:sldId id="511" r:id="rId16"/>
    <p:sldId id="512" r:id="rId17"/>
    <p:sldId id="483" r:id="rId18"/>
    <p:sldId id="515" r:id="rId19"/>
    <p:sldId id="488" r:id="rId20"/>
    <p:sldId id="279"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441" autoAdjust="0"/>
    <p:restoredTop sz="94061" autoAdjust="0"/>
  </p:normalViewPr>
  <p:slideViewPr>
    <p:cSldViewPr snapToGrid="0">
      <p:cViewPr varScale="1">
        <p:scale>
          <a:sx n="70" d="100"/>
          <a:sy n="70" d="100"/>
        </p:scale>
        <p:origin x="72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s Alina Arshad" userId="cccdfd85-d35d-4453-9c6f-a463aae40722" providerId="ADAL" clId="{CCDD98BF-CD6D-4DFE-B52E-0B39A9A67B48}"/>
    <pc:docChg chg="delSld">
      <pc:chgData name="Ms Alina Arshad" userId="cccdfd85-d35d-4453-9c6f-a463aae40722" providerId="ADAL" clId="{CCDD98BF-CD6D-4DFE-B52E-0B39A9A67B48}" dt="2024-09-19T05:11:23.804" v="16" actId="47"/>
      <pc:docMkLst>
        <pc:docMk/>
      </pc:docMkLst>
      <pc:sldChg chg="del">
        <pc:chgData name="Ms Alina Arshad" userId="cccdfd85-d35d-4453-9c6f-a463aae40722" providerId="ADAL" clId="{CCDD98BF-CD6D-4DFE-B52E-0B39A9A67B48}" dt="2024-09-19T05:11:20.849" v="9" actId="47"/>
        <pc:sldMkLst>
          <pc:docMk/>
          <pc:sldMk cId="0" sldId="386"/>
        </pc:sldMkLst>
      </pc:sldChg>
      <pc:sldChg chg="del">
        <pc:chgData name="Ms Alina Arshad" userId="cccdfd85-d35d-4453-9c6f-a463aae40722" providerId="ADAL" clId="{CCDD98BF-CD6D-4DFE-B52E-0B39A9A67B48}" dt="2024-09-19T05:11:21.493" v="10" actId="47"/>
        <pc:sldMkLst>
          <pc:docMk/>
          <pc:sldMk cId="0" sldId="387"/>
        </pc:sldMkLst>
      </pc:sldChg>
      <pc:sldChg chg="del">
        <pc:chgData name="Ms Alina Arshad" userId="cccdfd85-d35d-4453-9c6f-a463aae40722" providerId="ADAL" clId="{CCDD98BF-CD6D-4DFE-B52E-0B39A9A67B48}" dt="2024-09-19T05:11:21.868" v="11" actId="47"/>
        <pc:sldMkLst>
          <pc:docMk/>
          <pc:sldMk cId="0" sldId="388"/>
        </pc:sldMkLst>
      </pc:sldChg>
      <pc:sldChg chg="del">
        <pc:chgData name="Ms Alina Arshad" userId="cccdfd85-d35d-4453-9c6f-a463aae40722" providerId="ADAL" clId="{CCDD98BF-CD6D-4DFE-B52E-0B39A9A67B48}" dt="2024-09-19T05:11:22.086" v="12" actId="47"/>
        <pc:sldMkLst>
          <pc:docMk/>
          <pc:sldMk cId="0" sldId="389"/>
        </pc:sldMkLst>
      </pc:sldChg>
      <pc:sldChg chg="del">
        <pc:chgData name="Ms Alina Arshad" userId="cccdfd85-d35d-4453-9c6f-a463aae40722" providerId="ADAL" clId="{CCDD98BF-CD6D-4DFE-B52E-0B39A9A67B48}" dt="2024-09-19T05:11:22.508" v="13" actId="47"/>
        <pc:sldMkLst>
          <pc:docMk/>
          <pc:sldMk cId="0" sldId="390"/>
        </pc:sldMkLst>
      </pc:sldChg>
      <pc:sldChg chg="del">
        <pc:chgData name="Ms Alina Arshad" userId="cccdfd85-d35d-4453-9c6f-a463aae40722" providerId="ADAL" clId="{CCDD98BF-CD6D-4DFE-B52E-0B39A9A67B48}" dt="2024-09-19T05:11:22.898" v="14" actId="47"/>
        <pc:sldMkLst>
          <pc:docMk/>
          <pc:sldMk cId="0" sldId="391"/>
        </pc:sldMkLst>
      </pc:sldChg>
      <pc:sldChg chg="del">
        <pc:chgData name="Ms Alina Arshad" userId="cccdfd85-d35d-4453-9c6f-a463aae40722" providerId="ADAL" clId="{CCDD98BF-CD6D-4DFE-B52E-0B39A9A67B48}" dt="2024-09-19T05:11:23.320" v="15" actId="47"/>
        <pc:sldMkLst>
          <pc:docMk/>
          <pc:sldMk cId="0" sldId="392"/>
        </pc:sldMkLst>
      </pc:sldChg>
      <pc:sldChg chg="del">
        <pc:chgData name="Ms Alina Arshad" userId="cccdfd85-d35d-4453-9c6f-a463aae40722" providerId="ADAL" clId="{CCDD98BF-CD6D-4DFE-B52E-0B39A9A67B48}" dt="2024-09-19T05:11:23.804" v="16" actId="47"/>
        <pc:sldMkLst>
          <pc:docMk/>
          <pc:sldMk cId="0" sldId="394"/>
        </pc:sldMkLst>
      </pc:sldChg>
      <pc:sldChg chg="del">
        <pc:chgData name="Ms Alina Arshad" userId="cccdfd85-d35d-4453-9c6f-a463aae40722" providerId="ADAL" clId="{CCDD98BF-CD6D-4DFE-B52E-0B39A9A67B48}" dt="2024-09-19T05:11:20.646" v="8" actId="47"/>
        <pc:sldMkLst>
          <pc:docMk/>
          <pc:sldMk cId="0" sldId="395"/>
        </pc:sldMkLst>
      </pc:sldChg>
      <pc:sldChg chg="del">
        <pc:chgData name="Ms Alina Arshad" userId="cccdfd85-d35d-4453-9c6f-a463aae40722" providerId="ADAL" clId="{CCDD98BF-CD6D-4DFE-B52E-0B39A9A67B48}" dt="2024-09-19T05:11:17.979" v="0" actId="47"/>
        <pc:sldMkLst>
          <pc:docMk/>
          <pc:sldMk cId="719467134" sldId="458"/>
        </pc:sldMkLst>
      </pc:sldChg>
      <pc:sldChg chg="del">
        <pc:chgData name="Ms Alina Arshad" userId="cccdfd85-d35d-4453-9c6f-a463aae40722" providerId="ADAL" clId="{CCDD98BF-CD6D-4DFE-B52E-0B39A9A67B48}" dt="2024-09-19T05:11:18.463" v="1" actId="47"/>
        <pc:sldMkLst>
          <pc:docMk/>
          <pc:sldMk cId="379126886" sldId="459"/>
        </pc:sldMkLst>
      </pc:sldChg>
      <pc:sldChg chg="del">
        <pc:chgData name="Ms Alina Arshad" userId="cccdfd85-d35d-4453-9c6f-a463aae40722" providerId="ADAL" clId="{CCDD98BF-CD6D-4DFE-B52E-0B39A9A67B48}" dt="2024-09-19T05:11:18.666" v="2" actId="47"/>
        <pc:sldMkLst>
          <pc:docMk/>
          <pc:sldMk cId="475468520" sldId="461"/>
        </pc:sldMkLst>
      </pc:sldChg>
      <pc:sldChg chg="del">
        <pc:chgData name="Ms Alina Arshad" userId="cccdfd85-d35d-4453-9c6f-a463aae40722" providerId="ADAL" clId="{CCDD98BF-CD6D-4DFE-B52E-0B39A9A67B48}" dt="2024-09-19T05:11:18.869" v="3" actId="47"/>
        <pc:sldMkLst>
          <pc:docMk/>
          <pc:sldMk cId="1755260321" sldId="462"/>
        </pc:sldMkLst>
      </pc:sldChg>
      <pc:sldChg chg="del">
        <pc:chgData name="Ms Alina Arshad" userId="cccdfd85-d35d-4453-9c6f-a463aae40722" providerId="ADAL" clId="{CCDD98BF-CD6D-4DFE-B52E-0B39A9A67B48}" dt="2024-09-19T05:11:19.444" v="5" actId="47"/>
        <pc:sldMkLst>
          <pc:docMk/>
          <pc:sldMk cId="3175048454" sldId="463"/>
        </pc:sldMkLst>
      </pc:sldChg>
      <pc:sldChg chg="del">
        <pc:chgData name="Ms Alina Arshad" userId="cccdfd85-d35d-4453-9c6f-a463aae40722" providerId="ADAL" clId="{CCDD98BF-CD6D-4DFE-B52E-0B39A9A67B48}" dt="2024-09-19T05:11:19.240" v="4" actId="47"/>
        <pc:sldMkLst>
          <pc:docMk/>
          <pc:sldMk cId="2524428318" sldId="464"/>
        </pc:sldMkLst>
      </pc:sldChg>
      <pc:sldChg chg="del">
        <pc:chgData name="Ms Alina Arshad" userId="cccdfd85-d35d-4453-9c6f-a463aae40722" providerId="ADAL" clId="{CCDD98BF-CD6D-4DFE-B52E-0B39A9A67B48}" dt="2024-09-19T05:11:19.631" v="6" actId="47"/>
        <pc:sldMkLst>
          <pc:docMk/>
          <pc:sldMk cId="1539764836" sldId="478"/>
        </pc:sldMkLst>
      </pc:sldChg>
      <pc:sldChg chg="del">
        <pc:chgData name="Ms Alina Arshad" userId="cccdfd85-d35d-4453-9c6f-a463aae40722" providerId="ADAL" clId="{CCDD98BF-CD6D-4DFE-B52E-0B39A9A67B48}" dt="2024-09-19T05:11:20.037" v="7" actId="47"/>
        <pc:sldMkLst>
          <pc:docMk/>
          <pc:sldMk cId="3784571307" sldId="479"/>
        </pc:sldMkLst>
      </pc:sldChg>
    </pc:docChg>
  </pc:docChgLst>
  <pc:docChgLst>
    <pc:chgData name="Ms Alina Arshad" userId="cccdfd85-d35d-4453-9c6f-a463aae40722" providerId="ADAL" clId="{2DC180FD-F18C-4625-AB1F-E76E8B18C48B}"/>
    <pc:docChg chg="undo custSel addSld delSld modSld">
      <pc:chgData name="Ms Alina Arshad" userId="cccdfd85-d35d-4453-9c6f-a463aae40722" providerId="ADAL" clId="{2DC180FD-F18C-4625-AB1F-E76E8B18C48B}" dt="2024-09-03T05:38:11.505" v="436" actId="5793"/>
      <pc:docMkLst>
        <pc:docMk/>
      </pc:docMkLst>
      <pc:sldChg chg="modSp mod">
        <pc:chgData name="Ms Alina Arshad" userId="cccdfd85-d35d-4453-9c6f-a463aae40722" providerId="ADAL" clId="{2DC180FD-F18C-4625-AB1F-E76E8B18C48B}" dt="2024-09-02T08:51:50.113" v="330"/>
        <pc:sldMkLst>
          <pc:docMk/>
          <pc:sldMk cId="3322361034" sldId="256"/>
        </pc:sldMkLst>
        <pc:spChg chg="mod">
          <ac:chgData name="Ms Alina Arshad" userId="cccdfd85-d35d-4453-9c6f-a463aae40722" providerId="ADAL" clId="{2DC180FD-F18C-4625-AB1F-E76E8B18C48B}" dt="2024-09-02T08:51:50.113" v="330"/>
          <ac:spMkLst>
            <pc:docMk/>
            <pc:sldMk cId="3322361034" sldId="256"/>
            <ac:spMk id="3" creationId="{44E9F82C-BBA7-3495-1097-BEDB54FFFDF4}"/>
          </ac:spMkLst>
        </pc:spChg>
      </pc:sldChg>
      <pc:sldChg chg="del">
        <pc:chgData name="Ms Alina Arshad" userId="cccdfd85-d35d-4453-9c6f-a463aae40722" providerId="ADAL" clId="{2DC180FD-F18C-4625-AB1F-E76E8B18C48B}" dt="2024-08-30T04:31:20.525" v="5" actId="47"/>
        <pc:sldMkLst>
          <pc:docMk/>
          <pc:sldMk cId="0" sldId="350"/>
        </pc:sldMkLst>
      </pc:sldChg>
      <pc:sldChg chg="del">
        <pc:chgData name="Ms Alina Arshad" userId="cccdfd85-d35d-4453-9c6f-a463aae40722" providerId="ADAL" clId="{2DC180FD-F18C-4625-AB1F-E76E8B18C48B}" dt="2024-08-30T04:31:21.134" v="7" actId="47"/>
        <pc:sldMkLst>
          <pc:docMk/>
          <pc:sldMk cId="0" sldId="351"/>
        </pc:sldMkLst>
      </pc:sldChg>
      <pc:sldChg chg="del">
        <pc:chgData name="Ms Alina Arshad" userId="cccdfd85-d35d-4453-9c6f-a463aae40722" providerId="ADAL" clId="{2DC180FD-F18C-4625-AB1F-E76E8B18C48B}" dt="2024-08-30T04:31:21.759" v="9" actId="47"/>
        <pc:sldMkLst>
          <pc:docMk/>
          <pc:sldMk cId="0" sldId="352"/>
        </pc:sldMkLst>
      </pc:sldChg>
      <pc:sldChg chg="del">
        <pc:chgData name="Ms Alina Arshad" userId="cccdfd85-d35d-4453-9c6f-a463aae40722" providerId="ADAL" clId="{2DC180FD-F18C-4625-AB1F-E76E8B18C48B}" dt="2024-08-30T04:31:22.331" v="11" actId="47"/>
        <pc:sldMkLst>
          <pc:docMk/>
          <pc:sldMk cId="0" sldId="353"/>
        </pc:sldMkLst>
      </pc:sldChg>
      <pc:sldChg chg="del">
        <pc:chgData name="Ms Alina Arshad" userId="cccdfd85-d35d-4453-9c6f-a463aae40722" providerId="ADAL" clId="{2DC180FD-F18C-4625-AB1F-E76E8B18C48B}" dt="2024-08-30T04:31:22.800" v="12" actId="47"/>
        <pc:sldMkLst>
          <pc:docMk/>
          <pc:sldMk cId="0" sldId="354"/>
        </pc:sldMkLst>
      </pc:sldChg>
      <pc:sldChg chg="del">
        <pc:chgData name="Ms Alina Arshad" userId="cccdfd85-d35d-4453-9c6f-a463aae40722" providerId="ADAL" clId="{2DC180FD-F18C-4625-AB1F-E76E8B18C48B}" dt="2024-08-30T04:31:20.197" v="4" actId="47"/>
        <pc:sldMkLst>
          <pc:docMk/>
          <pc:sldMk cId="0" sldId="355"/>
        </pc:sldMkLst>
      </pc:sldChg>
      <pc:sldChg chg="del">
        <pc:chgData name="Ms Alina Arshad" userId="cccdfd85-d35d-4453-9c6f-a463aae40722" providerId="ADAL" clId="{2DC180FD-F18C-4625-AB1F-E76E8B18C48B}" dt="2024-08-30T04:31:21.431" v="8" actId="47"/>
        <pc:sldMkLst>
          <pc:docMk/>
          <pc:sldMk cId="0" sldId="356"/>
        </pc:sldMkLst>
      </pc:sldChg>
      <pc:sldChg chg="del">
        <pc:chgData name="Ms Alina Arshad" userId="cccdfd85-d35d-4453-9c6f-a463aae40722" providerId="ADAL" clId="{2DC180FD-F18C-4625-AB1F-E76E8B18C48B}" dt="2024-08-30T04:31:22.034" v="10" actId="47"/>
        <pc:sldMkLst>
          <pc:docMk/>
          <pc:sldMk cId="0" sldId="357"/>
        </pc:sldMkLst>
      </pc:sldChg>
      <pc:sldChg chg="del">
        <pc:chgData name="Ms Alina Arshad" userId="cccdfd85-d35d-4453-9c6f-a463aae40722" providerId="ADAL" clId="{2DC180FD-F18C-4625-AB1F-E76E8B18C48B}" dt="2024-08-30T04:31:25.753" v="19" actId="47"/>
        <pc:sldMkLst>
          <pc:docMk/>
          <pc:sldMk cId="0" sldId="359"/>
        </pc:sldMkLst>
      </pc:sldChg>
      <pc:sldChg chg="del">
        <pc:chgData name="Ms Alina Arshad" userId="cccdfd85-d35d-4453-9c6f-a463aae40722" providerId="ADAL" clId="{2DC180FD-F18C-4625-AB1F-E76E8B18C48B}" dt="2024-08-30T04:31:26.112" v="20" actId="47"/>
        <pc:sldMkLst>
          <pc:docMk/>
          <pc:sldMk cId="0" sldId="360"/>
        </pc:sldMkLst>
      </pc:sldChg>
      <pc:sldChg chg="del">
        <pc:chgData name="Ms Alina Arshad" userId="cccdfd85-d35d-4453-9c6f-a463aae40722" providerId="ADAL" clId="{2DC180FD-F18C-4625-AB1F-E76E8B18C48B}" dt="2024-08-30T04:31:27.753" v="23" actId="47"/>
        <pc:sldMkLst>
          <pc:docMk/>
          <pc:sldMk cId="0" sldId="368"/>
        </pc:sldMkLst>
      </pc:sldChg>
      <pc:sldChg chg="del">
        <pc:chgData name="Ms Alina Arshad" userId="cccdfd85-d35d-4453-9c6f-a463aae40722" providerId="ADAL" clId="{2DC180FD-F18C-4625-AB1F-E76E8B18C48B}" dt="2024-08-30T04:31:25.237" v="18" actId="47"/>
        <pc:sldMkLst>
          <pc:docMk/>
          <pc:sldMk cId="0" sldId="369"/>
        </pc:sldMkLst>
      </pc:sldChg>
      <pc:sldChg chg="modSp add mod">
        <pc:chgData name="Ms Alina Arshad" userId="cccdfd85-d35d-4453-9c6f-a463aae40722" providerId="ADAL" clId="{2DC180FD-F18C-4625-AB1F-E76E8B18C48B}" dt="2024-08-30T05:02:55.440" v="315" actId="20577"/>
        <pc:sldMkLst>
          <pc:docMk/>
          <pc:sldMk cId="3002628608" sldId="371"/>
        </pc:sldMkLst>
        <pc:spChg chg="mod">
          <ac:chgData name="Ms Alina Arshad" userId="cccdfd85-d35d-4453-9c6f-a463aae40722" providerId="ADAL" clId="{2DC180FD-F18C-4625-AB1F-E76E8B18C48B}" dt="2024-08-30T05:02:41.621" v="307" actId="113"/>
          <ac:spMkLst>
            <pc:docMk/>
            <pc:sldMk cId="3002628608" sldId="371"/>
            <ac:spMk id="2" creationId="{00000000-0000-0000-0000-000000000000}"/>
          </ac:spMkLst>
        </pc:spChg>
        <pc:spChg chg="mod">
          <ac:chgData name="Ms Alina Arshad" userId="cccdfd85-d35d-4453-9c6f-a463aae40722" providerId="ADAL" clId="{2DC180FD-F18C-4625-AB1F-E76E8B18C48B}" dt="2024-08-30T05:02:55.440" v="315" actId="20577"/>
          <ac:spMkLst>
            <pc:docMk/>
            <pc:sldMk cId="3002628608" sldId="371"/>
            <ac:spMk id="3" creationId="{00000000-0000-0000-0000-000000000000}"/>
          </ac:spMkLst>
        </pc:spChg>
      </pc:sldChg>
      <pc:sldChg chg="del">
        <pc:chgData name="Ms Alina Arshad" userId="cccdfd85-d35d-4453-9c6f-a463aae40722" providerId="ADAL" clId="{2DC180FD-F18C-4625-AB1F-E76E8B18C48B}" dt="2024-08-30T04:31:20.853" v="6" actId="47"/>
        <pc:sldMkLst>
          <pc:docMk/>
          <pc:sldMk cId="0" sldId="374"/>
        </pc:sldMkLst>
      </pc:sldChg>
      <pc:sldChg chg="del">
        <pc:chgData name="Ms Alina Arshad" userId="cccdfd85-d35d-4453-9c6f-a463aae40722" providerId="ADAL" clId="{2DC180FD-F18C-4625-AB1F-E76E8B18C48B}" dt="2024-08-30T04:31:19.806" v="3" actId="47"/>
        <pc:sldMkLst>
          <pc:docMk/>
          <pc:sldMk cId="0" sldId="377"/>
        </pc:sldMkLst>
      </pc:sldChg>
      <pc:sldChg chg="del">
        <pc:chgData name="Ms Alina Arshad" userId="cccdfd85-d35d-4453-9c6f-a463aae40722" providerId="ADAL" clId="{2DC180FD-F18C-4625-AB1F-E76E8B18C48B}" dt="2024-08-30T04:31:26.972" v="22" actId="47"/>
        <pc:sldMkLst>
          <pc:docMk/>
          <pc:sldMk cId="511546327" sldId="385"/>
        </pc:sldMkLst>
      </pc:sldChg>
      <pc:sldChg chg="del">
        <pc:chgData name="Ms Alina Arshad" userId="cccdfd85-d35d-4453-9c6f-a463aae40722" providerId="ADAL" clId="{2DC180FD-F18C-4625-AB1F-E76E8B18C48B}" dt="2024-08-30T04:31:18.931" v="1" actId="47"/>
        <pc:sldMkLst>
          <pc:docMk/>
          <pc:sldMk cId="0" sldId="387"/>
        </pc:sldMkLst>
      </pc:sldChg>
      <pc:sldChg chg="del">
        <pc:chgData name="Ms Alina Arshad" userId="cccdfd85-d35d-4453-9c6f-a463aae40722" providerId="ADAL" clId="{2DC180FD-F18C-4625-AB1F-E76E8B18C48B}" dt="2024-08-30T04:31:19.462" v="2" actId="47"/>
        <pc:sldMkLst>
          <pc:docMk/>
          <pc:sldMk cId="0" sldId="388"/>
        </pc:sldMkLst>
      </pc:sldChg>
      <pc:sldChg chg="del">
        <pc:chgData name="Ms Alina Arshad" userId="cccdfd85-d35d-4453-9c6f-a463aae40722" providerId="ADAL" clId="{2DC180FD-F18C-4625-AB1F-E76E8B18C48B}" dt="2024-08-30T04:31:26.628" v="21" actId="47"/>
        <pc:sldMkLst>
          <pc:docMk/>
          <pc:sldMk cId="0" sldId="389"/>
        </pc:sldMkLst>
      </pc:sldChg>
      <pc:sldChg chg="del">
        <pc:chgData name="Ms Alina Arshad" userId="cccdfd85-d35d-4453-9c6f-a463aae40722" providerId="ADAL" clId="{2DC180FD-F18C-4625-AB1F-E76E8B18C48B}" dt="2024-08-30T04:31:23.175" v="13" actId="47"/>
        <pc:sldMkLst>
          <pc:docMk/>
          <pc:sldMk cId="938158308" sldId="390"/>
        </pc:sldMkLst>
      </pc:sldChg>
      <pc:sldChg chg="del">
        <pc:chgData name="Ms Alina Arshad" userId="cccdfd85-d35d-4453-9c6f-a463aae40722" providerId="ADAL" clId="{2DC180FD-F18C-4625-AB1F-E76E8B18C48B}" dt="2024-08-30T04:31:23.441" v="14" actId="47"/>
        <pc:sldMkLst>
          <pc:docMk/>
          <pc:sldMk cId="3237861477" sldId="391"/>
        </pc:sldMkLst>
      </pc:sldChg>
      <pc:sldChg chg="del">
        <pc:chgData name="Ms Alina Arshad" userId="cccdfd85-d35d-4453-9c6f-a463aae40722" providerId="ADAL" clId="{2DC180FD-F18C-4625-AB1F-E76E8B18C48B}" dt="2024-08-30T04:31:24.191" v="15" actId="47"/>
        <pc:sldMkLst>
          <pc:docMk/>
          <pc:sldMk cId="3171797292" sldId="392"/>
        </pc:sldMkLst>
      </pc:sldChg>
      <pc:sldChg chg="modSp add mod modNotesTx">
        <pc:chgData name="Ms Alina Arshad" userId="cccdfd85-d35d-4453-9c6f-a463aae40722" providerId="ADAL" clId="{2DC180FD-F18C-4625-AB1F-E76E8B18C48B}" dt="2024-09-03T05:36:37.436" v="434" actId="207"/>
        <pc:sldMkLst>
          <pc:docMk/>
          <pc:sldMk cId="3567501205" sldId="393"/>
        </pc:sldMkLst>
        <pc:spChg chg="mod">
          <ac:chgData name="Ms Alina Arshad" userId="cccdfd85-d35d-4453-9c6f-a463aae40722" providerId="ADAL" clId="{2DC180FD-F18C-4625-AB1F-E76E8B18C48B}" dt="2024-09-03T04:36:57.156" v="374" actId="207"/>
          <ac:spMkLst>
            <pc:docMk/>
            <pc:sldMk cId="3567501205" sldId="393"/>
            <ac:spMk id="2" creationId="{00000000-0000-0000-0000-000000000000}"/>
          </ac:spMkLst>
        </pc:spChg>
        <pc:spChg chg="mod">
          <ac:chgData name="Ms Alina Arshad" userId="cccdfd85-d35d-4453-9c6f-a463aae40722" providerId="ADAL" clId="{2DC180FD-F18C-4625-AB1F-E76E8B18C48B}" dt="2024-09-03T05:36:37.436" v="434" actId="207"/>
          <ac:spMkLst>
            <pc:docMk/>
            <pc:sldMk cId="3567501205" sldId="393"/>
            <ac:spMk id="3" creationId="{00000000-0000-0000-0000-000000000000}"/>
          </ac:spMkLst>
        </pc:spChg>
      </pc:sldChg>
      <pc:sldChg chg="del">
        <pc:chgData name="Ms Alina Arshad" userId="cccdfd85-d35d-4453-9c6f-a463aae40722" providerId="ADAL" clId="{2DC180FD-F18C-4625-AB1F-E76E8B18C48B}" dt="2024-08-30T04:31:24.519" v="16" actId="47"/>
        <pc:sldMkLst>
          <pc:docMk/>
          <pc:sldMk cId="3643065844" sldId="394"/>
        </pc:sldMkLst>
      </pc:sldChg>
      <pc:sldChg chg="del">
        <pc:chgData name="Ms Alina Arshad" userId="cccdfd85-d35d-4453-9c6f-a463aae40722" providerId="ADAL" clId="{2DC180FD-F18C-4625-AB1F-E76E8B18C48B}" dt="2024-08-30T04:31:28.940" v="25" actId="47"/>
        <pc:sldMkLst>
          <pc:docMk/>
          <pc:sldMk cId="129645018" sldId="395"/>
        </pc:sldMkLst>
      </pc:sldChg>
      <pc:sldChg chg="modSp add mod">
        <pc:chgData name="Ms Alina Arshad" userId="cccdfd85-d35d-4453-9c6f-a463aae40722" providerId="ADAL" clId="{2DC180FD-F18C-4625-AB1F-E76E8B18C48B}" dt="2024-09-03T05:38:11.505" v="436" actId="5793"/>
        <pc:sldMkLst>
          <pc:docMk/>
          <pc:sldMk cId="2835579431" sldId="396"/>
        </pc:sldMkLst>
        <pc:spChg chg="mod">
          <ac:chgData name="Ms Alina Arshad" userId="cccdfd85-d35d-4453-9c6f-a463aae40722" providerId="ADAL" clId="{2DC180FD-F18C-4625-AB1F-E76E8B18C48B}" dt="2024-08-30T04:34:29.245" v="73" actId="113"/>
          <ac:spMkLst>
            <pc:docMk/>
            <pc:sldMk cId="2835579431" sldId="396"/>
            <ac:spMk id="2" creationId="{00000000-0000-0000-0000-000000000000}"/>
          </ac:spMkLst>
        </pc:spChg>
        <pc:spChg chg="mod">
          <ac:chgData name="Ms Alina Arshad" userId="cccdfd85-d35d-4453-9c6f-a463aae40722" providerId="ADAL" clId="{2DC180FD-F18C-4625-AB1F-E76E8B18C48B}" dt="2024-09-03T05:38:11.505" v="436" actId="5793"/>
          <ac:spMkLst>
            <pc:docMk/>
            <pc:sldMk cId="2835579431" sldId="396"/>
            <ac:spMk id="3" creationId="{00000000-0000-0000-0000-000000000000}"/>
          </ac:spMkLst>
        </pc:spChg>
      </pc:sldChg>
      <pc:sldChg chg="del">
        <pc:chgData name="Ms Alina Arshad" userId="cccdfd85-d35d-4453-9c6f-a463aae40722" providerId="ADAL" clId="{2DC180FD-F18C-4625-AB1F-E76E8B18C48B}" dt="2024-08-30T04:31:29.442" v="26" actId="47"/>
        <pc:sldMkLst>
          <pc:docMk/>
          <pc:sldMk cId="2801136258" sldId="397"/>
        </pc:sldMkLst>
      </pc:sldChg>
      <pc:sldChg chg="del">
        <pc:chgData name="Ms Alina Arshad" userId="cccdfd85-d35d-4453-9c6f-a463aae40722" providerId="ADAL" clId="{2DC180FD-F18C-4625-AB1F-E76E8B18C48B}" dt="2024-08-30T04:31:25.003" v="17" actId="47"/>
        <pc:sldMkLst>
          <pc:docMk/>
          <pc:sldMk cId="2310894512" sldId="398"/>
        </pc:sldMkLst>
      </pc:sldChg>
      <pc:sldChg chg="del">
        <pc:chgData name="Ms Alina Arshad" userId="cccdfd85-d35d-4453-9c6f-a463aae40722" providerId="ADAL" clId="{2DC180FD-F18C-4625-AB1F-E76E8B18C48B}" dt="2024-08-30T04:31:28.097" v="24" actId="47"/>
        <pc:sldMkLst>
          <pc:docMk/>
          <pc:sldMk cId="4103277343" sldId="399"/>
        </pc:sldMkLst>
      </pc:sldChg>
      <pc:sldChg chg="modSp add mod modAnim">
        <pc:chgData name="Ms Alina Arshad" userId="cccdfd85-d35d-4453-9c6f-a463aae40722" providerId="ADAL" clId="{2DC180FD-F18C-4625-AB1F-E76E8B18C48B}" dt="2024-09-02T09:08:18.724" v="341" actId="14100"/>
        <pc:sldMkLst>
          <pc:docMk/>
          <pc:sldMk cId="3038092496" sldId="400"/>
        </pc:sldMkLst>
        <pc:spChg chg="mod">
          <ac:chgData name="Ms Alina Arshad" userId="cccdfd85-d35d-4453-9c6f-a463aae40722" providerId="ADAL" clId="{2DC180FD-F18C-4625-AB1F-E76E8B18C48B}" dt="2024-09-02T09:08:15.561" v="340" actId="113"/>
          <ac:spMkLst>
            <pc:docMk/>
            <pc:sldMk cId="3038092496" sldId="400"/>
            <ac:spMk id="2" creationId="{00000000-0000-0000-0000-000000000000}"/>
          </ac:spMkLst>
        </pc:spChg>
        <pc:spChg chg="mod">
          <ac:chgData name="Ms Alina Arshad" userId="cccdfd85-d35d-4453-9c6f-a463aae40722" providerId="ADAL" clId="{2DC180FD-F18C-4625-AB1F-E76E8B18C48B}" dt="2024-09-02T09:08:18.724" v="341" actId="14100"/>
          <ac:spMkLst>
            <pc:docMk/>
            <pc:sldMk cId="3038092496" sldId="400"/>
            <ac:spMk id="3" creationId="{00000000-0000-0000-0000-000000000000}"/>
          </ac:spMkLst>
        </pc:spChg>
      </pc:sldChg>
      <pc:sldChg chg="delSp modSp add mod">
        <pc:chgData name="Ms Alina Arshad" userId="cccdfd85-d35d-4453-9c6f-a463aae40722" providerId="ADAL" clId="{2DC180FD-F18C-4625-AB1F-E76E8B18C48B}" dt="2024-08-30T06:37:53.683" v="329" actId="207"/>
        <pc:sldMkLst>
          <pc:docMk/>
          <pc:sldMk cId="2157527746" sldId="401"/>
        </pc:sldMkLst>
        <pc:spChg chg="del mod">
          <ac:chgData name="Ms Alina Arshad" userId="cccdfd85-d35d-4453-9c6f-a463aae40722" providerId="ADAL" clId="{2DC180FD-F18C-4625-AB1F-E76E8B18C48B}" dt="2024-08-30T04:34:15.526" v="70" actId="478"/>
          <ac:spMkLst>
            <pc:docMk/>
            <pc:sldMk cId="2157527746" sldId="401"/>
            <ac:spMk id="4" creationId="{00000000-0000-0000-0000-000000000000}"/>
          </ac:spMkLst>
        </pc:spChg>
        <pc:spChg chg="mod">
          <ac:chgData name="Ms Alina Arshad" userId="cccdfd85-d35d-4453-9c6f-a463aae40722" providerId="ADAL" clId="{2DC180FD-F18C-4625-AB1F-E76E8B18C48B}" dt="2024-08-30T06:37:53.683" v="329" actId="207"/>
          <ac:spMkLst>
            <pc:docMk/>
            <pc:sldMk cId="2157527746" sldId="401"/>
            <ac:spMk id="7" creationId="{E6A48FC6-A99B-4FA8-A440-FEC0FDD782EA}"/>
          </ac:spMkLst>
        </pc:spChg>
        <pc:picChg chg="mod">
          <ac:chgData name="Ms Alina Arshad" userId="cccdfd85-d35d-4453-9c6f-a463aae40722" providerId="ADAL" clId="{2DC180FD-F18C-4625-AB1F-E76E8B18C48B}" dt="2024-08-30T04:34:21.717" v="71" actId="1076"/>
          <ac:picMkLst>
            <pc:docMk/>
            <pc:sldMk cId="2157527746" sldId="401"/>
            <ac:picMk id="1026" creationId="{00000000-0000-0000-0000-000000000000}"/>
          </ac:picMkLst>
        </pc:picChg>
      </pc:sldChg>
      <pc:sldChg chg="modSp add mod">
        <pc:chgData name="Ms Alina Arshad" userId="cccdfd85-d35d-4453-9c6f-a463aae40722" providerId="ADAL" clId="{2DC180FD-F18C-4625-AB1F-E76E8B18C48B}" dt="2024-08-30T04:40:39.796" v="191" actId="207"/>
        <pc:sldMkLst>
          <pc:docMk/>
          <pc:sldMk cId="2990775597" sldId="402"/>
        </pc:sldMkLst>
        <pc:spChg chg="mod">
          <ac:chgData name="Ms Alina Arshad" userId="cccdfd85-d35d-4453-9c6f-a463aae40722" providerId="ADAL" clId="{2DC180FD-F18C-4625-AB1F-E76E8B18C48B}" dt="2024-08-30T04:37:33.296" v="176" actId="14100"/>
          <ac:spMkLst>
            <pc:docMk/>
            <pc:sldMk cId="2990775597" sldId="402"/>
            <ac:spMk id="2" creationId="{00000000-0000-0000-0000-000000000000}"/>
          </ac:spMkLst>
        </pc:spChg>
        <pc:spChg chg="mod">
          <ac:chgData name="Ms Alina Arshad" userId="cccdfd85-d35d-4453-9c6f-a463aae40722" providerId="ADAL" clId="{2DC180FD-F18C-4625-AB1F-E76E8B18C48B}" dt="2024-08-30T04:40:39.796" v="191" actId="207"/>
          <ac:spMkLst>
            <pc:docMk/>
            <pc:sldMk cId="2990775597" sldId="402"/>
            <ac:spMk id="3" creationId="{00000000-0000-0000-0000-000000000000}"/>
          </ac:spMkLst>
        </pc:spChg>
      </pc:sldChg>
      <pc:sldChg chg="modSp add mod modAnim">
        <pc:chgData name="Ms Alina Arshad" userId="cccdfd85-d35d-4453-9c6f-a463aae40722" providerId="ADAL" clId="{2DC180FD-F18C-4625-AB1F-E76E8B18C48B}" dt="2024-09-02T09:16:55.922" v="361" actId="403"/>
        <pc:sldMkLst>
          <pc:docMk/>
          <pc:sldMk cId="1130882444" sldId="403"/>
        </pc:sldMkLst>
        <pc:spChg chg="mod">
          <ac:chgData name="Ms Alina Arshad" userId="cccdfd85-d35d-4453-9c6f-a463aae40722" providerId="ADAL" clId="{2DC180FD-F18C-4625-AB1F-E76E8B18C48B}" dt="2024-08-30T04:48:46.558" v="208" actId="14100"/>
          <ac:spMkLst>
            <pc:docMk/>
            <pc:sldMk cId="1130882444" sldId="403"/>
            <ac:spMk id="2" creationId="{00000000-0000-0000-0000-000000000000}"/>
          </ac:spMkLst>
        </pc:spChg>
        <pc:spChg chg="mod">
          <ac:chgData name="Ms Alina Arshad" userId="cccdfd85-d35d-4453-9c6f-a463aae40722" providerId="ADAL" clId="{2DC180FD-F18C-4625-AB1F-E76E8B18C48B}" dt="2024-09-02T09:16:55.922" v="361" actId="403"/>
          <ac:spMkLst>
            <pc:docMk/>
            <pc:sldMk cId="1130882444" sldId="403"/>
            <ac:spMk id="3" creationId="{00000000-0000-0000-0000-000000000000}"/>
          </ac:spMkLst>
        </pc:spChg>
      </pc:sldChg>
      <pc:sldChg chg="modSp add mod">
        <pc:chgData name="Ms Alina Arshad" userId="cccdfd85-d35d-4453-9c6f-a463aae40722" providerId="ADAL" clId="{2DC180FD-F18C-4625-AB1F-E76E8B18C48B}" dt="2024-08-30T04:54:17.369" v="217" actId="207"/>
        <pc:sldMkLst>
          <pc:docMk/>
          <pc:sldMk cId="1416402" sldId="404"/>
        </pc:sldMkLst>
        <pc:spChg chg="mod">
          <ac:chgData name="Ms Alina Arshad" userId="cccdfd85-d35d-4453-9c6f-a463aae40722" providerId="ADAL" clId="{2DC180FD-F18C-4625-AB1F-E76E8B18C48B}" dt="2024-08-30T04:53:59.536" v="213" actId="1076"/>
          <ac:spMkLst>
            <pc:docMk/>
            <pc:sldMk cId="1416402" sldId="404"/>
            <ac:spMk id="2" creationId="{00000000-0000-0000-0000-000000000000}"/>
          </ac:spMkLst>
        </pc:spChg>
        <pc:spChg chg="mod">
          <ac:chgData name="Ms Alina Arshad" userId="cccdfd85-d35d-4453-9c6f-a463aae40722" providerId="ADAL" clId="{2DC180FD-F18C-4625-AB1F-E76E8B18C48B}" dt="2024-08-30T04:54:17.369" v="217" actId="207"/>
          <ac:spMkLst>
            <pc:docMk/>
            <pc:sldMk cId="1416402" sldId="404"/>
            <ac:spMk id="3" creationId="{00000000-0000-0000-0000-000000000000}"/>
          </ac:spMkLst>
        </pc:spChg>
      </pc:sldChg>
      <pc:sldChg chg="modSp add mod">
        <pc:chgData name="Ms Alina Arshad" userId="cccdfd85-d35d-4453-9c6f-a463aae40722" providerId="ADAL" clId="{2DC180FD-F18C-4625-AB1F-E76E8B18C48B}" dt="2024-08-30T04:54:51.487" v="230" actId="207"/>
        <pc:sldMkLst>
          <pc:docMk/>
          <pc:sldMk cId="3071036191" sldId="405"/>
        </pc:sldMkLst>
        <pc:spChg chg="mod">
          <ac:chgData name="Ms Alina Arshad" userId="cccdfd85-d35d-4453-9c6f-a463aae40722" providerId="ADAL" clId="{2DC180FD-F18C-4625-AB1F-E76E8B18C48B}" dt="2024-08-30T04:54:27.659" v="219" actId="207"/>
          <ac:spMkLst>
            <pc:docMk/>
            <pc:sldMk cId="3071036191" sldId="405"/>
            <ac:spMk id="2" creationId="{E0D201D3-B15F-4934-887A-5FCE7F2DF401}"/>
          </ac:spMkLst>
        </pc:spChg>
        <pc:spChg chg="mod">
          <ac:chgData name="Ms Alina Arshad" userId="cccdfd85-d35d-4453-9c6f-a463aae40722" providerId="ADAL" clId="{2DC180FD-F18C-4625-AB1F-E76E8B18C48B}" dt="2024-08-30T04:54:51.487" v="230" actId="207"/>
          <ac:spMkLst>
            <pc:docMk/>
            <pc:sldMk cId="3071036191" sldId="405"/>
            <ac:spMk id="3" creationId="{B06DAE9B-D257-4D59-AF08-5FC3CA34B519}"/>
          </ac:spMkLst>
        </pc:spChg>
      </pc:sldChg>
      <pc:sldChg chg="addSp delSp modSp add mod">
        <pc:chgData name="Ms Alina Arshad" userId="cccdfd85-d35d-4453-9c6f-a463aae40722" providerId="ADAL" clId="{2DC180FD-F18C-4625-AB1F-E76E8B18C48B}" dt="2024-09-02T09:18:24.468" v="367" actId="1076"/>
        <pc:sldMkLst>
          <pc:docMk/>
          <pc:sldMk cId="1110637184" sldId="406"/>
        </pc:sldMkLst>
        <pc:spChg chg="mod">
          <ac:chgData name="Ms Alina Arshad" userId="cccdfd85-d35d-4453-9c6f-a463aae40722" providerId="ADAL" clId="{2DC180FD-F18C-4625-AB1F-E76E8B18C48B}" dt="2024-08-30T04:55:02.050" v="234" actId="113"/>
          <ac:spMkLst>
            <pc:docMk/>
            <pc:sldMk cId="1110637184" sldId="406"/>
            <ac:spMk id="2" creationId="{00000000-0000-0000-0000-000000000000}"/>
          </ac:spMkLst>
        </pc:spChg>
        <pc:picChg chg="add mod">
          <ac:chgData name="Ms Alina Arshad" userId="cccdfd85-d35d-4453-9c6f-a463aae40722" providerId="ADAL" clId="{2DC180FD-F18C-4625-AB1F-E76E8B18C48B}" dt="2024-09-02T09:18:24.468" v="367" actId="1076"/>
          <ac:picMkLst>
            <pc:docMk/>
            <pc:sldMk cId="1110637184" sldId="406"/>
            <ac:picMk id="1026" creationId="{2323452F-E9F2-364A-6D76-808115144BEA}"/>
          </ac:picMkLst>
        </pc:picChg>
        <pc:picChg chg="del mod">
          <ac:chgData name="Ms Alina Arshad" userId="cccdfd85-d35d-4453-9c6f-a463aae40722" providerId="ADAL" clId="{2DC180FD-F18C-4625-AB1F-E76E8B18C48B}" dt="2024-09-02T09:18:18.784" v="362" actId="478"/>
          <ac:picMkLst>
            <pc:docMk/>
            <pc:sldMk cId="1110637184" sldId="406"/>
            <ac:picMk id="2050" creationId="{00000000-0000-0000-0000-000000000000}"/>
          </ac:picMkLst>
        </pc:picChg>
      </pc:sldChg>
      <pc:sldChg chg="modSp add mod">
        <pc:chgData name="Ms Alina Arshad" userId="cccdfd85-d35d-4453-9c6f-a463aae40722" providerId="ADAL" clId="{2DC180FD-F18C-4625-AB1F-E76E8B18C48B}" dt="2024-09-02T09:18:45.418" v="368" actId="207"/>
        <pc:sldMkLst>
          <pc:docMk/>
          <pc:sldMk cId="261616852" sldId="407"/>
        </pc:sldMkLst>
        <pc:spChg chg="mod">
          <ac:chgData name="Ms Alina Arshad" userId="cccdfd85-d35d-4453-9c6f-a463aae40722" providerId="ADAL" clId="{2DC180FD-F18C-4625-AB1F-E76E8B18C48B}" dt="2024-08-30T04:56:00.727" v="248" actId="1076"/>
          <ac:spMkLst>
            <pc:docMk/>
            <pc:sldMk cId="261616852" sldId="407"/>
            <ac:spMk id="2" creationId="{00000000-0000-0000-0000-000000000000}"/>
          </ac:spMkLst>
        </pc:spChg>
        <pc:spChg chg="mod">
          <ac:chgData name="Ms Alina Arshad" userId="cccdfd85-d35d-4453-9c6f-a463aae40722" providerId="ADAL" clId="{2DC180FD-F18C-4625-AB1F-E76E8B18C48B}" dt="2024-09-02T09:18:45.418" v="368" actId="207"/>
          <ac:spMkLst>
            <pc:docMk/>
            <pc:sldMk cId="261616852" sldId="407"/>
            <ac:spMk id="3" creationId="{00000000-0000-0000-0000-000000000000}"/>
          </ac:spMkLst>
        </pc:spChg>
      </pc:sldChg>
      <pc:sldChg chg="modSp add del mod">
        <pc:chgData name="Ms Alina Arshad" userId="cccdfd85-d35d-4453-9c6f-a463aae40722" providerId="ADAL" clId="{2DC180FD-F18C-4625-AB1F-E76E8B18C48B}" dt="2024-08-30T04:56:30.069" v="255" actId="47"/>
        <pc:sldMkLst>
          <pc:docMk/>
          <pc:sldMk cId="2685411724" sldId="408"/>
        </pc:sldMkLst>
        <pc:spChg chg="mod">
          <ac:chgData name="Ms Alina Arshad" userId="cccdfd85-d35d-4453-9c6f-a463aae40722" providerId="ADAL" clId="{2DC180FD-F18C-4625-AB1F-E76E8B18C48B}" dt="2024-08-30T04:56:05.438" v="249" actId="21"/>
          <ac:spMkLst>
            <pc:docMk/>
            <pc:sldMk cId="2685411724" sldId="408"/>
            <ac:spMk id="3" creationId="{00000000-0000-0000-0000-000000000000}"/>
          </ac:spMkLst>
        </pc:spChg>
      </pc:sldChg>
      <pc:sldChg chg="modSp add mod modAnim">
        <pc:chgData name="Ms Alina Arshad" userId="cccdfd85-d35d-4453-9c6f-a463aae40722" providerId="ADAL" clId="{2DC180FD-F18C-4625-AB1F-E76E8B18C48B}" dt="2024-09-02T09:19:48.597" v="373" actId="14"/>
        <pc:sldMkLst>
          <pc:docMk/>
          <pc:sldMk cId="2553615988" sldId="409"/>
        </pc:sldMkLst>
        <pc:spChg chg="mod">
          <ac:chgData name="Ms Alina Arshad" userId="cccdfd85-d35d-4453-9c6f-a463aae40722" providerId="ADAL" clId="{2DC180FD-F18C-4625-AB1F-E76E8B18C48B}" dt="2024-08-30T04:57:40.923" v="273" actId="403"/>
          <ac:spMkLst>
            <pc:docMk/>
            <pc:sldMk cId="2553615988" sldId="409"/>
            <ac:spMk id="2" creationId="{00000000-0000-0000-0000-000000000000}"/>
          </ac:spMkLst>
        </pc:spChg>
        <pc:spChg chg="mod">
          <ac:chgData name="Ms Alina Arshad" userId="cccdfd85-d35d-4453-9c6f-a463aae40722" providerId="ADAL" clId="{2DC180FD-F18C-4625-AB1F-E76E8B18C48B}" dt="2024-09-02T09:19:48.597" v="373" actId="14"/>
          <ac:spMkLst>
            <pc:docMk/>
            <pc:sldMk cId="2553615988" sldId="409"/>
            <ac:spMk id="3" creationId="{00000000-0000-0000-0000-000000000000}"/>
          </ac:spMkLst>
        </pc:spChg>
      </pc:sldChg>
      <pc:sldChg chg="modSp add mod">
        <pc:chgData name="Ms Alina Arshad" userId="cccdfd85-d35d-4453-9c6f-a463aae40722" providerId="ADAL" clId="{2DC180FD-F18C-4625-AB1F-E76E8B18C48B}" dt="2024-08-30T05:01:52.923" v="293" actId="33524"/>
        <pc:sldMkLst>
          <pc:docMk/>
          <pc:sldMk cId="515654138" sldId="410"/>
        </pc:sldMkLst>
        <pc:spChg chg="mod">
          <ac:chgData name="Ms Alina Arshad" userId="cccdfd85-d35d-4453-9c6f-a463aae40722" providerId="ADAL" clId="{2DC180FD-F18C-4625-AB1F-E76E8B18C48B}" dt="2024-08-30T04:59:04.600" v="284" actId="403"/>
          <ac:spMkLst>
            <pc:docMk/>
            <pc:sldMk cId="515654138" sldId="410"/>
            <ac:spMk id="2" creationId="{00000000-0000-0000-0000-000000000000}"/>
          </ac:spMkLst>
        </pc:spChg>
        <pc:spChg chg="mod">
          <ac:chgData name="Ms Alina Arshad" userId="cccdfd85-d35d-4453-9c6f-a463aae40722" providerId="ADAL" clId="{2DC180FD-F18C-4625-AB1F-E76E8B18C48B}" dt="2024-08-30T05:01:52.923" v="293" actId="33524"/>
          <ac:spMkLst>
            <pc:docMk/>
            <pc:sldMk cId="515654138" sldId="410"/>
            <ac:spMk id="3" creationId="{00000000-0000-0000-0000-000000000000}"/>
          </ac:spMkLst>
        </pc:spChg>
      </pc:sldChg>
      <pc:sldChg chg="modSp add del mod">
        <pc:chgData name="Ms Alina Arshad" userId="cccdfd85-d35d-4453-9c6f-a463aae40722" providerId="ADAL" clId="{2DC180FD-F18C-4625-AB1F-E76E8B18C48B}" dt="2024-08-30T05:03:27.610" v="321" actId="47"/>
        <pc:sldMkLst>
          <pc:docMk/>
          <pc:sldMk cId="1166324033" sldId="411"/>
        </pc:sldMkLst>
        <pc:spChg chg="mod">
          <ac:chgData name="Ms Alina Arshad" userId="cccdfd85-d35d-4453-9c6f-a463aae40722" providerId="ADAL" clId="{2DC180FD-F18C-4625-AB1F-E76E8B18C48B}" dt="2024-08-30T05:02:32.228" v="305" actId="14100"/>
          <ac:spMkLst>
            <pc:docMk/>
            <pc:sldMk cId="1166324033" sldId="411"/>
            <ac:spMk id="2" creationId="{00000000-0000-0000-0000-000000000000}"/>
          </ac:spMkLst>
        </pc:spChg>
        <pc:spChg chg="mod">
          <ac:chgData name="Ms Alina Arshad" userId="cccdfd85-d35d-4453-9c6f-a463aae40722" providerId="ADAL" clId="{2DC180FD-F18C-4625-AB1F-E76E8B18C48B}" dt="2024-08-30T05:02:25.322" v="299" actId="27636"/>
          <ac:spMkLst>
            <pc:docMk/>
            <pc:sldMk cId="1166324033" sldId="411"/>
            <ac:spMk id="3" creationId="{00000000-0000-0000-0000-000000000000}"/>
          </ac:spMkLst>
        </pc:spChg>
      </pc:sldChg>
      <pc:sldChg chg="delSp modSp add mod">
        <pc:chgData name="Ms Alina Arshad" userId="cccdfd85-d35d-4453-9c6f-a463aae40722" providerId="ADAL" clId="{2DC180FD-F18C-4625-AB1F-E76E8B18C48B}" dt="2024-08-30T05:03:15.926" v="319" actId="478"/>
        <pc:sldMkLst>
          <pc:docMk/>
          <pc:sldMk cId="317315783" sldId="412"/>
        </pc:sldMkLst>
        <pc:spChg chg="mod">
          <ac:chgData name="Ms Alina Arshad" userId="cccdfd85-d35d-4453-9c6f-a463aae40722" providerId="ADAL" clId="{2DC180FD-F18C-4625-AB1F-E76E8B18C48B}" dt="2024-08-30T05:03:11.221" v="317" actId="113"/>
          <ac:spMkLst>
            <pc:docMk/>
            <pc:sldMk cId="317315783" sldId="412"/>
            <ac:spMk id="2" creationId="{00000000-0000-0000-0000-000000000000}"/>
          </ac:spMkLst>
        </pc:spChg>
        <pc:spChg chg="mod">
          <ac:chgData name="Ms Alina Arshad" userId="cccdfd85-d35d-4453-9c6f-a463aae40722" providerId="ADAL" clId="{2DC180FD-F18C-4625-AB1F-E76E8B18C48B}" dt="2024-08-30T05:03:07.056" v="316" actId="207"/>
          <ac:spMkLst>
            <pc:docMk/>
            <pc:sldMk cId="317315783" sldId="412"/>
            <ac:spMk id="3" creationId="{00000000-0000-0000-0000-000000000000}"/>
          </ac:spMkLst>
        </pc:spChg>
        <pc:spChg chg="del">
          <ac:chgData name="Ms Alina Arshad" userId="cccdfd85-d35d-4453-9c6f-a463aae40722" providerId="ADAL" clId="{2DC180FD-F18C-4625-AB1F-E76E8B18C48B}" dt="2024-08-30T05:03:14.398" v="318" actId="478"/>
          <ac:spMkLst>
            <pc:docMk/>
            <pc:sldMk cId="317315783" sldId="412"/>
            <ac:spMk id="4" creationId="{00000000-0000-0000-0000-000000000000}"/>
          </ac:spMkLst>
        </pc:spChg>
        <pc:spChg chg="del">
          <ac:chgData name="Ms Alina Arshad" userId="cccdfd85-d35d-4453-9c6f-a463aae40722" providerId="ADAL" clId="{2DC180FD-F18C-4625-AB1F-E76E8B18C48B}" dt="2024-08-30T05:03:15.926" v="319" actId="478"/>
          <ac:spMkLst>
            <pc:docMk/>
            <pc:sldMk cId="317315783" sldId="412"/>
            <ac:spMk id="5" creationId="{00000000-0000-0000-0000-000000000000}"/>
          </ac:spMkLst>
        </pc:spChg>
      </pc:sldChg>
      <pc:sldChg chg="add del">
        <pc:chgData name="Ms Alina Arshad" userId="cccdfd85-d35d-4453-9c6f-a463aae40722" providerId="ADAL" clId="{2DC180FD-F18C-4625-AB1F-E76E8B18C48B}" dt="2024-08-30T05:04:12.713" v="328" actId="47"/>
        <pc:sldMkLst>
          <pc:docMk/>
          <pc:sldMk cId="3728980149" sldId="413"/>
        </pc:sldMkLst>
      </pc:sldChg>
      <pc:sldChg chg="new del">
        <pc:chgData name="Ms Alina Arshad" userId="cccdfd85-d35d-4453-9c6f-a463aae40722" providerId="ADAL" clId="{2DC180FD-F18C-4625-AB1F-E76E8B18C48B}" dt="2024-08-30T05:03:53.190" v="323" actId="47"/>
        <pc:sldMkLst>
          <pc:docMk/>
          <pc:sldMk cId="1613639856" sldId="414"/>
        </pc:sldMkLst>
      </pc:sldChg>
      <pc:sldChg chg="addSp delSp modSp new mod">
        <pc:chgData name="Ms Alina Arshad" userId="cccdfd85-d35d-4453-9c6f-a463aae40722" providerId="ADAL" clId="{2DC180FD-F18C-4625-AB1F-E76E8B18C48B}" dt="2024-08-30T05:04:09.868" v="327" actId="478"/>
        <pc:sldMkLst>
          <pc:docMk/>
          <pc:sldMk cId="2400755825" sldId="414"/>
        </pc:sldMkLst>
        <pc:spChg chg="del">
          <ac:chgData name="Ms Alina Arshad" userId="cccdfd85-d35d-4453-9c6f-a463aae40722" providerId="ADAL" clId="{2DC180FD-F18C-4625-AB1F-E76E8B18C48B}" dt="2024-08-30T05:04:09.868" v="327" actId="478"/>
          <ac:spMkLst>
            <pc:docMk/>
            <pc:sldMk cId="2400755825" sldId="414"/>
            <ac:spMk id="2" creationId="{12C4D42B-3827-A9BA-1272-BAAED7039507}"/>
          </ac:spMkLst>
        </pc:spChg>
        <pc:spChg chg="del">
          <ac:chgData name="Ms Alina Arshad" userId="cccdfd85-d35d-4453-9c6f-a463aae40722" providerId="ADAL" clId="{2DC180FD-F18C-4625-AB1F-E76E8B18C48B}" dt="2024-08-30T05:04:08.047" v="326" actId="478"/>
          <ac:spMkLst>
            <pc:docMk/>
            <pc:sldMk cId="2400755825" sldId="414"/>
            <ac:spMk id="3" creationId="{279481B2-0BCE-C230-6D15-9B44E227864D}"/>
          </ac:spMkLst>
        </pc:spChg>
        <pc:spChg chg="add mod">
          <ac:chgData name="Ms Alina Arshad" userId="cccdfd85-d35d-4453-9c6f-a463aae40722" providerId="ADAL" clId="{2DC180FD-F18C-4625-AB1F-E76E8B18C48B}" dt="2024-08-30T05:04:05.804" v="325"/>
          <ac:spMkLst>
            <pc:docMk/>
            <pc:sldMk cId="2400755825" sldId="414"/>
            <ac:spMk id="4" creationId="{B7916EF2-DCF0-0573-80BA-3C20ED469E9E}"/>
          </ac:spMkLst>
        </pc:spChg>
        <pc:spChg chg="add mod">
          <ac:chgData name="Ms Alina Arshad" userId="cccdfd85-d35d-4453-9c6f-a463aae40722" providerId="ADAL" clId="{2DC180FD-F18C-4625-AB1F-E76E8B18C48B}" dt="2024-08-30T05:04:05.804" v="325"/>
          <ac:spMkLst>
            <pc:docMk/>
            <pc:sldMk cId="2400755825" sldId="414"/>
            <ac:spMk id="5" creationId="{6D2D65F8-7067-309B-2162-EDCA7F792D63}"/>
          </ac:spMkLst>
        </pc:spChg>
      </pc:sldChg>
    </pc:docChg>
  </pc:docChgLst>
  <pc:docChgLst>
    <pc:chgData name="Ms Alina Arshad" userId="cccdfd85-d35d-4453-9c6f-a463aae40722" providerId="ADAL" clId="{6D99148A-78EC-44A5-895B-9E6E7F8E190D}"/>
    <pc:docChg chg="undo custSel delSld modSld">
      <pc:chgData name="Ms Alina Arshad" userId="cccdfd85-d35d-4453-9c6f-a463aae40722" providerId="ADAL" clId="{6D99148A-78EC-44A5-895B-9E6E7F8E190D}" dt="2024-08-30T09:52:56.715" v="36" actId="47"/>
      <pc:docMkLst>
        <pc:docMk/>
      </pc:docMkLst>
      <pc:sldChg chg="modSp mod">
        <pc:chgData name="Ms Alina Arshad" userId="cccdfd85-d35d-4453-9c6f-a463aae40722" providerId="ADAL" clId="{6D99148A-78EC-44A5-895B-9E6E7F8E190D}" dt="2024-08-30T09:51:42.777" v="9" actId="20577"/>
        <pc:sldMkLst>
          <pc:docMk/>
          <pc:sldMk cId="3322361034" sldId="256"/>
        </pc:sldMkLst>
        <pc:spChg chg="mod">
          <ac:chgData name="Ms Alina Arshad" userId="cccdfd85-d35d-4453-9c6f-a463aae40722" providerId="ADAL" clId="{6D99148A-78EC-44A5-895B-9E6E7F8E190D}" dt="2024-08-30T09:51:42.777" v="9" actId="20577"/>
          <ac:spMkLst>
            <pc:docMk/>
            <pc:sldMk cId="3322361034" sldId="256"/>
            <ac:spMk id="3" creationId="{44E9F82C-BBA7-3495-1097-BEDB54FFFDF4}"/>
          </ac:spMkLst>
        </pc:spChg>
      </pc:sldChg>
      <pc:sldChg chg="modNotesTx">
        <pc:chgData name="Ms Alina Arshad" userId="cccdfd85-d35d-4453-9c6f-a463aae40722" providerId="ADAL" clId="{6D99148A-78EC-44A5-895B-9E6E7F8E190D}" dt="2024-08-30T09:52:54.702" v="35" actId="5793"/>
        <pc:sldMkLst>
          <pc:docMk/>
          <pc:sldMk cId="515654138" sldId="410"/>
        </pc:sldMkLst>
      </pc:sldChg>
      <pc:sldChg chg="modSp del mod">
        <pc:chgData name="Ms Alina Arshad" userId="cccdfd85-d35d-4453-9c6f-a463aae40722" providerId="ADAL" clId="{6D99148A-78EC-44A5-895B-9E6E7F8E190D}" dt="2024-08-30T09:52:56.715" v="36" actId="47"/>
        <pc:sldMkLst>
          <pc:docMk/>
          <pc:sldMk cId="2400755825" sldId="414"/>
        </pc:sldMkLst>
        <pc:spChg chg="mod">
          <ac:chgData name="Ms Alina Arshad" userId="cccdfd85-d35d-4453-9c6f-a463aae40722" providerId="ADAL" clId="{6D99148A-78EC-44A5-895B-9E6E7F8E190D}" dt="2024-08-30T09:52:11.454" v="11" actId="27636"/>
          <ac:spMkLst>
            <pc:docMk/>
            <pc:sldMk cId="2400755825" sldId="414"/>
            <ac:spMk id="5" creationId="{6D2D65F8-7067-309B-2162-EDCA7F792D63}"/>
          </ac:spMkLst>
        </pc:spChg>
      </pc:sldChg>
    </pc:docChg>
  </pc:docChgLst>
  <pc:docChgLst>
    <pc:chgData name="Ms Alina Arshad" userId="cccdfd85-d35d-4453-9c6f-a463aae40722" providerId="ADAL" clId="{9D070D90-1526-4C33-8966-8ADF4EF98FAB}"/>
    <pc:docChg chg="undo custSel addSld delSld modSld sldOrd">
      <pc:chgData name="Ms Alina Arshad" userId="cccdfd85-d35d-4453-9c6f-a463aae40722" providerId="ADAL" clId="{9D070D90-1526-4C33-8966-8ADF4EF98FAB}" dt="2024-08-27T08:37:18.370" v="480" actId="1076"/>
      <pc:docMkLst>
        <pc:docMk/>
      </pc:docMkLst>
      <pc:sldChg chg="delSp modSp mod modAnim">
        <pc:chgData name="Ms Alina Arshad" userId="cccdfd85-d35d-4453-9c6f-a463aae40722" providerId="ADAL" clId="{9D070D90-1526-4C33-8966-8ADF4EF98FAB}" dt="2024-08-26T08:55:30.162" v="20" actId="27636"/>
        <pc:sldMkLst>
          <pc:docMk/>
          <pc:sldMk cId="0" sldId="351"/>
        </pc:sldMkLst>
        <pc:spChg chg="mod">
          <ac:chgData name="Ms Alina Arshad" userId="cccdfd85-d35d-4453-9c6f-a463aae40722" providerId="ADAL" clId="{9D070D90-1526-4C33-8966-8ADF4EF98FAB}" dt="2024-08-26T08:55:30.162" v="20" actId="27636"/>
          <ac:spMkLst>
            <pc:docMk/>
            <pc:sldMk cId="0" sldId="351"/>
            <ac:spMk id="3" creationId="{C0C22FA1-E5B0-AD82-96B5-C98C4EA3D56C}"/>
          </ac:spMkLst>
        </pc:spChg>
        <pc:grpChg chg="del">
          <ac:chgData name="Ms Alina Arshad" userId="cccdfd85-d35d-4453-9c6f-a463aae40722" providerId="ADAL" clId="{9D070D90-1526-4C33-8966-8ADF4EF98FAB}" dt="2024-08-26T08:52:15.902" v="6" actId="478"/>
          <ac:grpSpMkLst>
            <pc:docMk/>
            <pc:sldMk cId="0" sldId="351"/>
            <ac:grpSpMk id="2" creationId="{7F9631C9-A4A1-9EC8-8B28-D2C54EDAAC8E}"/>
          </ac:grpSpMkLst>
        </pc:grpChg>
      </pc:sldChg>
      <pc:sldChg chg="modSp mod">
        <pc:chgData name="Ms Alina Arshad" userId="cccdfd85-d35d-4453-9c6f-a463aae40722" providerId="ADAL" clId="{9D070D90-1526-4C33-8966-8ADF4EF98FAB}" dt="2024-08-27T08:37:18.370" v="480" actId="1076"/>
        <pc:sldMkLst>
          <pc:docMk/>
          <pc:sldMk cId="0" sldId="354"/>
        </pc:sldMkLst>
        <pc:spChg chg="mod">
          <ac:chgData name="Ms Alina Arshad" userId="cccdfd85-d35d-4453-9c6f-a463aae40722" providerId="ADAL" clId="{9D070D90-1526-4C33-8966-8ADF4EF98FAB}" dt="2024-08-27T08:37:18.370" v="480" actId="1076"/>
          <ac:spMkLst>
            <pc:docMk/>
            <pc:sldMk cId="0" sldId="354"/>
            <ac:spMk id="8" creationId="{643E073A-7DD6-73B9-FE08-31C2814707E7}"/>
          </ac:spMkLst>
        </pc:spChg>
        <pc:spChg chg="mod">
          <ac:chgData name="Ms Alina Arshad" userId="cccdfd85-d35d-4453-9c6f-a463aae40722" providerId="ADAL" clId="{9D070D90-1526-4C33-8966-8ADF4EF98FAB}" dt="2024-08-27T08:37:15.907" v="479" actId="1076"/>
          <ac:spMkLst>
            <pc:docMk/>
            <pc:sldMk cId="0" sldId="354"/>
            <ac:spMk id="25603" creationId="{BF524721-A574-8A8A-2F01-CF97DC19A676}"/>
          </ac:spMkLst>
        </pc:spChg>
      </pc:sldChg>
      <pc:sldChg chg="modSp mod">
        <pc:chgData name="Ms Alina Arshad" userId="cccdfd85-d35d-4453-9c6f-a463aae40722" providerId="ADAL" clId="{9D070D90-1526-4C33-8966-8ADF4EF98FAB}" dt="2024-08-26T08:55:46.777" v="21" actId="1076"/>
        <pc:sldMkLst>
          <pc:docMk/>
          <pc:sldMk cId="0" sldId="356"/>
        </pc:sldMkLst>
        <pc:spChg chg="mod">
          <ac:chgData name="Ms Alina Arshad" userId="cccdfd85-d35d-4453-9c6f-a463aae40722" providerId="ADAL" clId="{9D070D90-1526-4C33-8966-8ADF4EF98FAB}" dt="2024-08-26T06:59:26.289" v="3" actId="207"/>
          <ac:spMkLst>
            <pc:docMk/>
            <pc:sldMk cId="0" sldId="356"/>
            <ac:spMk id="3" creationId="{A0C26980-5FCF-11CE-42EA-C789EFC81BF9}"/>
          </ac:spMkLst>
        </pc:spChg>
        <pc:spChg chg="mod">
          <ac:chgData name="Ms Alina Arshad" userId="cccdfd85-d35d-4453-9c6f-a463aae40722" providerId="ADAL" clId="{9D070D90-1526-4C33-8966-8ADF4EF98FAB}" dt="2024-08-26T08:55:46.777" v="21" actId="1076"/>
          <ac:spMkLst>
            <pc:docMk/>
            <pc:sldMk cId="0" sldId="356"/>
            <ac:spMk id="21506" creationId="{2FDC0C03-1A50-AFEA-680D-11CB0080FD7C}"/>
          </ac:spMkLst>
        </pc:spChg>
      </pc:sldChg>
      <pc:sldChg chg="modSp mod">
        <pc:chgData name="Ms Alina Arshad" userId="cccdfd85-d35d-4453-9c6f-a463aae40722" providerId="ADAL" clId="{9D070D90-1526-4C33-8966-8ADF4EF98FAB}" dt="2024-08-26T08:57:57.549" v="23" actId="207"/>
        <pc:sldMkLst>
          <pc:docMk/>
          <pc:sldMk cId="0" sldId="357"/>
        </pc:sldMkLst>
        <pc:spChg chg="mod">
          <ac:chgData name="Ms Alina Arshad" userId="cccdfd85-d35d-4453-9c6f-a463aae40722" providerId="ADAL" clId="{9D070D90-1526-4C33-8966-8ADF4EF98FAB}" dt="2024-08-26T08:57:57.549" v="23" actId="207"/>
          <ac:spMkLst>
            <pc:docMk/>
            <pc:sldMk cId="0" sldId="357"/>
            <ac:spMk id="23554" creationId="{715C96A0-76EB-2410-6028-7CC970A627D0}"/>
          </ac:spMkLst>
        </pc:spChg>
      </pc:sldChg>
      <pc:sldChg chg="modSp mod">
        <pc:chgData name="Ms Alina Arshad" userId="cccdfd85-d35d-4453-9c6f-a463aae40722" providerId="ADAL" clId="{9D070D90-1526-4C33-8966-8ADF4EF98FAB}" dt="2024-08-26T08:59:32.937" v="31" actId="113"/>
        <pc:sldMkLst>
          <pc:docMk/>
          <pc:sldMk cId="0" sldId="359"/>
        </pc:sldMkLst>
        <pc:spChg chg="mod">
          <ac:chgData name="Ms Alina Arshad" userId="cccdfd85-d35d-4453-9c6f-a463aae40722" providerId="ADAL" clId="{9D070D90-1526-4C33-8966-8ADF4EF98FAB}" dt="2024-08-26T08:59:32.937" v="31" actId="113"/>
          <ac:spMkLst>
            <pc:docMk/>
            <pc:sldMk cId="0" sldId="359"/>
            <ac:spMk id="27650" creationId="{3601D225-8BCB-CD61-89F6-BD0091383FA4}"/>
          </ac:spMkLst>
        </pc:spChg>
      </pc:sldChg>
      <pc:sldChg chg="modSp mod">
        <pc:chgData name="Ms Alina Arshad" userId="cccdfd85-d35d-4453-9c6f-a463aae40722" providerId="ADAL" clId="{9D070D90-1526-4C33-8966-8ADF4EF98FAB}" dt="2024-08-26T09:01:41.296" v="33" actId="207"/>
        <pc:sldMkLst>
          <pc:docMk/>
          <pc:sldMk cId="0" sldId="360"/>
        </pc:sldMkLst>
        <pc:spChg chg="mod">
          <ac:chgData name="Ms Alina Arshad" userId="cccdfd85-d35d-4453-9c6f-a463aae40722" providerId="ADAL" clId="{9D070D90-1526-4C33-8966-8ADF4EF98FAB}" dt="2024-08-26T09:01:41.296" v="33" actId="207"/>
          <ac:spMkLst>
            <pc:docMk/>
            <pc:sldMk cId="0" sldId="360"/>
            <ac:spMk id="3" creationId="{5A29B148-68E9-42A4-AAEF-21C44FB97CC8}"/>
          </ac:spMkLst>
        </pc:spChg>
        <pc:spChg chg="mod">
          <ac:chgData name="Ms Alina Arshad" userId="cccdfd85-d35d-4453-9c6f-a463aae40722" providerId="ADAL" clId="{9D070D90-1526-4C33-8966-8ADF4EF98FAB}" dt="2024-08-26T08:59:33.484" v="32" actId="113"/>
          <ac:spMkLst>
            <pc:docMk/>
            <pc:sldMk cId="0" sldId="360"/>
            <ac:spMk id="28674" creationId="{5DF05B7C-3FB9-7AAD-79F2-F672F7AE8C7B}"/>
          </ac:spMkLst>
        </pc:spChg>
      </pc:sldChg>
      <pc:sldChg chg="modSp mod">
        <pc:chgData name="Ms Alina Arshad" userId="cccdfd85-d35d-4453-9c6f-a463aae40722" providerId="ADAL" clId="{9D070D90-1526-4C33-8966-8ADF4EF98FAB}" dt="2024-08-26T08:59:31.922" v="30" actId="113"/>
        <pc:sldMkLst>
          <pc:docMk/>
          <pc:sldMk cId="0" sldId="369"/>
        </pc:sldMkLst>
        <pc:spChg chg="mod">
          <ac:chgData name="Ms Alina Arshad" userId="cccdfd85-d35d-4453-9c6f-a463aae40722" providerId="ADAL" clId="{9D070D90-1526-4C33-8966-8ADF4EF98FAB}" dt="2024-08-26T08:59:31.922" v="30" actId="113"/>
          <ac:spMkLst>
            <pc:docMk/>
            <pc:sldMk cId="0" sldId="369"/>
            <ac:spMk id="26626" creationId="{A4F027D1-2AC1-1C80-C6CA-8BCE00F02C1D}"/>
          </ac:spMkLst>
        </pc:spChg>
      </pc:sldChg>
      <pc:sldChg chg="del">
        <pc:chgData name="Ms Alina Arshad" userId="cccdfd85-d35d-4453-9c6f-a463aae40722" providerId="ADAL" clId="{9D070D90-1526-4C33-8966-8ADF4EF98FAB}" dt="2024-08-26T09:03:11.641" v="34" actId="47"/>
        <pc:sldMkLst>
          <pc:docMk/>
          <pc:sldMk cId="3002628608" sldId="371"/>
        </pc:sldMkLst>
      </pc:sldChg>
      <pc:sldChg chg="modSp del mod">
        <pc:chgData name="Ms Alina Arshad" userId="cccdfd85-d35d-4453-9c6f-a463aae40722" providerId="ADAL" clId="{9D070D90-1526-4C33-8966-8ADF4EF98FAB}" dt="2024-08-26T09:03:53.121" v="36" actId="47"/>
        <pc:sldMkLst>
          <pc:docMk/>
          <pc:sldMk cId="0" sldId="372"/>
        </pc:sldMkLst>
        <pc:spChg chg="mod">
          <ac:chgData name="Ms Alina Arshad" userId="cccdfd85-d35d-4453-9c6f-a463aae40722" providerId="ADAL" clId="{9D070D90-1526-4C33-8966-8ADF4EF98FAB}" dt="2024-08-26T09:03:17.065" v="35" actId="207"/>
          <ac:spMkLst>
            <pc:docMk/>
            <pc:sldMk cId="0" sldId="372"/>
            <ac:spMk id="33794" creationId="{21B4FF6A-7A53-1B02-2C5F-197ADE8BB9A5}"/>
          </ac:spMkLst>
        </pc:spChg>
      </pc:sldChg>
      <pc:sldChg chg="modSp mod ord">
        <pc:chgData name="Ms Alina Arshad" userId="cccdfd85-d35d-4453-9c6f-a463aae40722" providerId="ADAL" clId="{9D070D90-1526-4C33-8966-8ADF4EF98FAB}" dt="2024-08-26T09:04:28.044" v="40"/>
        <pc:sldMkLst>
          <pc:docMk/>
          <pc:sldMk cId="511546327" sldId="385"/>
        </pc:sldMkLst>
        <pc:spChg chg="mod">
          <ac:chgData name="Ms Alina Arshad" userId="cccdfd85-d35d-4453-9c6f-a463aae40722" providerId="ADAL" clId="{9D070D90-1526-4C33-8966-8ADF4EF98FAB}" dt="2024-08-26T09:03:57.994" v="37" actId="207"/>
          <ac:spMkLst>
            <pc:docMk/>
            <pc:sldMk cId="511546327" sldId="385"/>
            <ac:spMk id="2" creationId="{00000000-0000-0000-0000-000000000000}"/>
          </ac:spMkLst>
        </pc:spChg>
        <pc:picChg chg="mod">
          <ac:chgData name="Ms Alina Arshad" userId="cccdfd85-d35d-4453-9c6f-a463aae40722" providerId="ADAL" clId="{9D070D90-1526-4C33-8966-8ADF4EF98FAB}" dt="2024-08-26T09:04:01.816" v="38" actId="1076"/>
          <ac:picMkLst>
            <pc:docMk/>
            <pc:sldMk cId="511546327" sldId="385"/>
            <ac:picMk id="6" creationId="{00000000-0000-0000-0000-000000000000}"/>
          </ac:picMkLst>
        </pc:picChg>
      </pc:sldChg>
      <pc:sldChg chg="del">
        <pc:chgData name="Ms Alina Arshad" userId="cccdfd85-d35d-4453-9c6f-a463aae40722" providerId="ADAL" clId="{9D070D90-1526-4C33-8966-8ADF4EF98FAB}" dt="2024-08-26T09:04:38.339" v="41" actId="47"/>
        <pc:sldMkLst>
          <pc:docMk/>
          <pc:sldMk cId="938158308" sldId="390"/>
        </pc:sldMkLst>
        <pc:spChg chg="mod">
          <ac:chgData name="Ms Alina Arshad" userId="cccdfd85-d35d-4453-9c6f-a463aae40722" providerId="ADAL" clId="{9D070D90-1526-4C33-8966-8ADF4EF98FAB}" dt="2024-08-26T09:06:18.885" v="52" actId="14100"/>
          <ac:spMkLst>
            <pc:docMk/>
            <pc:sldMk cId="938158308" sldId="390"/>
            <ac:spMk id="2" creationId="{CCD37E2F-361C-46F4-BD07-2D803DB23F9E}"/>
          </ac:spMkLst>
        </pc:spChg>
        <pc:spChg chg="mod">
          <ac:chgData name="Ms Alina Arshad" userId="cccdfd85-d35d-4453-9c6f-a463aae40722" providerId="ADAL" clId="{9D070D90-1526-4C33-8966-8ADF4EF98FAB}" dt="2024-08-26T09:06:10.008" v="47" actId="207"/>
          <ac:spMkLst>
            <pc:docMk/>
            <pc:sldMk cId="938158308" sldId="390"/>
            <ac:spMk id="3" creationId="{F59BCEDC-C5D1-42CB-8414-D9DBEA47ECB0}"/>
          </ac:spMkLst>
        </pc:spChg>
        <pc:spChg chg="del">
          <ac:chgData name="Ms Alina Arshad" userId="cccdfd85-d35d-4453-9c6f-a463aae40722" providerId="ADAL" clId="{9D070D90-1526-4C33-8966-8ADF4EF98FAB}" dt="2024-08-26T09:05:58.458" v="43" actId="478"/>
          <ac:spMkLst>
            <pc:docMk/>
            <pc:sldMk cId="938158308" sldId="390"/>
            <ac:spMk id="4" creationId="{00000000-0000-0000-0000-000000000000}"/>
          </ac:spMkLst>
        </pc:spChg>
        <pc:spChg chg="del">
          <ac:chgData name="Ms Alina Arshad" userId="cccdfd85-d35d-4453-9c6f-a463aae40722" providerId="ADAL" clId="{9D070D90-1526-4C33-8966-8ADF4EF98FAB}" dt="2024-08-26T09:06:01.138" v="44" actId="478"/>
          <ac:spMkLst>
            <pc:docMk/>
            <pc:sldMk cId="938158308" sldId="390"/>
            <ac:spMk id="5" creationId="{00000000-0000-0000-0000-000000000000}"/>
          </ac:spMkLst>
        </pc:spChg>
      </pc:sldChg>
      <pc:sldChg chg="delSp modSp add mod">
        <pc:chgData name="Ms Alina Arshad" userId="cccdfd85-d35d-4453-9c6f-a463aae40722" providerId="ADAL" clId="{9D070D90-1526-4C33-8966-8ADF4EF98FAB}" dt="2024-08-26T09:06:52.848" v="55" actId="1076"/>
        <pc:sldMkLst>
          <pc:docMk/>
          <pc:sldMk cId="3237861477" sldId="391"/>
        </pc:sldMkLst>
        <pc:spChg chg="mod">
          <ac:chgData name="Ms Alina Arshad" userId="cccdfd85-d35d-4453-9c6f-a463aae40722" providerId="ADAL" clId="{9D070D90-1526-4C33-8966-8ADF4EF98FAB}" dt="2024-08-26T09:06:52.848" v="55" actId="1076"/>
          <ac:spMkLst>
            <pc:docMk/>
            <pc:sldMk cId="3237861477" sldId="391"/>
            <ac:spMk id="2" creationId="{EDA72679-0F98-43B0-9C8E-609711DDE88A}"/>
          </ac:spMkLst>
        </pc:spChg>
        <pc:spChg chg="mod">
          <ac:chgData name="Ms Alina Arshad" userId="cccdfd85-d35d-4453-9c6f-a463aae40722" providerId="ADAL" clId="{9D070D90-1526-4C33-8966-8ADF4EF98FAB}" dt="2024-08-26T09:06:49.005" v="53" actId="207"/>
          <ac:spMkLst>
            <pc:docMk/>
            <pc:sldMk cId="3237861477" sldId="391"/>
            <ac:spMk id="3" creationId="{9F621F65-B7BE-4B1B-8A4D-34D27C89D961}"/>
          </ac:spMkLst>
        </pc:spChg>
        <pc:spChg chg="del">
          <ac:chgData name="Ms Alina Arshad" userId="cccdfd85-d35d-4453-9c6f-a463aae40722" providerId="ADAL" clId="{9D070D90-1526-4C33-8966-8ADF4EF98FAB}" dt="2024-08-26T09:06:04.744" v="45" actId="478"/>
          <ac:spMkLst>
            <pc:docMk/>
            <pc:sldMk cId="3237861477" sldId="391"/>
            <ac:spMk id="4" creationId="{00000000-0000-0000-0000-000000000000}"/>
          </ac:spMkLst>
        </pc:spChg>
        <pc:spChg chg="del">
          <ac:chgData name="Ms Alina Arshad" userId="cccdfd85-d35d-4453-9c6f-a463aae40722" providerId="ADAL" clId="{9D070D90-1526-4C33-8966-8ADF4EF98FAB}" dt="2024-08-26T09:06:06.196" v="46" actId="478"/>
          <ac:spMkLst>
            <pc:docMk/>
            <pc:sldMk cId="3237861477" sldId="391"/>
            <ac:spMk id="5" creationId="{00000000-0000-0000-0000-000000000000}"/>
          </ac:spMkLst>
        </pc:spChg>
      </pc:sldChg>
      <pc:sldChg chg="modSp new mod ord">
        <pc:chgData name="Ms Alina Arshad" userId="cccdfd85-d35d-4453-9c6f-a463aae40722" providerId="ADAL" clId="{9D070D90-1526-4C33-8966-8ADF4EF98FAB}" dt="2024-08-26T09:14:19.288" v="94"/>
        <pc:sldMkLst>
          <pc:docMk/>
          <pc:sldMk cId="3171797292" sldId="392"/>
        </pc:sldMkLst>
        <pc:spChg chg="mod">
          <ac:chgData name="Ms Alina Arshad" userId="cccdfd85-d35d-4453-9c6f-a463aae40722" providerId="ADAL" clId="{9D070D90-1526-4C33-8966-8ADF4EF98FAB}" dt="2024-08-26T09:08:44.241" v="76" actId="207"/>
          <ac:spMkLst>
            <pc:docMk/>
            <pc:sldMk cId="3171797292" sldId="392"/>
            <ac:spMk id="2" creationId="{71C7E6DC-E247-A1A6-4433-2D99DE757456}"/>
          </ac:spMkLst>
        </pc:spChg>
        <pc:spChg chg="mod">
          <ac:chgData name="Ms Alina Arshad" userId="cccdfd85-d35d-4453-9c6f-a463aae40722" providerId="ADAL" clId="{9D070D90-1526-4C33-8966-8ADF4EF98FAB}" dt="2024-08-26T09:09:47.517" v="87" actId="207"/>
          <ac:spMkLst>
            <pc:docMk/>
            <pc:sldMk cId="3171797292" sldId="392"/>
            <ac:spMk id="3" creationId="{8945664E-4C57-92F9-8D47-FA41D2EC3675}"/>
          </ac:spMkLst>
        </pc:spChg>
      </pc:sldChg>
      <pc:sldChg chg="new del">
        <pc:chgData name="Ms Alina Arshad" userId="cccdfd85-d35d-4453-9c6f-a463aae40722" providerId="ADAL" clId="{9D070D90-1526-4C33-8966-8ADF4EF98FAB}" dt="2024-08-26T09:08:28.926" v="57" actId="47"/>
        <pc:sldMkLst>
          <pc:docMk/>
          <pc:sldMk cId="3427654478" sldId="392"/>
        </pc:sldMkLst>
      </pc:sldChg>
      <pc:sldChg chg="delSp new del mod">
        <pc:chgData name="Ms Alina Arshad" userId="cccdfd85-d35d-4453-9c6f-a463aae40722" providerId="ADAL" clId="{9D070D90-1526-4C33-8966-8ADF4EF98FAB}" dt="2024-08-26T09:16:59.706" v="226" actId="47"/>
        <pc:sldMkLst>
          <pc:docMk/>
          <pc:sldMk cId="1468559554" sldId="393"/>
        </pc:sldMkLst>
        <pc:spChg chg="del">
          <ac:chgData name="Ms Alina Arshad" userId="cccdfd85-d35d-4453-9c6f-a463aae40722" providerId="ADAL" clId="{9D070D90-1526-4C33-8966-8ADF4EF98FAB}" dt="2024-08-26T09:14:10.928" v="92" actId="478"/>
          <ac:spMkLst>
            <pc:docMk/>
            <pc:sldMk cId="1468559554" sldId="393"/>
            <ac:spMk id="2" creationId="{7B3096DD-7254-94FB-B361-91D1E30F9BF0}"/>
          </ac:spMkLst>
        </pc:spChg>
        <pc:spChg chg="del">
          <ac:chgData name="Ms Alina Arshad" userId="cccdfd85-d35d-4453-9c6f-a463aae40722" providerId="ADAL" clId="{9D070D90-1526-4C33-8966-8ADF4EF98FAB}" dt="2024-08-26T09:14:09.350" v="91" actId="478"/>
          <ac:spMkLst>
            <pc:docMk/>
            <pc:sldMk cId="1468559554" sldId="393"/>
            <ac:spMk id="3" creationId="{D78851B1-4A44-FD00-8C39-D0F0F275E549}"/>
          </ac:spMkLst>
        </pc:spChg>
      </pc:sldChg>
      <pc:sldChg chg="modSp new mod">
        <pc:chgData name="Ms Alina Arshad" userId="cccdfd85-d35d-4453-9c6f-a463aae40722" providerId="ADAL" clId="{9D070D90-1526-4C33-8966-8ADF4EF98FAB}" dt="2024-08-26T09:16:54.548" v="225"/>
        <pc:sldMkLst>
          <pc:docMk/>
          <pc:sldMk cId="3643065844" sldId="394"/>
        </pc:sldMkLst>
        <pc:spChg chg="mod">
          <ac:chgData name="Ms Alina Arshad" userId="cccdfd85-d35d-4453-9c6f-a463aae40722" providerId="ADAL" clId="{9D070D90-1526-4C33-8966-8ADF4EF98FAB}" dt="2024-08-26T09:16:54.548" v="225"/>
          <ac:spMkLst>
            <pc:docMk/>
            <pc:sldMk cId="3643065844" sldId="394"/>
            <ac:spMk id="2" creationId="{56FB64E0-A331-330A-441B-B3C636221533}"/>
          </ac:spMkLst>
        </pc:spChg>
        <pc:spChg chg="mod">
          <ac:chgData name="Ms Alina Arshad" userId="cccdfd85-d35d-4453-9c6f-a463aae40722" providerId="ADAL" clId="{9D070D90-1526-4C33-8966-8ADF4EF98FAB}" dt="2024-08-26T09:16:41.558" v="224" actId="20577"/>
          <ac:spMkLst>
            <pc:docMk/>
            <pc:sldMk cId="3643065844" sldId="394"/>
            <ac:spMk id="3" creationId="{22ACE35B-3318-313E-A6ED-E9C39A6CC46C}"/>
          </ac:spMkLst>
        </pc:spChg>
      </pc:sldChg>
      <pc:sldChg chg="addSp modSp new mod">
        <pc:chgData name="Ms Alina Arshad" userId="cccdfd85-d35d-4453-9c6f-a463aae40722" providerId="ADAL" clId="{9D070D90-1526-4C33-8966-8ADF4EF98FAB}" dt="2024-08-26T09:19:42.253" v="237" actId="1076"/>
        <pc:sldMkLst>
          <pc:docMk/>
          <pc:sldMk cId="129645018" sldId="395"/>
        </pc:sldMkLst>
        <pc:spChg chg="add mod">
          <ac:chgData name="Ms Alina Arshad" userId="cccdfd85-d35d-4453-9c6f-a463aae40722" providerId="ADAL" clId="{9D070D90-1526-4C33-8966-8ADF4EF98FAB}" dt="2024-08-26T09:19:10.813" v="231" actId="1076"/>
          <ac:spMkLst>
            <pc:docMk/>
            <pc:sldMk cId="129645018" sldId="395"/>
            <ac:spMk id="3" creationId="{AE48E4DB-1020-2267-9323-EA4B0A7A40F7}"/>
          </ac:spMkLst>
        </pc:spChg>
        <pc:spChg chg="add mod">
          <ac:chgData name="Ms Alina Arshad" userId="cccdfd85-d35d-4453-9c6f-a463aae40722" providerId="ADAL" clId="{9D070D90-1526-4C33-8966-8ADF4EF98FAB}" dt="2024-08-26T09:19:42.253" v="237" actId="1076"/>
          <ac:spMkLst>
            <pc:docMk/>
            <pc:sldMk cId="129645018" sldId="395"/>
            <ac:spMk id="4" creationId="{E314460D-0C28-0074-04BC-D8A2FC53EC0F}"/>
          </ac:spMkLst>
        </pc:spChg>
      </pc:sldChg>
      <pc:sldChg chg="addSp delSp modSp new del mod">
        <pc:chgData name="Ms Alina Arshad" userId="cccdfd85-d35d-4453-9c6f-a463aae40722" providerId="ADAL" clId="{9D070D90-1526-4C33-8966-8ADF4EF98FAB}" dt="2024-08-26T09:50:52.084" v="253" actId="47"/>
        <pc:sldMkLst>
          <pc:docMk/>
          <pc:sldMk cId="195136698" sldId="396"/>
        </pc:sldMkLst>
        <pc:spChg chg="del">
          <ac:chgData name="Ms Alina Arshad" userId="cccdfd85-d35d-4453-9c6f-a463aae40722" providerId="ADAL" clId="{9D070D90-1526-4C33-8966-8ADF4EF98FAB}" dt="2024-08-26T09:50:10.617" v="243" actId="478"/>
          <ac:spMkLst>
            <pc:docMk/>
            <pc:sldMk cId="195136698" sldId="396"/>
            <ac:spMk id="2" creationId="{339A6985-72FC-5A91-A4DF-3F5B5298DCF8}"/>
          </ac:spMkLst>
        </pc:spChg>
        <pc:spChg chg="del">
          <ac:chgData name="Ms Alina Arshad" userId="cccdfd85-d35d-4453-9c6f-a463aae40722" providerId="ADAL" clId="{9D070D90-1526-4C33-8966-8ADF4EF98FAB}" dt="2024-08-26T09:49:52.682" v="240" actId="478"/>
          <ac:spMkLst>
            <pc:docMk/>
            <pc:sldMk cId="195136698" sldId="396"/>
            <ac:spMk id="3" creationId="{7878009F-28FC-5074-A45A-CC4FA57569B8}"/>
          </ac:spMkLst>
        </pc:spChg>
        <pc:spChg chg="add mod">
          <ac:chgData name="Ms Alina Arshad" userId="cccdfd85-d35d-4453-9c6f-a463aae40722" providerId="ADAL" clId="{9D070D90-1526-4C33-8966-8ADF4EF98FAB}" dt="2024-08-26T09:49:59.992" v="242" actId="14100"/>
          <ac:spMkLst>
            <pc:docMk/>
            <pc:sldMk cId="195136698" sldId="396"/>
            <ac:spMk id="4" creationId="{EC782C3C-54D3-9B18-19A8-E0A2A4D1DF4A}"/>
          </ac:spMkLst>
        </pc:spChg>
        <pc:spChg chg="add">
          <ac:chgData name="Ms Alina Arshad" userId="cccdfd85-d35d-4453-9c6f-a463aae40722" providerId="ADAL" clId="{9D070D90-1526-4C33-8966-8ADF4EF98FAB}" dt="2024-08-26T09:49:45.156" v="239"/>
          <ac:spMkLst>
            <pc:docMk/>
            <pc:sldMk cId="195136698" sldId="396"/>
            <ac:spMk id="5" creationId="{DD9F2442-6369-3A35-4A3E-0B47D0C8A4F0}"/>
          </ac:spMkLst>
        </pc:spChg>
        <pc:spChg chg="add">
          <ac:chgData name="Ms Alina Arshad" userId="cccdfd85-d35d-4453-9c6f-a463aae40722" providerId="ADAL" clId="{9D070D90-1526-4C33-8966-8ADF4EF98FAB}" dt="2024-08-26T09:49:45.156" v="239"/>
          <ac:spMkLst>
            <pc:docMk/>
            <pc:sldMk cId="195136698" sldId="396"/>
            <ac:spMk id="6" creationId="{DFEC5ACE-098C-E847-DA0F-9EEFCAC48C76}"/>
          </ac:spMkLst>
        </pc:spChg>
      </pc:sldChg>
      <pc:sldChg chg="addSp delSp modSp new mod">
        <pc:chgData name="Ms Alina Arshad" userId="cccdfd85-d35d-4453-9c6f-a463aae40722" providerId="ADAL" clId="{9D070D90-1526-4C33-8966-8ADF4EF98FAB}" dt="2024-08-27T04:54:01.181" v="478" actId="20577"/>
        <pc:sldMkLst>
          <pc:docMk/>
          <pc:sldMk cId="2801136258" sldId="397"/>
        </pc:sldMkLst>
        <pc:spChg chg="add mod">
          <ac:chgData name="Ms Alina Arshad" userId="cccdfd85-d35d-4453-9c6f-a463aae40722" providerId="ADAL" clId="{9D070D90-1526-4C33-8966-8ADF4EF98FAB}" dt="2024-08-27T04:54:01.181" v="478" actId="20577"/>
          <ac:spMkLst>
            <pc:docMk/>
            <pc:sldMk cId="2801136258" sldId="397"/>
            <ac:spMk id="2" creationId="{0AA35CFD-1519-F917-F636-053D59CFD9D1}"/>
          </ac:spMkLst>
        </pc:spChg>
        <pc:spChg chg="add">
          <ac:chgData name="Ms Alina Arshad" userId="cccdfd85-d35d-4453-9c6f-a463aae40722" providerId="ADAL" clId="{9D070D90-1526-4C33-8966-8ADF4EF98FAB}" dt="2024-08-27T04:49:53.463" v="336"/>
          <ac:spMkLst>
            <pc:docMk/>
            <pc:sldMk cId="2801136258" sldId="397"/>
            <ac:spMk id="3" creationId="{1A518913-A396-ACDA-F801-842CC2F63381}"/>
          </ac:spMkLst>
        </pc:spChg>
        <pc:spChg chg="add del mod">
          <ac:chgData name="Ms Alina Arshad" userId="cccdfd85-d35d-4453-9c6f-a463aae40722" providerId="ADAL" clId="{9D070D90-1526-4C33-8966-8ADF4EF98FAB}" dt="2024-08-26T09:51:37.534" v="264" actId="478"/>
          <ac:spMkLst>
            <pc:docMk/>
            <pc:sldMk cId="2801136258" sldId="397"/>
            <ac:spMk id="3" creationId="{D417D5B8-68C8-6DC5-BEEC-D1BEBA8C2A61}"/>
          </ac:spMkLst>
        </pc:spChg>
        <pc:spChg chg="add mod">
          <ac:chgData name="Ms Alina Arshad" userId="cccdfd85-d35d-4453-9c6f-a463aae40722" providerId="ADAL" clId="{9D070D90-1526-4C33-8966-8ADF4EF98FAB}" dt="2024-08-26T09:51:57.527" v="269" actId="1076"/>
          <ac:spMkLst>
            <pc:docMk/>
            <pc:sldMk cId="2801136258" sldId="397"/>
            <ac:spMk id="4" creationId="{9F6CA550-4BA9-D211-315D-511871109AFE}"/>
          </ac:spMkLst>
        </pc:spChg>
      </pc:sldChg>
      <pc:sldChg chg="new del">
        <pc:chgData name="Ms Alina Arshad" userId="cccdfd85-d35d-4453-9c6f-a463aae40722" providerId="ADAL" clId="{9D070D90-1526-4C33-8966-8ADF4EF98FAB}" dt="2024-08-27T04:43:07.654" v="271" actId="47"/>
        <pc:sldMkLst>
          <pc:docMk/>
          <pc:sldMk cId="1625032331" sldId="398"/>
        </pc:sldMkLst>
      </pc:sldChg>
      <pc:sldChg chg="addSp modSp new mod">
        <pc:chgData name="Ms Alina Arshad" userId="cccdfd85-d35d-4453-9c6f-a463aae40722" providerId="ADAL" clId="{9D070D90-1526-4C33-8966-8ADF4EF98FAB}" dt="2024-08-27T04:46:49.038" v="312" actId="21"/>
        <pc:sldMkLst>
          <pc:docMk/>
          <pc:sldMk cId="2310894512" sldId="398"/>
        </pc:sldMkLst>
        <pc:graphicFrameChg chg="add mod modGraphic">
          <ac:chgData name="Ms Alina Arshad" userId="cccdfd85-d35d-4453-9c6f-a463aae40722" providerId="ADAL" clId="{9D070D90-1526-4C33-8966-8ADF4EF98FAB}" dt="2024-08-27T04:46:49.038" v="312" actId="21"/>
          <ac:graphicFrameMkLst>
            <pc:docMk/>
            <pc:sldMk cId="2310894512" sldId="398"/>
            <ac:graphicFrameMk id="2" creationId="{0805F1E4-B84C-1BA4-9718-16AA4D217A43}"/>
          </ac:graphicFrameMkLst>
        </pc:graphicFrameChg>
      </pc:sldChg>
      <pc:sldChg chg="addSp modSp new mod">
        <pc:chgData name="Ms Alina Arshad" userId="cccdfd85-d35d-4453-9c6f-a463aae40722" providerId="ADAL" clId="{9D070D90-1526-4C33-8966-8ADF4EF98FAB}" dt="2024-08-27T04:48:27.289" v="332" actId="1076"/>
        <pc:sldMkLst>
          <pc:docMk/>
          <pc:sldMk cId="4103277343" sldId="399"/>
        </pc:sldMkLst>
        <pc:spChg chg="add mod">
          <ac:chgData name="Ms Alina Arshad" userId="cccdfd85-d35d-4453-9c6f-a463aae40722" providerId="ADAL" clId="{9D070D90-1526-4C33-8966-8ADF4EF98FAB}" dt="2024-08-27T04:48:27.289" v="332" actId="1076"/>
          <ac:spMkLst>
            <pc:docMk/>
            <pc:sldMk cId="4103277343" sldId="399"/>
            <ac:spMk id="4" creationId="{4C670BC4-2223-4809-FDC3-575B071F5472}"/>
          </ac:spMkLst>
        </pc:spChg>
        <pc:graphicFrameChg chg="add mod modGraphic">
          <ac:chgData name="Ms Alina Arshad" userId="cccdfd85-d35d-4453-9c6f-a463aae40722" providerId="ADAL" clId="{9D070D90-1526-4C33-8966-8ADF4EF98FAB}" dt="2024-08-27T04:48:11.618" v="325" actId="1076"/>
          <ac:graphicFrameMkLst>
            <pc:docMk/>
            <pc:sldMk cId="4103277343" sldId="399"/>
            <ac:graphicFrameMk id="2" creationId="{6D781DE9-F107-AAE6-19E7-A44FE0997EAB}"/>
          </ac:graphicFrameMkLst>
        </pc:graphicFrameChg>
      </pc:sldChg>
    </pc:docChg>
  </pc:docChgLst>
  <pc:docChgLst>
    <pc:chgData name="Ms Alina Arshad" userId="cccdfd85-d35d-4453-9c6f-a463aae40722" providerId="ADAL" clId="{1C05DFB1-C023-4755-8788-6BFDA6690735}"/>
    <pc:docChg chg="undo custSel addSld delSld modSld sldOrd">
      <pc:chgData name="Ms Alina Arshad" userId="cccdfd85-d35d-4453-9c6f-a463aae40722" providerId="ADAL" clId="{1C05DFB1-C023-4755-8788-6BFDA6690735}" dt="2024-09-05T08:41:59.376" v="433" actId="20577"/>
      <pc:docMkLst>
        <pc:docMk/>
      </pc:docMkLst>
      <pc:sldChg chg="addSp delSp modSp mod">
        <pc:chgData name="Ms Alina Arshad" userId="cccdfd85-d35d-4453-9c6f-a463aae40722" providerId="ADAL" clId="{1C05DFB1-C023-4755-8788-6BFDA6690735}" dt="2024-09-05T08:41:59.376" v="433" actId="20577"/>
        <pc:sldMkLst>
          <pc:docMk/>
          <pc:sldMk cId="3322361034" sldId="256"/>
        </pc:sldMkLst>
        <pc:spChg chg="mod">
          <ac:chgData name="Ms Alina Arshad" userId="cccdfd85-d35d-4453-9c6f-a463aae40722" providerId="ADAL" clId="{1C05DFB1-C023-4755-8788-6BFDA6690735}" dt="2024-09-05T08:41:59.376" v="433" actId="20577"/>
          <ac:spMkLst>
            <pc:docMk/>
            <pc:sldMk cId="3322361034" sldId="256"/>
            <ac:spMk id="3" creationId="{44E9F82C-BBA7-3495-1097-BEDB54FFFDF4}"/>
          </ac:spMkLst>
        </pc:spChg>
        <pc:spChg chg="add del">
          <ac:chgData name="Ms Alina Arshad" userId="cccdfd85-d35d-4453-9c6f-a463aae40722" providerId="ADAL" clId="{1C05DFB1-C023-4755-8788-6BFDA6690735}" dt="2024-09-05T07:34:55.610" v="146" actId="22"/>
          <ac:spMkLst>
            <pc:docMk/>
            <pc:sldMk cId="3322361034" sldId="256"/>
            <ac:spMk id="6" creationId="{3CA1EAAA-F942-5EDF-87BE-7AA035157A05}"/>
          </ac:spMkLst>
        </pc:spChg>
      </pc:sldChg>
      <pc:sldChg chg="modSp add mod ord">
        <pc:chgData name="Ms Alina Arshad" userId="cccdfd85-d35d-4453-9c6f-a463aae40722" providerId="ADAL" clId="{1C05DFB1-C023-4755-8788-6BFDA6690735}" dt="2024-09-05T07:56:57.780" v="375"/>
        <pc:sldMkLst>
          <pc:docMk/>
          <pc:sldMk cId="0" sldId="361"/>
        </pc:sldMkLst>
        <pc:spChg chg="mod">
          <ac:chgData name="Ms Alina Arshad" userId="cccdfd85-d35d-4453-9c6f-a463aae40722" providerId="ADAL" clId="{1C05DFB1-C023-4755-8788-6BFDA6690735}" dt="2024-09-05T07:45:06.953" v="192" actId="1076"/>
          <ac:spMkLst>
            <pc:docMk/>
            <pc:sldMk cId="0" sldId="361"/>
            <ac:spMk id="11266" creationId="{CDFEA5A7-DD76-DB88-8CE1-C136689A729E}"/>
          </ac:spMkLst>
        </pc:spChg>
        <pc:picChg chg="mod">
          <ac:chgData name="Ms Alina Arshad" userId="cccdfd85-d35d-4453-9c6f-a463aae40722" providerId="ADAL" clId="{1C05DFB1-C023-4755-8788-6BFDA6690735}" dt="2024-09-05T07:45:09.937" v="193" actId="1076"/>
          <ac:picMkLst>
            <pc:docMk/>
            <pc:sldMk cId="0" sldId="361"/>
            <ac:picMk id="11267" creationId="{E07318DB-010A-9C35-EA2F-B3B619FB4F96}"/>
          </ac:picMkLst>
        </pc:picChg>
      </pc:sldChg>
      <pc:sldChg chg="modSp add mod ord">
        <pc:chgData name="Ms Alina Arshad" userId="cccdfd85-d35d-4453-9c6f-a463aae40722" providerId="ADAL" clId="{1C05DFB1-C023-4755-8788-6BFDA6690735}" dt="2024-09-05T08:14:11.075" v="401"/>
        <pc:sldMkLst>
          <pc:docMk/>
          <pc:sldMk cId="0" sldId="369"/>
        </pc:sldMkLst>
        <pc:spChg chg="mod">
          <ac:chgData name="Ms Alina Arshad" userId="cccdfd85-d35d-4453-9c6f-a463aae40722" providerId="ADAL" clId="{1C05DFB1-C023-4755-8788-6BFDA6690735}" dt="2024-09-05T07:50:23.356" v="262" actId="404"/>
          <ac:spMkLst>
            <pc:docMk/>
            <pc:sldMk cId="0" sldId="369"/>
            <ac:spMk id="4" creationId="{8E987808-8596-9880-3716-1A0FF1EDC058}"/>
          </ac:spMkLst>
        </pc:spChg>
        <pc:spChg chg="mod">
          <ac:chgData name="Ms Alina Arshad" userId="cccdfd85-d35d-4453-9c6f-a463aae40722" providerId="ADAL" clId="{1C05DFB1-C023-4755-8788-6BFDA6690735}" dt="2024-09-05T07:50:03.718" v="254" actId="1076"/>
          <ac:spMkLst>
            <pc:docMk/>
            <pc:sldMk cId="0" sldId="369"/>
            <ac:spMk id="17410" creationId="{DD6089CE-4A31-4A96-1F98-DDBB2C23FF42}"/>
          </ac:spMkLst>
        </pc:spChg>
        <pc:picChg chg="mod">
          <ac:chgData name="Ms Alina Arshad" userId="cccdfd85-d35d-4453-9c6f-a463aae40722" providerId="ADAL" clId="{1C05DFB1-C023-4755-8788-6BFDA6690735}" dt="2024-09-05T07:50:25.414" v="263" actId="1076"/>
          <ac:picMkLst>
            <pc:docMk/>
            <pc:sldMk cId="0" sldId="369"/>
            <ac:picMk id="17412" creationId="{A99781B3-ECFD-C897-E252-4DA1744B8C9F}"/>
          </ac:picMkLst>
        </pc:picChg>
      </pc:sldChg>
      <pc:sldChg chg="modSp add mod ord modAnim">
        <pc:chgData name="Ms Alina Arshad" userId="cccdfd85-d35d-4453-9c6f-a463aae40722" providerId="ADAL" clId="{1C05DFB1-C023-4755-8788-6BFDA6690735}" dt="2024-09-05T08:15:10.231" v="421"/>
        <pc:sldMkLst>
          <pc:docMk/>
          <pc:sldMk cId="0" sldId="370"/>
        </pc:sldMkLst>
        <pc:spChg chg="mod">
          <ac:chgData name="Ms Alina Arshad" userId="cccdfd85-d35d-4453-9c6f-a463aae40722" providerId="ADAL" clId="{1C05DFB1-C023-4755-8788-6BFDA6690735}" dt="2024-09-05T08:15:07.606" v="419" actId="12"/>
          <ac:spMkLst>
            <pc:docMk/>
            <pc:sldMk cId="0" sldId="370"/>
            <ac:spMk id="4" creationId="{1BF07008-22A4-D676-C9D6-7038ABDE0606}"/>
          </ac:spMkLst>
        </pc:spChg>
        <pc:spChg chg="mod">
          <ac:chgData name="Ms Alina Arshad" userId="cccdfd85-d35d-4453-9c6f-a463aae40722" providerId="ADAL" clId="{1C05DFB1-C023-4755-8788-6BFDA6690735}" dt="2024-09-05T07:51:17.485" v="281" actId="1076"/>
          <ac:spMkLst>
            <pc:docMk/>
            <pc:sldMk cId="0" sldId="370"/>
            <ac:spMk id="19458" creationId="{36059FCC-18D6-6332-D685-7C398C657D85}"/>
          </ac:spMkLst>
        </pc:spChg>
        <pc:picChg chg="mod">
          <ac:chgData name="Ms Alina Arshad" userId="cccdfd85-d35d-4453-9c6f-a463aae40722" providerId="ADAL" clId="{1C05DFB1-C023-4755-8788-6BFDA6690735}" dt="2024-09-05T07:51:56.269" v="290" actId="1076"/>
          <ac:picMkLst>
            <pc:docMk/>
            <pc:sldMk cId="0" sldId="370"/>
            <ac:picMk id="19460" creationId="{A9A59423-9CB7-223E-698D-5348E408B2CE}"/>
          </ac:picMkLst>
        </pc:picChg>
      </pc:sldChg>
      <pc:sldChg chg="modSp add mod ord">
        <pc:chgData name="Ms Alina Arshad" userId="cccdfd85-d35d-4453-9c6f-a463aae40722" providerId="ADAL" clId="{1C05DFB1-C023-4755-8788-6BFDA6690735}" dt="2024-09-05T08:14:54.414" v="413"/>
        <pc:sldMkLst>
          <pc:docMk/>
          <pc:sldMk cId="0" sldId="371"/>
        </pc:sldMkLst>
        <pc:spChg chg="mod">
          <ac:chgData name="Ms Alina Arshad" userId="cccdfd85-d35d-4453-9c6f-a463aae40722" providerId="ADAL" clId="{1C05DFB1-C023-4755-8788-6BFDA6690735}" dt="2024-09-05T07:51:07.444" v="278" actId="12"/>
          <ac:spMkLst>
            <pc:docMk/>
            <pc:sldMk cId="0" sldId="371"/>
            <ac:spMk id="6" creationId="{BFF2EC28-54EE-BE7B-18AD-61866F6E4477}"/>
          </ac:spMkLst>
        </pc:spChg>
        <pc:spChg chg="mod">
          <ac:chgData name="Ms Alina Arshad" userId="cccdfd85-d35d-4453-9c6f-a463aae40722" providerId="ADAL" clId="{1C05DFB1-C023-4755-8788-6BFDA6690735}" dt="2024-09-05T07:50:36.990" v="267" actId="1076"/>
          <ac:spMkLst>
            <pc:docMk/>
            <pc:sldMk cId="0" sldId="371"/>
            <ac:spMk id="18434" creationId="{CC853854-2B92-E747-813E-1CCD9BE5A87A}"/>
          </ac:spMkLst>
        </pc:spChg>
      </pc:sldChg>
      <pc:sldChg chg="del">
        <pc:chgData name="Ms Alina Arshad" userId="cccdfd85-d35d-4453-9c6f-a463aae40722" providerId="ADAL" clId="{1C05DFB1-C023-4755-8788-6BFDA6690735}" dt="2024-09-05T06:57:39.431" v="12" actId="47"/>
        <pc:sldMkLst>
          <pc:docMk/>
          <pc:sldMk cId="3002628608" sldId="371"/>
        </pc:sldMkLst>
      </pc:sldChg>
      <pc:sldChg chg="modSp add mod ord">
        <pc:chgData name="Ms Alina Arshad" userId="cccdfd85-d35d-4453-9c6f-a463aae40722" providerId="ADAL" clId="{1C05DFB1-C023-4755-8788-6BFDA6690735}" dt="2024-09-05T08:15:20.321" v="423"/>
        <pc:sldMkLst>
          <pc:docMk/>
          <pc:sldMk cId="0" sldId="372"/>
        </pc:sldMkLst>
        <pc:spChg chg="mod">
          <ac:chgData name="Ms Alina Arshad" userId="cccdfd85-d35d-4453-9c6f-a463aae40722" providerId="ADAL" clId="{1C05DFB1-C023-4755-8788-6BFDA6690735}" dt="2024-09-05T07:52:20.715" v="298" actId="12"/>
          <ac:spMkLst>
            <pc:docMk/>
            <pc:sldMk cId="0" sldId="372"/>
            <ac:spMk id="3" creationId="{3CE06910-2266-68E8-32AE-E6FCE586718E}"/>
          </ac:spMkLst>
        </pc:spChg>
        <pc:spChg chg="mod">
          <ac:chgData name="Ms Alina Arshad" userId="cccdfd85-d35d-4453-9c6f-a463aae40722" providerId="ADAL" clId="{1C05DFB1-C023-4755-8788-6BFDA6690735}" dt="2024-09-05T07:52:06.262" v="293" actId="1076"/>
          <ac:spMkLst>
            <pc:docMk/>
            <pc:sldMk cId="0" sldId="372"/>
            <ac:spMk id="20482" creationId="{66081410-0D97-977C-9351-D99DD14E7278}"/>
          </ac:spMkLst>
        </pc:spChg>
      </pc:sldChg>
      <pc:sldChg chg="modSp add mod">
        <pc:chgData name="Ms Alina Arshad" userId="cccdfd85-d35d-4453-9c6f-a463aae40722" providerId="ADAL" clId="{1C05DFB1-C023-4755-8788-6BFDA6690735}" dt="2024-09-05T07:52:36.823" v="306" actId="12"/>
        <pc:sldMkLst>
          <pc:docMk/>
          <pc:sldMk cId="0" sldId="376"/>
        </pc:sldMkLst>
        <pc:spChg chg="mod">
          <ac:chgData name="Ms Alina Arshad" userId="cccdfd85-d35d-4453-9c6f-a463aae40722" providerId="ADAL" clId="{1C05DFB1-C023-4755-8788-6BFDA6690735}" dt="2024-09-05T07:52:36.823" v="306" actId="12"/>
          <ac:spMkLst>
            <pc:docMk/>
            <pc:sldMk cId="0" sldId="376"/>
            <ac:spMk id="14339" creationId="{94A197E7-6DCB-57DA-E27C-724B31356253}"/>
          </ac:spMkLst>
        </pc:spChg>
        <pc:spChg chg="mod">
          <ac:chgData name="Ms Alina Arshad" userId="cccdfd85-d35d-4453-9c6f-a463aae40722" providerId="ADAL" clId="{1C05DFB1-C023-4755-8788-6BFDA6690735}" dt="2024-09-05T07:52:26.389" v="300" actId="113"/>
          <ac:spMkLst>
            <pc:docMk/>
            <pc:sldMk cId="0" sldId="376"/>
            <ac:spMk id="21506" creationId="{94B96EC9-3772-F192-36A7-9AEC2591F83D}"/>
          </ac:spMkLst>
        </pc:spChg>
      </pc:sldChg>
      <pc:sldChg chg="modSp add mod">
        <pc:chgData name="Ms Alina Arshad" userId="cccdfd85-d35d-4453-9c6f-a463aae40722" providerId="ADAL" clId="{1C05DFB1-C023-4755-8788-6BFDA6690735}" dt="2024-09-05T07:53:06.340" v="318" actId="113"/>
        <pc:sldMkLst>
          <pc:docMk/>
          <pc:sldMk cId="0" sldId="377"/>
        </pc:sldMkLst>
        <pc:spChg chg="mod">
          <ac:chgData name="Ms Alina Arshad" userId="cccdfd85-d35d-4453-9c6f-a463aae40722" providerId="ADAL" clId="{1C05DFB1-C023-4755-8788-6BFDA6690735}" dt="2024-09-05T07:53:06.340" v="318" actId="113"/>
          <ac:spMkLst>
            <pc:docMk/>
            <pc:sldMk cId="0" sldId="377"/>
            <ac:spMk id="14339" creationId="{146A747E-9050-5C65-BC4A-8D4836FF8395}"/>
          </ac:spMkLst>
        </pc:spChg>
        <pc:spChg chg="mod">
          <ac:chgData name="Ms Alina Arshad" userId="cccdfd85-d35d-4453-9c6f-a463aae40722" providerId="ADAL" clId="{1C05DFB1-C023-4755-8788-6BFDA6690735}" dt="2024-09-05T07:52:44.618" v="309" actId="14100"/>
          <ac:spMkLst>
            <pc:docMk/>
            <pc:sldMk cId="0" sldId="377"/>
            <ac:spMk id="22530" creationId="{7FF264FD-3FAC-696B-B23E-80C7D4989C57}"/>
          </ac:spMkLst>
        </pc:spChg>
      </pc:sldChg>
      <pc:sldChg chg="modSp add mod">
        <pc:chgData name="Ms Alina Arshad" userId="cccdfd85-d35d-4453-9c6f-a463aae40722" providerId="ADAL" clId="{1C05DFB1-C023-4755-8788-6BFDA6690735}" dt="2024-09-05T07:47:40.697" v="240" actId="5793"/>
        <pc:sldMkLst>
          <pc:docMk/>
          <pc:sldMk cId="0" sldId="378"/>
        </pc:sldMkLst>
        <pc:spChg chg="mod">
          <ac:chgData name="Ms Alina Arshad" userId="cccdfd85-d35d-4453-9c6f-a463aae40722" providerId="ADAL" clId="{1C05DFB1-C023-4755-8788-6BFDA6690735}" dt="2024-09-05T07:47:40.697" v="240" actId="5793"/>
          <ac:spMkLst>
            <pc:docMk/>
            <pc:sldMk cId="0" sldId="378"/>
            <ac:spMk id="3" creationId="{4D92009B-F46A-5A2A-9F0D-713E31A909F0}"/>
          </ac:spMkLst>
        </pc:spChg>
        <pc:spChg chg="mod">
          <ac:chgData name="Ms Alina Arshad" userId="cccdfd85-d35d-4453-9c6f-a463aae40722" providerId="ADAL" clId="{1C05DFB1-C023-4755-8788-6BFDA6690735}" dt="2024-09-05T07:47:30.328" v="235" actId="1076"/>
          <ac:spMkLst>
            <pc:docMk/>
            <pc:sldMk cId="0" sldId="378"/>
            <ac:spMk id="15362" creationId="{3442C437-2A5E-2C29-35CE-ED5EFF025000}"/>
          </ac:spMkLst>
        </pc:spChg>
      </pc:sldChg>
      <pc:sldChg chg="modSp add mod modAnim">
        <pc:chgData name="Ms Alina Arshad" userId="cccdfd85-d35d-4453-9c6f-a463aae40722" providerId="ADAL" clId="{1C05DFB1-C023-4755-8788-6BFDA6690735}" dt="2024-09-05T08:14:51.102" v="411" actId="20577"/>
        <pc:sldMkLst>
          <pc:docMk/>
          <pc:sldMk cId="0" sldId="379"/>
        </pc:sldMkLst>
        <pc:spChg chg="mod">
          <ac:chgData name="Ms Alina Arshad" userId="cccdfd85-d35d-4453-9c6f-a463aae40722" providerId="ADAL" clId="{1C05DFB1-C023-4755-8788-6BFDA6690735}" dt="2024-09-05T08:14:51.102" v="411" actId="20577"/>
          <ac:spMkLst>
            <pc:docMk/>
            <pc:sldMk cId="0" sldId="379"/>
            <ac:spMk id="3" creationId="{61195190-11D2-11B5-78F3-47F19F95C21B}"/>
          </ac:spMkLst>
        </pc:spChg>
        <pc:spChg chg="mod">
          <ac:chgData name="Ms Alina Arshad" userId="cccdfd85-d35d-4453-9c6f-a463aae40722" providerId="ADAL" clId="{1C05DFB1-C023-4755-8788-6BFDA6690735}" dt="2024-09-05T07:47:52.400" v="243" actId="1076"/>
          <ac:spMkLst>
            <pc:docMk/>
            <pc:sldMk cId="0" sldId="379"/>
            <ac:spMk id="16386" creationId="{0F49AA23-905E-F20F-088A-5E8560F2BB65}"/>
          </ac:spMkLst>
        </pc:spChg>
      </pc:sldChg>
      <pc:sldChg chg="modSp add mod modAnim">
        <pc:chgData name="Ms Alina Arshad" userId="cccdfd85-d35d-4453-9c6f-a463aae40722" providerId="ADAL" clId="{1C05DFB1-C023-4755-8788-6BFDA6690735}" dt="2024-09-05T07:43:18.362" v="180" actId="5793"/>
        <pc:sldMkLst>
          <pc:docMk/>
          <pc:sldMk cId="0" sldId="383"/>
        </pc:sldMkLst>
        <pc:spChg chg="mod">
          <ac:chgData name="Ms Alina Arshad" userId="cccdfd85-d35d-4453-9c6f-a463aae40722" providerId="ADAL" clId="{1C05DFB1-C023-4755-8788-6BFDA6690735}" dt="2024-09-05T07:43:18.362" v="180" actId="5793"/>
          <ac:spMkLst>
            <pc:docMk/>
            <pc:sldMk cId="0" sldId="383"/>
            <ac:spMk id="3" creationId="{C2FC69E0-7DD3-4C45-6AFE-2872EF17DC2F}"/>
          </ac:spMkLst>
        </pc:spChg>
        <pc:spChg chg="mod">
          <ac:chgData name="Ms Alina Arshad" userId="cccdfd85-d35d-4453-9c6f-a463aae40722" providerId="ADAL" clId="{1C05DFB1-C023-4755-8788-6BFDA6690735}" dt="2024-09-05T07:42:53.024" v="172" actId="20577"/>
          <ac:spMkLst>
            <pc:docMk/>
            <pc:sldMk cId="0" sldId="383"/>
            <ac:spMk id="9218" creationId="{7D46923B-4293-0392-7CA6-15541CC5E291}"/>
          </ac:spMkLst>
        </pc:spChg>
      </pc:sldChg>
      <pc:sldChg chg="modSp add mod">
        <pc:chgData name="Ms Alina Arshad" userId="cccdfd85-d35d-4453-9c6f-a463aae40722" providerId="ADAL" clId="{1C05DFB1-C023-4755-8788-6BFDA6690735}" dt="2024-09-05T07:44:56.003" v="189" actId="14100"/>
        <pc:sldMkLst>
          <pc:docMk/>
          <pc:sldMk cId="0" sldId="384"/>
        </pc:sldMkLst>
        <pc:spChg chg="mod">
          <ac:chgData name="Ms Alina Arshad" userId="cccdfd85-d35d-4453-9c6f-a463aae40722" providerId="ADAL" clId="{1C05DFB1-C023-4755-8788-6BFDA6690735}" dt="2024-09-05T07:44:56.003" v="189" actId="14100"/>
          <ac:spMkLst>
            <pc:docMk/>
            <pc:sldMk cId="0" sldId="384"/>
            <ac:spMk id="3" creationId="{C634E1DB-E2BA-2AFF-7108-3E751B986BF9}"/>
          </ac:spMkLst>
        </pc:spChg>
        <pc:spChg chg="mod">
          <ac:chgData name="Ms Alina Arshad" userId="cccdfd85-d35d-4453-9c6f-a463aae40722" providerId="ADAL" clId="{1C05DFB1-C023-4755-8788-6BFDA6690735}" dt="2024-09-05T07:44:40.769" v="183" actId="1076"/>
          <ac:spMkLst>
            <pc:docMk/>
            <pc:sldMk cId="0" sldId="384"/>
            <ac:spMk id="10242" creationId="{50DB1E3C-43B1-2632-8424-D1FFA8841F47}"/>
          </ac:spMkLst>
        </pc:spChg>
      </pc:sldChg>
      <pc:sldChg chg="modSp add mod">
        <pc:chgData name="Ms Alina Arshad" userId="cccdfd85-d35d-4453-9c6f-a463aae40722" providerId="ADAL" clId="{1C05DFB1-C023-4755-8788-6BFDA6690735}" dt="2024-09-05T07:46:39.842" v="219" actId="12"/>
        <pc:sldMkLst>
          <pc:docMk/>
          <pc:sldMk cId="0" sldId="385"/>
        </pc:sldMkLst>
        <pc:spChg chg="mod">
          <ac:chgData name="Ms Alina Arshad" userId="cccdfd85-d35d-4453-9c6f-a463aae40722" providerId="ADAL" clId="{1C05DFB1-C023-4755-8788-6BFDA6690735}" dt="2024-09-05T07:46:39.842" v="219" actId="12"/>
          <ac:spMkLst>
            <pc:docMk/>
            <pc:sldMk cId="0" sldId="385"/>
            <ac:spMk id="3" creationId="{379A78FA-6D74-14F8-2672-ED7E5F387EF1}"/>
          </ac:spMkLst>
        </pc:spChg>
        <pc:spChg chg="mod">
          <ac:chgData name="Ms Alina Arshad" userId="cccdfd85-d35d-4453-9c6f-a463aae40722" providerId="ADAL" clId="{1C05DFB1-C023-4755-8788-6BFDA6690735}" dt="2024-09-05T07:46:15.304" v="212" actId="1076"/>
          <ac:spMkLst>
            <pc:docMk/>
            <pc:sldMk cId="0" sldId="385"/>
            <ac:spMk id="13314" creationId="{732ED189-5E03-CB9F-F411-B5D3F802C357}"/>
          </ac:spMkLst>
        </pc:spChg>
      </pc:sldChg>
      <pc:sldChg chg="modSp add mod">
        <pc:chgData name="Ms Alina Arshad" userId="cccdfd85-d35d-4453-9c6f-a463aae40722" providerId="ADAL" clId="{1C05DFB1-C023-4755-8788-6BFDA6690735}" dt="2024-09-05T07:47:20.829" v="232" actId="403"/>
        <pc:sldMkLst>
          <pc:docMk/>
          <pc:sldMk cId="0" sldId="386"/>
        </pc:sldMkLst>
        <pc:spChg chg="mod">
          <ac:chgData name="Ms Alina Arshad" userId="cccdfd85-d35d-4453-9c6f-a463aae40722" providerId="ADAL" clId="{1C05DFB1-C023-4755-8788-6BFDA6690735}" dt="2024-09-05T07:47:20.829" v="232" actId="403"/>
          <ac:spMkLst>
            <pc:docMk/>
            <pc:sldMk cId="0" sldId="386"/>
            <ac:spMk id="3" creationId="{0ADDFDD8-BEF2-6FD9-6843-39FB18C7F97C}"/>
          </ac:spMkLst>
        </pc:spChg>
        <pc:spChg chg="mod">
          <ac:chgData name="Ms Alina Arshad" userId="cccdfd85-d35d-4453-9c6f-a463aae40722" providerId="ADAL" clId="{1C05DFB1-C023-4755-8788-6BFDA6690735}" dt="2024-09-05T07:46:47.656" v="222" actId="1076"/>
          <ac:spMkLst>
            <pc:docMk/>
            <pc:sldMk cId="0" sldId="386"/>
            <ac:spMk id="14338" creationId="{B83E9FFA-704B-66F4-F1D7-6A91C9C11149}"/>
          </ac:spMkLst>
        </pc:spChg>
      </pc:sldChg>
      <pc:sldChg chg="modSp add mod modAnim">
        <pc:chgData name="Ms Alina Arshad" userId="cccdfd85-d35d-4453-9c6f-a463aae40722" providerId="ADAL" clId="{1C05DFB1-C023-4755-8788-6BFDA6690735}" dt="2024-09-05T07:54:35.206" v="338" actId="20577"/>
        <pc:sldMkLst>
          <pc:docMk/>
          <pc:sldMk cId="0" sldId="387"/>
        </pc:sldMkLst>
        <pc:spChg chg="mod">
          <ac:chgData name="Ms Alina Arshad" userId="cccdfd85-d35d-4453-9c6f-a463aae40722" providerId="ADAL" clId="{1C05DFB1-C023-4755-8788-6BFDA6690735}" dt="2024-09-05T07:54:35.206" v="338" actId="20577"/>
          <ac:spMkLst>
            <pc:docMk/>
            <pc:sldMk cId="0" sldId="387"/>
            <ac:spMk id="13315" creationId="{531687A9-A3D6-897B-44B5-C9FB8F83C570}"/>
          </ac:spMkLst>
        </pc:spChg>
        <pc:spChg chg="mod">
          <ac:chgData name="Ms Alina Arshad" userId="cccdfd85-d35d-4453-9c6f-a463aae40722" providerId="ADAL" clId="{1C05DFB1-C023-4755-8788-6BFDA6690735}" dt="2024-09-05T07:53:54.999" v="320" actId="113"/>
          <ac:spMkLst>
            <pc:docMk/>
            <pc:sldMk cId="0" sldId="387"/>
            <ac:spMk id="23554" creationId="{5CC3658E-AF25-BB3C-3809-6442770ED61D}"/>
          </ac:spMkLst>
        </pc:spChg>
      </pc:sldChg>
      <pc:sldChg chg="modSp add mod">
        <pc:chgData name="Ms Alina Arshad" userId="cccdfd85-d35d-4453-9c6f-a463aae40722" providerId="ADAL" clId="{1C05DFB1-C023-4755-8788-6BFDA6690735}" dt="2024-09-05T07:55:35.887" v="366" actId="404"/>
        <pc:sldMkLst>
          <pc:docMk/>
          <pc:sldMk cId="0" sldId="388"/>
        </pc:sldMkLst>
        <pc:spChg chg="mod">
          <ac:chgData name="Ms Alina Arshad" userId="cccdfd85-d35d-4453-9c6f-a463aae40722" providerId="ADAL" clId="{1C05DFB1-C023-4755-8788-6BFDA6690735}" dt="2024-09-05T07:55:35.887" v="366" actId="404"/>
          <ac:spMkLst>
            <pc:docMk/>
            <pc:sldMk cId="0" sldId="388"/>
            <ac:spMk id="12291" creationId="{A4229261-4050-E940-E2CC-E6C349C00026}"/>
          </ac:spMkLst>
        </pc:spChg>
        <pc:spChg chg="mod">
          <ac:chgData name="Ms Alina Arshad" userId="cccdfd85-d35d-4453-9c6f-a463aae40722" providerId="ADAL" clId="{1C05DFB1-C023-4755-8788-6BFDA6690735}" dt="2024-09-05T07:54:43.782" v="340" actId="113"/>
          <ac:spMkLst>
            <pc:docMk/>
            <pc:sldMk cId="0" sldId="388"/>
            <ac:spMk id="25602" creationId="{B6BE0445-8A2A-E89B-D80A-2E7BB69D894C}"/>
          </ac:spMkLst>
        </pc:spChg>
        <pc:picChg chg="mod">
          <ac:chgData name="Ms Alina Arshad" userId="cccdfd85-d35d-4453-9c6f-a463aae40722" providerId="ADAL" clId="{1C05DFB1-C023-4755-8788-6BFDA6690735}" dt="2024-09-05T07:55:30.652" v="363" actId="1076"/>
          <ac:picMkLst>
            <pc:docMk/>
            <pc:sldMk cId="0" sldId="388"/>
            <ac:picMk id="4" creationId="{DC97E133-31CE-26D9-EDB0-C1FF1455F237}"/>
          </ac:picMkLst>
        </pc:picChg>
      </pc:sldChg>
      <pc:sldChg chg="add">
        <pc:chgData name="Ms Alina Arshad" userId="cccdfd85-d35d-4453-9c6f-a463aae40722" providerId="ADAL" clId="{1C05DFB1-C023-4755-8788-6BFDA6690735}" dt="2024-09-05T07:35:18.954" v="147"/>
        <pc:sldMkLst>
          <pc:docMk/>
          <pc:sldMk cId="0" sldId="389"/>
        </pc:sldMkLst>
      </pc:sldChg>
      <pc:sldChg chg="modSp add mod">
        <pc:chgData name="Ms Alina Arshad" userId="cccdfd85-d35d-4453-9c6f-a463aae40722" providerId="ADAL" clId="{1C05DFB1-C023-4755-8788-6BFDA6690735}" dt="2024-09-05T07:46:09.888" v="210" actId="1076"/>
        <pc:sldMkLst>
          <pc:docMk/>
          <pc:sldMk cId="0" sldId="390"/>
        </pc:sldMkLst>
        <pc:spChg chg="mod">
          <ac:chgData name="Ms Alina Arshad" userId="cccdfd85-d35d-4453-9c6f-a463aae40722" providerId="ADAL" clId="{1C05DFB1-C023-4755-8788-6BFDA6690735}" dt="2024-09-05T07:45:21.202" v="195" actId="207"/>
          <ac:spMkLst>
            <pc:docMk/>
            <pc:sldMk cId="0" sldId="390"/>
            <ac:spMk id="12290" creationId="{8E0F0A77-C487-B84C-9097-D4771F55B8EE}"/>
          </ac:spMkLst>
        </pc:spChg>
        <pc:spChg chg="mod">
          <ac:chgData name="Ms Alina Arshad" userId="cccdfd85-d35d-4453-9c6f-a463aae40722" providerId="ADAL" clId="{1C05DFB1-C023-4755-8788-6BFDA6690735}" dt="2024-09-05T07:46:09.888" v="210" actId="1076"/>
          <ac:spMkLst>
            <pc:docMk/>
            <pc:sldMk cId="0" sldId="390"/>
            <ac:spMk id="14339" creationId="{0243372F-21F0-51E3-14C0-24B5D136C36E}"/>
          </ac:spMkLst>
        </pc:spChg>
      </pc:sldChg>
      <pc:sldChg chg="modSp add mod">
        <pc:chgData name="Ms Alina Arshad" userId="cccdfd85-d35d-4453-9c6f-a463aae40722" providerId="ADAL" clId="{1C05DFB1-C023-4755-8788-6BFDA6690735}" dt="2024-09-05T07:55:45.781" v="369" actId="1076"/>
        <pc:sldMkLst>
          <pc:docMk/>
          <pc:sldMk cId="0" sldId="391"/>
        </pc:sldMkLst>
        <pc:spChg chg="mod">
          <ac:chgData name="Ms Alina Arshad" userId="cccdfd85-d35d-4453-9c6f-a463aae40722" providerId="ADAL" clId="{1C05DFB1-C023-4755-8788-6BFDA6690735}" dt="2024-09-05T07:55:45.781" v="369" actId="1076"/>
          <ac:spMkLst>
            <pc:docMk/>
            <pc:sldMk cId="0" sldId="391"/>
            <ac:spMk id="26626" creationId="{0FEEB420-FF9F-896C-19FE-30B0D95ADF93}"/>
          </ac:spMkLst>
        </pc:spChg>
      </pc:sldChg>
      <pc:sldChg chg="del">
        <pc:chgData name="Ms Alina Arshad" userId="cccdfd85-d35d-4453-9c6f-a463aae40722" providerId="ADAL" clId="{1C05DFB1-C023-4755-8788-6BFDA6690735}" dt="2024-09-05T06:57:35.413" v="0" actId="47"/>
        <pc:sldMkLst>
          <pc:docMk/>
          <pc:sldMk cId="3567501205" sldId="393"/>
        </pc:sldMkLst>
      </pc:sldChg>
      <pc:sldChg chg="del">
        <pc:chgData name="Ms Alina Arshad" userId="cccdfd85-d35d-4453-9c6f-a463aae40722" providerId="ADAL" clId="{1C05DFB1-C023-4755-8788-6BFDA6690735}" dt="2024-09-05T06:57:36.202" v="3" actId="47"/>
        <pc:sldMkLst>
          <pc:docMk/>
          <pc:sldMk cId="2835579431" sldId="396"/>
        </pc:sldMkLst>
      </pc:sldChg>
      <pc:sldChg chg="del">
        <pc:chgData name="Ms Alina Arshad" userId="cccdfd85-d35d-4453-9c6f-a463aae40722" providerId="ADAL" clId="{1C05DFB1-C023-4755-8788-6BFDA6690735}" dt="2024-09-05T06:57:35.685" v="1" actId="47"/>
        <pc:sldMkLst>
          <pc:docMk/>
          <pc:sldMk cId="3038092496" sldId="400"/>
        </pc:sldMkLst>
      </pc:sldChg>
      <pc:sldChg chg="del">
        <pc:chgData name="Ms Alina Arshad" userId="cccdfd85-d35d-4453-9c6f-a463aae40722" providerId="ADAL" clId="{1C05DFB1-C023-4755-8788-6BFDA6690735}" dt="2024-09-05T06:57:35.968" v="2" actId="47"/>
        <pc:sldMkLst>
          <pc:docMk/>
          <pc:sldMk cId="2157527746" sldId="401"/>
        </pc:sldMkLst>
      </pc:sldChg>
      <pc:sldChg chg="del">
        <pc:chgData name="Ms Alina Arshad" userId="cccdfd85-d35d-4453-9c6f-a463aae40722" providerId="ADAL" clId="{1C05DFB1-C023-4755-8788-6BFDA6690735}" dt="2024-09-05T06:57:36.358" v="4" actId="47"/>
        <pc:sldMkLst>
          <pc:docMk/>
          <pc:sldMk cId="2990775597" sldId="402"/>
        </pc:sldMkLst>
      </pc:sldChg>
      <pc:sldChg chg="del">
        <pc:chgData name="Ms Alina Arshad" userId="cccdfd85-d35d-4453-9c6f-a463aae40722" providerId="ADAL" clId="{1C05DFB1-C023-4755-8788-6BFDA6690735}" dt="2024-09-05T06:57:36.546" v="5" actId="47"/>
        <pc:sldMkLst>
          <pc:docMk/>
          <pc:sldMk cId="1130882444" sldId="403"/>
        </pc:sldMkLst>
      </pc:sldChg>
      <pc:sldChg chg="del">
        <pc:chgData name="Ms Alina Arshad" userId="cccdfd85-d35d-4453-9c6f-a463aae40722" providerId="ADAL" clId="{1C05DFB1-C023-4755-8788-6BFDA6690735}" dt="2024-09-05T06:57:36.694" v="6" actId="47"/>
        <pc:sldMkLst>
          <pc:docMk/>
          <pc:sldMk cId="1416402" sldId="404"/>
        </pc:sldMkLst>
      </pc:sldChg>
      <pc:sldChg chg="del">
        <pc:chgData name="Ms Alina Arshad" userId="cccdfd85-d35d-4453-9c6f-a463aae40722" providerId="ADAL" clId="{1C05DFB1-C023-4755-8788-6BFDA6690735}" dt="2024-09-05T06:57:38.006" v="7" actId="47"/>
        <pc:sldMkLst>
          <pc:docMk/>
          <pc:sldMk cId="3071036191" sldId="405"/>
        </pc:sldMkLst>
      </pc:sldChg>
      <pc:sldChg chg="del">
        <pc:chgData name="Ms Alina Arshad" userId="cccdfd85-d35d-4453-9c6f-a463aae40722" providerId="ADAL" clId="{1C05DFB1-C023-4755-8788-6BFDA6690735}" dt="2024-09-05T06:57:38.244" v="8" actId="47"/>
        <pc:sldMkLst>
          <pc:docMk/>
          <pc:sldMk cId="1110637184" sldId="406"/>
        </pc:sldMkLst>
      </pc:sldChg>
      <pc:sldChg chg="del">
        <pc:chgData name="Ms Alina Arshad" userId="cccdfd85-d35d-4453-9c6f-a463aae40722" providerId="ADAL" clId="{1C05DFB1-C023-4755-8788-6BFDA6690735}" dt="2024-09-05T06:57:38.415" v="9" actId="47"/>
        <pc:sldMkLst>
          <pc:docMk/>
          <pc:sldMk cId="261616852" sldId="407"/>
        </pc:sldMkLst>
      </pc:sldChg>
      <pc:sldChg chg="del">
        <pc:chgData name="Ms Alina Arshad" userId="cccdfd85-d35d-4453-9c6f-a463aae40722" providerId="ADAL" clId="{1C05DFB1-C023-4755-8788-6BFDA6690735}" dt="2024-09-05T06:57:38.587" v="10" actId="47"/>
        <pc:sldMkLst>
          <pc:docMk/>
          <pc:sldMk cId="2553615988" sldId="409"/>
        </pc:sldMkLst>
      </pc:sldChg>
      <pc:sldChg chg="del">
        <pc:chgData name="Ms Alina Arshad" userId="cccdfd85-d35d-4453-9c6f-a463aae40722" providerId="ADAL" clId="{1C05DFB1-C023-4755-8788-6BFDA6690735}" dt="2024-09-05T06:57:38.947" v="11" actId="47"/>
        <pc:sldMkLst>
          <pc:docMk/>
          <pc:sldMk cId="515654138" sldId="410"/>
        </pc:sldMkLst>
      </pc:sldChg>
      <pc:sldChg chg="del">
        <pc:chgData name="Ms Alina Arshad" userId="cccdfd85-d35d-4453-9c6f-a463aae40722" providerId="ADAL" clId="{1C05DFB1-C023-4755-8788-6BFDA6690735}" dt="2024-09-05T06:57:39.759" v="13" actId="47"/>
        <pc:sldMkLst>
          <pc:docMk/>
          <pc:sldMk cId="317315783" sldId="412"/>
        </pc:sldMkLst>
      </pc:sldChg>
      <pc:sldChg chg="delSp modSp add del mod">
        <pc:chgData name="Ms Alina Arshad" userId="cccdfd85-d35d-4453-9c6f-a463aae40722" providerId="ADAL" clId="{1C05DFB1-C023-4755-8788-6BFDA6690735}" dt="2024-09-05T07:16:52.386" v="23" actId="47"/>
        <pc:sldMkLst>
          <pc:docMk/>
          <pc:sldMk cId="8447295" sldId="436"/>
        </pc:sldMkLst>
        <pc:spChg chg="mod">
          <ac:chgData name="Ms Alina Arshad" userId="cccdfd85-d35d-4453-9c6f-a463aae40722" providerId="ADAL" clId="{1C05DFB1-C023-4755-8788-6BFDA6690735}" dt="2024-09-05T07:12:06.985" v="21" actId="1076"/>
          <ac:spMkLst>
            <pc:docMk/>
            <pc:sldMk cId="8447295" sldId="436"/>
            <ac:spMk id="2" creationId="{00000000-0000-0000-0000-000000000000}"/>
          </ac:spMkLst>
        </pc:spChg>
        <pc:spChg chg="del">
          <ac:chgData name="Ms Alina Arshad" userId="cccdfd85-d35d-4453-9c6f-a463aae40722" providerId="ADAL" clId="{1C05DFB1-C023-4755-8788-6BFDA6690735}" dt="2024-09-05T07:12:10.600" v="22" actId="478"/>
          <ac:spMkLst>
            <pc:docMk/>
            <pc:sldMk cId="8447295" sldId="436"/>
            <ac:spMk id="4" creationId="{00000000-0000-0000-0000-000000000000}"/>
          </ac:spMkLst>
        </pc:spChg>
      </pc:sldChg>
      <pc:sldChg chg="delSp modSp add mod ord">
        <pc:chgData name="Ms Alina Arshad" userId="cccdfd85-d35d-4453-9c6f-a463aae40722" providerId="ADAL" clId="{1C05DFB1-C023-4755-8788-6BFDA6690735}" dt="2024-09-05T07:56:56.253" v="373"/>
        <pc:sldMkLst>
          <pc:docMk/>
          <pc:sldMk cId="1737629093" sldId="438"/>
        </pc:sldMkLst>
        <pc:spChg chg="mod">
          <ac:chgData name="Ms Alina Arshad" userId="cccdfd85-d35d-4453-9c6f-a463aae40722" providerId="ADAL" clId="{1C05DFB1-C023-4755-8788-6BFDA6690735}" dt="2024-09-05T07:18:13.492" v="31" actId="20577"/>
          <ac:spMkLst>
            <pc:docMk/>
            <pc:sldMk cId="1737629093" sldId="438"/>
            <ac:spMk id="2" creationId="{00000000-0000-0000-0000-000000000000}"/>
          </ac:spMkLst>
        </pc:spChg>
        <pc:spChg chg="mod">
          <ac:chgData name="Ms Alina Arshad" userId="cccdfd85-d35d-4453-9c6f-a463aae40722" providerId="ADAL" clId="{1C05DFB1-C023-4755-8788-6BFDA6690735}" dt="2024-09-05T07:19:24.244" v="46" actId="12"/>
          <ac:spMkLst>
            <pc:docMk/>
            <pc:sldMk cId="1737629093" sldId="438"/>
            <ac:spMk id="3" creationId="{00000000-0000-0000-0000-000000000000}"/>
          </ac:spMkLst>
        </pc:spChg>
        <pc:spChg chg="del">
          <ac:chgData name="Ms Alina Arshad" userId="cccdfd85-d35d-4453-9c6f-a463aae40722" providerId="ADAL" clId="{1C05DFB1-C023-4755-8788-6BFDA6690735}" dt="2024-09-05T07:17:30.423" v="29" actId="478"/>
          <ac:spMkLst>
            <pc:docMk/>
            <pc:sldMk cId="1737629093" sldId="438"/>
            <ac:spMk id="4" creationId="{00000000-0000-0000-0000-000000000000}"/>
          </ac:spMkLst>
        </pc:spChg>
        <pc:spChg chg="del">
          <ac:chgData name="Ms Alina Arshad" userId="cccdfd85-d35d-4453-9c6f-a463aae40722" providerId="ADAL" clId="{1C05DFB1-C023-4755-8788-6BFDA6690735}" dt="2024-09-05T07:17:33.157" v="30" actId="478"/>
          <ac:spMkLst>
            <pc:docMk/>
            <pc:sldMk cId="1737629093" sldId="438"/>
            <ac:spMk id="5" creationId="{00000000-0000-0000-0000-000000000000}"/>
          </ac:spMkLst>
        </pc:spChg>
      </pc:sldChg>
      <pc:sldChg chg="add">
        <pc:chgData name="Ms Alina Arshad" userId="cccdfd85-d35d-4453-9c6f-a463aae40722" providerId="ADAL" clId="{1C05DFB1-C023-4755-8788-6BFDA6690735}" dt="2024-09-05T07:57:33.427" v="377"/>
        <pc:sldMkLst>
          <pc:docMk/>
          <pc:sldMk cId="2841578013" sldId="439"/>
        </pc:sldMkLst>
      </pc:sldChg>
      <pc:sldChg chg="delSp modSp add del mod">
        <pc:chgData name="Ms Alina Arshad" userId="cccdfd85-d35d-4453-9c6f-a463aae40722" providerId="ADAL" clId="{1C05DFB1-C023-4755-8788-6BFDA6690735}" dt="2024-09-05T07:57:27.448" v="376" actId="2696"/>
        <pc:sldMkLst>
          <pc:docMk/>
          <pc:sldMk cId="4097389567" sldId="439"/>
        </pc:sldMkLst>
        <pc:spChg chg="mod">
          <ac:chgData name="Ms Alina Arshad" userId="cccdfd85-d35d-4453-9c6f-a463aae40722" providerId="ADAL" clId="{1C05DFB1-C023-4755-8788-6BFDA6690735}" dt="2024-09-05T07:18:53.327" v="37" actId="27636"/>
          <ac:spMkLst>
            <pc:docMk/>
            <pc:sldMk cId="4097389567" sldId="439"/>
            <ac:spMk id="2" creationId="{00000000-0000-0000-0000-000000000000}"/>
          </ac:spMkLst>
        </pc:spChg>
        <pc:spChg chg="del">
          <ac:chgData name="Ms Alina Arshad" userId="cccdfd85-d35d-4453-9c6f-a463aae40722" providerId="ADAL" clId="{1C05DFB1-C023-4755-8788-6BFDA6690735}" dt="2024-09-05T07:18:55.967" v="38" actId="478"/>
          <ac:spMkLst>
            <pc:docMk/>
            <pc:sldMk cId="4097389567" sldId="439"/>
            <ac:spMk id="4" creationId="{00000000-0000-0000-0000-000000000000}"/>
          </ac:spMkLst>
        </pc:spChg>
        <pc:spChg chg="del">
          <ac:chgData name="Ms Alina Arshad" userId="cccdfd85-d35d-4453-9c6f-a463aae40722" providerId="ADAL" clId="{1C05DFB1-C023-4755-8788-6BFDA6690735}" dt="2024-09-05T07:18:57.947" v="39" actId="478"/>
          <ac:spMkLst>
            <pc:docMk/>
            <pc:sldMk cId="4097389567" sldId="439"/>
            <ac:spMk id="5" creationId="{00000000-0000-0000-0000-000000000000}"/>
          </ac:spMkLst>
        </pc:spChg>
      </pc:sldChg>
      <pc:sldChg chg="delSp modSp add del mod">
        <pc:chgData name="Ms Alina Arshad" userId="cccdfd85-d35d-4453-9c6f-a463aae40722" providerId="ADAL" clId="{1C05DFB1-C023-4755-8788-6BFDA6690735}" dt="2024-09-05T07:57:27.448" v="376" actId="2696"/>
        <pc:sldMkLst>
          <pc:docMk/>
          <pc:sldMk cId="1869326336" sldId="440"/>
        </pc:sldMkLst>
        <pc:spChg chg="mod">
          <ac:chgData name="Ms Alina Arshad" userId="cccdfd85-d35d-4453-9c6f-a463aae40722" providerId="ADAL" clId="{1C05DFB1-C023-4755-8788-6BFDA6690735}" dt="2024-09-05T07:21:34.853" v="52" actId="14100"/>
          <ac:spMkLst>
            <pc:docMk/>
            <pc:sldMk cId="1869326336" sldId="440"/>
            <ac:spMk id="2" creationId="{00000000-0000-0000-0000-000000000000}"/>
          </ac:spMkLst>
        </pc:spChg>
        <pc:spChg chg="del">
          <ac:chgData name="Ms Alina Arshad" userId="cccdfd85-d35d-4453-9c6f-a463aae40722" providerId="ADAL" clId="{1C05DFB1-C023-4755-8788-6BFDA6690735}" dt="2024-09-05T07:21:23.813" v="47" actId="478"/>
          <ac:spMkLst>
            <pc:docMk/>
            <pc:sldMk cId="1869326336" sldId="440"/>
            <ac:spMk id="4" creationId="{00000000-0000-0000-0000-000000000000}"/>
          </ac:spMkLst>
        </pc:spChg>
        <pc:spChg chg="del">
          <ac:chgData name="Ms Alina Arshad" userId="cccdfd85-d35d-4453-9c6f-a463aae40722" providerId="ADAL" clId="{1C05DFB1-C023-4755-8788-6BFDA6690735}" dt="2024-09-05T07:21:25.622" v="48" actId="478"/>
          <ac:spMkLst>
            <pc:docMk/>
            <pc:sldMk cId="1869326336" sldId="440"/>
            <ac:spMk id="5" creationId="{00000000-0000-0000-0000-000000000000}"/>
          </ac:spMkLst>
        </pc:spChg>
        <pc:picChg chg="mod">
          <ac:chgData name="Ms Alina Arshad" userId="cccdfd85-d35d-4453-9c6f-a463aae40722" providerId="ADAL" clId="{1C05DFB1-C023-4755-8788-6BFDA6690735}" dt="2024-09-05T07:21:38.145" v="53" actId="1076"/>
          <ac:picMkLst>
            <pc:docMk/>
            <pc:sldMk cId="1869326336" sldId="440"/>
            <ac:picMk id="6" creationId="{00000000-0000-0000-0000-000000000000}"/>
          </ac:picMkLst>
        </pc:picChg>
      </pc:sldChg>
      <pc:sldChg chg="add">
        <pc:chgData name="Ms Alina Arshad" userId="cccdfd85-d35d-4453-9c6f-a463aae40722" providerId="ADAL" clId="{1C05DFB1-C023-4755-8788-6BFDA6690735}" dt="2024-09-05T07:57:33.427" v="377"/>
        <pc:sldMkLst>
          <pc:docMk/>
          <pc:sldMk cId="3081461208" sldId="440"/>
        </pc:sldMkLst>
      </pc:sldChg>
      <pc:sldChg chg="delSp modSp add del mod">
        <pc:chgData name="Ms Alina Arshad" userId="cccdfd85-d35d-4453-9c6f-a463aae40722" providerId="ADAL" clId="{1C05DFB1-C023-4755-8788-6BFDA6690735}" dt="2024-09-05T07:57:54.173" v="378" actId="2696"/>
        <pc:sldMkLst>
          <pc:docMk/>
          <pc:sldMk cId="2656535664" sldId="441"/>
        </pc:sldMkLst>
        <pc:spChg chg="mod">
          <ac:chgData name="Ms Alina Arshad" userId="cccdfd85-d35d-4453-9c6f-a463aae40722" providerId="ADAL" clId="{1C05DFB1-C023-4755-8788-6BFDA6690735}" dt="2024-09-05T07:21:45.032" v="56" actId="14100"/>
          <ac:spMkLst>
            <pc:docMk/>
            <pc:sldMk cId="2656535664" sldId="441"/>
            <ac:spMk id="2" creationId="{00000000-0000-0000-0000-000000000000}"/>
          </ac:spMkLst>
        </pc:spChg>
        <pc:spChg chg="mod">
          <ac:chgData name="Ms Alina Arshad" userId="cccdfd85-d35d-4453-9c6f-a463aae40722" providerId="ADAL" clId="{1C05DFB1-C023-4755-8788-6BFDA6690735}" dt="2024-09-05T07:23:15.383" v="86" actId="113"/>
          <ac:spMkLst>
            <pc:docMk/>
            <pc:sldMk cId="2656535664" sldId="441"/>
            <ac:spMk id="3" creationId="{00000000-0000-0000-0000-000000000000}"/>
          </ac:spMkLst>
        </pc:spChg>
        <pc:spChg chg="del">
          <ac:chgData name="Ms Alina Arshad" userId="cccdfd85-d35d-4453-9c6f-a463aae40722" providerId="ADAL" clId="{1C05DFB1-C023-4755-8788-6BFDA6690735}" dt="2024-09-05T07:21:47.120" v="57" actId="478"/>
          <ac:spMkLst>
            <pc:docMk/>
            <pc:sldMk cId="2656535664" sldId="441"/>
            <ac:spMk id="4" creationId="{00000000-0000-0000-0000-000000000000}"/>
          </ac:spMkLst>
        </pc:spChg>
        <pc:spChg chg="del">
          <ac:chgData name="Ms Alina Arshad" userId="cccdfd85-d35d-4453-9c6f-a463aae40722" providerId="ADAL" clId="{1C05DFB1-C023-4755-8788-6BFDA6690735}" dt="2024-09-05T07:21:49.444" v="58" actId="478"/>
          <ac:spMkLst>
            <pc:docMk/>
            <pc:sldMk cId="2656535664" sldId="441"/>
            <ac:spMk id="5" creationId="{00000000-0000-0000-0000-000000000000}"/>
          </ac:spMkLst>
        </pc:spChg>
      </pc:sldChg>
      <pc:sldChg chg="add">
        <pc:chgData name="Ms Alina Arshad" userId="cccdfd85-d35d-4453-9c6f-a463aae40722" providerId="ADAL" clId="{1C05DFB1-C023-4755-8788-6BFDA6690735}" dt="2024-09-05T07:58:02.432" v="379"/>
        <pc:sldMkLst>
          <pc:docMk/>
          <pc:sldMk cId="4115417814" sldId="441"/>
        </pc:sldMkLst>
      </pc:sldChg>
      <pc:sldChg chg="delSp modSp add del mod">
        <pc:chgData name="Ms Alina Arshad" userId="cccdfd85-d35d-4453-9c6f-a463aae40722" providerId="ADAL" clId="{1C05DFB1-C023-4755-8788-6BFDA6690735}" dt="2024-09-05T08:17:07.446" v="430" actId="2696"/>
        <pc:sldMkLst>
          <pc:docMk/>
          <pc:sldMk cId="2646742664" sldId="443"/>
        </pc:sldMkLst>
        <pc:spChg chg="mod">
          <ac:chgData name="Ms Alina Arshad" userId="cccdfd85-d35d-4453-9c6f-a463aae40722" providerId="ADAL" clId="{1C05DFB1-C023-4755-8788-6BFDA6690735}" dt="2024-09-05T07:22:01.285" v="62" actId="207"/>
          <ac:spMkLst>
            <pc:docMk/>
            <pc:sldMk cId="2646742664" sldId="443"/>
            <ac:spMk id="2" creationId="{00000000-0000-0000-0000-000000000000}"/>
          </ac:spMkLst>
        </pc:spChg>
        <pc:spChg chg="mod">
          <ac:chgData name="Ms Alina Arshad" userId="cccdfd85-d35d-4453-9c6f-a463aae40722" providerId="ADAL" clId="{1C05DFB1-C023-4755-8788-6BFDA6690735}" dt="2024-09-05T07:23:10.157" v="85" actId="14100"/>
          <ac:spMkLst>
            <pc:docMk/>
            <pc:sldMk cId="2646742664" sldId="443"/>
            <ac:spMk id="3" creationId="{00000000-0000-0000-0000-000000000000}"/>
          </ac:spMkLst>
        </pc:spChg>
        <pc:spChg chg="del">
          <ac:chgData name="Ms Alina Arshad" userId="cccdfd85-d35d-4453-9c6f-a463aae40722" providerId="ADAL" clId="{1C05DFB1-C023-4755-8788-6BFDA6690735}" dt="2024-09-05T07:22:08.503" v="64" actId="478"/>
          <ac:spMkLst>
            <pc:docMk/>
            <pc:sldMk cId="2646742664" sldId="443"/>
            <ac:spMk id="4" creationId="{00000000-0000-0000-0000-000000000000}"/>
          </ac:spMkLst>
        </pc:spChg>
        <pc:spChg chg="del">
          <ac:chgData name="Ms Alina Arshad" userId="cccdfd85-d35d-4453-9c6f-a463aae40722" providerId="ADAL" clId="{1C05DFB1-C023-4755-8788-6BFDA6690735}" dt="2024-09-05T07:22:10.204" v="65" actId="478"/>
          <ac:spMkLst>
            <pc:docMk/>
            <pc:sldMk cId="2646742664" sldId="443"/>
            <ac:spMk id="5" creationId="{00000000-0000-0000-0000-000000000000}"/>
          </ac:spMkLst>
        </pc:spChg>
      </pc:sldChg>
      <pc:sldChg chg="delSp modSp add del mod">
        <pc:chgData name="Ms Alina Arshad" userId="cccdfd85-d35d-4453-9c6f-a463aae40722" providerId="ADAL" clId="{1C05DFB1-C023-4755-8788-6BFDA6690735}" dt="2024-09-05T07:58:32.647" v="380" actId="2696"/>
        <pc:sldMkLst>
          <pc:docMk/>
          <pc:sldMk cId="132114375" sldId="444"/>
        </pc:sldMkLst>
        <pc:spChg chg="mod">
          <ac:chgData name="Ms Alina Arshad" userId="cccdfd85-d35d-4453-9c6f-a463aae40722" providerId="ADAL" clId="{1C05DFB1-C023-4755-8788-6BFDA6690735}" dt="2024-09-05T07:22:21.935" v="68" actId="14100"/>
          <ac:spMkLst>
            <pc:docMk/>
            <pc:sldMk cId="132114375" sldId="444"/>
            <ac:spMk id="2" creationId="{00000000-0000-0000-0000-000000000000}"/>
          </ac:spMkLst>
        </pc:spChg>
        <pc:spChg chg="mod">
          <ac:chgData name="Ms Alina Arshad" userId="cccdfd85-d35d-4453-9c6f-a463aae40722" providerId="ADAL" clId="{1C05DFB1-C023-4755-8788-6BFDA6690735}" dt="2024-09-05T07:22:53.825" v="79" actId="113"/>
          <ac:spMkLst>
            <pc:docMk/>
            <pc:sldMk cId="132114375" sldId="444"/>
            <ac:spMk id="3" creationId="{00000000-0000-0000-0000-000000000000}"/>
          </ac:spMkLst>
        </pc:spChg>
        <pc:spChg chg="del">
          <ac:chgData name="Ms Alina Arshad" userId="cccdfd85-d35d-4453-9c6f-a463aae40722" providerId="ADAL" clId="{1C05DFB1-C023-4755-8788-6BFDA6690735}" dt="2024-09-05T07:22:23.883" v="69" actId="478"/>
          <ac:spMkLst>
            <pc:docMk/>
            <pc:sldMk cId="132114375" sldId="444"/>
            <ac:spMk id="4" creationId="{00000000-0000-0000-0000-000000000000}"/>
          </ac:spMkLst>
        </pc:spChg>
        <pc:spChg chg="del">
          <ac:chgData name="Ms Alina Arshad" userId="cccdfd85-d35d-4453-9c6f-a463aae40722" providerId="ADAL" clId="{1C05DFB1-C023-4755-8788-6BFDA6690735}" dt="2024-09-05T07:22:28.146" v="70" actId="478"/>
          <ac:spMkLst>
            <pc:docMk/>
            <pc:sldMk cId="132114375" sldId="444"/>
            <ac:spMk id="5" creationId="{00000000-0000-0000-0000-000000000000}"/>
          </ac:spMkLst>
        </pc:spChg>
      </pc:sldChg>
      <pc:sldChg chg="add del">
        <pc:chgData name="Ms Alina Arshad" userId="cccdfd85-d35d-4453-9c6f-a463aae40722" providerId="ADAL" clId="{1C05DFB1-C023-4755-8788-6BFDA6690735}" dt="2024-09-05T08:14:26.302" v="402" actId="47"/>
        <pc:sldMkLst>
          <pc:docMk/>
          <pc:sldMk cId="2565756905" sldId="444"/>
        </pc:sldMkLst>
      </pc:sldChg>
      <pc:sldChg chg="add del">
        <pc:chgData name="Ms Alina Arshad" userId="cccdfd85-d35d-4453-9c6f-a463aae40722" providerId="ADAL" clId="{1C05DFB1-C023-4755-8788-6BFDA6690735}" dt="2024-09-05T08:00:24.115" v="399" actId="47"/>
        <pc:sldMkLst>
          <pc:docMk/>
          <pc:sldMk cId="1449205093" sldId="445"/>
        </pc:sldMkLst>
      </pc:sldChg>
      <pc:sldChg chg="delSp modSp add del mod">
        <pc:chgData name="Ms Alina Arshad" userId="cccdfd85-d35d-4453-9c6f-a463aae40722" providerId="ADAL" clId="{1C05DFB1-C023-4755-8788-6BFDA6690735}" dt="2024-09-05T07:58:32.647" v="380" actId="2696"/>
        <pc:sldMkLst>
          <pc:docMk/>
          <pc:sldMk cId="1534966288" sldId="445"/>
        </pc:sldMkLst>
        <pc:spChg chg="mod">
          <ac:chgData name="Ms Alina Arshad" userId="cccdfd85-d35d-4453-9c6f-a463aae40722" providerId="ADAL" clId="{1C05DFB1-C023-4755-8788-6BFDA6690735}" dt="2024-09-05T07:23:30.157" v="89" actId="207"/>
          <ac:spMkLst>
            <pc:docMk/>
            <pc:sldMk cId="1534966288" sldId="445"/>
            <ac:spMk id="2" creationId="{00000000-0000-0000-0000-000000000000}"/>
          </ac:spMkLst>
        </pc:spChg>
        <pc:spChg chg="mod">
          <ac:chgData name="Ms Alina Arshad" userId="cccdfd85-d35d-4453-9c6f-a463aae40722" providerId="ADAL" clId="{1C05DFB1-C023-4755-8788-6BFDA6690735}" dt="2024-09-05T07:25:12.027" v="96" actId="12"/>
          <ac:spMkLst>
            <pc:docMk/>
            <pc:sldMk cId="1534966288" sldId="445"/>
            <ac:spMk id="3" creationId="{00000000-0000-0000-0000-000000000000}"/>
          </ac:spMkLst>
        </pc:spChg>
        <pc:spChg chg="del">
          <ac:chgData name="Ms Alina Arshad" userId="cccdfd85-d35d-4453-9c6f-a463aae40722" providerId="ADAL" clId="{1C05DFB1-C023-4755-8788-6BFDA6690735}" dt="2024-09-05T07:23:37.088" v="92" actId="478"/>
          <ac:spMkLst>
            <pc:docMk/>
            <pc:sldMk cId="1534966288" sldId="445"/>
            <ac:spMk id="4" creationId="{00000000-0000-0000-0000-000000000000}"/>
          </ac:spMkLst>
        </pc:spChg>
        <pc:spChg chg="del">
          <ac:chgData name="Ms Alina Arshad" userId="cccdfd85-d35d-4453-9c6f-a463aae40722" providerId="ADAL" clId="{1C05DFB1-C023-4755-8788-6BFDA6690735}" dt="2024-09-05T07:23:39.624" v="93" actId="478"/>
          <ac:spMkLst>
            <pc:docMk/>
            <pc:sldMk cId="1534966288" sldId="445"/>
            <ac:spMk id="5" creationId="{00000000-0000-0000-0000-000000000000}"/>
          </ac:spMkLst>
        </pc:spChg>
        <pc:picChg chg="mod">
          <ac:chgData name="Ms Alina Arshad" userId="cccdfd85-d35d-4453-9c6f-a463aae40722" providerId="ADAL" clId="{1C05DFB1-C023-4755-8788-6BFDA6690735}" dt="2024-09-05T07:23:35.603" v="91" actId="14100"/>
          <ac:picMkLst>
            <pc:docMk/>
            <pc:sldMk cId="1534966288" sldId="445"/>
            <ac:picMk id="6" creationId="{00000000-0000-0000-0000-000000000000}"/>
          </ac:picMkLst>
        </pc:picChg>
      </pc:sldChg>
      <pc:sldChg chg="delSp modSp add del mod">
        <pc:chgData name="Ms Alina Arshad" userId="cccdfd85-d35d-4453-9c6f-a463aae40722" providerId="ADAL" clId="{1C05DFB1-C023-4755-8788-6BFDA6690735}" dt="2024-09-05T07:58:32.647" v="380" actId="2696"/>
        <pc:sldMkLst>
          <pc:docMk/>
          <pc:sldMk cId="1014349081" sldId="446"/>
        </pc:sldMkLst>
        <pc:spChg chg="mod">
          <ac:chgData name="Ms Alina Arshad" userId="cccdfd85-d35d-4453-9c6f-a463aae40722" providerId="ADAL" clId="{1C05DFB1-C023-4755-8788-6BFDA6690735}" dt="2024-09-05T07:26:17.254" v="98" actId="207"/>
          <ac:spMkLst>
            <pc:docMk/>
            <pc:sldMk cId="1014349081" sldId="446"/>
            <ac:spMk id="2" creationId="{00000000-0000-0000-0000-000000000000}"/>
          </ac:spMkLst>
        </pc:spChg>
        <pc:spChg chg="mod">
          <ac:chgData name="Ms Alina Arshad" userId="cccdfd85-d35d-4453-9c6f-a463aae40722" providerId="ADAL" clId="{1C05DFB1-C023-4755-8788-6BFDA6690735}" dt="2024-09-05T07:26:23.209" v="100" actId="12"/>
          <ac:spMkLst>
            <pc:docMk/>
            <pc:sldMk cId="1014349081" sldId="446"/>
            <ac:spMk id="3" creationId="{00000000-0000-0000-0000-000000000000}"/>
          </ac:spMkLst>
        </pc:spChg>
        <pc:spChg chg="del">
          <ac:chgData name="Ms Alina Arshad" userId="cccdfd85-d35d-4453-9c6f-a463aae40722" providerId="ADAL" clId="{1C05DFB1-C023-4755-8788-6BFDA6690735}" dt="2024-09-05T07:26:26.563" v="101" actId="478"/>
          <ac:spMkLst>
            <pc:docMk/>
            <pc:sldMk cId="1014349081" sldId="446"/>
            <ac:spMk id="4" creationId="{00000000-0000-0000-0000-000000000000}"/>
          </ac:spMkLst>
        </pc:spChg>
        <pc:spChg chg="del">
          <ac:chgData name="Ms Alina Arshad" userId="cccdfd85-d35d-4453-9c6f-a463aae40722" providerId="ADAL" clId="{1C05DFB1-C023-4755-8788-6BFDA6690735}" dt="2024-09-05T07:26:27.910" v="102" actId="478"/>
          <ac:spMkLst>
            <pc:docMk/>
            <pc:sldMk cId="1014349081" sldId="446"/>
            <ac:spMk id="5" creationId="{00000000-0000-0000-0000-000000000000}"/>
          </ac:spMkLst>
        </pc:spChg>
      </pc:sldChg>
      <pc:sldChg chg="modSp add mod">
        <pc:chgData name="Ms Alina Arshad" userId="cccdfd85-d35d-4453-9c6f-a463aae40722" providerId="ADAL" clId="{1C05DFB1-C023-4755-8788-6BFDA6690735}" dt="2024-09-05T08:14:44.713" v="409" actId="20577"/>
        <pc:sldMkLst>
          <pc:docMk/>
          <pc:sldMk cId="2279120568" sldId="446"/>
        </pc:sldMkLst>
        <pc:spChg chg="mod">
          <ac:chgData name="Ms Alina Arshad" userId="cccdfd85-d35d-4453-9c6f-a463aae40722" providerId="ADAL" clId="{1C05DFB1-C023-4755-8788-6BFDA6690735}" dt="2024-09-05T08:14:44.713" v="409" actId="20577"/>
          <ac:spMkLst>
            <pc:docMk/>
            <pc:sldMk cId="2279120568" sldId="446"/>
            <ac:spMk id="2" creationId="{00000000-0000-0000-0000-000000000000}"/>
          </ac:spMkLst>
        </pc:spChg>
      </pc:sldChg>
      <pc:sldChg chg="delSp modSp add del mod">
        <pc:chgData name="Ms Alina Arshad" userId="cccdfd85-d35d-4453-9c6f-a463aae40722" providerId="ADAL" clId="{1C05DFB1-C023-4755-8788-6BFDA6690735}" dt="2024-09-05T07:58:32.647" v="380" actId="2696"/>
        <pc:sldMkLst>
          <pc:docMk/>
          <pc:sldMk cId="674788557" sldId="447"/>
        </pc:sldMkLst>
        <pc:spChg chg="mod">
          <ac:chgData name="Ms Alina Arshad" userId="cccdfd85-d35d-4453-9c6f-a463aae40722" providerId="ADAL" clId="{1C05DFB1-C023-4755-8788-6BFDA6690735}" dt="2024-09-05T07:26:46.771" v="110" actId="5793"/>
          <ac:spMkLst>
            <pc:docMk/>
            <pc:sldMk cId="674788557" sldId="447"/>
            <ac:spMk id="3" creationId="{00000000-0000-0000-0000-000000000000}"/>
          </ac:spMkLst>
        </pc:spChg>
        <pc:spChg chg="del">
          <ac:chgData name="Ms Alina Arshad" userId="cccdfd85-d35d-4453-9c6f-a463aae40722" providerId="ADAL" clId="{1C05DFB1-C023-4755-8788-6BFDA6690735}" dt="2024-09-05T07:26:33.920" v="103" actId="478"/>
          <ac:spMkLst>
            <pc:docMk/>
            <pc:sldMk cId="674788557" sldId="447"/>
            <ac:spMk id="4" creationId="{00000000-0000-0000-0000-000000000000}"/>
          </ac:spMkLst>
        </pc:spChg>
        <pc:spChg chg="del">
          <ac:chgData name="Ms Alina Arshad" userId="cccdfd85-d35d-4453-9c6f-a463aae40722" providerId="ADAL" clId="{1C05DFB1-C023-4755-8788-6BFDA6690735}" dt="2024-09-05T07:26:35.837" v="104" actId="478"/>
          <ac:spMkLst>
            <pc:docMk/>
            <pc:sldMk cId="674788557" sldId="447"/>
            <ac:spMk id="5" creationId="{00000000-0000-0000-0000-000000000000}"/>
          </ac:spMkLst>
        </pc:spChg>
      </pc:sldChg>
      <pc:sldChg chg="modSp add del mod ord">
        <pc:chgData name="Ms Alina Arshad" userId="cccdfd85-d35d-4453-9c6f-a463aae40722" providerId="ADAL" clId="{1C05DFB1-C023-4755-8788-6BFDA6690735}" dt="2024-09-05T08:15:24.936" v="424" actId="47"/>
        <pc:sldMkLst>
          <pc:docMk/>
          <pc:sldMk cId="4044279338" sldId="447"/>
        </pc:sldMkLst>
        <pc:spChg chg="mod">
          <ac:chgData name="Ms Alina Arshad" userId="cccdfd85-d35d-4453-9c6f-a463aae40722" providerId="ADAL" clId="{1C05DFB1-C023-4755-8788-6BFDA6690735}" dt="2024-09-05T08:14:36.068" v="406" actId="207"/>
          <ac:spMkLst>
            <pc:docMk/>
            <pc:sldMk cId="4044279338" sldId="447"/>
            <ac:spMk id="2" creationId="{00000000-0000-0000-0000-000000000000}"/>
          </ac:spMkLst>
        </pc:spChg>
        <pc:spChg chg="mod">
          <ac:chgData name="Ms Alina Arshad" userId="cccdfd85-d35d-4453-9c6f-a463aae40722" providerId="ADAL" clId="{1C05DFB1-C023-4755-8788-6BFDA6690735}" dt="2024-09-05T08:14:40.402" v="407" actId="403"/>
          <ac:spMkLst>
            <pc:docMk/>
            <pc:sldMk cId="4044279338" sldId="447"/>
            <ac:spMk id="3" creationId="{00000000-0000-0000-0000-000000000000}"/>
          </ac:spMkLst>
        </pc:spChg>
      </pc:sldChg>
      <pc:sldChg chg="delSp modSp add del mod">
        <pc:chgData name="Ms Alina Arshad" userId="cccdfd85-d35d-4453-9c6f-a463aae40722" providerId="ADAL" clId="{1C05DFB1-C023-4755-8788-6BFDA6690735}" dt="2024-09-05T08:15:41.873" v="425" actId="47"/>
        <pc:sldMkLst>
          <pc:docMk/>
          <pc:sldMk cId="2809709330" sldId="448"/>
        </pc:sldMkLst>
        <pc:spChg chg="mod">
          <ac:chgData name="Ms Alina Arshad" userId="cccdfd85-d35d-4453-9c6f-a463aae40722" providerId="ADAL" clId="{1C05DFB1-C023-4755-8788-6BFDA6690735}" dt="2024-09-05T07:27:15.172" v="118" actId="1076"/>
          <ac:spMkLst>
            <pc:docMk/>
            <pc:sldMk cId="2809709330" sldId="448"/>
            <ac:spMk id="2" creationId="{00000000-0000-0000-0000-000000000000}"/>
          </ac:spMkLst>
        </pc:spChg>
        <pc:spChg chg="mod">
          <ac:chgData name="Ms Alina Arshad" userId="cccdfd85-d35d-4453-9c6f-a463aae40722" providerId="ADAL" clId="{1C05DFB1-C023-4755-8788-6BFDA6690735}" dt="2024-09-05T07:27:27.486" v="122" actId="12"/>
          <ac:spMkLst>
            <pc:docMk/>
            <pc:sldMk cId="2809709330" sldId="448"/>
            <ac:spMk id="3" creationId="{00000000-0000-0000-0000-000000000000}"/>
          </ac:spMkLst>
        </pc:spChg>
        <pc:spChg chg="del">
          <ac:chgData name="Ms Alina Arshad" userId="cccdfd85-d35d-4453-9c6f-a463aae40722" providerId="ADAL" clId="{1C05DFB1-C023-4755-8788-6BFDA6690735}" dt="2024-09-05T07:27:20.389" v="120" actId="478"/>
          <ac:spMkLst>
            <pc:docMk/>
            <pc:sldMk cId="2809709330" sldId="448"/>
            <ac:spMk id="4" creationId="{00000000-0000-0000-0000-000000000000}"/>
          </ac:spMkLst>
        </pc:spChg>
        <pc:spChg chg="del">
          <ac:chgData name="Ms Alina Arshad" userId="cccdfd85-d35d-4453-9c6f-a463aae40722" providerId="ADAL" clId="{1C05DFB1-C023-4755-8788-6BFDA6690735}" dt="2024-09-05T07:27:17.872" v="119" actId="478"/>
          <ac:spMkLst>
            <pc:docMk/>
            <pc:sldMk cId="2809709330" sldId="448"/>
            <ac:spMk id="5" creationId="{00000000-0000-0000-0000-000000000000}"/>
          </ac:spMkLst>
        </pc:spChg>
      </pc:sldChg>
      <pc:sldChg chg="delSp modSp add del mod">
        <pc:chgData name="Ms Alina Arshad" userId="cccdfd85-d35d-4453-9c6f-a463aae40722" providerId="ADAL" clId="{1C05DFB1-C023-4755-8788-6BFDA6690735}" dt="2024-09-05T08:17:07.446" v="430" actId="2696"/>
        <pc:sldMkLst>
          <pc:docMk/>
          <pc:sldMk cId="1681688199" sldId="449"/>
        </pc:sldMkLst>
        <pc:spChg chg="mod">
          <ac:chgData name="Ms Alina Arshad" userId="cccdfd85-d35d-4453-9c6f-a463aae40722" providerId="ADAL" clId="{1C05DFB1-C023-4755-8788-6BFDA6690735}" dt="2024-09-05T07:27:33.612" v="124" actId="207"/>
          <ac:spMkLst>
            <pc:docMk/>
            <pc:sldMk cId="1681688199" sldId="449"/>
            <ac:spMk id="2" creationId="{00000000-0000-0000-0000-000000000000}"/>
          </ac:spMkLst>
        </pc:spChg>
        <pc:spChg chg="mod">
          <ac:chgData name="Ms Alina Arshad" userId="cccdfd85-d35d-4453-9c6f-a463aae40722" providerId="ADAL" clId="{1C05DFB1-C023-4755-8788-6BFDA6690735}" dt="2024-09-05T07:27:42.827" v="127" actId="12"/>
          <ac:spMkLst>
            <pc:docMk/>
            <pc:sldMk cId="1681688199" sldId="449"/>
            <ac:spMk id="3" creationId="{00000000-0000-0000-0000-000000000000}"/>
          </ac:spMkLst>
        </pc:spChg>
        <pc:spChg chg="del">
          <ac:chgData name="Ms Alina Arshad" userId="cccdfd85-d35d-4453-9c6f-a463aae40722" providerId="ADAL" clId="{1C05DFB1-C023-4755-8788-6BFDA6690735}" dt="2024-09-05T07:27:36.632" v="125" actId="478"/>
          <ac:spMkLst>
            <pc:docMk/>
            <pc:sldMk cId="1681688199" sldId="449"/>
            <ac:spMk id="4" creationId="{00000000-0000-0000-0000-000000000000}"/>
          </ac:spMkLst>
        </pc:spChg>
        <pc:spChg chg="del">
          <ac:chgData name="Ms Alina Arshad" userId="cccdfd85-d35d-4453-9c6f-a463aae40722" providerId="ADAL" clId="{1C05DFB1-C023-4755-8788-6BFDA6690735}" dt="2024-09-05T07:27:38.225" v="126" actId="478"/>
          <ac:spMkLst>
            <pc:docMk/>
            <pc:sldMk cId="1681688199" sldId="449"/>
            <ac:spMk id="5" creationId="{00000000-0000-0000-0000-000000000000}"/>
          </ac:spMkLst>
        </pc:spChg>
      </pc:sldChg>
      <pc:sldChg chg="delSp modSp add del mod">
        <pc:chgData name="Ms Alina Arshad" userId="cccdfd85-d35d-4453-9c6f-a463aae40722" providerId="ADAL" clId="{1C05DFB1-C023-4755-8788-6BFDA6690735}" dt="2024-09-05T08:17:07.446" v="430" actId="2696"/>
        <pc:sldMkLst>
          <pc:docMk/>
          <pc:sldMk cId="242073716" sldId="450"/>
        </pc:sldMkLst>
        <pc:spChg chg="mod">
          <ac:chgData name="Ms Alina Arshad" userId="cccdfd85-d35d-4453-9c6f-a463aae40722" providerId="ADAL" clId="{1C05DFB1-C023-4755-8788-6BFDA6690735}" dt="2024-09-05T07:27:53.868" v="130"/>
          <ac:spMkLst>
            <pc:docMk/>
            <pc:sldMk cId="242073716" sldId="450"/>
            <ac:spMk id="2" creationId="{00000000-0000-0000-0000-000000000000}"/>
          </ac:spMkLst>
        </pc:spChg>
        <pc:spChg chg="mod">
          <ac:chgData name="Ms Alina Arshad" userId="cccdfd85-d35d-4453-9c6f-a463aae40722" providerId="ADAL" clId="{1C05DFB1-C023-4755-8788-6BFDA6690735}" dt="2024-09-05T07:28:27.093" v="141" actId="12"/>
          <ac:spMkLst>
            <pc:docMk/>
            <pc:sldMk cId="242073716" sldId="450"/>
            <ac:spMk id="3" creationId="{00000000-0000-0000-0000-000000000000}"/>
          </ac:spMkLst>
        </pc:spChg>
        <pc:spChg chg="del">
          <ac:chgData name="Ms Alina Arshad" userId="cccdfd85-d35d-4453-9c6f-a463aae40722" providerId="ADAL" clId="{1C05DFB1-C023-4755-8788-6BFDA6690735}" dt="2024-09-05T07:27:58.463" v="131" actId="478"/>
          <ac:spMkLst>
            <pc:docMk/>
            <pc:sldMk cId="242073716" sldId="450"/>
            <ac:spMk id="4" creationId="{00000000-0000-0000-0000-000000000000}"/>
          </ac:spMkLst>
        </pc:spChg>
        <pc:spChg chg="del">
          <ac:chgData name="Ms Alina Arshad" userId="cccdfd85-d35d-4453-9c6f-a463aae40722" providerId="ADAL" clId="{1C05DFB1-C023-4755-8788-6BFDA6690735}" dt="2024-09-05T07:28:01.743" v="132" actId="478"/>
          <ac:spMkLst>
            <pc:docMk/>
            <pc:sldMk cId="242073716" sldId="450"/>
            <ac:spMk id="5" creationId="{00000000-0000-0000-0000-000000000000}"/>
          </ac:spMkLst>
        </pc:spChg>
      </pc:sldChg>
      <pc:sldChg chg="delSp modSp add del mod">
        <pc:chgData name="Ms Alina Arshad" userId="cccdfd85-d35d-4453-9c6f-a463aae40722" providerId="ADAL" clId="{1C05DFB1-C023-4755-8788-6BFDA6690735}" dt="2024-09-05T08:17:07.446" v="430" actId="2696"/>
        <pc:sldMkLst>
          <pc:docMk/>
          <pc:sldMk cId="1637132292" sldId="451"/>
        </pc:sldMkLst>
        <pc:spChg chg="mod">
          <ac:chgData name="Ms Alina Arshad" userId="cccdfd85-d35d-4453-9c6f-a463aae40722" providerId="ADAL" clId="{1C05DFB1-C023-4755-8788-6BFDA6690735}" dt="2024-09-05T07:33:02.749" v="143" actId="113"/>
          <ac:spMkLst>
            <pc:docMk/>
            <pc:sldMk cId="1637132292" sldId="451"/>
            <ac:spMk id="2" creationId="{00000000-0000-0000-0000-000000000000}"/>
          </ac:spMkLst>
        </pc:spChg>
        <pc:spChg chg="del">
          <ac:chgData name="Ms Alina Arshad" userId="cccdfd85-d35d-4453-9c6f-a463aae40722" providerId="ADAL" clId="{1C05DFB1-C023-4755-8788-6BFDA6690735}" dt="2024-09-05T08:16:01.026" v="428" actId="478"/>
          <ac:spMkLst>
            <pc:docMk/>
            <pc:sldMk cId="1637132292" sldId="451"/>
            <ac:spMk id="4" creationId="{00000000-0000-0000-0000-000000000000}"/>
          </ac:spMkLst>
        </pc:spChg>
        <pc:spChg chg="del">
          <ac:chgData name="Ms Alina Arshad" userId="cccdfd85-d35d-4453-9c6f-a463aae40722" providerId="ADAL" clId="{1C05DFB1-C023-4755-8788-6BFDA6690735}" dt="2024-09-05T08:16:02.792" v="429" actId="478"/>
          <ac:spMkLst>
            <pc:docMk/>
            <pc:sldMk cId="1637132292" sldId="451"/>
            <ac:spMk id="5" creationId="{00000000-0000-0000-0000-000000000000}"/>
          </ac:spMkLst>
        </pc:spChg>
        <pc:picChg chg="mod">
          <ac:chgData name="Ms Alina Arshad" userId="cccdfd85-d35d-4453-9c6f-a463aae40722" providerId="ADAL" clId="{1C05DFB1-C023-4755-8788-6BFDA6690735}" dt="2024-09-05T07:33:07.044" v="144" actId="1076"/>
          <ac:picMkLst>
            <pc:docMk/>
            <pc:sldMk cId="1637132292" sldId="451"/>
            <ac:picMk id="7" creationId="{00000000-0000-0000-0000-000000000000}"/>
          </ac:picMkLst>
        </pc:picChg>
      </pc:sldChg>
      <pc:sldChg chg="delSp add del mod">
        <pc:chgData name="Ms Alina Arshad" userId="cccdfd85-d35d-4453-9c6f-a463aae40722" providerId="ADAL" clId="{1C05DFB1-C023-4755-8788-6BFDA6690735}" dt="2024-09-05T08:17:07.446" v="430" actId="2696"/>
        <pc:sldMkLst>
          <pc:docMk/>
          <pc:sldMk cId="723443559" sldId="452"/>
        </pc:sldMkLst>
        <pc:spChg chg="del">
          <ac:chgData name="Ms Alina Arshad" userId="cccdfd85-d35d-4453-9c6f-a463aae40722" providerId="ADAL" clId="{1C05DFB1-C023-4755-8788-6BFDA6690735}" dt="2024-09-05T08:15:53.419" v="426" actId="478"/>
          <ac:spMkLst>
            <pc:docMk/>
            <pc:sldMk cId="723443559" sldId="452"/>
            <ac:spMk id="4" creationId="{00000000-0000-0000-0000-000000000000}"/>
          </ac:spMkLst>
        </pc:spChg>
        <pc:spChg chg="del">
          <ac:chgData name="Ms Alina Arshad" userId="cccdfd85-d35d-4453-9c6f-a463aae40722" providerId="ADAL" clId="{1C05DFB1-C023-4755-8788-6BFDA6690735}" dt="2024-09-05T08:15:55.747" v="427" actId="478"/>
          <ac:spMkLst>
            <pc:docMk/>
            <pc:sldMk cId="723443559" sldId="452"/>
            <ac:spMk id="5" creationId="{00000000-0000-0000-0000-000000000000}"/>
          </ac:spMkLst>
        </pc:spChg>
      </pc:sldChg>
    </pc:docChg>
  </pc:docChgLst>
  <pc:docChgLst>
    <pc:chgData name="Ms Alina Arshad" userId="cccdfd85-d35d-4453-9c6f-a463aae40722" providerId="ADAL" clId="{03F3768F-5344-4E5A-B293-BE1259BC470C}"/>
    <pc:docChg chg="custSel addSld delSld modSld">
      <pc:chgData name="Ms Alina Arshad" userId="cccdfd85-d35d-4453-9c6f-a463aae40722" providerId="ADAL" clId="{03F3768F-5344-4E5A-B293-BE1259BC470C}" dt="2024-09-17T13:46:43.871" v="246" actId="12"/>
      <pc:docMkLst>
        <pc:docMk/>
      </pc:docMkLst>
      <pc:sldChg chg="del">
        <pc:chgData name="Ms Alina Arshad" userId="cccdfd85-d35d-4453-9c6f-a463aae40722" providerId="ADAL" clId="{03F3768F-5344-4E5A-B293-BE1259BC470C}" dt="2024-09-15T06:19:30.239" v="49" actId="47"/>
        <pc:sldMkLst>
          <pc:docMk/>
          <pc:sldMk cId="987785057" sldId="258"/>
        </pc:sldMkLst>
      </pc:sldChg>
      <pc:sldChg chg="modSp add mod">
        <pc:chgData name="Ms Alina Arshad" userId="cccdfd85-d35d-4453-9c6f-a463aae40722" providerId="ADAL" clId="{03F3768F-5344-4E5A-B293-BE1259BC470C}" dt="2024-09-17T13:39:19.174" v="208" actId="207"/>
        <pc:sldMkLst>
          <pc:docMk/>
          <pc:sldMk cId="0" sldId="386"/>
        </pc:sldMkLst>
        <pc:spChg chg="mod">
          <ac:chgData name="Ms Alina Arshad" userId="cccdfd85-d35d-4453-9c6f-a463aae40722" providerId="ADAL" clId="{03F3768F-5344-4E5A-B293-BE1259BC470C}" dt="2024-09-17T13:39:19.174" v="208" actId="207"/>
          <ac:spMkLst>
            <pc:docMk/>
            <pc:sldMk cId="0" sldId="386"/>
            <ac:spMk id="3" creationId="{746FE3BF-273E-CE1C-B58B-B5937FB4FDCA}"/>
          </ac:spMkLst>
        </pc:spChg>
        <pc:spChg chg="mod">
          <ac:chgData name="Ms Alina Arshad" userId="cccdfd85-d35d-4453-9c6f-a463aae40722" providerId="ADAL" clId="{03F3768F-5344-4E5A-B293-BE1259BC470C}" dt="2024-09-17T13:39:00.053" v="204" actId="1076"/>
          <ac:spMkLst>
            <pc:docMk/>
            <pc:sldMk cId="0" sldId="386"/>
            <ac:spMk id="18434" creationId="{D0231127-0A0A-57D3-2C1F-FC07E3FE6787}"/>
          </ac:spMkLst>
        </pc:spChg>
      </pc:sldChg>
      <pc:sldChg chg="modSp add mod">
        <pc:chgData name="Ms Alina Arshad" userId="cccdfd85-d35d-4453-9c6f-a463aae40722" providerId="ADAL" clId="{03F3768F-5344-4E5A-B293-BE1259BC470C}" dt="2024-09-17T13:39:40.216" v="213" actId="207"/>
        <pc:sldMkLst>
          <pc:docMk/>
          <pc:sldMk cId="0" sldId="387"/>
        </pc:sldMkLst>
        <pc:spChg chg="mod">
          <ac:chgData name="Ms Alina Arshad" userId="cccdfd85-d35d-4453-9c6f-a463aae40722" providerId="ADAL" clId="{03F3768F-5344-4E5A-B293-BE1259BC470C}" dt="2024-09-17T13:39:40.216" v="213" actId="207"/>
          <ac:spMkLst>
            <pc:docMk/>
            <pc:sldMk cId="0" sldId="387"/>
            <ac:spMk id="16386" creationId="{E92B245A-9B5F-2589-B515-A06EFC2B2B4C}"/>
          </ac:spMkLst>
        </pc:spChg>
        <pc:spChg chg="mod">
          <ac:chgData name="Ms Alina Arshad" userId="cccdfd85-d35d-4453-9c6f-a463aae40722" providerId="ADAL" clId="{03F3768F-5344-4E5A-B293-BE1259BC470C}" dt="2024-09-17T13:39:36.480" v="212" actId="207"/>
          <ac:spMkLst>
            <pc:docMk/>
            <pc:sldMk cId="0" sldId="387"/>
            <ac:spMk id="20483" creationId="{22E8BEA8-D2E3-B374-6221-0A36B07C7CA7}"/>
          </ac:spMkLst>
        </pc:spChg>
      </pc:sldChg>
      <pc:sldChg chg="modSp add mod">
        <pc:chgData name="Ms Alina Arshad" userId="cccdfd85-d35d-4453-9c6f-a463aae40722" providerId="ADAL" clId="{03F3768F-5344-4E5A-B293-BE1259BC470C}" dt="2024-09-17T13:40:17.880" v="218" actId="113"/>
        <pc:sldMkLst>
          <pc:docMk/>
          <pc:sldMk cId="0" sldId="388"/>
        </pc:sldMkLst>
        <pc:spChg chg="mod">
          <ac:chgData name="Ms Alina Arshad" userId="cccdfd85-d35d-4453-9c6f-a463aae40722" providerId="ADAL" clId="{03F3768F-5344-4E5A-B293-BE1259BC470C}" dt="2024-09-17T13:40:14.774" v="217" actId="207"/>
          <ac:spMkLst>
            <pc:docMk/>
            <pc:sldMk cId="0" sldId="388"/>
            <ac:spMk id="3" creationId="{CC3D0619-68B9-E6B7-1F59-66EB4AA60045}"/>
          </ac:spMkLst>
        </pc:spChg>
        <pc:spChg chg="mod">
          <ac:chgData name="Ms Alina Arshad" userId="cccdfd85-d35d-4453-9c6f-a463aae40722" providerId="ADAL" clId="{03F3768F-5344-4E5A-B293-BE1259BC470C}" dt="2024-09-17T13:40:17.880" v="218" actId="113"/>
          <ac:spMkLst>
            <pc:docMk/>
            <pc:sldMk cId="0" sldId="388"/>
            <ac:spMk id="17410" creationId="{D2EEC780-56FA-0048-CA6F-E5FBF9128A3B}"/>
          </ac:spMkLst>
        </pc:spChg>
      </pc:sldChg>
      <pc:sldChg chg="modSp add mod">
        <pc:chgData name="Ms Alina Arshad" userId="cccdfd85-d35d-4453-9c6f-a463aae40722" providerId="ADAL" clId="{03F3768F-5344-4E5A-B293-BE1259BC470C}" dt="2024-09-17T13:41:00.101" v="224" actId="207"/>
        <pc:sldMkLst>
          <pc:docMk/>
          <pc:sldMk cId="0" sldId="389"/>
        </pc:sldMkLst>
        <pc:spChg chg="mod">
          <ac:chgData name="Ms Alina Arshad" userId="cccdfd85-d35d-4453-9c6f-a463aae40722" providerId="ADAL" clId="{03F3768F-5344-4E5A-B293-BE1259BC470C}" dt="2024-09-17T13:40:49.971" v="220" actId="113"/>
          <ac:spMkLst>
            <pc:docMk/>
            <pc:sldMk cId="0" sldId="389"/>
            <ac:spMk id="18434" creationId="{9B7DC386-4AC3-0F65-E605-F51840DD5C1C}"/>
          </ac:spMkLst>
        </pc:spChg>
        <pc:spChg chg="mod">
          <ac:chgData name="Ms Alina Arshad" userId="cccdfd85-d35d-4453-9c6f-a463aae40722" providerId="ADAL" clId="{03F3768F-5344-4E5A-B293-BE1259BC470C}" dt="2024-09-17T13:41:00.101" v="224" actId="207"/>
          <ac:spMkLst>
            <pc:docMk/>
            <pc:sldMk cId="0" sldId="389"/>
            <ac:spMk id="19459" creationId="{ACA6224F-9799-178D-D933-1C62B7EC23E3}"/>
          </ac:spMkLst>
        </pc:spChg>
      </pc:sldChg>
      <pc:sldChg chg="modSp add mod">
        <pc:chgData name="Ms Alina Arshad" userId="cccdfd85-d35d-4453-9c6f-a463aae40722" providerId="ADAL" clId="{03F3768F-5344-4E5A-B293-BE1259BC470C}" dt="2024-09-17T13:41:43.983" v="230" actId="207"/>
        <pc:sldMkLst>
          <pc:docMk/>
          <pc:sldMk cId="0" sldId="390"/>
        </pc:sldMkLst>
        <pc:spChg chg="mod">
          <ac:chgData name="Ms Alina Arshad" userId="cccdfd85-d35d-4453-9c6f-a463aae40722" providerId="ADAL" clId="{03F3768F-5344-4E5A-B293-BE1259BC470C}" dt="2024-09-17T13:41:43.983" v="230" actId="207"/>
          <ac:spMkLst>
            <pc:docMk/>
            <pc:sldMk cId="0" sldId="390"/>
            <ac:spMk id="3" creationId="{FDE3EE85-3B99-FA9B-16FB-C60CC3D1A5BD}"/>
          </ac:spMkLst>
        </pc:spChg>
        <pc:spChg chg="mod">
          <ac:chgData name="Ms Alina Arshad" userId="cccdfd85-d35d-4453-9c6f-a463aae40722" providerId="ADAL" clId="{03F3768F-5344-4E5A-B293-BE1259BC470C}" dt="2024-09-17T13:41:27.965" v="225" actId="113"/>
          <ac:spMkLst>
            <pc:docMk/>
            <pc:sldMk cId="0" sldId="390"/>
            <ac:spMk id="19458" creationId="{81C82C7A-DD18-1772-7B91-BA06A9B7ED44}"/>
          </ac:spMkLst>
        </pc:spChg>
      </pc:sldChg>
      <pc:sldChg chg="modSp add mod">
        <pc:chgData name="Ms Alina Arshad" userId="cccdfd85-d35d-4453-9c6f-a463aae40722" providerId="ADAL" clId="{03F3768F-5344-4E5A-B293-BE1259BC470C}" dt="2024-09-17T13:42:49.035" v="235" actId="207"/>
        <pc:sldMkLst>
          <pc:docMk/>
          <pc:sldMk cId="0" sldId="391"/>
        </pc:sldMkLst>
        <pc:spChg chg="mod">
          <ac:chgData name="Ms Alina Arshad" userId="cccdfd85-d35d-4453-9c6f-a463aae40722" providerId="ADAL" clId="{03F3768F-5344-4E5A-B293-BE1259BC470C}" dt="2024-09-17T13:42:49.035" v="235" actId="207"/>
          <ac:spMkLst>
            <pc:docMk/>
            <pc:sldMk cId="0" sldId="391"/>
            <ac:spMk id="3" creationId="{23B298CD-E0BE-E34B-EE83-5EAC5F249733}"/>
          </ac:spMkLst>
        </pc:spChg>
        <pc:spChg chg="mod">
          <ac:chgData name="Ms Alina Arshad" userId="cccdfd85-d35d-4453-9c6f-a463aae40722" providerId="ADAL" clId="{03F3768F-5344-4E5A-B293-BE1259BC470C}" dt="2024-09-17T13:42:36.973" v="231" actId="113"/>
          <ac:spMkLst>
            <pc:docMk/>
            <pc:sldMk cId="0" sldId="391"/>
            <ac:spMk id="20482" creationId="{65E34859-55F2-6869-3330-F00023AA7697}"/>
          </ac:spMkLst>
        </pc:spChg>
      </pc:sldChg>
      <pc:sldChg chg="modSp add mod">
        <pc:chgData name="Ms Alina Arshad" userId="cccdfd85-d35d-4453-9c6f-a463aae40722" providerId="ADAL" clId="{03F3768F-5344-4E5A-B293-BE1259BC470C}" dt="2024-09-17T13:43:11.213" v="241" actId="207"/>
        <pc:sldMkLst>
          <pc:docMk/>
          <pc:sldMk cId="0" sldId="392"/>
        </pc:sldMkLst>
        <pc:spChg chg="mod">
          <ac:chgData name="Ms Alina Arshad" userId="cccdfd85-d35d-4453-9c6f-a463aae40722" providerId="ADAL" clId="{03F3768F-5344-4E5A-B293-BE1259BC470C}" dt="2024-09-17T13:43:11.213" v="241" actId="207"/>
          <ac:spMkLst>
            <pc:docMk/>
            <pc:sldMk cId="0" sldId="392"/>
            <ac:spMk id="3" creationId="{BD3578C5-9FB1-957E-51D3-E5FAC44DF0CB}"/>
          </ac:spMkLst>
        </pc:spChg>
        <pc:spChg chg="mod">
          <ac:chgData name="Ms Alina Arshad" userId="cccdfd85-d35d-4453-9c6f-a463aae40722" providerId="ADAL" clId="{03F3768F-5344-4E5A-B293-BE1259BC470C}" dt="2024-09-17T13:42:59.088" v="237" actId="14100"/>
          <ac:spMkLst>
            <pc:docMk/>
            <pc:sldMk cId="0" sldId="392"/>
            <ac:spMk id="21506" creationId="{284475D3-C7F9-89A6-A9C1-21E2D8ACB125}"/>
          </ac:spMkLst>
        </pc:spChg>
      </pc:sldChg>
      <pc:sldChg chg="modSp add mod">
        <pc:chgData name="Ms Alina Arshad" userId="cccdfd85-d35d-4453-9c6f-a463aae40722" providerId="ADAL" clId="{03F3768F-5344-4E5A-B293-BE1259BC470C}" dt="2024-09-17T13:44:11.378" v="245" actId="14100"/>
        <pc:sldMkLst>
          <pc:docMk/>
          <pc:sldMk cId="0" sldId="394"/>
        </pc:sldMkLst>
        <pc:spChg chg="mod">
          <ac:chgData name="Ms Alina Arshad" userId="cccdfd85-d35d-4453-9c6f-a463aae40722" providerId="ADAL" clId="{03F3768F-5344-4E5A-B293-BE1259BC470C}" dt="2024-09-17T13:44:04.430" v="242" actId="113"/>
          <ac:spMkLst>
            <pc:docMk/>
            <pc:sldMk cId="0" sldId="394"/>
            <ac:spMk id="21506" creationId="{FBD72B6B-756E-622C-CB19-1300F8168DD5}"/>
          </ac:spMkLst>
        </pc:spChg>
        <pc:spChg chg="mod">
          <ac:chgData name="Ms Alina Arshad" userId="cccdfd85-d35d-4453-9c6f-a463aae40722" providerId="ADAL" clId="{03F3768F-5344-4E5A-B293-BE1259BC470C}" dt="2024-09-17T13:44:11.378" v="245" actId="14100"/>
          <ac:spMkLst>
            <pc:docMk/>
            <pc:sldMk cId="0" sldId="394"/>
            <ac:spMk id="26627" creationId="{9B22326B-6B8F-96AA-268A-3F878AE180CC}"/>
          </ac:spMkLst>
        </pc:spChg>
      </pc:sldChg>
      <pc:sldChg chg="modSp add mod">
        <pc:chgData name="Ms Alina Arshad" userId="cccdfd85-d35d-4453-9c6f-a463aae40722" providerId="ADAL" clId="{03F3768F-5344-4E5A-B293-BE1259BC470C}" dt="2024-09-17T13:38:52.277" v="201" actId="113"/>
        <pc:sldMkLst>
          <pc:docMk/>
          <pc:sldMk cId="0" sldId="395"/>
        </pc:sldMkLst>
        <pc:spChg chg="mod">
          <ac:chgData name="Ms Alina Arshad" userId="cccdfd85-d35d-4453-9c6f-a463aae40722" providerId="ADAL" clId="{03F3768F-5344-4E5A-B293-BE1259BC470C}" dt="2024-09-17T13:38:52.277" v="201" actId="113"/>
          <ac:spMkLst>
            <pc:docMk/>
            <pc:sldMk cId="0" sldId="395"/>
            <ac:spMk id="17410" creationId="{A5E5E90F-809A-8C29-0A13-67E8CD91E805}"/>
          </ac:spMkLst>
        </pc:spChg>
        <pc:picChg chg="mod">
          <ac:chgData name="Ms Alina Arshad" userId="cccdfd85-d35d-4453-9c6f-a463aae40722" providerId="ADAL" clId="{03F3768F-5344-4E5A-B293-BE1259BC470C}" dt="2024-09-17T13:38:24.222" v="199" actId="1076"/>
          <ac:picMkLst>
            <pc:docMk/>
            <pc:sldMk cId="0" sldId="395"/>
            <ac:picMk id="17411" creationId="{7C787678-F63B-F6E3-98E0-43A886AF8B91}"/>
          </ac:picMkLst>
        </pc:picChg>
      </pc:sldChg>
      <pc:sldChg chg="addSp modSp new mod">
        <pc:chgData name="Ms Alina Arshad" userId="cccdfd85-d35d-4453-9c6f-a463aae40722" providerId="ADAL" clId="{03F3768F-5344-4E5A-B293-BE1259BC470C}" dt="2024-09-12T11:56:43.426" v="7" actId="1076"/>
        <pc:sldMkLst>
          <pc:docMk/>
          <pc:sldMk cId="2342459706" sldId="447"/>
        </pc:sldMkLst>
        <pc:spChg chg="add mod">
          <ac:chgData name="Ms Alina Arshad" userId="cccdfd85-d35d-4453-9c6f-a463aae40722" providerId="ADAL" clId="{03F3768F-5344-4E5A-B293-BE1259BC470C}" dt="2024-09-12T11:56:43.426" v="7" actId="1076"/>
          <ac:spMkLst>
            <pc:docMk/>
            <pc:sldMk cId="2342459706" sldId="447"/>
            <ac:spMk id="4" creationId="{887797D9-A663-D2C6-552E-4EBC5B78E9D7}"/>
          </ac:spMkLst>
        </pc:spChg>
        <pc:picChg chg="add mod">
          <ac:chgData name="Ms Alina Arshad" userId="cccdfd85-d35d-4453-9c6f-a463aae40722" providerId="ADAL" clId="{03F3768F-5344-4E5A-B293-BE1259BC470C}" dt="2024-09-12T11:56:31.661" v="5" actId="1076"/>
          <ac:picMkLst>
            <pc:docMk/>
            <pc:sldMk cId="2342459706" sldId="447"/>
            <ac:picMk id="2" creationId="{552D4A0C-07D1-C5F2-28BF-77125F167C87}"/>
          </ac:picMkLst>
        </pc:picChg>
      </pc:sldChg>
      <pc:sldChg chg="modSp mod">
        <pc:chgData name="Ms Alina Arshad" userId="cccdfd85-d35d-4453-9c6f-a463aae40722" providerId="ADAL" clId="{03F3768F-5344-4E5A-B293-BE1259BC470C}" dt="2024-09-15T06:19:35.738" v="50" actId="207"/>
        <pc:sldMkLst>
          <pc:docMk/>
          <pc:sldMk cId="719467134" sldId="458"/>
        </pc:sldMkLst>
        <pc:spChg chg="mod">
          <ac:chgData name="Ms Alina Arshad" userId="cccdfd85-d35d-4453-9c6f-a463aae40722" providerId="ADAL" clId="{03F3768F-5344-4E5A-B293-BE1259BC470C}" dt="2024-09-15T06:19:35.738" v="50" actId="207"/>
          <ac:spMkLst>
            <pc:docMk/>
            <pc:sldMk cId="719467134" sldId="458"/>
            <ac:spMk id="2" creationId="{00000000-0000-0000-0000-000000000000}"/>
          </ac:spMkLst>
        </pc:spChg>
        <pc:spChg chg="mod">
          <ac:chgData name="Ms Alina Arshad" userId="cccdfd85-d35d-4453-9c6f-a463aae40722" providerId="ADAL" clId="{03F3768F-5344-4E5A-B293-BE1259BC470C}" dt="2024-09-14T05:26:08.105" v="12" actId="207"/>
          <ac:spMkLst>
            <pc:docMk/>
            <pc:sldMk cId="719467134" sldId="458"/>
            <ac:spMk id="3" creationId="{00000000-0000-0000-0000-000000000000}"/>
          </ac:spMkLst>
        </pc:spChg>
      </pc:sldChg>
      <pc:sldChg chg="delSp modSp mod">
        <pc:chgData name="Ms Alina Arshad" userId="cccdfd85-d35d-4453-9c6f-a463aae40722" providerId="ADAL" clId="{03F3768F-5344-4E5A-B293-BE1259BC470C}" dt="2024-09-14T05:27:05.784" v="23" actId="207"/>
        <pc:sldMkLst>
          <pc:docMk/>
          <pc:sldMk cId="379126886" sldId="459"/>
        </pc:sldMkLst>
        <pc:spChg chg="mod">
          <ac:chgData name="Ms Alina Arshad" userId="cccdfd85-d35d-4453-9c6f-a463aae40722" providerId="ADAL" clId="{03F3768F-5344-4E5A-B293-BE1259BC470C}" dt="2024-09-14T05:27:01.210" v="22" actId="207"/>
          <ac:spMkLst>
            <pc:docMk/>
            <pc:sldMk cId="379126886" sldId="459"/>
            <ac:spMk id="2" creationId="{00000000-0000-0000-0000-000000000000}"/>
          </ac:spMkLst>
        </pc:spChg>
        <pc:spChg chg="mod">
          <ac:chgData name="Ms Alina Arshad" userId="cccdfd85-d35d-4453-9c6f-a463aae40722" providerId="ADAL" clId="{03F3768F-5344-4E5A-B293-BE1259BC470C}" dt="2024-09-14T05:27:05.784" v="23" actId="207"/>
          <ac:spMkLst>
            <pc:docMk/>
            <pc:sldMk cId="379126886" sldId="459"/>
            <ac:spMk id="3" creationId="{00000000-0000-0000-0000-000000000000}"/>
          </ac:spMkLst>
        </pc:spChg>
        <pc:spChg chg="del">
          <ac:chgData name="Ms Alina Arshad" userId="cccdfd85-d35d-4453-9c6f-a463aae40722" providerId="ADAL" clId="{03F3768F-5344-4E5A-B293-BE1259BC470C}" dt="2024-09-14T05:26:52.415" v="20" actId="478"/>
          <ac:spMkLst>
            <pc:docMk/>
            <pc:sldMk cId="379126886" sldId="459"/>
            <ac:spMk id="4" creationId="{00000000-0000-0000-0000-000000000000}"/>
          </ac:spMkLst>
        </pc:spChg>
        <pc:spChg chg="del">
          <ac:chgData name="Ms Alina Arshad" userId="cccdfd85-d35d-4453-9c6f-a463aae40722" providerId="ADAL" clId="{03F3768F-5344-4E5A-B293-BE1259BC470C}" dt="2024-09-14T05:26:54.475" v="21" actId="478"/>
          <ac:spMkLst>
            <pc:docMk/>
            <pc:sldMk cId="379126886" sldId="459"/>
            <ac:spMk id="5" creationId="{00000000-0000-0000-0000-000000000000}"/>
          </ac:spMkLst>
        </pc:spChg>
        <pc:picChg chg="mod">
          <ac:chgData name="Ms Alina Arshad" userId="cccdfd85-d35d-4453-9c6f-a463aae40722" providerId="ADAL" clId="{03F3768F-5344-4E5A-B293-BE1259BC470C}" dt="2024-09-14T05:26:50.845" v="19" actId="1076"/>
          <ac:picMkLst>
            <pc:docMk/>
            <pc:sldMk cId="379126886" sldId="459"/>
            <ac:picMk id="6" creationId="{00000000-0000-0000-0000-000000000000}"/>
          </ac:picMkLst>
        </pc:picChg>
        <pc:picChg chg="mod">
          <ac:chgData name="Ms Alina Arshad" userId="cccdfd85-d35d-4453-9c6f-a463aae40722" providerId="ADAL" clId="{03F3768F-5344-4E5A-B293-BE1259BC470C}" dt="2024-09-14T05:26:46.545" v="18" actId="1076"/>
          <ac:picMkLst>
            <pc:docMk/>
            <pc:sldMk cId="379126886" sldId="459"/>
            <ac:picMk id="7" creationId="{00000000-0000-0000-0000-000000000000}"/>
          </ac:picMkLst>
        </pc:picChg>
      </pc:sldChg>
      <pc:sldChg chg="delSp modSp mod">
        <pc:chgData name="Ms Alina Arshad" userId="cccdfd85-d35d-4453-9c6f-a463aae40722" providerId="ADAL" clId="{03F3768F-5344-4E5A-B293-BE1259BC470C}" dt="2024-09-14T05:27:29.476" v="30" actId="478"/>
        <pc:sldMkLst>
          <pc:docMk/>
          <pc:sldMk cId="475468520" sldId="461"/>
        </pc:sldMkLst>
        <pc:spChg chg="mod">
          <ac:chgData name="Ms Alina Arshad" userId="cccdfd85-d35d-4453-9c6f-a463aae40722" providerId="ADAL" clId="{03F3768F-5344-4E5A-B293-BE1259BC470C}" dt="2024-09-14T05:27:24.384" v="28" actId="20577"/>
          <ac:spMkLst>
            <pc:docMk/>
            <pc:sldMk cId="475468520" sldId="461"/>
            <ac:spMk id="2" creationId="{00000000-0000-0000-0000-000000000000}"/>
          </ac:spMkLst>
        </pc:spChg>
        <pc:spChg chg="del">
          <ac:chgData name="Ms Alina Arshad" userId="cccdfd85-d35d-4453-9c6f-a463aae40722" providerId="ADAL" clId="{03F3768F-5344-4E5A-B293-BE1259BC470C}" dt="2024-09-14T05:27:27.484" v="29" actId="478"/>
          <ac:spMkLst>
            <pc:docMk/>
            <pc:sldMk cId="475468520" sldId="461"/>
            <ac:spMk id="4" creationId="{00000000-0000-0000-0000-000000000000}"/>
          </ac:spMkLst>
        </pc:spChg>
        <pc:spChg chg="del">
          <ac:chgData name="Ms Alina Arshad" userId="cccdfd85-d35d-4453-9c6f-a463aae40722" providerId="ADAL" clId="{03F3768F-5344-4E5A-B293-BE1259BC470C}" dt="2024-09-14T05:27:29.476" v="30" actId="478"/>
          <ac:spMkLst>
            <pc:docMk/>
            <pc:sldMk cId="475468520" sldId="461"/>
            <ac:spMk id="5" creationId="{00000000-0000-0000-0000-000000000000}"/>
          </ac:spMkLst>
        </pc:spChg>
        <pc:picChg chg="mod">
          <ac:chgData name="Ms Alina Arshad" userId="cccdfd85-d35d-4453-9c6f-a463aae40722" providerId="ADAL" clId="{03F3768F-5344-4E5A-B293-BE1259BC470C}" dt="2024-09-14T05:27:12.725" v="24" actId="1076"/>
          <ac:picMkLst>
            <pc:docMk/>
            <pc:sldMk cId="475468520" sldId="461"/>
            <ac:picMk id="7" creationId="{00000000-0000-0000-0000-000000000000}"/>
          </ac:picMkLst>
        </pc:picChg>
      </pc:sldChg>
      <pc:sldChg chg="delSp modSp mod">
        <pc:chgData name="Ms Alina Arshad" userId="cccdfd85-d35d-4453-9c6f-a463aae40722" providerId="ADAL" clId="{03F3768F-5344-4E5A-B293-BE1259BC470C}" dt="2024-09-14T05:28:00.386" v="37" actId="1076"/>
        <pc:sldMkLst>
          <pc:docMk/>
          <pc:sldMk cId="1755260321" sldId="462"/>
        </pc:sldMkLst>
        <pc:spChg chg="mod">
          <ac:chgData name="Ms Alina Arshad" userId="cccdfd85-d35d-4453-9c6f-a463aae40722" providerId="ADAL" clId="{03F3768F-5344-4E5A-B293-BE1259BC470C}" dt="2024-09-14T05:27:46.454" v="33" actId="14100"/>
          <ac:spMkLst>
            <pc:docMk/>
            <pc:sldMk cId="1755260321" sldId="462"/>
            <ac:spMk id="2" creationId="{00000000-0000-0000-0000-000000000000}"/>
          </ac:spMkLst>
        </pc:spChg>
        <pc:spChg chg="del">
          <ac:chgData name="Ms Alina Arshad" userId="cccdfd85-d35d-4453-9c6f-a463aae40722" providerId="ADAL" clId="{03F3768F-5344-4E5A-B293-BE1259BC470C}" dt="2024-09-14T05:27:49.285" v="34" actId="478"/>
          <ac:spMkLst>
            <pc:docMk/>
            <pc:sldMk cId="1755260321" sldId="462"/>
            <ac:spMk id="4" creationId="{00000000-0000-0000-0000-000000000000}"/>
          </ac:spMkLst>
        </pc:spChg>
        <pc:spChg chg="del">
          <ac:chgData name="Ms Alina Arshad" userId="cccdfd85-d35d-4453-9c6f-a463aae40722" providerId="ADAL" clId="{03F3768F-5344-4E5A-B293-BE1259BC470C}" dt="2024-09-14T05:27:52.165" v="35" actId="478"/>
          <ac:spMkLst>
            <pc:docMk/>
            <pc:sldMk cId="1755260321" sldId="462"/>
            <ac:spMk id="5" creationId="{00000000-0000-0000-0000-000000000000}"/>
          </ac:spMkLst>
        </pc:spChg>
        <pc:picChg chg="mod">
          <ac:chgData name="Ms Alina Arshad" userId="cccdfd85-d35d-4453-9c6f-a463aae40722" providerId="ADAL" clId="{03F3768F-5344-4E5A-B293-BE1259BC470C}" dt="2024-09-14T05:28:00.386" v="37" actId="1076"/>
          <ac:picMkLst>
            <pc:docMk/>
            <pc:sldMk cId="1755260321" sldId="462"/>
            <ac:picMk id="8" creationId="{00000000-0000-0000-0000-000000000000}"/>
          </ac:picMkLst>
        </pc:picChg>
      </pc:sldChg>
      <pc:sldChg chg="delSp modSp mod">
        <pc:chgData name="Ms Alina Arshad" userId="cccdfd85-d35d-4453-9c6f-a463aae40722" providerId="ADAL" clId="{03F3768F-5344-4E5A-B293-BE1259BC470C}" dt="2024-09-15T07:26:11.282" v="68" actId="404"/>
        <pc:sldMkLst>
          <pc:docMk/>
          <pc:sldMk cId="3175048454" sldId="463"/>
        </pc:sldMkLst>
        <pc:spChg chg="mod">
          <ac:chgData name="Ms Alina Arshad" userId="cccdfd85-d35d-4453-9c6f-a463aae40722" providerId="ADAL" clId="{03F3768F-5344-4E5A-B293-BE1259BC470C}" dt="2024-09-14T05:28:29.612" v="45" actId="113"/>
          <ac:spMkLst>
            <pc:docMk/>
            <pc:sldMk cId="3175048454" sldId="463"/>
            <ac:spMk id="2" creationId="{00000000-0000-0000-0000-000000000000}"/>
          </ac:spMkLst>
        </pc:spChg>
        <pc:spChg chg="mod">
          <ac:chgData name="Ms Alina Arshad" userId="cccdfd85-d35d-4453-9c6f-a463aae40722" providerId="ADAL" clId="{03F3768F-5344-4E5A-B293-BE1259BC470C}" dt="2024-09-15T07:26:11.282" v="68" actId="404"/>
          <ac:spMkLst>
            <pc:docMk/>
            <pc:sldMk cId="3175048454" sldId="463"/>
            <ac:spMk id="3" creationId="{00000000-0000-0000-0000-000000000000}"/>
          </ac:spMkLst>
        </pc:spChg>
        <pc:spChg chg="del">
          <ac:chgData name="Ms Alina Arshad" userId="cccdfd85-d35d-4453-9c6f-a463aae40722" providerId="ADAL" clId="{03F3768F-5344-4E5A-B293-BE1259BC470C}" dt="2024-09-14T05:28:36.584" v="47" actId="478"/>
          <ac:spMkLst>
            <pc:docMk/>
            <pc:sldMk cId="3175048454" sldId="463"/>
            <ac:spMk id="4" creationId="{00000000-0000-0000-0000-000000000000}"/>
          </ac:spMkLst>
        </pc:spChg>
        <pc:spChg chg="del">
          <ac:chgData name="Ms Alina Arshad" userId="cccdfd85-d35d-4453-9c6f-a463aae40722" providerId="ADAL" clId="{03F3768F-5344-4E5A-B293-BE1259BC470C}" dt="2024-09-14T05:28:38.365" v="48" actId="478"/>
          <ac:spMkLst>
            <pc:docMk/>
            <pc:sldMk cId="3175048454" sldId="463"/>
            <ac:spMk id="5" creationId="{00000000-0000-0000-0000-000000000000}"/>
          </ac:spMkLst>
        </pc:spChg>
      </pc:sldChg>
      <pc:sldChg chg="delSp modSp mod">
        <pc:chgData name="Ms Alina Arshad" userId="cccdfd85-d35d-4453-9c6f-a463aae40722" providerId="ADAL" clId="{03F3768F-5344-4E5A-B293-BE1259BC470C}" dt="2024-09-14T05:28:22.835" v="43" actId="478"/>
        <pc:sldMkLst>
          <pc:docMk/>
          <pc:sldMk cId="2524428318" sldId="464"/>
        </pc:sldMkLst>
        <pc:spChg chg="mod">
          <ac:chgData name="Ms Alina Arshad" userId="cccdfd85-d35d-4453-9c6f-a463aae40722" providerId="ADAL" clId="{03F3768F-5344-4E5A-B293-BE1259BC470C}" dt="2024-09-14T05:28:06.649" v="39" actId="113"/>
          <ac:spMkLst>
            <pc:docMk/>
            <pc:sldMk cId="2524428318" sldId="464"/>
            <ac:spMk id="2" creationId="{00000000-0000-0000-0000-000000000000}"/>
          </ac:spMkLst>
        </pc:spChg>
        <pc:spChg chg="mod">
          <ac:chgData name="Ms Alina Arshad" userId="cccdfd85-d35d-4453-9c6f-a463aae40722" providerId="ADAL" clId="{03F3768F-5344-4E5A-B293-BE1259BC470C}" dt="2024-09-14T05:28:18.686" v="41" actId="12"/>
          <ac:spMkLst>
            <pc:docMk/>
            <pc:sldMk cId="2524428318" sldId="464"/>
            <ac:spMk id="3" creationId="{00000000-0000-0000-0000-000000000000}"/>
          </ac:spMkLst>
        </pc:spChg>
        <pc:spChg chg="del">
          <ac:chgData name="Ms Alina Arshad" userId="cccdfd85-d35d-4453-9c6f-a463aae40722" providerId="ADAL" clId="{03F3768F-5344-4E5A-B293-BE1259BC470C}" dt="2024-09-14T05:28:20.785" v="42" actId="478"/>
          <ac:spMkLst>
            <pc:docMk/>
            <pc:sldMk cId="2524428318" sldId="464"/>
            <ac:spMk id="4" creationId="{00000000-0000-0000-0000-000000000000}"/>
          </ac:spMkLst>
        </pc:spChg>
        <pc:spChg chg="del">
          <ac:chgData name="Ms Alina Arshad" userId="cccdfd85-d35d-4453-9c6f-a463aae40722" providerId="ADAL" clId="{03F3768F-5344-4E5A-B293-BE1259BC470C}" dt="2024-09-14T05:28:22.835" v="43" actId="478"/>
          <ac:spMkLst>
            <pc:docMk/>
            <pc:sldMk cId="2524428318" sldId="464"/>
            <ac:spMk id="5" creationId="{00000000-0000-0000-0000-000000000000}"/>
          </ac:spMkLst>
        </pc:spChg>
      </pc:sldChg>
      <pc:sldChg chg="delSp modSp mod">
        <pc:chgData name="Ms Alina Arshad" userId="cccdfd85-d35d-4453-9c6f-a463aae40722" providerId="ADAL" clId="{03F3768F-5344-4E5A-B293-BE1259BC470C}" dt="2024-09-15T07:26:58.244" v="78" actId="1036"/>
        <pc:sldMkLst>
          <pc:docMk/>
          <pc:sldMk cId="3502560203" sldId="465"/>
        </pc:sldMkLst>
        <pc:spChg chg="mod">
          <ac:chgData name="Ms Alina Arshad" userId="cccdfd85-d35d-4453-9c6f-a463aae40722" providerId="ADAL" clId="{03F3768F-5344-4E5A-B293-BE1259BC470C}" dt="2024-09-15T07:26:39.671" v="72" actId="113"/>
          <ac:spMkLst>
            <pc:docMk/>
            <pc:sldMk cId="3502560203" sldId="465"/>
            <ac:spMk id="2" creationId="{00000000-0000-0000-0000-000000000000}"/>
          </ac:spMkLst>
        </pc:spChg>
        <pc:spChg chg="mod">
          <ac:chgData name="Ms Alina Arshad" userId="cccdfd85-d35d-4453-9c6f-a463aae40722" providerId="ADAL" clId="{03F3768F-5344-4E5A-B293-BE1259BC470C}" dt="2024-09-15T07:26:58.244" v="78" actId="1036"/>
          <ac:spMkLst>
            <pc:docMk/>
            <pc:sldMk cId="3502560203" sldId="465"/>
            <ac:spMk id="3" creationId="{00000000-0000-0000-0000-000000000000}"/>
          </ac:spMkLst>
        </pc:spChg>
        <pc:spChg chg="del">
          <ac:chgData name="Ms Alina Arshad" userId="cccdfd85-d35d-4453-9c6f-a463aae40722" providerId="ADAL" clId="{03F3768F-5344-4E5A-B293-BE1259BC470C}" dt="2024-09-15T07:15:34.293" v="55" actId="478"/>
          <ac:spMkLst>
            <pc:docMk/>
            <pc:sldMk cId="3502560203" sldId="465"/>
            <ac:spMk id="4" creationId="{00000000-0000-0000-0000-000000000000}"/>
          </ac:spMkLst>
        </pc:spChg>
        <pc:spChg chg="del">
          <ac:chgData name="Ms Alina Arshad" userId="cccdfd85-d35d-4453-9c6f-a463aae40722" providerId="ADAL" clId="{03F3768F-5344-4E5A-B293-BE1259BC470C}" dt="2024-09-15T07:15:37.788" v="56" actId="478"/>
          <ac:spMkLst>
            <pc:docMk/>
            <pc:sldMk cId="3502560203" sldId="465"/>
            <ac:spMk id="5" creationId="{00000000-0000-0000-0000-000000000000}"/>
          </ac:spMkLst>
        </pc:spChg>
        <pc:picChg chg="mod">
          <ac:chgData name="Ms Alina Arshad" userId="cccdfd85-d35d-4453-9c6f-a463aae40722" providerId="ADAL" clId="{03F3768F-5344-4E5A-B293-BE1259BC470C}" dt="2024-09-15T07:26:54.568" v="76" actId="1076"/>
          <ac:picMkLst>
            <pc:docMk/>
            <pc:sldMk cId="3502560203" sldId="465"/>
            <ac:picMk id="6" creationId="{00000000-0000-0000-0000-000000000000}"/>
          </ac:picMkLst>
        </pc:picChg>
        <pc:picChg chg="mod">
          <ac:chgData name="Ms Alina Arshad" userId="cccdfd85-d35d-4453-9c6f-a463aae40722" providerId="ADAL" clId="{03F3768F-5344-4E5A-B293-BE1259BC470C}" dt="2024-09-15T07:26:57.173" v="77" actId="1076"/>
          <ac:picMkLst>
            <pc:docMk/>
            <pc:sldMk cId="3502560203" sldId="465"/>
            <ac:picMk id="7" creationId="{00000000-0000-0000-0000-000000000000}"/>
          </ac:picMkLst>
        </pc:picChg>
      </pc:sldChg>
      <pc:sldChg chg="delSp modSp mod">
        <pc:chgData name="Ms Alina Arshad" userId="cccdfd85-d35d-4453-9c6f-a463aae40722" providerId="ADAL" clId="{03F3768F-5344-4E5A-B293-BE1259BC470C}" dt="2024-09-17T13:46:43.871" v="246" actId="12"/>
        <pc:sldMkLst>
          <pc:docMk/>
          <pc:sldMk cId="4240682665" sldId="466"/>
        </pc:sldMkLst>
        <pc:spChg chg="mod">
          <ac:chgData name="Ms Alina Arshad" userId="cccdfd85-d35d-4453-9c6f-a463aae40722" providerId="ADAL" clId="{03F3768F-5344-4E5A-B293-BE1259BC470C}" dt="2024-09-15T07:27:06.716" v="80" actId="113"/>
          <ac:spMkLst>
            <pc:docMk/>
            <pc:sldMk cId="4240682665" sldId="466"/>
            <ac:spMk id="2" creationId="{00000000-0000-0000-0000-000000000000}"/>
          </ac:spMkLst>
        </pc:spChg>
        <pc:spChg chg="mod">
          <ac:chgData name="Ms Alina Arshad" userId="cccdfd85-d35d-4453-9c6f-a463aae40722" providerId="ADAL" clId="{03F3768F-5344-4E5A-B293-BE1259BC470C}" dt="2024-09-17T13:46:43.871" v="246" actId="12"/>
          <ac:spMkLst>
            <pc:docMk/>
            <pc:sldMk cId="4240682665" sldId="466"/>
            <ac:spMk id="3" creationId="{00000000-0000-0000-0000-000000000000}"/>
          </ac:spMkLst>
        </pc:spChg>
        <pc:spChg chg="del">
          <ac:chgData name="Ms Alina Arshad" userId="cccdfd85-d35d-4453-9c6f-a463aae40722" providerId="ADAL" clId="{03F3768F-5344-4E5A-B293-BE1259BC470C}" dt="2024-09-15T07:15:28.002" v="53" actId="478"/>
          <ac:spMkLst>
            <pc:docMk/>
            <pc:sldMk cId="4240682665" sldId="466"/>
            <ac:spMk id="4" creationId="{00000000-0000-0000-0000-000000000000}"/>
          </ac:spMkLst>
        </pc:spChg>
        <pc:spChg chg="del">
          <ac:chgData name="Ms Alina Arshad" userId="cccdfd85-d35d-4453-9c6f-a463aae40722" providerId="ADAL" clId="{03F3768F-5344-4E5A-B293-BE1259BC470C}" dt="2024-09-15T07:15:30.106" v="54" actId="478"/>
          <ac:spMkLst>
            <pc:docMk/>
            <pc:sldMk cId="4240682665" sldId="466"/>
            <ac:spMk id="5" creationId="{00000000-0000-0000-0000-000000000000}"/>
          </ac:spMkLst>
        </pc:spChg>
      </pc:sldChg>
      <pc:sldChg chg="delSp modSp mod">
        <pc:chgData name="Ms Alina Arshad" userId="cccdfd85-d35d-4453-9c6f-a463aae40722" providerId="ADAL" clId="{03F3768F-5344-4E5A-B293-BE1259BC470C}" dt="2024-09-15T07:28:15.867" v="89" actId="1036"/>
        <pc:sldMkLst>
          <pc:docMk/>
          <pc:sldMk cId="1253061490" sldId="467"/>
        </pc:sldMkLst>
        <pc:spChg chg="mod">
          <ac:chgData name="Ms Alina Arshad" userId="cccdfd85-d35d-4453-9c6f-a463aae40722" providerId="ADAL" clId="{03F3768F-5344-4E5A-B293-BE1259BC470C}" dt="2024-09-15T07:28:05.545" v="85" actId="113"/>
          <ac:spMkLst>
            <pc:docMk/>
            <pc:sldMk cId="1253061490" sldId="467"/>
            <ac:spMk id="2" creationId="{00000000-0000-0000-0000-000000000000}"/>
          </ac:spMkLst>
        </pc:spChg>
        <pc:spChg chg="del mod">
          <ac:chgData name="Ms Alina Arshad" userId="cccdfd85-d35d-4453-9c6f-a463aae40722" providerId="ADAL" clId="{03F3768F-5344-4E5A-B293-BE1259BC470C}" dt="2024-09-15T07:28:11.939" v="87" actId="478"/>
          <ac:spMkLst>
            <pc:docMk/>
            <pc:sldMk cId="1253061490" sldId="467"/>
            <ac:spMk id="3" creationId="{00000000-0000-0000-0000-000000000000}"/>
          </ac:spMkLst>
        </pc:spChg>
        <pc:spChg chg="del">
          <ac:chgData name="Ms Alina Arshad" userId="cccdfd85-d35d-4453-9c6f-a463aae40722" providerId="ADAL" clId="{03F3768F-5344-4E5A-B293-BE1259BC470C}" dt="2024-09-15T07:15:42.453" v="57" actId="478"/>
          <ac:spMkLst>
            <pc:docMk/>
            <pc:sldMk cId="1253061490" sldId="467"/>
            <ac:spMk id="4" creationId="{00000000-0000-0000-0000-000000000000}"/>
          </ac:spMkLst>
        </pc:spChg>
        <pc:spChg chg="del">
          <ac:chgData name="Ms Alina Arshad" userId="cccdfd85-d35d-4453-9c6f-a463aae40722" providerId="ADAL" clId="{03F3768F-5344-4E5A-B293-BE1259BC470C}" dt="2024-09-15T07:15:44.657" v="58" actId="478"/>
          <ac:spMkLst>
            <pc:docMk/>
            <pc:sldMk cId="1253061490" sldId="467"/>
            <ac:spMk id="5" creationId="{00000000-0000-0000-0000-000000000000}"/>
          </ac:spMkLst>
        </pc:spChg>
        <pc:picChg chg="mod">
          <ac:chgData name="Ms Alina Arshad" userId="cccdfd85-d35d-4453-9c6f-a463aae40722" providerId="ADAL" clId="{03F3768F-5344-4E5A-B293-BE1259BC470C}" dt="2024-09-15T07:28:15.867" v="89" actId="1036"/>
          <ac:picMkLst>
            <pc:docMk/>
            <pc:sldMk cId="1253061490" sldId="467"/>
            <ac:picMk id="7" creationId="{00000000-0000-0000-0000-000000000000}"/>
          </ac:picMkLst>
        </pc:picChg>
      </pc:sldChg>
      <pc:sldChg chg="delSp modSp mod">
        <pc:chgData name="Ms Alina Arshad" userId="cccdfd85-d35d-4453-9c6f-a463aae40722" providerId="ADAL" clId="{03F3768F-5344-4E5A-B293-BE1259BC470C}" dt="2024-09-15T07:28:25.745" v="92" actId="207"/>
        <pc:sldMkLst>
          <pc:docMk/>
          <pc:sldMk cId="1729599593" sldId="468"/>
        </pc:sldMkLst>
        <pc:spChg chg="mod">
          <ac:chgData name="Ms Alina Arshad" userId="cccdfd85-d35d-4453-9c6f-a463aae40722" providerId="ADAL" clId="{03F3768F-5344-4E5A-B293-BE1259BC470C}" dt="2024-09-15T07:28:25.745" v="92" actId="207"/>
          <ac:spMkLst>
            <pc:docMk/>
            <pc:sldMk cId="1729599593" sldId="468"/>
            <ac:spMk id="2" creationId="{00000000-0000-0000-0000-000000000000}"/>
          </ac:spMkLst>
        </pc:spChg>
        <pc:spChg chg="mod">
          <ac:chgData name="Ms Alina Arshad" userId="cccdfd85-d35d-4453-9c6f-a463aae40722" providerId="ADAL" clId="{03F3768F-5344-4E5A-B293-BE1259BC470C}" dt="2024-09-15T07:28:21.071" v="90" actId="207"/>
          <ac:spMkLst>
            <pc:docMk/>
            <pc:sldMk cId="1729599593" sldId="468"/>
            <ac:spMk id="3" creationId="{00000000-0000-0000-0000-000000000000}"/>
          </ac:spMkLst>
        </pc:spChg>
        <pc:spChg chg="del">
          <ac:chgData name="Ms Alina Arshad" userId="cccdfd85-d35d-4453-9c6f-a463aae40722" providerId="ADAL" clId="{03F3768F-5344-4E5A-B293-BE1259BC470C}" dt="2024-09-15T07:15:51.890" v="59" actId="478"/>
          <ac:spMkLst>
            <pc:docMk/>
            <pc:sldMk cId="1729599593" sldId="468"/>
            <ac:spMk id="4" creationId="{00000000-0000-0000-0000-000000000000}"/>
          </ac:spMkLst>
        </pc:spChg>
        <pc:spChg chg="del">
          <ac:chgData name="Ms Alina Arshad" userId="cccdfd85-d35d-4453-9c6f-a463aae40722" providerId="ADAL" clId="{03F3768F-5344-4E5A-B293-BE1259BC470C}" dt="2024-09-15T07:15:55.306" v="60" actId="478"/>
          <ac:spMkLst>
            <pc:docMk/>
            <pc:sldMk cId="1729599593" sldId="468"/>
            <ac:spMk id="5" creationId="{00000000-0000-0000-0000-000000000000}"/>
          </ac:spMkLst>
        </pc:spChg>
      </pc:sldChg>
      <pc:sldChg chg="delSp modSp mod">
        <pc:chgData name="Ms Alina Arshad" userId="cccdfd85-d35d-4453-9c6f-a463aae40722" providerId="ADAL" clId="{03F3768F-5344-4E5A-B293-BE1259BC470C}" dt="2024-09-15T07:28:38.185" v="97" actId="1076"/>
        <pc:sldMkLst>
          <pc:docMk/>
          <pc:sldMk cId="174372872" sldId="469"/>
        </pc:sldMkLst>
        <pc:spChg chg="del">
          <ac:chgData name="Ms Alina Arshad" userId="cccdfd85-d35d-4453-9c6f-a463aae40722" providerId="ADAL" clId="{03F3768F-5344-4E5A-B293-BE1259BC470C}" dt="2024-09-15T07:28:30.595" v="93" actId="478"/>
          <ac:spMkLst>
            <pc:docMk/>
            <pc:sldMk cId="174372872" sldId="469"/>
            <ac:spMk id="2" creationId="{00000000-0000-0000-0000-000000000000}"/>
          </ac:spMkLst>
        </pc:spChg>
        <pc:spChg chg="del">
          <ac:chgData name="Ms Alina Arshad" userId="cccdfd85-d35d-4453-9c6f-a463aae40722" providerId="ADAL" clId="{03F3768F-5344-4E5A-B293-BE1259BC470C}" dt="2024-09-15T07:15:59.748" v="61" actId="478"/>
          <ac:spMkLst>
            <pc:docMk/>
            <pc:sldMk cId="174372872" sldId="469"/>
            <ac:spMk id="4" creationId="{00000000-0000-0000-0000-000000000000}"/>
          </ac:spMkLst>
        </pc:spChg>
        <pc:spChg chg="del">
          <ac:chgData name="Ms Alina Arshad" userId="cccdfd85-d35d-4453-9c6f-a463aae40722" providerId="ADAL" clId="{03F3768F-5344-4E5A-B293-BE1259BC470C}" dt="2024-09-15T07:16:02.767" v="62" actId="478"/>
          <ac:spMkLst>
            <pc:docMk/>
            <pc:sldMk cId="174372872" sldId="469"/>
            <ac:spMk id="5" creationId="{00000000-0000-0000-0000-000000000000}"/>
          </ac:spMkLst>
        </pc:spChg>
        <pc:picChg chg="mod">
          <ac:chgData name="Ms Alina Arshad" userId="cccdfd85-d35d-4453-9c6f-a463aae40722" providerId="ADAL" clId="{03F3768F-5344-4E5A-B293-BE1259BC470C}" dt="2024-09-15T07:28:38.185" v="97" actId="1076"/>
          <ac:picMkLst>
            <pc:docMk/>
            <pc:sldMk cId="174372872" sldId="469"/>
            <ac:picMk id="6" creationId="{00000000-0000-0000-0000-000000000000}"/>
          </ac:picMkLst>
        </pc:picChg>
      </pc:sldChg>
      <pc:sldChg chg="delSp modSp mod">
        <pc:chgData name="Ms Alina Arshad" userId="cccdfd85-d35d-4453-9c6f-a463aae40722" providerId="ADAL" clId="{03F3768F-5344-4E5A-B293-BE1259BC470C}" dt="2024-09-15T07:28:59.921" v="103" actId="207"/>
        <pc:sldMkLst>
          <pc:docMk/>
          <pc:sldMk cId="1593451177" sldId="472"/>
        </pc:sldMkLst>
        <pc:spChg chg="mod">
          <ac:chgData name="Ms Alina Arshad" userId="cccdfd85-d35d-4453-9c6f-a463aae40722" providerId="ADAL" clId="{03F3768F-5344-4E5A-B293-BE1259BC470C}" dt="2024-09-15T07:28:59.921" v="103" actId="207"/>
          <ac:spMkLst>
            <pc:docMk/>
            <pc:sldMk cId="1593451177" sldId="472"/>
            <ac:spMk id="2" creationId="{00000000-0000-0000-0000-000000000000}"/>
          </ac:spMkLst>
        </pc:spChg>
        <pc:spChg chg="mod">
          <ac:chgData name="Ms Alina Arshad" userId="cccdfd85-d35d-4453-9c6f-a463aae40722" providerId="ADAL" clId="{03F3768F-5344-4E5A-B293-BE1259BC470C}" dt="2024-09-15T07:28:55.842" v="101" actId="207"/>
          <ac:spMkLst>
            <pc:docMk/>
            <pc:sldMk cId="1593451177" sldId="472"/>
            <ac:spMk id="3" creationId="{00000000-0000-0000-0000-000000000000}"/>
          </ac:spMkLst>
        </pc:spChg>
        <pc:spChg chg="del">
          <ac:chgData name="Ms Alina Arshad" userId="cccdfd85-d35d-4453-9c6f-a463aae40722" providerId="ADAL" clId="{03F3768F-5344-4E5A-B293-BE1259BC470C}" dt="2024-09-15T07:18:11.404" v="66" actId="478"/>
          <ac:spMkLst>
            <pc:docMk/>
            <pc:sldMk cId="1593451177" sldId="472"/>
            <ac:spMk id="4" creationId="{00000000-0000-0000-0000-000000000000}"/>
          </ac:spMkLst>
        </pc:spChg>
        <pc:spChg chg="del">
          <ac:chgData name="Ms Alina Arshad" userId="cccdfd85-d35d-4453-9c6f-a463aae40722" providerId="ADAL" clId="{03F3768F-5344-4E5A-B293-BE1259BC470C}" dt="2024-09-15T07:18:13.819" v="67" actId="478"/>
          <ac:spMkLst>
            <pc:docMk/>
            <pc:sldMk cId="1593451177" sldId="472"/>
            <ac:spMk id="5" creationId="{00000000-0000-0000-0000-000000000000}"/>
          </ac:spMkLst>
        </pc:spChg>
      </pc:sldChg>
      <pc:sldChg chg="delSp modSp mod">
        <pc:chgData name="Ms Alina Arshad" userId="cccdfd85-d35d-4453-9c6f-a463aae40722" providerId="ADAL" clId="{03F3768F-5344-4E5A-B293-BE1259BC470C}" dt="2024-09-15T07:27:35.272" v="83" actId="113"/>
        <pc:sldMkLst>
          <pc:docMk/>
          <pc:sldMk cId="3011208458" sldId="473"/>
        </pc:sldMkLst>
        <pc:spChg chg="mod">
          <ac:chgData name="Ms Alina Arshad" userId="cccdfd85-d35d-4453-9c6f-a463aae40722" providerId="ADAL" clId="{03F3768F-5344-4E5A-B293-BE1259BC470C}" dt="2024-09-15T07:27:35.272" v="83" actId="113"/>
          <ac:spMkLst>
            <pc:docMk/>
            <pc:sldMk cId="3011208458" sldId="473"/>
            <ac:spMk id="2" creationId="{00000000-0000-0000-0000-000000000000}"/>
          </ac:spMkLst>
        </pc:spChg>
        <pc:spChg chg="mod">
          <ac:chgData name="Ms Alina Arshad" userId="cccdfd85-d35d-4453-9c6f-a463aae40722" providerId="ADAL" clId="{03F3768F-5344-4E5A-B293-BE1259BC470C}" dt="2024-09-15T07:26:33.422" v="70" actId="5793"/>
          <ac:spMkLst>
            <pc:docMk/>
            <pc:sldMk cId="3011208458" sldId="473"/>
            <ac:spMk id="3" creationId="{00000000-0000-0000-0000-000000000000}"/>
          </ac:spMkLst>
        </pc:spChg>
        <pc:spChg chg="del">
          <ac:chgData name="Ms Alina Arshad" userId="cccdfd85-d35d-4453-9c6f-a463aae40722" providerId="ADAL" clId="{03F3768F-5344-4E5A-B293-BE1259BC470C}" dt="2024-09-15T06:55:50.682" v="51" actId="478"/>
          <ac:spMkLst>
            <pc:docMk/>
            <pc:sldMk cId="3011208458" sldId="473"/>
            <ac:spMk id="4" creationId="{00000000-0000-0000-0000-000000000000}"/>
          </ac:spMkLst>
        </pc:spChg>
        <pc:spChg chg="del">
          <ac:chgData name="Ms Alina Arshad" userId="cccdfd85-d35d-4453-9c6f-a463aae40722" providerId="ADAL" clId="{03F3768F-5344-4E5A-B293-BE1259BC470C}" dt="2024-09-15T06:55:53.265" v="52" actId="478"/>
          <ac:spMkLst>
            <pc:docMk/>
            <pc:sldMk cId="3011208458" sldId="473"/>
            <ac:spMk id="5" creationId="{00000000-0000-0000-0000-000000000000}"/>
          </ac:spMkLst>
        </pc:spChg>
      </pc:sldChg>
      <pc:sldChg chg="delSp modSp mod">
        <pc:chgData name="Ms Alina Arshad" userId="cccdfd85-d35d-4453-9c6f-a463aae40722" providerId="ADAL" clId="{03F3768F-5344-4E5A-B293-BE1259BC470C}" dt="2024-09-15T07:28:49.455" v="100" actId="207"/>
        <pc:sldMkLst>
          <pc:docMk/>
          <pc:sldMk cId="457050581" sldId="475"/>
        </pc:sldMkLst>
        <pc:spChg chg="mod">
          <ac:chgData name="Ms Alina Arshad" userId="cccdfd85-d35d-4453-9c6f-a463aae40722" providerId="ADAL" clId="{03F3768F-5344-4E5A-B293-BE1259BC470C}" dt="2024-09-15T07:28:44.663" v="99" actId="113"/>
          <ac:spMkLst>
            <pc:docMk/>
            <pc:sldMk cId="457050581" sldId="475"/>
            <ac:spMk id="2" creationId="{00000000-0000-0000-0000-000000000000}"/>
          </ac:spMkLst>
        </pc:spChg>
        <pc:spChg chg="mod">
          <ac:chgData name="Ms Alina Arshad" userId="cccdfd85-d35d-4453-9c6f-a463aae40722" providerId="ADAL" clId="{03F3768F-5344-4E5A-B293-BE1259BC470C}" dt="2024-09-15T07:28:49.455" v="100" actId="207"/>
          <ac:spMkLst>
            <pc:docMk/>
            <pc:sldMk cId="457050581" sldId="475"/>
            <ac:spMk id="3" creationId="{00000000-0000-0000-0000-000000000000}"/>
          </ac:spMkLst>
        </pc:spChg>
        <pc:spChg chg="del">
          <ac:chgData name="Ms Alina Arshad" userId="cccdfd85-d35d-4453-9c6f-a463aae40722" providerId="ADAL" clId="{03F3768F-5344-4E5A-B293-BE1259BC470C}" dt="2024-09-15T07:16:06.344" v="63" actId="478"/>
          <ac:spMkLst>
            <pc:docMk/>
            <pc:sldMk cId="457050581" sldId="475"/>
            <ac:spMk id="4" creationId="{00000000-0000-0000-0000-000000000000}"/>
          </ac:spMkLst>
        </pc:spChg>
        <pc:spChg chg="del">
          <ac:chgData name="Ms Alina Arshad" userId="cccdfd85-d35d-4453-9c6f-a463aae40722" providerId="ADAL" clId="{03F3768F-5344-4E5A-B293-BE1259BC470C}" dt="2024-09-15T07:16:09.550" v="64" actId="478"/>
          <ac:spMkLst>
            <pc:docMk/>
            <pc:sldMk cId="457050581" sldId="475"/>
            <ac:spMk id="5" creationId="{00000000-0000-0000-0000-000000000000}"/>
          </ac:spMkLst>
        </pc:spChg>
      </pc:sldChg>
      <pc:sldChg chg="addSp modSp new mod">
        <pc:chgData name="Ms Alina Arshad" userId="cccdfd85-d35d-4453-9c6f-a463aae40722" providerId="ADAL" clId="{03F3768F-5344-4E5A-B293-BE1259BC470C}" dt="2024-09-15T14:22:14.265" v="119" actId="1076"/>
        <pc:sldMkLst>
          <pc:docMk/>
          <pc:sldMk cId="1229924645" sldId="476"/>
        </pc:sldMkLst>
        <pc:spChg chg="add mod">
          <ac:chgData name="Ms Alina Arshad" userId="cccdfd85-d35d-4453-9c6f-a463aae40722" providerId="ADAL" clId="{03F3768F-5344-4E5A-B293-BE1259BC470C}" dt="2024-09-15T14:22:14.265" v="119" actId="1076"/>
          <ac:spMkLst>
            <pc:docMk/>
            <pc:sldMk cId="1229924645" sldId="476"/>
            <ac:spMk id="3" creationId="{9E02BD07-5194-85B6-EFCE-6195A5F9FA2D}"/>
          </ac:spMkLst>
        </pc:spChg>
      </pc:sldChg>
      <pc:sldChg chg="addSp modSp new mod">
        <pc:chgData name="Ms Alina Arshad" userId="cccdfd85-d35d-4453-9c6f-a463aae40722" providerId="ADAL" clId="{03F3768F-5344-4E5A-B293-BE1259BC470C}" dt="2024-09-15T14:22:56.262" v="125" actId="1076"/>
        <pc:sldMkLst>
          <pc:docMk/>
          <pc:sldMk cId="2716896203" sldId="477"/>
        </pc:sldMkLst>
        <pc:picChg chg="add mod">
          <ac:chgData name="Ms Alina Arshad" userId="cccdfd85-d35d-4453-9c6f-a463aae40722" providerId="ADAL" clId="{03F3768F-5344-4E5A-B293-BE1259BC470C}" dt="2024-09-15T14:22:56.262" v="125" actId="1076"/>
          <ac:picMkLst>
            <pc:docMk/>
            <pc:sldMk cId="2716896203" sldId="477"/>
            <ac:picMk id="3" creationId="{CEC37F5B-D7E9-C7D7-A3FC-A6BFAA6D7D52}"/>
          </ac:picMkLst>
        </pc:picChg>
      </pc:sldChg>
      <pc:sldChg chg="addSp delSp modSp new mod">
        <pc:chgData name="Ms Alina Arshad" userId="cccdfd85-d35d-4453-9c6f-a463aae40722" providerId="ADAL" clId="{03F3768F-5344-4E5A-B293-BE1259BC470C}" dt="2024-09-15T14:37:15.065" v="188" actId="1076"/>
        <pc:sldMkLst>
          <pc:docMk/>
          <pc:sldMk cId="1539764836" sldId="478"/>
        </pc:sldMkLst>
        <pc:spChg chg="add del mod">
          <ac:chgData name="Ms Alina Arshad" userId="cccdfd85-d35d-4453-9c6f-a463aae40722" providerId="ADAL" clId="{03F3768F-5344-4E5A-B293-BE1259BC470C}" dt="2024-09-15T14:35:58.164" v="175" actId="478"/>
          <ac:spMkLst>
            <pc:docMk/>
            <pc:sldMk cId="1539764836" sldId="478"/>
            <ac:spMk id="3" creationId="{DE9F3615-82D7-D530-232F-134EC036A9F8}"/>
          </ac:spMkLst>
        </pc:spChg>
        <pc:spChg chg="add del mod">
          <ac:chgData name="Ms Alina Arshad" userId="cccdfd85-d35d-4453-9c6f-a463aae40722" providerId="ADAL" clId="{03F3768F-5344-4E5A-B293-BE1259BC470C}" dt="2024-09-15T14:36:00.568" v="176" actId="478"/>
          <ac:spMkLst>
            <pc:docMk/>
            <pc:sldMk cId="1539764836" sldId="478"/>
            <ac:spMk id="5" creationId="{FFB33835-B197-8C99-1F1B-D7A9E740DC8C}"/>
          </ac:spMkLst>
        </pc:spChg>
        <pc:picChg chg="add mod">
          <ac:chgData name="Ms Alina Arshad" userId="cccdfd85-d35d-4453-9c6f-a463aae40722" providerId="ADAL" clId="{03F3768F-5344-4E5A-B293-BE1259BC470C}" dt="2024-09-15T14:37:10.667" v="187" actId="14100"/>
          <ac:picMkLst>
            <pc:docMk/>
            <pc:sldMk cId="1539764836" sldId="478"/>
            <ac:picMk id="7" creationId="{F8D8019B-1533-A540-0238-00FE1B71E986}"/>
          </ac:picMkLst>
        </pc:picChg>
        <pc:picChg chg="add mod">
          <ac:chgData name="Ms Alina Arshad" userId="cccdfd85-d35d-4453-9c6f-a463aae40722" providerId="ADAL" clId="{03F3768F-5344-4E5A-B293-BE1259BC470C}" dt="2024-09-15T14:37:15.065" v="188" actId="1076"/>
          <ac:picMkLst>
            <pc:docMk/>
            <pc:sldMk cId="1539764836" sldId="478"/>
            <ac:picMk id="9" creationId="{7456819B-0B75-7F65-462A-907D44DEE7F2}"/>
          </ac:picMkLst>
        </pc:picChg>
      </pc:sldChg>
      <pc:sldChg chg="addSp modSp new mod">
        <pc:chgData name="Ms Alina Arshad" userId="cccdfd85-d35d-4453-9c6f-a463aae40722" providerId="ADAL" clId="{03F3768F-5344-4E5A-B293-BE1259BC470C}" dt="2024-09-15T14:38:10.439" v="195" actId="1076"/>
        <pc:sldMkLst>
          <pc:docMk/>
          <pc:sldMk cId="3784571307" sldId="479"/>
        </pc:sldMkLst>
        <pc:picChg chg="add mod">
          <ac:chgData name="Ms Alina Arshad" userId="cccdfd85-d35d-4453-9c6f-a463aae40722" providerId="ADAL" clId="{03F3768F-5344-4E5A-B293-BE1259BC470C}" dt="2024-09-15T14:38:10.439" v="195" actId="1076"/>
          <ac:picMkLst>
            <pc:docMk/>
            <pc:sldMk cId="3784571307" sldId="479"/>
            <ac:picMk id="3" creationId="{86476297-C38B-769A-0DB1-48DC457E7C69}"/>
          </ac:picMkLst>
        </pc:picChg>
      </pc:sldChg>
    </pc:docChg>
  </pc:docChgLst>
  <pc:docChgLst>
    <pc:chgData name="Ms Alina Arshad" userId="cccdfd85-d35d-4453-9c6f-a463aae40722" providerId="ADAL" clId="{32985948-661D-45EF-9212-3BF9750EF1D6}"/>
    <pc:docChg chg="undo custSel addSld delSld modSld">
      <pc:chgData name="Ms Alina Arshad" userId="cccdfd85-d35d-4453-9c6f-a463aae40722" providerId="ADAL" clId="{32985948-661D-45EF-9212-3BF9750EF1D6}" dt="2024-09-30T14:30:12.620" v="799" actId="1076"/>
      <pc:docMkLst>
        <pc:docMk/>
      </pc:docMkLst>
      <pc:sldChg chg="modSp mod">
        <pc:chgData name="Ms Alina Arshad" userId="cccdfd85-d35d-4453-9c6f-a463aae40722" providerId="ADAL" clId="{32985948-661D-45EF-9212-3BF9750EF1D6}" dt="2024-09-29T04:49:30.477" v="45" actId="1076"/>
        <pc:sldMkLst>
          <pc:docMk/>
          <pc:sldMk cId="3322361034" sldId="256"/>
        </pc:sldMkLst>
        <pc:spChg chg="mod">
          <ac:chgData name="Ms Alina Arshad" userId="cccdfd85-d35d-4453-9c6f-a463aae40722" providerId="ADAL" clId="{32985948-661D-45EF-9212-3BF9750EF1D6}" dt="2024-09-29T04:49:30.477" v="45" actId="1076"/>
          <ac:spMkLst>
            <pc:docMk/>
            <pc:sldMk cId="3322361034" sldId="256"/>
            <ac:spMk id="3" creationId="{44E9F82C-BBA7-3495-1097-BEDB54FFFDF4}"/>
          </ac:spMkLst>
        </pc:spChg>
        <pc:spChg chg="mod">
          <ac:chgData name="Ms Alina Arshad" userId="cccdfd85-d35d-4453-9c6f-a463aae40722" providerId="ADAL" clId="{32985948-661D-45EF-9212-3BF9750EF1D6}" dt="2024-09-29T04:49:26.874" v="44" actId="1076"/>
          <ac:spMkLst>
            <pc:docMk/>
            <pc:sldMk cId="3322361034" sldId="256"/>
            <ac:spMk id="5" creationId="{75DE143E-53E3-798D-07E7-8D85DD770A95}"/>
          </ac:spMkLst>
        </pc:spChg>
      </pc:sldChg>
      <pc:sldChg chg="add del">
        <pc:chgData name="Ms Alina Arshad" userId="cccdfd85-d35d-4453-9c6f-a463aae40722" providerId="ADAL" clId="{32985948-661D-45EF-9212-3BF9750EF1D6}" dt="2024-09-29T04:49:39.110" v="47" actId="47"/>
        <pc:sldMkLst>
          <pc:docMk/>
          <pc:sldMk cId="987785057" sldId="258"/>
        </pc:sldMkLst>
      </pc:sldChg>
      <pc:sldChg chg="modSp add del mod">
        <pc:chgData name="Ms Alina Arshad" userId="cccdfd85-d35d-4453-9c6f-a463aae40722" providerId="ADAL" clId="{32985948-661D-45EF-9212-3BF9750EF1D6}" dt="2024-09-29T04:49:34.214" v="46" actId="47"/>
        <pc:sldMkLst>
          <pc:docMk/>
          <pc:sldMk cId="2348086917" sldId="280"/>
        </pc:sldMkLst>
        <pc:spChg chg="mod">
          <ac:chgData name="Ms Alina Arshad" userId="cccdfd85-d35d-4453-9c6f-a463aae40722" providerId="ADAL" clId="{32985948-661D-45EF-9212-3BF9750EF1D6}" dt="2024-09-29T04:48:48.551" v="10" actId="368"/>
          <ac:spMkLst>
            <pc:docMk/>
            <pc:sldMk cId="2348086917" sldId="280"/>
            <ac:spMk id="5" creationId="{00000000-0000-0000-0000-000000000000}"/>
          </ac:spMkLst>
        </pc:spChg>
      </pc:sldChg>
      <pc:sldChg chg="add del">
        <pc:chgData name="Ms Alina Arshad" userId="cccdfd85-d35d-4453-9c6f-a463aae40722" providerId="ADAL" clId="{32985948-661D-45EF-9212-3BF9750EF1D6}" dt="2024-09-29T04:49:54.369" v="48" actId="47"/>
        <pc:sldMkLst>
          <pc:docMk/>
          <pc:sldMk cId="1032267902" sldId="313"/>
        </pc:sldMkLst>
      </pc:sldChg>
      <pc:sldChg chg="del">
        <pc:chgData name="Ms Alina Arshad" userId="cccdfd85-d35d-4453-9c6f-a463aae40722" providerId="ADAL" clId="{32985948-661D-45EF-9212-3BF9750EF1D6}" dt="2024-09-29T04:47:46.044" v="1" actId="47"/>
        <pc:sldMkLst>
          <pc:docMk/>
          <pc:sldMk cId="3502560203" sldId="465"/>
        </pc:sldMkLst>
      </pc:sldChg>
      <pc:sldChg chg="del">
        <pc:chgData name="Ms Alina Arshad" userId="cccdfd85-d35d-4453-9c6f-a463aae40722" providerId="ADAL" clId="{32985948-661D-45EF-9212-3BF9750EF1D6}" dt="2024-09-29T04:47:46.450" v="2" actId="47"/>
        <pc:sldMkLst>
          <pc:docMk/>
          <pc:sldMk cId="4240682665" sldId="466"/>
        </pc:sldMkLst>
      </pc:sldChg>
      <pc:sldChg chg="del">
        <pc:chgData name="Ms Alina Arshad" userId="cccdfd85-d35d-4453-9c6f-a463aae40722" providerId="ADAL" clId="{32985948-661D-45EF-9212-3BF9750EF1D6}" dt="2024-09-29T04:47:46.804" v="3" actId="47"/>
        <pc:sldMkLst>
          <pc:docMk/>
          <pc:sldMk cId="1253061490" sldId="467"/>
        </pc:sldMkLst>
      </pc:sldChg>
      <pc:sldChg chg="del">
        <pc:chgData name="Ms Alina Arshad" userId="cccdfd85-d35d-4453-9c6f-a463aae40722" providerId="ADAL" clId="{32985948-661D-45EF-9212-3BF9750EF1D6}" dt="2024-09-29T04:47:47.168" v="4" actId="47"/>
        <pc:sldMkLst>
          <pc:docMk/>
          <pc:sldMk cId="1729599593" sldId="468"/>
        </pc:sldMkLst>
      </pc:sldChg>
      <pc:sldChg chg="del">
        <pc:chgData name="Ms Alina Arshad" userId="cccdfd85-d35d-4453-9c6f-a463aae40722" providerId="ADAL" clId="{32985948-661D-45EF-9212-3BF9750EF1D6}" dt="2024-09-29T04:47:47.478" v="5" actId="47"/>
        <pc:sldMkLst>
          <pc:docMk/>
          <pc:sldMk cId="174372872" sldId="469"/>
        </pc:sldMkLst>
      </pc:sldChg>
      <pc:sldChg chg="del">
        <pc:chgData name="Ms Alina Arshad" userId="cccdfd85-d35d-4453-9c6f-a463aae40722" providerId="ADAL" clId="{32985948-661D-45EF-9212-3BF9750EF1D6}" dt="2024-09-29T04:47:48.252" v="7" actId="47"/>
        <pc:sldMkLst>
          <pc:docMk/>
          <pc:sldMk cId="1593451177" sldId="472"/>
        </pc:sldMkLst>
      </pc:sldChg>
      <pc:sldChg chg="del">
        <pc:chgData name="Ms Alina Arshad" userId="cccdfd85-d35d-4453-9c6f-a463aae40722" providerId="ADAL" clId="{32985948-661D-45EF-9212-3BF9750EF1D6}" dt="2024-09-29T04:47:45.581" v="0" actId="47"/>
        <pc:sldMkLst>
          <pc:docMk/>
          <pc:sldMk cId="3011208458" sldId="473"/>
        </pc:sldMkLst>
      </pc:sldChg>
      <pc:sldChg chg="del">
        <pc:chgData name="Ms Alina Arshad" userId="cccdfd85-d35d-4453-9c6f-a463aae40722" providerId="ADAL" clId="{32985948-661D-45EF-9212-3BF9750EF1D6}" dt="2024-09-29T04:47:47.777" v="6" actId="47"/>
        <pc:sldMkLst>
          <pc:docMk/>
          <pc:sldMk cId="457050581" sldId="475"/>
        </pc:sldMkLst>
      </pc:sldChg>
      <pc:sldChg chg="delSp modSp add mod delAnim">
        <pc:chgData name="Ms Alina Arshad" userId="cccdfd85-d35d-4453-9c6f-a463aae40722" providerId="ADAL" clId="{32985948-661D-45EF-9212-3BF9750EF1D6}" dt="2024-09-29T11:40:01.801" v="677" actId="20577"/>
        <pc:sldMkLst>
          <pc:docMk/>
          <pc:sldMk cId="1317028974" sldId="475"/>
        </pc:sldMkLst>
        <pc:spChg chg="mod">
          <ac:chgData name="Ms Alina Arshad" userId="cccdfd85-d35d-4453-9c6f-a463aae40722" providerId="ADAL" clId="{32985948-661D-45EF-9212-3BF9750EF1D6}" dt="2024-09-29T11:40:01.801" v="677" actId="20577"/>
          <ac:spMkLst>
            <pc:docMk/>
            <pc:sldMk cId="1317028974" sldId="475"/>
            <ac:spMk id="2" creationId="{00000000-0000-0000-0000-000000000000}"/>
          </ac:spMkLst>
        </pc:spChg>
        <pc:spChg chg="mod">
          <ac:chgData name="Ms Alina Arshad" userId="cccdfd85-d35d-4453-9c6f-a463aae40722" providerId="ADAL" clId="{32985948-661D-45EF-9212-3BF9750EF1D6}" dt="2024-09-29T07:59:38.105" v="330" actId="20577"/>
          <ac:spMkLst>
            <pc:docMk/>
            <pc:sldMk cId="1317028974" sldId="475"/>
            <ac:spMk id="3" creationId="{00000000-0000-0000-0000-000000000000}"/>
          </ac:spMkLst>
        </pc:spChg>
        <pc:spChg chg="del">
          <ac:chgData name="Ms Alina Arshad" userId="cccdfd85-d35d-4453-9c6f-a463aae40722" providerId="ADAL" clId="{32985948-661D-45EF-9212-3BF9750EF1D6}" dt="2024-09-29T04:50:29.988" v="51" actId="478"/>
          <ac:spMkLst>
            <pc:docMk/>
            <pc:sldMk cId="1317028974" sldId="475"/>
            <ac:spMk id="4" creationId="{00000000-0000-0000-0000-000000000000}"/>
          </ac:spMkLst>
        </pc:spChg>
        <pc:spChg chg="del">
          <ac:chgData name="Ms Alina Arshad" userId="cccdfd85-d35d-4453-9c6f-a463aae40722" providerId="ADAL" clId="{32985948-661D-45EF-9212-3BF9750EF1D6}" dt="2024-09-29T07:57:49.173" v="252" actId="478"/>
          <ac:spMkLst>
            <pc:docMk/>
            <pc:sldMk cId="1317028974" sldId="475"/>
            <ac:spMk id="5" creationId="{00000000-0000-0000-0000-000000000000}"/>
          </ac:spMkLst>
        </pc:spChg>
        <pc:picChg chg="del mod">
          <ac:chgData name="Ms Alina Arshad" userId="cccdfd85-d35d-4453-9c6f-a463aae40722" providerId="ADAL" clId="{32985948-661D-45EF-9212-3BF9750EF1D6}" dt="2024-09-29T07:57:47.155" v="251" actId="478"/>
          <ac:picMkLst>
            <pc:docMk/>
            <pc:sldMk cId="1317028974" sldId="475"/>
            <ac:picMk id="6" creationId="{00000000-0000-0000-0000-000000000000}"/>
          </ac:picMkLst>
        </pc:picChg>
      </pc:sldChg>
      <pc:sldChg chg="addSp delSp modSp add mod delAnim">
        <pc:chgData name="Ms Alina Arshad" userId="cccdfd85-d35d-4453-9c6f-a463aae40722" providerId="ADAL" clId="{32985948-661D-45EF-9212-3BF9750EF1D6}" dt="2024-09-29T08:06:47.981" v="374" actId="1076"/>
        <pc:sldMkLst>
          <pc:docMk/>
          <pc:sldMk cId="1999589581" sldId="476"/>
        </pc:sldMkLst>
        <pc:spChg chg="mod">
          <ac:chgData name="Ms Alina Arshad" userId="cccdfd85-d35d-4453-9c6f-a463aae40722" providerId="ADAL" clId="{32985948-661D-45EF-9212-3BF9750EF1D6}" dt="2024-09-29T08:01:18.508" v="331" actId="207"/>
          <ac:spMkLst>
            <pc:docMk/>
            <pc:sldMk cId="1999589581" sldId="476"/>
            <ac:spMk id="2" creationId="{00000000-0000-0000-0000-000000000000}"/>
          </ac:spMkLst>
        </pc:spChg>
        <pc:spChg chg="mod">
          <ac:chgData name="Ms Alina Arshad" userId="cccdfd85-d35d-4453-9c6f-a463aae40722" providerId="ADAL" clId="{32985948-661D-45EF-9212-3BF9750EF1D6}" dt="2024-09-29T08:06:37.805" v="373" actId="403"/>
          <ac:spMkLst>
            <pc:docMk/>
            <pc:sldMk cId="1999589581" sldId="476"/>
            <ac:spMk id="3" creationId="{00000000-0000-0000-0000-000000000000}"/>
          </ac:spMkLst>
        </pc:spChg>
        <pc:spChg chg="del">
          <ac:chgData name="Ms Alina Arshad" userId="cccdfd85-d35d-4453-9c6f-a463aae40722" providerId="ADAL" clId="{32985948-661D-45EF-9212-3BF9750EF1D6}" dt="2024-09-29T04:51:22.726" v="67" actId="478"/>
          <ac:spMkLst>
            <pc:docMk/>
            <pc:sldMk cId="1999589581" sldId="476"/>
            <ac:spMk id="4" creationId="{00000000-0000-0000-0000-000000000000}"/>
          </ac:spMkLst>
        </pc:spChg>
        <pc:spChg chg="del">
          <ac:chgData name="Ms Alina Arshad" userId="cccdfd85-d35d-4453-9c6f-a463aae40722" providerId="ADAL" clId="{32985948-661D-45EF-9212-3BF9750EF1D6}" dt="2024-09-29T04:51:24.730" v="68" actId="478"/>
          <ac:spMkLst>
            <pc:docMk/>
            <pc:sldMk cId="1999589581" sldId="476"/>
            <ac:spMk id="5" creationId="{00000000-0000-0000-0000-000000000000}"/>
          </ac:spMkLst>
        </pc:spChg>
        <pc:spChg chg="add mod">
          <ac:chgData name="Ms Alina Arshad" userId="cccdfd85-d35d-4453-9c6f-a463aae40722" providerId="ADAL" clId="{32985948-661D-45EF-9212-3BF9750EF1D6}" dt="2024-09-29T08:06:29.680" v="370" actId="207"/>
          <ac:spMkLst>
            <pc:docMk/>
            <pc:sldMk cId="1999589581" sldId="476"/>
            <ac:spMk id="5" creationId="{F0FC1B4B-EFA7-313C-F90C-846A894B9230}"/>
          </ac:spMkLst>
        </pc:spChg>
        <pc:picChg chg="mod">
          <ac:chgData name="Ms Alina Arshad" userId="cccdfd85-d35d-4453-9c6f-a463aae40722" providerId="ADAL" clId="{32985948-661D-45EF-9212-3BF9750EF1D6}" dt="2024-09-29T08:06:47.981" v="374" actId="1076"/>
          <ac:picMkLst>
            <pc:docMk/>
            <pc:sldMk cId="1999589581" sldId="476"/>
            <ac:picMk id="6" creationId="{00000000-0000-0000-0000-000000000000}"/>
          </ac:picMkLst>
        </pc:picChg>
        <pc:picChg chg="del mod">
          <ac:chgData name="Ms Alina Arshad" userId="cccdfd85-d35d-4453-9c6f-a463aae40722" providerId="ADAL" clId="{32985948-661D-45EF-9212-3BF9750EF1D6}" dt="2024-09-29T08:04:51.266" v="333" actId="478"/>
          <ac:picMkLst>
            <pc:docMk/>
            <pc:sldMk cId="1999589581" sldId="476"/>
            <ac:picMk id="8" creationId="{00000000-0000-0000-0000-000000000000}"/>
          </ac:picMkLst>
        </pc:picChg>
      </pc:sldChg>
      <pc:sldChg chg="addSp delSp modSp add mod modNotesTx">
        <pc:chgData name="Ms Alina Arshad" userId="cccdfd85-d35d-4453-9c6f-a463aae40722" providerId="ADAL" clId="{32985948-661D-45EF-9212-3BF9750EF1D6}" dt="2024-09-29T09:05:12.947" v="502" actId="1036"/>
        <pc:sldMkLst>
          <pc:docMk/>
          <pc:sldMk cId="4056107159" sldId="477"/>
        </pc:sldMkLst>
        <pc:spChg chg="mod">
          <ac:chgData name="Ms Alina Arshad" userId="cccdfd85-d35d-4453-9c6f-a463aae40722" providerId="ADAL" clId="{32985948-661D-45EF-9212-3BF9750EF1D6}" dt="2024-09-29T04:51:55.633" v="75" actId="113"/>
          <ac:spMkLst>
            <pc:docMk/>
            <pc:sldMk cId="4056107159" sldId="477"/>
            <ac:spMk id="2" creationId="{00000000-0000-0000-0000-000000000000}"/>
          </ac:spMkLst>
        </pc:spChg>
        <pc:spChg chg="del">
          <ac:chgData name="Ms Alina Arshad" userId="cccdfd85-d35d-4453-9c6f-a463aae40722" providerId="ADAL" clId="{32985948-661D-45EF-9212-3BF9750EF1D6}" dt="2024-09-29T04:53:00.586" v="90" actId="478"/>
          <ac:spMkLst>
            <pc:docMk/>
            <pc:sldMk cId="4056107159" sldId="477"/>
            <ac:spMk id="4" creationId="{00000000-0000-0000-0000-000000000000}"/>
          </ac:spMkLst>
        </pc:spChg>
        <pc:spChg chg="del">
          <ac:chgData name="Ms Alina Arshad" userId="cccdfd85-d35d-4453-9c6f-a463aae40722" providerId="ADAL" clId="{32985948-661D-45EF-9212-3BF9750EF1D6}" dt="2024-09-29T04:52:53.893" v="89" actId="478"/>
          <ac:spMkLst>
            <pc:docMk/>
            <pc:sldMk cId="4056107159" sldId="477"/>
            <ac:spMk id="5" creationId="{00000000-0000-0000-0000-000000000000}"/>
          </ac:spMkLst>
        </pc:spChg>
        <pc:spChg chg="add mod">
          <ac:chgData name="Ms Alina Arshad" userId="cccdfd85-d35d-4453-9c6f-a463aae40722" providerId="ADAL" clId="{32985948-661D-45EF-9212-3BF9750EF1D6}" dt="2024-09-29T09:05:12.947" v="502" actId="1036"/>
          <ac:spMkLst>
            <pc:docMk/>
            <pc:sldMk cId="4056107159" sldId="477"/>
            <ac:spMk id="5" creationId="{23586CC7-BCFB-60C9-94BB-FF3EBB06A1D4}"/>
          </ac:spMkLst>
        </pc:spChg>
        <pc:picChg chg="del mod">
          <ac:chgData name="Ms Alina Arshad" userId="cccdfd85-d35d-4453-9c6f-a463aae40722" providerId="ADAL" clId="{32985948-661D-45EF-9212-3BF9750EF1D6}" dt="2024-09-29T04:53:21.891" v="92" actId="478"/>
          <ac:picMkLst>
            <pc:docMk/>
            <pc:sldMk cId="4056107159" sldId="477"/>
            <ac:picMk id="6" creationId="{00000000-0000-0000-0000-000000000000}"/>
          </ac:picMkLst>
        </pc:picChg>
        <pc:picChg chg="del mod">
          <ac:chgData name="Ms Alina Arshad" userId="cccdfd85-d35d-4453-9c6f-a463aae40722" providerId="ADAL" clId="{32985948-661D-45EF-9212-3BF9750EF1D6}" dt="2024-09-29T08:07:12.619" v="375" actId="478"/>
          <ac:picMkLst>
            <pc:docMk/>
            <pc:sldMk cId="4056107159" sldId="477"/>
            <ac:picMk id="7" creationId="{00000000-0000-0000-0000-000000000000}"/>
          </ac:picMkLst>
        </pc:picChg>
        <pc:picChg chg="del mod">
          <ac:chgData name="Ms Alina Arshad" userId="cccdfd85-d35d-4453-9c6f-a463aae40722" providerId="ADAL" clId="{32985948-661D-45EF-9212-3BF9750EF1D6}" dt="2024-09-29T04:53:23.715" v="93" actId="478"/>
          <ac:picMkLst>
            <pc:docMk/>
            <pc:sldMk cId="4056107159" sldId="477"/>
            <ac:picMk id="8" creationId="{00000000-0000-0000-0000-000000000000}"/>
          </ac:picMkLst>
        </pc:picChg>
      </pc:sldChg>
      <pc:sldChg chg="addSp delSp modSp add mod delAnim">
        <pc:chgData name="Ms Alina Arshad" userId="cccdfd85-d35d-4453-9c6f-a463aae40722" providerId="ADAL" clId="{32985948-661D-45EF-9212-3BF9750EF1D6}" dt="2024-09-29T08:15:06.065" v="479" actId="20577"/>
        <pc:sldMkLst>
          <pc:docMk/>
          <pc:sldMk cId="3142530740" sldId="478"/>
        </pc:sldMkLst>
        <pc:spChg chg="mod">
          <ac:chgData name="Ms Alina Arshad" userId="cccdfd85-d35d-4453-9c6f-a463aae40722" providerId="ADAL" clId="{32985948-661D-45EF-9212-3BF9750EF1D6}" dt="2024-09-29T04:54:29.523" v="102" actId="113"/>
          <ac:spMkLst>
            <pc:docMk/>
            <pc:sldMk cId="3142530740" sldId="478"/>
            <ac:spMk id="2" creationId="{00000000-0000-0000-0000-000000000000}"/>
          </ac:spMkLst>
        </pc:spChg>
        <pc:spChg chg="mod">
          <ac:chgData name="Ms Alina Arshad" userId="cccdfd85-d35d-4453-9c6f-a463aae40722" providerId="ADAL" clId="{32985948-661D-45EF-9212-3BF9750EF1D6}" dt="2024-09-29T08:13:59.233" v="464"/>
          <ac:spMkLst>
            <pc:docMk/>
            <pc:sldMk cId="3142530740" sldId="478"/>
            <ac:spMk id="3" creationId="{00000000-0000-0000-0000-000000000000}"/>
          </ac:spMkLst>
        </pc:spChg>
        <pc:spChg chg="del">
          <ac:chgData name="Ms Alina Arshad" userId="cccdfd85-d35d-4453-9c6f-a463aae40722" providerId="ADAL" clId="{32985948-661D-45EF-9212-3BF9750EF1D6}" dt="2024-09-29T04:55:16.885" v="119" actId="478"/>
          <ac:spMkLst>
            <pc:docMk/>
            <pc:sldMk cId="3142530740" sldId="478"/>
            <ac:spMk id="4" creationId="{00000000-0000-0000-0000-000000000000}"/>
          </ac:spMkLst>
        </pc:spChg>
        <pc:spChg chg="del">
          <ac:chgData name="Ms Alina Arshad" userId="cccdfd85-d35d-4453-9c6f-a463aae40722" providerId="ADAL" clId="{32985948-661D-45EF-9212-3BF9750EF1D6}" dt="2024-09-29T04:55:18.892" v="120" actId="478"/>
          <ac:spMkLst>
            <pc:docMk/>
            <pc:sldMk cId="3142530740" sldId="478"/>
            <ac:spMk id="5" creationId="{00000000-0000-0000-0000-000000000000}"/>
          </ac:spMkLst>
        </pc:spChg>
        <pc:spChg chg="add mod">
          <ac:chgData name="Ms Alina Arshad" userId="cccdfd85-d35d-4453-9c6f-a463aae40722" providerId="ADAL" clId="{32985948-661D-45EF-9212-3BF9750EF1D6}" dt="2024-09-29T08:15:06.065" v="479" actId="20577"/>
          <ac:spMkLst>
            <pc:docMk/>
            <pc:sldMk cId="3142530740" sldId="478"/>
            <ac:spMk id="5" creationId="{BB6A54B0-BC62-4B83-BA65-03696D78FBA8}"/>
          </ac:spMkLst>
        </pc:spChg>
        <pc:spChg chg="add mod">
          <ac:chgData name="Ms Alina Arshad" userId="cccdfd85-d35d-4453-9c6f-a463aae40722" providerId="ADAL" clId="{32985948-661D-45EF-9212-3BF9750EF1D6}" dt="2024-09-29T08:14:36.689" v="473" actId="1076"/>
          <ac:spMkLst>
            <pc:docMk/>
            <pc:sldMk cId="3142530740" sldId="478"/>
            <ac:spMk id="8" creationId="{EECA2D44-D37B-E53E-E9E8-1E944B4ED565}"/>
          </ac:spMkLst>
        </pc:spChg>
        <pc:picChg chg="del mod modCrop">
          <ac:chgData name="Ms Alina Arshad" userId="cccdfd85-d35d-4453-9c6f-a463aae40722" providerId="ADAL" clId="{32985948-661D-45EF-9212-3BF9750EF1D6}" dt="2024-09-29T08:12:25.409" v="441" actId="478"/>
          <ac:picMkLst>
            <pc:docMk/>
            <pc:sldMk cId="3142530740" sldId="478"/>
            <ac:picMk id="6" creationId="{00000000-0000-0000-0000-000000000000}"/>
          </ac:picMkLst>
        </pc:picChg>
      </pc:sldChg>
      <pc:sldChg chg="delSp modSp add mod">
        <pc:chgData name="Ms Alina Arshad" userId="cccdfd85-d35d-4453-9c6f-a463aae40722" providerId="ADAL" clId="{32985948-661D-45EF-9212-3BF9750EF1D6}" dt="2024-09-29T04:55:55.321" v="132" actId="207"/>
        <pc:sldMkLst>
          <pc:docMk/>
          <pc:sldMk cId="3718238795" sldId="479"/>
        </pc:sldMkLst>
        <pc:spChg chg="mod">
          <ac:chgData name="Ms Alina Arshad" userId="cccdfd85-d35d-4453-9c6f-a463aae40722" providerId="ADAL" clId="{32985948-661D-45EF-9212-3BF9750EF1D6}" dt="2024-09-29T04:55:46.840" v="129" actId="113"/>
          <ac:spMkLst>
            <pc:docMk/>
            <pc:sldMk cId="3718238795" sldId="479"/>
            <ac:spMk id="2" creationId="{00000000-0000-0000-0000-000000000000}"/>
          </ac:spMkLst>
        </pc:spChg>
        <pc:spChg chg="mod">
          <ac:chgData name="Ms Alina Arshad" userId="cccdfd85-d35d-4453-9c6f-a463aae40722" providerId="ADAL" clId="{32985948-661D-45EF-9212-3BF9750EF1D6}" dt="2024-09-29T04:55:55.321" v="132" actId="207"/>
          <ac:spMkLst>
            <pc:docMk/>
            <pc:sldMk cId="3718238795" sldId="479"/>
            <ac:spMk id="3" creationId="{00000000-0000-0000-0000-000000000000}"/>
          </ac:spMkLst>
        </pc:spChg>
        <pc:spChg chg="del">
          <ac:chgData name="Ms Alina Arshad" userId="cccdfd85-d35d-4453-9c6f-a463aae40722" providerId="ADAL" clId="{32985948-661D-45EF-9212-3BF9750EF1D6}" dt="2024-09-29T04:55:49.250" v="130" actId="478"/>
          <ac:spMkLst>
            <pc:docMk/>
            <pc:sldMk cId="3718238795" sldId="479"/>
            <ac:spMk id="4" creationId="{00000000-0000-0000-0000-000000000000}"/>
          </ac:spMkLst>
        </pc:spChg>
        <pc:spChg chg="del">
          <ac:chgData name="Ms Alina Arshad" userId="cccdfd85-d35d-4453-9c6f-a463aae40722" providerId="ADAL" clId="{32985948-661D-45EF-9212-3BF9750EF1D6}" dt="2024-09-29T04:55:51.210" v="131" actId="478"/>
          <ac:spMkLst>
            <pc:docMk/>
            <pc:sldMk cId="3718238795" sldId="479"/>
            <ac:spMk id="5" creationId="{00000000-0000-0000-0000-000000000000}"/>
          </ac:spMkLst>
        </pc:spChg>
      </pc:sldChg>
      <pc:sldChg chg="delSp modSp add mod">
        <pc:chgData name="Ms Alina Arshad" userId="cccdfd85-d35d-4453-9c6f-a463aae40722" providerId="ADAL" clId="{32985948-661D-45EF-9212-3BF9750EF1D6}" dt="2024-09-29T05:01:04.287" v="233" actId="207"/>
        <pc:sldMkLst>
          <pc:docMk/>
          <pc:sldMk cId="3737652639" sldId="482"/>
        </pc:sldMkLst>
        <pc:spChg chg="del">
          <ac:chgData name="Ms Alina Arshad" userId="cccdfd85-d35d-4453-9c6f-a463aae40722" providerId="ADAL" clId="{32985948-661D-45EF-9212-3BF9750EF1D6}" dt="2024-09-29T05:01:00.790" v="232" actId="478"/>
          <ac:spMkLst>
            <pc:docMk/>
            <pc:sldMk cId="3737652639" sldId="482"/>
            <ac:spMk id="2" creationId="{00000000-0000-0000-0000-000000000000}"/>
          </ac:spMkLst>
        </pc:spChg>
        <pc:spChg chg="mod">
          <ac:chgData name="Ms Alina Arshad" userId="cccdfd85-d35d-4453-9c6f-a463aae40722" providerId="ADAL" clId="{32985948-661D-45EF-9212-3BF9750EF1D6}" dt="2024-09-29T05:01:04.287" v="233" actId="207"/>
          <ac:spMkLst>
            <pc:docMk/>
            <pc:sldMk cId="3737652639" sldId="482"/>
            <ac:spMk id="3" creationId="{00000000-0000-0000-0000-000000000000}"/>
          </ac:spMkLst>
        </pc:spChg>
        <pc:spChg chg="del">
          <ac:chgData name="Ms Alina Arshad" userId="cccdfd85-d35d-4453-9c6f-a463aae40722" providerId="ADAL" clId="{32985948-661D-45EF-9212-3BF9750EF1D6}" dt="2024-09-29T04:58:00.263" v="173" actId="478"/>
          <ac:spMkLst>
            <pc:docMk/>
            <pc:sldMk cId="3737652639" sldId="482"/>
            <ac:spMk id="4" creationId="{00000000-0000-0000-0000-000000000000}"/>
          </ac:spMkLst>
        </pc:spChg>
        <pc:spChg chg="del">
          <ac:chgData name="Ms Alina Arshad" userId="cccdfd85-d35d-4453-9c6f-a463aae40722" providerId="ADAL" clId="{32985948-661D-45EF-9212-3BF9750EF1D6}" dt="2024-09-29T04:58:02.125" v="174" actId="478"/>
          <ac:spMkLst>
            <pc:docMk/>
            <pc:sldMk cId="3737652639" sldId="482"/>
            <ac:spMk id="5" creationId="{00000000-0000-0000-0000-000000000000}"/>
          </ac:spMkLst>
        </pc:spChg>
      </pc:sldChg>
      <pc:sldChg chg="delSp modSp add mod">
        <pc:chgData name="Ms Alina Arshad" userId="cccdfd85-d35d-4453-9c6f-a463aae40722" providerId="ADAL" clId="{32985948-661D-45EF-9212-3BF9750EF1D6}" dt="2024-09-29T04:58:18.837" v="179" actId="1076"/>
        <pc:sldMkLst>
          <pc:docMk/>
          <pc:sldMk cId="2818035381" sldId="483"/>
        </pc:sldMkLst>
        <pc:spChg chg="mod">
          <ac:chgData name="Ms Alina Arshad" userId="cccdfd85-d35d-4453-9c6f-a463aae40722" providerId="ADAL" clId="{32985948-661D-45EF-9212-3BF9750EF1D6}" dt="2024-09-29T04:58:08.310" v="175" actId="207"/>
          <ac:spMkLst>
            <pc:docMk/>
            <pc:sldMk cId="2818035381" sldId="483"/>
            <ac:spMk id="2" creationId="{00000000-0000-0000-0000-000000000000}"/>
          </ac:spMkLst>
        </pc:spChg>
        <pc:spChg chg="del">
          <ac:chgData name="Ms Alina Arshad" userId="cccdfd85-d35d-4453-9c6f-a463aae40722" providerId="ADAL" clId="{32985948-661D-45EF-9212-3BF9750EF1D6}" dt="2024-09-29T04:58:11.149" v="176" actId="478"/>
          <ac:spMkLst>
            <pc:docMk/>
            <pc:sldMk cId="2818035381" sldId="483"/>
            <ac:spMk id="4" creationId="{00000000-0000-0000-0000-000000000000}"/>
          </ac:spMkLst>
        </pc:spChg>
        <pc:spChg chg="del">
          <ac:chgData name="Ms Alina Arshad" userId="cccdfd85-d35d-4453-9c6f-a463aae40722" providerId="ADAL" clId="{32985948-661D-45EF-9212-3BF9750EF1D6}" dt="2024-09-29T04:58:12.842" v="177" actId="478"/>
          <ac:spMkLst>
            <pc:docMk/>
            <pc:sldMk cId="2818035381" sldId="483"/>
            <ac:spMk id="5" creationId="{00000000-0000-0000-0000-000000000000}"/>
          </ac:spMkLst>
        </pc:spChg>
        <pc:picChg chg="mod">
          <ac:chgData name="Ms Alina Arshad" userId="cccdfd85-d35d-4453-9c6f-a463aae40722" providerId="ADAL" clId="{32985948-661D-45EF-9212-3BF9750EF1D6}" dt="2024-09-29T04:58:18.837" v="179" actId="1076"/>
          <ac:picMkLst>
            <pc:docMk/>
            <pc:sldMk cId="2818035381" sldId="483"/>
            <ac:picMk id="6" creationId="{00000000-0000-0000-0000-000000000000}"/>
          </ac:picMkLst>
        </pc:picChg>
      </pc:sldChg>
      <pc:sldChg chg="delSp modSp add mod">
        <pc:chgData name="Ms Alina Arshad" userId="cccdfd85-d35d-4453-9c6f-a463aae40722" providerId="ADAL" clId="{32985948-661D-45EF-9212-3BF9750EF1D6}" dt="2024-09-29T04:56:39.564" v="145" actId="478"/>
        <pc:sldMkLst>
          <pc:docMk/>
          <pc:sldMk cId="267361801" sldId="484"/>
        </pc:sldMkLst>
        <pc:spChg chg="mod">
          <ac:chgData name="Ms Alina Arshad" userId="cccdfd85-d35d-4453-9c6f-a463aae40722" providerId="ADAL" clId="{32985948-661D-45EF-9212-3BF9750EF1D6}" dt="2024-09-29T04:56:03.073" v="134" actId="113"/>
          <ac:spMkLst>
            <pc:docMk/>
            <pc:sldMk cId="267361801" sldId="484"/>
            <ac:spMk id="2" creationId="{00000000-0000-0000-0000-000000000000}"/>
          </ac:spMkLst>
        </pc:spChg>
        <pc:spChg chg="mod">
          <ac:chgData name="Ms Alina Arshad" userId="cccdfd85-d35d-4453-9c6f-a463aae40722" providerId="ADAL" clId="{32985948-661D-45EF-9212-3BF9750EF1D6}" dt="2024-09-29T04:56:33.338" v="141" actId="207"/>
          <ac:spMkLst>
            <pc:docMk/>
            <pc:sldMk cId="267361801" sldId="484"/>
            <ac:spMk id="3" creationId="{00000000-0000-0000-0000-000000000000}"/>
          </ac:spMkLst>
        </pc:spChg>
        <pc:spChg chg="del mod">
          <ac:chgData name="Ms Alina Arshad" userId="cccdfd85-d35d-4453-9c6f-a463aae40722" providerId="ADAL" clId="{32985948-661D-45EF-9212-3BF9750EF1D6}" dt="2024-09-29T04:56:37.688" v="144" actId="478"/>
          <ac:spMkLst>
            <pc:docMk/>
            <pc:sldMk cId="267361801" sldId="484"/>
            <ac:spMk id="4" creationId="{00000000-0000-0000-0000-000000000000}"/>
          </ac:spMkLst>
        </pc:spChg>
        <pc:spChg chg="del">
          <ac:chgData name="Ms Alina Arshad" userId="cccdfd85-d35d-4453-9c6f-a463aae40722" providerId="ADAL" clId="{32985948-661D-45EF-9212-3BF9750EF1D6}" dt="2024-09-29T04:56:39.564" v="145" actId="478"/>
          <ac:spMkLst>
            <pc:docMk/>
            <pc:sldMk cId="267361801" sldId="484"/>
            <ac:spMk id="5" creationId="{00000000-0000-0000-0000-000000000000}"/>
          </ac:spMkLst>
        </pc:spChg>
      </pc:sldChg>
      <pc:sldChg chg="addSp delSp modSp add mod">
        <pc:chgData name="Ms Alina Arshad" userId="cccdfd85-d35d-4453-9c6f-a463aae40722" providerId="ADAL" clId="{32985948-661D-45EF-9212-3BF9750EF1D6}" dt="2024-09-29T09:22:13.220" v="673" actId="14100"/>
        <pc:sldMkLst>
          <pc:docMk/>
          <pc:sldMk cId="2146923405" sldId="485"/>
        </pc:sldMkLst>
        <pc:spChg chg="mod">
          <ac:chgData name="Ms Alina Arshad" userId="cccdfd85-d35d-4453-9c6f-a463aae40722" providerId="ADAL" clId="{32985948-661D-45EF-9212-3BF9750EF1D6}" dt="2024-09-29T09:22:13.220" v="673" actId="14100"/>
          <ac:spMkLst>
            <pc:docMk/>
            <pc:sldMk cId="2146923405" sldId="485"/>
            <ac:spMk id="2" creationId="{00000000-0000-0000-0000-000000000000}"/>
          </ac:spMkLst>
        </pc:spChg>
        <pc:spChg chg="del">
          <ac:chgData name="Ms Alina Arshad" userId="cccdfd85-d35d-4453-9c6f-a463aae40722" providerId="ADAL" clId="{32985948-661D-45EF-9212-3BF9750EF1D6}" dt="2024-09-29T04:55:25.845" v="121" actId="478"/>
          <ac:spMkLst>
            <pc:docMk/>
            <pc:sldMk cId="2146923405" sldId="485"/>
            <ac:spMk id="4" creationId="{00000000-0000-0000-0000-000000000000}"/>
          </ac:spMkLst>
        </pc:spChg>
        <pc:spChg chg="add mod">
          <ac:chgData name="Ms Alina Arshad" userId="cccdfd85-d35d-4453-9c6f-a463aae40722" providerId="ADAL" clId="{32985948-661D-45EF-9212-3BF9750EF1D6}" dt="2024-09-29T09:18:29.911" v="606" actId="20577"/>
          <ac:spMkLst>
            <pc:docMk/>
            <pc:sldMk cId="2146923405" sldId="485"/>
            <ac:spMk id="4" creationId="{32DBD649-80B3-AACA-CD0B-976727483B58}"/>
          </ac:spMkLst>
        </pc:spChg>
        <pc:spChg chg="del mod">
          <ac:chgData name="Ms Alina Arshad" userId="cccdfd85-d35d-4453-9c6f-a463aae40722" providerId="ADAL" clId="{32985948-661D-45EF-9212-3BF9750EF1D6}" dt="2024-09-29T04:55:32.064" v="126" actId="478"/>
          <ac:spMkLst>
            <pc:docMk/>
            <pc:sldMk cId="2146923405" sldId="485"/>
            <ac:spMk id="5" creationId="{00000000-0000-0000-0000-000000000000}"/>
          </ac:spMkLst>
        </pc:spChg>
        <pc:picChg chg="mod">
          <ac:chgData name="Ms Alina Arshad" userId="cccdfd85-d35d-4453-9c6f-a463aae40722" providerId="ADAL" clId="{32985948-661D-45EF-9212-3BF9750EF1D6}" dt="2024-09-29T09:21:09.379" v="672" actId="1036"/>
          <ac:picMkLst>
            <pc:docMk/>
            <pc:sldMk cId="2146923405" sldId="485"/>
            <ac:picMk id="6" creationId="{00000000-0000-0000-0000-000000000000}"/>
          </ac:picMkLst>
        </pc:picChg>
      </pc:sldChg>
      <pc:sldChg chg="delSp modSp add mod">
        <pc:chgData name="Ms Alina Arshad" userId="cccdfd85-d35d-4453-9c6f-a463aae40722" providerId="ADAL" clId="{32985948-661D-45EF-9212-3BF9750EF1D6}" dt="2024-09-29T11:32:32.367" v="675" actId="20577"/>
        <pc:sldMkLst>
          <pc:docMk/>
          <pc:sldMk cId="3895319384" sldId="486"/>
        </pc:sldMkLst>
        <pc:spChg chg="mod">
          <ac:chgData name="Ms Alina Arshad" userId="cccdfd85-d35d-4453-9c6f-a463aae40722" providerId="ADAL" clId="{32985948-661D-45EF-9212-3BF9750EF1D6}" dt="2024-09-29T04:57:26.429" v="166" actId="1076"/>
          <ac:spMkLst>
            <pc:docMk/>
            <pc:sldMk cId="3895319384" sldId="486"/>
            <ac:spMk id="2" creationId="{00000000-0000-0000-0000-000000000000}"/>
          </ac:spMkLst>
        </pc:spChg>
        <pc:spChg chg="mod">
          <ac:chgData name="Ms Alina Arshad" userId="cccdfd85-d35d-4453-9c6f-a463aae40722" providerId="ADAL" clId="{32985948-661D-45EF-9212-3BF9750EF1D6}" dt="2024-09-29T11:32:32.367" v="675" actId="20577"/>
          <ac:spMkLst>
            <pc:docMk/>
            <pc:sldMk cId="3895319384" sldId="486"/>
            <ac:spMk id="3" creationId="{00000000-0000-0000-0000-000000000000}"/>
          </ac:spMkLst>
        </pc:spChg>
        <pc:spChg chg="del">
          <ac:chgData name="Ms Alina Arshad" userId="cccdfd85-d35d-4453-9c6f-a463aae40722" providerId="ADAL" clId="{32985948-661D-45EF-9212-3BF9750EF1D6}" dt="2024-09-29T04:57:10.756" v="161" actId="478"/>
          <ac:spMkLst>
            <pc:docMk/>
            <pc:sldMk cId="3895319384" sldId="486"/>
            <ac:spMk id="4" creationId="{00000000-0000-0000-0000-000000000000}"/>
          </ac:spMkLst>
        </pc:spChg>
        <pc:spChg chg="del">
          <ac:chgData name="Ms Alina Arshad" userId="cccdfd85-d35d-4453-9c6f-a463aae40722" providerId="ADAL" clId="{32985948-661D-45EF-9212-3BF9750EF1D6}" dt="2024-09-29T04:57:16.047" v="162" actId="478"/>
          <ac:spMkLst>
            <pc:docMk/>
            <pc:sldMk cId="3895319384" sldId="486"/>
            <ac:spMk id="5" creationId="{00000000-0000-0000-0000-000000000000}"/>
          </ac:spMkLst>
        </pc:spChg>
      </pc:sldChg>
      <pc:sldChg chg="delSp modSp add mod">
        <pc:chgData name="Ms Alina Arshad" userId="cccdfd85-d35d-4453-9c6f-a463aae40722" providerId="ADAL" clId="{32985948-661D-45EF-9212-3BF9750EF1D6}" dt="2024-09-30T14:04:17.327" v="693" actId="403"/>
        <pc:sldMkLst>
          <pc:docMk/>
          <pc:sldMk cId="220574829" sldId="487"/>
        </pc:sldMkLst>
        <pc:spChg chg="mod">
          <ac:chgData name="Ms Alina Arshad" userId="cccdfd85-d35d-4453-9c6f-a463aae40722" providerId="ADAL" clId="{32985948-661D-45EF-9212-3BF9750EF1D6}" dt="2024-09-30T14:03:32.396" v="688" actId="207"/>
          <ac:spMkLst>
            <pc:docMk/>
            <pc:sldMk cId="220574829" sldId="487"/>
            <ac:spMk id="2" creationId="{00000000-0000-0000-0000-000000000000}"/>
          </ac:spMkLst>
        </pc:spChg>
        <pc:spChg chg="mod">
          <ac:chgData name="Ms Alina Arshad" userId="cccdfd85-d35d-4453-9c6f-a463aae40722" providerId="ADAL" clId="{32985948-661D-45EF-9212-3BF9750EF1D6}" dt="2024-09-30T14:04:17.327" v="693" actId="403"/>
          <ac:spMkLst>
            <pc:docMk/>
            <pc:sldMk cId="220574829" sldId="487"/>
            <ac:spMk id="3" creationId="{00000000-0000-0000-0000-000000000000}"/>
          </ac:spMkLst>
        </pc:spChg>
        <pc:spChg chg="del">
          <ac:chgData name="Ms Alina Arshad" userId="cccdfd85-d35d-4453-9c6f-a463aae40722" providerId="ADAL" clId="{32985948-661D-45EF-9212-3BF9750EF1D6}" dt="2024-09-30T14:03:35.786" v="689" actId="478"/>
          <ac:spMkLst>
            <pc:docMk/>
            <pc:sldMk cId="220574829" sldId="487"/>
            <ac:spMk id="4" creationId="{00000000-0000-0000-0000-000000000000}"/>
          </ac:spMkLst>
        </pc:spChg>
        <pc:spChg chg="del">
          <ac:chgData name="Ms Alina Arshad" userId="cccdfd85-d35d-4453-9c6f-a463aae40722" providerId="ADAL" clId="{32985948-661D-45EF-9212-3BF9750EF1D6}" dt="2024-09-30T14:03:37.586" v="690" actId="478"/>
          <ac:spMkLst>
            <pc:docMk/>
            <pc:sldMk cId="220574829" sldId="487"/>
            <ac:spMk id="5" creationId="{00000000-0000-0000-0000-000000000000}"/>
          </ac:spMkLst>
        </pc:spChg>
      </pc:sldChg>
      <pc:sldChg chg="delSp modSp add mod">
        <pc:chgData name="Ms Alina Arshad" userId="cccdfd85-d35d-4453-9c6f-a463aae40722" providerId="ADAL" clId="{32985948-661D-45EF-9212-3BF9750EF1D6}" dt="2024-09-29T05:00:52.503" v="231" actId="113"/>
        <pc:sldMkLst>
          <pc:docMk/>
          <pc:sldMk cId="2382187672" sldId="488"/>
        </pc:sldMkLst>
        <pc:spChg chg="mod">
          <ac:chgData name="Ms Alina Arshad" userId="cccdfd85-d35d-4453-9c6f-a463aae40722" providerId="ADAL" clId="{32985948-661D-45EF-9212-3BF9750EF1D6}" dt="2024-09-29T04:58:31.403" v="183" actId="20577"/>
          <ac:spMkLst>
            <pc:docMk/>
            <pc:sldMk cId="2382187672" sldId="488"/>
            <ac:spMk id="2" creationId="{00000000-0000-0000-0000-000000000000}"/>
          </ac:spMkLst>
        </pc:spChg>
        <pc:spChg chg="mod">
          <ac:chgData name="Ms Alina Arshad" userId="cccdfd85-d35d-4453-9c6f-a463aae40722" providerId="ADAL" clId="{32985948-661D-45EF-9212-3BF9750EF1D6}" dt="2024-09-29T05:00:52.503" v="231" actId="113"/>
          <ac:spMkLst>
            <pc:docMk/>
            <pc:sldMk cId="2382187672" sldId="488"/>
            <ac:spMk id="3" creationId="{00000000-0000-0000-0000-000000000000}"/>
          </ac:spMkLst>
        </pc:spChg>
        <pc:spChg chg="del">
          <ac:chgData name="Ms Alina Arshad" userId="cccdfd85-d35d-4453-9c6f-a463aae40722" providerId="ADAL" clId="{32985948-661D-45EF-9212-3BF9750EF1D6}" dt="2024-09-29T04:59:08.548" v="191" actId="478"/>
          <ac:spMkLst>
            <pc:docMk/>
            <pc:sldMk cId="2382187672" sldId="488"/>
            <ac:spMk id="4" creationId="{00000000-0000-0000-0000-000000000000}"/>
          </ac:spMkLst>
        </pc:spChg>
        <pc:spChg chg="del">
          <ac:chgData name="Ms Alina Arshad" userId="cccdfd85-d35d-4453-9c6f-a463aae40722" providerId="ADAL" clId="{32985948-661D-45EF-9212-3BF9750EF1D6}" dt="2024-09-29T04:59:10.277" v="192" actId="478"/>
          <ac:spMkLst>
            <pc:docMk/>
            <pc:sldMk cId="2382187672" sldId="488"/>
            <ac:spMk id="5" creationId="{00000000-0000-0000-0000-000000000000}"/>
          </ac:spMkLst>
        </pc:spChg>
        <pc:spChg chg="del mod">
          <ac:chgData name="Ms Alina Arshad" userId="cccdfd85-d35d-4453-9c6f-a463aae40722" providerId="ADAL" clId="{32985948-661D-45EF-9212-3BF9750EF1D6}" dt="2024-09-29T04:59:39.422" v="199" actId="478"/>
          <ac:spMkLst>
            <pc:docMk/>
            <pc:sldMk cId="2382187672" sldId="488"/>
            <ac:spMk id="6" creationId="{00000000-0000-0000-0000-000000000000}"/>
          </ac:spMkLst>
        </pc:spChg>
      </pc:sldChg>
      <pc:sldChg chg="delSp modSp add mod">
        <pc:chgData name="Ms Alina Arshad" userId="cccdfd85-d35d-4453-9c6f-a463aae40722" providerId="ADAL" clId="{32985948-661D-45EF-9212-3BF9750EF1D6}" dt="2024-09-29T04:57:48.366" v="172" actId="478"/>
        <pc:sldMkLst>
          <pc:docMk/>
          <pc:sldMk cId="2466836527" sldId="490"/>
        </pc:sldMkLst>
        <pc:spChg chg="mod">
          <ac:chgData name="Ms Alina Arshad" userId="cccdfd85-d35d-4453-9c6f-a463aae40722" providerId="ADAL" clId="{32985948-661D-45EF-9212-3BF9750EF1D6}" dt="2024-09-29T04:57:38.511" v="168" actId="113"/>
          <ac:spMkLst>
            <pc:docMk/>
            <pc:sldMk cId="2466836527" sldId="490"/>
            <ac:spMk id="2" creationId="{00000000-0000-0000-0000-000000000000}"/>
          </ac:spMkLst>
        </pc:spChg>
        <pc:spChg chg="del">
          <ac:chgData name="Ms Alina Arshad" userId="cccdfd85-d35d-4453-9c6f-a463aae40722" providerId="ADAL" clId="{32985948-661D-45EF-9212-3BF9750EF1D6}" dt="2024-09-29T04:57:46.352" v="171" actId="478"/>
          <ac:spMkLst>
            <pc:docMk/>
            <pc:sldMk cId="2466836527" sldId="490"/>
            <ac:spMk id="4" creationId="{00000000-0000-0000-0000-000000000000}"/>
          </ac:spMkLst>
        </pc:spChg>
        <pc:spChg chg="del">
          <ac:chgData name="Ms Alina Arshad" userId="cccdfd85-d35d-4453-9c6f-a463aae40722" providerId="ADAL" clId="{32985948-661D-45EF-9212-3BF9750EF1D6}" dt="2024-09-29T04:57:48.366" v="172" actId="478"/>
          <ac:spMkLst>
            <pc:docMk/>
            <pc:sldMk cId="2466836527" sldId="490"/>
            <ac:spMk id="5" creationId="{00000000-0000-0000-0000-000000000000}"/>
          </ac:spMkLst>
        </pc:spChg>
        <pc:spChg chg="del">
          <ac:chgData name="Ms Alina Arshad" userId="cccdfd85-d35d-4453-9c6f-a463aae40722" providerId="ADAL" clId="{32985948-661D-45EF-9212-3BF9750EF1D6}" dt="2024-09-29T04:57:41.296" v="169" actId="478"/>
          <ac:spMkLst>
            <pc:docMk/>
            <pc:sldMk cId="2466836527" sldId="490"/>
            <ac:spMk id="8" creationId="{00000000-0000-0000-0000-000000000000}"/>
          </ac:spMkLst>
        </pc:spChg>
        <pc:picChg chg="mod">
          <ac:chgData name="Ms Alina Arshad" userId="cccdfd85-d35d-4453-9c6f-a463aae40722" providerId="ADAL" clId="{32985948-661D-45EF-9212-3BF9750EF1D6}" dt="2024-09-29T04:57:44.064" v="170" actId="1076"/>
          <ac:picMkLst>
            <pc:docMk/>
            <pc:sldMk cId="2466836527" sldId="490"/>
            <ac:picMk id="7" creationId="{00000000-0000-0000-0000-000000000000}"/>
          </ac:picMkLst>
        </pc:picChg>
      </pc:sldChg>
      <pc:sldChg chg="delSp modSp add mod">
        <pc:chgData name="Ms Alina Arshad" userId="cccdfd85-d35d-4453-9c6f-a463aae40722" providerId="ADAL" clId="{32985948-661D-45EF-9212-3BF9750EF1D6}" dt="2024-09-29T08:10:20.046" v="421" actId="1076"/>
        <pc:sldMkLst>
          <pc:docMk/>
          <pc:sldMk cId="1501064082" sldId="491"/>
        </pc:sldMkLst>
        <pc:picChg chg="mod">
          <ac:chgData name="Ms Alina Arshad" userId="cccdfd85-d35d-4453-9c6f-a463aae40722" providerId="ADAL" clId="{32985948-661D-45EF-9212-3BF9750EF1D6}" dt="2024-09-29T08:10:20.046" v="421" actId="1076"/>
          <ac:picMkLst>
            <pc:docMk/>
            <pc:sldMk cId="1501064082" sldId="491"/>
            <ac:picMk id="6" creationId="{00000000-0000-0000-0000-000000000000}"/>
          </ac:picMkLst>
        </pc:picChg>
        <pc:picChg chg="del">
          <ac:chgData name="Ms Alina Arshad" userId="cccdfd85-d35d-4453-9c6f-a463aae40722" providerId="ADAL" clId="{32985948-661D-45EF-9212-3BF9750EF1D6}" dt="2024-09-29T04:53:27.602" v="94" actId="478"/>
          <ac:picMkLst>
            <pc:docMk/>
            <pc:sldMk cId="1501064082" sldId="491"/>
            <ac:picMk id="7" creationId="{00000000-0000-0000-0000-000000000000}"/>
          </ac:picMkLst>
        </pc:picChg>
        <pc:picChg chg="del mod">
          <ac:chgData name="Ms Alina Arshad" userId="cccdfd85-d35d-4453-9c6f-a463aae40722" providerId="ADAL" clId="{32985948-661D-45EF-9212-3BF9750EF1D6}" dt="2024-09-29T08:10:10.255" v="416" actId="478"/>
          <ac:picMkLst>
            <pc:docMk/>
            <pc:sldMk cId="1501064082" sldId="491"/>
            <ac:picMk id="8" creationId="{00000000-0000-0000-0000-000000000000}"/>
          </ac:picMkLst>
        </pc:picChg>
      </pc:sldChg>
      <pc:sldChg chg="addSp delSp modSp add mod">
        <pc:chgData name="Ms Alina Arshad" userId="cccdfd85-d35d-4453-9c6f-a463aae40722" providerId="ADAL" clId="{32985948-661D-45EF-9212-3BF9750EF1D6}" dt="2024-09-29T07:57:43.687" v="250" actId="1076"/>
        <pc:sldMkLst>
          <pc:docMk/>
          <pc:sldMk cId="746752752" sldId="492"/>
        </pc:sldMkLst>
        <pc:spChg chg="mod">
          <ac:chgData name="Ms Alina Arshad" userId="cccdfd85-d35d-4453-9c6f-a463aae40722" providerId="ADAL" clId="{32985948-661D-45EF-9212-3BF9750EF1D6}" dt="2024-09-29T07:57:34.799" v="246" actId="1076"/>
          <ac:spMkLst>
            <pc:docMk/>
            <pc:sldMk cId="746752752" sldId="492"/>
            <ac:spMk id="2" creationId="{00000000-0000-0000-0000-000000000000}"/>
          </ac:spMkLst>
        </pc:spChg>
        <pc:spChg chg="del">
          <ac:chgData name="Ms Alina Arshad" userId="cccdfd85-d35d-4453-9c6f-a463aae40722" providerId="ADAL" clId="{32985948-661D-45EF-9212-3BF9750EF1D6}" dt="2024-09-29T07:57:18.852" v="238" actId="478"/>
          <ac:spMkLst>
            <pc:docMk/>
            <pc:sldMk cId="746752752" sldId="492"/>
            <ac:spMk id="3" creationId="{00000000-0000-0000-0000-000000000000}"/>
          </ac:spMkLst>
        </pc:spChg>
        <pc:spChg chg="del">
          <ac:chgData name="Ms Alina Arshad" userId="cccdfd85-d35d-4453-9c6f-a463aae40722" providerId="ADAL" clId="{32985948-661D-45EF-9212-3BF9750EF1D6}" dt="2024-09-29T07:57:38.417" v="248" actId="478"/>
          <ac:spMkLst>
            <pc:docMk/>
            <pc:sldMk cId="746752752" sldId="492"/>
            <ac:spMk id="5" creationId="{00000000-0000-0000-0000-000000000000}"/>
          </ac:spMkLst>
        </pc:spChg>
        <pc:spChg chg="add del mod">
          <ac:chgData name="Ms Alina Arshad" userId="cccdfd85-d35d-4453-9c6f-a463aae40722" providerId="ADAL" clId="{32985948-661D-45EF-9212-3BF9750EF1D6}" dt="2024-09-29T07:57:21.829" v="239" actId="478"/>
          <ac:spMkLst>
            <pc:docMk/>
            <pc:sldMk cId="746752752" sldId="492"/>
            <ac:spMk id="7" creationId="{F175443F-0E9F-67F5-61E0-5244B3B38723}"/>
          </ac:spMkLst>
        </pc:spChg>
        <pc:picChg chg="mod">
          <ac:chgData name="Ms Alina Arshad" userId="cccdfd85-d35d-4453-9c6f-a463aae40722" providerId="ADAL" clId="{32985948-661D-45EF-9212-3BF9750EF1D6}" dt="2024-09-29T07:57:43.687" v="250" actId="1076"/>
          <ac:picMkLst>
            <pc:docMk/>
            <pc:sldMk cId="746752752" sldId="492"/>
            <ac:picMk id="6" creationId="{00000000-0000-0000-0000-000000000000}"/>
          </ac:picMkLst>
        </pc:picChg>
      </pc:sldChg>
      <pc:sldChg chg="delSp modSp add mod">
        <pc:chgData name="Ms Alina Arshad" userId="cccdfd85-d35d-4453-9c6f-a463aae40722" providerId="ADAL" clId="{32985948-661D-45EF-9212-3BF9750EF1D6}" dt="2024-09-30T13:40:02.017" v="686" actId="1076"/>
        <pc:sldMkLst>
          <pc:docMk/>
          <pc:sldMk cId="4224234449" sldId="493"/>
        </pc:sldMkLst>
        <pc:spChg chg="mod">
          <ac:chgData name="Ms Alina Arshad" userId="cccdfd85-d35d-4453-9c6f-a463aae40722" providerId="ADAL" clId="{32985948-661D-45EF-9212-3BF9750EF1D6}" dt="2024-09-30T13:40:00.695" v="685" actId="14100"/>
          <ac:spMkLst>
            <pc:docMk/>
            <pc:sldMk cId="4224234449" sldId="493"/>
            <ac:spMk id="2" creationId="{00000000-0000-0000-0000-000000000000}"/>
          </ac:spMkLst>
        </pc:spChg>
        <pc:spChg chg="del">
          <ac:chgData name="Ms Alina Arshad" userId="cccdfd85-d35d-4453-9c6f-a463aae40722" providerId="ADAL" clId="{32985948-661D-45EF-9212-3BF9750EF1D6}" dt="2024-09-30T13:39:46.720" v="681" actId="478"/>
          <ac:spMkLst>
            <pc:docMk/>
            <pc:sldMk cId="4224234449" sldId="493"/>
            <ac:spMk id="4" creationId="{00000000-0000-0000-0000-000000000000}"/>
          </ac:spMkLst>
        </pc:spChg>
        <pc:spChg chg="del">
          <ac:chgData name="Ms Alina Arshad" userId="cccdfd85-d35d-4453-9c6f-a463aae40722" providerId="ADAL" clId="{32985948-661D-45EF-9212-3BF9750EF1D6}" dt="2024-09-30T13:39:49.640" v="682" actId="478"/>
          <ac:spMkLst>
            <pc:docMk/>
            <pc:sldMk cId="4224234449" sldId="493"/>
            <ac:spMk id="5" creationId="{00000000-0000-0000-0000-000000000000}"/>
          </ac:spMkLst>
        </pc:spChg>
        <pc:picChg chg="mod">
          <ac:chgData name="Ms Alina Arshad" userId="cccdfd85-d35d-4453-9c6f-a463aae40722" providerId="ADAL" clId="{32985948-661D-45EF-9212-3BF9750EF1D6}" dt="2024-09-30T13:40:02.017" v="686" actId="1076"/>
          <ac:picMkLst>
            <pc:docMk/>
            <pc:sldMk cId="4224234449" sldId="493"/>
            <ac:picMk id="6" creationId="{00000000-0000-0000-0000-000000000000}"/>
          </ac:picMkLst>
        </pc:picChg>
      </pc:sldChg>
      <pc:sldChg chg="delSp modSp add mod">
        <pc:chgData name="Ms Alina Arshad" userId="cccdfd85-d35d-4453-9c6f-a463aae40722" providerId="ADAL" clId="{32985948-661D-45EF-9212-3BF9750EF1D6}" dt="2024-09-30T14:04:35.065" v="698" actId="478"/>
        <pc:sldMkLst>
          <pc:docMk/>
          <pc:sldMk cId="2281473786" sldId="505"/>
        </pc:sldMkLst>
        <pc:spChg chg="mod">
          <ac:chgData name="Ms Alina Arshad" userId="cccdfd85-d35d-4453-9c6f-a463aae40722" providerId="ADAL" clId="{32985948-661D-45EF-9212-3BF9750EF1D6}" dt="2024-09-30T14:04:10.260" v="691" actId="207"/>
          <ac:spMkLst>
            <pc:docMk/>
            <pc:sldMk cId="2281473786" sldId="505"/>
            <ac:spMk id="2" creationId="{00000000-0000-0000-0000-000000000000}"/>
          </ac:spMkLst>
        </pc:spChg>
        <pc:spChg chg="mod">
          <ac:chgData name="Ms Alina Arshad" userId="cccdfd85-d35d-4453-9c6f-a463aae40722" providerId="ADAL" clId="{32985948-661D-45EF-9212-3BF9750EF1D6}" dt="2024-09-30T14:04:29.607" v="696" actId="1076"/>
          <ac:spMkLst>
            <pc:docMk/>
            <pc:sldMk cId="2281473786" sldId="505"/>
            <ac:spMk id="3" creationId="{00000000-0000-0000-0000-000000000000}"/>
          </ac:spMkLst>
        </pc:spChg>
        <pc:spChg chg="del">
          <ac:chgData name="Ms Alina Arshad" userId="cccdfd85-d35d-4453-9c6f-a463aae40722" providerId="ADAL" clId="{32985948-661D-45EF-9212-3BF9750EF1D6}" dt="2024-09-30T14:04:32.089" v="697" actId="478"/>
          <ac:spMkLst>
            <pc:docMk/>
            <pc:sldMk cId="2281473786" sldId="505"/>
            <ac:spMk id="4" creationId="{00000000-0000-0000-0000-000000000000}"/>
          </ac:spMkLst>
        </pc:spChg>
        <pc:spChg chg="del">
          <ac:chgData name="Ms Alina Arshad" userId="cccdfd85-d35d-4453-9c6f-a463aae40722" providerId="ADAL" clId="{32985948-661D-45EF-9212-3BF9750EF1D6}" dt="2024-09-30T14:04:35.065" v="698" actId="478"/>
          <ac:spMkLst>
            <pc:docMk/>
            <pc:sldMk cId="2281473786" sldId="505"/>
            <ac:spMk id="5" creationId="{00000000-0000-0000-0000-000000000000}"/>
          </ac:spMkLst>
        </pc:spChg>
      </pc:sldChg>
      <pc:sldChg chg="delSp modSp add mod">
        <pc:chgData name="Ms Alina Arshad" userId="cccdfd85-d35d-4453-9c6f-a463aae40722" providerId="ADAL" clId="{32985948-661D-45EF-9212-3BF9750EF1D6}" dt="2024-09-30T14:05:55.647" v="702" actId="207"/>
        <pc:sldMkLst>
          <pc:docMk/>
          <pc:sldMk cId="2358552832" sldId="506"/>
        </pc:sldMkLst>
        <pc:spChg chg="mod">
          <ac:chgData name="Ms Alina Arshad" userId="cccdfd85-d35d-4453-9c6f-a463aae40722" providerId="ADAL" clId="{32985948-661D-45EF-9212-3BF9750EF1D6}" dt="2024-09-30T14:05:55.647" v="702" actId="207"/>
          <ac:spMkLst>
            <pc:docMk/>
            <pc:sldMk cId="2358552832" sldId="506"/>
            <ac:spMk id="3" creationId="{00000000-0000-0000-0000-000000000000}"/>
          </ac:spMkLst>
        </pc:spChg>
        <pc:spChg chg="del">
          <ac:chgData name="Ms Alina Arshad" userId="cccdfd85-d35d-4453-9c6f-a463aae40722" providerId="ADAL" clId="{32985948-661D-45EF-9212-3BF9750EF1D6}" dt="2024-09-30T14:05:50.349" v="700" actId="478"/>
          <ac:spMkLst>
            <pc:docMk/>
            <pc:sldMk cId="2358552832" sldId="506"/>
            <ac:spMk id="4" creationId="{00000000-0000-0000-0000-000000000000}"/>
          </ac:spMkLst>
        </pc:spChg>
        <pc:spChg chg="del">
          <ac:chgData name="Ms Alina Arshad" userId="cccdfd85-d35d-4453-9c6f-a463aae40722" providerId="ADAL" clId="{32985948-661D-45EF-9212-3BF9750EF1D6}" dt="2024-09-30T14:05:52.225" v="701" actId="478"/>
          <ac:spMkLst>
            <pc:docMk/>
            <pc:sldMk cId="2358552832" sldId="506"/>
            <ac:spMk id="5" creationId="{00000000-0000-0000-0000-000000000000}"/>
          </ac:spMkLst>
        </pc:spChg>
      </pc:sldChg>
      <pc:sldChg chg="delSp modSp add mod">
        <pc:chgData name="Ms Alina Arshad" userId="cccdfd85-d35d-4453-9c6f-a463aae40722" providerId="ADAL" clId="{32985948-661D-45EF-9212-3BF9750EF1D6}" dt="2024-09-30T14:15:26.452" v="729" actId="207"/>
        <pc:sldMkLst>
          <pc:docMk/>
          <pc:sldMk cId="3534525378" sldId="508"/>
        </pc:sldMkLst>
        <pc:spChg chg="mod">
          <ac:chgData name="Ms Alina Arshad" userId="cccdfd85-d35d-4453-9c6f-a463aae40722" providerId="ADAL" clId="{32985948-661D-45EF-9212-3BF9750EF1D6}" dt="2024-09-30T14:14:53.539" v="715" actId="207"/>
          <ac:spMkLst>
            <pc:docMk/>
            <pc:sldMk cId="3534525378" sldId="508"/>
            <ac:spMk id="2" creationId="{00000000-0000-0000-0000-000000000000}"/>
          </ac:spMkLst>
        </pc:spChg>
        <pc:spChg chg="mod">
          <ac:chgData name="Ms Alina Arshad" userId="cccdfd85-d35d-4453-9c6f-a463aae40722" providerId="ADAL" clId="{32985948-661D-45EF-9212-3BF9750EF1D6}" dt="2024-09-30T14:15:26.452" v="729" actId="207"/>
          <ac:spMkLst>
            <pc:docMk/>
            <pc:sldMk cId="3534525378" sldId="508"/>
            <ac:spMk id="3" creationId="{00000000-0000-0000-0000-000000000000}"/>
          </ac:spMkLst>
        </pc:spChg>
        <pc:spChg chg="del">
          <ac:chgData name="Ms Alina Arshad" userId="cccdfd85-d35d-4453-9c6f-a463aae40722" providerId="ADAL" clId="{32985948-661D-45EF-9212-3BF9750EF1D6}" dt="2024-09-30T14:13:06.588" v="705" actId="478"/>
          <ac:spMkLst>
            <pc:docMk/>
            <pc:sldMk cId="3534525378" sldId="508"/>
            <ac:spMk id="4" creationId="{00000000-0000-0000-0000-000000000000}"/>
          </ac:spMkLst>
        </pc:spChg>
        <pc:spChg chg="del">
          <ac:chgData name="Ms Alina Arshad" userId="cccdfd85-d35d-4453-9c6f-a463aae40722" providerId="ADAL" clId="{32985948-661D-45EF-9212-3BF9750EF1D6}" dt="2024-09-30T14:13:08.084" v="706" actId="478"/>
          <ac:spMkLst>
            <pc:docMk/>
            <pc:sldMk cId="3534525378" sldId="508"/>
            <ac:spMk id="5" creationId="{00000000-0000-0000-0000-000000000000}"/>
          </ac:spMkLst>
        </pc:spChg>
        <pc:picChg chg="mod">
          <ac:chgData name="Ms Alina Arshad" userId="cccdfd85-d35d-4453-9c6f-a463aae40722" providerId="ADAL" clId="{32985948-661D-45EF-9212-3BF9750EF1D6}" dt="2024-09-30T14:15:18.498" v="722" actId="1076"/>
          <ac:picMkLst>
            <pc:docMk/>
            <pc:sldMk cId="3534525378" sldId="508"/>
            <ac:picMk id="6" creationId="{00000000-0000-0000-0000-000000000000}"/>
          </ac:picMkLst>
        </pc:picChg>
        <pc:picChg chg="mod">
          <ac:chgData name="Ms Alina Arshad" userId="cccdfd85-d35d-4453-9c6f-a463aae40722" providerId="ADAL" clId="{32985948-661D-45EF-9212-3BF9750EF1D6}" dt="2024-09-30T14:15:19.819" v="723" actId="1076"/>
          <ac:picMkLst>
            <pc:docMk/>
            <pc:sldMk cId="3534525378" sldId="508"/>
            <ac:picMk id="7" creationId="{00000000-0000-0000-0000-000000000000}"/>
          </ac:picMkLst>
        </pc:picChg>
      </pc:sldChg>
      <pc:sldChg chg="delSp modSp add mod delAnim">
        <pc:chgData name="Ms Alina Arshad" userId="cccdfd85-d35d-4453-9c6f-a463aae40722" providerId="ADAL" clId="{32985948-661D-45EF-9212-3BF9750EF1D6}" dt="2024-09-30T14:25:44.113" v="750" actId="1076"/>
        <pc:sldMkLst>
          <pc:docMk/>
          <pc:sldMk cId="3827785305" sldId="509"/>
        </pc:sldMkLst>
        <pc:spChg chg="del">
          <ac:chgData name="Ms Alina Arshad" userId="cccdfd85-d35d-4453-9c6f-a463aae40722" providerId="ADAL" clId="{32985948-661D-45EF-9212-3BF9750EF1D6}" dt="2024-09-30T14:16:16.696" v="730" actId="478"/>
          <ac:spMkLst>
            <pc:docMk/>
            <pc:sldMk cId="3827785305" sldId="509"/>
            <ac:spMk id="2" creationId="{00000000-0000-0000-0000-000000000000}"/>
          </ac:spMkLst>
        </pc:spChg>
        <pc:spChg chg="mod">
          <ac:chgData name="Ms Alina Arshad" userId="cccdfd85-d35d-4453-9c6f-a463aae40722" providerId="ADAL" clId="{32985948-661D-45EF-9212-3BF9750EF1D6}" dt="2024-09-30T14:25:37.337" v="747" actId="1076"/>
          <ac:spMkLst>
            <pc:docMk/>
            <pc:sldMk cId="3827785305" sldId="509"/>
            <ac:spMk id="3" creationId="{00000000-0000-0000-0000-000000000000}"/>
          </ac:spMkLst>
        </pc:spChg>
        <pc:spChg chg="del">
          <ac:chgData name="Ms Alina Arshad" userId="cccdfd85-d35d-4453-9c6f-a463aae40722" providerId="ADAL" clId="{32985948-661D-45EF-9212-3BF9750EF1D6}" dt="2024-09-30T14:13:14.266" v="707" actId="478"/>
          <ac:spMkLst>
            <pc:docMk/>
            <pc:sldMk cId="3827785305" sldId="509"/>
            <ac:spMk id="4" creationId="{00000000-0000-0000-0000-000000000000}"/>
          </ac:spMkLst>
        </pc:spChg>
        <pc:spChg chg="del">
          <ac:chgData name="Ms Alina Arshad" userId="cccdfd85-d35d-4453-9c6f-a463aae40722" providerId="ADAL" clId="{32985948-661D-45EF-9212-3BF9750EF1D6}" dt="2024-09-30T14:13:16.153" v="708" actId="478"/>
          <ac:spMkLst>
            <pc:docMk/>
            <pc:sldMk cId="3827785305" sldId="509"/>
            <ac:spMk id="5" creationId="{00000000-0000-0000-0000-000000000000}"/>
          </ac:spMkLst>
        </pc:spChg>
        <pc:spChg chg="del mod">
          <ac:chgData name="Ms Alina Arshad" userId="cccdfd85-d35d-4453-9c6f-a463aae40722" providerId="ADAL" clId="{32985948-661D-45EF-9212-3BF9750EF1D6}" dt="2024-09-30T14:25:28.508" v="743" actId="478"/>
          <ac:spMkLst>
            <pc:docMk/>
            <pc:sldMk cId="3827785305" sldId="509"/>
            <ac:spMk id="7" creationId="{00000000-0000-0000-0000-000000000000}"/>
          </ac:spMkLst>
        </pc:spChg>
        <pc:picChg chg="mod">
          <ac:chgData name="Ms Alina Arshad" userId="cccdfd85-d35d-4453-9c6f-a463aae40722" providerId="ADAL" clId="{32985948-661D-45EF-9212-3BF9750EF1D6}" dt="2024-09-30T14:25:44.113" v="750" actId="1076"/>
          <ac:picMkLst>
            <pc:docMk/>
            <pc:sldMk cId="3827785305" sldId="509"/>
            <ac:picMk id="8" creationId="{00000000-0000-0000-0000-000000000000}"/>
          </ac:picMkLst>
        </pc:picChg>
        <pc:picChg chg="del mod">
          <ac:chgData name="Ms Alina Arshad" userId="cccdfd85-d35d-4453-9c6f-a463aae40722" providerId="ADAL" clId="{32985948-661D-45EF-9212-3BF9750EF1D6}" dt="2024-09-30T14:25:29.672" v="744" actId="478"/>
          <ac:picMkLst>
            <pc:docMk/>
            <pc:sldMk cId="3827785305" sldId="509"/>
            <ac:picMk id="11" creationId="{00000000-0000-0000-0000-000000000000}"/>
          </ac:picMkLst>
        </pc:picChg>
        <pc:picChg chg="del mod">
          <ac:chgData name="Ms Alina Arshad" userId="cccdfd85-d35d-4453-9c6f-a463aae40722" providerId="ADAL" clId="{32985948-661D-45EF-9212-3BF9750EF1D6}" dt="2024-09-30T14:25:30.959" v="745" actId="478"/>
          <ac:picMkLst>
            <pc:docMk/>
            <pc:sldMk cId="3827785305" sldId="509"/>
            <ac:picMk id="12" creationId="{00000000-0000-0000-0000-000000000000}"/>
          </ac:picMkLst>
        </pc:picChg>
      </pc:sldChg>
      <pc:sldChg chg="delSp modSp add mod">
        <pc:chgData name="Ms Alina Arshad" userId="cccdfd85-d35d-4453-9c6f-a463aae40722" providerId="ADAL" clId="{32985948-661D-45EF-9212-3BF9750EF1D6}" dt="2024-09-30T14:14:19.226" v="714" actId="207"/>
        <pc:sldMkLst>
          <pc:docMk/>
          <pc:sldMk cId="877325347" sldId="510"/>
        </pc:sldMkLst>
        <pc:spChg chg="mod">
          <ac:chgData name="Ms Alina Arshad" userId="cccdfd85-d35d-4453-9c6f-a463aae40722" providerId="ADAL" clId="{32985948-661D-45EF-9212-3BF9750EF1D6}" dt="2024-09-30T14:13:26.618" v="709" actId="207"/>
          <ac:spMkLst>
            <pc:docMk/>
            <pc:sldMk cId="877325347" sldId="510"/>
            <ac:spMk id="2" creationId="{00000000-0000-0000-0000-000000000000}"/>
          </ac:spMkLst>
        </pc:spChg>
        <pc:spChg chg="mod">
          <ac:chgData name="Ms Alina Arshad" userId="cccdfd85-d35d-4453-9c6f-a463aae40722" providerId="ADAL" clId="{32985948-661D-45EF-9212-3BF9750EF1D6}" dt="2024-09-30T14:14:19.226" v="714" actId="207"/>
          <ac:spMkLst>
            <pc:docMk/>
            <pc:sldMk cId="877325347" sldId="510"/>
            <ac:spMk id="3" creationId="{00000000-0000-0000-0000-000000000000}"/>
          </ac:spMkLst>
        </pc:spChg>
        <pc:spChg chg="del">
          <ac:chgData name="Ms Alina Arshad" userId="cccdfd85-d35d-4453-9c6f-a463aae40722" providerId="ADAL" clId="{32985948-661D-45EF-9212-3BF9750EF1D6}" dt="2024-09-30T14:13:00.594" v="703" actId="478"/>
          <ac:spMkLst>
            <pc:docMk/>
            <pc:sldMk cId="877325347" sldId="510"/>
            <ac:spMk id="4" creationId="{00000000-0000-0000-0000-000000000000}"/>
          </ac:spMkLst>
        </pc:spChg>
        <pc:spChg chg="del">
          <ac:chgData name="Ms Alina Arshad" userId="cccdfd85-d35d-4453-9c6f-a463aae40722" providerId="ADAL" clId="{32985948-661D-45EF-9212-3BF9750EF1D6}" dt="2024-09-30T14:13:02.298" v="704" actId="478"/>
          <ac:spMkLst>
            <pc:docMk/>
            <pc:sldMk cId="877325347" sldId="510"/>
            <ac:spMk id="5" creationId="{00000000-0000-0000-0000-000000000000}"/>
          </ac:spMkLst>
        </pc:spChg>
        <pc:picChg chg="mod">
          <ac:chgData name="Ms Alina Arshad" userId="cccdfd85-d35d-4453-9c6f-a463aae40722" providerId="ADAL" clId="{32985948-661D-45EF-9212-3BF9750EF1D6}" dt="2024-09-30T14:14:03.655" v="711" actId="1076"/>
          <ac:picMkLst>
            <pc:docMk/>
            <pc:sldMk cId="877325347" sldId="510"/>
            <ac:picMk id="7" creationId="{00000000-0000-0000-0000-000000000000}"/>
          </ac:picMkLst>
        </pc:picChg>
        <pc:picChg chg="mod">
          <ac:chgData name="Ms Alina Arshad" userId="cccdfd85-d35d-4453-9c6f-a463aae40722" providerId="ADAL" clId="{32985948-661D-45EF-9212-3BF9750EF1D6}" dt="2024-09-30T14:14:06.412" v="712" actId="1076"/>
          <ac:picMkLst>
            <pc:docMk/>
            <pc:sldMk cId="877325347" sldId="510"/>
            <ac:picMk id="8" creationId="{00000000-0000-0000-0000-000000000000}"/>
          </ac:picMkLst>
        </pc:picChg>
      </pc:sldChg>
      <pc:sldChg chg="delSp modSp add mod">
        <pc:chgData name="Ms Alina Arshad" userId="cccdfd85-d35d-4453-9c6f-a463aae40722" providerId="ADAL" clId="{32985948-661D-45EF-9212-3BF9750EF1D6}" dt="2024-09-30T14:29:46.940" v="793" actId="1076"/>
        <pc:sldMkLst>
          <pc:docMk/>
          <pc:sldMk cId="2401144351" sldId="511"/>
        </pc:sldMkLst>
        <pc:spChg chg="mod">
          <ac:chgData name="Ms Alina Arshad" userId="cccdfd85-d35d-4453-9c6f-a463aae40722" providerId="ADAL" clId="{32985948-661D-45EF-9212-3BF9750EF1D6}" dt="2024-09-30T14:29:36.244" v="789" actId="207"/>
          <ac:spMkLst>
            <pc:docMk/>
            <pc:sldMk cId="2401144351" sldId="511"/>
            <ac:spMk id="3" creationId="{00000000-0000-0000-0000-000000000000}"/>
          </ac:spMkLst>
        </pc:spChg>
        <pc:spChg chg="del">
          <ac:chgData name="Ms Alina Arshad" userId="cccdfd85-d35d-4453-9c6f-a463aae40722" providerId="ADAL" clId="{32985948-661D-45EF-9212-3BF9750EF1D6}" dt="2024-09-30T14:29:39.241" v="790" actId="478"/>
          <ac:spMkLst>
            <pc:docMk/>
            <pc:sldMk cId="2401144351" sldId="511"/>
            <ac:spMk id="4" creationId="{00000000-0000-0000-0000-000000000000}"/>
          </ac:spMkLst>
        </pc:spChg>
        <pc:spChg chg="del">
          <ac:chgData name="Ms Alina Arshad" userId="cccdfd85-d35d-4453-9c6f-a463aae40722" providerId="ADAL" clId="{32985948-661D-45EF-9212-3BF9750EF1D6}" dt="2024-09-30T14:29:40.775" v="791" actId="478"/>
          <ac:spMkLst>
            <pc:docMk/>
            <pc:sldMk cId="2401144351" sldId="511"/>
            <ac:spMk id="5" creationId="{00000000-0000-0000-0000-000000000000}"/>
          </ac:spMkLst>
        </pc:spChg>
        <pc:picChg chg="mod">
          <ac:chgData name="Ms Alina Arshad" userId="cccdfd85-d35d-4453-9c6f-a463aae40722" providerId="ADAL" clId="{32985948-661D-45EF-9212-3BF9750EF1D6}" dt="2024-09-30T14:29:46.940" v="793" actId="1076"/>
          <ac:picMkLst>
            <pc:docMk/>
            <pc:sldMk cId="2401144351" sldId="511"/>
            <ac:picMk id="6" creationId="{00000000-0000-0000-0000-000000000000}"/>
          </ac:picMkLst>
        </pc:picChg>
      </pc:sldChg>
      <pc:sldChg chg="delSp modSp add mod">
        <pc:chgData name="Ms Alina Arshad" userId="cccdfd85-d35d-4453-9c6f-a463aae40722" providerId="ADAL" clId="{32985948-661D-45EF-9212-3BF9750EF1D6}" dt="2024-09-30T14:30:12.620" v="799" actId="1076"/>
        <pc:sldMkLst>
          <pc:docMk/>
          <pc:sldMk cId="18306907" sldId="512"/>
        </pc:sldMkLst>
        <pc:spChg chg="mod">
          <ac:chgData name="Ms Alina Arshad" userId="cccdfd85-d35d-4453-9c6f-a463aae40722" providerId="ADAL" clId="{32985948-661D-45EF-9212-3BF9750EF1D6}" dt="2024-09-30T14:29:57.301" v="795" actId="113"/>
          <ac:spMkLst>
            <pc:docMk/>
            <pc:sldMk cId="18306907" sldId="512"/>
            <ac:spMk id="2" creationId="{00000000-0000-0000-0000-000000000000}"/>
          </ac:spMkLst>
        </pc:spChg>
        <pc:spChg chg="del">
          <ac:chgData name="Ms Alina Arshad" userId="cccdfd85-d35d-4453-9c6f-a463aae40722" providerId="ADAL" clId="{32985948-661D-45EF-9212-3BF9750EF1D6}" dt="2024-09-30T14:30:06.418" v="796" actId="478"/>
          <ac:spMkLst>
            <pc:docMk/>
            <pc:sldMk cId="18306907" sldId="512"/>
            <ac:spMk id="4" creationId="{00000000-0000-0000-0000-000000000000}"/>
          </ac:spMkLst>
        </pc:spChg>
        <pc:spChg chg="del">
          <ac:chgData name="Ms Alina Arshad" userId="cccdfd85-d35d-4453-9c6f-a463aae40722" providerId="ADAL" clId="{32985948-661D-45EF-9212-3BF9750EF1D6}" dt="2024-09-30T14:30:08.097" v="797" actId="478"/>
          <ac:spMkLst>
            <pc:docMk/>
            <pc:sldMk cId="18306907" sldId="512"/>
            <ac:spMk id="5" creationId="{00000000-0000-0000-0000-000000000000}"/>
          </ac:spMkLst>
        </pc:spChg>
        <pc:picChg chg="mod">
          <ac:chgData name="Ms Alina Arshad" userId="cccdfd85-d35d-4453-9c6f-a463aae40722" providerId="ADAL" clId="{32985948-661D-45EF-9212-3BF9750EF1D6}" dt="2024-09-30T14:30:12.620" v="799" actId="1076"/>
          <ac:picMkLst>
            <pc:docMk/>
            <pc:sldMk cId="18306907" sldId="512"/>
            <ac:picMk id="1026" creationId="{00000000-0000-0000-0000-000000000000}"/>
          </ac:picMkLst>
        </pc:picChg>
      </pc:sldChg>
      <pc:sldChg chg="addSp delSp modSp add mod addAnim delAnim">
        <pc:chgData name="Ms Alina Arshad" userId="cccdfd85-d35d-4453-9c6f-a463aae40722" providerId="ADAL" clId="{32985948-661D-45EF-9212-3BF9750EF1D6}" dt="2024-09-30T14:28:01.997" v="782" actId="1076"/>
        <pc:sldMkLst>
          <pc:docMk/>
          <pc:sldMk cId="4024303403" sldId="513"/>
        </pc:sldMkLst>
        <pc:spChg chg="del mod">
          <ac:chgData name="Ms Alina Arshad" userId="cccdfd85-d35d-4453-9c6f-a463aae40722" providerId="ADAL" clId="{32985948-661D-45EF-9212-3BF9750EF1D6}" dt="2024-09-30T14:25:56.787" v="754" actId="478"/>
          <ac:spMkLst>
            <pc:docMk/>
            <pc:sldMk cId="4024303403" sldId="513"/>
            <ac:spMk id="3" creationId="{00000000-0000-0000-0000-000000000000}"/>
          </ac:spMkLst>
        </pc:spChg>
        <pc:spChg chg="add del mod">
          <ac:chgData name="Ms Alina Arshad" userId="cccdfd85-d35d-4453-9c6f-a463aae40722" providerId="ADAL" clId="{32985948-661D-45EF-9212-3BF9750EF1D6}" dt="2024-09-30T14:25:59.828" v="755" actId="478"/>
          <ac:spMkLst>
            <pc:docMk/>
            <pc:sldMk cId="4024303403" sldId="513"/>
            <ac:spMk id="4" creationId="{21BCBA32-C5E5-0BE4-F954-49B0C4897C1E}"/>
          </ac:spMkLst>
        </pc:spChg>
        <pc:spChg chg="del">
          <ac:chgData name="Ms Alina Arshad" userId="cccdfd85-d35d-4453-9c6f-a463aae40722" providerId="ADAL" clId="{32985948-661D-45EF-9212-3BF9750EF1D6}" dt="2024-09-30T14:25:53.823" v="752" actId="478"/>
          <ac:spMkLst>
            <pc:docMk/>
            <pc:sldMk cId="4024303403" sldId="513"/>
            <ac:spMk id="6" creationId="{00000000-0000-0000-0000-000000000000}"/>
          </ac:spMkLst>
        </pc:spChg>
        <pc:spChg chg="add del mod">
          <ac:chgData name="Ms Alina Arshad" userId="cccdfd85-d35d-4453-9c6f-a463aae40722" providerId="ADAL" clId="{32985948-661D-45EF-9212-3BF9750EF1D6}" dt="2024-09-30T14:27:32.511" v="771" actId="1076"/>
          <ac:spMkLst>
            <pc:docMk/>
            <pc:sldMk cId="4024303403" sldId="513"/>
            <ac:spMk id="7" creationId="{00000000-0000-0000-0000-000000000000}"/>
          </ac:spMkLst>
        </pc:spChg>
        <pc:spChg chg="add mod">
          <ac:chgData name="Ms Alina Arshad" userId="cccdfd85-d35d-4453-9c6f-a463aae40722" providerId="ADAL" clId="{32985948-661D-45EF-9212-3BF9750EF1D6}" dt="2024-09-30T14:27:55.274" v="781" actId="207"/>
          <ac:spMkLst>
            <pc:docMk/>
            <pc:sldMk cId="4024303403" sldId="513"/>
            <ac:spMk id="9" creationId="{E2CD1553-C7D2-01AE-543B-99F9E72842D9}"/>
          </ac:spMkLst>
        </pc:spChg>
        <pc:picChg chg="del">
          <ac:chgData name="Ms Alina Arshad" userId="cccdfd85-d35d-4453-9c6f-a463aae40722" providerId="ADAL" clId="{32985948-661D-45EF-9212-3BF9750EF1D6}" dt="2024-09-30T14:25:52.065" v="751" actId="478"/>
          <ac:picMkLst>
            <pc:docMk/>
            <pc:sldMk cId="4024303403" sldId="513"/>
            <ac:picMk id="8" creationId="{00000000-0000-0000-0000-000000000000}"/>
          </ac:picMkLst>
        </pc:picChg>
        <pc:picChg chg="mod">
          <ac:chgData name="Ms Alina Arshad" userId="cccdfd85-d35d-4453-9c6f-a463aae40722" providerId="ADAL" clId="{32985948-661D-45EF-9212-3BF9750EF1D6}" dt="2024-09-30T14:28:01.997" v="782" actId="1076"/>
          <ac:picMkLst>
            <pc:docMk/>
            <pc:sldMk cId="4024303403" sldId="513"/>
            <ac:picMk id="11" creationId="{00000000-0000-0000-0000-000000000000}"/>
          </ac:picMkLst>
        </pc:picChg>
        <pc:picChg chg="del mod">
          <ac:chgData name="Ms Alina Arshad" userId="cccdfd85-d35d-4453-9c6f-a463aae40722" providerId="ADAL" clId="{32985948-661D-45EF-9212-3BF9750EF1D6}" dt="2024-09-30T14:27:20.901" v="766" actId="478"/>
          <ac:picMkLst>
            <pc:docMk/>
            <pc:sldMk cId="4024303403" sldId="513"/>
            <ac:picMk id="12" creationId="{00000000-0000-0000-0000-000000000000}"/>
          </ac:picMkLst>
        </pc:picChg>
      </pc:sldChg>
      <pc:sldChg chg="delSp modSp add mod delAnim">
        <pc:chgData name="Ms Alina Arshad" userId="cccdfd85-d35d-4453-9c6f-a463aae40722" providerId="ADAL" clId="{32985948-661D-45EF-9212-3BF9750EF1D6}" dt="2024-09-30T14:28:16.742" v="788" actId="1076"/>
        <pc:sldMkLst>
          <pc:docMk/>
          <pc:sldMk cId="2838178586" sldId="514"/>
        </pc:sldMkLst>
        <pc:spChg chg="del mod">
          <ac:chgData name="Ms Alina Arshad" userId="cccdfd85-d35d-4453-9c6f-a463aae40722" providerId="ADAL" clId="{32985948-661D-45EF-9212-3BF9750EF1D6}" dt="2024-09-30T14:28:09.855" v="785" actId="478"/>
          <ac:spMkLst>
            <pc:docMk/>
            <pc:sldMk cId="2838178586" sldId="514"/>
            <ac:spMk id="7" creationId="{00000000-0000-0000-0000-000000000000}"/>
          </ac:spMkLst>
        </pc:spChg>
        <pc:spChg chg="del">
          <ac:chgData name="Ms Alina Arshad" userId="cccdfd85-d35d-4453-9c6f-a463aae40722" providerId="ADAL" clId="{32985948-661D-45EF-9212-3BF9750EF1D6}" dt="2024-09-30T14:28:07.091" v="783" actId="478"/>
          <ac:spMkLst>
            <pc:docMk/>
            <pc:sldMk cId="2838178586" sldId="514"/>
            <ac:spMk id="9" creationId="{E2CD1553-C7D2-01AE-543B-99F9E72842D9}"/>
          </ac:spMkLst>
        </pc:spChg>
        <pc:picChg chg="del">
          <ac:chgData name="Ms Alina Arshad" userId="cccdfd85-d35d-4453-9c6f-a463aae40722" providerId="ADAL" clId="{32985948-661D-45EF-9212-3BF9750EF1D6}" dt="2024-09-30T14:28:11.006" v="786" actId="478"/>
          <ac:picMkLst>
            <pc:docMk/>
            <pc:sldMk cId="2838178586" sldId="514"/>
            <ac:picMk id="11" creationId="{00000000-0000-0000-0000-000000000000}"/>
          </ac:picMkLst>
        </pc:picChg>
        <pc:picChg chg="mod">
          <ac:chgData name="Ms Alina Arshad" userId="cccdfd85-d35d-4453-9c6f-a463aae40722" providerId="ADAL" clId="{32985948-661D-45EF-9212-3BF9750EF1D6}" dt="2024-09-30T14:28:16.742" v="788" actId="1076"/>
          <ac:picMkLst>
            <pc:docMk/>
            <pc:sldMk cId="2838178586" sldId="514"/>
            <ac:picMk id="12" creationId="{00000000-0000-0000-0000-000000000000}"/>
          </ac:picMkLst>
        </pc:picChg>
      </pc:sldChg>
    </pc:docChg>
  </pc:docChgLst>
  <pc:docChgLst>
    <pc:chgData name="Ms Alina Arshad" userId="cccdfd85-d35d-4453-9c6f-a463aae40722" providerId="ADAL" clId="{FEF70B5E-757B-41F6-B450-719136D15D61}"/>
    <pc:docChg chg="addSld delSld modSld">
      <pc:chgData name="Ms Alina Arshad" userId="cccdfd85-d35d-4453-9c6f-a463aae40722" providerId="ADAL" clId="{FEF70B5E-757B-41F6-B450-719136D15D61}" dt="2024-10-05T05:49:33.044" v="17" actId="1076"/>
      <pc:docMkLst>
        <pc:docMk/>
      </pc:docMkLst>
      <pc:sldChg chg="modSp mod">
        <pc:chgData name="Ms Alina Arshad" userId="cccdfd85-d35d-4453-9c6f-a463aae40722" providerId="ADAL" clId="{FEF70B5E-757B-41F6-B450-719136D15D61}" dt="2024-09-30T14:31:02.646" v="1" actId="20577"/>
        <pc:sldMkLst>
          <pc:docMk/>
          <pc:sldMk cId="3322361034" sldId="256"/>
        </pc:sldMkLst>
        <pc:spChg chg="mod">
          <ac:chgData name="Ms Alina Arshad" userId="cccdfd85-d35d-4453-9c6f-a463aae40722" providerId="ADAL" clId="{FEF70B5E-757B-41F6-B450-719136D15D61}" dt="2024-09-30T14:31:02.646" v="1" actId="20577"/>
          <ac:spMkLst>
            <pc:docMk/>
            <pc:sldMk cId="3322361034" sldId="256"/>
            <ac:spMk id="3" creationId="{44E9F82C-BBA7-3495-1097-BEDB54FFFDF4}"/>
          </ac:spMkLst>
        </pc:spChg>
      </pc:sldChg>
      <pc:sldChg chg="del">
        <pc:chgData name="Ms Alina Arshad" userId="cccdfd85-d35d-4453-9c6f-a463aae40722" providerId="ADAL" clId="{FEF70B5E-757B-41F6-B450-719136D15D61}" dt="2024-09-30T14:31:05.148" v="2" actId="47"/>
        <pc:sldMkLst>
          <pc:docMk/>
          <pc:sldMk cId="1317028974" sldId="475"/>
        </pc:sldMkLst>
      </pc:sldChg>
      <pc:sldChg chg="del">
        <pc:chgData name="Ms Alina Arshad" userId="cccdfd85-d35d-4453-9c6f-a463aae40722" providerId="ADAL" clId="{FEF70B5E-757B-41F6-B450-719136D15D61}" dt="2024-09-30T14:31:06.013" v="4" actId="47"/>
        <pc:sldMkLst>
          <pc:docMk/>
          <pc:sldMk cId="1999589581" sldId="476"/>
        </pc:sldMkLst>
      </pc:sldChg>
      <pc:sldChg chg="del">
        <pc:chgData name="Ms Alina Arshad" userId="cccdfd85-d35d-4453-9c6f-a463aae40722" providerId="ADAL" clId="{FEF70B5E-757B-41F6-B450-719136D15D61}" dt="2024-09-30T14:31:06.387" v="5" actId="47"/>
        <pc:sldMkLst>
          <pc:docMk/>
          <pc:sldMk cId="4056107159" sldId="477"/>
        </pc:sldMkLst>
      </pc:sldChg>
      <pc:sldChg chg="del">
        <pc:chgData name="Ms Alina Arshad" userId="cccdfd85-d35d-4453-9c6f-a463aae40722" providerId="ADAL" clId="{FEF70B5E-757B-41F6-B450-719136D15D61}" dt="2024-09-30T14:31:07.230" v="7" actId="47"/>
        <pc:sldMkLst>
          <pc:docMk/>
          <pc:sldMk cId="3142530740" sldId="478"/>
        </pc:sldMkLst>
      </pc:sldChg>
      <pc:sldChg chg="del">
        <pc:chgData name="Ms Alina Arshad" userId="cccdfd85-d35d-4453-9c6f-a463aae40722" providerId="ADAL" clId="{FEF70B5E-757B-41F6-B450-719136D15D61}" dt="2024-09-30T14:31:08.112" v="9" actId="47"/>
        <pc:sldMkLst>
          <pc:docMk/>
          <pc:sldMk cId="3718238795" sldId="479"/>
        </pc:sldMkLst>
      </pc:sldChg>
      <pc:sldChg chg="del">
        <pc:chgData name="Ms Alina Arshad" userId="cccdfd85-d35d-4453-9c6f-a463aae40722" providerId="ADAL" clId="{FEF70B5E-757B-41F6-B450-719136D15D61}" dt="2024-09-30T14:31:07.678" v="8" actId="47"/>
        <pc:sldMkLst>
          <pc:docMk/>
          <pc:sldMk cId="2146923405" sldId="485"/>
        </pc:sldMkLst>
      </pc:sldChg>
      <pc:sldChg chg="del">
        <pc:chgData name="Ms Alina Arshad" userId="cccdfd85-d35d-4453-9c6f-a463aae40722" providerId="ADAL" clId="{FEF70B5E-757B-41F6-B450-719136D15D61}" dt="2024-09-30T14:31:06.842" v="6" actId="47"/>
        <pc:sldMkLst>
          <pc:docMk/>
          <pc:sldMk cId="1501064082" sldId="491"/>
        </pc:sldMkLst>
      </pc:sldChg>
      <pc:sldChg chg="del">
        <pc:chgData name="Ms Alina Arshad" userId="cccdfd85-d35d-4453-9c6f-a463aae40722" providerId="ADAL" clId="{FEF70B5E-757B-41F6-B450-719136D15D61}" dt="2024-09-30T14:31:05.570" v="3" actId="47"/>
        <pc:sldMkLst>
          <pc:docMk/>
          <pc:sldMk cId="746752752" sldId="492"/>
        </pc:sldMkLst>
      </pc:sldChg>
      <pc:sldChg chg="addSp modSp new mod">
        <pc:chgData name="Ms Alina Arshad" userId="cccdfd85-d35d-4453-9c6f-a463aae40722" providerId="ADAL" clId="{FEF70B5E-757B-41F6-B450-719136D15D61}" dt="2024-10-05T05:49:33.044" v="17" actId="1076"/>
        <pc:sldMkLst>
          <pc:docMk/>
          <pc:sldMk cId="366048452" sldId="515"/>
        </pc:sldMkLst>
        <pc:spChg chg="add mod">
          <ac:chgData name="Ms Alina Arshad" userId="cccdfd85-d35d-4453-9c6f-a463aae40722" providerId="ADAL" clId="{FEF70B5E-757B-41F6-B450-719136D15D61}" dt="2024-10-05T05:49:33.044" v="17" actId="1076"/>
          <ac:spMkLst>
            <pc:docMk/>
            <pc:sldMk cId="366048452" sldId="515"/>
            <ac:spMk id="3" creationId="{03AFFFB8-9D74-9E3E-EC85-241D67AEC5D7}"/>
          </ac:spMkLst>
        </pc:spChg>
      </pc:sldChg>
    </pc:docChg>
  </pc:docChgLst>
  <pc:docChgLst>
    <pc:chgData name="Ms Alina Arshad" userId="cccdfd85-d35d-4453-9c6f-a463aae40722" providerId="ADAL" clId="{2FEB24EE-2666-4060-89BA-CD0A06313B23}"/>
    <pc:docChg chg="custSel addSld delSld modSld">
      <pc:chgData name="Ms Alina Arshad" userId="cccdfd85-d35d-4453-9c6f-a463aae40722" providerId="ADAL" clId="{2FEB24EE-2666-4060-89BA-CD0A06313B23}" dt="2024-09-07T15:30:07.645" v="78" actId="1076"/>
      <pc:docMkLst>
        <pc:docMk/>
      </pc:docMkLst>
      <pc:sldChg chg="modSp mod">
        <pc:chgData name="Ms Alina Arshad" userId="cccdfd85-d35d-4453-9c6f-a463aae40722" providerId="ADAL" clId="{2FEB24EE-2666-4060-89BA-CD0A06313B23}" dt="2024-09-07T14:12:40.520" v="22" actId="20577"/>
        <pc:sldMkLst>
          <pc:docMk/>
          <pc:sldMk cId="3322361034" sldId="256"/>
        </pc:sldMkLst>
        <pc:spChg chg="mod">
          <ac:chgData name="Ms Alina Arshad" userId="cccdfd85-d35d-4453-9c6f-a463aae40722" providerId="ADAL" clId="{2FEB24EE-2666-4060-89BA-CD0A06313B23}" dt="2024-09-07T14:12:40.520" v="22" actId="20577"/>
          <ac:spMkLst>
            <pc:docMk/>
            <pc:sldMk cId="3322361034" sldId="256"/>
            <ac:spMk id="3" creationId="{44E9F82C-BBA7-3495-1097-BEDB54FFFDF4}"/>
          </ac:spMkLst>
        </pc:spChg>
      </pc:sldChg>
      <pc:sldChg chg="modSp mod">
        <pc:chgData name="Ms Alina Arshad" userId="cccdfd85-d35d-4453-9c6f-a463aae40722" providerId="ADAL" clId="{2FEB24EE-2666-4060-89BA-CD0A06313B23}" dt="2024-09-07T15:27:11.022" v="71" actId="20577"/>
        <pc:sldMkLst>
          <pc:docMk/>
          <pc:sldMk cId="0" sldId="372"/>
        </pc:sldMkLst>
        <pc:spChg chg="mod">
          <ac:chgData name="Ms Alina Arshad" userId="cccdfd85-d35d-4453-9c6f-a463aae40722" providerId="ADAL" clId="{2FEB24EE-2666-4060-89BA-CD0A06313B23}" dt="2024-09-07T15:27:11.022" v="71" actId="20577"/>
          <ac:spMkLst>
            <pc:docMk/>
            <pc:sldMk cId="0" sldId="372"/>
            <ac:spMk id="3" creationId="{3CE06910-2266-68E8-32AE-E6FCE586718E}"/>
          </ac:spMkLst>
        </pc:spChg>
      </pc:sldChg>
      <pc:sldChg chg="del">
        <pc:chgData name="Ms Alina Arshad" userId="cccdfd85-d35d-4453-9c6f-a463aae40722" providerId="ADAL" clId="{2FEB24EE-2666-4060-89BA-CD0A06313B23}" dt="2024-09-07T14:11:32.691" v="18" actId="2696"/>
        <pc:sldMkLst>
          <pc:docMk/>
          <pc:sldMk cId="0" sldId="376"/>
        </pc:sldMkLst>
      </pc:sldChg>
      <pc:sldChg chg="del">
        <pc:chgData name="Ms Alina Arshad" userId="cccdfd85-d35d-4453-9c6f-a463aae40722" providerId="ADAL" clId="{2FEB24EE-2666-4060-89BA-CD0A06313B23}" dt="2024-09-07T14:11:32.691" v="18" actId="2696"/>
        <pc:sldMkLst>
          <pc:docMk/>
          <pc:sldMk cId="0" sldId="377"/>
        </pc:sldMkLst>
      </pc:sldChg>
      <pc:sldChg chg="del">
        <pc:chgData name="Ms Alina Arshad" userId="cccdfd85-d35d-4453-9c6f-a463aae40722" providerId="ADAL" clId="{2FEB24EE-2666-4060-89BA-CD0A06313B23}" dt="2024-09-07T14:11:32.691" v="18" actId="2696"/>
        <pc:sldMkLst>
          <pc:docMk/>
          <pc:sldMk cId="0" sldId="387"/>
        </pc:sldMkLst>
      </pc:sldChg>
      <pc:sldChg chg="del">
        <pc:chgData name="Ms Alina Arshad" userId="cccdfd85-d35d-4453-9c6f-a463aae40722" providerId="ADAL" clId="{2FEB24EE-2666-4060-89BA-CD0A06313B23}" dt="2024-09-07T14:11:32.691" v="18" actId="2696"/>
        <pc:sldMkLst>
          <pc:docMk/>
          <pc:sldMk cId="0" sldId="388"/>
        </pc:sldMkLst>
      </pc:sldChg>
      <pc:sldChg chg="modSp del mod">
        <pc:chgData name="Ms Alina Arshad" userId="cccdfd85-d35d-4453-9c6f-a463aae40722" providerId="ADAL" clId="{2FEB24EE-2666-4060-89BA-CD0A06313B23}" dt="2024-09-07T14:11:32.691" v="18" actId="2696"/>
        <pc:sldMkLst>
          <pc:docMk/>
          <pc:sldMk cId="0" sldId="389"/>
        </pc:sldMkLst>
        <pc:spChg chg="mod">
          <ac:chgData name="Ms Alina Arshad" userId="cccdfd85-d35d-4453-9c6f-a463aae40722" providerId="ADAL" clId="{2FEB24EE-2666-4060-89BA-CD0A06313B23}" dt="2024-09-07T14:04:23.480" v="10" actId="5793"/>
          <ac:spMkLst>
            <pc:docMk/>
            <pc:sldMk cId="0" sldId="389"/>
            <ac:spMk id="13315" creationId="{5AEC1019-6C33-068D-89FF-73F14DD73519}"/>
          </ac:spMkLst>
        </pc:spChg>
        <pc:spChg chg="mod">
          <ac:chgData name="Ms Alina Arshad" userId="cccdfd85-d35d-4453-9c6f-a463aae40722" providerId="ADAL" clId="{2FEB24EE-2666-4060-89BA-CD0A06313B23}" dt="2024-09-07T14:04:04.382" v="4" actId="27636"/>
          <ac:spMkLst>
            <pc:docMk/>
            <pc:sldMk cId="0" sldId="389"/>
            <ac:spMk id="24578" creationId="{305B7E1E-5597-3B12-6D73-B24294AD131D}"/>
          </ac:spMkLst>
        </pc:spChg>
      </pc:sldChg>
      <pc:sldChg chg="modSp del mod">
        <pc:chgData name="Ms Alina Arshad" userId="cccdfd85-d35d-4453-9c6f-a463aae40722" providerId="ADAL" clId="{2FEB24EE-2666-4060-89BA-CD0A06313B23}" dt="2024-09-07T14:11:32.691" v="18" actId="2696"/>
        <pc:sldMkLst>
          <pc:docMk/>
          <pc:sldMk cId="0" sldId="391"/>
        </pc:sldMkLst>
        <pc:spChg chg="mod">
          <ac:chgData name="Ms Alina Arshad" userId="cccdfd85-d35d-4453-9c6f-a463aae40722" providerId="ADAL" clId="{2FEB24EE-2666-4060-89BA-CD0A06313B23}" dt="2024-09-07T14:04:40.295" v="17" actId="20577"/>
          <ac:spMkLst>
            <pc:docMk/>
            <pc:sldMk cId="0" sldId="391"/>
            <ac:spMk id="26626" creationId="{0FEEB420-FF9F-896C-19FE-30B0D95ADF93}"/>
          </ac:spMkLst>
        </pc:spChg>
      </pc:sldChg>
      <pc:sldChg chg="modSp add mod">
        <pc:chgData name="Ms Alina Arshad" userId="cccdfd85-d35d-4453-9c6f-a463aae40722" providerId="ADAL" clId="{2FEB24EE-2666-4060-89BA-CD0A06313B23}" dt="2024-09-07T14:26:37.570" v="48" actId="20577"/>
        <pc:sldMkLst>
          <pc:docMk/>
          <pc:sldMk cId="1227695002" sldId="429"/>
        </pc:sldMkLst>
        <pc:spChg chg="mod">
          <ac:chgData name="Ms Alina Arshad" userId="cccdfd85-d35d-4453-9c6f-a463aae40722" providerId="ADAL" clId="{2FEB24EE-2666-4060-89BA-CD0A06313B23}" dt="2024-09-07T14:16:40.823" v="36" actId="14100"/>
          <ac:spMkLst>
            <pc:docMk/>
            <pc:sldMk cId="1227695002" sldId="429"/>
            <ac:spMk id="2" creationId="{00000000-0000-0000-0000-000000000000}"/>
          </ac:spMkLst>
        </pc:spChg>
        <pc:spChg chg="mod">
          <ac:chgData name="Ms Alina Arshad" userId="cccdfd85-d35d-4453-9c6f-a463aae40722" providerId="ADAL" clId="{2FEB24EE-2666-4060-89BA-CD0A06313B23}" dt="2024-09-07T14:26:37.570" v="48" actId="20577"/>
          <ac:spMkLst>
            <pc:docMk/>
            <pc:sldMk cId="1227695002" sldId="429"/>
            <ac:spMk id="3" creationId="{00000000-0000-0000-0000-000000000000}"/>
          </ac:spMkLst>
        </pc:spChg>
      </pc:sldChg>
      <pc:sldChg chg="modSp add mod">
        <pc:chgData name="Ms Alina Arshad" userId="cccdfd85-d35d-4453-9c6f-a463aae40722" providerId="ADAL" clId="{2FEB24EE-2666-4060-89BA-CD0A06313B23}" dt="2024-09-07T14:28:10.057" v="50" actId="20577"/>
        <pc:sldMkLst>
          <pc:docMk/>
          <pc:sldMk cId="4289592975" sldId="430"/>
        </pc:sldMkLst>
        <pc:spChg chg="mod">
          <ac:chgData name="Ms Alina Arshad" userId="cccdfd85-d35d-4453-9c6f-a463aae40722" providerId="ADAL" clId="{2FEB24EE-2666-4060-89BA-CD0A06313B23}" dt="2024-09-07T14:28:10.057" v="50" actId="20577"/>
          <ac:spMkLst>
            <pc:docMk/>
            <pc:sldMk cId="4289592975" sldId="430"/>
            <ac:spMk id="3" creationId="{00000000-0000-0000-0000-000000000000}"/>
          </ac:spMkLst>
        </pc:spChg>
      </pc:sldChg>
      <pc:sldChg chg="modSp add mod">
        <pc:chgData name="Ms Alina Arshad" userId="cccdfd85-d35d-4453-9c6f-a463aae40722" providerId="ADAL" clId="{2FEB24EE-2666-4060-89BA-CD0A06313B23}" dt="2024-09-07T14:33:40.207" v="55" actId="207"/>
        <pc:sldMkLst>
          <pc:docMk/>
          <pc:sldMk cId="1008177089" sldId="433"/>
        </pc:sldMkLst>
        <pc:spChg chg="mod">
          <ac:chgData name="Ms Alina Arshad" userId="cccdfd85-d35d-4453-9c6f-a463aae40722" providerId="ADAL" clId="{2FEB24EE-2666-4060-89BA-CD0A06313B23}" dt="2024-09-07T14:33:40.207" v="55" actId="207"/>
          <ac:spMkLst>
            <pc:docMk/>
            <pc:sldMk cId="1008177089" sldId="433"/>
            <ac:spMk id="3" creationId="{00000000-0000-0000-0000-000000000000}"/>
          </ac:spMkLst>
        </pc:spChg>
      </pc:sldChg>
      <pc:sldChg chg="modSp add mod">
        <pc:chgData name="Ms Alina Arshad" userId="cccdfd85-d35d-4453-9c6f-a463aae40722" providerId="ADAL" clId="{2FEB24EE-2666-4060-89BA-CD0A06313B23}" dt="2024-09-07T14:38:19.708" v="62" actId="20577"/>
        <pc:sldMkLst>
          <pc:docMk/>
          <pc:sldMk cId="4177771332" sldId="434"/>
        </pc:sldMkLst>
        <pc:spChg chg="mod">
          <ac:chgData name="Ms Alina Arshad" userId="cccdfd85-d35d-4453-9c6f-a463aae40722" providerId="ADAL" clId="{2FEB24EE-2666-4060-89BA-CD0A06313B23}" dt="2024-09-07T14:37:16.352" v="58" actId="1076"/>
          <ac:spMkLst>
            <pc:docMk/>
            <pc:sldMk cId="4177771332" sldId="434"/>
            <ac:spMk id="2" creationId="{00000000-0000-0000-0000-000000000000}"/>
          </ac:spMkLst>
        </pc:spChg>
        <pc:spChg chg="mod">
          <ac:chgData name="Ms Alina Arshad" userId="cccdfd85-d35d-4453-9c6f-a463aae40722" providerId="ADAL" clId="{2FEB24EE-2666-4060-89BA-CD0A06313B23}" dt="2024-09-07T14:38:19.708" v="62" actId="20577"/>
          <ac:spMkLst>
            <pc:docMk/>
            <pc:sldMk cId="4177771332" sldId="434"/>
            <ac:spMk id="3" creationId="{00000000-0000-0000-0000-000000000000}"/>
          </ac:spMkLst>
        </pc:spChg>
      </pc:sldChg>
      <pc:sldChg chg="modSp add mod">
        <pc:chgData name="Ms Alina Arshad" userId="cccdfd85-d35d-4453-9c6f-a463aae40722" providerId="ADAL" clId="{2FEB24EE-2666-4060-89BA-CD0A06313B23}" dt="2024-09-07T14:38:53.527" v="63" actId="404"/>
        <pc:sldMkLst>
          <pc:docMk/>
          <pc:sldMk cId="2642975351" sldId="435"/>
        </pc:sldMkLst>
        <pc:spChg chg="mod">
          <ac:chgData name="Ms Alina Arshad" userId="cccdfd85-d35d-4453-9c6f-a463aae40722" providerId="ADAL" clId="{2FEB24EE-2666-4060-89BA-CD0A06313B23}" dt="2024-09-07T14:38:53.527" v="63" actId="404"/>
          <ac:spMkLst>
            <pc:docMk/>
            <pc:sldMk cId="2642975351" sldId="435"/>
            <ac:spMk id="3" creationId="{00000000-0000-0000-0000-000000000000}"/>
          </ac:spMkLst>
        </pc:spChg>
      </pc:sldChg>
      <pc:sldChg chg="modSp add mod">
        <pc:chgData name="Ms Alina Arshad" userId="cccdfd85-d35d-4453-9c6f-a463aae40722" providerId="ADAL" clId="{2FEB24EE-2666-4060-89BA-CD0A06313B23}" dt="2024-09-07T14:42:05.679" v="66" actId="207"/>
        <pc:sldMkLst>
          <pc:docMk/>
          <pc:sldMk cId="8447295" sldId="436"/>
        </pc:sldMkLst>
        <pc:spChg chg="mod">
          <ac:chgData name="Ms Alina Arshad" userId="cccdfd85-d35d-4453-9c6f-a463aae40722" providerId="ADAL" clId="{2FEB24EE-2666-4060-89BA-CD0A06313B23}" dt="2024-09-07T14:41:44.573" v="64" actId="33524"/>
          <ac:spMkLst>
            <pc:docMk/>
            <pc:sldMk cId="8447295" sldId="436"/>
            <ac:spMk id="2" creationId="{00000000-0000-0000-0000-000000000000}"/>
          </ac:spMkLst>
        </pc:spChg>
        <pc:spChg chg="mod">
          <ac:chgData name="Ms Alina Arshad" userId="cccdfd85-d35d-4453-9c6f-a463aae40722" providerId="ADAL" clId="{2FEB24EE-2666-4060-89BA-CD0A06313B23}" dt="2024-09-07T14:42:05.679" v="66" actId="207"/>
          <ac:spMkLst>
            <pc:docMk/>
            <pc:sldMk cId="8447295" sldId="436"/>
            <ac:spMk id="3" creationId="{00000000-0000-0000-0000-000000000000}"/>
          </ac:spMkLst>
        </pc:spChg>
      </pc:sldChg>
      <pc:sldChg chg="modSp mod">
        <pc:chgData name="Ms Alina Arshad" userId="cccdfd85-d35d-4453-9c6f-a463aae40722" providerId="ADAL" clId="{2FEB24EE-2666-4060-89BA-CD0A06313B23}" dt="2024-09-07T15:07:51.624" v="70" actId="20577"/>
        <pc:sldMkLst>
          <pc:docMk/>
          <pc:sldMk cId="1737629093" sldId="438"/>
        </pc:sldMkLst>
        <pc:spChg chg="mod">
          <ac:chgData name="Ms Alina Arshad" userId="cccdfd85-d35d-4453-9c6f-a463aae40722" providerId="ADAL" clId="{2FEB24EE-2666-4060-89BA-CD0A06313B23}" dt="2024-09-07T15:07:51.624" v="70" actId="20577"/>
          <ac:spMkLst>
            <pc:docMk/>
            <pc:sldMk cId="1737629093" sldId="438"/>
            <ac:spMk id="3" creationId="{00000000-0000-0000-0000-000000000000}"/>
          </ac:spMkLst>
        </pc:spChg>
      </pc:sldChg>
      <pc:sldChg chg="addSp modSp">
        <pc:chgData name="Ms Alina Arshad" userId="cccdfd85-d35d-4453-9c6f-a463aae40722" providerId="ADAL" clId="{2FEB24EE-2666-4060-89BA-CD0A06313B23}" dt="2024-09-07T15:30:07.645" v="78" actId="1076"/>
        <pc:sldMkLst>
          <pc:docMk/>
          <pc:sldMk cId="2279120568" sldId="446"/>
        </pc:sldMkLst>
        <pc:spChg chg="mod">
          <ac:chgData name="Ms Alina Arshad" userId="cccdfd85-d35d-4453-9c6f-a463aae40722" providerId="ADAL" clId="{2FEB24EE-2666-4060-89BA-CD0A06313B23}" dt="2024-09-07T15:29:56.694" v="75" actId="14100"/>
          <ac:spMkLst>
            <pc:docMk/>
            <pc:sldMk cId="2279120568" sldId="446"/>
            <ac:spMk id="3" creationId="{00000000-0000-0000-0000-000000000000}"/>
          </ac:spMkLst>
        </pc:spChg>
        <pc:picChg chg="add mod">
          <ac:chgData name="Ms Alina Arshad" userId="cccdfd85-d35d-4453-9c6f-a463aae40722" providerId="ADAL" clId="{2FEB24EE-2666-4060-89BA-CD0A06313B23}" dt="2024-09-07T15:30:07.645" v="78" actId="1076"/>
          <ac:picMkLst>
            <pc:docMk/>
            <pc:sldMk cId="2279120568" sldId="446"/>
            <ac:picMk id="1026" creationId="{33CCDCAF-3759-99D5-6506-736BA3E5DF0B}"/>
          </ac:picMkLst>
        </pc:picChg>
      </pc:sldChg>
    </pc:docChg>
  </pc:docChgLst>
  <pc:docChgLst>
    <pc:chgData name="Ms Alina Arshad" userId="cccdfd85-d35d-4453-9c6f-a463aae40722" providerId="ADAL" clId="{889ED1B4-3B5C-4371-ABF8-B9437E0A75AE}"/>
    <pc:docChg chg="custSel addSld delSld modSld">
      <pc:chgData name="Ms Alina Arshad" userId="cccdfd85-d35d-4453-9c6f-a463aae40722" providerId="ADAL" clId="{889ED1B4-3B5C-4371-ABF8-B9437E0A75AE}" dt="2024-09-19T05:09:47.152" v="38" actId="47"/>
      <pc:docMkLst>
        <pc:docMk/>
      </pc:docMkLst>
      <pc:sldChg chg="delSp modSp add mod">
        <pc:chgData name="Ms Alina Arshad" userId="cccdfd85-d35d-4453-9c6f-a463aae40722" providerId="ADAL" clId="{889ED1B4-3B5C-4371-ABF8-B9437E0A75AE}" dt="2024-09-13T05:08:52.831" v="31" actId="1076"/>
        <pc:sldMkLst>
          <pc:docMk/>
          <pc:sldMk cId="987785057" sldId="258"/>
        </pc:sldMkLst>
        <pc:spChg chg="del">
          <ac:chgData name="Ms Alina Arshad" userId="cccdfd85-d35d-4453-9c6f-a463aae40722" providerId="ADAL" clId="{889ED1B4-3B5C-4371-ABF8-B9437E0A75AE}" dt="2024-09-13T05:08:43.192" v="28" actId="478"/>
          <ac:spMkLst>
            <pc:docMk/>
            <pc:sldMk cId="987785057" sldId="258"/>
            <ac:spMk id="2" creationId="{00000000-0000-0000-0000-000000000000}"/>
          </ac:spMkLst>
        </pc:spChg>
        <pc:spChg chg="del">
          <ac:chgData name="Ms Alina Arshad" userId="cccdfd85-d35d-4453-9c6f-a463aae40722" providerId="ADAL" clId="{889ED1B4-3B5C-4371-ABF8-B9437E0A75AE}" dt="2024-09-13T05:08:45.155" v="29" actId="478"/>
          <ac:spMkLst>
            <pc:docMk/>
            <pc:sldMk cId="987785057" sldId="258"/>
            <ac:spMk id="5" creationId="{00000000-0000-0000-0000-000000000000}"/>
          </ac:spMkLst>
        </pc:spChg>
        <pc:spChg chg="mod">
          <ac:chgData name="Ms Alina Arshad" userId="cccdfd85-d35d-4453-9c6f-a463aae40722" providerId="ADAL" clId="{889ED1B4-3B5C-4371-ABF8-B9437E0A75AE}" dt="2024-09-13T05:08:49.517" v="30" actId="207"/>
          <ac:spMkLst>
            <pc:docMk/>
            <pc:sldMk cId="987785057" sldId="258"/>
            <ac:spMk id="107522" creationId="{00000000-0000-0000-0000-000000000000}"/>
          </ac:spMkLst>
        </pc:spChg>
        <pc:spChg chg="mod">
          <ac:chgData name="Ms Alina Arshad" userId="cccdfd85-d35d-4453-9c6f-a463aae40722" providerId="ADAL" clId="{889ED1B4-3B5C-4371-ABF8-B9437E0A75AE}" dt="2024-09-13T05:08:52.831" v="31" actId="1076"/>
          <ac:spMkLst>
            <pc:docMk/>
            <pc:sldMk cId="987785057" sldId="258"/>
            <ac:spMk id="107523" creationId="{00000000-0000-0000-0000-000000000000}"/>
          </ac:spMkLst>
        </pc:spChg>
      </pc:sldChg>
      <pc:sldChg chg="add del">
        <pc:chgData name="Ms Alina Arshad" userId="cccdfd85-d35d-4453-9c6f-a463aae40722" providerId="ADAL" clId="{889ED1B4-3B5C-4371-ABF8-B9437E0A75AE}" dt="2024-09-13T05:08:20.368" v="1" actId="47"/>
        <pc:sldMkLst>
          <pc:docMk/>
          <pc:sldMk cId="1032267902" sldId="313"/>
        </pc:sldMkLst>
      </pc:sldChg>
      <pc:sldChg chg="del">
        <pc:chgData name="Ms Alina Arshad" userId="cccdfd85-d35d-4453-9c6f-a463aae40722" providerId="ADAL" clId="{889ED1B4-3B5C-4371-ABF8-B9437E0A75AE}" dt="2024-09-13T05:08:25.525" v="15" actId="47"/>
        <pc:sldMkLst>
          <pc:docMk/>
          <pc:sldMk cId="0" sldId="361"/>
        </pc:sldMkLst>
      </pc:sldChg>
      <pc:sldChg chg="del">
        <pc:chgData name="Ms Alina Arshad" userId="cccdfd85-d35d-4453-9c6f-a463aae40722" providerId="ADAL" clId="{889ED1B4-3B5C-4371-ABF8-B9437E0A75AE}" dt="2024-09-13T05:08:29.024" v="21" actId="47"/>
        <pc:sldMkLst>
          <pc:docMk/>
          <pc:sldMk cId="0" sldId="369"/>
        </pc:sldMkLst>
      </pc:sldChg>
      <pc:sldChg chg="del">
        <pc:chgData name="Ms Alina Arshad" userId="cccdfd85-d35d-4453-9c6f-a463aae40722" providerId="ADAL" clId="{889ED1B4-3B5C-4371-ABF8-B9437E0A75AE}" dt="2024-09-13T05:08:30.024" v="23" actId="47"/>
        <pc:sldMkLst>
          <pc:docMk/>
          <pc:sldMk cId="0" sldId="370"/>
        </pc:sldMkLst>
      </pc:sldChg>
      <pc:sldChg chg="del">
        <pc:chgData name="Ms Alina Arshad" userId="cccdfd85-d35d-4453-9c6f-a463aae40722" providerId="ADAL" clId="{889ED1B4-3B5C-4371-ABF8-B9437E0A75AE}" dt="2024-09-13T05:08:29.227" v="22" actId="47"/>
        <pc:sldMkLst>
          <pc:docMk/>
          <pc:sldMk cId="0" sldId="371"/>
        </pc:sldMkLst>
      </pc:sldChg>
      <pc:sldChg chg="del">
        <pc:chgData name="Ms Alina Arshad" userId="cccdfd85-d35d-4453-9c6f-a463aae40722" providerId="ADAL" clId="{889ED1B4-3B5C-4371-ABF8-B9437E0A75AE}" dt="2024-09-13T05:08:30.367" v="24" actId="47"/>
        <pc:sldMkLst>
          <pc:docMk/>
          <pc:sldMk cId="0" sldId="372"/>
        </pc:sldMkLst>
      </pc:sldChg>
      <pc:sldChg chg="del">
        <pc:chgData name="Ms Alina Arshad" userId="cccdfd85-d35d-4453-9c6f-a463aae40722" providerId="ADAL" clId="{889ED1B4-3B5C-4371-ABF8-B9437E0A75AE}" dt="2024-09-13T05:08:27.859" v="19" actId="47"/>
        <pc:sldMkLst>
          <pc:docMk/>
          <pc:sldMk cId="0" sldId="378"/>
        </pc:sldMkLst>
      </pc:sldChg>
      <pc:sldChg chg="del">
        <pc:chgData name="Ms Alina Arshad" userId="cccdfd85-d35d-4453-9c6f-a463aae40722" providerId="ADAL" clId="{889ED1B4-3B5C-4371-ABF8-B9437E0A75AE}" dt="2024-09-13T05:08:28.383" v="20" actId="47"/>
        <pc:sldMkLst>
          <pc:docMk/>
          <pc:sldMk cId="0" sldId="379"/>
        </pc:sldMkLst>
      </pc:sldChg>
      <pc:sldChg chg="del">
        <pc:chgData name="Ms Alina Arshad" userId="cccdfd85-d35d-4453-9c6f-a463aae40722" providerId="ADAL" clId="{889ED1B4-3B5C-4371-ABF8-B9437E0A75AE}" dt="2024-09-13T05:08:22.493" v="8" actId="47"/>
        <pc:sldMkLst>
          <pc:docMk/>
          <pc:sldMk cId="0" sldId="383"/>
        </pc:sldMkLst>
      </pc:sldChg>
      <pc:sldChg chg="del">
        <pc:chgData name="Ms Alina Arshad" userId="cccdfd85-d35d-4453-9c6f-a463aae40722" providerId="ADAL" clId="{889ED1B4-3B5C-4371-ABF8-B9437E0A75AE}" dt="2024-09-13T05:08:22.727" v="9" actId="47"/>
        <pc:sldMkLst>
          <pc:docMk/>
          <pc:sldMk cId="0" sldId="384"/>
        </pc:sldMkLst>
      </pc:sldChg>
      <pc:sldChg chg="del">
        <pc:chgData name="Ms Alina Arshad" userId="cccdfd85-d35d-4453-9c6f-a463aae40722" providerId="ADAL" clId="{889ED1B4-3B5C-4371-ABF8-B9437E0A75AE}" dt="2024-09-13T05:08:26.559" v="17" actId="47"/>
        <pc:sldMkLst>
          <pc:docMk/>
          <pc:sldMk cId="0" sldId="385"/>
        </pc:sldMkLst>
      </pc:sldChg>
      <pc:sldChg chg="del">
        <pc:chgData name="Ms Alina Arshad" userId="cccdfd85-d35d-4453-9c6f-a463aae40722" providerId="ADAL" clId="{889ED1B4-3B5C-4371-ABF8-B9437E0A75AE}" dt="2024-09-13T05:08:27.218" v="18" actId="47"/>
        <pc:sldMkLst>
          <pc:docMk/>
          <pc:sldMk cId="0" sldId="386"/>
        </pc:sldMkLst>
      </pc:sldChg>
      <pc:sldChg chg="del">
        <pc:chgData name="Ms Alina Arshad" userId="cccdfd85-d35d-4453-9c6f-a463aae40722" providerId="ADAL" clId="{889ED1B4-3B5C-4371-ABF8-B9437E0A75AE}" dt="2024-09-13T05:08:26.278" v="16" actId="47"/>
        <pc:sldMkLst>
          <pc:docMk/>
          <pc:sldMk cId="0" sldId="390"/>
        </pc:sldMkLst>
      </pc:sldChg>
      <pc:sldChg chg="del">
        <pc:chgData name="Ms Alina Arshad" userId="cccdfd85-d35d-4453-9c6f-a463aae40722" providerId="ADAL" clId="{889ED1B4-3B5C-4371-ABF8-B9437E0A75AE}" dt="2024-09-13T05:08:20.618" v="2" actId="47"/>
        <pc:sldMkLst>
          <pc:docMk/>
          <pc:sldMk cId="1227695002" sldId="429"/>
        </pc:sldMkLst>
      </pc:sldChg>
      <pc:sldChg chg="del">
        <pc:chgData name="Ms Alina Arshad" userId="cccdfd85-d35d-4453-9c6f-a463aae40722" providerId="ADAL" clId="{889ED1B4-3B5C-4371-ABF8-B9437E0A75AE}" dt="2024-09-13T05:08:20.900" v="3" actId="47"/>
        <pc:sldMkLst>
          <pc:docMk/>
          <pc:sldMk cId="4289592975" sldId="430"/>
        </pc:sldMkLst>
      </pc:sldChg>
      <pc:sldChg chg="del">
        <pc:chgData name="Ms Alina Arshad" userId="cccdfd85-d35d-4453-9c6f-a463aae40722" providerId="ADAL" clId="{889ED1B4-3B5C-4371-ABF8-B9437E0A75AE}" dt="2024-09-13T05:08:21.118" v="4" actId="47"/>
        <pc:sldMkLst>
          <pc:docMk/>
          <pc:sldMk cId="1008177089" sldId="433"/>
        </pc:sldMkLst>
      </pc:sldChg>
      <pc:sldChg chg="del">
        <pc:chgData name="Ms Alina Arshad" userId="cccdfd85-d35d-4453-9c6f-a463aae40722" providerId="ADAL" clId="{889ED1B4-3B5C-4371-ABF8-B9437E0A75AE}" dt="2024-09-13T05:08:21.337" v="5" actId="47"/>
        <pc:sldMkLst>
          <pc:docMk/>
          <pc:sldMk cId="4177771332" sldId="434"/>
        </pc:sldMkLst>
      </pc:sldChg>
      <pc:sldChg chg="del">
        <pc:chgData name="Ms Alina Arshad" userId="cccdfd85-d35d-4453-9c6f-a463aae40722" providerId="ADAL" clId="{889ED1B4-3B5C-4371-ABF8-B9437E0A75AE}" dt="2024-09-13T05:08:21.446" v="6" actId="47"/>
        <pc:sldMkLst>
          <pc:docMk/>
          <pc:sldMk cId="2642975351" sldId="435"/>
        </pc:sldMkLst>
      </pc:sldChg>
      <pc:sldChg chg="del">
        <pc:chgData name="Ms Alina Arshad" userId="cccdfd85-d35d-4453-9c6f-a463aae40722" providerId="ADAL" clId="{889ED1B4-3B5C-4371-ABF8-B9437E0A75AE}" dt="2024-09-13T05:08:21.634" v="7" actId="47"/>
        <pc:sldMkLst>
          <pc:docMk/>
          <pc:sldMk cId="8447295" sldId="436"/>
        </pc:sldMkLst>
      </pc:sldChg>
      <pc:sldChg chg="del">
        <pc:chgData name="Ms Alina Arshad" userId="cccdfd85-d35d-4453-9c6f-a463aae40722" providerId="ADAL" clId="{889ED1B4-3B5C-4371-ABF8-B9437E0A75AE}" dt="2024-09-13T05:08:24.008" v="10" actId="47"/>
        <pc:sldMkLst>
          <pc:docMk/>
          <pc:sldMk cId="1737629093" sldId="438"/>
        </pc:sldMkLst>
      </pc:sldChg>
      <pc:sldChg chg="del">
        <pc:chgData name="Ms Alina Arshad" userId="cccdfd85-d35d-4453-9c6f-a463aae40722" providerId="ADAL" clId="{889ED1B4-3B5C-4371-ABF8-B9437E0A75AE}" dt="2024-09-13T05:08:24.336" v="12" actId="47"/>
        <pc:sldMkLst>
          <pc:docMk/>
          <pc:sldMk cId="2841578013" sldId="439"/>
        </pc:sldMkLst>
      </pc:sldChg>
      <pc:sldChg chg="del">
        <pc:chgData name="Ms Alina Arshad" userId="cccdfd85-d35d-4453-9c6f-a463aae40722" providerId="ADAL" clId="{889ED1B4-3B5C-4371-ABF8-B9437E0A75AE}" dt="2024-09-13T05:08:25.180" v="13" actId="47"/>
        <pc:sldMkLst>
          <pc:docMk/>
          <pc:sldMk cId="3081461208" sldId="440"/>
        </pc:sldMkLst>
      </pc:sldChg>
      <pc:sldChg chg="del">
        <pc:chgData name="Ms Alina Arshad" userId="cccdfd85-d35d-4453-9c6f-a463aae40722" providerId="ADAL" clId="{889ED1B4-3B5C-4371-ABF8-B9437E0A75AE}" dt="2024-09-13T05:08:24.211" v="11" actId="47"/>
        <pc:sldMkLst>
          <pc:docMk/>
          <pc:sldMk cId="4115417814" sldId="441"/>
        </pc:sldMkLst>
      </pc:sldChg>
      <pc:sldChg chg="del">
        <pc:chgData name="Ms Alina Arshad" userId="cccdfd85-d35d-4453-9c6f-a463aae40722" providerId="ADAL" clId="{889ED1B4-3B5C-4371-ABF8-B9437E0A75AE}" dt="2024-09-13T05:08:30.867" v="25" actId="47"/>
        <pc:sldMkLst>
          <pc:docMk/>
          <pc:sldMk cId="2279120568" sldId="446"/>
        </pc:sldMkLst>
      </pc:sldChg>
      <pc:sldChg chg="del">
        <pc:chgData name="Ms Alina Arshad" userId="cccdfd85-d35d-4453-9c6f-a463aae40722" providerId="ADAL" clId="{889ED1B4-3B5C-4371-ABF8-B9437E0A75AE}" dt="2024-09-13T05:08:25.353" v="14" actId="47"/>
        <pc:sldMkLst>
          <pc:docMk/>
          <pc:sldMk cId="2342459706" sldId="447"/>
        </pc:sldMkLst>
      </pc:sldChg>
      <pc:sldChg chg="modSp add del mod">
        <pc:chgData name="Ms Alina Arshad" userId="cccdfd85-d35d-4453-9c6f-a463aae40722" providerId="ADAL" clId="{889ED1B4-3B5C-4371-ABF8-B9437E0A75AE}" dt="2024-09-13T05:08:37.521" v="27" actId="47"/>
        <pc:sldMkLst>
          <pc:docMk/>
          <pc:sldMk cId="2348086917" sldId="448"/>
        </pc:sldMkLst>
        <pc:spChg chg="mod">
          <ac:chgData name="Ms Alina Arshad" userId="cccdfd85-d35d-4453-9c6f-a463aae40722" providerId="ADAL" clId="{889ED1B4-3B5C-4371-ABF8-B9437E0A75AE}" dt="2024-09-13T05:08:35.856" v="26" actId="6549"/>
          <ac:spMkLst>
            <pc:docMk/>
            <pc:sldMk cId="2348086917" sldId="448"/>
            <ac:spMk id="2" creationId="{00000000-0000-0000-0000-000000000000}"/>
          </ac:spMkLst>
        </pc:spChg>
      </pc:sldChg>
      <pc:sldChg chg="delSp modSp add mod">
        <pc:chgData name="Ms Alina Arshad" userId="cccdfd85-d35d-4453-9c6f-a463aae40722" providerId="ADAL" clId="{889ED1B4-3B5C-4371-ABF8-B9437E0A75AE}" dt="2024-09-13T05:09:06.731" v="36" actId="207"/>
        <pc:sldMkLst>
          <pc:docMk/>
          <pc:sldMk cId="719467134" sldId="458"/>
        </pc:sldMkLst>
        <pc:spChg chg="mod">
          <ac:chgData name="Ms Alina Arshad" userId="cccdfd85-d35d-4453-9c6f-a463aae40722" providerId="ADAL" clId="{889ED1B4-3B5C-4371-ABF8-B9437E0A75AE}" dt="2024-09-13T05:09:06.731" v="36" actId="207"/>
          <ac:spMkLst>
            <pc:docMk/>
            <pc:sldMk cId="719467134" sldId="458"/>
            <ac:spMk id="2" creationId="{00000000-0000-0000-0000-000000000000}"/>
          </ac:spMkLst>
        </pc:spChg>
        <pc:spChg chg="mod">
          <ac:chgData name="Ms Alina Arshad" userId="cccdfd85-d35d-4453-9c6f-a463aae40722" providerId="ADAL" clId="{889ED1B4-3B5C-4371-ABF8-B9437E0A75AE}" dt="2024-09-13T05:09:04.427" v="35" actId="207"/>
          <ac:spMkLst>
            <pc:docMk/>
            <pc:sldMk cId="719467134" sldId="458"/>
            <ac:spMk id="3" creationId="{00000000-0000-0000-0000-000000000000}"/>
          </ac:spMkLst>
        </pc:spChg>
        <pc:spChg chg="del">
          <ac:chgData name="Ms Alina Arshad" userId="cccdfd85-d35d-4453-9c6f-a463aae40722" providerId="ADAL" clId="{889ED1B4-3B5C-4371-ABF8-B9437E0A75AE}" dt="2024-09-13T05:08:59.495" v="33" actId="478"/>
          <ac:spMkLst>
            <pc:docMk/>
            <pc:sldMk cId="719467134" sldId="458"/>
            <ac:spMk id="4" creationId="{00000000-0000-0000-0000-000000000000}"/>
          </ac:spMkLst>
        </pc:spChg>
        <pc:spChg chg="del">
          <ac:chgData name="Ms Alina Arshad" userId="cccdfd85-d35d-4453-9c6f-a463aae40722" providerId="ADAL" clId="{889ED1B4-3B5C-4371-ABF8-B9437E0A75AE}" dt="2024-09-13T05:09:01.600" v="34" actId="478"/>
          <ac:spMkLst>
            <pc:docMk/>
            <pc:sldMk cId="719467134" sldId="458"/>
            <ac:spMk id="5" creationId="{00000000-0000-0000-0000-000000000000}"/>
          </ac:spMkLst>
        </pc:spChg>
      </pc:sldChg>
      <pc:sldChg chg="add">
        <pc:chgData name="Ms Alina Arshad" userId="cccdfd85-d35d-4453-9c6f-a463aae40722" providerId="ADAL" clId="{889ED1B4-3B5C-4371-ABF8-B9437E0A75AE}" dt="2024-09-13T05:08:13.467" v="0"/>
        <pc:sldMkLst>
          <pc:docMk/>
          <pc:sldMk cId="379126886" sldId="459"/>
        </pc:sldMkLst>
      </pc:sldChg>
      <pc:sldChg chg="add">
        <pc:chgData name="Ms Alina Arshad" userId="cccdfd85-d35d-4453-9c6f-a463aae40722" providerId="ADAL" clId="{889ED1B4-3B5C-4371-ABF8-B9437E0A75AE}" dt="2024-09-13T05:08:13.467" v="0"/>
        <pc:sldMkLst>
          <pc:docMk/>
          <pc:sldMk cId="475468520" sldId="461"/>
        </pc:sldMkLst>
      </pc:sldChg>
      <pc:sldChg chg="add">
        <pc:chgData name="Ms Alina Arshad" userId="cccdfd85-d35d-4453-9c6f-a463aae40722" providerId="ADAL" clId="{889ED1B4-3B5C-4371-ABF8-B9437E0A75AE}" dt="2024-09-13T05:08:13.467" v="0"/>
        <pc:sldMkLst>
          <pc:docMk/>
          <pc:sldMk cId="1755260321" sldId="462"/>
        </pc:sldMkLst>
      </pc:sldChg>
      <pc:sldChg chg="add">
        <pc:chgData name="Ms Alina Arshad" userId="cccdfd85-d35d-4453-9c6f-a463aae40722" providerId="ADAL" clId="{889ED1B4-3B5C-4371-ABF8-B9437E0A75AE}" dt="2024-09-13T05:08:13.467" v="0"/>
        <pc:sldMkLst>
          <pc:docMk/>
          <pc:sldMk cId="3175048454" sldId="463"/>
        </pc:sldMkLst>
      </pc:sldChg>
      <pc:sldChg chg="add">
        <pc:chgData name="Ms Alina Arshad" userId="cccdfd85-d35d-4453-9c6f-a463aae40722" providerId="ADAL" clId="{889ED1B4-3B5C-4371-ABF8-B9437E0A75AE}" dt="2024-09-13T05:08:13.467" v="0"/>
        <pc:sldMkLst>
          <pc:docMk/>
          <pc:sldMk cId="2524428318" sldId="464"/>
        </pc:sldMkLst>
      </pc:sldChg>
      <pc:sldChg chg="add">
        <pc:chgData name="Ms Alina Arshad" userId="cccdfd85-d35d-4453-9c6f-a463aae40722" providerId="ADAL" clId="{889ED1B4-3B5C-4371-ABF8-B9437E0A75AE}" dt="2024-09-13T05:08:13.467" v="0"/>
        <pc:sldMkLst>
          <pc:docMk/>
          <pc:sldMk cId="3502560203" sldId="465"/>
        </pc:sldMkLst>
      </pc:sldChg>
      <pc:sldChg chg="add">
        <pc:chgData name="Ms Alina Arshad" userId="cccdfd85-d35d-4453-9c6f-a463aae40722" providerId="ADAL" clId="{889ED1B4-3B5C-4371-ABF8-B9437E0A75AE}" dt="2024-09-13T05:08:13.467" v="0"/>
        <pc:sldMkLst>
          <pc:docMk/>
          <pc:sldMk cId="4240682665" sldId="466"/>
        </pc:sldMkLst>
      </pc:sldChg>
      <pc:sldChg chg="add">
        <pc:chgData name="Ms Alina Arshad" userId="cccdfd85-d35d-4453-9c6f-a463aae40722" providerId="ADAL" clId="{889ED1B4-3B5C-4371-ABF8-B9437E0A75AE}" dt="2024-09-13T05:08:13.467" v="0"/>
        <pc:sldMkLst>
          <pc:docMk/>
          <pc:sldMk cId="1253061490" sldId="467"/>
        </pc:sldMkLst>
      </pc:sldChg>
      <pc:sldChg chg="add">
        <pc:chgData name="Ms Alina Arshad" userId="cccdfd85-d35d-4453-9c6f-a463aae40722" providerId="ADAL" clId="{889ED1B4-3B5C-4371-ABF8-B9437E0A75AE}" dt="2024-09-13T05:08:13.467" v="0"/>
        <pc:sldMkLst>
          <pc:docMk/>
          <pc:sldMk cId="1729599593" sldId="468"/>
        </pc:sldMkLst>
      </pc:sldChg>
      <pc:sldChg chg="add">
        <pc:chgData name="Ms Alina Arshad" userId="cccdfd85-d35d-4453-9c6f-a463aae40722" providerId="ADAL" clId="{889ED1B4-3B5C-4371-ABF8-B9437E0A75AE}" dt="2024-09-13T05:08:13.467" v="0"/>
        <pc:sldMkLst>
          <pc:docMk/>
          <pc:sldMk cId="174372872" sldId="469"/>
        </pc:sldMkLst>
      </pc:sldChg>
      <pc:sldChg chg="add">
        <pc:chgData name="Ms Alina Arshad" userId="cccdfd85-d35d-4453-9c6f-a463aae40722" providerId="ADAL" clId="{889ED1B4-3B5C-4371-ABF8-B9437E0A75AE}" dt="2024-09-13T05:08:13.467" v="0"/>
        <pc:sldMkLst>
          <pc:docMk/>
          <pc:sldMk cId="1593451177" sldId="472"/>
        </pc:sldMkLst>
      </pc:sldChg>
      <pc:sldChg chg="add">
        <pc:chgData name="Ms Alina Arshad" userId="cccdfd85-d35d-4453-9c6f-a463aae40722" providerId="ADAL" clId="{889ED1B4-3B5C-4371-ABF8-B9437E0A75AE}" dt="2024-09-13T05:08:13.467" v="0"/>
        <pc:sldMkLst>
          <pc:docMk/>
          <pc:sldMk cId="3011208458" sldId="473"/>
        </pc:sldMkLst>
      </pc:sldChg>
      <pc:sldChg chg="add">
        <pc:chgData name="Ms Alina Arshad" userId="cccdfd85-d35d-4453-9c6f-a463aae40722" providerId="ADAL" clId="{889ED1B4-3B5C-4371-ABF8-B9437E0A75AE}" dt="2024-09-13T05:08:13.467" v="0"/>
        <pc:sldMkLst>
          <pc:docMk/>
          <pc:sldMk cId="457050581" sldId="475"/>
        </pc:sldMkLst>
      </pc:sldChg>
      <pc:sldChg chg="del">
        <pc:chgData name="Ms Alina Arshad" userId="cccdfd85-d35d-4453-9c6f-a463aae40722" providerId="ADAL" clId="{889ED1B4-3B5C-4371-ABF8-B9437E0A75AE}" dt="2024-09-19T05:09:46.230" v="37" actId="47"/>
        <pc:sldMkLst>
          <pc:docMk/>
          <pc:sldMk cId="1229924645" sldId="476"/>
        </pc:sldMkLst>
      </pc:sldChg>
      <pc:sldChg chg="del">
        <pc:chgData name="Ms Alina Arshad" userId="cccdfd85-d35d-4453-9c6f-a463aae40722" providerId="ADAL" clId="{889ED1B4-3B5C-4371-ABF8-B9437E0A75AE}" dt="2024-09-19T05:09:47.152" v="38" actId="47"/>
        <pc:sldMkLst>
          <pc:docMk/>
          <pc:sldMk cId="2716896203" sldId="477"/>
        </pc:sldMkLst>
      </pc:sldChg>
    </pc:docChg>
  </pc:docChgLst>
  <pc:docChgLst>
    <pc:chgData name="Ms Alina Arshad" userId="cccdfd85-d35d-4453-9c6f-a463aae40722" providerId="ADAL" clId="{EADAEE91-4A7C-4065-A245-779568A60DD0}"/>
    <pc:docChg chg="undo custSel addSld delSld modSld sldOrd">
      <pc:chgData name="Ms Alina Arshad" userId="cccdfd85-d35d-4453-9c6f-a463aae40722" providerId="ADAL" clId="{EADAEE91-4A7C-4065-A245-779568A60DD0}" dt="2024-08-25T15:14:04.534" v="324" actId="2696"/>
      <pc:docMkLst>
        <pc:docMk/>
      </pc:docMkLst>
      <pc:sldChg chg="del">
        <pc:chgData name="Ms Alina Arshad" userId="cccdfd85-d35d-4453-9c6f-a463aae40722" providerId="ADAL" clId="{EADAEE91-4A7C-4065-A245-779568A60DD0}" dt="2024-08-25T13:34:30.844" v="2" actId="47"/>
        <pc:sldMkLst>
          <pc:docMk/>
          <pc:sldMk cId="3829966237" sldId="341"/>
        </pc:sldMkLst>
      </pc:sldChg>
      <pc:sldChg chg="del">
        <pc:chgData name="Ms Alina Arshad" userId="cccdfd85-d35d-4453-9c6f-a463aae40722" providerId="ADAL" clId="{EADAEE91-4A7C-4065-A245-779568A60DD0}" dt="2024-08-25T13:34:31.597" v="3" actId="47"/>
        <pc:sldMkLst>
          <pc:docMk/>
          <pc:sldMk cId="1130609535" sldId="342"/>
        </pc:sldMkLst>
      </pc:sldChg>
      <pc:sldChg chg="delSp modSp del mod">
        <pc:chgData name="Ms Alina Arshad" userId="cccdfd85-d35d-4453-9c6f-a463aae40722" providerId="ADAL" clId="{EADAEE91-4A7C-4065-A245-779568A60DD0}" dt="2024-08-25T15:09:29.508" v="302" actId="47"/>
        <pc:sldMkLst>
          <pc:docMk/>
          <pc:sldMk cId="47593581" sldId="345"/>
        </pc:sldMkLst>
        <pc:spChg chg="mod">
          <ac:chgData name="Ms Alina Arshad" userId="cccdfd85-d35d-4453-9c6f-a463aae40722" providerId="ADAL" clId="{EADAEE91-4A7C-4065-A245-779568A60DD0}" dt="2024-08-25T13:41:42.034" v="13" actId="14100"/>
          <ac:spMkLst>
            <pc:docMk/>
            <pc:sldMk cId="47593581" sldId="345"/>
            <ac:spMk id="2" creationId="{7E51EDD7-5122-4590-8B7F-DC837E23C380}"/>
          </ac:spMkLst>
        </pc:spChg>
        <pc:spChg chg="mod">
          <ac:chgData name="Ms Alina Arshad" userId="cccdfd85-d35d-4453-9c6f-a463aae40722" providerId="ADAL" clId="{EADAEE91-4A7C-4065-A245-779568A60DD0}" dt="2024-08-25T13:58:46.017" v="100" actId="12"/>
          <ac:spMkLst>
            <pc:docMk/>
            <pc:sldMk cId="47593581" sldId="345"/>
            <ac:spMk id="3" creationId="{2DFF783D-CE62-42B7-AF33-34074E4461A2}"/>
          </ac:spMkLst>
        </pc:spChg>
        <pc:spChg chg="del">
          <ac:chgData name="Ms Alina Arshad" userId="cccdfd85-d35d-4453-9c6f-a463aae40722" providerId="ADAL" clId="{EADAEE91-4A7C-4065-A245-779568A60DD0}" dt="2024-08-25T13:41:32.883" v="10" actId="478"/>
          <ac:spMkLst>
            <pc:docMk/>
            <pc:sldMk cId="47593581" sldId="345"/>
            <ac:spMk id="4" creationId="{00000000-0000-0000-0000-000000000000}"/>
          </ac:spMkLst>
        </pc:spChg>
        <pc:spChg chg="del">
          <ac:chgData name="Ms Alina Arshad" userId="cccdfd85-d35d-4453-9c6f-a463aae40722" providerId="ADAL" clId="{EADAEE91-4A7C-4065-A245-779568A60DD0}" dt="2024-08-25T13:41:34.842" v="11" actId="478"/>
          <ac:spMkLst>
            <pc:docMk/>
            <pc:sldMk cId="47593581" sldId="345"/>
            <ac:spMk id="5" creationId="{00000000-0000-0000-0000-000000000000}"/>
          </ac:spMkLst>
        </pc:spChg>
      </pc:sldChg>
      <pc:sldChg chg="delSp modSp del mod">
        <pc:chgData name="Ms Alina Arshad" userId="cccdfd85-d35d-4453-9c6f-a463aae40722" providerId="ADAL" clId="{EADAEE91-4A7C-4065-A245-779568A60DD0}" dt="2024-08-25T15:09:30.905" v="303" actId="47"/>
        <pc:sldMkLst>
          <pc:docMk/>
          <pc:sldMk cId="4118113692" sldId="346"/>
        </pc:sldMkLst>
        <pc:spChg chg="mod">
          <ac:chgData name="Ms Alina Arshad" userId="cccdfd85-d35d-4453-9c6f-a463aae40722" providerId="ADAL" clId="{EADAEE91-4A7C-4065-A245-779568A60DD0}" dt="2024-08-25T13:42:05.951" v="20" actId="1076"/>
          <ac:spMkLst>
            <pc:docMk/>
            <pc:sldMk cId="4118113692" sldId="346"/>
            <ac:spMk id="2" creationId="{189AF601-8D70-417E-83F0-4C2544ACF381}"/>
          </ac:spMkLst>
        </pc:spChg>
        <pc:spChg chg="mod">
          <ac:chgData name="Ms Alina Arshad" userId="cccdfd85-d35d-4453-9c6f-a463aae40722" providerId="ADAL" clId="{EADAEE91-4A7C-4065-A245-779568A60DD0}" dt="2024-08-25T13:42:08.883" v="21" actId="207"/>
          <ac:spMkLst>
            <pc:docMk/>
            <pc:sldMk cId="4118113692" sldId="346"/>
            <ac:spMk id="3" creationId="{7994D1C3-C6BD-49FE-ADD7-107918564080}"/>
          </ac:spMkLst>
        </pc:spChg>
        <pc:spChg chg="del">
          <ac:chgData name="Ms Alina Arshad" userId="cccdfd85-d35d-4453-9c6f-a463aae40722" providerId="ADAL" clId="{EADAEE91-4A7C-4065-A245-779568A60DD0}" dt="2024-08-25T13:41:52.482" v="15" actId="478"/>
          <ac:spMkLst>
            <pc:docMk/>
            <pc:sldMk cId="4118113692" sldId="346"/>
            <ac:spMk id="4" creationId="{00000000-0000-0000-0000-000000000000}"/>
          </ac:spMkLst>
        </pc:spChg>
        <pc:spChg chg="del">
          <ac:chgData name="Ms Alina Arshad" userId="cccdfd85-d35d-4453-9c6f-a463aae40722" providerId="ADAL" clId="{EADAEE91-4A7C-4065-A245-779568A60DD0}" dt="2024-08-25T13:41:54.245" v="16" actId="478"/>
          <ac:spMkLst>
            <pc:docMk/>
            <pc:sldMk cId="4118113692" sldId="346"/>
            <ac:spMk id="5" creationId="{00000000-0000-0000-0000-000000000000}"/>
          </ac:spMkLst>
        </pc:spChg>
      </pc:sldChg>
      <pc:sldChg chg="delSp modSp del mod">
        <pc:chgData name="Ms Alina Arshad" userId="cccdfd85-d35d-4453-9c6f-a463aae40722" providerId="ADAL" clId="{EADAEE91-4A7C-4065-A245-779568A60DD0}" dt="2024-08-25T15:09:31.592" v="304" actId="47"/>
        <pc:sldMkLst>
          <pc:docMk/>
          <pc:sldMk cId="1592470958" sldId="347"/>
        </pc:sldMkLst>
        <pc:spChg chg="mod">
          <ac:chgData name="Ms Alina Arshad" userId="cccdfd85-d35d-4453-9c6f-a463aae40722" providerId="ADAL" clId="{EADAEE91-4A7C-4065-A245-779568A60DD0}" dt="2024-08-25T13:42:20.300" v="24" actId="1076"/>
          <ac:spMkLst>
            <pc:docMk/>
            <pc:sldMk cId="1592470958" sldId="347"/>
            <ac:spMk id="2" creationId="{4095D5A0-FF21-4C13-A9F4-11F27B882005}"/>
          </ac:spMkLst>
        </pc:spChg>
        <pc:spChg chg="mod">
          <ac:chgData name="Ms Alina Arshad" userId="cccdfd85-d35d-4453-9c6f-a463aae40722" providerId="ADAL" clId="{EADAEE91-4A7C-4065-A245-779568A60DD0}" dt="2024-08-25T13:42:28.221" v="27" actId="255"/>
          <ac:spMkLst>
            <pc:docMk/>
            <pc:sldMk cId="1592470958" sldId="347"/>
            <ac:spMk id="3" creationId="{D93D2A2A-F7B4-4BEE-A16C-64E5A2B22228}"/>
          </ac:spMkLst>
        </pc:spChg>
        <pc:spChg chg="del">
          <ac:chgData name="Ms Alina Arshad" userId="cccdfd85-d35d-4453-9c6f-a463aae40722" providerId="ADAL" clId="{EADAEE91-4A7C-4065-A245-779568A60DD0}" dt="2024-08-25T13:42:31.109" v="28" actId="478"/>
          <ac:spMkLst>
            <pc:docMk/>
            <pc:sldMk cId="1592470958" sldId="347"/>
            <ac:spMk id="4" creationId="{00000000-0000-0000-0000-000000000000}"/>
          </ac:spMkLst>
        </pc:spChg>
        <pc:spChg chg="del">
          <ac:chgData name="Ms Alina Arshad" userId="cccdfd85-d35d-4453-9c6f-a463aae40722" providerId="ADAL" clId="{EADAEE91-4A7C-4065-A245-779568A60DD0}" dt="2024-08-25T13:42:33.014" v="29" actId="478"/>
          <ac:spMkLst>
            <pc:docMk/>
            <pc:sldMk cId="1592470958" sldId="347"/>
            <ac:spMk id="5" creationId="{00000000-0000-0000-0000-000000000000}"/>
          </ac:spMkLst>
        </pc:spChg>
      </pc:sldChg>
      <pc:sldChg chg="delSp modSp del mod">
        <pc:chgData name="Ms Alina Arshad" userId="cccdfd85-d35d-4453-9c6f-a463aae40722" providerId="ADAL" clId="{EADAEE91-4A7C-4065-A245-779568A60DD0}" dt="2024-08-25T15:09:32.177" v="305" actId="47"/>
        <pc:sldMkLst>
          <pc:docMk/>
          <pc:sldMk cId="2505751039" sldId="348"/>
        </pc:sldMkLst>
        <pc:spChg chg="mod">
          <ac:chgData name="Ms Alina Arshad" userId="cccdfd85-d35d-4453-9c6f-a463aae40722" providerId="ADAL" clId="{EADAEE91-4A7C-4065-A245-779568A60DD0}" dt="2024-08-25T13:42:47.129" v="31" actId="1076"/>
          <ac:spMkLst>
            <pc:docMk/>
            <pc:sldMk cId="2505751039" sldId="348"/>
            <ac:spMk id="2" creationId="{09840C44-A6AE-44E7-AB9D-97CB7C1C0B3B}"/>
          </ac:spMkLst>
        </pc:spChg>
        <pc:spChg chg="mod">
          <ac:chgData name="Ms Alina Arshad" userId="cccdfd85-d35d-4453-9c6f-a463aae40722" providerId="ADAL" clId="{EADAEE91-4A7C-4065-A245-779568A60DD0}" dt="2024-08-25T13:42:54.716" v="33" actId="207"/>
          <ac:spMkLst>
            <pc:docMk/>
            <pc:sldMk cId="2505751039" sldId="348"/>
            <ac:spMk id="3" creationId="{D9B437DC-A3DB-401E-B265-1B37EED2AEE1}"/>
          </ac:spMkLst>
        </pc:spChg>
        <pc:spChg chg="del">
          <ac:chgData name="Ms Alina Arshad" userId="cccdfd85-d35d-4453-9c6f-a463aae40722" providerId="ADAL" clId="{EADAEE91-4A7C-4065-A245-779568A60DD0}" dt="2024-08-25T13:42:58.434" v="34" actId="478"/>
          <ac:spMkLst>
            <pc:docMk/>
            <pc:sldMk cId="2505751039" sldId="348"/>
            <ac:spMk id="4" creationId="{00000000-0000-0000-0000-000000000000}"/>
          </ac:spMkLst>
        </pc:spChg>
        <pc:spChg chg="del">
          <ac:chgData name="Ms Alina Arshad" userId="cccdfd85-d35d-4453-9c6f-a463aae40722" providerId="ADAL" clId="{EADAEE91-4A7C-4065-A245-779568A60DD0}" dt="2024-08-25T13:43:01.831" v="35" actId="478"/>
          <ac:spMkLst>
            <pc:docMk/>
            <pc:sldMk cId="2505751039" sldId="348"/>
            <ac:spMk id="5" creationId="{00000000-0000-0000-0000-000000000000}"/>
          </ac:spMkLst>
        </pc:spChg>
      </pc:sldChg>
      <pc:sldChg chg="delSp modSp del mod">
        <pc:chgData name="Ms Alina Arshad" userId="cccdfd85-d35d-4453-9c6f-a463aae40722" providerId="ADAL" clId="{EADAEE91-4A7C-4065-A245-779568A60DD0}" dt="2024-08-25T15:09:32.959" v="306" actId="47"/>
        <pc:sldMkLst>
          <pc:docMk/>
          <pc:sldMk cId="662195488" sldId="349"/>
        </pc:sldMkLst>
        <pc:spChg chg="mod">
          <ac:chgData name="Ms Alina Arshad" userId="cccdfd85-d35d-4453-9c6f-a463aae40722" providerId="ADAL" clId="{EADAEE91-4A7C-4065-A245-779568A60DD0}" dt="2024-08-25T13:43:11.222" v="38" actId="207"/>
          <ac:spMkLst>
            <pc:docMk/>
            <pc:sldMk cId="662195488" sldId="349"/>
            <ac:spMk id="2" creationId="{E948826E-E54E-49E5-A1BB-A247D73F4654}"/>
          </ac:spMkLst>
        </pc:spChg>
        <pc:spChg chg="mod">
          <ac:chgData name="Ms Alina Arshad" userId="cccdfd85-d35d-4453-9c6f-a463aae40722" providerId="ADAL" clId="{EADAEE91-4A7C-4065-A245-779568A60DD0}" dt="2024-08-25T13:43:30.275" v="42" actId="207"/>
          <ac:spMkLst>
            <pc:docMk/>
            <pc:sldMk cId="662195488" sldId="349"/>
            <ac:spMk id="3" creationId="{73CAB96E-5D26-4FBA-93D4-48E335D0109C}"/>
          </ac:spMkLst>
        </pc:spChg>
        <pc:spChg chg="del">
          <ac:chgData name="Ms Alina Arshad" userId="cccdfd85-d35d-4453-9c6f-a463aae40722" providerId="ADAL" clId="{EADAEE91-4A7C-4065-A245-779568A60DD0}" dt="2024-08-25T13:43:21.984" v="40" actId="478"/>
          <ac:spMkLst>
            <pc:docMk/>
            <pc:sldMk cId="662195488" sldId="349"/>
            <ac:spMk id="4" creationId="{00000000-0000-0000-0000-000000000000}"/>
          </ac:spMkLst>
        </pc:spChg>
        <pc:spChg chg="del">
          <ac:chgData name="Ms Alina Arshad" userId="cccdfd85-d35d-4453-9c6f-a463aae40722" providerId="ADAL" clId="{EADAEE91-4A7C-4065-A245-779568A60DD0}" dt="2024-08-25T13:43:25.868" v="41" actId="478"/>
          <ac:spMkLst>
            <pc:docMk/>
            <pc:sldMk cId="662195488" sldId="349"/>
            <ac:spMk id="5" creationId="{00000000-0000-0000-0000-000000000000}"/>
          </ac:spMkLst>
        </pc:spChg>
      </pc:sldChg>
      <pc:sldChg chg="modSp add mod">
        <pc:chgData name="Ms Alina Arshad" userId="cccdfd85-d35d-4453-9c6f-a463aae40722" providerId="ADAL" clId="{EADAEE91-4A7C-4065-A245-779568A60DD0}" dt="2024-08-25T14:58:19.557" v="149" actId="207"/>
        <pc:sldMkLst>
          <pc:docMk/>
          <pc:sldMk cId="0" sldId="350"/>
        </pc:sldMkLst>
        <pc:spChg chg="mod">
          <ac:chgData name="Ms Alina Arshad" userId="cccdfd85-d35d-4453-9c6f-a463aae40722" providerId="ADAL" clId="{EADAEE91-4A7C-4065-A245-779568A60DD0}" dt="2024-08-25T14:58:19.557" v="149" actId="207"/>
          <ac:spMkLst>
            <pc:docMk/>
            <pc:sldMk cId="0" sldId="350"/>
            <ac:spMk id="18434" creationId="{A577BD20-D1FF-1BEE-9621-64AB62F59F87}"/>
          </ac:spMkLst>
        </pc:spChg>
      </pc:sldChg>
      <pc:sldChg chg="modSp add mod">
        <pc:chgData name="Ms Alina Arshad" userId="cccdfd85-d35d-4453-9c6f-a463aae40722" providerId="ADAL" clId="{EADAEE91-4A7C-4065-A245-779568A60DD0}" dt="2024-08-25T14:59:22.631" v="165" actId="27636"/>
        <pc:sldMkLst>
          <pc:docMk/>
          <pc:sldMk cId="0" sldId="351"/>
        </pc:sldMkLst>
        <pc:spChg chg="mod">
          <ac:chgData name="Ms Alina Arshad" userId="cccdfd85-d35d-4453-9c6f-a463aae40722" providerId="ADAL" clId="{EADAEE91-4A7C-4065-A245-779568A60DD0}" dt="2024-08-25T14:59:22.631" v="165" actId="27636"/>
          <ac:spMkLst>
            <pc:docMk/>
            <pc:sldMk cId="0" sldId="351"/>
            <ac:spMk id="3" creationId="{C0C22FA1-E5B0-AD82-96B5-C98C4EA3D56C}"/>
          </ac:spMkLst>
        </pc:spChg>
        <pc:spChg chg="mod">
          <ac:chgData name="Ms Alina Arshad" userId="cccdfd85-d35d-4453-9c6f-a463aae40722" providerId="ADAL" clId="{EADAEE91-4A7C-4065-A245-779568A60DD0}" dt="2024-08-25T14:58:57.020" v="157" actId="1076"/>
          <ac:spMkLst>
            <pc:docMk/>
            <pc:sldMk cId="0" sldId="351"/>
            <ac:spMk id="20482" creationId="{BBAA9927-7645-6E75-19D7-0A3279220EAB}"/>
          </ac:spMkLst>
        </pc:spChg>
        <pc:spChg chg="mod">
          <ac:chgData name="Ms Alina Arshad" userId="cccdfd85-d35d-4453-9c6f-a463aae40722" providerId="ADAL" clId="{EADAEE91-4A7C-4065-A245-779568A60DD0}" dt="2024-08-25T14:59:06.519" v="160" actId="1076"/>
          <ac:spMkLst>
            <pc:docMk/>
            <pc:sldMk cId="0" sldId="351"/>
            <ac:spMk id="20490" creationId="{633463A3-DE25-CA28-40E4-8C3D91E44508}"/>
          </ac:spMkLst>
        </pc:spChg>
        <pc:spChg chg="mod">
          <ac:chgData name="Ms Alina Arshad" userId="cccdfd85-d35d-4453-9c6f-a463aae40722" providerId="ADAL" clId="{EADAEE91-4A7C-4065-A245-779568A60DD0}" dt="2024-08-25T14:59:06.519" v="160" actId="1076"/>
          <ac:spMkLst>
            <pc:docMk/>
            <pc:sldMk cId="0" sldId="351"/>
            <ac:spMk id="20491" creationId="{D7881945-A53A-8D17-791D-162E4ADC9F1A}"/>
          </ac:spMkLst>
        </pc:spChg>
        <pc:spChg chg="mod">
          <ac:chgData name="Ms Alina Arshad" userId="cccdfd85-d35d-4453-9c6f-a463aae40722" providerId="ADAL" clId="{EADAEE91-4A7C-4065-A245-779568A60DD0}" dt="2024-08-25T14:59:06.519" v="160" actId="1076"/>
          <ac:spMkLst>
            <pc:docMk/>
            <pc:sldMk cId="0" sldId="351"/>
            <ac:spMk id="20495" creationId="{30D2EC8A-7B00-E22A-A5F0-C7C377536AE3}"/>
          </ac:spMkLst>
        </pc:spChg>
        <pc:spChg chg="mod">
          <ac:chgData name="Ms Alina Arshad" userId="cccdfd85-d35d-4453-9c6f-a463aae40722" providerId="ADAL" clId="{EADAEE91-4A7C-4065-A245-779568A60DD0}" dt="2024-08-25T14:59:06.519" v="160" actId="1076"/>
          <ac:spMkLst>
            <pc:docMk/>
            <pc:sldMk cId="0" sldId="351"/>
            <ac:spMk id="20496" creationId="{42E8223A-9727-18BC-F219-76783C6B7987}"/>
          </ac:spMkLst>
        </pc:spChg>
        <pc:spChg chg="mod">
          <ac:chgData name="Ms Alina Arshad" userId="cccdfd85-d35d-4453-9c6f-a463aae40722" providerId="ADAL" clId="{EADAEE91-4A7C-4065-A245-779568A60DD0}" dt="2024-08-25T14:59:06.519" v="160" actId="1076"/>
          <ac:spMkLst>
            <pc:docMk/>
            <pc:sldMk cId="0" sldId="351"/>
            <ac:spMk id="20497" creationId="{8CC3DB45-73B0-CB58-0A96-E1B87974EC72}"/>
          </ac:spMkLst>
        </pc:spChg>
        <pc:spChg chg="mod">
          <ac:chgData name="Ms Alina Arshad" userId="cccdfd85-d35d-4453-9c6f-a463aae40722" providerId="ADAL" clId="{EADAEE91-4A7C-4065-A245-779568A60DD0}" dt="2024-08-25T14:59:06.519" v="160" actId="1076"/>
          <ac:spMkLst>
            <pc:docMk/>
            <pc:sldMk cId="0" sldId="351"/>
            <ac:spMk id="20498" creationId="{6B2D9AAB-1FD8-024E-2C7E-CD197AB3F167}"/>
          </ac:spMkLst>
        </pc:spChg>
        <pc:spChg chg="mod">
          <ac:chgData name="Ms Alina Arshad" userId="cccdfd85-d35d-4453-9c6f-a463aae40722" providerId="ADAL" clId="{EADAEE91-4A7C-4065-A245-779568A60DD0}" dt="2024-08-25T14:59:06.519" v="160" actId="1076"/>
          <ac:spMkLst>
            <pc:docMk/>
            <pc:sldMk cId="0" sldId="351"/>
            <ac:spMk id="20499" creationId="{B21B324D-B54B-AB2A-35F9-0B2633DCB27E}"/>
          </ac:spMkLst>
        </pc:spChg>
        <pc:spChg chg="mod">
          <ac:chgData name="Ms Alina Arshad" userId="cccdfd85-d35d-4453-9c6f-a463aae40722" providerId="ADAL" clId="{EADAEE91-4A7C-4065-A245-779568A60DD0}" dt="2024-08-25T14:59:06.519" v="160" actId="1076"/>
          <ac:spMkLst>
            <pc:docMk/>
            <pc:sldMk cId="0" sldId="351"/>
            <ac:spMk id="20500" creationId="{368DA16C-FD8C-D0D7-7F0E-66A1775A49F1}"/>
          </ac:spMkLst>
        </pc:spChg>
        <pc:spChg chg="mod">
          <ac:chgData name="Ms Alina Arshad" userId="cccdfd85-d35d-4453-9c6f-a463aae40722" providerId="ADAL" clId="{EADAEE91-4A7C-4065-A245-779568A60DD0}" dt="2024-08-25T14:59:06.519" v="160" actId="1076"/>
          <ac:spMkLst>
            <pc:docMk/>
            <pc:sldMk cId="0" sldId="351"/>
            <ac:spMk id="20501" creationId="{BBE25917-92B5-29DD-2D43-C206AE6FAD3F}"/>
          </ac:spMkLst>
        </pc:spChg>
        <pc:spChg chg="mod">
          <ac:chgData name="Ms Alina Arshad" userId="cccdfd85-d35d-4453-9c6f-a463aae40722" providerId="ADAL" clId="{EADAEE91-4A7C-4065-A245-779568A60DD0}" dt="2024-08-25T14:59:06.519" v="160" actId="1076"/>
          <ac:spMkLst>
            <pc:docMk/>
            <pc:sldMk cId="0" sldId="351"/>
            <ac:spMk id="20502" creationId="{5B7BB921-3413-4F30-B079-54C603A5CA86}"/>
          </ac:spMkLst>
        </pc:spChg>
        <pc:spChg chg="mod">
          <ac:chgData name="Ms Alina Arshad" userId="cccdfd85-d35d-4453-9c6f-a463aae40722" providerId="ADAL" clId="{EADAEE91-4A7C-4065-A245-779568A60DD0}" dt="2024-08-25T14:59:06.519" v="160" actId="1076"/>
          <ac:spMkLst>
            <pc:docMk/>
            <pc:sldMk cId="0" sldId="351"/>
            <ac:spMk id="20503" creationId="{33B1CDDC-6023-5CD5-5C24-0D8879304E02}"/>
          </ac:spMkLst>
        </pc:spChg>
        <pc:spChg chg="mod">
          <ac:chgData name="Ms Alina Arshad" userId="cccdfd85-d35d-4453-9c6f-a463aae40722" providerId="ADAL" clId="{EADAEE91-4A7C-4065-A245-779568A60DD0}" dt="2024-08-25T14:59:06.519" v="160" actId="1076"/>
          <ac:spMkLst>
            <pc:docMk/>
            <pc:sldMk cId="0" sldId="351"/>
            <ac:spMk id="20504" creationId="{64F24335-C1B3-911B-8406-E9E34E828CE1}"/>
          </ac:spMkLst>
        </pc:spChg>
        <pc:spChg chg="mod">
          <ac:chgData name="Ms Alina Arshad" userId="cccdfd85-d35d-4453-9c6f-a463aae40722" providerId="ADAL" clId="{EADAEE91-4A7C-4065-A245-779568A60DD0}" dt="2024-08-25T14:59:06.519" v="160" actId="1076"/>
          <ac:spMkLst>
            <pc:docMk/>
            <pc:sldMk cId="0" sldId="351"/>
            <ac:spMk id="20506" creationId="{9B3659CD-6C1E-2B5A-5A04-DE082428E653}"/>
          </ac:spMkLst>
        </pc:spChg>
        <pc:spChg chg="mod">
          <ac:chgData name="Ms Alina Arshad" userId="cccdfd85-d35d-4453-9c6f-a463aae40722" providerId="ADAL" clId="{EADAEE91-4A7C-4065-A245-779568A60DD0}" dt="2024-08-25T14:59:06.519" v="160" actId="1076"/>
          <ac:spMkLst>
            <pc:docMk/>
            <pc:sldMk cId="0" sldId="351"/>
            <ac:spMk id="20508" creationId="{B622AB96-288F-81CD-5E4A-A96A8645BC6A}"/>
          </ac:spMkLst>
        </pc:spChg>
        <pc:spChg chg="mod">
          <ac:chgData name="Ms Alina Arshad" userId="cccdfd85-d35d-4453-9c6f-a463aae40722" providerId="ADAL" clId="{EADAEE91-4A7C-4065-A245-779568A60DD0}" dt="2024-08-25T14:59:06.519" v="160" actId="1076"/>
          <ac:spMkLst>
            <pc:docMk/>
            <pc:sldMk cId="0" sldId="351"/>
            <ac:spMk id="20509" creationId="{89A1CA44-16E9-8216-7022-7920138E5E17}"/>
          </ac:spMkLst>
        </pc:spChg>
        <pc:spChg chg="mod">
          <ac:chgData name="Ms Alina Arshad" userId="cccdfd85-d35d-4453-9c6f-a463aae40722" providerId="ADAL" clId="{EADAEE91-4A7C-4065-A245-779568A60DD0}" dt="2024-08-25T14:59:06.519" v="160" actId="1076"/>
          <ac:spMkLst>
            <pc:docMk/>
            <pc:sldMk cId="0" sldId="351"/>
            <ac:spMk id="20510" creationId="{EE6AD805-7BC0-6284-A5A6-E5975E600F61}"/>
          </ac:spMkLst>
        </pc:spChg>
        <pc:spChg chg="mod">
          <ac:chgData name="Ms Alina Arshad" userId="cccdfd85-d35d-4453-9c6f-a463aae40722" providerId="ADAL" clId="{EADAEE91-4A7C-4065-A245-779568A60DD0}" dt="2024-08-25T14:59:06.519" v="160" actId="1076"/>
          <ac:spMkLst>
            <pc:docMk/>
            <pc:sldMk cId="0" sldId="351"/>
            <ac:spMk id="20511" creationId="{1C9AA088-7E22-4D43-1279-63DD018115AA}"/>
          </ac:spMkLst>
        </pc:spChg>
        <pc:spChg chg="mod">
          <ac:chgData name="Ms Alina Arshad" userId="cccdfd85-d35d-4453-9c6f-a463aae40722" providerId="ADAL" clId="{EADAEE91-4A7C-4065-A245-779568A60DD0}" dt="2024-08-25T14:59:06.519" v="160" actId="1076"/>
          <ac:spMkLst>
            <pc:docMk/>
            <pc:sldMk cId="0" sldId="351"/>
            <ac:spMk id="20512" creationId="{BB11CD00-1F5F-6793-EC2D-87C49775945D}"/>
          </ac:spMkLst>
        </pc:spChg>
        <pc:spChg chg="mod">
          <ac:chgData name="Ms Alina Arshad" userId="cccdfd85-d35d-4453-9c6f-a463aae40722" providerId="ADAL" clId="{EADAEE91-4A7C-4065-A245-779568A60DD0}" dt="2024-08-25T14:59:06.519" v="160" actId="1076"/>
          <ac:spMkLst>
            <pc:docMk/>
            <pc:sldMk cId="0" sldId="351"/>
            <ac:spMk id="20513" creationId="{FCC19961-6BBD-7936-C553-6162DC2475FF}"/>
          </ac:spMkLst>
        </pc:spChg>
        <pc:spChg chg="mod">
          <ac:chgData name="Ms Alina Arshad" userId="cccdfd85-d35d-4453-9c6f-a463aae40722" providerId="ADAL" clId="{EADAEE91-4A7C-4065-A245-779568A60DD0}" dt="2024-08-25T14:59:06.519" v="160" actId="1076"/>
          <ac:spMkLst>
            <pc:docMk/>
            <pc:sldMk cId="0" sldId="351"/>
            <ac:spMk id="20514" creationId="{43DD98F7-450E-0791-BFCC-67C8C437F27A}"/>
          </ac:spMkLst>
        </pc:spChg>
        <pc:spChg chg="mod">
          <ac:chgData name="Ms Alina Arshad" userId="cccdfd85-d35d-4453-9c6f-a463aae40722" providerId="ADAL" clId="{EADAEE91-4A7C-4065-A245-779568A60DD0}" dt="2024-08-25T14:59:06.519" v="160" actId="1076"/>
          <ac:spMkLst>
            <pc:docMk/>
            <pc:sldMk cId="0" sldId="351"/>
            <ac:spMk id="20515" creationId="{909C4666-C7D2-5CFD-2A9D-E6C939F855DB}"/>
          </ac:spMkLst>
        </pc:spChg>
        <pc:spChg chg="mod">
          <ac:chgData name="Ms Alina Arshad" userId="cccdfd85-d35d-4453-9c6f-a463aae40722" providerId="ADAL" clId="{EADAEE91-4A7C-4065-A245-779568A60DD0}" dt="2024-08-25T14:59:06.519" v="160" actId="1076"/>
          <ac:spMkLst>
            <pc:docMk/>
            <pc:sldMk cId="0" sldId="351"/>
            <ac:spMk id="20516" creationId="{F559048E-5AEA-BFAA-4AB2-A79BD77B4E64}"/>
          </ac:spMkLst>
        </pc:spChg>
        <pc:spChg chg="mod">
          <ac:chgData name="Ms Alina Arshad" userId="cccdfd85-d35d-4453-9c6f-a463aae40722" providerId="ADAL" clId="{EADAEE91-4A7C-4065-A245-779568A60DD0}" dt="2024-08-25T14:59:06.519" v="160" actId="1076"/>
          <ac:spMkLst>
            <pc:docMk/>
            <pc:sldMk cId="0" sldId="351"/>
            <ac:spMk id="20518" creationId="{A73BE407-30D4-0E52-57AB-73F9CF23B9C0}"/>
          </ac:spMkLst>
        </pc:spChg>
        <pc:spChg chg="mod">
          <ac:chgData name="Ms Alina Arshad" userId="cccdfd85-d35d-4453-9c6f-a463aae40722" providerId="ADAL" clId="{EADAEE91-4A7C-4065-A245-779568A60DD0}" dt="2024-08-25T14:59:06.519" v="160" actId="1076"/>
          <ac:spMkLst>
            <pc:docMk/>
            <pc:sldMk cId="0" sldId="351"/>
            <ac:spMk id="20519" creationId="{3D2DE760-CDA8-026D-2727-1D2422A40053}"/>
          </ac:spMkLst>
        </pc:spChg>
        <pc:spChg chg="mod">
          <ac:chgData name="Ms Alina Arshad" userId="cccdfd85-d35d-4453-9c6f-a463aae40722" providerId="ADAL" clId="{EADAEE91-4A7C-4065-A245-779568A60DD0}" dt="2024-08-25T14:59:06.519" v="160" actId="1076"/>
          <ac:spMkLst>
            <pc:docMk/>
            <pc:sldMk cId="0" sldId="351"/>
            <ac:spMk id="20522" creationId="{724AC8D3-447F-303D-8B23-332CAB41837E}"/>
          </ac:spMkLst>
        </pc:spChg>
        <pc:spChg chg="mod">
          <ac:chgData name="Ms Alina Arshad" userId="cccdfd85-d35d-4453-9c6f-a463aae40722" providerId="ADAL" clId="{EADAEE91-4A7C-4065-A245-779568A60DD0}" dt="2024-08-25T14:59:06.519" v="160" actId="1076"/>
          <ac:spMkLst>
            <pc:docMk/>
            <pc:sldMk cId="0" sldId="351"/>
            <ac:spMk id="20523" creationId="{F261ED58-EC46-D0CB-EF10-36FDD01A018A}"/>
          </ac:spMkLst>
        </pc:spChg>
        <pc:spChg chg="mod">
          <ac:chgData name="Ms Alina Arshad" userId="cccdfd85-d35d-4453-9c6f-a463aae40722" providerId="ADAL" clId="{EADAEE91-4A7C-4065-A245-779568A60DD0}" dt="2024-08-25T14:59:06.519" v="160" actId="1076"/>
          <ac:spMkLst>
            <pc:docMk/>
            <pc:sldMk cId="0" sldId="351"/>
            <ac:spMk id="20524" creationId="{2978236F-238F-63A3-A9C6-1BC14C387C7A}"/>
          </ac:spMkLst>
        </pc:spChg>
        <pc:spChg chg="mod">
          <ac:chgData name="Ms Alina Arshad" userId="cccdfd85-d35d-4453-9c6f-a463aae40722" providerId="ADAL" clId="{EADAEE91-4A7C-4065-A245-779568A60DD0}" dt="2024-08-25T14:59:06.519" v="160" actId="1076"/>
          <ac:spMkLst>
            <pc:docMk/>
            <pc:sldMk cId="0" sldId="351"/>
            <ac:spMk id="20525" creationId="{3A10A80B-598C-6F80-B20E-D83391B4DAFE}"/>
          </ac:spMkLst>
        </pc:spChg>
        <pc:spChg chg="mod">
          <ac:chgData name="Ms Alina Arshad" userId="cccdfd85-d35d-4453-9c6f-a463aae40722" providerId="ADAL" clId="{EADAEE91-4A7C-4065-A245-779568A60DD0}" dt="2024-08-25T14:59:06.519" v="160" actId="1076"/>
          <ac:spMkLst>
            <pc:docMk/>
            <pc:sldMk cId="0" sldId="351"/>
            <ac:spMk id="20526" creationId="{DE8A2B8B-C132-773A-4325-63EA471A82E6}"/>
          </ac:spMkLst>
        </pc:spChg>
        <pc:spChg chg="mod">
          <ac:chgData name="Ms Alina Arshad" userId="cccdfd85-d35d-4453-9c6f-a463aae40722" providerId="ADAL" clId="{EADAEE91-4A7C-4065-A245-779568A60DD0}" dt="2024-08-25T14:59:06.519" v="160" actId="1076"/>
          <ac:spMkLst>
            <pc:docMk/>
            <pc:sldMk cId="0" sldId="351"/>
            <ac:spMk id="20527" creationId="{A7378887-B4EE-0D36-3B40-BF7373A0A755}"/>
          </ac:spMkLst>
        </pc:spChg>
        <pc:spChg chg="mod">
          <ac:chgData name="Ms Alina Arshad" userId="cccdfd85-d35d-4453-9c6f-a463aae40722" providerId="ADAL" clId="{EADAEE91-4A7C-4065-A245-779568A60DD0}" dt="2024-08-25T14:59:06.519" v="160" actId="1076"/>
          <ac:spMkLst>
            <pc:docMk/>
            <pc:sldMk cId="0" sldId="351"/>
            <ac:spMk id="20528" creationId="{CBA19445-DC40-B276-D8A2-FB7B5D7C6931}"/>
          </ac:spMkLst>
        </pc:spChg>
        <pc:spChg chg="mod">
          <ac:chgData name="Ms Alina Arshad" userId="cccdfd85-d35d-4453-9c6f-a463aae40722" providerId="ADAL" clId="{EADAEE91-4A7C-4065-A245-779568A60DD0}" dt="2024-08-25T14:59:06.519" v="160" actId="1076"/>
          <ac:spMkLst>
            <pc:docMk/>
            <pc:sldMk cId="0" sldId="351"/>
            <ac:spMk id="20529" creationId="{3D9C512B-90B6-61AE-0FE2-301DA8BF6166}"/>
          </ac:spMkLst>
        </pc:spChg>
        <pc:spChg chg="mod">
          <ac:chgData name="Ms Alina Arshad" userId="cccdfd85-d35d-4453-9c6f-a463aae40722" providerId="ADAL" clId="{EADAEE91-4A7C-4065-A245-779568A60DD0}" dt="2024-08-25T14:59:06.519" v="160" actId="1076"/>
          <ac:spMkLst>
            <pc:docMk/>
            <pc:sldMk cId="0" sldId="351"/>
            <ac:spMk id="20532" creationId="{01F75FB1-FA05-E792-5677-1408EBFE4895}"/>
          </ac:spMkLst>
        </pc:spChg>
        <pc:spChg chg="mod">
          <ac:chgData name="Ms Alina Arshad" userId="cccdfd85-d35d-4453-9c6f-a463aae40722" providerId="ADAL" clId="{EADAEE91-4A7C-4065-A245-779568A60DD0}" dt="2024-08-25T14:59:06.519" v="160" actId="1076"/>
          <ac:spMkLst>
            <pc:docMk/>
            <pc:sldMk cId="0" sldId="351"/>
            <ac:spMk id="20535" creationId="{B248B2D8-4FD5-CC0D-B842-158AE12C4F74}"/>
          </ac:spMkLst>
        </pc:spChg>
        <pc:spChg chg="mod">
          <ac:chgData name="Ms Alina Arshad" userId="cccdfd85-d35d-4453-9c6f-a463aae40722" providerId="ADAL" clId="{EADAEE91-4A7C-4065-A245-779568A60DD0}" dt="2024-08-25T14:59:06.519" v="160" actId="1076"/>
          <ac:spMkLst>
            <pc:docMk/>
            <pc:sldMk cId="0" sldId="351"/>
            <ac:spMk id="20536" creationId="{BC821949-4409-B6D2-0B76-CF34243713C4}"/>
          </ac:spMkLst>
        </pc:spChg>
        <pc:spChg chg="mod">
          <ac:chgData name="Ms Alina Arshad" userId="cccdfd85-d35d-4453-9c6f-a463aae40722" providerId="ADAL" clId="{EADAEE91-4A7C-4065-A245-779568A60DD0}" dt="2024-08-25T14:59:06.519" v="160" actId="1076"/>
          <ac:spMkLst>
            <pc:docMk/>
            <pc:sldMk cId="0" sldId="351"/>
            <ac:spMk id="20537" creationId="{D2F2A971-F446-C273-87FD-620558105FC1}"/>
          </ac:spMkLst>
        </pc:spChg>
        <pc:spChg chg="mod">
          <ac:chgData name="Ms Alina Arshad" userId="cccdfd85-d35d-4453-9c6f-a463aae40722" providerId="ADAL" clId="{EADAEE91-4A7C-4065-A245-779568A60DD0}" dt="2024-08-25T14:59:06.519" v="160" actId="1076"/>
          <ac:spMkLst>
            <pc:docMk/>
            <pc:sldMk cId="0" sldId="351"/>
            <ac:spMk id="20538" creationId="{8D694FCD-8075-29AA-7B6F-E3033267B8FA}"/>
          </ac:spMkLst>
        </pc:spChg>
        <pc:spChg chg="mod">
          <ac:chgData name="Ms Alina Arshad" userId="cccdfd85-d35d-4453-9c6f-a463aae40722" providerId="ADAL" clId="{EADAEE91-4A7C-4065-A245-779568A60DD0}" dt="2024-08-25T14:59:06.519" v="160" actId="1076"/>
          <ac:spMkLst>
            <pc:docMk/>
            <pc:sldMk cId="0" sldId="351"/>
            <ac:spMk id="20539" creationId="{C2E3A1C5-308C-D8E1-DF3B-D3F666024944}"/>
          </ac:spMkLst>
        </pc:spChg>
        <pc:spChg chg="mod">
          <ac:chgData name="Ms Alina Arshad" userId="cccdfd85-d35d-4453-9c6f-a463aae40722" providerId="ADAL" clId="{EADAEE91-4A7C-4065-A245-779568A60DD0}" dt="2024-08-25T14:59:06.519" v="160" actId="1076"/>
          <ac:spMkLst>
            <pc:docMk/>
            <pc:sldMk cId="0" sldId="351"/>
            <ac:spMk id="20540" creationId="{3D348CA4-5DDE-5C56-5FA0-AF17C8561F35}"/>
          </ac:spMkLst>
        </pc:spChg>
        <pc:spChg chg="mod">
          <ac:chgData name="Ms Alina Arshad" userId="cccdfd85-d35d-4453-9c6f-a463aae40722" providerId="ADAL" clId="{EADAEE91-4A7C-4065-A245-779568A60DD0}" dt="2024-08-25T14:59:06.519" v="160" actId="1076"/>
          <ac:spMkLst>
            <pc:docMk/>
            <pc:sldMk cId="0" sldId="351"/>
            <ac:spMk id="20541" creationId="{AFBDDBF6-D876-C151-24EF-4F8278F2BA34}"/>
          </ac:spMkLst>
        </pc:spChg>
        <pc:spChg chg="mod">
          <ac:chgData name="Ms Alina Arshad" userId="cccdfd85-d35d-4453-9c6f-a463aae40722" providerId="ADAL" clId="{EADAEE91-4A7C-4065-A245-779568A60DD0}" dt="2024-08-25T14:59:06.519" v="160" actId="1076"/>
          <ac:spMkLst>
            <pc:docMk/>
            <pc:sldMk cId="0" sldId="351"/>
            <ac:spMk id="20542" creationId="{DBB3D900-774B-536F-785C-E839802B58ED}"/>
          </ac:spMkLst>
        </pc:spChg>
        <pc:spChg chg="mod">
          <ac:chgData name="Ms Alina Arshad" userId="cccdfd85-d35d-4453-9c6f-a463aae40722" providerId="ADAL" clId="{EADAEE91-4A7C-4065-A245-779568A60DD0}" dt="2024-08-25T14:59:06.519" v="160" actId="1076"/>
          <ac:spMkLst>
            <pc:docMk/>
            <pc:sldMk cId="0" sldId="351"/>
            <ac:spMk id="20543" creationId="{0952B678-AF27-EA9B-4BB4-76D04C4889D8}"/>
          </ac:spMkLst>
        </pc:spChg>
        <pc:spChg chg="mod">
          <ac:chgData name="Ms Alina Arshad" userId="cccdfd85-d35d-4453-9c6f-a463aae40722" providerId="ADAL" clId="{EADAEE91-4A7C-4065-A245-779568A60DD0}" dt="2024-08-25T14:59:06.519" v="160" actId="1076"/>
          <ac:spMkLst>
            <pc:docMk/>
            <pc:sldMk cId="0" sldId="351"/>
            <ac:spMk id="20544" creationId="{82380CB0-76D2-D7C4-10F0-DE56CAED63AE}"/>
          </ac:spMkLst>
        </pc:spChg>
        <pc:grpChg chg="mod">
          <ac:chgData name="Ms Alina Arshad" userId="cccdfd85-d35d-4453-9c6f-a463aae40722" providerId="ADAL" clId="{EADAEE91-4A7C-4065-A245-779568A60DD0}" dt="2024-08-25T14:59:06.519" v="160" actId="1076"/>
          <ac:grpSpMkLst>
            <pc:docMk/>
            <pc:sldMk cId="0" sldId="351"/>
            <ac:grpSpMk id="2" creationId="{7F9631C9-A4A1-9EC8-8B28-D2C54EDAAC8E}"/>
          </ac:grpSpMkLst>
        </pc:grpChg>
        <pc:grpChg chg="mod">
          <ac:chgData name="Ms Alina Arshad" userId="cccdfd85-d35d-4453-9c6f-a463aae40722" providerId="ADAL" clId="{EADAEE91-4A7C-4065-A245-779568A60DD0}" dt="2024-08-25T14:59:06.519" v="160" actId="1076"/>
          <ac:grpSpMkLst>
            <pc:docMk/>
            <pc:sldMk cId="0" sldId="351"/>
            <ac:grpSpMk id="20485" creationId="{B7A9110E-17AF-7A9A-94CA-09682B01ADA7}"/>
          </ac:grpSpMkLst>
        </pc:grpChg>
        <pc:grpChg chg="mod">
          <ac:chgData name="Ms Alina Arshad" userId="cccdfd85-d35d-4453-9c6f-a463aae40722" providerId="ADAL" clId="{EADAEE91-4A7C-4065-A245-779568A60DD0}" dt="2024-08-25T14:59:06.519" v="160" actId="1076"/>
          <ac:grpSpMkLst>
            <pc:docMk/>
            <pc:sldMk cId="0" sldId="351"/>
            <ac:grpSpMk id="20486" creationId="{C87A5648-2ED0-13A1-E987-3804502F5DB1}"/>
          </ac:grpSpMkLst>
        </pc:grpChg>
        <pc:grpChg chg="mod">
          <ac:chgData name="Ms Alina Arshad" userId="cccdfd85-d35d-4453-9c6f-a463aae40722" providerId="ADAL" clId="{EADAEE91-4A7C-4065-A245-779568A60DD0}" dt="2024-08-25T14:59:06.519" v="160" actId="1076"/>
          <ac:grpSpMkLst>
            <pc:docMk/>
            <pc:sldMk cId="0" sldId="351"/>
            <ac:grpSpMk id="20487" creationId="{FEF07A09-23EB-692B-E7F8-931D9A1688D3}"/>
          </ac:grpSpMkLst>
        </pc:grpChg>
        <pc:grpChg chg="mod">
          <ac:chgData name="Ms Alina Arshad" userId="cccdfd85-d35d-4453-9c6f-a463aae40722" providerId="ADAL" clId="{EADAEE91-4A7C-4065-A245-779568A60DD0}" dt="2024-08-25T14:59:06.519" v="160" actId="1076"/>
          <ac:grpSpMkLst>
            <pc:docMk/>
            <pc:sldMk cId="0" sldId="351"/>
            <ac:grpSpMk id="20488" creationId="{4F49DAD8-804A-D178-31DD-036F4BAAAE47}"/>
          </ac:grpSpMkLst>
        </pc:grpChg>
        <pc:grpChg chg="mod">
          <ac:chgData name="Ms Alina Arshad" userId="cccdfd85-d35d-4453-9c6f-a463aae40722" providerId="ADAL" clId="{EADAEE91-4A7C-4065-A245-779568A60DD0}" dt="2024-08-25T14:59:06.519" v="160" actId="1076"/>
          <ac:grpSpMkLst>
            <pc:docMk/>
            <pc:sldMk cId="0" sldId="351"/>
            <ac:grpSpMk id="20489" creationId="{95027C7D-621B-B27C-733C-C9EC585D5C2C}"/>
          </ac:grpSpMkLst>
        </pc:grpChg>
        <pc:grpChg chg="mod">
          <ac:chgData name="Ms Alina Arshad" userId="cccdfd85-d35d-4453-9c6f-a463aae40722" providerId="ADAL" clId="{EADAEE91-4A7C-4065-A245-779568A60DD0}" dt="2024-08-25T14:59:06.519" v="160" actId="1076"/>
          <ac:grpSpMkLst>
            <pc:docMk/>
            <pc:sldMk cId="0" sldId="351"/>
            <ac:grpSpMk id="20492" creationId="{054DD1F6-623A-E71F-F6E2-064F30277D12}"/>
          </ac:grpSpMkLst>
        </pc:grpChg>
        <pc:grpChg chg="mod">
          <ac:chgData name="Ms Alina Arshad" userId="cccdfd85-d35d-4453-9c6f-a463aae40722" providerId="ADAL" clId="{EADAEE91-4A7C-4065-A245-779568A60DD0}" dt="2024-08-25T14:59:06.519" v="160" actId="1076"/>
          <ac:grpSpMkLst>
            <pc:docMk/>
            <pc:sldMk cId="0" sldId="351"/>
            <ac:grpSpMk id="20493" creationId="{6ECA2E41-720C-F599-9154-426F329E4A57}"/>
          </ac:grpSpMkLst>
        </pc:grpChg>
        <pc:grpChg chg="mod">
          <ac:chgData name="Ms Alina Arshad" userId="cccdfd85-d35d-4453-9c6f-a463aae40722" providerId="ADAL" clId="{EADAEE91-4A7C-4065-A245-779568A60DD0}" dt="2024-08-25T14:59:06.519" v="160" actId="1076"/>
          <ac:grpSpMkLst>
            <pc:docMk/>
            <pc:sldMk cId="0" sldId="351"/>
            <ac:grpSpMk id="20494" creationId="{1E4BF6B6-F9CB-5FE1-F3F4-5BA86F870DB1}"/>
          </ac:grpSpMkLst>
        </pc:grpChg>
        <pc:grpChg chg="mod">
          <ac:chgData name="Ms Alina Arshad" userId="cccdfd85-d35d-4453-9c6f-a463aae40722" providerId="ADAL" clId="{EADAEE91-4A7C-4065-A245-779568A60DD0}" dt="2024-08-25T14:59:06.519" v="160" actId="1076"/>
          <ac:grpSpMkLst>
            <pc:docMk/>
            <pc:sldMk cId="0" sldId="351"/>
            <ac:grpSpMk id="20505" creationId="{93453CF6-B129-40D6-76E3-5DC20D6CDA59}"/>
          </ac:grpSpMkLst>
        </pc:grpChg>
        <pc:grpChg chg="mod">
          <ac:chgData name="Ms Alina Arshad" userId="cccdfd85-d35d-4453-9c6f-a463aae40722" providerId="ADAL" clId="{EADAEE91-4A7C-4065-A245-779568A60DD0}" dt="2024-08-25T14:59:06.519" v="160" actId="1076"/>
          <ac:grpSpMkLst>
            <pc:docMk/>
            <pc:sldMk cId="0" sldId="351"/>
            <ac:grpSpMk id="20507" creationId="{DFBB99D5-D52B-1F57-9535-CF9B7EE26221}"/>
          </ac:grpSpMkLst>
        </pc:grpChg>
        <pc:grpChg chg="mod">
          <ac:chgData name="Ms Alina Arshad" userId="cccdfd85-d35d-4453-9c6f-a463aae40722" providerId="ADAL" clId="{EADAEE91-4A7C-4065-A245-779568A60DD0}" dt="2024-08-25T14:59:06.519" v="160" actId="1076"/>
          <ac:grpSpMkLst>
            <pc:docMk/>
            <pc:sldMk cId="0" sldId="351"/>
            <ac:grpSpMk id="20517" creationId="{264FBE28-AF63-C31F-376E-2E336D6CE572}"/>
          </ac:grpSpMkLst>
        </pc:grpChg>
        <pc:grpChg chg="mod">
          <ac:chgData name="Ms Alina Arshad" userId="cccdfd85-d35d-4453-9c6f-a463aae40722" providerId="ADAL" clId="{EADAEE91-4A7C-4065-A245-779568A60DD0}" dt="2024-08-25T14:59:06.519" v="160" actId="1076"/>
          <ac:grpSpMkLst>
            <pc:docMk/>
            <pc:sldMk cId="0" sldId="351"/>
            <ac:grpSpMk id="20520" creationId="{FC154E7D-4B1D-54F5-535F-267395724150}"/>
          </ac:grpSpMkLst>
        </pc:grpChg>
        <pc:grpChg chg="mod">
          <ac:chgData name="Ms Alina Arshad" userId="cccdfd85-d35d-4453-9c6f-a463aae40722" providerId="ADAL" clId="{EADAEE91-4A7C-4065-A245-779568A60DD0}" dt="2024-08-25T14:59:06.519" v="160" actId="1076"/>
          <ac:grpSpMkLst>
            <pc:docMk/>
            <pc:sldMk cId="0" sldId="351"/>
            <ac:grpSpMk id="20521" creationId="{D3F057E2-1931-2A47-5DEE-9A1C6D847247}"/>
          </ac:grpSpMkLst>
        </pc:grpChg>
        <pc:grpChg chg="mod">
          <ac:chgData name="Ms Alina Arshad" userId="cccdfd85-d35d-4453-9c6f-a463aae40722" providerId="ADAL" clId="{EADAEE91-4A7C-4065-A245-779568A60DD0}" dt="2024-08-25T14:59:06.519" v="160" actId="1076"/>
          <ac:grpSpMkLst>
            <pc:docMk/>
            <pc:sldMk cId="0" sldId="351"/>
            <ac:grpSpMk id="20530" creationId="{9329A31E-5CC2-8249-4436-0A6A6E596555}"/>
          </ac:grpSpMkLst>
        </pc:grpChg>
        <pc:grpChg chg="mod">
          <ac:chgData name="Ms Alina Arshad" userId="cccdfd85-d35d-4453-9c6f-a463aae40722" providerId="ADAL" clId="{EADAEE91-4A7C-4065-A245-779568A60DD0}" dt="2024-08-25T14:59:06.519" v="160" actId="1076"/>
          <ac:grpSpMkLst>
            <pc:docMk/>
            <pc:sldMk cId="0" sldId="351"/>
            <ac:grpSpMk id="20531" creationId="{84BB47A9-E83E-AEFB-27FA-6B66D827416E}"/>
          </ac:grpSpMkLst>
        </pc:grpChg>
        <pc:grpChg chg="mod">
          <ac:chgData name="Ms Alina Arshad" userId="cccdfd85-d35d-4453-9c6f-a463aae40722" providerId="ADAL" clId="{EADAEE91-4A7C-4065-A245-779568A60DD0}" dt="2024-08-25T14:59:06.519" v="160" actId="1076"/>
          <ac:grpSpMkLst>
            <pc:docMk/>
            <pc:sldMk cId="0" sldId="351"/>
            <ac:grpSpMk id="20533" creationId="{201B7CCB-5F34-F678-758F-0661DE8D959C}"/>
          </ac:grpSpMkLst>
        </pc:grpChg>
        <pc:grpChg chg="mod">
          <ac:chgData name="Ms Alina Arshad" userId="cccdfd85-d35d-4453-9c6f-a463aae40722" providerId="ADAL" clId="{EADAEE91-4A7C-4065-A245-779568A60DD0}" dt="2024-08-25T14:59:06.519" v="160" actId="1076"/>
          <ac:grpSpMkLst>
            <pc:docMk/>
            <pc:sldMk cId="0" sldId="351"/>
            <ac:grpSpMk id="20534" creationId="{0E9C74A4-0952-6E8E-DB45-32A6E2651681}"/>
          </ac:grpSpMkLst>
        </pc:grpChg>
      </pc:sldChg>
      <pc:sldChg chg="modSp add mod modAnim">
        <pc:chgData name="Ms Alina Arshad" userId="cccdfd85-d35d-4453-9c6f-a463aae40722" providerId="ADAL" clId="{EADAEE91-4A7C-4065-A245-779568A60DD0}" dt="2024-08-25T15:02:43.628" v="201" actId="12"/>
        <pc:sldMkLst>
          <pc:docMk/>
          <pc:sldMk cId="0" sldId="352"/>
        </pc:sldMkLst>
        <pc:spChg chg="mod">
          <ac:chgData name="Ms Alina Arshad" userId="cccdfd85-d35d-4453-9c6f-a463aae40722" providerId="ADAL" clId="{EADAEE91-4A7C-4065-A245-779568A60DD0}" dt="2024-08-25T15:02:43.628" v="201" actId="12"/>
          <ac:spMkLst>
            <pc:docMk/>
            <pc:sldMk cId="0" sldId="352"/>
            <ac:spMk id="2052" creationId="{B4DE60EB-A6E8-8EBF-8E19-B399561545C9}"/>
          </ac:spMkLst>
        </pc:spChg>
        <pc:spChg chg="mod">
          <ac:chgData name="Ms Alina Arshad" userId="cccdfd85-d35d-4453-9c6f-a463aae40722" providerId="ADAL" clId="{EADAEE91-4A7C-4065-A245-779568A60DD0}" dt="2024-08-25T15:01:36.327" v="178" actId="207"/>
          <ac:spMkLst>
            <pc:docMk/>
            <pc:sldMk cId="0" sldId="352"/>
            <ac:spMk id="22530" creationId="{81E4A2DE-EED4-BE27-0CBC-60AC4B3515B2}"/>
          </ac:spMkLst>
        </pc:spChg>
        <pc:graphicFrameChg chg="mod">
          <ac:chgData name="Ms Alina Arshad" userId="cccdfd85-d35d-4453-9c6f-a463aae40722" providerId="ADAL" clId="{EADAEE91-4A7C-4065-A245-779568A60DD0}" dt="2024-08-25T15:01:54.126" v="183" actId="1076"/>
          <ac:graphicFrameMkLst>
            <pc:docMk/>
            <pc:sldMk cId="0" sldId="352"/>
            <ac:graphicFrameMk id="2050" creationId="{69F5B8D4-45C1-7EAE-504B-933840C40481}"/>
          </ac:graphicFrameMkLst>
        </pc:graphicFrameChg>
      </pc:sldChg>
      <pc:sldChg chg="modSp add mod">
        <pc:chgData name="Ms Alina Arshad" userId="cccdfd85-d35d-4453-9c6f-a463aae40722" providerId="ADAL" clId="{EADAEE91-4A7C-4065-A245-779568A60DD0}" dt="2024-08-25T15:04:31.039" v="226" actId="1076"/>
        <pc:sldMkLst>
          <pc:docMk/>
          <pc:sldMk cId="0" sldId="353"/>
        </pc:sldMkLst>
        <pc:spChg chg="mod">
          <ac:chgData name="Ms Alina Arshad" userId="cccdfd85-d35d-4453-9c6f-a463aae40722" providerId="ADAL" clId="{EADAEE91-4A7C-4065-A245-779568A60DD0}" dt="2024-08-25T15:04:31.039" v="226" actId="1076"/>
          <ac:spMkLst>
            <pc:docMk/>
            <pc:sldMk cId="0" sldId="353"/>
            <ac:spMk id="12" creationId="{1B6A82AF-111F-D1BE-2D7D-3590FC2DDAC9}"/>
          </ac:spMkLst>
        </pc:spChg>
        <pc:spChg chg="mod">
          <ac:chgData name="Ms Alina Arshad" userId="cccdfd85-d35d-4453-9c6f-a463aae40722" providerId="ADAL" clId="{EADAEE91-4A7C-4065-A245-779568A60DD0}" dt="2024-08-25T15:04:18.556" v="222" actId="207"/>
          <ac:spMkLst>
            <pc:docMk/>
            <pc:sldMk cId="0" sldId="353"/>
            <ac:spMk id="13" creationId="{40BD6F9F-8B0E-8151-5595-E398BA5B69BC}"/>
          </ac:spMkLst>
        </pc:spChg>
        <pc:spChg chg="mod">
          <ac:chgData name="Ms Alina Arshad" userId="cccdfd85-d35d-4453-9c6f-a463aae40722" providerId="ADAL" clId="{EADAEE91-4A7C-4065-A245-779568A60DD0}" dt="2024-08-25T15:03:57.441" v="219" actId="207"/>
          <ac:spMkLst>
            <pc:docMk/>
            <pc:sldMk cId="0" sldId="353"/>
            <ac:spMk id="24578" creationId="{A6AAA39F-8495-7D22-ACDD-646A2CF1F432}"/>
          </ac:spMkLst>
        </pc:spChg>
        <pc:spChg chg="mod">
          <ac:chgData name="Ms Alina Arshad" userId="cccdfd85-d35d-4453-9c6f-a463aae40722" providerId="ADAL" clId="{EADAEE91-4A7C-4065-A245-779568A60DD0}" dt="2024-08-25T15:04:21.653" v="223" actId="207"/>
          <ac:spMkLst>
            <pc:docMk/>
            <pc:sldMk cId="0" sldId="353"/>
            <ac:spMk id="24579" creationId="{1D3E6F96-66D0-4256-B3BD-7CD77460DDD7}"/>
          </ac:spMkLst>
        </pc:spChg>
        <pc:spChg chg="mod">
          <ac:chgData name="Ms Alina Arshad" userId="cccdfd85-d35d-4453-9c6f-a463aae40722" providerId="ADAL" clId="{EADAEE91-4A7C-4065-A245-779568A60DD0}" dt="2024-08-25T15:04:25.363" v="224" actId="113"/>
          <ac:spMkLst>
            <pc:docMk/>
            <pc:sldMk cId="0" sldId="353"/>
            <ac:spMk id="24581" creationId="{AC6072E2-E180-4510-5672-05CB4006ADFA}"/>
          </ac:spMkLst>
        </pc:spChg>
      </pc:sldChg>
      <pc:sldChg chg="modSp add mod">
        <pc:chgData name="Ms Alina Arshad" userId="cccdfd85-d35d-4453-9c6f-a463aae40722" providerId="ADAL" clId="{EADAEE91-4A7C-4065-A245-779568A60DD0}" dt="2024-08-25T15:04:55.549" v="232" actId="113"/>
        <pc:sldMkLst>
          <pc:docMk/>
          <pc:sldMk cId="0" sldId="354"/>
        </pc:sldMkLst>
        <pc:spChg chg="mod">
          <ac:chgData name="Ms Alina Arshad" userId="cccdfd85-d35d-4453-9c6f-a463aae40722" providerId="ADAL" clId="{EADAEE91-4A7C-4065-A245-779568A60DD0}" dt="2024-08-25T15:04:44.641" v="229" actId="207"/>
          <ac:spMkLst>
            <pc:docMk/>
            <pc:sldMk cId="0" sldId="354"/>
            <ac:spMk id="8" creationId="{643E073A-7DD6-73B9-FE08-31C2814707E7}"/>
          </ac:spMkLst>
        </pc:spChg>
        <pc:spChg chg="mod">
          <ac:chgData name="Ms Alina Arshad" userId="cccdfd85-d35d-4453-9c6f-a463aae40722" providerId="ADAL" clId="{EADAEE91-4A7C-4065-A245-779568A60DD0}" dt="2024-08-25T15:04:55.549" v="232" actId="113"/>
          <ac:spMkLst>
            <pc:docMk/>
            <pc:sldMk cId="0" sldId="354"/>
            <ac:spMk id="15" creationId="{220352EF-14A6-A74A-D1D9-AE269D4104D5}"/>
          </ac:spMkLst>
        </pc:spChg>
        <pc:spChg chg="mod">
          <ac:chgData name="Ms Alina Arshad" userId="cccdfd85-d35d-4453-9c6f-a463aae40722" providerId="ADAL" clId="{EADAEE91-4A7C-4065-A245-779568A60DD0}" dt="2024-08-25T15:04:37.382" v="227" actId="207"/>
          <ac:spMkLst>
            <pc:docMk/>
            <pc:sldMk cId="0" sldId="354"/>
            <ac:spMk id="25602" creationId="{763249DC-6058-8C52-C85A-8BDD92970B7F}"/>
          </ac:spMkLst>
        </pc:spChg>
        <pc:spChg chg="mod">
          <ac:chgData name="Ms Alina Arshad" userId="cccdfd85-d35d-4453-9c6f-a463aae40722" providerId="ADAL" clId="{EADAEE91-4A7C-4065-A245-779568A60DD0}" dt="2024-08-25T15:04:41.757" v="228" actId="207"/>
          <ac:spMkLst>
            <pc:docMk/>
            <pc:sldMk cId="0" sldId="354"/>
            <ac:spMk id="25603" creationId="{BF524721-A574-8A8A-2F01-CF97DC19A676}"/>
          </ac:spMkLst>
        </pc:spChg>
        <pc:spChg chg="mod">
          <ac:chgData name="Ms Alina Arshad" userId="cccdfd85-d35d-4453-9c6f-a463aae40722" providerId="ADAL" clId="{EADAEE91-4A7C-4065-A245-779568A60DD0}" dt="2024-08-25T15:04:51.278" v="231" actId="1076"/>
          <ac:spMkLst>
            <pc:docMk/>
            <pc:sldMk cId="0" sldId="354"/>
            <ac:spMk id="25605" creationId="{4AD958AC-ED29-36C3-55AE-161AB81FAC71}"/>
          </ac:spMkLst>
        </pc:spChg>
      </pc:sldChg>
      <pc:sldChg chg="modSp add mod">
        <pc:chgData name="Ms Alina Arshad" userId="cccdfd85-d35d-4453-9c6f-a463aae40722" providerId="ADAL" clId="{EADAEE91-4A7C-4065-A245-779568A60DD0}" dt="2024-08-25T14:58:07.978" v="147" actId="207"/>
        <pc:sldMkLst>
          <pc:docMk/>
          <pc:sldMk cId="0" sldId="355"/>
        </pc:sldMkLst>
        <pc:spChg chg="mod">
          <ac:chgData name="Ms Alina Arshad" userId="cccdfd85-d35d-4453-9c6f-a463aae40722" providerId="ADAL" clId="{EADAEE91-4A7C-4065-A245-779568A60DD0}" dt="2024-08-25T14:58:07.978" v="147" actId="207"/>
          <ac:spMkLst>
            <pc:docMk/>
            <pc:sldMk cId="0" sldId="355"/>
            <ac:spMk id="3" creationId="{D85BE8BD-8465-2E9F-8E33-04A29E3523A4}"/>
          </ac:spMkLst>
        </pc:spChg>
        <pc:spChg chg="mod">
          <ac:chgData name="Ms Alina Arshad" userId="cccdfd85-d35d-4453-9c6f-a463aae40722" providerId="ADAL" clId="{EADAEE91-4A7C-4065-A245-779568A60DD0}" dt="2024-08-25T14:57:47.486" v="142" actId="207"/>
          <ac:spMkLst>
            <pc:docMk/>
            <pc:sldMk cId="0" sldId="355"/>
            <ac:spMk id="17410" creationId="{C3FC1DD1-B58D-09D5-C15F-8926BFD5C267}"/>
          </ac:spMkLst>
        </pc:spChg>
      </pc:sldChg>
      <pc:sldChg chg="modSp add mod modAnim">
        <pc:chgData name="Ms Alina Arshad" userId="cccdfd85-d35d-4453-9c6f-a463aae40722" providerId="ADAL" clId="{EADAEE91-4A7C-4065-A245-779568A60DD0}" dt="2024-08-25T15:03:12.680" v="212" actId="12"/>
        <pc:sldMkLst>
          <pc:docMk/>
          <pc:sldMk cId="0" sldId="356"/>
        </pc:sldMkLst>
        <pc:spChg chg="mod">
          <ac:chgData name="Ms Alina Arshad" userId="cccdfd85-d35d-4453-9c6f-a463aae40722" providerId="ADAL" clId="{EADAEE91-4A7C-4065-A245-779568A60DD0}" dt="2024-08-25T15:03:12.680" v="212" actId="12"/>
          <ac:spMkLst>
            <pc:docMk/>
            <pc:sldMk cId="0" sldId="356"/>
            <ac:spMk id="3" creationId="{A0C26980-5FCF-11CE-42EA-C789EFC81BF9}"/>
          </ac:spMkLst>
        </pc:spChg>
        <pc:spChg chg="mod">
          <ac:chgData name="Ms Alina Arshad" userId="cccdfd85-d35d-4453-9c6f-a463aae40722" providerId="ADAL" clId="{EADAEE91-4A7C-4065-A245-779568A60DD0}" dt="2024-08-25T14:59:50.347" v="170" actId="1076"/>
          <ac:spMkLst>
            <pc:docMk/>
            <pc:sldMk cId="0" sldId="356"/>
            <ac:spMk id="6" creationId="{E1E67165-1674-230D-4202-24CCC9DB983B}"/>
          </ac:spMkLst>
        </pc:spChg>
        <pc:spChg chg="mod">
          <ac:chgData name="Ms Alina Arshad" userId="cccdfd85-d35d-4453-9c6f-a463aae40722" providerId="ADAL" clId="{EADAEE91-4A7C-4065-A245-779568A60DD0}" dt="2024-08-25T14:59:34.753" v="167" actId="207"/>
          <ac:spMkLst>
            <pc:docMk/>
            <pc:sldMk cId="0" sldId="356"/>
            <ac:spMk id="21506" creationId="{2FDC0C03-1A50-AFEA-680D-11CB0080FD7C}"/>
          </ac:spMkLst>
        </pc:spChg>
        <pc:graphicFrameChg chg="mod">
          <ac:chgData name="Ms Alina Arshad" userId="cccdfd85-d35d-4453-9c6f-a463aae40722" providerId="ADAL" clId="{EADAEE91-4A7C-4065-A245-779568A60DD0}" dt="2024-08-25T14:59:45.178" v="169" actId="1076"/>
          <ac:graphicFrameMkLst>
            <pc:docMk/>
            <pc:sldMk cId="0" sldId="356"/>
            <ac:graphicFrameMk id="21509" creationId="{81D7D4B2-F8DF-09C0-AA5D-0071884A3BF6}"/>
          </ac:graphicFrameMkLst>
        </pc:graphicFrameChg>
      </pc:sldChg>
      <pc:sldChg chg="modSp add mod">
        <pc:chgData name="Ms Alina Arshad" userId="cccdfd85-d35d-4453-9c6f-a463aae40722" providerId="ADAL" clId="{EADAEE91-4A7C-4065-A245-779568A60DD0}" dt="2024-08-25T15:03:39.380" v="218" actId="1036"/>
        <pc:sldMkLst>
          <pc:docMk/>
          <pc:sldMk cId="0" sldId="357"/>
        </pc:sldMkLst>
        <pc:spChg chg="mod">
          <ac:chgData name="Ms Alina Arshad" userId="cccdfd85-d35d-4453-9c6f-a463aae40722" providerId="ADAL" clId="{EADAEE91-4A7C-4065-A245-779568A60DD0}" dt="2024-08-25T15:03:35.390" v="215" actId="1076"/>
          <ac:spMkLst>
            <pc:docMk/>
            <pc:sldMk cId="0" sldId="357"/>
            <ac:spMk id="23554" creationId="{715C96A0-76EB-2410-6028-7CC970A627D0}"/>
          </ac:spMkLst>
        </pc:spChg>
        <pc:graphicFrameChg chg="mod">
          <ac:chgData name="Ms Alina Arshad" userId="cccdfd85-d35d-4453-9c6f-a463aae40722" providerId="ADAL" clId="{EADAEE91-4A7C-4065-A245-779568A60DD0}" dt="2024-08-25T15:03:39.380" v="218" actId="1036"/>
          <ac:graphicFrameMkLst>
            <pc:docMk/>
            <pc:sldMk cId="0" sldId="357"/>
            <ac:graphicFrameMk id="4" creationId="{B1D77928-E685-A06F-FA78-FDDCC75A6255}"/>
          </ac:graphicFrameMkLst>
        </pc:graphicFrameChg>
      </pc:sldChg>
      <pc:sldChg chg="modSp add mod">
        <pc:chgData name="Ms Alina Arshad" userId="cccdfd85-d35d-4453-9c6f-a463aae40722" providerId="ADAL" clId="{EADAEE91-4A7C-4065-A245-779568A60DD0}" dt="2024-08-25T15:05:45.451" v="243" actId="14100"/>
        <pc:sldMkLst>
          <pc:docMk/>
          <pc:sldMk cId="0" sldId="359"/>
        </pc:sldMkLst>
        <pc:spChg chg="mod">
          <ac:chgData name="Ms Alina Arshad" userId="cccdfd85-d35d-4453-9c6f-a463aae40722" providerId="ADAL" clId="{EADAEE91-4A7C-4065-A245-779568A60DD0}" dt="2024-08-25T15:05:45.451" v="243" actId="14100"/>
          <ac:spMkLst>
            <pc:docMk/>
            <pc:sldMk cId="0" sldId="359"/>
            <ac:spMk id="3" creationId="{69781428-DBFB-ECB6-E9C1-D0A247A45649}"/>
          </ac:spMkLst>
        </pc:spChg>
        <pc:spChg chg="mod">
          <ac:chgData name="Ms Alina Arshad" userId="cccdfd85-d35d-4453-9c6f-a463aae40722" providerId="ADAL" clId="{EADAEE91-4A7C-4065-A245-779568A60DD0}" dt="2024-08-25T15:05:24.436" v="236" actId="207"/>
          <ac:spMkLst>
            <pc:docMk/>
            <pc:sldMk cId="0" sldId="359"/>
            <ac:spMk id="27650" creationId="{3601D225-8BCB-CD61-89F6-BD0091383FA4}"/>
          </ac:spMkLst>
        </pc:spChg>
      </pc:sldChg>
      <pc:sldChg chg="modSp add mod">
        <pc:chgData name="Ms Alina Arshad" userId="cccdfd85-d35d-4453-9c6f-a463aae40722" providerId="ADAL" clId="{EADAEE91-4A7C-4065-A245-779568A60DD0}" dt="2024-08-25T15:06:27.309" v="255" actId="1076"/>
        <pc:sldMkLst>
          <pc:docMk/>
          <pc:sldMk cId="0" sldId="360"/>
        </pc:sldMkLst>
        <pc:spChg chg="mod">
          <ac:chgData name="Ms Alina Arshad" userId="cccdfd85-d35d-4453-9c6f-a463aae40722" providerId="ADAL" clId="{EADAEE91-4A7C-4065-A245-779568A60DD0}" dt="2024-08-25T15:06:12.105" v="252" actId="14100"/>
          <ac:spMkLst>
            <pc:docMk/>
            <pc:sldMk cId="0" sldId="360"/>
            <ac:spMk id="3" creationId="{5A29B148-68E9-42A4-AAEF-21C44FB97CC8}"/>
          </ac:spMkLst>
        </pc:spChg>
        <pc:spChg chg="mod">
          <ac:chgData name="Ms Alina Arshad" userId="cccdfd85-d35d-4453-9c6f-a463aae40722" providerId="ADAL" clId="{EADAEE91-4A7C-4065-A245-779568A60DD0}" dt="2024-08-25T15:06:27.309" v="255" actId="1076"/>
          <ac:spMkLst>
            <pc:docMk/>
            <pc:sldMk cId="0" sldId="360"/>
            <ac:spMk id="28674" creationId="{5DF05B7C-3FB9-7AAD-79F2-F672F7AE8C7B}"/>
          </ac:spMkLst>
        </pc:spChg>
      </pc:sldChg>
      <pc:sldChg chg="delSp del mod">
        <pc:chgData name="Ms Alina Arshad" userId="cccdfd85-d35d-4453-9c6f-a463aae40722" providerId="ADAL" clId="{EADAEE91-4A7C-4065-A245-779568A60DD0}" dt="2024-08-25T15:14:04.534" v="324" actId="2696"/>
        <pc:sldMkLst>
          <pc:docMk/>
          <pc:sldMk cId="1781116589" sldId="366"/>
        </pc:sldMkLst>
        <pc:spChg chg="del">
          <ac:chgData name="Ms Alina Arshad" userId="cccdfd85-d35d-4453-9c6f-a463aae40722" providerId="ADAL" clId="{EADAEE91-4A7C-4065-A245-779568A60DD0}" dt="2024-08-25T13:49:30.341" v="85" actId="478"/>
          <ac:spMkLst>
            <pc:docMk/>
            <pc:sldMk cId="1781116589" sldId="366"/>
            <ac:spMk id="4" creationId="{00000000-0000-0000-0000-000000000000}"/>
          </ac:spMkLst>
        </pc:spChg>
      </pc:sldChg>
      <pc:sldChg chg="delSp modSp del mod">
        <pc:chgData name="Ms Alina Arshad" userId="cccdfd85-d35d-4453-9c6f-a463aae40722" providerId="ADAL" clId="{EADAEE91-4A7C-4065-A245-779568A60DD0}" dt="2024-08-25T15:13:48.352" v="323" actId="2696"/>
        <pc:sldMkLst>
          <pc:docMk/>
          <pc:sldMk cId="2646350301" sldId="367"/>
        </pc:sldMkLst>
        <pc:spChg chg="mod">
          <ac:chgData name="Ms Alina Arshad" userId="cccdfd85-d35d-4453-9c6f-a463aae40722" providerId="ADAL" clId="{EADAEE91-4A7C-4065-A245-779568A60DD0}" dt="2024-08-25T15:13:28.452" v="322" actId="207"/>
          <ac:spMkLst>
            <pc:docMk/>
            <pc:sldMk cId="2646350301" sldId="367"/>
            <ac:spMk id="3" creationId="{2518979F-5DCB-4663-9049-A6A42C1D2313}"/>
          </ac:spMkLst>
        </pc:spChg>
        <pc:spChg chg="del">
          <ac:chgData name="Ms Alina Arshad" userId="cccdfd85-d35d-4453-9c6f-a463aae40722" providerId="ADAL" clId="{EADAEE91-4A7C-4065-A245-779568A60DD0}" dt="2024-08-25T13:49:36.906" v="86" actId="478"/>
          <ac:spMkLst>
            <pc:docMk/>
            <pc:sldMk cId="2646350301" sldId="367"/>
            <ac:spMk id="4" creationId="{00000000-0000-0000-0000-000000000000}"/>
          </ac:spMkLst>
        </pc:spChg>
        <pc:spChg chg="del">
          <ac:chgData name="Ms Alina Arshad" userId="cccdfd85-d35d-4453-9c6f-a463aae40722" providerId="ADAL" clId="{EADAEE91-4A7C-4065-A245-779568A60DD0}" dt="2024-08-25T13:49:42.150" v="87" actId="478"/>
          <ac:spMkLst>
            <pc:docMk/>
            <pc:sldMk cId="2646350301" sldId="367"/>
            <ac:spMk id="5" creationId="{00000000-0000-0000-0000-000000000000}"/>
          </ac:spMkLst>
        </pc:spChg>
      </pc:sldChg>
      <pc:sldChg chg="modSp add mod">
        <pc:chgData name="Ms Alina Arshad" userId="cccdfd85-d35d-4453-9c6f-a463aae40722" providerId="ADAL" clId="{EADAEE91-4A7C-4065-A245-779568A60DD0}" dt="2024-08-25T15:08:15.486" v="296" actId="207"/>
        <pc:sldMkLst>
          <pc:docMk/>
          <pc:sldMk cId="0" sldId="368"/>
        </pc:sldMkLst>
        <pc:spChg chg="mod">
          <ac:chgData name="Ms Alina Arshad" userId="cccdfd85-d35d-4453-9c6f-a463aae40722" providerId="ADAL" clId="{EADAEE91-4A7C-4065-A245-779568A60DD0}" dt="2024-08-25T15:08:15.486" v="296" actId="207"/>
          <ac:spMkLst>
            <pc:docMk/>
            <pc:sldMk cId="0" sldId="368"/>
            <ac:spMk id="31746" creationId="{3F73AF0F-32BB-BF3D-2A46-896C3B9747AB}"/>
          </ac:spMkLst>
        </pc:spChg>
      </pc:sldChg>
      <pc:sldChg chg="modSp add mod">
        <pc:chgData name="Ms Alina Arshad" userId="cccdfd85-d35d-4453-9c6f-a463aae40722" providerId="ADAL" clId="{EADAEE91-4A7C-4065-A245-779568A60DD0}" dt="2024-08-25T15:05:05.625" v="234" actId="207"/>
        <pc:sldMkLst>
          <pc:docMk/>
          <pc:sldMk cId="0" sldId="369"/>
        </pc:sldMkLst>
        <pc:spChg chg="mod">
          <ac:chgData name="Ms Alina Arshad" userId="cccdfd85-d35d-4453-9c6f-a463aae40722" providerId="ADAL" clId="{EADAEE91-4A7C-4065-A245-779568A60DD0}" dt="2024-08-25T15:05:05.625" v="234" actId="207"/>
          <ac:spMkLst>
            <pc:docMk/>
            <pc:sldMk cId="0" sldId="369"/>
            <ac:spMk id="26626" creationId="{A4F027D1-2AC1-1C80-C6CA-8BCE00F02C1D}"/>
          </ac:spMkLst>
        </pc:spChg>
      </pc:sldChg>
      <pc:sldChg chg="delSp add del mod">
        <pc:chgData name="Ms Alina Arshad" userId="cccdfd85-d35d-4453-9c6f-a463aae40722" providerId="ADAL" clId="{EADAEE91-4A7C-4065-A245-779568A60DD0}" dt="2024-08-25T15:13:48.352" v="323" actId="2696"/>
        <pc:sldMkLst>
          <pc:docMk/>
          <pc:sldMk cId="894339878" sldId="370"/>
        </pc:sldMkLst>
        <pc:spChg chg="del">
          <ac:chgData name="Ms Alina Arshad" userId="cccdfd85-d35d-4453-9c6f-a463aae40722" providerId="ADAL" clId="{EADAEE91-4A7C-4065-A245-779568A60DD0}" dt="2024-08-25T13:51:31.553" v="92" actId="478"/>
          <ac:spMkLst>
            <pc:docMk/>
            <pc:sldMk cId="894339878" sldId="370"/>
            <ac:spMk id="2" creationId="{00000000-0000-0000-0000-000000000000}"/>
          </ac:spMkLst>
        </pc:spChg>
        <pc:spChg chg="del">
          <ac:chgData name="Ms Alina Arshad" userId="cccdfd85-d35d-4453-9c6f-a463aae40722" providerId="ADAL" clId="{EADAEE91-4A7C-4065-A245-779568A60DD0}" dt="2024-08-25T13:51:33.286" v="93" actId="478"/>
          <ac:spMkLst>
            <pc:docMk/>
            <pc:sldMk cId="894339878" sldId="370"/>
            <ac:spMk id="5" creationId="{00000000-0000-0000-0000-000000000000}"/>
          </ac:spMkLst>
        </pc:spChg>
      </pc:sldChg>
      <pc:sldChg chg="modSp add mod">
        <pc:chgData name="Ms Alina Arshad" userId="cccdfd85-d35d-4453-9c6f-a463aae40722" providerId="ADAL" clId="{EADAEE91-4A7C-4065-A245-779568A60DD0}" dt="2024-08-25T15:08:38.988" v="299" actId="1076"/>
        <pc:sldMkLst>
          <pc:docMk/>
          <pc:sldMk cId="3002628608" sldId="371"/>
        </pc:sldMkLst>
        <pc:spChg chg="mod">
          <ac:chgData name="Ms Alina Arshad" userId="cccdfd85-d35d-4453-9c6f-a463aae40722" providerId="ADAL" clId="{EADAEE91-4A7C-4065-A245-779568A60DD0}" dt="2024-08-25T15:08:38.988" v="299" actId="1076"/>
          <ac:spMkLst>
            <pc:docMk/>
            <pc:sldMk cId="3002628608" sldId="371"/>
            <ac:spMk id="4" creationId="{94D4E49B-D791-29C0-F6A5-C1046AC56CDE}"/>
          </ac:spMkLst>
        </pc:spChg>
        <pc:spChg chg="mod">
          <ac:chgData name="Ms Alina Arshad" userId="cccdfd85-d35d-4453-9c6f-a463aae40722" providerId="ADAL" clId="{EADAEE91-4A7C-4065-A245-779568A60DD0}" dt="2024-08-25T15:08:30.414" v="298" actId="1076"/>
          <ac:spMkLst>
            <pc:docMk/>
            <pc:sldMk cId="3002628608" sldId="371"/>
            <ac:spMk id="32770" creationId="{FA441A40-7A87-2958-591E-25A88C4756ED}"/>
          </ac:spMkLst>
        </pc:spChg>
      </pc:sldChg>
      <pc:sldChg chg="modSp add mod">
        <pc:chgData name="Ms Alina Arshad" userId="cccdfd85-d35d-4453-9c6f-a463aae40722" providerId="ADAL" clId="{EADAEE91-4A7C-4065-A245-779568A60DD0}" dt="2024-08-25T15:08:51.078" v="301" actId="207"/>
        <pc:sldMkLst>
          <pc:docMk/>
          <pc:sldMk cId="0" sldId="372"/>
        </pc:sldMkLst>
        <pc:spChg chg="mod">
          <ac:chgData name="Ms Alina Arshad" userId="cccdfd85-d35d-4453-9c6f-a463aae40722" providerId="ADAL" clId="{EADAEE91-4A7C-4065-A245-779568A60DD0}" dt="2024-08-25T15:08:51.078" v="301" actId="207"/>
          <ac:spMkLst>
            <pc:docMk/>
            <pc:sldMk cId="0" sldId="372"/>
            <ac:spMk id="33794" creationId="{21B4FF6A-7A53-1B02-2C5F-197ADE8BB9A5}"/>
          </ac:spMkLst>
        </pc:spChg>
      </pc:sldChg>
      <pc:sldChg chg="delSp modSp add del mod">
        <pc:chgData name="Ms Alina Arshad" userId="cccdfd85-d35d-4453-9c6f-a463aae40722" providerId="ADAL" clId="{EADAEE91-4A7C-4065-A245-779568A60DD0}" dt="2024-08-25T15:13:48.352" v="323" actId="2696"/>
        <pc:sldMkLst>
          <pc:docMk/>
          <pc:sldMk cId="2581933320" sldId="373"/>
        </pc:sldMkLst>
        <pc:spChg chg="del">
          <ac:chgData name="Ms Alina Arshad" userId="cccdfd85-d35d-4453-9c6f-a463aae40722" providerId="ADAL" clId="{EADAEE91-4A7C-4065-A245-779568A60DD0}" dt="2024-08-25T13:51:25.425" v="90" actId="478"/>
          <ac:spMkLst>
            <pc:docMk/>
            <pc:sldMk cId="2581933320" sldId="373"/>
            <ac:spMk id="5" creationId="{00000000-0000-0000-0000-000000000000}"/>
          </ac:spMkLst>
        </pc:spChg>
        <pc:spChg chg="del">
          <ac:chgData name="Ms Alina Arshad" userId="cccdfd85-d35d-4453-9c6f-a463aae40722" providerId="ADAL" clId="{EADAEE91-4A7C-4065-A245-779568A60DD0}" dt="2024-08-25T13:51:27.178" v="91" actId="478"/>
          <ac:spMkLst>
            <pc:docMk/>
            <pc:sldMk cId="2581933320" sldId="373"/>
            <ac:spMk id="6" creationId="{00000000-0000-0000-0000-000000000000}"/>
          </ac:spMkLst>
        </pc:spChg>
        <pc:picChg chg="mod">
          <ac:chgData name="Ms Alina Arshad" userId="cccdfd85-d35d-4453-9c6f-a463aae40722" providerId="ADAL" clId="{EADAEE91-4A7C-4065-A245-779568A60DD0}" dt="2024-08-25T13:51:23.578" v="89" actId="1076"/>
          <ac:picMkLst>
            <pc:docMk/>
            <pc:sldMk cId="2581933320" sldId="373"/>
            <ac:picMk id="4" creationId="{47E901C3-88FE-4B0F-8736-32CA0B98907C}"/>
          </ac:picMkLst>
        </pc:picChg>
      </pc:sldChg>
      <pc:sldChg chg="modSp add mod">
        <pc:chgData name="Ms Alina Arshad" userId="cccdfd85-d35d-4453-9c6f-a463aae40722" providerId="ADAL" clId="{EADAEE91-4A7C-4065-A245-779568A60DD0}" dt="2024-08-25T14:58:46.193" v="155" actId="14100"/>
        <pc:sldMkLst>
          <pc:docMk/>
          <pc:sldMk cId="0" sldId="374"/>
        </pc:sldMkLst>
        <pc:spChg chg="mod">
          <ac:chgData name="Ms Alina Arshad" userId="cccdfd85-d35d-4453-9c6f-a463aae40722" providerId="ADAL" clId="{EADAEE91-4A7C-4065-A245-779568A60DD0}" dt="2024-08-25T14:58:41.662" v="153" actId="1076"/>
          <ac:spMkLst>
            <pc:docMk/>
            <pc:sldMk cId="0" sldId="374"/>
            <ac:spMk id="19458" creationId="{257D38D8-EC6F-DB19-5669-DB3AFD529775}"/>
          </ac:spMkLst>
        </pc:spChg>
        <pc:picChg chg="mod">
          <ac:chgData name="Ms Alina Arshad" userId="cccdfd85-d35d-4453-9c6f-a463aae40722" providerId="ADAL" clId="{EADAEE91-4A7C-4065-A245-779568A60DD0}" dt="2024-08-25T14:58:46.193" v="155" actId="14100"/>
          <ac:picMkLst>
            <pc:docMk/>
            <pc:sldMk cId="0" sldId="374"/>
            <ac:picMk id="19459" creationId="{08D96F9A-03EF-D418-E75A-0E6D82E325DD}"/>
          </ac:picMkLst>
        </pc:picChg>
      </pc:sldChg>
      <pc:sldChg chg="del">
        <pc:chgData name="Ms Alina Arshad" userId="cccdfd85-d35d-4453-9c6f-a463aae40722" providerId="ADAL" clId="{EADAEE91-4A7C-4065-A245-779568A60DD0}" dt="2024-08-25T13:34:25.062" v="0" actId="47"/>
        <pc:sldMkLst>
          <pc:docMk/>
          <pc:sldMk cId="50377824" sldId="375"/>
        </pc:sldMkLst>
      </pc:sldChg>
      <pc:sldChg chg="del">
        <pc:chgData name="Ms Alina Arshad" userId="cccdfd85-d35d-4453-9c6f-a463aae40722" providerId="ADAL" clId="{EADAEE91-4A7C-4065-A245-779568A60DD0}" dt="2024-08-25T13:34:25.561" v="1" actId="47"/>
        <pc:sldMkLst>
          <pc:docMk/>
          <pc:sldMk cId="387448209" sldId="376"/>
        </pc:sldMkLst>
      </pc:sldChg>
      <pc:sldChg chg="modSp add mod">
        <pc:chgData name="Ms Alina Arshad" userId="cccdfd85-d35d-4453-9c6f-a463aae40722" providerId="ADAL" clId="{EADAEE91-4A7C-4065-A245-779568A60DD0}" dt="2024-08-25T15:10:28.603" v="313" actId="14100"/>
        <pc:sldMkLst>
          <pc:docMk/>
          <pc:sldMk cId="0" sldId="377"/>
        </pc:sldMkLst>
        <pc:spChg chg="mod">
          <ac:chgData name="Ms Alina Arshad" userId="cccdfd85-d35d-4453-9c6f-a463aae40722" providerId="ADAL" clId="{EADAEE91-4A7C-4065-A245-779568A60DD0}" dt="2024-08-25T15:10:28.603" v="313" actId="14100"/>
          <ac:spMkLst>
            <pc:docMk/>
            <pc:sldMk cId="0" sldId="377"/>
            <ac:spMk id="3" creationId="{9C77C349-0A59-5576-A92B-0169D43EA6ED}"/>
          </ac:spMkLst>
        </pc:spChg>
        <pc:spChg chg="mod">
          <ac:chgData name="Ms Alina Arshad" userId="cccdfd85-d35d-4453-9c6f-a463aae40722" providerId="ADAL" clId="{EADAEE91-4A7C-4065-A245-779568A60DD0}" dt="2024-08-25T14:57:11.438" v="131" actId="207"/>
          <ac:spMkLst>
            <pc:docMk/>
            <pc:sldMk cId="0" sldId="377"/>
            <ac:spMk id="16386" creationId="{D17D7E4F-39CA-AA82-79C3-3E53DD62665E}"/>
          </ac:spMkLst>
        </pc:spChg>
      </pc:sldChg>
      <pc:sldChg chg="del">
        <pc:chgData name="Ms Alina Arshad" userId="cccdfd85-d35d-4453-9c6f-a463aae40722" providerId="ADAL" clId="{EADAEE91-4A7C-4065-A245-779568A60DD0}" dt="2024-08-25T13:35:28.486" v="4" actId="2696"/>
        <pc:sldMkLst>
          <pc:docMk/>
          <pc:sldMk cId="878700326" sldId="377"/>
        </pc:sldMkLst>
      </pc:sldChg>
      <pc:sldChg chg="delSp modSp del mod ord">
        <pc:chgData name="Ms Alina Arshad" userId="cccdfd85-d35d-4453-9c6f-a463aae40722" providerId="ADAL" clId="{EADAEE91-4A7C-4065-A245-779568A60DD0}" dt="2024-08-25T15:10:58.195" v="314" actId="47"/>
        <pc:sldMkLst>
          <pc:docMk/>
          <pc:sldMk cId="4064093034" sldId="378"/>
        </pc:sldMkLst>
        <pc:spChg chg="mod">
          <ac:chgData name="Ms Alina Arshad" userId="cccdfd85-d35d-4453-9c6f-a463aae40722" providerId="ADAL" clId="{EADAEE91-4A7C-4065-A245-779568A60DD0}" dt="2024-08-25T14:52:44.627" v="101" actId="207"/>
          <ac:spMkLst>
            <pc:docMk/>
            <pc:sldMk cId="4064093034" sldId="378"/>
            <ac:spMk id="2" creationId="{5968DE79-4CF3-4764-A498-BFA5C2621DBE}"/>
          </ac:spMkLst>
        </pc:spChg>
        <pc:spChg chg="mod">
          <ac:chgData name="Ms Alina Arshad" userId="cccdfd85-d35d-4453-9c6f-a463aae40722" providerId="ADAL" clId="{EADAEE91-4A7C-4065-A245-779568A60DD0}" dt="2024-08-25T14:52:44.627" v="101" actId="207"/>
          <ac:spMkLst>
            <pc:docMk/>
            <pc:sldMk cId="4064093034" sldId="378"/>
            <ac:spMk id="3" creationId="{43DC346B-280B-4E52-8205-38BC91F5925A}"/>
          </ac:spMkLst>
        </pc:spChg>
        <pc:spChg chg="del">
          <ac:chgData name="Ms Alina Arshad" userId="cccdfd85-d35d-4453-9c6f-a463aae40722" providerId="ADAL" clId="{EADAEE91-4A7C-4065-A245-779568A60DD0}" dt="2024-08-25T13:41:07.411" v="7" actId="478"/>
          <ac:spMkLst>
            <pc:docMk/>
            <pc:sldMk cId="4064093034" sldId="378"/>
            <ac:spMk id="5" creationId="{00000000-0000-0000-0000-000000000000}"/>
          </ac:spMkLst>
        </pc:spChg>
        <pc:spChg chg="del">
          <ac:chgData name="Ms Alina Arshad" userId="cccdfd85-d35d-4453-9c6f-a463aae40722" providerId="ADAL" clId="{EADAEE91-4A7C-4065-A245-779568A60DD0}" dt="2024-08-25T13:41:10.096" v="8" actId="478"/>
          <ac:spMkLst>
            <pc:docMk/>
            <pc:sldMk cId="4064093034" sldId="378"/>
            <ac:spMk id="6" creationId="{00000000-0000-0000-0000-000000000000}"/>
          </ac:spMkLst>
        </pc:spChg>
        <pc:picChg chg="mod">
          <ac:chgData name="Ms Alina Arshad" userId="cccdfd85-d35d-4453-9c6f-a463aae40722" providerId="ADAL" clId="{EADAEE91-4A7C-4065-A245-779568A60DD0}" dt="2024-08-25T13:41:13.480" v="9" actId="1076"/>
          <ac:picMkLst>
            <pc:docMk/>
            <pc:sldMk cId="4064093034" sldId="378"/>
            <ac:picMk id="4" creationId="{3DBBE8BF-96C3-4767-8BE0-EE4991F19397}"/>
          </ac:picMkLst>
        </pc:picChg>
      </pc:sldChg>
      <pc:sldChg chg="delSp modSp del mod">
        <pc:chgData name="Ms Alina Arshad" userId="cccdfd85-d35d-4453-9c6f-a463aae40722" providerId="ADAL" clId="{EADAEE91-4A7C-4065-A245-779568A60DD0}" dt="2024-08-25T14:53:42.332" v="102" actId="47"/>
        <pc:sldMkLst>
          <pc:docMk/>
          <pc:sldMk cId="1461775536" sldId="379"/>
        </pc:sldMkLst>
        <pc:spChg chg="mod">
          <ac:chgData name="Ms Alina Arshad" userId="cccdfd85-d35d-4453-9c6f-a463aae40722" providerId="ADAL" clId="{EADAEE91-4A7C-4065-A245-779568A60DD0}" dt="2024-08-25T13:43:42.744" v="45" actId="1076"/>
          <ac:spMkLst>
            <pc:docMk/>
            <pc:sldMk cId="1461775536" sldId="379"/>
            <ac:spMk id="2" creationId="{D78211DC-DCD2-47C1-B8A3-58D1AA2D7DC9}"/>
          </ac:spMkLst>
        </pc:spChg>
        <pc:spChg chg="mod">
          <ac:chgData name="Ms Alina Arshad" userId="cccdfd85-d35d-4453-9c6f-a463aae40722" providerId="ADAL" clId="{EADAEE91-4A7C-4065-A245-779568A60DD0}" dt="2024-08-25T13:43:54.193" v="49" actId="14100"/>
          <ac:spMkLst>
            <pc:docMk/>
            <pc:sldMk cId="1461775536" sldId="379"/>
            <ac:spMk id="3" creationId="{C5C165DD-8B1C-4A87-83B9-18B35B126F92}"/>
          </ac:spMkLst>
        </pc:spChg>
        <pc:spChg chg="del">
          <ac:chgData name="Ms Alina Arshad" userId="cccdfd85-d35d-4453-9c6f-a463aae40722" providerId="ADAL" clId="{EADAEE91-4A7C-4065-A245-779568A60DD0}" dt="2024-08-25T13:43:56.477" v="50" actId="478"/>
          <ac:spMkLst>
            <pc:docMk/>
            <pc:sldMk cId="1461775536" sldId="379"/>
            <ac:spMk id="4" creationId="{00000000-0000-0000-0000-000000000000}"/>
          </ac:spMkLst>
        </pc:spChg>
        <pc:spChg chg="del">
          <ac:chgData name="Ms Alina Arshad" userId="cccdfd85-d35d-4453-9c6f-a463aae40722" providerId="ADAL" clId="{EADAEE91-4A7C-4065-A245-779568A60DD0}" dt="2024-08-25T13:43:59.873" v="51" actId="478"/>
          <ac:spMkLst>
            <pc:docMk/>
            <pc:sldMk cId="1461775536" sldId="379"/>
            <ac:spMk id="5" creationId="{00000000-0000-0000-0000-000000000000}"/>
          </ac:spMkLst>
        </pc:spChg>
      </pc:sldChg>
      <pc:sldChg chg="delSp modSp del mod">
        <pc:chgData name="Ms Alina Arshad" userId="cccdfd85-d35d-4453-9c6f-a463aae40722" providerId="ADAL" clId="{EADAEE91-4A7C-4065-A245-779568A60DD0}" dt="2024-08-25T14:53:43.340" v="103" actId="47"/>
        <pc:sldMkLst>
          <pc:docMk/>
          <pc:sldMk cId="1822324932" sldId="380"/>
        </pc:sldMkLst>
        <pc:spChg chg="mod">
          <ac:chgData name="Ms Alina Arshad" userId="cccdfd85-d35d-4453-9c6f-a463aae40722" providerId="ADAL" clId="{EADAEE91-4A7C-4065-A245-779568A60DD0}" dt="2024-08-25T13:44:11.452" v="54" actId="207"/>
          <ac:spMkLst>
            <pc:docMk/>
            <pc:sldMk cId="1822324932" sldId="380"/>
            <ac:spMk id="2" creationId="{D0A3B775-4D7B-444A-BAC6-72B54826614E}"/>
          </ac:spMkLst>
        </pc:spChg>
        <pc:spChg chg="mod">
          <ac:chgData name="Ms Alina Arshad" userId="cccdfd85-d35d-4453-9c6f-a463aae40722" providerId="ADAL" clId="{EADAEE91-4A7C-4065-A245-779568A60DD0}" dt="2024-08-25T13:44:52.564" v="58" actId="255"/>
          <ac:spMkLst>
            <pc:docMk/>
            <pc:sldMk cId="1822324932" sldId="380"/>
            <ac:spMk id="3" creationId="{EAB04FEA-9BA2-4990-A45A-478A844BEA75}"/>
          </ac:spMkLst>
        </pc:spChg>
        <pc:spChg chg="del">
          <ac:chgData name="Ms Alina Arshad" userId="cccdfd85-d35d-4453-9c6f-a463aae40722" providerId="ADAL" clId="{EADAEE91-4A7C-4065-A245-779568A60DD0}" dt="2024-08-25T13:44:16.661" v="55" actId="478"/>
          <ac:spMkLst>
            <pc:docMk/>
            <pc:sldMk cId="1822324932" sldId="380"/>
            <ac:spMk id="4" creationId="{00000000-0000-0000-0000-000000000000}"/>
          </ac:spMkLst>
        </pc:spChg>
        <pc:spChg chg="del">
          <ac:chgData name="Ms Alina Arshad" userId="cccdfd85-d35d-4453-9c6f-a463aae40722" providerId="ADAL" clId="{EADAEE91-4A7C-4065-A245-779568A60DD0}" dt="2024-08-25T13:44:41.318" v="56" actId="478"/>
          <ac:spMkLst>
            <pc:docMk/>
            <pc:sldMk cId="1822324932" sldId="380"/>
            <ac:spMk id="5" creationId="{00000000-0000-0000-0000-000000000000}"/>
          </ac:spMkLst>
        </pc:spChg>
      </pc:sldChg>
      <pc:sldChg chg="delSp modSp del mod">
        <pc:chgData name="Ms Alina Arshad" userId="cccdfd85-d35d-4453-9c6f-a463aae40722" providerId="ADAL" clId="{EADAEE91-4A7C-4065-A245-779568A60DD0}" dt="2024-08-25T14:53:50.254" v="104" actId="47"/>
        <pc:sldMkLst>
          <pc:docMk/>
          <pc:sldMk cId="4242572248" sldId="381"/>
        </pc:sldMkLst>
        <pc:spChg chg="mod">
          <ac:chgData name="Ms Alina Arshad" userId="cccdfd85-d35d-4453-9c6f-a463aae40722" providerId="ADAL" clId="{EADAEE91-4A7C-4065-A245-779568A60DD0}" dt="2024-08-25T13:45:14.185" v="61" actId="207"/>
          <ac:spMkLst>
            <pc:docMk/>
            <pc:sldMk cId="4242572248" sldId="381"/>
            <ac:spMk id="2" creationId="{4F73BFD3-DE5B-4C37-8B49-6083EEF64986}"/>
          </ac:spMkLst>
        </pc:spChg>
        <pc:spChg chg="mod">
          <ac:chgData name="Ms Alina Arshad" userId="cccdfd85-d35d-4453-9c6f-a463aae40722" providerId="ADAL" clId="{EADAEE91-4A7C-4065-A245-779568A60DD0}" dt="2024-08-25T13:45:18.401" v="62" actId="207"/>
          <ac:spMkLst>
            <pc:docMk/>
            <pc:sldMk cId="4242572248" sldId="381"/>
            <ac:spMk id="3" creationId="{F2238212-6622-4C4B-824C-18A1C8DB74A1}"/>
          </ac:spMkLst>
        </pc:spChg>
        <pc:spChg chg="del">
          <ac:chgData name="Ms Alina Arshad" userId="cccdfd85-d35d-4453-9c6f-a463aae40722" providerId="ADAL" clId="{EADAEE91-4A7C-4065-A245-779568A60DD0}" dt="2024-08-25T13:45:22.876" v="63" actId="478"/>
          <ac:spMkLst>
            <pc:docMk/>
            <pc:sldMk cId="4242572248" sldId="381"/>
            <ac:spMk id="4" creationId="{00000000-0000-0000-0000-000000000000}"/>
          </ac:spMkLst>
        </pc:spChg>
        <pc:spChg chg="del">
          <ac:chgData name="Ms Alina Arshad" userId="cccdfd85-d35d-4453-9c6f-a463aae40722" providerId="ADAL" clId="{EADAEE91-4A7C-4065-A245-779568A60DD0}" dt="2024-08-25T13:45:32.146" v="64" actId="478"/>
          <ac:spMkLst>
            <pc:docMk/>
            <pc:sldMk cId="4242572248" sldId="381"/>
            <ac:spMk id="5" creationId="{00000000-0000-0000-0000-000000000000}"/>
          </ac:spMkLst>
        </pc:spChg>
      </pc:sldChg>
      <pc:sldChg chg="delSp modSp del mod">
        <pc:chgData name="Ms Alina Arshad" userId="cccdfd85-d35d-4453-9c6f-a463aae40722" providerId="ADAL" clId="{EADAEE91-4A7C-4065-A245-779568A60DD0}" dt="2024-08-25T15:09:34.247" v="307" actId="47"/>
        <pc:sldMkLst>
          <pc:docMk/>
          <pc:sldMk cId="2023843453" sldId="382"/>
        </pc:sldMkLst>
        <pc:spChg chg="mod">
          <ac:chgData name="Ms Alina Arshad" userId="cccdfd85-d35d-4453-9c6f-a463aae40722" providerId="ADAL" clId="{EADAEE91-4A7C-4065-A245-779568A60DD0}" dt="2024-08-25T13:45:46.060" v="68" actId="207"/>
          <ac:spMkLst>
            <pc:docMk/>
            <pc:sldMk cId="2023843453" sldId="382"/>
            <ac:spMk id="2" creationId="{538BF2FB-FC35-43EB-BA77-A3228EA47211}"/>
          </ac:spMkLst>
        </pc:spChg>
        <pc:spChg chg="mod">
          <ac:chgData name="Ms Alina Arshad" userId="cccdfd85-d35d-4453-9c6f-a463aae40722" providerId="ADAL" clId="{EADAEE91-4A7C-4065-A245-779568A60DD0}" dt="2024-08-25T13:46:00.816" v="72" actId="14100"/>
          <ac:spMkLst>
            <pc:docMk/>
            <pc:sldMk cId="2023843453" sldId="382"/>
            <ac:spMk id="3" creationId="{5AE28F7A-B346-45F1-9C9B-99DF1EEE1C65}"/>
          </ac:spMkLst>
        </pc:spChg>
        <pc:spChg chg="del">
          <ac:chgData name="Ms Alina Arshad" userId="cccdfd85-d35d-4453-9c6f-a463aae40722" providerId="ADAL" clId="{EADAEE91-4A7C-4065-A245-779568A60DD0}" dt="2024-08-25T13:46:07.394" v="74" actId="478"/>
          <ac:spMkLst>
            <pc:docMk/>
            <pc:sldMk cId="2023843453" sldId="382"/>
            <ac:spMk id="5" creationId="{00000000-0000-0000-0000-000000000000}"/>
          </ac:spMkLst>
        </pc:spChg>
        <pc:spChg chg="del">
          <ac:chgData name="Ms Alina Arshad" userId="cccdfd85-d35d-4453-9c6f-a463aae40722" providerId="ADAL" clId="{EADAEE91-4A7C-4065-A245-779568A60DD0}" dt="2024-08-25T13:46:09.421" v="75" actId="478"/>
          <ac:spMkLst>
            <pc:docMk/>
            <pc:sldMk cId="2023843453" sldId="382"/>
            <ac:spMk id="6" creationId="{00000000-0000-0000-0000-000000000000}"/>
          </ac:spMkLst>
        </pc:spChg>
        <pc:picChg chg="mod">
          <ac:chgData name="Ms Alina Arshad" userId="cccdfd85-d35d-4453-9c6f-a463aae40722" providerId="ADAL" clId="{EADAEE91-4A7C-4065-A245-779568A60DD0}" dt="2024-08-25T13:46:04.469" v="73" actId="1076"/>
          <ac:picMkLst>
            <pc:docMk/>
            <pc:sldMk cId="2023843453" sldId="382"/>
            <ac:picMk id="4" creationId="{E3038F35-9107-48C4-8C73-EA2DFE362B9E}"/>
          </ac:picMkLst>
        </pc:picChg>
      </pc:sldChg>
      <pc:sldChg chg="delSp modSp del mod ord">
        <pc:chgData name="Ms Alina Arshad" userId="cccdfd85-d35d-4453-9c6f-a463aae40722" providerId="ADAL" clId="{EADAEE91-4A7C-4065-A245-779568A60DD0}" dt="2024-08-25T15:09:35.215" v="308" actId="47"/>
        <pc:sldMkLst>
          <pc:docMk/>
          <pc:sldMk cId="938158308" sldId="383"/>
        </pc:sldMkLst>
        <pc:spChg chg="mod">
          <ac:chgData name="Ms Alina Arshad" userId="cccdfd85-d35d-4453-9c6f-a463aae40722" providerId="ADAL" clId="{EADAEE91-4A7C-4065-A245-779568A60DD0}" dt="2024-08-25T13:46:30.186" v="80" actId="207"/>
          <ac:spMkLst>
            <pc:docMk/>
            <pc:sldMk cId="938158308" sldId="383"/>
            <ac:spMk id="2" creationId="{CCD37E2F-361C-46F4-BD07-2D803DB23F9E}"/>
          </ac:spMkLst>
        </pc:spChg>
        <pc:spChg chg="del">
          <ac:chgData name="Ms Alina Arshad" userId="cccdfd85-d35d-4453-9c6f-a463aae40722" providerId="ADAL" clId="{EADAEE91-4A7C-4065-A245-779568A60DD0}" dt="2024-08-25T13:51:54.195" v="98" actId="478"/>
          <ac:spMkLst>
            <pc:docMk/>
            <pc:sldMk cId="938158308" sldId="383"/>
            <ac:spMk id="4" creationId="{00000000-0000-0000-0000-000000000000}"/>
          </ac:spMkLst>
        </pc:spChg>
        <pc:spChg chg="del">
          <ac:chgData name="Ms Alina Arshad" userId="cccdfd85-d35d-4453-9c6f-a463aae40722" providerId="ADAL" clId="{EADAEE91-4A7C-4065-A245-779568A60DD0}" dt="2024-08-25T13:51:56.090" v="99" actId="478"/>
          <ac:spMkLst>
            <pc:docMk/>
            <pc:sldMk cId="938158308" sldId="383"/>
            <ac:spMk id="5" creationId="{00000000-0000-0000-0000-000000000000}"/>
          </ac:spMkLst>
        </pc:spChg>
      </pc:sldChg>
      <pc:sldChg chg="delSp del mod">
        <pc:chgData name="Ms Alina Arshad" userId="cccdfd85-d35d-4453-9c6f-a463aae40722" providerId="ADAL" clId="{EADAEE91-4A7C-4065-A245-779568A60DD0}" dt="2024-08-25T15:09:36.010" v="309" actId="47"/>
        <pc:sldMkLst>
          <pc:docMk/>
          <pc:sldMk cId="3237861477" sldId="384"/>
        </pc:sldMkLst>
        <pc:spChg chg="del">
          <ac:chgData name="Ms Alina Arshad" userId="cccdfd85-d35d-4453-9c6f-a463aae40722" providerId="ADAL" clId="{EADAEE91-4A7C-4065-A245-779568A60DD0}" dt="2024-08-25T13:48:33.764" v="81" actId="478"/>
          <ac:spMkLst>
            <pc:docMk/>
            <pc:sldMk cId="3237861477" sldId="384"/>
            <ac:spMk id="4" creationId="{00000000-0000-0000-0000-000000000000}"/>
          </ac:spMkLst>
        </pc:spChg>
        <pc:spChg chg="del">
          <ac:chgData name="Ms Alina Arshad" userId="cccdfd85-d35d-4453-9c6f-a463aae40722" providerId="ADAL" clId="{EADAEE91-4A7C-4065-A245-779568A60DD0}" dt="2024-08-25T13:49:21.739" v="84" actId="478"/>
          <ac:spMkLst>
            <pc:docMk/>
            <pc:sldMk cId="3237861477" sldId="384"/>
            <ac:spMk id="5" creationId="{00000000-0000-0000-0000-000000000000}"/>
          </ac:spMkLst>
        </pc:spChg>
      </pc:sldChg>
      <pc:sldChg chg="delSp mod">
        <pc:chgData name="Ms Alina Arshad" userId="cccdfd85-d35d-4453-9c6f-a463aae40722" providerId="ADAL" clId="{EADAEE91-4A7C-4065-A245-779568A60DD0}" dt="2024-08-25T13:48:49.110" v="83" actId="478"/>
        <pc:sldMkLst>
          <pc:docMk/>
          <pc:sldMk cId="511546327" sldId="385"/>
        </pc:sldMkLst>
        <pc:spChg chg="del">
          <ac:chgData name="Ms Alina Arshad" userId="cccdfd85-d35d-4453-9c6f-a463aae40722" providerId="ADAL" clId="{EADAEE91-4A7C-4065-A245-779568A60DD0}" dt="2024-08-25T13:48:45.157" v="82" actId="478"/>
          <ac:spMkLst>
            <pc:docMk/>
            <pc:sldMk cId="511546327" sldId="385"/>
            <ac:spMk id="4" creationId="{00000000-0000-0000-0000-000000000000}"/>
          </ac:spMkLst>
        </pc:spChg>
        <pc:spChg chg="del">
          <ac:chgData name="Ms Alina Arshad" userId="cccdfd85-d35d-4453-9c6f-a463aae40722" providerId="ADAL" clId="{EADAEE91-4A7C-4065-A245-779568A60DD0}" dt="2024-08-25T13:48:49.110" v="83" actId="478"/>
          <ac:spMkLst>
            <pc:docMk/>
            <pc:sldMk cId="511546327" sldId="385"/>
            <ac:spMk id="5" creationId="{00000000-0000-0000-0000-000000000000}"/>
          </ac:spMkLst>
        </pc:spChg>
      </pc:sldChg>
      <pc:sldChg chg="delSp add del mod">
        <pc:chgData name="Ms Alina Arshad" userId="cccdfd85-d35d-4453-9c6f-a463aae40722" providerId="ADAL" clId="{EADAEE91-4A7C-4065-A245-779568A60DD0}" dt="2024-08-25T15:13:48.352" v="323" actId="2696"/>
        <pc:sldMkLst>
          <pc:docMk/>
          <pc:sldMk cId="1584583967" sldId="386"/>
        </pc:sldMkLst>
        <pc:spChg chg="del">
          <ac:chgData name="Ms Alina Arshad" userId="cccdfd85-d35d-4453-9c6f-a463aae40722" providerId="ADAL" clId="{EADAEE91-4A7C-4065-A245-779568A60DD0}" dt="2024-08-25T13:51:36.422" v="94" actId="478"/>
          <ac:spMkLst>
            <pc:docMk/>
            <pc:sldMk cId="1584583967" sldId="386"/>
            <ac:spMk id="4" creationId="{00000000-0000-0000-0000-000000000000}"/>
          </ac:spMkLst>
        </pc:spChg>
        <pc:spChg chg="del">
          <ac:chgData name="Ms Alina Arshad" userId="cccdfd85-d35d-4453-9c6f-a463aae40722" providerId="ADAL" clId="{EADAEE91-4A7C-4065-A245-779568A60DD0}" dt="2024-08-25T13:51:38.372" v="95" actId="478"/>
          <ac:spMkLst>
            <pc:docMk/>
            <pc:sldMk cId="1584583967" sldId="386"/>
            <ac:spMk id="5" creationId="{00000000-0000-0000-0000-000000000000}"/>
          </ac:spMkLst>
        </pc:spChg>
      </pc:sldChg>
      <pc:sldChg chg="modSp add mod">
        <pc:chgData name="Ms Alina Arshad" userId="cccdfd85-d35d-4453-9c6f-a463aae40722" providerId="ADAL" clId="{EADAEE91-4A7C-4065-A245-779568A60DD0}" dt="2024-08-25T14:56:27.787" v="121" actId="207"/>
        <pc:sldMkLst>
          <pc:docMk/>
          <pc:sldMk cId="0" sldId="387"/>
        </pc:sldMkLst>
        <pc:spChg chg="mod">
          <ac:chgData name="Ms Alina Arshad" userId="cccdfd85-d35d-4453-9c6f-a463aae40722" providerId="ADAL" clId="{EADAEE91-4A7C-4065-A245-779568A60DD0}" dt="2024-08-25T14:56:03.653" v="117" actId="207"/>
          <ac:spMkLst>
            <pc:docMk/>
            <pc:sldMk cId="0" sldId="387"/>
            <ac:spMk id="14338" creationId="{81533B99-E9C6-177C-C5E3-C137C5976086}"/>
          </ac:spMkLst>
        </pc:spChg>
        <pc:spChg chg="mod">
          <ac:chgData name="Ms Alina Arshad" userId="cccdfd85-d35d-4453-9c6f-a463aae40722" providerId="ADAL" clId="{EADAEE91-4A7C-4065-A245-779568A60DD0}" dt="2024-08-25T14:56:27.787" v="121" actId="207"/>
          <ac:spMkLst>
            <pc:docMk/>
            <pc:sldMk cId="0" sldId="387"/>
            <ac:spMk id="29699" creationId="{B29985D4-6109-961B-1AE6-8442985EB065}"/>
          </ac:spMkLst>
        </pc:spChg>
      </pc:sldChg>
      <pc:sldChg chg="modSp add mod">
        <pc:chgData name="Ms Alina Arshad" userId="cccdfd85-d35d-4453-9c6f-a463aae40722" providerId="ADAL" clId="{EADAEE91-4A7C-4065-A245-779568A60DD0}" dt="2024-08-25T15:10:23.068" v="312" actId="255"/>
        <pc:sldMkLst>
          <pc:docMk/>
          <pc:sldMk cId="0" sldId="388"/>
        </pc:sldMkLst>
        <pc:spChg chg="mod">
          <ac:chgData name="Ms Alina Arshad" userId="cccdfd85-d35d-4453-9c6f-a463aae40722" providerId="ADAL" clId="{EADAEE91-4A7C-4065-A245-779568A60DD0}" dt="2024-08-25T15:10:23.068" v="312" actId="255"/>
          <ac:spMkLst>
            <pc:docMk/>
            <pc:sldMk cId="0" sldId="388"/>
            <ac:spMk id="3" creationId="{AC66B0F0-3DFF-05B3-759F-1E7F3B2FAA83}"/>
          </ac:spMkLst>
        </pc:spChg>
        <pc:spChg chg="mod">
          <ac:chgData name="Ms Alina Arshad" userId="cccdfd85-d35d-4453-9c6f-a463aae40722" providerId="ADAL" clId="{EADAEE91-4A7C-4065-A245-779568A60DD0}" dt="2024-08-25T14:56:36.138" v="123" actId="207"/>
          <ac:spMkLst>
            <pc:docMk/>
            <pc:sldMk cId="0" sldId="388"/>
            <ac:spMk id="15362" creationId="{B5D5958D-6E5F-9718-7AE6-E98B7E13C061}"/>
          </ac:spMkLst>
        </pc:spChg>
      </pc:sldChg>
      <pc:sldChg chg="addSp delSp modSp add mod">
        <pc:chgData name="Ms Alina Arshad" userId="cccdfd85-d35d-4453-9c6f-a463aae40722" providerId="ADAL" clId="{EADAEE91-4A7C-4065-A245-779568A60DD0}" dt="2024-08-25T15:07:59.774" v="292" actId="1076"/>
        <pc:sldMkLst>
          <pc:docMk/>
          <pc:sldMk cId="0" sldId="389"/>
        </pc:sldMkLst>
        <pc:spChg chg="add del mod">
          <ac:chgData name="Ms Alina Arshad" userId="cccdfd85-d35d-4453-9c6f-a463aae40722" providerId="ADAL" clId="{EADAEE91-4A7C-4065-A245-779568A60DD0}" dt="2024-08-25T15:07:37.186" v="260" actId="478"/>
          <ac:spMkLst>
            <pc:docMk/>
            <pc:sldMk cId="0" sldId="389"/>
            <ac:spMk id="2" creationId="{0CE23F3B-4239-597E-A5B0-E94D1CCE768F}"/>
          </ac:spMkLst>
        </pc:spChg>
        <pc:spChg chg="add mod">
          <ac:chgData name="Ms Alina Arshad" userId="cccdfd85-d35d-4453-9c6f-a463aae40722" providerId="ADAL" clId="{EADAEE91-4A7C-4065-A245-779568A60DD0}" dt="2024-08-25T15:07:59.774" v="292" actId="1076"/>
          <ac:spMkLst>
            <pc:docMk/>
            <pc:sldMk cId="0" sldId="389"/>
            <ac:spMk id="3" creationId="{0173BDB6-055B-979D-8CAA-5632A73BCD82}"/>
          </ac:spMkLst>
        </pc:spChg>
        <pc:spChg chg="add mod">
          <ac:chgData name="Ms Alina Arshad" userId="cccdfd85-d35d-4453-9c6f-a463aae40722" providerId="ADAL" clId="{EADAEE91-4A7C-4065-A245-779568A60DD0}" dt="2024-08-25T15:07:55.518" v="291" actId="1038"/>
          <ac:spMkLst>
            <pc:docMk/>
            <pc:sldMk cId="0" sldId="389"/>
            <ac:spMk id="4" creationId="{7FFE77F7-77BD-6779-7B8A-D5B59F9F7530}"/>
          </ac:spMkLst>
        </pc:spChg>
        <pc:spChg chg="add mod">
          <ac:chgData name="Ms Alina Arshad" userId="cccdfd85-d35d-4453-9c6f-a463aae40722" providerId="ADAL" clId="{EADAEE91-4A7C-4065-A245-779568A60DD0}" dt="2024-08-25T15:07:55.518" v="291" actId="1038"/>
          <ac:spMkLst>
            <pc:docMk/>
            <pc:sldMk cId="0" sldId="389"/>
            <ac:spMk id="5" creationId="{C4414AD6-34B1-DAA7-03FC-7EC433EC04E6}"/>
          </ac:spMkLst>
        </pc:spChg>
        <pc:spChg chg="add mod">
          <ac:chgData name="Ms Alina Arshad" userId="cccdfd85-d35d-4453-9c6f-a463aae40722" providerId="ADAL" clId="{EADAEE91-4A7C-4065-A245-779568A60DD0}" dt="2024-08-25T15:07:55.518" v="291" actId="1038"/>
          <ac:spMkLst>
            <pc:docMk/>
            <pc:sldMk cId="0" sldId="389"/>
            <ac:spMk id="6" creationId="{2E05F920-12EE-20C9-465F-E850967F1A78}"/>
          </ac:spMkLst>
        </pc:spChg>
        <pc:spChg chg="add mod">
          <ac:chgData name="Ms Alina Arshad" userId="cccdfd85-d35d-4453-9c6f-a463aae40722" providerId="ADAL" clId="{EADAEE91-4A7C-4065-A245-779568A60DD0}" dt="2024-08-25T15:07:55.518" v="291" actId="1038"/>
          <ac:spMkLst>
            <pc:docMk/>
            <pc:sldMk cId="0" sldId="389"/>
            <ac:spMk id="7" creationId="{36DDBCEF-D6D2-C158-E99C-C9CDC65F8F3D}"/>
          </ac:spMkLst>
        </pc:spChg>
        <pc:spChg chg="add mod">
          <ac:chgData name="Ms Alina Arshad" userId="cccdfd85-d35d-4453-9c6f-a463aae40722" providerId="ADAL" clId="{EADAEE91-4A7C-4065-A245-779568A60DD0}" dt="2024-08-25T15:07:55.518" v="291" actId="1038"/>
          <ac:spMkLst>
            <pc:docMk/>
            <pc:sldMk cId="0" sldId="389"/>
            <ac:spMk id="8" creationId="{17AE233E-13F0-77C2-B86F-7FEFD7F1B9F0}"/>
          </ac:spMkLst>
        </pc:spChg>
        <pc:spChg chg="add mod">
          <ac:chgData name="Ms Alina Arshad" userId="cccdfd85-d35d-4453-9c6f-a463aae40722" providerId="ADAL" clId="{EADAEE91-4A7C-4065-A245-779568A60DD0}" dt="2024-08-25T15:07:55.518" v="291" actId="1038"/>
          <ac:spMkLst>
            <pc:docMk/>
            <pc:sldMk cId="0" sldId="389"/>
            <ac:spMk id="9" creationId="{E7365357-B5DB-3CEF-F010-5742156B8C1B}"/>
          </ac:spMkLst>
        </pc:spChg>
        <pc:spChg chg="add mod">
          <ac:chgData name="Ms Alina Arshad" userId="cccdfd85-d35d-4453-9c6f-a463aae40722" providerId="ADAL" clId="{EADAEE91-4A7C-4065-A245-779568A60DD0}" dt="2024-08-25T15:07:55.518" v="291" actId="1038"/>
          <ac:spMkLst>
            <pc:docMk/>
            <pc:sldMk cId="0" sldId="389"/>
            <ac:spMk id="10" creationId="{8CE65B31-5F33-1B6C-2F06-BE41749D91AA}"/>
          </ac:spMkLst>
        </pc:spChg>
        <pc:spChg chg="add mod">
          <ac:chgData name="Ms Alina Arshad" userId="cccdfd85-d35d-4453-9c6f-a463aae40722" providerId="ADAL" clId="{EADAEE91-4A7C-4065-A245-779568A60DD0}" dt="2024-08-25T15:07:55.518" v="291" actId="1038"/>
          <ac:spMkLst>
            <pc:docMk/>
            <pc:sldMk cId="0" sldId="389"/>
            <ac:spMk id="11" creationId="{FA3B8632-49AD-498A-2A42-49E15FDFC5F6}"/>
          </ac:spMkLst>
        </pc:spChg>
        <pc:spChg chg="add mod">
          <ac:chgData name="Ms Alina Arshad" userId="cccdfd85-d35d-4453-9c6f-a463aae40722" providerId="ADAL" clId="{EADAEE91-4A7C-4065-A245-779568A60DD0}" dt="2024-08-25T15:07:55.518" v="291" actId="1038"/>
          <ac:spMkLst>
            <pc:docMk/>
            <pc:sldMk cId="0" sldId="389"/>
            <ac:spMk id="12" creationId="{6655D55A-3EB4-FB45-E5DF-E05B85B6EFCC}"/>
          </ac:spMkLst>
        </pc:spChg>
        <pc:spChg chg="add mod">
          <ac:chgData name="Ms Alina Arshad" userId="cccdfd85-d35d-4453-9c6f-a463aae40722" providerId="ADAL" clId="{EADAEE91-4A7C-4065-A245-779568A60DD0}" dt="2024-08-25T15:07:55.518" v="291" actId="1038"/>
          <ac:spMkLst>
            <pc:docMk/>
            <pc:sldMk cId="0" sldId="389"/>
            <ac:spMk id="13" creationId="{692A058E-6B2D-06E0-A7A9-05EC5DC3395C}"/>
          </ac:spMkLst>
        </pc:spChg>
        <pc:spChg chg="add mod">
          <ac:chgData name="Ms Alina Arshad" userId="cccdfd85-d35d-4453-9c6f-a463aae40722" providerId="ADAL" clId="{EADAEE91-4A7C-4065-A245-779568A60DD0}" dt="2024-08-25T15:07:55.518" v="291" actId="1038"/>
          <ac:spMkLst>
            <pc:docMk/>
            <pc:sldMk cId="0" sldId="389"/>
            <ac:spMk id="14" creationId="{23AB970B-A864-362B-B887-403304B23151}"/>
          </ac:spMkLst>
        </pc:spChg>
        <pc:spChg chg="add mod">
          <ac:chgData name="Ms Alina Arshad" userId="cccdfd85-d35d-4453-9c6f-a463aae40722" providerId="ADAL" clId="{EADAEE91-4A7C-4065-A245-779568A60DD0}" dt="2024-08-25T15:07:55.518" v="291" actId="1038"/>
          <ac:spMkLst>
            <pc:docMk/>
            <pc:sldMk cId="0" sldId="389"/>
            <ac:spMk id="15" creationId="{A5773E1F-E06B-EAEB-0D02-BD6A2BF6D1E7}"/>
          </ac:spMkLst>
        </pc:spChg>
        <pc:spChg chg="add mod">
          <ac:chgData name="Ms Alina Arshad" userId="cccdfd85-d35d-4453-9c6f-a463aae40722" providerId="ADAL" clId="{EADAEE91-4A7C-4065-A245-779568A60DD0}" dt="2024-08-25T15:07:55.518" v="291" actId="1038"/>
          <ac:spMkLst>
            <pc:docMk/>
            <pc:sldMk cId="0" sldId="389"/>
            <ac:spMk id="16" creationId="{879FA89E-6923-A723-4FD9-B6426E00E8DD}"/>
          </ac:spMkLst>
        </pc:spChg>
        <pc:spChg chg="del">
          <ac:chgData name="Ms Alina Arshad" userId="cccdfd85-d35d-4453-9c6f-a463aae40722" providerId="ADAL" clId="{EADAEE91-4A7C-4065-A245-779568A60DD0}" dt="2024-08-25T15:07:25.790" v="256" actId="478"/>
          <ac:spMkLst>
            <pc:docMk/>
            <pc:sldMk cId="0" sldId="389"/>
            <ac:spMk id="29698" creationId="{3F6F46F1-E6AC-8DD6-6673-7538B5C3F5BC}"/>
          </ac:spMkLst>
        </pc:spChg>
        <pc:spChg chg="del">
          <ac:chgData name="Ms Alina Arshad" userId="cccdfd85-d35d-4453-9c6f-a463aae40722" providerId="ADAL" clId="{EADAEE91-4A7C-4065-A245-779568A60DD0}" dt="2024-08-25T15:07:25.790" v="256" actId="478"/>
          <ac:spMkLst>
            <pc:docMk/>
            <pc:sldMk cId="0" sldId="389"/>
            <ac:spMk id="29699" creationId="{FC5184A2-F2B9-49F6-1654-ACACAB5C79AF}"/>
          </ac:spMkLst>
        </pc:spChg>
        <pc:spChg chg="del">
          <ac:chgData name="Ms Alina Arshad" userId="cccdfd85-d35d-4453-9c6f-a463aae40722" providerId="ADAL" clId="{EADAEE91-4A7C-4065-A245-779568A60DD0}" dt="2024-08-25T15:07:25.790" v="256" actId="478"/>
          <ac:spMkLst>
            <pc:docMk/>
            <pc:sldMk cId="0" sldId="389"/>
            <ac:spMk id="29700" creationId="{F4DE8B67-78F5-A9E1-6315-6FAB587D180D}"/>
          </ac:spMkLst>
        </pc:spChg>
        <pc:spChg chg="del">
          <ac:chgData name="Ms Alina Arshad" userId="cccdfd85-d35d-4453-9c6f-a463aae40722" providerId="ADAL" clId="{EADAEE91-4A7C-4065-A245-779568A60DD0}" dt="2024-08-25T15:07:25.790" v="256" actId="478"/>
          <ac:spMkLst>
            <pc:docMk/>
            <pc:sldMk cId="0" sldId="389"/>
            <ac:spMk id="29701" creationId="{C2D1E451-E89C-E4E6-FD6F-C8D7A163B35D}"/>
          </ac:spMkLst>
        </pc:spChg>
        <pc:spChg chg="del">
          <ac:chgData name="Ms Alina Arshad" userId="cccdfd85-d35d-4453-9c6f-a463aae40722" providerId="ADAL" clId="{EADAEE91-4A7C-4065-A245-779568A60DD0}" dt="2024-08-25T15:07:25.790" v="256" actId="478"/>
          <ac:spMkLst>
            <pc:docMk/>
            <pc:sldMk cId="0" sldId="389"/>
            <ac:spMk id="34822" creationId="{B08645AD-AE88-D2C7-F504-F425F4BE939B}"/>
          </ac:spMkLst>
        </pc:spChg>
        <pc:spChg chg="del">
          <ac:chgData name="Ms Alina Arshad" userId="cccdfd85-d35d-4453-9c6f-a463aae40722" providerId="ADAL" clId="{EADAEE91-4A7C-4065-A245-779568A60DD0}" dt="2024-08-25T15:07:25.790" v="256" actId="478"/>
          <ac:spMkLst>
            <pc:docMk/>
            <pc:sldMk cId="0" sldId="389"/>
            <ac:spMk id="34823" creationId="{5B6FBF83-817F-D141-D33E-459F0621F826}"/>
          </ac:spMkLst>
        </pc:spChg>
        <pc:spChg chg="del">
          <ac:chgData name="Ms Alina Arshad" userId="cccdfd85-d35d-4453-9c6f-a463aae40722" providerId="ADAL" clId="{EADAEE91-4A7C-4065-A245-779568A60DD0}" dt="2024-08-25T15:07:25.790" v="256" actId="478"/>
          <ac:spMkLst>
            <pc:docMk/>
            <pc:sldMk cId="0" sldId="389"/>
            <ac:spMk id="34824" creationId="{DB589E3A-BF2E-E221-E6B6-993A216E442E}"/>
          </ac:spMkLst>
        </pc:spChg>
        <pc:spChg chg="del">
          <ac:chgData name="Ms Alina Arshad" userId="cccdfd85-d35d-4453-9c6f-a463aae40722" providerId="ADAL" clId="{EADAEE91-4A7C-4065-A245-779568A60DD0}" dt="2024-08-25T15:07:25.790" v="256" actId="478"/>
          <ac:spMkLst>
            <pc:docMk/>
            <pc:sldMk cId="0" sldId="389"/>
            <ac:spMk id="34825" creationId="{38F3E364-724E-BA6F-FE49-BD3C10B1F1B8}"/>
          </ac:spMkLst>
        </pc:spChg>
        <pc:spChg chg="del">
          <ac:chgData name="Ms Alina Arshad" userId="cccdfd85-d35d-4453-9c6f-a463aae40722" providerId="ADAL" clId="{EADAEE91-4A7C-4065-A245-779568A60DD0}" dt="2024-08-25T15:07:25.790" v="256" actId="478"/>
          <ac:spMkLst>
            <pc:docMk/>
            <pc:sldMk cId="0" sldId="389"/>
            <ac:spMk id="34826" creationId="{D01EE884-8180-E26C-E572-2C33F3FCE09C}"/>
          </ac:spMkLst>
        </pc:spChg>
        <pc:spChg chg="del">
          <ac:chgData name="Ms Alina Arshad" userId="cccdfd85-d35d-4453-9c6f-a463aae40722" providerId="ADAL" clId="{EADAEE91-4A7C-4065-A245-779568A60DD0}" dt="2024-08-25T15:07:25.790" v="256" actId="478"/>
          <ac:spMkLst>
            <pc:docMk/>
            <pc:sldMk cId="0" sldId="389"/>
            <ac:spMk id="34827" creationId="{6CB2A977-4DC5-7FC7-496F-3B2CA32A8D68}"/>
          </ac:spMkLst>
        </pc:spChg>
        <pc:spChg chg="del">
          <ac:chgData name="Ms Alina Arshad" userId="cccdfd85-d35d-4453-9c6f-a463aae40722" providerId="ADAL" clId="{EADAEE91-4A7C-4065-A245-779568A60DD0}" dt="2024-08-25T15:07:25.790" v="256" actId="478"/>
          <ac:spMkLst>
            <pc:docMk/>
            <pc:sldMk cId="0" sldId="389"/>
            <ac:spMk id="34828" creationId="{65EBF1BE-A165-21EE-2058-AE2B633A1A64}"/>
          </ac:spMkLst>
        </pc:spChg>
        <pc:spChg chg="del">
          <ac:chgData name="Ms Alina Arshad" userId="cccdfd85-d35d-4453-9c6f-a463aae40722" providerId="ADAL" clId="{EADAEE91-4A7C-4065-A245-779568A60DD0}" dt="2024-08-25T15:07:25.790" v="256" actId="478"/>
          <ac:spMkLst>
            <pc:docMk/>
            <pc:sldMk cId="0" sldId="389"/>
            <ac:spMk id="34829" creationId="{AB1D4614-1815-DA2B-F9AF-FACE083AC6E5}"/>
          </ac:spMkLst>
        </pc:spChg>
        <pc:spChg chg="del">
          <ac:chgData name="Ms Alina Arshad" userId="cccdfd85-d35d-4453-9c6f-a463aae40722" providerId="ADAL" clId="{EADAEE91-4A7C-4065-A245-779568A60DD0}" dt="2024-08-25T15:07:25.790" v="256" actId="478"/>
          <ac:spMkLst>
            <pc:docMk/>
            <pc:sldMk cId="0" sldId="389"/>
            <ac:spMk id="34830" creationId="{AB4D4B83-29AA-CEA2-851B-BB35CCE63FAF}"/>
          </ac:spMkLst>
        </pc:spChg>
        <pc:spChg chg="del">
          <ac:chgData name="Ms Alina Arshad" userId="cccdfd85-d35d-4453-9c6f-a463aae40722" providerId="ADAL" clId="{EADAEE91-4A7C-4065-A245-779568A60DD0}" dt="2024-08-25T15:07:25.790" v="256" actId="478"/>
          <ac:spMkLst>
            <pc:docMk/>
            <pc:sldMk cId="0" sldId="389"/>
            <ac:spMk id="34831" creationId="{9AEF8E35-1583-35F5-98AC-117CF0E426B7}"/>
          </ac:spMkLst>
        </pc:spChg>
      </pc:sldChg>
      <pc:sldChg chg="modSp add mod">
        <pc:chgData name="Ms Alina Arshad" userId="cccdfd85-d35d-4453-9c6f-a463aae40722" providerId="ADAL" clId="{EADAEE91-4A7C-4065-A245-779568A60DD0}" dt="2024-08-25T15:08:07.810" v="294" actId="207"/>
        <pc:sldMkLst>
          <pc:docMk/>
          <pc:sldMk cId="938158308" sldId="390"/>
        </pc:sldMkLst>
        <pc:spChg chg="mod">
          <ac:chgData name="Ms Alina Arshad" userId="cccdfd85-d35d-4453-9c6f-a463aae40722" providerId="ADAL" clId="{EADAEE91-4A7C-4065-A245-779568A60DD0}" dt="2024-08-25T15:08:07.810" v="294" actId="207"/>
          <ac:spMkLst>
            <pc:docMk/>
            <pc:sldMk cId="938158308" sldId="390"/>
            <ac:spMk id="30722" creationId="{F873CBB7-56F4-3671-10D2-8B22B4B8004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B90151-A221-46B3-A769-373FDD9A38FB}" type="datetimeFigureOut">
              <a:rPr lang="en-US" smtClean="0"/>
              <a:t>10/5/2024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4BEA5B-0F90-491B-8570-2B3910989086}" type="slidenum">
              <a:rPr lang="en-US" smtClean="0"/>
              <a:t>‹#›</a:t>
            </a:fld>
            <a:endParaRPr lang="en-US"/>
          </a:p>
        </p:txBody>
      </p:sp>
    </p:spTree>
    <p:extLst>
      <p:ext uri="{BB962C8B-B14F-4D97-AF65-F5344CB8AC3E}">
        <p14:creationId xmlns:p14="http://schemas.microsoft.com/office/powerpoint/2010/main" val="3016135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C4BEA5B-0F90-491B-8570-2B3910989086}" type="slidenum">
              <a:rPr lang="en-US" smtClean="0"/>
              <a:t>1</a:t>
            </a:fld>
            <a:endParaRPr lang="en-US" dirty="0"/>
          </a:p>
        </p:txBody>
      </p:sp>
    </p:spTree>
    <p:extLst>
      <p:ext uri="{BB962C8B-B14F-4D97-AF65-F5344CB8AC3E}">
        <p14:creationId xmlns:p14="http://schemas.microsoft.com/office/powerpoint/2010/main" val="2600137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41B017E-9405-4A24-9E72-ABBA234FC5F9}" type="slidenum">
              <a:rPr lang="en-US" smtClean="0"/>
              <a:t>2</a:t>
            </a:fld>
            <a:endParaRPr lang="en-US"/>
          </a:p>
        </p:txBody>
      </p:sp>
    </p:spTree>
    <p:extLst>
      <p:ext uri="{BB962C8B-B14F-4D97-AF65-F5344CB8AC3E}">
        <p14:creationId xmlns:p14="http://schemas.microsoft.com/office/powerpoint/2010/main" val="36308977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https://www.geeksforgeeks.org/pairwise-software-testing/</a:t>
            </a:r>
          </a:p>
        </p:txBody>
      </p:sp>
      <p:sp>
        <p:nvSpPr>
          <p:cNvPr id="4" name="Slide Number Placeholder 3"/>
          <p:cNvSpPr>
            <a:spLocks noGrp="1"/>
          </p:cNvSpPr>
          <p:nvPr>
            <p:ph type="sldNum" sz="quarter" idx="10"/>
          </p:nvPr>
        </p:nvSpPr>
        <p:spPr/>
        <p:txBody>
          <a:bodyPr/>
          <a:lstStyle/>
          <a:p>
            <a:fld id="{741B017E-9405-4A24-9E72-ABBA234FC5F9}" type="slidenum">
              <a:rPr lang="en-US" smtClean="0"/>
              <a:t>5</a:t>
            </a:fld>
            <a:endParaRPr lang="en-US"/>
          </a:p>
        </p:txBody>
      </p:sp>
    </p:spTree>
    <p:extLst>
      <p:ext uri="{BB962C8B-B14F-4D97-AF65-F5344CB8AC3E}">
        <p14:creationId xmlns:p14="http://schemas.microsoft.com/office/powerpoint/2010/main" val="32945206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https://www.softwaretestinghelp.com/what-is-pairwise-testing/</a:t>
            </a:r>
          </a:p>
          <a:p>
            <a:endParaRPr lang="en-US" dirty="0"/>
          </a:p>
        </p:txBody>
      </p:sp>
      <p:sp>
        <p:nvSpPr>
          <p:cNvPr id="4" name="Slide Number Placeholder 3"/>
          <p:cNvSpPr>
            <a:spLocks noGrp="1"/>
          </p:cNvSpPr>
          <p:nvPr>
            <p:ph type="sldNum" sz="quarter" idx="10"/>
          </p:nvPr>
        </p:nvSpPr>
        <p:spPr/>
        <p:txBody>
          <a:bodyPr/>
          <a:lstStyle/>
          <a:p>
            <a:fld id="{741B017E-9405-4A24-9E72-ABBA234FC5F9}" type="slidenum">
              <a:rPr lang="en-US" smtClean="0"/>
              <a:t>7</a:t>
            </a:fld>
            <a:endParaRPr lang="en-US"/>
          </a:p>
        </p:txBody>
      </p:sp>
    </p:spTree>
    <p:extLst>
      <p:ext uri="{BB962C8B-B14F-4D97-AF65-F5344CB8AC3E}">
        <p14:creationId xmlns:p14="http://schemas.microsoft.com/office/powerpoint/2010/main" val="3705835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41B017E-9405-4A24-9E72-ABBA234FC5F9}" type="slidenum">
              <a:rPr lang="en-US" smtClean="0"/>
              <a:t>11</a:t>
            </a:fld>
            <a:endParaRPr lang="en-US"/>
          </a:p>
        </p:txBody>
      </p:sp>
    </p:spTree>
    <p:extLst>
      <p:ext uri="{BB962C8B-B14F-4D97-AF65-F5344CB8AC3E}">
        <p14:creationId xmlns:p14="http://schemas.microsoft.com/office/powerpoint/2010/main" val="6908990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41B017E-9405-4A24-9E72-ABBA234FC5F9}" type="slidenum">
              <a:rPr lang="en-US" smtClean="0"/>
              <a:t>12</a:t>
            </a:fld>
            <a:endParaRPr lang="en-US"/>
          </a:p>
        </p:txBody>
      </p:sp>
    </p:spTree>
    <p:extLst>
      <p:ext uri="{BB962C8B-B14F-4D97-AF65-F5344CB8AC3E}">
        <p14:creationId xmlns:p14="http://schemas.microsoft.com/office/powerpoint/2010/main" val="34429644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41B017E-9405-4A24-9E72-ABBA234FC5F9}" type="slidenum">
              <a:rPr lang="en-US" smtClean="0"/>
              <a:t>13</a:t>
            </a:fld>
            <a:endParaRPr lang="en-US"/>
          </a:p>
        </p:txBody>
      </p:sp>
    </p:spTree>
    <p:extLst>
      <p:ext uri="{BB962C8B-B14F-4D97-AF65-F5344CB8AC3E}">
        <p14:creationId xmlns:p14="http://schemas.microsoft.com/office/powerpoint/2010/main" val="3786579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41B017E-9405-4A24-9E72-ABBA234FC5F9}" type="slidenum">
              <a:rPr lang="en-US" smtClean="0"/>
              <a:t>14</a:t>
            </a:fld>
            <a:endParaRPr lang="en-US"/>
          </a:p>
        </p:txBody>
      </p:sp>
    </p:spTree>
    <p:extLst>
      <p:ext uri="{BB962C8B-B14F-4D97-AF65-F5344CB8AC3E}">
        <p14:creationId xmlns:p14="http://schemas.microsoft.com/office/powerpoint/2010/main" val="34252851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br>
            <a:endParaRPr lang="en-US" dirty="0"/>
          </a:p>
        </p:txBody>
      </p:sp>
      <p:sp>
        <p:nvSpPr>
          <p:cNvPr id="4" name="Slide Number Placeholder 3"/>
          <p:cNvSpPr>
            <a:spLocks noGrp="1"/>
          </p:cNvSpPr>
          <p:nvPr>
            <p:ph type="sldNum" sz="quarter" idx="10"/>
          </p:nvPr>
        </p:nvSpPr>
        <p:spPr/>
        <p:txBody>
          <a:bodyPr/>
          <a:lstStyle/>
          <a:p>
            <a:fld id="{741B017E-9405-4A24-9E72-ABBA234FC5F9}" type="slidenum">
              <a:rPr lang="en-US" smtClean="0"/>
              <a:t>15</a:t>
            </a:fld>
            <a:endParaRPr lang="en-US"/>
          </a:p>
        </p:txBody>
      </p:sp>
    </p:spTree>
    <p:extLst>
      <p:ext uri="{BB962C8B-B14F-4D97-AF65-F5344CB8AC3E}">
        <p14:creationId xmlns:p14="http://schemas.microsoft.com/office/powerpoint/2010/main" val="6475670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10/5/2024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1544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10/5/2024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5736940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9B51B5-5729-4227-8149-0FFB0D6660E2}" type="datetimeFigureOut">
              <a:rPr lang="en-US" smtClean="0"/>
              <a:t>10/5/2024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0702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9B51B5-5729-4227-8149-0FFB0D6660E2}" type="datetimeFigureOut">
              <a:rPr lang="en-US" smtClean="0"/>
              <a:t>10/5/2024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65086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9B51B5-5729-4227-8149-0FFB0D6660E2}" type="datetimeFigureOut">
              <a:rPr lang="en-US" smtClean="0"/>
              <a:t>10/5/2024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39710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69B51B5-5729-4227-8149-0FFB0D6660E2}" type="datetimeFigureOut">
              <a:rPr lang="en-US" smtClean="0"/>
              <a:t>10/5/2024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341184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69B51B5-5729-4227-8149-0FFB0D6660E2}" type="datetimeFigureOut">
              <a:rPr lang="en-US" smtClean="0"/>
              <a:t>10/5/2024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194977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69B51B5-5729-4227-8149-0FFB0D6660E2}" type="datetimeFigureOut">
              <a:rPr lang="en-US" smtClean="0"/>
              <a:t>10/5/2024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47AE719-0370-4FEF-9E76-542079ADE761}" type="slidenum">
              <a:rPr lang="en-US" smtClean="0"/>
              <a:t>‹#›</a:t>
            </a:fld>
            <a:endParaRPr lang="en-US"/>
          </a:p>
        </p:txBody>
      </p:sp>
    </p:spTree>
    <p:extLst>
      <p:ext uri="{BB962C8B-B14F-4D97-AF65-F5344CB8AC3E}">
        <p14:creationId xmlns:p14="http://schemas.microsoft.com/office/powerpoint/2010/main" val="3396684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9B51B5-5729-4227-8149-0FFB0D6660E2}" type="datetimeFigureOut">
              <a:rPr lang="en-US" smtClean="0"/>
              <a:t>10/5/2024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48418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10/5/2024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421544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10/5/2024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402662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69B51B5-5729-4227-8149-0FFB0D6660E2}" type="datetimeFigureOut">
              <a:rPr lang="en-US" smtClean="0"/>
              <a:t>10/5/2024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47AE719-0370-4FEF-9E76-542079ADE761}"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00099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softwaretestinghelp.com/how-to-write-test-plan-document-software-testing-training-day3/"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www.softwaretestinghelp.com/tips-to-find-valid-defects-in-any-application/" TargetMode="External"/><Relationship Id="rId5" Type="http://schemas.openxmlformats.org/officeDocument/2006/relationships/hyperlink" Target="https://www.softwaretestinghelp.com/what-is-boundary-value-analysis-and-equivalence-partitioning/" TargetMode="External"/><Relationship Id="rId4" Type="http://schemas.openxmlformats.org/officeDocument/2006/relationships/hyperlink" Target="https://www.softwaretestinghelp.com/black-box-testing/"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image" Target="../media/image7.jpeg"/></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4B019-E1ED-7643-5A50-74CEA7F41E88}"/>
              </a:ext>
            </a:extLst>
          </p:cNvPr>
          <p:cNvSpPr>
            <a:spLocks noGrp="1"/>
          </p:cNvSpPr>
          <p:nvPr>
            <p:ph type="ctrTitle"/>
          </p:nvPr>
        </p:nvSpPr>
        <p:spPr>
          <a:xfrm>
            <a:off x="90535" y="116380"/>
            <a:ext cx="11588435" cy="3065732"/>
          </a:xfrm>
        </p:spPr>
        <p:txBody>
          <a:bodyPr/>
          <a:lstStyle/>
          <a:p>
            <a:pPr algn="ctr"/>
            <a:br>
              <a:rPr lang="en-US" b="1" dirty="0">
                <a:solidFill>
                  <a:schemeClr val="tx1"/>
                </a:solidFill>
              </a:rPr>
            </a:br>
            <a:r>
              <a:rPr lang="en-US" sz="7200" b="1" dirty="0">
                <a:solidFill>
                  <a:schemeClr val="tx1"/>
                </a:solidFill>
              </a:rPr>
              <a:t>Software Quality Engineering</a:t>
            </a:r>
            <a:endParaRPr lang="en-US" sz="7200" dirty="0"/>
          </a:p>
        </p:txBody>
      </p:sp>
      <p:sp>
        <p:nvSpPr>
          <p:cNvPr id="3" name="Subtitle 2">
            <a:extLst>
              <a:ext uri="{FF2B5EF4-FFF2-40B4-BE49-F238E27FC236}">
                <a16:creationId xmlns:a16="http://schemas.microsoft.com/office/drawing/2014/main" id="{44E9F82C-BBA7-3495-1097-BEDB54FFFDF4}"/>
              </a:ext>
            </a:extLst>
          </p:cNvPr>
          <p:cNvSpPr>
            <a:spLocks noGrp="1"/>
          </p:cNvSpPr>
          <p:nvPr>
            <p:ph type="subTitle" idx="1"/>
          </p:nvPr>
        </p:nvSpPr>
        <p:spPr>
          <a:xfrm>
            <a:off x="1066800" y="3807809"/>
            <a:ext cx="10058400" cy="1922731"/>
          </a:xfrm>
        </p:spPr>
        <p:txBody>
          <a:bodyPr>
            <a:normAutofit fontScale="92500" lnSpcReduction="20000"/>
          </a:bodyPr>
          <a:lstStyle/>
          <a:p>
            <a:pPr algn="ctr"/>
            <a:r>
              <a:rPr lang="en-US" sz="4400" b="1" dirty="0">
                <a:solidFill>
                  <a:schemeClr val="tx1"/>
                </a:solidFill>
                <a:cs typeface="Times New Roman" panose="02020603050405020304" pitchFamily="18" charset="0"/>
              </a:rPr>
              <a:t>Lecture 2</a:t>
            </a:r>
          </a:p>
          <a:p>
            <a:pPr algn="ctr"/>
            <a:r>
              <a:rPr lang="en-US" sz="4400" b="1" dirty="0">
                <a:solidFill>
                  <a:schemeClr val="tx1"/>
                </a:solidFill>
                <a:cs typeface="Times New Roman" panose="02020603050405020304" pitchFamily="18" charset="0"/>
              </a:rPr>
              <a:t>Part II-software testing</a:t>
            </a:r>
          </a:p>
          <a:p>
            <a:pPr algn="ctr"/>
            <a:r>
              <a:rPr lang="en-US" sz="4400" b="1" dirty="0">
                <a:solidFill>
                  <a:schemeClr val="tx1"/>
                </a:solidFill>
                <a:cs typeface="Times New Roman" panose="02020603050405020304" pitchFamily="18" charset="0"/>
              </a:rPr>
              <a:t>Functional testing</a:t>
            </a:r>
          </a:p>
          <a:p>
            <a:endParaRPr lang="en-US" dirty="0">
              <a:solidFill>
                <a:schemeClr val="tx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5DE143E-53E3-798D-07E7-8D85DD770A95}"/>
              </a:ext>
            </a:extLst>
          </p:cNvPr>
          <p:cNvSpPr txBox="1"/>
          <p:nvPr/>
        </p:nvSpPr>
        <p:spPr>
          <a:xfrm>
            <a:off x="7923640" y="5712251"/>
            <a:ext cx="4397722" cy="523220"/>
          </a:xfrm>
          <a:prstGeom prst="rect">
            <a:avLst/>
          </a:prstGeom>
          <a:noFill/>
        </p:spPr>
        <p:txBody>
          <a:bodyPr wrap="square">
            <a:spAutoFit/>
          </a:bodyPr>
          <a:lstStyle/>
          <a:p>
            <a:pPr algn="ctr"/>
            <a:r>
              <a:rPr lang="en-US" sz="2800" dirty="0">
                <a:cs typeface="Times New Roman" panose="02020603050405020304" pitchFamily="18" charset="0"/>
              </a:rPr>
              <a:t>alina.arshad@nu.edu.pk</a:t>
            </a:r>
            <a:endParaRPr lang="en-US" sz="2800" dirty="0">
              <a:solidFill>
                <a:schemeClr val="tx1"/>
              </a:solidFill>
              <a:cs typeface="Times New Roman" panose="02020603050405020304" pitchFamily="18" charset="0"/>
            </a:endParaRPr>
          </a:p>
        </p:txBody>
      </p:sp>
    </p:spTree>
    <p:extLst>
      <p:ext uri="{BB962C8B-B14F-4D97-AF65-F5344CB8AC3E}">
        <p14:creationId xmlns:p14="http://schemas.microsoft.com/office/powerpoint/2010/main" val="33223610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Pair-wise testing</a:t>
            </a:r>
          </a:p>
        </p:txBody>
      </p:sp>
      <p:sp>
        <p:nvSpPr>
          <p:cNvPr id="3" name="Content Placeholder 2"/>
          <p:cNvSpPr>
            <a:spLocks noGrp="1"/>
          </p:cNvSpPr>
          <p:nvPr>
            <p:ph idx="1"/>
          </p:nvPr>
        </p:nvSpPr>
        <p:spPr/>
        <p:txBody>
          <a:bodyPr>
            <a:normAutofit fontScale="92500"/>
          </a:bodyPr>
          <a:lstStyle/>
          <a:p>
            <a:pPr algn="just"/>
            <a:r>
              <a:rPr lang="en-US" sz="2400" b="1" dirty="0"/>
              <a:t>Pairwise Testing</a:t>
            </a:r>
            <a:r>
              <a:rPr lang="en-US" sz="2400" dirty="0"/>
              <a:t> is a </a:t>
            </a:r>
            <a:r>
              <a:rPr lang="en-US" sz="2400" dirty="0">
                <a:hlinkClick r:id="rId3"/>
              </a:rPr>
              <a:t>test design</a:t>
            </a:r>
            <a:r>
              <a:rPr lang="en-US" sz="2400" dirty="0"/>
              <a:t> </a:t>
            </a:r>
            <a:r>
              <a:rPr lang="en-US" sz="2400" dirty="0">
                <a:solidFill>
                  <a:schemeClr val="tx1"/>
                </a:solidFill>
              </a:rPr>
              <a:t>technique that delivers hundred percent test coverage.</a:t>
            </a:r>
          </a:p>
          <a:p>
            <a:pPr algn="just"/>
            <a:r>
              <a:rPr lang="en-US" sz="2400" i="1" dirty="0">
                <a:hlinkClick r:id="rId4"/>
              </a:rPr>
              <a:t>A black-box test design technique</a:t>
            </a:r>
            <a:r>
              <a:rPr lang="en-US" sz="2400" i="1" dirty="0"/>
              <a:t> </a:t>
            </a:r>
            <a:r>
              <a:rPr lang="en-US" sz="2400" i="1" dirty="0">
                <a:solidFill>
                  <a:schemeClr val="tx1"/>
                </a:solidFill>
              </a:rPr>
              <a:t>in which test cases are designed to execute all possible discrete combinations of each pair of input parameters.</a:t>
            </a:r>
            <a:endParaRPr lang="en-US" sz="2400" dirty="0">
              <a:solidFill>
                <a:schemeClr val="tx1"/>
              </a:solidFill>
            </a:endParaRPr>
          </a:p>
          <a:p>
            <a:pPr algn="just"/>
            <a:r>
              <a:rPr lang="en-US" sz="2400" dirty="0">
                <a:solidFill>
                  <a:schemeClr val="tx1"/>
                </a:solidFill>
              </a:rPr>
              <a:t>Techniques like </a:t>
            </a:r>
            <a:r>
              <a:rPr lang="en-US" sz="2400" dirty="0">
                <a:hlinkClick r:id="rId5"/>
              </a:rPr>
              <a:t>boundary value analysis and equivalence partitioning</a:t>
            </a:r>
            <a:r>
              <a:rPr lang="en-US" sz="2400" dirty="0"/>
              <a:t> </a:t>
            </a:r>
            <a:r>
              <a:rPr lang="en-US" sz="2400" dirty="0">
                <a:solidFill>
                  <a:schemeClr val="tx1"/>
                </a:solidFill>
              </a:rPr>
              <a:t>can be useful to identify the possible values for individual factors. But it is impractical to test all possible combinations of values for all those factors. So instead </a:t>
            </a:r>
            <a:r>
              <a:rPr lang="en-US" sz="2400" b="1" dirty="0">
                <a:solidFill>
                  <a:schemeClr val="tx1"/>
                </a:solidFill>
              </a:rPr>
              <a:t>a subset of combinations is generated</a:t>
            </a:r>
            <a:r>
              <a:rPr lang="en-US" sz="2400" dirty="0">
                <a:solidFill>
                  <a:schemeClr val="tx1"/>
                </a:solidFill>
              </a:rPr>
              <a:t> to satisfy all factors.</a:t>
            </a:r>
          </a:p>
          <a:p>
            <a:pPr algn="just"/>
            <a:r>
              <a:rPr lang="en-US" sz="2400" dirty="0">
                <a:solidFill>
                  <a:schemeClr val="tx1"/>
                </a:solidFill>
              </a:rPr>
              <a:t>All-Pairs technique is very helpful for designing tests for applications involving multiple parameters. Tests are designed such that for each pair of input parameters to a system, there are all possible discrete combinations of those parameters. The test suite covers all combinations; therefore it is not exhaustive yet very effective in </a:t>
            </a:r>
            <a:r>
              <a:rPr lang="en-US" sz="2400" dirty="0">
                <a:hlinkClick r:id="rId6"/>
              </a:rPr>
              <a:t>finding bugs</a:t>
            </a:r>
            <a:endParaRPr lang="en-US" sz="2400" dirty="0"/>
          </a:p>
        </p:txBody>
      </p:sp>
    </p:spTree>
    <p:extLst>
      <p:ext uri="{BB962C8B-B14F-4D97-AF65-F5344CB8AC3E}">
        <p14:creationId xmlns:p14="http://schemas.microsoft.com/office/powerpoint/2010/main" val="2673618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4325" y="211541"/>
            <a:ext cx="10058400" cy="1450757"/>
          </a:xfrm>
        </p:spPr>
        <p:txBody>
          <a:bodyPr/>
          <a:lstStyle/>
          <a:p>
            <a:r>
              <a:rPr lang="en-US" b="1" dirty="0">
                <a:solidFill>
                  <a:schemeClr val="tx1"/>
                </a:solidFill>
              </a:rPr>
              <a:t>Example</a:t>
            </a:r>
          </a:p>
        </p:txBody>
      </p:sp>
      <p:sp>
        <p:nvSpPr>
          <p:cNvPr id="3" name="Content Placeholder 2"/>
          <p:cNvSpPr>
            <a:spLocks noGrp="1"/>
          </p:cNvSpPr>
          <p:nvPr>
            <p:ph idx="1"/>
          </p:nvPr>
        </p:nvSpPr>
        <p:spPr>
          <a:xfrm>
            <a:off x="674198" y="1741454"/>
            <a:ext cx="11199353" cy="4936395"/>
          </a:xfrm>
        </p:spPr>
        <p:txBody>
          <a:bodyPr>
            <a:normAutofit lnSpcReduction="10000"/>
          </a:bodyPr>
          <a:lstStyle/>
          <a:p>
            <a:r>
              <a:rPr lang="en-US" sz="1800" dirty="0">
                <a:solidFill>
                  <a:schemeClr val="tx1"/>
                </a:solidFill>
              </a:rPr>
              <a:t>An application with simple list box with 10 elements (Let's say 0,1,2,3,4,5,6,7,8,9) along with a checkbox, radio button, Text Box and OK Button. The Constraint for the Text box is it can accept values only between 1 and 100. Below are the values that each one of the GUI objects can take :</a:t>
            </a:r>
          </a:p>
          <a:p>
            <a:r>
              <a:rPr lang="en-US" sz="1800" dirty="0">
                <a:solidFill>
                  <a:schemeClr val="tx1"/>
                </a:solidFill>
              </a:rPr>
              <a:t>List Box - 0,1,2,3,4,5,6,7,8,9</a:t>
            </a:r>
          </a:p>
          <a:p>
            <a:r>
              <a:rPr lang="en-US" sz="1800" dirty="0">
                <a:solidFill>
                  <a:schemeClr val="tx1"/>
                </a:solidFill>
              </a:rPr>
              <a:t>Check Box - Checked or Unchecked</a:t>
            </a:r>
          </a:p>
          <a:p>
            <a:r>
              <a:rPr lang="en-US" sz="1800" dirty="0">
                <a:solidFill>
                  <a:schemeClr val="tx1"/>
                </a:solidFill>
              </a:rPr>
              <a:t>Radio Button - ON or OFF</a:t>
            </a:r>
          </a:p>
          <a:p>
            <a:r>
              <a:rPr lang="en-US" sz="1800" dirty="0">
                <a:solidFill>
                  <a:schemeClr val="tx1"/>
                </a:solidFill>
              </a:rPr>
              <a:t>Text Box - Any Value between 1 and 100</a:t>
            </a:r>
          </a:p>
          <a:p>
            <a:r>
              <a:rPr lang="en-US" sz="1800" dirty="0">
                <a:solidFill>
                  <a:schemeClr val="tx1"/>
                </a:solidFill>
              </a:rPr>
              <a:t>Exhaustive combination of the product B is calculated</a:t>
            </a:r>
          </a:p>
          <a:p>
            <a:pPr lvl="1"/>
            <a:r>
              <a:rPr lang="en-US" sz="1600" dirty="0">
                <a:solidFill>
                  <a:schemeClr val="tx1"/>
                </a:solidFill>
              </a:rPr>
              <a:t>List Box = 10</a:t>
            </a:r>
          </a:p>
          <a:p>
            <a:pPr lvl="1"/>
            <a:r>
              <a:rPr lang="en-US" sz="1600" dirty="0">
                <a:solidFill>
                  <a:schemeClr val="tx1"/>
                </a:solidFill>
              </a:rPr>
              <a:t>Check Box = 2</a:t>
            </a:r>
          </a:p>
          <a:p>
            <a:pPr lvl="1"/>
            <a:r>
              <a:rPr lang="en-US" sz="1600" dirty="0">
                <a:solidFill>
                  <a:schemeClr val="tx1"/>
                </a:solidFill>
              </a:rPr>
              <a:t>Radio Button = 2</a:t>
            </a:r>
          </a:p>
          <a:p>
            <a:pPr lvl="1"/>
            <a:r>
              <a:rPr lang="en-US" sz="1600" dirty="0">
                <a:solidFill>
                  <a:schemeClr val="tx1"/>
                </a:solidFill>
              </a:rPr>
              <a:t>Text Box = 100</a:t>
            </a:r>
          </a:p>
          <a:p>
            <a:r>
              <a:rPr lang="en-US" sz="1800" dirty="0">
                <a:solidFill>
                  <a:schemeClr val="tx1"/>
                </a:solidFill>
              </a:rPr>
              <a:t>Total Number of Test Cases using Cartesian Method : 10*2*2*100 = 4000</a:t>
            </a:r>
          </a:p>
          <a:p>
            <a:r>
              <a:rPr lang="en-US" sz="1800" dirty="0">
                <a:solidFill>
                  <a:schemeClr val="tx1"/>
                </a:solidFill>
              </a:rPr>
              <a:t>Total Number of Test Cases including Negative Cases will be &gt; 4000</a:t>
            </a:r>
          </a:p>
        </p:txBody>
      </p:sp>
    </p:spTree>
    <p:extLst>
      <p:ext uri="{BB962C8B-B14F-4D97-AF65-F5344CB8AC3E}">
        <p14:creationId xmlns:p14="http://schemas.microsoft.com/office/powerpoint/2010/main" val="38953193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Some examples</a:t>
            </a:r>
          </a:p>
        </p:txBody>
      </p:sp>
      <p:pic>
        <p:nvPicPr>
          <p:cNvPr id="7" name="Picture 6"/>
          <p:cNvPicPr>
            <a:picLocks noChangeAspect="1"/>
          </p:cNvPicPr>
          <p:nvPr/>
        </p:nvPicPr>
        <p:blipFill>
          <a:blip r:embed="rId2"/>
          <a:stretch>
            <a:fillRect/>
          </a:stretch>
        </p:blipFill>
        <p:spPr>
          <a:xfrm>
            <a:off x="2538709" y="2012597"/>
            <a:ext cx="6124575" cy="4171950"/>
          </a:xfrm>
          <a:prstGeom prst="rect">
            <a:avLst/>
          </a:prstGeom>
        </p:spPr>
      </p:pic>
    </p:spTree>
    <p:extLst>
      <p:ext uri="{BB962C8B-B14F-4D97-AF65-F5344CB8AC3E}">
        <p14:creationId xmlns:p14="http://schemas.microsoft.com/office/powerpoint/2010/main" val="2466836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dirty="0">
                <a:solidFill>
                  <a:schemeClr val="tx1"/>
                </a:solidFill>
              </a:rPr>
              <a:t>Example:</a:t>
            </a:r>
            <a:br>
              <a:rPr lang="en-US" dirty="0">
                <a:solidFill>
                  <a:schemeClr val="tx1"/>
                </a:solidFill>
              </a:rPr>
            </a:br>
            <a:r>
              <a:rPr lang="en-US" dirty="0">
                <a:solidFill>
                  <a:schemeClr val="tx1"/>
                </a:solidFill>
              </a:rPr>
              <a:t>Suppose there is a software to be tested which has 20 inputs and 20 possible settings for each input so in that case there are total 20^20 possible inputs to be tested. Therefore in this case, exhaustive testing is impossible even all combinations are tried to be tested.</a:t>
            </a:r>
          </a:p>
        </p:txBody>
      </p:sp>
    </p:spTree>
    <p:extLst>
      <p:ext uri="{BB962C8B-B14F-4D97-AF65-F5344CB8AC3E}">
        <p14:creationId xmlns:p14="http://schemas.microsoft.com/office/powerpoint/2010/main" val="37376526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82639"/>
            <a:ext cx="10058400" cy="754721"/>
          </a:xfrm>
        </p:spPr>
        <p:txBody>
          <a:bodyPr/>
          <a:lstStyle/>
          <a:p>
            <a:r>
              <a:rPr lang="en-US" b="1" dirty="0">
                <a:solidFill>
                  <a:schemeClr val="tx1"/>
                </a:solidFill>
              </a:rPr>
              <a:t>Some examples</a:t>
            </a:r>
          </a:p>
        </p:txBody>
      </p:sp>
      <p:pic>
        <p:nvPicPr>
          <p:cNvPr id="6" name="Content Placeholder 5"/>
          <p:cNvPicPr>
            <a:picLocks noGrp="1" noChangeAspect="1"/>
          </p:cNvPicPr>
          <p:nvPr>
            <p:ph idx="1"/>
          </p:nvPr>
        </p:nvPicPr>
        <p:blipFill>
          <a:blip r:embed="rId2"/>
          <a:stretch>
            <a:fillRect/>
          </a:stretch>
        </p:blipFill>
        <p:spPr>
          <a:xfrm>
            <a:off x="0" y="1577713"/>
            <a:ext cx="10819369" cy="4725315"/>
          </a:xfrm>
          <a:prstGeom prst="rect">
            <a:avLst/>
          </a:prstGeom>
        </p:spPr>
      </p:pic>
    </p:spTree>
    <p:extLst>
      <p:ext uri="{BB962C8B-B14F-4D97-AF65-F5344CB8AC3E}">
        <p14:creationId xmlns:p14="http://schemas.microsoft.com/office/powerpoint/2010/main" val="4224234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Some more examples</a:t>
            </a:r>
          </a:p>
        </p:txBody>
      </p:sp>
      <p:sp>
        <p:nvSpPr>
          <p:cNvPr id="3" name="Content Placeholder 2"/>
          <p:cNvSpPr>
            <a:spLocks noGrp="1"/>
          </p:cNvSpPr>
          <p:nvPr>
            <p:ph idx="1"/>
          </p:nvPr>
        </p:nvSpPr>
        <p:spPr/>
        <p:txBody>
          <a:bodyPr>
            <a:normAutofit/>
          </a:bodyPr>
          <a:lstStyle/>
          <a:p>
            <a:r>
              <a:rPr lang="en-US" sz="2400" b="1" dirty="0">
                <a:solidFill>
                  <a:schemeClr val="tx1"/>
                </a:solidFill>
              </a:rPr>
              <a:t>Car Ordering Application:</a:t>
            </a:r>
            <a:endParaRPr lang="en-US" sz="2400" dirty="0">
              <a:solidFill>
                <a:schemeClr val="tx1"/>
              </a:solidFill>
            </a:endParaRPr>
          </a:p>
          <a:p>
            <a:r>
              <a:rPr lang="en-US" sz="2400" dirty="0">
                <a:solidFill>
                  <a:schemeClr val="tx1"/>
                </a:solidFill>
              </a:rPr>
              <a:t>The car ordering application allows for Buying and Selling cars. It should support trading in Delhi and Mumbai.</a:t>
            </a:r>
          </a:p>
          <a:p>
            <a:r>
              <a:rPr lang="en-US" sz="2400" dirty="0">
                <a:solidFill>
                  <a:schemeClr val="tx1"/>
                </a:solidFill>
              </a:rPr>
              <a:t>The application should have registration numbers, may be valid or invalid. It should allow the trade of following cars: BMW, Audi, and Mercedes.</a:t>
            </a:r>
          </a:p>
          <a:p>
            <a:r>
              <a:rPr lang="en-US" sz="2400" dirty="0">
                <a:solidFill>
                  <a:schemeClr val="tx1"/>
                </a:solidFill>
              </a:rPr>
              <a:t>Two types of booking can be done: E-booking and In Store.</a:t>
            </a:r>
          </a:p>
          <a:p>
            <a:r>
              <a:rPr lang="en-US" sz="2400" dirty="0">
                <a:solidFill>
                  <a:schemeClr val="tx1"/>
                </a:solidFill>
              </a:rPr>
              <a:t>Orders can be placed only during trading hours.</a:t>
            </a:r>
          </a:p>
          <a:p>
            <a:pPr marL="0" indent="0">
              <a:buNone/>
            </a:pPr>
            <a:endParaRPr lang="en-US" sz="2400" dirty="0">
              <a:solidFill>
                <a:schemeClr val="tx1"/>
              </a:solidFill>
            </a:endParaRPr>
          </a:p>
        </p:txBody>
      </p:sp>
    </p:spTree>
    <p:extLst>
      <p:ext uri="{BB962C8B-B14F-4D97-AF65-F5344CB8AC3E}">
        <p14:creationId xmlns:p14="http://schemas.microsoft.com/office/powerpoint/2010/main" val="2205748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solidFill>
                  <a:schemeClr val="tx1"/>
                </a:solidFill>
              </a:rPr>
              <a:t>Step #1</a:t>
            </a:r>
            <a:r>
              <a:rPr lang="en-US" b="1" dirty="0">
                <a:solidFill>
                  <a:schemeClr val="tx1"/>
                </a:solidFill>
              </a:rPr>
              <a:t>: Let’s list down the variables involved.</a:t>
            </a:r>
            <a:endParaRPr lang="en-US" dirty="0">
              <a:solidFill>
                <a:schemeClr val="tx1"/>
              </a:solidFill>
            </a:endParaRPr>
          </a:p>
        </p:txBody>
      </p:sp>
      <p:sp>
        <p:nvSpPr>
          <p:cNvPr id="3" name="Content Placeholder 2"/>
          <p:cNvSpPr>
            <a:spLocks noGrp="1"/>
          </p:cNvSpPr>
          <p:nvPr>
            <p:ph idx="1"/>
          </p:nvPr>
        </p:nvSpPr>
        <p:spPr>
          <a:xfrm>
            <a:off x="611672" y="1746723"/>
            <a:ext cx="11029615" cy="4136440"/>
          </a:xfrm>
        </p:spPr>
        <p:txBody>
          <a:bodyPr>
            <a:noAutofit/>
          </a:bodyPr>
          <a:lstStyle/>
          <a:p>
            <a:r>
              <a:rPr lang="en-US" sz="1600" b="1" dirty="0">
                <a:solidFill>
                  <a:schemeClr val="tx1"/>
                </a:solidFill>
              </a:rPr>
              <a:t>1)</a:t>
            </a:r>
            <a:r>
              <a:rPr lang="en-US" sz="1600" dirty="0">
                <a:solidFill>
                  <a:schemeClr val="tx1"/>
                </a:solidFill>
              </a:rPr>
              <a:t> Order category</a:t>
            </a:r>
            <a:br>
              <a:rPr lang="en-US" sz="1600" dirty="0">
                <a:solidFill>
                  <a:schemeClr val="tx1"/>
                </a:solidFill>
              </a:rPr>
            </a:br>
            <a:r>
              <a:rPr lang="en-US" sz="1600" dirty="0">
                <a:solidFill>
                  <a:schemeClr val="tx1"/>
                </a:solidFill>
              </a:rPr>
              <a:t>a. Buy</a:t>
            </a:r>
            <a:br>
              <a:rPr lang="en-US" sz="1600" dirty="0">
                <a:solidFill>
                  <a:schemeClr val="tx1"/>
                </a:solidFill>
              </a:rPr>
            </a:br>
            <a:r>
              <a:rPr lang="en-US" sz="1600" dirty="0">
                <a:solidFill>
                  <a:schemeClr val="tx1"/>
                </a:solidFill>
              </a:rPr>
              <a:t>b. Sell</a:t>
            </a:r>
          </a:p>
          <a:p>
            <a:r>
              <a:rPr lang="en-US" sz="1600" b="1" dirty="0">
                <a:solidFill>
                  <a:schemeClr val="tx1"/>
                </a:solidFill>
              </a:rPr>
              <a:t>2)</a:t>
            </a:r>
            <a:r>
              <a:rPr lang="en-US" sz="1600" dirty="0">
                <a:solidFill>
                  <a:schemeClr val="tx1"/>
                </a:solidFill>
              </a:rPr>
              <a:t> Location</a:t>
            </a:r>
            <a:br>
              <a:rPr lang="en-US" sz="1600" dirty="0">
                <a:solidFill>
                  <a:schemeClr val="tx1"/>
                </a:solidFill>
              </a:rPr>
            </a:br>
            <a:r>
              <a:rPr lang="en-US" sz="1600" dirty="0">
                <a:solidFill>
                  <a:schemeClr val="tx1"/>
                </a:solidFill>
              </a:rPr>
              <a:t>a. Delhi</a:t>
            </a:r>
            <a:br>
              <a:rPr lang="en-US" sz="1600" dirty="0">
                <a:solidFill>
                  <a:schemeClr val="tx1"/>
                </a:solidFill>
              </a:rPr>
            </a:br>
            <a:r>
              <a:rPr lang="en-US" sz="1600" dirty="0">
                <a:solidFill>
                  <a:schemeClr val="tx1"/>
                </a:solidFill>
              </a:rPr>
              <a:t>b. Mumbai</a:t>
            </a:r>
          </a:p>
          <a:p>
            <a:r>
              <a:rPr lang="en-US" sz="1600" b="1" dirty="0">
                <a:solidFill>
                  <a:schemeClr val="tx1"/>
                </a:solidFill>
              </a:rPr>
              <a:t>3)</a:t>
            </a:r>
            <a:r>
              <a:rPr lang="en-US" sz="1600" dirty="0">
                <a:solidFill>
                  <a:schemeClr val="tx1"/>
                </a:solidFill>
              </a:rPr>
              <a:t> Car brand</a:t>
            </a:r>
            <a:br>
              <a:rPr lang="en-US" sz="1600" dirty="0">
                <a:solidFill>
                  <a:schemeClr val="tx1"/>
                </a:solidFill>
              </a:rPr>
            </a:br>
            <a:r>
              <a:rPr lang="en-US" sz="1600" dirty="0">
                <a:solidFill>
                  <a:schemeClr val="tx1"/>
                </a:solidFill>
              </a:rPr>
              <a:t>a. BMW</a:t>
            </a:r>
            <a:br>
              <a:rPr lang="en-US" sz="1600" dirty="0">
                <a:solidFill>
                  <a:schemeClr val="tx1"/>
                </a:solidFill>
              </a:rPr>
            </a:br>
            <a:r>
              <a:rPr lang="en-US" sz="1600" dirty="0">
                <a:solidFill>
                  <a:schemeClr val="tx1"/>
                </a:solidFill>
              </a:rPr>
              <a:t>b. Audi</a:t>
            </a:r>
            <a:br>
              <a:rPr lang="en-US" sz="1600" dirty="0">
                <a:solidFill>
                  <a:schemeClr val="tx1"/>
                </a:solidFill>
              </a:rPr>
            </a:br>
            <a:r>
              <a:rPr lang="en-US" sz="1600" dirty="0">
                <a:solidFill>
                  <a:schemeClr val="tx1"/>
                </a:solidFill>
              </a:rPr>
              <a:t>c. Mercedes</a:t>
            </a:r>
          </a:p>
          <a:p>
            <a:r>
              <a:rPr lang="en-US" sz="1600" b="1" dirty="0">
                <a:solidFill>
                  <a:schemeClr val="tx1"/>
                </a:solidFill>
              </a:rPr>
              <a:t>4)</a:t>
            </a:r>
            <a:r>
              <a:rPr lang="en-US" sz="1600" dirty="0">
                <a:solidFill>
                  <a:schemeClr val="tx1"/>
                </a:solidFill>
              </a:rPr>
              <a:t> Registration numbers</a:t>
            </a:r>
            <a:br>
              <a:rPr lang="en-US" sz="1600" dirty="0">
                <a:solidFill>
                  <a:schemeClr val="tx1"/>
                </a:solidFill>
              </a:rPr>
            </a:br>
            <a:r>
              <a:rPr lang="en-US" sz="1600" dirty="0">
                <a:solidFill>
                  <a:schemeClr val="tx1"/>
                </a:solidFill>
              </a:rPr>
              <a:t>a. Valid (5000)</a:t>
            </a:r>
            <a:br>
              <a:rPr lang="en-US" sz="1600" dirty="0">
                <a:solidFill>
                  <a:schemeClr val="tx1"/>
                </a:solidFill>
              </a:rPr>
            </a:br>
            <a:r>
              <a:rPr lang="en-US" sz="1600" dirty="0">
                <a:solidFill>
                  <a:schemeClr val="tx1"/>
                </a:solidFill>
              </a:rPr>
              <a:t>b. Invalid</a:t>
            </a:r>
          </a:p>
          <a:p>
            <a:r>
              <a:rPr lang="en-US" sz="1600" b="1" dirty="0">
                <a:solidFill>
                  <a:schemeClr val="tx1"/>
                </a:solidFill>
              </a:rPr>
              <a:t>5)</a:t>
            </a:r>
            <a:r>
              <a:rPr lang="en-US" sz="1600" dirty="0">
                <a:solidFill>
                  <a:schemeClr val="tx1"/>
                </a:solidFill>
              </a:rPr>
              <a:t> Order type</a:t>
            </a:r>
            <a:br>
              <a:rPr lang="en-US" sz="1600" dirty="0">
                <a:solidFill>
                  <a:schemeClr val="tx1"/>
                </a:solidFill>
              </a:rPr>
            </a:br>
            <a:r>
              <a:rPr lang="en-US" sz="1600" dirty="0">
                <a:solidFill>
                  <a:schemeClr val="tx1"/>
                </a:solidFill>
              </a:rPr>
              <a:t>a. E-Booking</a:t>
            </a:r>
            <a:br>
              <a:rPr lang="en-US" sz="1600" dirty="0">
                <a:solidFill>
                  <a:schemeClr val="tx1"/>
                </a:solidFill>
              </a:rPr>
            </a:br>
            <a:r>
              <a:rPr lang="en-US" sz="1600" dirty="0">
                <a:solidFill>
                  <a:schemeClr val="tx1"/>
                </a:solidFill>
              </a:rPr>
              <a:t>b. In-store</a:t>
            </a:r>
          </a:p>
          <a:p>
            <a:r>
              <a:rPr lang="en-US" sz="1600" b="1" dirty="0">
                <a:solidFill>
                  <a:schemeClr val="tx1"/>
                </a:solidFill>
              </a:rPr>
              <a:t>6)</a:t>
            </a:r>
            <a:r>
              <a:rPr lang="en-US" sz="1600" dirty="0">
                <a:solidFill>
                  <a:schemeClr val="tx1"/>
                </a:solidFill>
              </a:rPr>
              <a:t> Order time</a:t>
            </a:r>
            <a:br>
              <a:rPr lang="en-US" sz="1600" dirty="0">
                <a:solidFill>
                  <a:schemeClr val="tx1"/>
                </a:solidFill>
              </a:rPr>
            </a:br>
            <a:r>
              <a:rPr lang="en-US" sz="1600" dirty="0">
                <a:solidFill>
                  <a:schemeClr val="tx1"/>
                </a:solidFill>
              </a:rPr>
              <a:t>a. Working hours</a:t>
            </a:r>
            <a:br>
              <a:rPr lang="en-US" sz="1600" dirty="0">
                <a:solidFill>
                  <a:schemeClr val="tx1"/>
                </a:solidFill>
              </a:rPr>
            </a:br>
            <a:r>
              <a:rPr lang="en-US" sz="1600" dirty="0">
                <a:solidFill>
                  <a:schemeClr val="tx1"/>
                </a:solidFill>
              </a:rPr>
              <a:t>b. Non-working hours</a:t>
            </a:r>
          </a:p>
          <a:p>
            <a:endParaRPr lang="en-US" sz="1600" dirty="0">
              <a:solidFill>
                <a:schemeClr val="tx1"/>
              </a:solidFill>
            </a:endParaRPr>
          </a:p>
        </p:txBody>
      </p:sp>
      <p:sp>
        <p:nvSpPr>
          <p:cNvPr id="7" name="TextBox 6"/>
          <p:cNvSpPr txBox="1"/>
          <p:nvPr/>
        </p:nvSpPr>
        <p:spPr>
          <a:xfrm>
            <a:off x="5430982" y="2669309"/>
            <a:ext cx="4331854" cy="1754326"/>
          </a:xfrm>
          <a:prstGeom prst="rect">
            <a:avLst/>
          </a:prstGeom>
          <a:noFill/>
        </p:spPr>
        <p:txBody>
          <a:bodyPr wrap="square" rtlCol="0">
            <a:spAutoFit/>
          </a:bodyPr>
          <a:lstStyle/>
          <a:p>
            <a:r>
              <a:rPr lang="en-US" b="1" dirty="0"/>
              <a:t>If we want to test all possible valid combinations:</a:t>
            </a:r>
            <a:br>
              <a:rPr lang="en-US" dirty="0"/>
            </a:br>
            <a:r>
              <a:rPr lang="en-US" dirty="0"/>
              <a:t>= 2 X 2 X 3 X 5000 X 2 X 2</a:t>
            </a:r>
            <a:br>
              <a:rPr lang="en-US" dirty="0"/>
            </a:br>
            <a:r>
              <a:rPr lang="en-US" dirty="0"/>
              <a:t>= 240000  Valid test cases combinations :(</a:t>
            </a:r>
          </a:p>
          <a:p>
            <a:r>
              <a:rPr lang="en-US" dirty="0"/>
              <a:t>There is also an infinite number of invalid combinations.</a:t>
            </a:r>
          </a:p>
        </p:txBody>
      </p:sp>
    </p:spTree>
    <p:extLst>
      <p:ext uri="{BB962C8B-B14F-4D97-AF65-F5344CB8AC3E}">
        <p14:creationId xmlns:p14="http://schemas.microsoft.com/office/powerpoint/2010/main" val="2281473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barn(inVertical)">
                                      <p:cBhvr>
                                        <p:cTn id="4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Step #2</a:t>
            </a:r>
            <a:r>
              <a:rPr lang="en-US" b="1" dirty="0"/>
              <a:t>: Let’s simplify</a:t>
            </a:r>
            <a:endParaRPr lang="en-US" dirty="0"/>
          </a:p>
        </p:txBody>
      </p:sp>
      <p:sp>
        <p:nvSpPr>
          <p:cNvPr id="3" name="Content Placeholder 2"/>
          <p:cNvSpPr>
            <a:spLocks noGrp="1"/>
          </p:cNvSpPr>
          <p:nvPr>
            <p:ph idx="1"/>
          </p:nvPr>
        </p:nvSpPr>
        <p:spPr/>
        <p:txBody>
          <a:bodyPr/>
          <a:lstStyle/>
          <a:p>
            <a:r>
              <a:rPr lang="en-US" dirty="0">
                <a:solidFill>
                  <a:schemeClr val="tx1"/>
                </a:solidFill>
              </a:rPr>
              <a:t>– Use a smart representative sample.</a:t>
            </a:r>
            <a:br>
              <a:rPr lang="en-US" dirty="0">
                <a:solidFill>
                  <a:schemeClr val="tx1"/>
                </a:solidFill>
              </a:rPr>
            </a:br>
            <a:r>
              <a:rPr lang="en-US" dirty="0">
                <a:solidFill>
                  <a:schemeClr val="tx1"/>
                </a:solidFill>
              </a:rPr>
              <a:t>– Use groups and boundaries, even when data is non-discrete.</a:t>
            </a:r>
            <a:br>
              <a:rPr lang="en-US" dirty="0">
                <a:solidFill>
                  <a:schemeClr val="tx1"/>
                </a:solidFill>
              </a:rPr>
            </a:br>
            <a:r>
              <a:rPr lang="en-US" dirty="0">
                <a:solidFill>
                  <a:schemeClr val="tx1"/>
                </a:solidFill>
              </a:rPr>
              <a:t>– Reduce Registration Number to Two</a:t>
            </a:r>
          </a:p>
          <a:p>
            <a:r>
              <a:rPr lang="en-US" dirty="0">
                <a:solidFill>
                  <a:schemeClr val="tx1"/>
                </a:solidFill>
              </a:rPr>
              <a:t>Valid registration number</a:t>
            </a:r>
          </a:p>
          <a:p>
            <a:r>
              <a:rPr lang="en-US" dirty="0">
                <a:solidFill>
                  <a:schemeClr val="tx1"/>
                </a:solidFill>
              </a:rPr>
              <a:t>Invalid registration number</a:t>
            </a:r>
          </a:p>
          <a:p>
            <a:r>
              <a:rPr lang="en-US" dirty="0">
                <a:solidFill>
                  <a:schemeClr val="tx1"/>
                </a:solidFill>
              </a:rPr>
              <a:t>Now let’s calculate the number of possible combinations</a:t>
            </a:r>
            <a:br>
              <a:rPr lang="en-US" dirty="0">
                <a:solidFill>
                  <a:schemeClr val="tx1"/>
                </a:solidFill>
              </a:rPr>
            </a:br>
            <a:r>
              <a:rPr lang="en-US" dirty="0">
                <a:solidFill>
                  <a:schemeClr val="tx1"/>
                </a:solidFill>
              </a:rPr>
              <a:t>= 2 X 2 X 3 X 2 X 2 X 2</a:t>
            </a:r>
            <a:br>
              <a:rPr lang="en-US" dirty="0">
                <a:solidFill>
                  <a:schemeClr val="tx1"/>
                </a:solidFill>
              </a:rPr>
            </a:br>
            <a:r>
              <a:rPr lang="en-US" dirty="0">
                <a:solidFill>
                  <a:schemeClr val="tx1"/>
                </a:solidFill>
              </a:rPr>
              <a:t>= 96</a:t>
            </a:r>
          </a:p>
          <a:p>
            <a:endParaRPr lang="en-US" dirty="0">
              <a:solidFill>
                <a:schemeClr val="tx1"/>
              </a:solidFill>
            </a:endParaRPr>
          </a:p>
        </p:txBody>
      </p:sp>
    </p:spTree>
    <p:extLst>
      <p:ext uri="{BB962C8B-B14F-4D97-AF65-F5344CB8AC3E}">
        <p14:creationId xmlns:p14="http://schemas.microsoft.com/office/powerpoint/2010/main" val="23585528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solidFill>
                  <a:schemeClr val="tx1"/>
                </a:solidFill>
              </a:rPr>
              <a:t>Step #3</a:t>
            </a:r>
            <a:r>
              <a:rPr lang="en-US" b="1" dirty="0">
                <a:solidFill>
                  <a:schemeClr val="tx1"/>
                </a:solidFill>
              </a:rPr>
              <a:t>: Arranging variables and values involved.</a:t>
            </a:r>
            <a:endParaRPr lang="en-US" dirty="0">
              <a:solidFill>
                <a:schemeClr val="tx1"/>
              </a:solidFill>
            </a:endParaRPr>
          </a:p>
        </p:txBody>
      </p:sp>
      <p:sp>
        <p:nvSpPr>
          <p:cNvPr id="3" name="Content Placeholder 2"/>
          <p:cNvSpPr>
            <a:spLocks noGrp="1"/>
          </p:cNvSpPr>
          <p:nvPr>
            <p:ph idx="1"/>
          </p:nvPr>
        </p:nvSpPr>
        <p:spPr>
          <a:xfrm>
            <a:off x="803551" y="1865625"/>
            <a:ext cx="11029615" cy="3126750"/>
          </a:xfrm>
        </p:spPr>
        <p:txBody>
          <a:bodyPr/>
          <a:lstStyle/>
          <a:p>
            <a:r>
              <a:rPr lang="en-US" dirty="0">
                <a:solidFill>
                  <a:schemeClr val="tx1"/>
                </a:solidFill>
              </a:rPr>
              <a:t>When we arrange variables and values involved, it looks something like this.</a:t>
            </a:r>
          </a:p>
          <a:p>
            <a:endParaRPr lang="en-US" dirty="0"/>
          </a:p>
          <a:p>
            <a:endParaRPr lang="en-US" dirty="0"/>
          </a:p>
          <a:p>
            <a:endParaRPr lang="en-US" dirty="0"/>
          </a:p>
          <a:p>
            <a:endParaRPr lang="en-US" dirty="0"/>
          </a:p>
          <a:p>
            <a:r>
              <a:rPr lang="en-US" dirty="0">
                <a:solidFill>
                  <a:schemeClr val="tx1"/>
                </a:solidFill>
              </a:rPr>
              <a:t>Now order the variables so that the one with the most number of values is first and the least is last.</a:t>
            </a:r>
            <a:br>
              <a:rPr lang="en-US" dirty="0">
                <a:solidFill>
                  <a:schemeClr val="tx1"/>
                </a:solidFill>
              </a:rPr>
            </a:br>
            <a:endParaRPr lang="en-US" dirty="0">
              <a:solidFill>
                <a:schemeClr val="tx1"/>
              </a:solidFill>
            </a:endParaRPr>
          </a:p>
        </p:txBody>
      </p:sp>
      <p:pic>
        <p:nvPicPr>
          <p:cNvPr id="7" name="Picture 6" descr="all-pairs testing example 1"/>
          <p:cNvPicPr/>
          <p:nvPr/>
        </p:nvPicPr>
        <p:blipFill>
          <a:blip r:embed="rId2">
            <a:extLst>
              <a:ext uri="{28A0092B-C50C-407E-A947-70E740481C1C}">
                <a14:useLocalDpi xmlns:a14="http://schemas.microsoft.com/office/drawing/2010/main" val="0"/>
              </a:ext>
            </a:extLst>
          </a:blip>
          <a:srcRect/>
          <a:stretch>
            <a:fillRect/>
          </a:stretch>
        </p:blipFill>
        <p:spPr bwMode="auto">
          <a:xfrm>
            <a:off x="2956445" y="2444794"/>
            <a:ext cx="6279109" cy="1249921"/>
          </a:xfrm>
          <a:prstGeom prst="rect">
            <a:avLst/>
          </a:prstGeom>
          <a:noFill/>
          <a:ln>
            <a:noFill/>
          </a:ln>
        </p:spPr>
      </p:pic>
      <p:pic>
        <p:nvPicPr>
          <p:cNvPr id="8" name="Picture 7" descr="all-pairs testing example 2"/>
          <p:cNvPicPr/>
          <p:nvPr/>
        </p:nvPicPr>
        <p:blipFill>
          <a:blip r:embed="rId3">
            <a:extLst>
              <a:ext uri="{28A0092B-C50C-407E-A947-70E740481C1C}">
                <a14:useLocalDpi xmlns:a14="http://schemas.microsoft.com/office/drawing/2010/main" val="0"/>
              </a:ext>
            </a:extLst>
          </a:blip>
          <a:srcRect/>
          <a:stretch>
            <a:fillRect/>
          </a:stretch>
        </p:blipFill>
        <p:spPr bwMode="auto">
          <a:xfrm>
            <a:off x="2956444" y="4574258"/>
            <a:ext cx="6279109" cy="1092763"/>
          </a:xfrm>
          <a:prstGeom prst="rect">
            <a:avLst/>
          </a:prstGeom>
          <a:noFill/>
          <a:ln>
            <a:noFill/>
          </a:ln>
        </p:spPr>
      </p:pic>
    </p:spTree>
    <p:extLst>
      <p:ext uri="{BB962C8B-B14F-4D97-AF65-F5344CB8AC3E}">
        <p14:creationId xmlns:p14="http://schemas.microsoft.com/office/powerpoint/2010/main" val="877325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solidFill>
                  <a:schemeClr val="tx1"/>
                </a:solidFill>
              </a:rPr>
              <a:t>Step #4</a:t>
            </a:r>
            <a:r>
              <a:rPr lang="en-US" b="1" dirty="0">
                <a:solidFill>
                  <a:schemeClr val="tx1"/>
                </a:solidFill>
              </a:rPr>
              <a:t>: Arrange variables to create a test suite</a:t>
            </a:r>
            <a:endParaRPr lang="en-US" dirty="0">
              <a:solidFill>
                <a:schemeClr val="tx1"/>
              </a:solidFill>
            </a:endParaRPr>
          </a:p>
        </p:txBody>
      </p:sp>
      <p:sp>
        <p:nvSpPr>
          <p:cNvPr id="3" name="Content Placeholder 2"/>
          <p:cNvSpPr>
            <a:spLocks noGrp="1"/>
          </p:cNvSpPr>
          <p:nvPr>
            <p:ph idx="1"/>
          </p:nvPr>
        </p:nvSpPr>
        <p:spPr>
          <a:xfrm>
            <a:off x="444715" y="1775545"/>
            <a:ext cx="11029615" cy="4405008"/>
          </a:xfrm>
        </p:spPr>
        <p:txBody>
          <a:bodyPr>
            <a:normAutofit fontScale="62500" lnSpcReduction="20000"/>
          </a:bodyPr>
          <a:lstStyle/>
          <a:p>
            <a:r>
              <a:rPr lang="en-US" sz="2900" dirty="0">
                <a:solidFill>
                  <a:schemeClr val="tx1"/>
                </a:solidFill>
              </a:rPr>
              <a:t>Start filling in the table column by column. Initially, the table should look something like this. The three values of </a:t>
            </a:r>
            <a:r>
              <a:rPr lang="en-US" sz="2900" b="1" dirty="0">
                <a:solidFill>
                  <a:schemeClr val="tx1"/>
                </a:solidFill>
              </a:rPr>
              <a:t>Product</a:t>
            </a:r>
            <a:r>
              <a:rPr lang="en-US" sz="2900" dirty="0">
                <a:solidFill>
                  <a:schemeClr val="tx1"/>
                </a:solidFill>
              </a:rPr>
              <a:t> (variable having the highest number of values) should be written two times each (two is the number of values of next highest variable i.e. </a:t>
            </a:r>
            <a:r>
              <a:rPr lang="en-US" sz="2900" b="1" dirty="0">
                <a:solidFill>
                  <a:schemeClr val="tx1"/>
                </a:solidFill>
              </a:rPr>
              <a:t>Order category</a:t>
            </a:r>
            <a:r>
              <a:rPr lang="en-US" sz="2900" dirty="0">
                <a:solidFill>
                  <a:schemeClr val="tx1"/>
                </a:solidFill>
              </a:rPr>
              <a:t>).</a:t>
            </a:r>
          </a:p>
          <a:p>
            <a:endParaRPr lang="en-US" dirty="0"/>
          </a:p>
          <a:p>
            <a:endParaRPr lang="en-US" dirty="0"/>
          </a:p>
          <a:p>
            <a:endParaRPr lang="en-US" dirty="0"/>
          </a:p>
          <a:p>
            <a:endParaRPr lang="en-US" dirty="0"/>
          </a:p>
          <a:p>
            <a:endParaRPr lang="en-US" dirty="0"/>
          </a:p>
          <a:p>
            <a:endParaRPr lang="en-US" dirty="0"/>
          </a:p>
          <a:p>
            <a:r>
              <a:rPr lang="en-US" sz="2900" dirty="0">
                <a:solidFill>
                  <a:schemeClr val="tx1"/>
                </a:solidFill>
              </a:rPr>
              <a:t>For each set of values in column 1, we put both values of column 2. Repeat the same for column 3.</a:t>
            </a:r>
          </a:p>
          <a:p>
            <a:endParaRPr lang="en-US" dirty="0"/>
          </a:p>
          <a:p>
            <a:endParaRPr lang="en-US" dirty="0"/>
          </a:p>
          <a:p>
            <a:endParaRPr lang="en-US" dirty="0"/>
          </a:p>
          <a:p>
            <a:pPr marL="0" indent="0">
              <a:buNone/>
            </a:pPr>
            <a:br>
              <a:rPr lang="en-US" dirty="0"/>
            </a:br>
            <a:endParaRPr lang="en-US" dirty="0"/>
          </a:p>
        </p:txBody>
      </p:sp>
      <p:pic>
        <p:nvPicPr>
          <p:cNvPr id="6" name="Picture 5" descr="https://www.softwaretestinghelp.com/wp-content/qa/uploads/2015/10/all-pairs-testing-example-3.jpg"/>
          <p:cNvPicPr/>
          <p:nvPr/>
        </p:nvPicPr>
        <p:blipFill>
          <a:blip r:embed="rId3">
            <a:extLst>
              <a:ext uri="{28A0092B-C50C-407E-A947-70E740481C1C}">
                <a14:useLocalDpi xmlns:a14="http://schemas.microsoft.com/office/drawing/2010/main" val="0"/>
              </a:ext>
            </a:extLst>
          </a:blip>
          <a:srcRect/>
          <a:stretch>
            <a:fillRect/>
          </a:stretch>
        </p:blipFill>
        <p:spPr bwMode="auto">
          <a:xfrm>
            <a:off x="828543" y="2732405"/>
            <a:ext cx="4622165" cy="1393190"/>
          </a:xfrm>
          <a:prstGeom prst="rect">
            <a:avLst/>
          </a:prstGeom>
          <a:noFill/>
          <a:ln>
            <a:noFill/>
          </a:ln>
        </p:spPr>
      </p:pic>
      <p:pic>
        <p:nvPicPr>
          <p:cNvPr id="7" name="Picture 6" descr="all-pairs testing example 4"/>
          <p:cNvPicPr/>
          <p:nvPr/>
        </p:nvPicPr>
        <p:blipFill>
          <a:blip r:embed="rId4">
            <a:extLst>
              <a:ext uri="{28A0092B-C50C-407E-A947-70E740481C1C}">
                <a14:useLocalDpi xmlns:a14="http://schemas.microsoft.com/office/drawing/2010/main" val="0"/>
              </a:ext>
            </a:extLst>
          </a:blip>
          <a:srcRect/>
          <a:stretch>
            <a:fillRect/>
          </a:stretch>
        </p:blipFill>
        <p:spPr bwMode="auto">
          <a:xfrm>
            <a:off x="5834536" y="2726383"/>
            <a:ext cx="4622165" cy="1400175"/>
          </a:xfrm>
          <a:prstGeom prst="rect">
            <a:avLst/>
          </a:prstGeom>
          <a:noFill/>
          <a:ln>
            <a:noFill/>
          </a:ln>
        </p:spPr>
      </p:pic>
      <p:pic>
        <p:nvPicPr>
          <p:cNvPr id="8" name="Picture 7" descr="all-pairs testing example 5"/>
          <p:cNvPicPr/>
          <p:nvPr/>
        </p:nvPicPr>
        <p:blipFill>
          <a:blip r:embed="rId5">
            <a:extLst>
              <a:ext uri="{28A0092B-C50C-407E-A947-70E740481C1C}">
                <a14:useLocalDpi xmlns:a14="http://schemas.microsoft.com/office/drawing/2010/main" val="0"/>
              </a:ext>
            </a:extLst>
          </a:blip>
          <a:srcRect/>
          <a:stretch>
            <a:fillRect/>
          </a:stretch>
        </p:blipFill>
        <p:spPr bwMode="auto">
          <a:xfrm>
            <a:off x="3258664" y="4773393"/>
            <a:ext cx="4622165" cy="1407160"/>
          </a:xfrm>
          <a:prstGeom prst="rect">
            <a:avLst/>
          </a:prstGeom>
          <a:noFill/>
          <a:ln>
            <a:noFill/>
          </a:ln>
        </p:spPr>
      </p:pic>
    </p:spTree>
    <p:extLst>
      <p:ext uri="{BB962C8B-B14F-4D97-AF65-F5344CB8AC3E}">
        <p14:creationId xmlns:p14="http://schemas.microsoft.com/office/powerpoint/2010/main" val="3534525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ppt_x"/>
                                          </p:val>
                                        </p:tav>
                                        <p:tav tm="100000">
                                          <p:val>
                                            <p:strVal val="#ppt_x"/>
                                          </p:val>
                                        </p:tav>
                                      </p:tavLst>
                                    </p:anim>
                                    <p:anim calcmode="lin" valueType="num">
                                      <p:cBhvr additive="base">
                                        <p:cTn id="1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84699" y="1895059"/>
            <a:ext cx="10876035" cy="4399388"/>
          </a:xfrm>
        </p:spPr>
        <p:txBody>
          <a:bodyPr/>
          <a:lstStyle/>
          <a:p>
            <a:r>
              <a:rPr lang="en-US" dirty="0">
                <a:solidFill>
                  <a:schemeClr val="tx1"/>
                </a:solidFill>
              </a:rPr>
              <a:t>We have a Buy and Delhi, but wait – there’s no Buy and Mumbai. We have a Sell and Mumbai, but there’s no Sell and Delhi. Let’s swap around the values in the second set in the third column.</a:t>
            </a:r>
          </a:p>
          <a:p>
            <a:endParaRPr lang="en-US" dirty="0"/>
          </a:p>
        </p:txBody>
      </p:sp>
      <p:sp>
        <p:nvSpPr>
          <p:cNvPr id="6"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8" name="Picture 7" descr="all-pairs testing example 6"/>
          <p:cNvPicPr/>
          <p:nvPr/>
        </p:nvPicPr>
        <p:blipFill>
          <a:blip r:embed="rId3">
            <a:extLst>
              <a:ext uri="{28A0092B-C50C-407E-A947-70E740481C1C}">
                <a14:useLocalDpi xmlns:a14="http://schemas.microsoft.com/office/drawing/2010/main" val="0"/>
              </a:ext>
            </a:extLst>
          </a:blip>
          <a:srcRect/>
          <a:stretch>
            <a:fillRect/>
          </a:stretch>
        </p:blipFill>
        <p:spPr bwMode="auto">
          <a:xfrm>
            <a:off x="2922945" y="2868960"/>
            <a:ext cx="6603192" cy="3084293"/>
          </a:xfrm>
          <a:prstGeom prst="rect">
            <a:avLst/>
          </a:prstGeom>
          <a:noFill/>
          <a:ln>
            <a:noFill/>
          </a:ln>
        </p:spPr>
      </p:pic>
    </p:spTree>
    <p:extLst>
      <p:ext uri="{BB962C8B-B14F-4D97-AF65-F5344CB8AC3E}">
        <p14:creationId xmlns:p14="http://schemas.microsoft.com/office/powerpoint/2010/main" val="3827785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060097" y="1185302"/>
            <a:ext cx="9633926" cy="830997"/>
          </a:xfrm>
          <a:prstGeom prst="rect">
            <a:avLst/>
          </a:prstGeom>
          <a:noFill/>
        </p:spPr>
        <p:txBody>
          <a:bodyPr wrap="square" rtlCol="0">
            <a:spAutoFit/>
          </a:bodyPr>
          <a:lstStyle/>
          <a:p>
            <a:r>
              <a:rPr lang="en-US" sz="2400" dirty="0"/>
              <a:t>We will repeat the same steps for column 3 and 4.</a:t>
            </a:r>
          </a:p>
          <a:p>
            <a:endParaRPr lang="en-US" sz="2400" dirty="0"/>
          </a:p>
        </p:txBody>
      </p:sp>
      <p:pic>
        <p:nvPicPr>
          <p:cNvPr id="11" name="Picture 10" descr="https://www.softwaretestinghelp.com/wp-content/qa/uploads/2015/10/all-pairs-testing-example-7.jpg"/>
          <p:cNvPicPr/>
          <p:nvPr/>
        </p:nvPicPr>
        <p:blipFill>
          <a:blip r:embed="rId3">
            <a:extLst>
              <a:ext uri="{28A0092B-C50C-407E-A947-70E740481C1C}">
                <a14:useLocalDpi xmlns:a14="http://schemas.microsoft.com/office/drawing/2010/main" val="0"/>
              </a:ext>
            </a:extLst>
          </a:blip>
          <a:srcRect/>
          <a:stretch>
            <a:fillRect/>
          </a:stretch>
        </p:blipFill>
        <p:spPr bwMode="auto">
          <a:xfrm>
            <a:off x="2397570" y="1793066"/>
            <a:ext cx="6765890" cy="3048636"/>
          </a:xfrm>
          <a:prstGeom prst="rect">
            <a:avLst/>
          </a:prstGeom>
          <a:noFill/>
          <a:ln>
            <a:noFill/>
          </a:ln>
        </p:spPr>
      </p:pic>
      <p:sp>
        <p:nvSpPr>
          <p:cNvPr id="9" name="TextBox 8">
            <a:extLst>
              <a:ext uri="{FF2B5EF4-FFF2-40B4-BE49-F238E27FC236}">
                <a16:creationId xmlns:a16="http://schemas.microsoft.com/office/drawing/2014/main" id="{E2CD1553-C7D2-01AE-543B-99F9E72842D9}"/>
              </a:ext>
            </a:extLst>
          </p:cNvPr>
          <p:cNvSpPr txBox="1"/>
          <p:nvPr/>
        </p:nvSpPr>
        <p:spPr>
          <a:xfrm>
            <a:off x="1060097" y="4849719"/>
            <a:ext cx="9440837" cy="1323439"/>
          </a:xfrm>
          <a:prstGeom prst="rect">
            <a:avLst/>
          </a:prstGeom>
          <a:noFill/>
        </p:spPr>
        <p:txBody>
          <a:bodyPr wrap="square">
            <a:spAutoFit/>
          </a:bodyPr>
          <a:lstStyle/>
          <a:p>
            <a:r>
              <a:rPr lang="en-US" sz="2000" b="0" i="0" dirty="0">
                <a:effectLst/>
                <a:latin typeface="Source Serif Pro" panose="020F0502020204030204" pitchFamily="18" charset="0"/>
              </a:rPr>
              <a:t>When columns 3 and 4 are compared, each value in column 3 has both the values of column 4. But when you compare the 2</a:t>
            </a:r>
            <a:r>
              <a:rPr lang="en-US" sz="2000" b="0" i="0" baseline="30000" dirty="0">
                <a:effectLst/>
                <a:latin typeface="Source Serif Pro" panose="020F0502020204030204" pitchFamily="18" charset="0"/>
              </a:rPr>
              <a:t>nd</a:t>
            </a:r>
            <a:r>
              <a:rPr lang="en-US" sz="2000" b="0" i="0" dirty="0">
                <a:effectLst/>
                <a:latin typeface="Source Serif Pro" panose="020F0502020204030204" pitchFamily="18" charset="0"/>
              </a:rPr>
              <a:t> and 4</a:t>
            </a:r>
            <a:r>
              <a:rPr lang="en-US" sz="2000" b="0" i="0" baseline="30000" dirty="0">
                <a:effectLst/>
                <a:latin typeface="Source Serif Pro" panose="020F0502020204030204" pitchFamily="18" charset="0"/>
              </a:rPr>
              <a:t>th</a:t>
            </a:r>
            <a:r>
              <a:rPr lang="en-US" sz="2000" b="0" i="0" dirty="0">
                <a:effectLst/>
                <a:latin typeface="Source Serif Pro" panose="020F0502020204030204" pitchFamily="18" charset="0"/>
              </a:rPr>
              <a:t> column, we have Buy and Valid &amp; Sell and Invalid .i.e. Buy does not have an “Invalid” and Sell does not have a “Valid”. Hence we need to interchange the last set of values in the 4</a:t>
            </a:r>
            <a:r>
              <a:rPr lang="en-US" sz="2000" b="0" i="0" baseline="30000" dirty="0">
                <a:effectLst/>
                <a:latin typeface="Source Serif Pro" panose="020F0502020204030204" pitchFamily="18" charset="0"/>
              </a:rPr>
              <a:t>th</a:t>
            </a:r>
            <a:r>
              <a:rPr lang="en-US" sz="2000" b="0" i="0" dirty="0">
                <a:effectLst/>
                <a:latin typeface="Source Serif Pro" panose="020F0502020204030204" pitchFamily="18" charset="0"/>
              </a:rPr>
              <a:t> column.</a:t>
            </a:r>
            <a:endParaRPr lang="en-US" sz="2000" dirty="0"/>
          </a:p>
        </p:txBody>
      </p:sp>
    </p:spTree>
    <p:extLst>
      <p:ext uri="{BB962C8B-B14F-4D97-AF65-F5344CB8AC3E}">
        <p14:creationId xmlns:p14="http://schemas.microsoft.com/office/powerpoint/2010/main" val="4024303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arn(inVertical)">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https://www.softwaretestinghelp.com/wp-content/qa/uploads/2015/10/all-pairs-testing-example-8.jpg"/>
          <p:cNvPicPr/>
          <p:nvPr/>
        </p:nvPicPr>
        <p:blipFill>
          <a:blip r:embed="rId3">
            <a:extLst>
              <a:ext uri="{28A0092B-C50C-407E-A947-70E740481C1C}">
                <a14:useLocalDpi xmlns:a14="http://schemas.microsoft.com/office/drawing/2010/main" val="0"/>
              </a:ext>
            </a:extLst>
          </a:blip>
          <a:srcRect/>
          <a:stretch>
            <a:fillRect/>
          </a:stretch>
        </p:blipFill>
        <p:spPr bwMode="auto">
          <a:xfrm>
            <a:off x="2217761" y="1978925"/>
            <a:ext cx="7756478" cy="3586428"/>
          </a:xfrm>
          <a:prstGeom prst="rect">
            <a:avLst/>
          </a:prstGeom>
          <a:noFill/>
          <a:ln>
            <a:noFill/>
          </a:ln>
        </p:spPr>
      </p:pic>
    </p:spTree>
    <p:extLst>
      <p:ext uri="{BB962C8B-B14F-4D97-AF65-F5344CB8AC3E}">
        <p14:creationId xmlns:p14="http://schemas.microsoft.com/office/powerpoint/2010/main" val="2838178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ircle(in)">
                                      <p:cBhvr>
                                        <p:cTn id="7"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Hurray! All pairs in 8 cases, instead of all combinations in 96!</a:t>
            </a:r>
          </a:p>
        </p:txBody>
      </p:sp>
      <p:sp>
        <p:nvSpPr>
          <p:cNvPr id="3" name="Content Placeholder 2"/>
          <p:cNvSpPr>
            <a:spLocks noGrp="1"/>
          </p:cNvSpPr>
          <p:nvPr>
            <p:ph idx="1"/>
          </p:nvPr>
        </p:nvSpPr>
        <p:spPr/>
        <p:txBody>
          <a:bodyPr/>
          <a:lstStyle/>
          <a:p>
            <a:r>
              <a:rPr lang="en-US" dirty="0">
                <a:solidFill>
                  <a:schemeClr val="tx1"/>
                </a:solidFill>
              </a:rPr>
              <a:t>Column 6 (Order time) is problematic. We are missing Buy/Non-working hours and Sell/Working hours. We can’t fit our missing pairs by swapping around values as we already swapped all the rows if we swap now we may miss other possible pairs which are already sorted. So, we add two more test cases that contain these pairs. Hence, the blank rows!</a:t>
            </a:r>
          </a:p>
          <a:p>
            <a:endParaRPr lang="en-US" dirty="0"/>
          </a:p>
        </p:txBody>
      </p:sp>
      <p:pic>
        <p:nvPicPr>
          <p:cNvPr id="6" name="Picture 5" descr="all-pairs testing example 9"/>
          <p:cNvPicPr/>
          <p:nvPr/>
        </p:nvPicPr>
        <p:blipFill>
          <a:blip r:embed="rId3">
            <a:extLst>
              <a:ext uri="{28A0092B-C50C-407E-A947-70E740481C1C}">
                <a14:useLocalDpi xmlns:a14="http://schemas.microsoft.com/office/drawing/2010/main" val="0"/>
              </a:ext>
            </a:extLst>
          </a:blip>
          <a:srcRect/>
          <a:stretch>
            <a:fillRect/>
          </a:stretch>
        </p:blipFill>
        <p:spPr bwMode="auto">
          <a:xfrm>
            <a:off x="2348969" y="2961564"/>
            <a:ext cx="7494062" cy="3263331"/>
          </a:xfrm>
          <a:prstGeom prst="rect">
            <a:avLst/>
          </a:prstGeom>
          <a:noFill/>
          <a:ln>
            <a:noFill/>
          </a:ln>
        </p:spPr>
      </p:pic>
    </p:spTree>
    <p:extLst>
      <p:ext uri="{BB962C8B-B14F-4D97-AF65-F5344CB8AC3E}">
        <p14:creationId xmlns:p14="http://schemas.microsoft.com/office/powerpoint/2010/main" val="24011443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Hurray! All pairs in 8 cases, instead of all combinations in 96!</a:t>
            </a:r>
          </a:p>
        </p:txBody>
      </p:sp>
      <p:pic>
        <p:nvPicPr>
          <p:cNvPr id="1026" name="Picture 2" descr="all-pairs testing example 10"/>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91558" y="1978572"/>
            <a:ext cx="8008883" cy="29008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069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Graphical Representation of Pairwise Testing</a:t>
            </a:r>
            <a:endParaRPr lang="en-US" dirty="0">
              <a:solidFill>
                <a:schemeClr val="tx1"/>
              </a:solidFill>
            </a:endParaRPr>
          </a:p>
        </p:txBody>
      </p:sp>
      <p:pic>
        <p:nvPicPr>
          <p:cNvPr id="6" name="Content Placeholder 5"/>
          <p:cNvPicPr>
            <a:picLocks noGrp="1" noChangeAspect="1"/>
          </p:cNvPicPr>
          <p:nvPr>
            <p:ph idx="1"/>
          </p:nvPr>
        </p:nvPicPr>
        <p:blipFill>
          <a:blip r:embed="rId2"/>
          <a:stretch>
            <a:fillRect/>
          </a:stretch>
        </p:blipFill>
        <p:spPr>
          <a:xfrm>
            <a:off x="2080643" y="1781519"/>
            <a:ext cx="7173504" cy="4073987"/>
          </a:xfrm>
          <a:prstGeom prst="rect">
            <a:avLst/>
          </a:prstGeom>
        </p:spPr>
      </p:pic>
    </p:spTree>
    <p:extLst>
      <p:ext uri="{BB962C8B-B14F-4D97-AF65-F5344CB8AC3E}">
        <p14:creationId xmlns:p14="http://schemas.microsoft.com/office/powerpoint/2010/main" val="28180353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3AFFFB8-9D74-9E3E-EC85-241D67AEC5D7}"/>
              </a:ext>
            </a:extLst>
          </p:cNvPr>
          <p:cNvSpPr txBox="1"/>
          <p:nvPr/>
        </p:nvSpPr>
        <p:spPr>
          <a:xfrm>
            <a:off x="464024" y="756273"/>
            <a:ext cx="11263952" cy="1477328"/>
          </a:xfrm>
          <a:prstGeom prst="rect">
            <a:avLst/>
          </a:prstGeom>
          <a:noFill/>
        </p:spPr>
        <p:txBody>
          <a:bodyPr wrap="square">
            <a:spAutoFit/>
          </a:bodyPr>
          <a:lstStyle/>
          <a:p>
            <a:r>
              <a:rPr lang="en-US" b="1" dirty="0"/>
              <a:t>Hotel Room Booking System:</a:t>
            </a:r>
          </a:p>
          <a:p>
            <a:r>
              <a:rPr lang="en-US" dirty="0"/>
              <a:t>The system allows customers to book rooms in a hotel. It supports bookings for single or double rooms in three cities: New York, Los Angeles, and Chicago. The system also allows guests to select whether they want a breakfast option, and reservations can be made either during peak season or off-peak season. Finally, bookings can be made online or in person at the hotel.</a:t>
            </a:r>
          </a:p>
        </p:txBody>
      </p:sp>
    </p:spTree>
    <p:extLst>
      <p:ext uri="{BB962C8B-B14F-4D97-AF65-F5344CB8AC3E}">
        <p14:creationId xmlns:p14="http://schemas.microsoft.com/office/powerpoint/2010/main" val="3660484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8964" y="286603"/>
            <a:ext cx="11661066" cy="1450757"/>
          </a:xfrm>
        </p:spPr>
        <p:txBody>
          <a:bodyPr/>
          <a:lstStyle/>
          <a:p>
            <a:r>
              <a:rPr lang="en-US" b="1" dirty="0">
                <a:solidFill>
                  <a:schemeClr val="tx1"/>
                </a:solidFill>
              </a:rPr>
              <a:t>Advantages &amp; Disadvantages of Pairwise Testing</a:t>
            </a:r>
            <a:endParaRPr lang="en-US" dirty="0">
              <a:solidFill>
                <a:schemeClr val="tx1"/>
              </a:solidFill>
            </a:endParaRPr>
          </a:p>
        </p:txBody>
      </p:sp>
      <p:sp>
        <p:nvSpPr>
          <p:cNvPr id="3" name="Content Placeholder 2"/>
          <p:cNvSpPr>
            <a:spLocks noGrp="1"/>
          </p:cNvSpPr>
          <p:nvPr>
            <p:ph idx="1"/>
          </p:nvPr>
        </p:nvSpPr>
        <p:spPr>
          <a:xfrm>
            <a:off x="690158" y="1861440"/>
            <a:ext cx="10596542" cy="4873731"/>
          </a:xfrm>
        </p:spPr>
        <p:txBody>
          <a:bodyPr>
            <a:noAutofit/>
          </a:bodyPr>
          <a:lstStyle/>
          <a:p>
            <a:pPr algn="just" fontAlgn="base">
              <a:buFont typeface="Arial" panose="020B0604020202020204" pitchFamily="34" charset="0"/>
              <a:buChar char="•"/>
            </a:pPr>
            <a:r>
              <a:rPr lang="en-US" dirty="0">
                <a:solidFill>
                  <a:schemeClr val="tx1"/>
                </a:solidFill>
              </a:rPr>
              <a:t>Pairwise testing reduces the number of execution of test cases.</a:t>
            </a:r>
          </a:p>
          <a:p>
            <a:pPr algn="just" fontAlgn="base">
              <a:buFont typeface="Arial" panose="020B0604020202020204" pitchFamily="34" charset="0"/>
              <a:buChar char="•"/>
            </a:pPr>
            <a:r>
              <a:rPr lang="en-US" dirty="0">
                <a:solidFill>
                  <a:schemeClr val="tx1"/>
                </a:solidFill>
              </a:rPr>
              <a:t>Pairwise testing increases the test coverage almost up to hundred percentage.</a:t>
            </a:r>
          </a:p>
          <a:p>
            <a:pPr algn="just" fontAlgn="base">
              <a:buFont typeface="Arial" panose="020B0604020202020204" pitchFamily="34" charset="0"/>
              <a:buChar char="•"/>
            </a:pPr>
            <a:r>
              <a:rPr lang="en-US" dirty="0">
                <a:solidFill>
                  <a:schemeClr val="tx1"/>
                </a:solidFill>
              </a:rPr>
              <a:t>Pairwise testing increases the defect detection ratio.</a:t>
            </a:r>
          </a:p>
          <a:p>
            <a:pPr algn="just" fontAlgn="base">
              <a:buFont typeface="Arial" panose="020B0604020202020204" pitchFamily="34" charset="0"/>
              <a:buChar char="•"/>
            </a:pPr>
            <a:r>
              <a:rPr lang="en-US" dirty="0">
                <a:solidFill>
                  <a:schemeClr val="tx1"/>
                </a:solidFill>
              </a:rPr>
              <a:t>Pairwise testing takes less time to complete the execution of the test suite.</a:t>
            </a:r>
          </a:p>
          <a:p>
            <a:pPr algn="just" fontAlgn="base">
              <a:buFont typeface="Arial" panose="020B0604020202020204" pitchFamily="34" charset="0"/>
              <a:buChar char="•"/>
            </a:pPr>
            <a:r>
              <a:rPr lang="en-US" dirty="0">
                <a:solidFill>
                  <a:schemeClr val="tx1"/>
                </a:solidFill>
              </a:rPr>
              <a:t>Pairwise testing reduces the overall testing budget for a project.</a:t>
            </a:r>
          </a:p>
          <a:p>
            <a:pPr algn="just" fontAlgn="base">
              <a:buFont typeface="Arial" panose="020B0604020202020204" pitchFamily="34" charset="0"/>
              <a:buChar char="•"/>
            </a:pPr>
            <a:r>
              <a:rPr lang="en-US" b="1" dirty="0">
                <a:solidFill>
                  <a:schemeClr val="tx1"/>
                </a:solidFill>
              </a:rPr>
              <a:t>Disadvantages:</a:t>
            </a:r>
          </a:p>
          <a:p>
            <a:pPr algn="just" fontAlgn="base">
              <a:buFont typeface="Arial" panose="020B0604020202020204" pitchFamily="34" charset="0"/>
              <a:buChar char="•"/>
            </a:pPr>
            <a:r>
              <a:rPr lang="en-US" dirty="0">
                <a:solidFill>
                  <a:schemeClr val="tx1"/>
                </a:solidFill>
              </a:rPr>
              <a:t>Pairwise testing is not beneficial if the values of the variables are inappropriate.</a:t>
            </a:r>
          </a:p>
          <a:p>
            <a:pPr algn="just" fontAlgn="base">
              <a:buFont typeface="Arial" panose="020B0604020202020204" pitchFamily="34" charset="0"/>
              <a:buChar char="•"/>
            </a:pPr>
            <a:r>
              <a:rPr lang="en-US" dirty="0">
                <a:solidFill>
                  <a:schemeClr val="tx1"/>
                </a:solidFill>
              </a:rPr>
              <a:t>In pairwise testing it is possible to miss the highly probable combination while selecting the test data.</a:t>
            </a:r>
          </a:p>
          <a:p>
            <a:pPr algn="just" fontAlgn="base">
              <a:buFont typeface="Arial" panose="020B0604020202020204" pitchFamily="34" charset="0"/>
              <a:buChar char="•"/>
            </a:pPr>
            <a:r>
              <a:rPr lang="en-US" dirty="0">
                <a:solidFill>
                  <a:schemeClr val="tx1"/>
                </a:solidFill>
              </a:rPr>
              <a:t>In pairwise testing, defect yield ratio may be reduced if a combination is missed.</a:t>
            </a:r>
          </a:p>
          <a:p>
            <a:pPr algn="just" fontAlgn="base">
              <a:buFont typeface="Arial" panose="020B0604020202020204" pitchFamily="34" charset="0"/>
              <a:buChar char="•"/>
            </a:pPr>
            <a:r>
              <a:rPr lang="en-US" dirty="0">
                <a:solidFill>
                  <a:schemeClr val="tx1"/>
                </a:solidFill>
              </a:rPr>
              <a:t>Pairwise testing is not useful if combinations of variables are not understood correctly.</a:t>
            </a:r>
          </a:p>
        </p:txBody>
      </p:sp>
    </p:spTree>
    <p:extLst>
      <p:ext uri="{BB962C8B-B14F-4D97-AF65-F5344CB8AC3E}">
        <p14:creationId xmlns:p14="http://schemas.microsoft.com/office/powerpoint/2010/main" val="23821876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A5257F-9A6D-150C-68F5-76BCDFF181B8}"/>
              </a:ext>
            </a:extLst>
          </p:cNvPr>
          <p:cNvSpPr txBox="1"/>
          <p:nvPr/>
        </p:nvSpPr>
        <p:spPr>
          <a:xfrm>
            <a:off x="3382224" y="2598003"/>
            <a:ext cx="6097508" cy="830997"/>
          </a:xfrm>
          <a:prstGeom prst="rect">
            <a:avLst/>
          </a:prstGeom>
          <a:noFill/>
        </p:spPr>
        <p:txBody>
          <a:bodyPr wrap="square">
            <a:spAutoFit/>
          </a:bodyPr>
          <a:lstStyle/>
          <a:p>
            <a:pPr algn="ctr"/>
            <a:r>
              <a:rPr lang="en-US" sz="4800" dirty="0">
                <a:solidFill>
                  <a:schemeClr val="accent2"/>
                </a:solidFill>
              </a:rPr>
              <a:t>Any question????</a:t>
            </a:r>
          </a:p>
        </p:txBody>
      </p:sp>
    </p:spTree>
    <p:extLst>
      <p:ext uri="{BB962C8B-B14F-4D97-AF65-F5344CB8AC3E}">
        <p14:creationId xmlns:p14="http://schemas.microsoft.com/office/powerpoint/2010/main" val="1325985888"/>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1313</TotalTime>
  <Words>1248</Words>
  <Application>Microsoft Office PowerPoint</Application>
  <PresentationFormat>Widescreen</PresentationFormat>
  <Paragraphs>99</Paragraphs>
  <Slides>20</Slides>
  <Notes>9</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Aptos</vt:lpstr>
      <vt:lpstr>Arial</vt:lpstr>
      <vt:lpstr>Calibri</vt:lpstr>
      <vt:lpstr>Calibri Light</vt:lpstr>
      <vt:lpstr>Source Serif Pro</vt:lpstr>
      <vt:lpstr>Times New Roman</vt:lpstr>
      <vt:lpstr>Retrospect</vt:lpstr>
      <vt:lpstr> Software Quality Engineering</vt:lpstr>
      <vt:lpstr>Pair-wise testing</vt:lpstr>
      <vt:lpstr>Example</vt:lpstr>
      <vt:lpstr>Some examples</vt:lpstr>
      <vt:lpstr>PowerPoint Presentation</vt:lpstr>
      <vt:lpstr>Some examples</vt:lpstr>
      <vt:lpstr>Some more examples</vt:lpstr>
      <vt:lpstr>Step #1: Let’s list down the variables involved.</vt:lpstr>
      <vt:lpstr>Step #2: Let’s simplify</vt:lpstr>
      <vt:lpstr>Step #3: Arranging variables and values involved.</vt:lpstr>
      <vt:lpstr>Step #4: Arrange variables to create a test suite</vt:lpstr>
      <vt:lpstr>PowerPoint Presentation</vt:lpstr>
      <vt:lpstr>PowerPoint Presentation</vt:lpstr>
      <vt:lpstr>PowerPoint Presentation</vt:lpstr>
      <vt:lpstr>Hurray! All pairs in 8 cases, instead of all combinations in 96!</vt:lpstr>
      <vt:lpstr>Hurray! All pairs in 8 cases, instead of all combinations in 96!</vt:lpstr>
      <vt:lpstr>Graphical Representation of Pairwise Testing</vt:lpstr>
      <vt:lpstr>PowerPoint Presentation</vt:lpstr>
      <vt:lpstr>Advantages &amp; Disadvantages of Pairwise Testing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Alina Arshad</dc:creator>
  <cp:lastModifiedBy>Ms Alina Arshad</cp:lastModifiedBy>
  <cp:revision>28</cp:revision>
  <dcterms:created xsi:type="dcterms:W3CDTF">2024-08-09T06:58:16Z</dcterms:created>
  <dcterms:modified xsi:type="dcterms:W3CDTF">2024-10-05T05:49:34Z</dcterms:modified>
</cp:coreProperties>
</file>