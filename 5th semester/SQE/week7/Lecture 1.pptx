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475" r:id="rId3"/>
    <p:sldId id="492" r:id="rId4"/>
    <p:sldId id="476" r:id="rId5"/>
    <p:sldId id="477" r:id="rId6"/>
    <p:sldId id="491" r:id="rId7"/>
    <p:sldId id="478" r:id="rId8"/>
    <p:sldId id="485" r:id="rId9"/>
    <p:sldId id="479" r:id="rId10"/>
    <p:sldId id="484" r:id="rId11"/>
    <p:sldId id="486" r:id="rId12"/>
    <p:sldId id="27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985948-661D-45EF-9212-3BF9750EF1D6}" v="21" dt="2024-09-30T14:30:12.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4061"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30T14:31:59.030" v="814" actId="4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del mod">
        <pc:chgData name="Ms Alina Arshad" userId="cccdfd85-d35d-4453-9c6f-a463aae40722" providerId="ADAL" clId="{32985948-661D-45EF-9212-3BF9750EF1D6}" dt="2024-09-30T14:31:52.363" v="801" actId="4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del mod">
        <pc:chgData name="Ms Alina Arshad" userId="cccdfd85-d35d-4453-9c6f-a463aae40722" providerId="ADAL" clId="{32985948-661D-45EF-9212-3BF9750EF1D6}" dt="2024-09-30T14:31:58.484" v="813" actId="47"/>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del mod">
        <pc:chgData name="Ms Alina Arshad" userId="cccdfd85-d35d-4453-9c6f-a463aae40722" providerId="ADAL" clId="{32985948-661D-45EF-9212-3BF9750EF1D6}" dt="2024-09-30T14:31:53.188" v="803" actId="47"/>
        <pc:sldMkLst>
          <pc:docMk/>
          <pc:sldMk cId="220574829" sldId="487"/>
        </pc:sldMkLst>
        <pc:spChg chg="mod">
          <ac:chgData name="Ms Alina Arshad" userId="cccdfd85-d35d-4453-9c6f-a463aae40722" providerId="ADAL" clId="{32985948-661D-45EF-9212-3BF9750EF1D6}" dt="2024-09-30T14:03:32.396" v="688" actId="207"/>
          <ac:spMkLst>
            <pc:docMk/>
            <pc:sldMk cId="220574829" sldId="487"/>
            <ac:spMk id="2" creationId="{00000000-0000-0000-0000-000000000000}"/>
          </ac:spMkLst>
        </pc:spChg>
        <pc:spChg chg="mod">
          <ac:chgData name="Ms Alina Arshad" userId="cccdfd85-d35d-4453-9c6f-a463aae40722" providerId="ADAL" clId="{32985948-661D-45EF-9212-3BF9750EF1D6}" dt="2024-09-30T14:04:17.327" v="693" actId="403"/>
          <ac:spMkLst>
            <pc:docMk/>
            <pc:sldMk cId="220574829" sldId="487"/>
            <ac:spMk id="3" creationId="{00000000-0000-0000-0000-000000000000}"/>
          </ac:spMkLst>
        </pc:spChg>
        <pc:spChg chg="del">
          <ac:chgData name="Ms Alina Arshad" userId="cccdfd85-d35d-4453-9c6f-a463aae40722" providerId="ADAL" clId="{32985948-661D-45EF-9212-3BF9750EF1D6}" dt="2024-09-30T14:03:35.786" v="689" actId="478"/>
          <ac:spMkLst>
            <pc:docMk/>
            <pc:sldMk cId="220574829" sldId="487"/>
            <ac:spMk id="4" creationId="{00000000-0000-0000-0000-000000000000}"/>
          </ac:spMkLst>
        </pc:spChg>
        <pc:spChg chg="del">
          <ac:chgData name="Ms Alina Arshad" userId="cccdfd85-d35d-4453-9c6f-a463aae40722" providerId="ADAL" clId="{32985948-661D-45EF-9212-3BF9750EF1D6}" dt="2024-09-30T14:03:37.586" v="690" actId="478"/>
          <ac:spMkLst>
            <pc:docMk/>
            <pc:sldMk cId="220574829" sldId="487"/>
            <ac:spMk id="5" creationId="{00000000-0000-0000-0000-000000000000}"/>
          </ac:spMkLst>
        </pc:spChg>
      </pc:sldChg>
      <pc:sldChg chg="delSp modSp add del mod">
        <pc:chgData name="Ms Alina Arshad" userId="cccdfd85-d35d-4453-9c6f-a463aae40722" providerId="ADAL" clId="{32985948-661D-45EF-9212-3BF9750EF1D6}" dt="2024-09-30T14:31:59.030" v="814" actId="47"/>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del mod">
        <pc:chgData name="Ms Alina Arshad" userId="cccdfd85-d35d-4453-9c6f-a463aae40722" providerId="ADAL" clId="{32985948-661D-45EF-9212-3BF9750EF1D6}" dt="2024-09-30T14:31:51.615" v="800" actId="47"/>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sldChg chg="delSp modSp add del mod">
        <pc:chgData name="Ms Alina Arshad" userId="cccdfd85-d35d-4453-9c6f-a463aae40722" providerId="ADAL" clId="{32985948-661D-45EF-9212-3BF9750EF1D6}" dt="2024-09-30T14:31:52.797" v="802" actId="47"/>
        <pc:sldMkLst>
          <pc:docMk/>
          <pc:sldMk cId="4224234449" sldId="493"/>
        </pc:sldMkLst>
        <pc:spChg chg="mod">
          <ac:chgData name="Ms Alina Arshad" userId="cccdfd85-d35d-4453-9c6f-a463aae40722" providerId="ADAL" clId="{32985948-661D-45EF-9212-3BF9750EF1D6}" dt="2024-09-30T13:40:00.695" v="685" actId="14100"/>
          <ac:spMkLst>
            <pc:docMk/>
            <pc:sldMk cId="4224234449" sldId="493"/>
            <ac:spMk id="2" creationId="{00000000-0000-0000-0000-000000000000}"/>
          </ac:spMkLst>
        </pc:spChg>
        <pc:spChg chg="del">
          <ac:chgData name="Ms Alina Arshad" userId="cccdfd85-d35d-4453-9c6f-a463aae40722" providerId="ADAL" clId="{32985948-661D-45EF-9212-3BF9750EF1D6}" dt="2024-09-30T13:39:46.720" v="681" actId="478"/>
          <ac:spMkLst>
            <pc:docMk/>
            <pc:sldMk cId="4224234449" sldId="493"/>
            <ac:spMk id="4" creationId="{00000000-0000-0000-0000-000000000000}"/>
          </ac:spMkLst>
        </pc:spChg>
        <pc:spChg chg="del">
          <ac:chgData name="Ms Alina Arshad" userId="cccdfd85-d35d-4453-9c6f-a463aae40722" providerId="ADAL" clId="{32985948-661D-45EF-9212-3BF9750EF1D6}" dt="2024-09-30T13:39:49.640" v="682" actId="478"/>
          <ac:spMkLst>
            <pc:docMk/>
            <pc:sldMk cId="4224234449" sldId="493"/>
            <ac:spMk id="5" creationId="{00000000-0000-0000-0000-000000000000}"/>
          </ac:spMkLst>
        </pc:spChg>
        <pc:picChg chg="mod">
          <ac:chgData name="Ms Alina Arshad" userId="cccdfd85-d35d-4453-9c6f-a463aae40722" providerId="ADAL" clId="{32985948-661D-45EF-9212-3BF9750EF1D6}" dt="2024-09-30T13:40:02.017" v="686" actId="1076"/>
          <ac:picMkLst>
            <pc:docMk/>
            <pc:sldMk cId="4224234449" sldId="493"/>
            <ac:picMk id="6" creationId="{00000000-0000-0000-0000-000000000000}"/>
          </ac:picMkLst>
        </pc:picChg>
      </pc:sldChg>
      <pc:sldChg chg="delSp modSp add del mod">
        <pc:chgData name="Ms Alina Arshad" userId="cccdfd85-d35d-4453-9c6f-a463aae40722" providerId="ADAL" clId="{32985948-661D-45EF-9212-3BF9750EF1D6}" dt="2024-09-30T14:31:53.568" v="804" actId="47"/>
        <pc:sldMkLst>
          <pc:docMk/>
          <pc:sldMk cId="2281473786" sldId="505"/>
        </pc:sldMkLst>
        <pc:spChg chg="mod">
          <ac:chgData name="Ms Alina Arshad" userId="cccdfd85-d35d-4453-9c6f-a463aae40722" providerId="ADAL" clId="{32985948-661D-45EF-9212-3BF9750EF1D6}" dt="2024-09-30T14:04:10.260" v="691" actId="207"/>
          <ac:spMkLst>
            <pc:docMk/>
            <pc:sldMk cId="2281473786" sldId="505"/>
            <ac:spMk id="2" creationId="{00000000-0000-0000-0000-000000000000}"/>
          </ac:spMkLst>
        </pc:spChg>
        <pc:spChg chg="mod">
          <ac:chgData name="Ms Alina Arshad" userId="cccdfd85-d35d-4453-9c6f-a463aae40722" providerId="ADAL" clId="{32985948-661D-45EF-9212-3BF9750EF1D6}" dt="2024-09-30T14:04:29.607" v="696" actId="1076"/>
          <ac:spMkLst>
            <pc:docMk/>
            <pc:sldMk cId="2281473786" sldId="505"/>
            <ac:spMk id="3" creationId="{00000000-0000-0000-0000-000000000000}"/>
          </ac:spMkLst>
        </pc:spChg>
        <pc:spChg chg="del">
          <ac:chgData name="Ms Alina Arshad" userId="cccdfd85-d35d-4453-9c6f-a463aae40722" providerId="ADAL" clId="{32985948-661D-45EF-9212-3BF9750EF1D6}" dt="2024-09-30T14:04:32.089" v="697" actId="478"/>
          <ac:spMkLst>
            <pc:docMk/>
            <pc:sldMk cId="2281473786" sldId="505"/>
            <ac:spMk id="4" creationId="{00000000-0000-0000-0000-000000000000}"/>
          </ac:spMkLst>
        </pc:spChg>
        <pc:spChg chg="del">
          <ac:chgData name="Ms Alina Arshad" userId="cccdfd85-d35d-4453-9c6f-a463aae40722" providerId="ADAL" clId="{32985948-661D-45EF-9212-3BF9750EF1D6}" dt="2024-09-30T14:04:35.065" v="698" actId="478"/>
          <ac:spMkLst>
            <pc:docMk/>
            <pc:sldMk cId="2281473786" sldId="505"/>
            <ac:spMk id="5" creationId="{00000000-0000-0000-0000-000000000000}"/>
          </ac:spMkLst>
        </pc:spChg>
      </pc:sldChg>
      <pc:sldChg chg="delSp modSp add del mod">
        <pc:chgData name="Ms Alina Arshad" userId="cccdfd85-d35d-4453-9c6f-a463aae40722" providerId="ADAL" clId="{32985948-661D-45EF-9212-3BF9750EF1D6}" dt="2024-09-30T14:31:54.075" v="805" actId="47"/>
        <pc:sldMkLst>
          <pc:docMk/>
          <pc:sldMk cId="2358552832" sldId="506"/>
        </pc:sldMkLst>
        <pc:spChg chg="mod">
          <ac:chgData name="Ms Alina Arshad" userId="cccdfd85-d35d-4453-9c6f-a463aae40722" providerId="ADAL" clId="{32985948-661D-45EF-9212-3BF9750EF1D6}" dt="2024-09-30T14:05:55.647" v="702" actId="207"/>
          <ac:spMkLst>
            <pc:docMk/>
            <pc:sldMk cId="2358552832" sldId="506"/>
            <ac:spMk id="3" creationId="{00000000-0000-0000-0000-000000000000}"/>
          </ac:spMkLst>
        </pc:spChg>
        <pc:spChg chg="del">
          <ac:chgData name="Ms Alina Arshad" userId="cccdfd85-d35d-4453-9c6f-a463aae40722" providerId="ADAL" clId="{32985948-661D-45EF-9212-3BF9750EF1D6}" dt="2024-09-30T14:05:50.349" v="700" actId="478"/>
          <ac:spMkLst>
            <pc:docMk/>
            <pc:sldMk cId="2358552832" sldId="506"/>
            <ac:spMk id="4" creationId="{00000000-0000-0000-0000-000000000000}"/>
          </ac:spMkLst>
        </pc:spChg>
        <pc:spChg chg="del">
          <ac:chgData name="Ms Alina Arshad" userId="cccdfd85-d35d-4453-9c6f-a463aae40722" providerId="ADAL" clId="{32985948-661D-45EF-9212-3BF9750EF1D6}" dt="2024-09-30T14:05:52.225" v="701" actId="478"/>
          <ac:spMkLst>
            <pc:docMk/>
            <pc:sldMk cId="2358552832" sldId="506"/>
            <ac:spMk id="5" creationId="{00000000-0000-0000-0000-000000000000}"/>
          </ac:spMkLst>
        </pc:spChg>
      </pc:sldChg>
      <pc:sldChg chg="delSp modSp add del mod">
        <pc:chgData name="Ms Alina Arshad" userId="cccdfd85-d35d-4453-9c6f-a463aae40722" providerId="ADAL" clId="{32985948-661D-45EF-9212-3BF9750EF1D6}" dt="2024-09-30T14:31:55.200" v="807" actId="47"/>
        <pc:sldMkLst>
          <pc:docMk/>
          <pc:sldMk cId="3534525378" sldId="508"/>
        </pc:sldMkLst>
        <pc:spChg chg="mod">
          <ac:chgData name="Ms Alina Arshad" userId="cccdfd85-d35d-4453-9c6f-a463aae40722" providerId="ADAL" clId="{32985948-661D-45EF-9212-3BF9750EF1D6}" dt="2024-09-30T14:14:53.539" v="715" actId="207"/>
          <ac:spMkLst>
            <pc:docMk/>
            <pc:sldMk cId="3534525378" sldId="508"/>
            <ac:spMk id="2" creationId="{00000000-0000-0000-0000-000000000000}"/>
          </ac:spMkLst>
        </pc:spChg>
        <pc:spChg chg="mod">
          <ac:chgData name="Ms Alina Arshad" userId="cccdfd85-d35d-4453-9c6f-a463aae40722" providerId="ADAL" clId="{32985948-661D-45EF-9212-3BF9750EF1D6}" dt="2024-09-30T14:15:26.452" v="729" actId="207"/>
          <ac:spMkLst>
            <pc:docMk/>
            <pc:sldMk cId="3534525378" sldId="508"/>
            <ac:spMk id="3" creationId="{00000000-0000-0000-0000-000000000000}"/>
          </ac:spMkLst>
        </pc:spChg>
        <pc:spChg chg="del">
          <ac:chgData name="Ms Alina Arshad" userId="cccdfd85-d35d-4453-9c6f-a463aae40722" providerId="ADAL" clId="{32985948-661D-45EF-9212-3BF9750EF1D6}" dt="2024-09-30T14:13:06.588" v="705" actId="478"/>
          <ac:spMkLst>
            <pc:docMk/>
            <pc:sldMk cId="3534525378" sldId="508"/>
            <ac:spMk id="4" creationId="{00000000-0000-0000-0000-000000000000}"/>
          </ac:spMkLst>
        </pc:spChg>
        <pc:spChg chg="del">
          <ac:chgData name="Ms Alina Arshad" userId="cccdfd85-d35d-4453-9c6f-a463aae40722" providerId="ADAL" clId="{32985948-661D-45EF-9212-3BF9750EF1D6}" dt="2024-09-30T14:13:08.084" v="706" actId="478"/>
          <ac:spMkLst>
            <pc:docMk/>
            <pc:sldMk cId="3534525378" sldId="508"/>
            <ac:spMk id="5" creationId="{00000000-0000-0000-0000-000000000000}"/>
          </ac:spMkLst>
        </pc:spChg>
        <pc:picChg chg="mod">
          <ac:chgData name="Ms Alina Arshad" userId="cccdfd85-d35d-4453-9c6f-a463aae40722" providerId="ADAL" clId="{32985948-661D-45EF-9212-3BF9750EF1D6}" dt="2024-09-30T14:15:18.498" v="722" actId="1076"/>
          <ac:picMkLst>
            <pc:docMk/>
            <pc:sldMk cId="3534525378" sldId="508"/>
            <ac:picMk id="6" creationId="{00000000-0000-0000-0000-000000000000}"/>
          </ac:picMkLst>
        </pc:picChg>
        <pc:picChg chg="mod">
          <ac:chgData name="Ms Alina Arshad" userId="cccdfd85-d35d-4453-9c6f-a463aae40722" providerId="ADAL" clId="{32985948-661D-45EF-9212-3BF9750EF1D6}" dt="2024-09-30T14:15:19.819" v="723" actId="1076"/>
          <ac:picMkLst>
            <pc:docMk/>
            <pc:sldMk cId="3534525378" sldId="508"/>
            <ac:picMk id="7" creationId="{00000000-0000-0000-0000-000000000000}"/>
          </ac:picMkLst>
        </pc:picChg>
      </pc:sldChg>
      <pc:sldChg chg="delSp modSp add del mod delAnim">
        <pc:chgData name="Ms Alina Arshad" userId="cccdfd85-d35d-4453-9c6f-a463aae40722" providerId="ADAL" clId="{32985948-661D-45EF-9212-3BF9750EF1D6}" dt="2024-09-30T14:31:55.748" v="808" actId="47"/>
        <pc:sldMkLst>
          <pc:docMk/>
          <pc:sldMk cId="3827785305" sldId="509"/>
        </pc:sldMkLst>
        <pc:spChg chg="del">
          <ac:chgData name="Ms Alina Arshad" userId="cccdfd85-d35d-4453-9c6f-a463aae40722" providerId="ADAL" clId="{32985948-661D-45EF-9212-3BF9750EF1D6}" dt="2024-09-30T14:16:16.696" v="730" actId="478"/>
          <ac:spMkLst>
            <pc:docMk/>
            <pc:sldMk cId="3827785305" sldId="509"/>
            <ac:spMk id="2" creationId="{00000000-0000-0000-0000-000000000000}"/>
          </ac:spMkLst>
        </pc:spChg>
        <pc:spChg chg="mod">
          <ac:chgData name="Ms Alina Arshad" userId="cccdfd85-d35d-4453-9c6f-a463aae40722" providerId="ADAL" clId="{32985948-661D-45EF-9212-3BF9750EF1D6}" dt="2024-09-30T14:25:37.337" v="747" actId="1076"/>
          <ac:spMkLst>
            <pc:docMk/>
            <pc:sldMk cId="3827785305" sldId="509"/>
            <ac:spMk id="3" creationId="{00000000-0000-0000-0000-000000000000}"/>
          </ac:spMkLst>
        </pc:spChg>
        <pc:spChg chg="del">
          <ac:chgData name="Ms Alina Arshad" userId="cccdfd85-d35d-4453-9c6f-a463aae40722" providerId="ADAL" clId="{32985948-661D-45EF-9212-3BF9750EF1D6}" dt="2024-09-30T14:13:14.266" v="707" actId="478"/>
          <ac:spMkLst>
            <pc:docMk/>
            <pc:sldMk cId="3827785305" sldId="509"/>
            <ac:spMk id="4" creationId="{00000000-0000-0000-0000-000000000000}"/>
          </ac:spMkLst>
        </pc:spChg>
        <pc:spChg chg="del">
          <ac:chgData name="Ms Alina Arshad" userId="cccdfd85-d35d-4453-9c6f-a463aae40722" providerId="ADAL" clId="{32985948-661D-45EF-9212-3BF9750EF1D6}" dt="2024-09-30T14:13:16.153" v="708" actId="478"/>
          <ac:spMkLst>
            <pc:docMk/>
            <pc:sldMk cId="3827785305" sldId="509"/>
            <ac:spMk id="5" creationId="{00000000-0000-0000-0000-000000000000}"/>
          </ac:spMkLst>
        </pc:spChg>
        <pc:spChg chg="del mod">
          <ac:chgData name="Ms Alina Arshad" userId="cccdfd85-d35d-4453-9c6f-a463aae40722" providerId="ADAL" clId="{32985948-661D-45EF-9212-3BF9750EF1D6}" dt="2024-09-30T14:25:28.508" v="743" actId="478"/>
          <ac:spMkLst>
            <pc:docMk/>
            <pc:sldMk cId="3827785305" sldId="509"/>
            <ac:spMk id="7" creationId="{00000000-0000-0000-0000-000000000000}"/>
          </ac:spMkLst>
        </pc:spChg>
        <pc:picChg chg="mod">
          <ac:chgData name="Ms Alina Arshad" userId="cccdfd85-d35d-4453-9c6f-a463aae40722" providerId="ADAL" clId="{32985948-661D-45EF-9212-3BF9750EF1D6}" dt="2024-09-30T14:25:44.113" v="750" actId="1076"/>
          <ac:picMkLst>
            <pc:docMk/>
            <pc:sldMk cId="3827785305" sldId="509"/>
            <ac:picMk id="8" creationId="{00000000-0000-0000-0000-000000000000}"/>
          </ac:picMkLst>
        </pc:picChg>
        <pc:picChg chg="del mod">
          <ac:chgData name="Ms Alina Arshad" userId="cccdfd85-d35d-4453-9c6f-a463aae40722" providerId="ADAL" clId="{32985948-661D-45EF-9212-3BF9750EF1D6}" dt="2024-09-30T14:25:29.672" v="744" actId="478"/>
          <ac:picMkLst>
            <pc:docMk/>
            <pc:sldMk cId="3827785305" sldId="509"/>
            <ac:picMk id="11" creationId="{00000000-0000-0000-0000-000000000000}"/>
          </ac:picMkLst>
        </pc:picChg>
        <pc:picChg chg="del mod">
          <ac:chgData name="Ms Alina Arshad" userId="cccdfd85-d35d-4453-9c6f-a463aae40722" providerId="ADAL" clId="{32985948-661D-45EF-9212-3BF9750EF1D6}" dt="2024-09-30T14:25:30.959" v="745" actId="478"/>
          <ac:picMkLst>
            <pc:docMk/>
            <pc:sldMk cId="3827785305" sldId="509"/>
            <ac:picMk id="12" creationId="{00000000-0000-0000-0000-000000000000}"/>
          </ac:picMkLst>
        </pc:picChg>
      </pc:sldChg>
      <pc:sldChg chg="delSp modSp add del mod">
        <pc:chgData name="Ms Alina Arshad" userId="cccdfd85-d35d-4453-9c6f-a463aae40722" providerId="ADAL" clId="{32985948-661D-45EF-9212-3BF9750EF1D6}" dt="2024-09-30T14:31:54.685" v="806" actId="47"/>
        <pc:sldMkLst>
          <pc:docMk/>
          <pc:sldMk cId="877325347" sldId="510"/>
        </pc:sldMkLst>
        <pc:spChg chg="mod">
          <ac:chgData name="Ms Alina Arshad" userId="cccdfd85-d35d-4453-9c6f-a463aae40722" providerId="ADAL" clId="{32985948-661D-45EF-9212-3BF9750EF1D6}" dt="2024-09-30T14:13:26.618" v="709" actId="207"/>
          <ac:spMkLst>
            <pc:docMk/>
            <pc:sldMk cId="877325347" sldId="510"/>
            <ac:spMk id="2" creationId="{00000000-0000-0000-0000-000000000000}"/>
          </ac:spMkLst>
        </pc:spChg>
        <pc:spChg chg="mod">
          <ac:chgData name="Ms Alina Arshad" userId="cccdfd85-d35d-4453-9c6f-a463aae40722" providerId="ADAL" clId="{32985948-661D-45EF-9212-3BF9750EF1D6}" dt="2024-09-30T14:14:19.226" v="714" actId="207"/>
          <ac:spMkLst>
            <pc:docMk/>
            <pc:sldMk cId="877325347" sldId="510"/>
            <ac:spMk id="3" creationId="{00000000-0000-0000-0000-000000000000}"/>
          </ac:spMkLst>
        </pc:spChg>
        <pc:spChg chg="del">
          <ac:chgData name="Ms Alina Arshad" userId="cccdfd85-d35d-4453-9c6f-a463aae40722" providerId="ADAL" clId="{32985948-661D-45EF-9212-3BF9750EF1D6}" dt="2024-09-30T14:13:00.594" v="703" actId="478"/>
          <ac:spMkLst>
            <pc:docMk/>
            <pc:sldMk cId="877325347" sldId="510"/>
            <ac:spMk id="4" creationId="{00000000-0000-0000-0000-000000000000}"/>
          </ac:spMkLst>
        </pc:spChg>
        <pc:spChg chg="del">
          <ac:chgData name="Ms Alina Arshad" userId="cccdfd85-d35d-4453-9c6f-a463aae40722" providerId="ADAL" clId="{32985948-661D-45EF-9212-3BF9750EF1D6}" dt="2024-09-30T14:13:02.298" v="704" actId="478"/>
          <ac:spMkLst>
            <pc:docMk/>
            <pc:sldMk cId="877325347" sldId="510"/>
            <ac:spMk id="5" creationId="{00000000-0000-0000-0000-000000000000}"/>
          </ac:spMkLst>
        </pc:spChg>
        <pc:picChg chg="mod">
          <ac:chgData name="Ms Alina Arshad" userId="cccdfd85-d35d-4453-9c6f-a463aae40722" providerId="ADAL" clId="{32985948-661D-45EF-9212-3BF9750EF1D6}" dt="2024-09-30T14:14:03.655" v="711" actId="1076"/>
          <ac:picMkLst>
            <pc:docMk/>
            <pc:sldMk cId="877325347" sldId="510"/>
            <ac:picMk id="7" creationId="{00000000-0000-0000-0000-000000000000}"/>
          </ac:picMkLst>
        </pc:picChg>
        <pc:picChg chg="mod">
          <ac:chgData name="Ms Alina Arshad" userId="cccdfd85-d35d-4453-9c6f-a463aae40722" providerId="ADAL" clId="{32985948-661D-45EF-9212-3BF9750EF1D6}" dt="2024-09-30T14:14:06.412" v="712" actId="1076"/>
          <ac:picMkLst>
            <pc:docMk/>
            <pc:sldMk cId="877325347" sldId="510"/>
            <ac:picMk id="8" creationId="{00000000-0000-0000-0000-000000000000}"/>
          </ac:picMkLst>
        </pc:picChg>
      </pc:sldChg>
      <pc:sldChg chg="delSp modSp add del mod">
        <pc:chgData name="Ms Alina Arshad" userId="cccdfd85-d35d-4453-9c6f-a463aae40722" providerId="ADAL" clId="{32985948-661D-45EF-9212-3BF9750EF1D6}" dt="2024-09-30T14:31:57.266" v="811" actId="47"/>
        <pc:sldMkLst>
          <pc:docMk/>
          <pc:sldMk cId="2401144351" sldId="511"/>
        </pc:sldMkLst>
        <pc:spChg chg="mod">
          <ac:chgData name="Ms Alina Arshad" userId="cccdfd85-d35d-4453-9c6f-a463aae40722" providerId="ADAL" clId="{32985948-661D-45EF-9212-3BF9750EF1D6}" dt="2024-09-30T14:29:36.244" v="789" actId="207"/>
          <ac:spMkLst>
            <pc:docMk/>
            <pc:sldMk cId="2401144351" sldId="511"/>
            <ac:spMk id="3" creationId="{00000000-0000-0000-0000-000000000000}"/>
          </ac:spMkLst>
        </pc:spChg>
        <pc:spChg chg="del">
          <ac:chgData name="Ms Alina Arshad" userId="cccdfd85-d35d-4453-9c6f-a463aae40722" providerId="ADAL" clId="{32985948-661D-45EF-9212-3BF9750EF1D6}" dt="2024-09-30T14:29:39.241" v="790" actId="478"/>
          <ac:spMkLst>
            <pc:docMk/>
            <pc:sldMk cId="2401144351" sldId="511"/>
            <ac:spMk id="4" creationId="{00000000-0000-0000-0000-000000000000}"/>
          </ac:spMkLst>
        </pc:spChg>
        <pc:spChg chg="del">
          <ac:chgData name="Ms Alina Arshad" userId="cccdfd85-d35d-4453-9c6f-a463aae40722" providerId="ADAL" clId="{32985948-661D-45EF-9212-3BF9750EF1D6}" dt="2024-09-30T14:29:40.775" v="791" actId="478"/>
          <ac:spMkLst>
            <pc:docMk/>
            <pc:sldMk cId="2401144351" sldId="511"/>
            <ac:spMk id="5" creationId="{00000000-0000-0000-0000-000000000000}"/>
          </ac:spMkLst>
        </pc:spChg>
        <pc:picChg chg="mod">
          <ac:chgData name="Ms Alina Arshad" userId="cccdfd85-d35d-4453-9c6f-a463aae40722" providerId="ADAL" clId="{32985948-661D-45EF-9212-3BF9750EF1D6}" dt="2024-09-30T14:29:46.940" v="793" actId="1076"/>
          <ac:picMkLst>
            <pc:docMk/>
            <pc:sldMk cId="2401144351" sldId="511"/>
            <ac:picMk id="6" creationId="{00000000-0000-0000-0000-000000000000}"/>
          </ac:picMkLst>
        </pc:picChg>
      </pc:sldChg>
      <pc:sldChg chg="delSp modSp add del mod">
        <pc:chgData name="Ms Alina Arshad" userId="cccdfd85-d35d-4453-9c6f-a463aae40722" providerId="ADAL" clId="{32985948-661D-45EF-9212-3BF9750EF1D6}" dt="2024-09-30T14:31:57.729" v="812" actId="47"/>
        <pc:sldMkLst>
          <pc:docMk/>
          <pc:sldMk cId="18306907" sldId="512"/>
        </pc:sldMkLst>
        <pc:spChg chg="mod">
          <ac:chgData name="Ms Alina Arshad" userId="cccdfd85-d35d-4453-9c6f-a463aae40722" providerId="ADAL" clId="{32985948-661D-45EF-9212-3BF9750EF1D6}" dt="2024-09-30T14:29:57.301" v="795" actId="113"/>
          <ac:spMkLst>
            <pc:docMk/>
            <pc:sldMk cId="18306907" sldId="512"/>
            <ac:spMk id="2" creationId="{00000000-0000-0000-0000-000000000000}"/>
          </ac:spMkLst>
        </pc:spChg>
        <pc:spChg chg="del">
          <ac:chgData name="Ms Alina Arshad" userId="cccdfd85-d35d-4453-9c6f-a463aae40722" providerId="ADAL" clId="{32985948-661D-45EF-9212-3BF9750EF1D6}" dt="2024-09-30T14:30:06.418" v="796" actId="478"/>
          <ac:spMkLst>
            <pc:docMk/>
            <pc:sldMk cId="18306907" sldId="512"/>
            <ac:spMk id="4" creationId="{00000000-0000-0000-0000-000000000000}"/>
          </ac:spMkLst>
        </pc:spChg>
        <pc:spChg chg="del">
          <ac:chgData name="Ms Alina Arshad" userId="cccdfd85-d35d-4453-9c6f-a463aae40722" providerId="ADAL" clId="{32985948-661D-45EF-9212-3BF9750EF1D6}" dt="2024-09-30T14:30:08.097" v="797" actId="478"/>
          <ac:spMkLst>
            <pc:docMk/>
            <pc:sldMk cId="18306907" sldId="512"/>
            <ac:spMk id="5" creationId="{00000000-0000-0000-0000-000000000000}"/>
          </ac:spMkLst>
        </pc:spChg>
        <pc:picChg chg="mod">
          <ac:chgData name="Ms Alina Arshad" userId="cccdfd85-d35d-4453-9c6f-a463aae40722" providerId="ADAL" clId="{32985948-661D-45EF-9212-3BF9750EF1D6}" dt="2024-09-30T14:30:12.620" v="799" actId="1076"/>
          <ac:picMkLst>
            <pc:docMk/>
            <pc:sldMk cId="18306907" sldId="512"/>
            <ac:picMk id="1026" creationId="{00000000-0000-0000-0000-000000000000}"/>
          </ac:picMkLst>
        </pc:picChg>
      </pc:sldChg>
      <pc:sldChg chg="addSp delSp modSp add del mod addAnim delAnim">
        <pc:chgData name="Ms Alina Arshad" userId="cccdfd85-d35d-4453-9c6f-a463aae40722" providerId="ADAL" clId="{32985948-661D-45EF-9212-3BF9750EF1D6}" dt="2024-09-30T14:31:56.293" v="809" actId="47"/>
        <pc:sldMkLst>
          <pc:docMk/>
          <pc:sldMk cId="4024303403" sldId="513"/>
        </pc:sldMkLst>
        <pc:spChg chg="del mod">
          <ac:chgData name="Ms Alina Arshad" userId="cccdfd85-d35d-4453-9c6f-a463aae40722" providerId="ADAL" clId="{32985948-661D-45EF-9212-3BF9750EF1D6}" dt="2024-09-30T14:25:56.787" v="754" actId="478"/>
          <ac:spMkLst>
            <pc:docMk/>
            <pc:sldMk cId="4024303403" sldId="513"/>
            <ac:spMk id="3" creationId="{00000000-0000-0000-0000-000000000000}"/>
          </ac:spMkLst>
        </pc:spChg>
        <pc:spChg chg="add del mod">
          <ac:chgData name="Ms Alina Arshad" userId="cccdfd85-d35d-4453-9c6f-a463aae40722" providerId="ADAL" clId="{32985948-661D-45EF-9212-3BF9750EF1D6}" dt="2024-09-30T14:25:59.828" v="755" actId="478"/>
          <ac:spMkLst>
            <pc:docMk/>
            <pc:sldMk cId="4024303403" sldId="513"/>
            <ac:spMk id="4" creationId="{21BCBA32-C5E5-0BE4-F954-49B0C4897C1E}"/>
          </ac:spMkLst>
        </pc:spChg>
        <pc:spChg chg="del">
          <ac:chgData name="Ms Alina Arshad" userId="cccdfd85-d35d-4453-9c6f-a463aae40722" providerId="ADAL" clId="{32985948-661D-45EF-9212-3BF9750EF1D6}" dt="2024-09-30T14:25:53.823" v="752" actId="478"/>
          <ac:spMkLst>
            <pc:docMk/>
            <pc:sldMk cId="4024303403" sldId="513"/>
            <ac:spMk id="6" creationId="{00000000-0000-0000-0000-000000000000}"/>
          </ac:spMkLst>
        </pc:spChg>
        <pc:spChg chg="add del mod">
          <ac:chgData name="Ms Alina Arshad" userId="cccdfd85-d35d-4453-9c6f-a463aae40722" providerId="ADAL" clId="{32985948-661D-45EF-9212-3BF9750EF1D6}" dt="2024-09-30T14:27:32.511" v="771" actId="1076"/>
          <ac:spMkLst>
            <pc:docMk/>
            <pc:sldMk cId="4024303403" sldId="513"/>
            <ac:spMk id="7" creationId="{00000000-0000-0000-0000-000000000000}"/>
          </ac:spMkLst>
        </pc:spChg>
        <pc:spChg chg="add mod">
          <ac:chgData name="Ms Alina Arshad" userId="cccdfd85-d35d-4453-9c6f-a463aae40722" providerId="ADAL" clId="{32985948-661D-45EF-9212-3BF9750EF1D6}" dt="2024-09-30T14:27:55.274" v="781" actId="207"/>
          <ac:spMkLst>
            <pc:docMk/>
            <pc:sldMk cId="4024303403" sldId="513"/>
            <ac:spMk id="9" creationId="{E2CD1553-C7D2-01AE-543B-99F9E72842D9}"/>
          </ac:spMkLst>
        </pc:spChg>
        <pc:picChg chg="del">
          <ac:chgData name="Ms Alina Arshad" userId="cccdfd85-d35d-4453-9c6f-a463aae40722" providerId="ADAL" clId="{32985948-661D-45EF-9212-3BF9750EF1D6}" dt="2024-09-30T14:25:52.065" v="751" actId="478"/>
          <ac:picMkLst>
            <pc:docMk/>
            <pc:sldMk cId="4024303403" sldId="513"/>
            <ac:picMk id="8" creationId="{00000000-0000-0000-0000-000000000000}"/>
          </ac:picMkLst>
        </pc:picChg>
        <pc:picChg chg="mod">
          <ac:chgData name="Ms Alina Arshad" userId="cccdfd85-d35d-4453-9c6f-a463aae40722" providerId="ADAL" clId="{32985948-661D-45EF-9212-3BF9750EF1D6}" dt="2024-09-30T14:28:01.997" v="782" actId="1076"/>
          <ac:picMkLst>
            <pc:docMk/>
            <pc:sldMk cId="4024303403" sldId="513"/>
            <ac:picMk id="11" creationId="{00000000-0000-0000-0000-000000000000}"/>
          </ac:picMkLst>
        </pc:picChg>
        <pc:picChg chg="del mod">
          <ac:chgData name="Ms Alina Arshad" userId="cccdfd85-d35d-4453-9c6f-a463aae40722" providerId="ADAL" clId="{32985948-661D-45EF-9212-3BF9750EF1D6}" dt="2024-09-30T14:27:20.901" v="766" actId="478"/>
          <ac:picMkLst>
            <pc:docMk/>
            <pc:sldMk cId="4024303403" sldId="513"/>
            <ac:picMk id="12" creationId="{00000000-0000-0000-0000-000000000000}"/>
          </ac:picMkLst>
        </pc:picChg>
      </pc:sldChg>
      <pc:sldChg chg="delSp modSp add del mod delAnim">
        <pc:chgData name="Ms Alina Arshad" userId="cccdfd85-d35d-4453-9c6f-a463aae40722" providerId="ADAL" clId="{32985948-661D-45EF-9212-3BF9750EF1D6}" dt="2024-09-30T14:31:56.781" v="810" actId="47"/>
        <pc:sldMkLst>
          <pc:docMk/>
          <pc:sldMk cId="2838178586" sldId="514"/>
        </pc:sldMkLst>
        <pc:spChg chg="del mod">
          <ac:chgData name="Ms Alina Arshad" userId="cccdfd85-d35d-4453-9c6f-a463aae40722" providerId="ADAL" clId="{32985948-661D-45EF-9212-3BF9750EF1D6}" dt="2024-09-30T14:28:09.855" v="785" actId="478"/>
          <ac:spMkLst>
            <pc:docMk/>
            <pc:sldMk cId="2838178586" sldId="514"/>
            <ac:spMk id="7" creationId="{00000000-0000-0000-0000-000000000000}"/>
          </ac:spMkLst>
        </pc:spChg>
        <pc:spChg chg="del">
          <ac:chgData name="Ms Alina Arshad" userId="cccdfd85-d35d-4453-9c6f-a463aae40722" providerId="ADAL" clId="{32985948-661D-45EF-9212-3BF9750EF1D6}" dt="2024-09-30T14:28:07.091" v="783" actId="478"/>
          <ac:spMkLst>
            <pc:docMk/>
            <pc:sldMk cId="2838178586" sldId="514"/>
            <ac:spMk id="9" creationId="{E2CD1553-C7D2-01AE-543B-99F9E72842D9}"/>
          </ac:spMkLst>
        </pc:spChg>
        <pc:picChg chg="del">
          <ac:chgData name="Ms Alina Arshad" userId="cccdfd85-d35d-4453-9c6f-a463aae40722" providerId="ADAL" clId="{32985948-661D-45EF-9212-3BF9750EF1D6}" dt="2024-09-30T14:28:11.006" v="786" actId="478"/>
          <ac:picMkLst>
            <pc:docMk/>
            <pc:sldMk cId="2838178586" sldId="514"/>
            <ac:picMk id="11" creationId="{00000000-0000-0000-0000-000000000000}"/>
          </ac:picMkLst>
        </pc:picChg>
        <pc:picChg chg="mod">
          <ac:chgData name="Ms Alina Arshad" userId="cccdfd85-d35d-4453-9c6f-a463aae40722" providerId="ADAL" clId="{32985948-661D-45EF-9212-3BF9750EF1D6}" dt="2024-09-30T14:28:16.742" v="788" actId="1076"/>
          <ac:picMkLst>
            <pc:docMk/>
            <pc:sldMk cId="2838178586" sldId="514"/>
            <ac:picMk id="12" creationId="{00000000-0000-0000-0000-000000000000}"/>
          </ac:picMkLst>
        </pc:pic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a:t>
            </a:fld>
            <a:endParaRPr lang="en-US"/>
          </a:p>
        </p:txBody>
      </p:sp>
    </p:spTree>
    <p:extLst>
      <p:ext uri="{BB962C8B-B14F-4D97-AF65-F5344CB8AC3E}">
        <p14:creationId xmlns:p14="http://schemas.microsoft.com/office/powerpoint/2010/main" val="2370391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a:t>
            </a:fld>
            <a:endParaRPr lang="en-US"/>
          </a:p>
        </p:txBody>
      </p:sp>
    </p:spTree>
    <p:extLst>
      <p:ext uri="{BB962C8B-B14F-4D97-AF65-F5344CB8AC3E}">
        <p14:creationId xmlns:p14="http://schemas.microsoft.com/office/powerpoint/2010/main" val="1240066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4</a:t>
            </a:fld>
            <a:endParaRPr lang="en-US"/>
          </a:p>
        </p:txBody>
      </p:sp>
    </p:spTree>
    <p:extLst>
      <p:ext uri="{BB962C8B-B14F-4D97-AF65-F5344CB8AC3E}">
        <p14:creationId xmlns:p14="http://schemas.microsoft.com/office/powerpoint/2010/main" val="4144368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causes notation:</a:t>
            </a:r>
          </a:p>
        </p:txBody>
      </p:sp>
      <p:sp>
        <p:nvSpPr>
          <p:cNvPr id="4" name="Slide Number Placeholder 3"/>
          <p:cNvSpPr>
            <a:spLocks noGrp="1"/>
          </p:cNvSpPr>
          <p:nvPr>
            <p:ph type="sldNum" sz="quarter" idx="10"/>
          </p:nvPr>
        </p:nvSpPr>
        <p:spPr/>
        <p:txBody>
          <a:bodyPr/>
          <a:lstStyle/>
          <a:p>
            <a:fld id="{741B017E-9405-4A24-9E72-ABBA234FC5F9}" type="slidenum">
              <a:rPr lang="en-US" smtClean="0"/>
              <a:t>5</a:t>
            </a:fld>
            <a:endParaRPr lang="en-US"/>
          </a:p>
        </p:txBody>
      </p:sp>
    </p:spTree>
    <p:extLst>
      <p:ext uri="{BB962C8B-B14F-4D97-AF65-F5344CB8AC3E}">
        <p14:creationId xmlns:p14="http://schemas.microsoft.com/office/powerpoint/2010/main" val="3774261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6</a:t>
            </a:fld>
            <a:endParaRPr lang="en-US"/>
          </a:p>
        </p:txBody>
      </p:sp>
    </p:spTree>
    <p:extLst>
      <p:ext uri="{BB962C8B-B14F-4D97-AF65-F5344CB8AC3E}">
        <p14:creationId xmlns:p14="http://schemas.microsoft.com/office/powerpoint/2010/main" val="4187301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7</a:t>
            </a:fld>
            <a:endParaRPr lang="en-US"/>
          </a:p>
        </p:txBody>
      </p:sp>
    </p:spTree>
    <p:extLst>
      <p:ext uri="{BB962C8B-B14F-4D97-AF65-F5344CB8AC3E}">
        <p14:creationId xmlns:p14="http://schemas.microsoft.com/office/powerpoint/2010/main" val="3611361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10</a:t>
            </a:fld>
            <a:endParaRPr lang="en-US"/>
          </a:p>
        </p:txBody>
      </p:sp>
    </p:spTree>
    <p:extLst>
      <p:ext uri="{BB962C8B-B14F-4D97-AF65-F5344CB8AC3E}">
        <p14:creationId xmlns:p14="http://schemas.microsoft.com/office/powerpoint/2010/main" val="3630897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9/30/2024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9/30/2024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9/30/2024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oftwaretestinghelp.com/how-to-write-test-plan-document-software-testing-training-day3/"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softwaretestinghelp.com/tips-to-find-valid-defects-in-any-application/" TargetMode="External"/><Relationship Id="rId5" Type="http://schemas.openxmlformats.org/officeDocument/2006/relationships/hyperlink" Target="https://www.softwaretestinghelp.com/what-is-boundary-value-analysis-and-equivalence-partitioning/" TargetMode="External"/><Relationship Id="rId4" Type="http://schemas.openxmlformats.org/officeDocument/2006/relationships/hyperlink" Target="https://www.softwaretestinghelp.com/black-box-test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Functional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976" y="767188"/>
            <a:ext cx="10058400" cy="833694"/>
          </a:xfrm>
        </p:spPr>
        <p:txBody>
          <a:bodyPr/>
          <a:lstStyle/>
          <a:p>
            <a:r>
              <a:rPr lang="en-US" b="1">
                <a:solidFill>
                  <a:schemeClr val="tx1"/>
                </a:solidFill>
              </a:rPr>
              <a:t>Cause-Effect </a:t>
            </a:r>
            <a:r>
              <a:rPr lang="en-US" b="1" dirty="0">
                <a:solidFill>
                  <a:schemeClr val="tx1"/>
                </a:solidFill>
              </a:rPr>
              <a:t>Graphing Technique</a:t>
            </a:r>
          </a:p>
        </p:txBody>
      </p:sp>
      <p:sp>
        <p:nvSpPr>
          <p:cNvPr id="3" name="Content Placeholder 2"/>
          <p:cNvSpPr>
            <a:spLocks noGrp="1"/>
          </p:cNvSpPr>
          <p:nvPr>
            <p:ph idx="1"/>
          </p:nvPr>
        </p:nvSpPr>
        <p:spPr>
          <a:xfrm>
            <a:off x="976976" y="1916480"/>
            <a:ext cx="10178704" cy="4051502"/>
          </a:xfrm>
        </p:spPr>
        <p:txBody>
          <a:bodyPr>
            <a:normAutofit/>
          </a:bodyPr>
          <a:lstStyle/>
          <a:p>
            <a:pPr algn="just">
              <a:buFont typeface="Arial" panose="020B0604020202020204" pitchFamily="34" charset="0"/>
              <a:buChar char="•"/>
            </a:pPr>
            <a:r>
              <a:rPr lang="en-US" sz="2400" dirty="0">
                <a:solidFill>
                  <a:schemeClr val="tx1"/>
                </a:solidFill>
              </a:rPr>
              <a:t>Popular technique for small programs and considers the combinations of various inputs.</a:t>
            </a:r>
          </a:p>
          <a:p>
            <a:pPr algn="just">
              <a:buFont typeface="Arial" panose="020B0604020202020204" pitchFamily="34" charset="0"/>
              <a:buChar char="•"/>
            </a:pPr>
            <a:r>
              <a:rPr lang="en-US" sz="2400" dirty="0">
                <a:solidFill>
                  <a:schemeClr val="tx1"/>
                </a:solidFill>
              </a:rPr>
              <a:t>A technique to systematically select a high yield set of test cases. </a:t>
            </a:r>
          </a:p>
          <a:p>
            <a:pPr algn="just">
              <a:buFont typeface="Arial" panose="020B0604020202020204" pitchFamily="34" charset="0"/>
              <a:buChar char="•"/>
            </a:pPr>
            <a:r>
              <a:rPr lang="en-US" sz="2400" dirty="0">
                <a:solidFill>
                  <a:schemeClr val="tx1"/>
                </a:solidFill>
              </a:rPr>
              <a:t>Two terms: </a:t>
            </a:r>
            <a:r>
              <a:rPr lang="en-US" sz="2400" b="1" dirty="0">
                <a:solidFill>
                  <a:schemeClr val="tx1"/>
                </a:solidFill>
              </a:rPr>
              <a:t>Causes and Effects</a:t>
            </a:r>
            <a:r>
              <a:rPr lang="en-US" sz="2400" dirty="0">
                <a:solidFill>
                  <a:schemeClr val="tx1"/>
                </a:solidFill>
              </a:rPr>
              <a:t>, which are nothing but inputs and outputs respectively. </a:t>
            </a:r>
          </a:p>
          <a:p>
            <a:pPr algn="just">
              <a:buFont typeface="Arial" panose="020B0604020202020204" pitchFamily="34" charset="0"/>
              <a:buChar char="•"/>
            </a:pPr>
            <a:r>
              <a:rPr lang="en-US" sz="2400" dirty="0">
                <a:solidFill>
                  <a:schemeClr val="tx1"/>
                </a:solidFill>
              </a:rPr>
              <a:t>SRS document is used for the identification of causes and effects. </a:t>
            </a:r>
          </a:p>
          <a:p>
            <a:pPr algn="just">
              <a:buFont typeface="Arial" panose="020B0604020202020204" pitchFamily="34" charset="0"/>
              <a:buChar char="•"/>
            </a:pPr>
            <a:r>
              <a:rPr lang="en-US" sz="2400" dirty="0">
                <a:solidFill>
                  <a:schemeClr val="tx1"/>
                </a:solidFill>
              </a:rPr>
              <a:t>A list is prepared for all causes and effects.</a:t>
            </a:r>
          </a:p>
        </p:txBody>
      </p:sp>
    </p:spTree>
    <p:extLst>
      <p:ext uri="{BB962C8B-B14F-4D97-AF65-F5344CB8AC3E}">
        <p14:creationId xmlns:p14="http://schemas.microsoft.com/office/powerpoint/2010/main" val="1317028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86603"/>
            <a:ext cx="10058400" cy="678629"/>
          </a:xfrm>
        </p:spPr>
        <p:txBody>
          <a:bodyPr>
            <a:normAutofit fontScale="90000"/>
          </a:bodyPr>
          <a:lstStyle/>
          <a:p>
            <a:r>
              <a:rPr lang="en-US" b="1" dirty="0">
                <a:solidFill>
                  <a:schemeClr val="tx1"/>
                </a:solidFill>
              </a:rPr>
              <a:t>Cause-effect Graphing Technique</a:t>
            </a:r>
          </a:p>
        </p:txBody>
      </p:sp>
      <p:pic>
        <p:nvPicPr>
          <p:cNvPr id="6" name="Picture 5"/>
          <p:cNvPicPr>
            <a:picLocks noChangeAspect="1"/>
          </p:cNvPicPr>
          <p:nvPr/>
        </p:nvPicPr>
        <p:blipFill>
          <a:blip r:embed="rId3"/>
          <a:stretch>
            <a:fillRect/>
          </a:stretch>
        </p:blipFill>
        <p:spPr>
          <a:xfrm>
            <a:off x="723331" y="1044798"/>
            <a:ext cx="10990997" cy="5526599"/>
          </a:xfrm>
          <a:prstGeom prst="rect">
            <a:avLst/>
          </a:prstGeom>
        </p:spPr>
      </p:pic>
    </p:spTree>
    <p:extLst>
      <p:ext uri="{BB962C8B-B14F-4D97-AF65-F5344CB8AC3E}">
        <p14:creationId xmlns:p14="http://schemas.microsoft.com/office/powerpoint/2010/main" val="74675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Design of Cause-Effect Graph</a:t>
            </a:r>
          </a:p>
        </p:txBody>
      </p:sp>
      <p:sp>
        <p:nvSpPr>
          <p:cNvPr id="3" name="Content Placeholder 2"/>
          <p:cNvSpPr>
            <a:spLocks noGrp="1"/>
          </p:cNvSpPr>
          <p:nvPr>
            <p:ph idx="1"/>
          </p:nvPr>
        </p:nvSpPr>
        <p:spPr>
          <a:xfrm>
            <a:off x="1036320" y="1737360"/>
            <a:ext cx="10689579" cy="2445719"/>
          </a:xfrm>
        </p:spPr>
        <p:txBody>
          <a:bodyPr/>
          <a:lstStyle/>
          <a:p>
            <a:r>
              <a:rPr lang="en-US" sz="2400" dirty="0">
                <a:solidFill>
                  <a:schemeClr val="tx1"/>
                </a:solidFill>
              </a:rPr>
              <a:t>Each node represents either true or false state and may be assigned 1 and 0 value respectively.</a:t>
            </a:r>
          </a:p>
          <a:p>
            <a:endParaRPr lang="en-US" dirty="0"/>
          </a:p>
        </p:txBody>
      </p:sp>
      <p:pic>
        <p:nvPicPr>
          <p:cNvPr id="6" name="Picture 5"/>
          <p:cNvPicPr>
            <a:picLocks noChangeAspect="1"/>
          </p:cNvPicPr>
          <p:nvPr/>
        </p:nvPicPr>
        <p:blipFill>
          <a:blip r:embed="rId3"/>
          <a:stretch>
            <a:fillRect/>
          </a:stretch>
        </p:blipFill>
        <p:spPr>
          <a:xfrm>
            <a:off x="3282394" y="2295599"/>
            <a:ext cx="5304519" cy="2266802"/>
          </a:xfrm>
          <a:prstGeom prst="rect">
            <a:avLst/>
          </a:prstGeom>
        </p:spPr>
      </p:pic>
      <p:sp>
        <p:nvSpPr>
          <p:cNvPr id="5" name="TextBox 4">
            <a:extLst>
              <a:ext uri="{FF2B5EF4-FFF2-40B4-BE49-F238E27FC236}">
                <a16:creationId xmlns:a16="http://schemas.microsoft.com/office/drawing/2014/main" id="{F0FC1B4B-EFA7-313C-F90C-846A894B9230}"/>
              </a:ext>
            </a:extLst>
          </p:cNvPr>
          <p:cNvSpPr txBox="1"/>
          <p:nvPr/>
        </p:nvSpPr>
        <p:spPr>
          <a:xfrm>
            <a:off x="1097280" y="4562401"/>
            <a:ext cx="10689578" cy="1631216"/>
          </a:xfrm>
          <a:prstGeom prst="rect">
            <a:avLst/>
          </a:prstGeom>
          <a:noFill/>
        </p:spPr>
        <p:txBody>
          <a:bodyPr wrap="square">
            <a:spAutoFit/>
          </a:bodyPr>
          <a:lstStyle/>
          <a:p>
            <a:pPr marL="342900" indent="-342900">
              <a:buAutoNum type="alphaLcParenBoth"/>
            </a:pPr>
            <a:r>
              <a:rPr lang="en-US" sz="2000" dirty="0"/>
              <a:t>Identity: This function states that if c 1 is 1, then e1 is 1; else e1 is 0. </a:t>
            </a:r>
          </a:p>
          <a:p>
            <a:pPr marL="342900" indent="-342900">
              <a:buAutoNum type="alphaLcParenBoth"/>
            </a:pPr>
            <a:r>
              <a:rPr lang="en-US" sz="2000" dirty="0"/>
              <a:t>NOT: This function states that if c 1 is 1, then e1 is 0; else e1 is 1.  </a:t>
            </a:r>
          </a:p>
          <a:p>
            <a:pPr marL="342900" indent="-342900">
              <a:buAutoNum type="alphaLcParenBoth"/>
            </a:pPr>
            <a:r>
              <a:rPr lang="en-US" sz="2000" dirty="0"/>
              <a:t>AND: This function states that if both c 1 and c2 are 1, then e1 is 1; else e1 is 0. </a:t>
            </a:r>
          </a:p>
          <a:p>
            <a:pPr marL="342900" indent="-342900">
              <a:buAutoNum type="alphaLcParenBoth"/>
            </a:pPr>
            <a:r>
              <a:rPr lang="en-US" sz="2000" dirty="0"/>
              <a:t>OR: This function states that if either c 1 or c2 is 1, then e1 is 1; else e1 is 0. The AND </a:t>
            </a:r>
            <a:r>
              <a:rPr lang="en-US" sz="2000" dirty="0" err="1"/>
              <a:t>and</a:t>
            </a:r>
            <a:r>
              <a:rPr lang="en-US" sz="2000" dirty="0"/>
              <a:t> OR functions are allowed to have any number of inputs.</a:t>
            </a:r>
          </a:p>
        </p:txBody>
      </p:sp>
    </p:spTree>
    <p:extLst>
      <p:ext uri="{BB962C8B-B14F-4D97-AF65-F5344CB8AC3E}">
        <p14:creationId xmlns:p14="http://schemas.microsoft.com/office/powerpoint/2010/main" val="199958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Use of Constraints in Cause-Effect Graph</a:t>
            </a:r>
          </a:p>
        </p:txBody>
      </p:sp>
      <p:sp>
        <p:nvSpPr>
          <p:cNvPr id="3" name="Content Placeholder 2"/>
          <p:cNvSpPr>
            <a:spLocks noGrp="1"/>
          </p:cNvSpPr>
          <p:nvPr>
            <p:ph idx="1"/>
          </p:nvPr>
        </p:nvSpPr>
        <p:spPr>
          <a:xfrm>
            <a:off x="581193" y="2180497"/>
            <a:ext cx="6917210" cy="983618"/>
          </a:xfrm>
        </p:spPr>
        <p:txBody>
          <a:bodyPr/>
          <a:lstStyle/>
          <a:p>
            <a:pPr marL="0" indent="0">
              <a:buNone/>
            </a:pPr>
            <a:endParaRPr lang="en-US" dirty="0"/>
          </a:p>
          <a:p>
            <a:endParaRPr lang="en-US" dirty="0"/>
          </a:p>
        </p:txBody>
      </p:sp>
      <p:sp>
        <p:nvSpPr>
          <p:cNvPr id="5" name="TextBox 4">
            <a:extLst>
              <a:ext uri="{FF2B5EF4-FFF2-40B4-BE49-F238E27FC236}">
                <a16:creationId xmlns:a16="http://schemas.microsoft.com/office/drawing/2014/main" id="{23586CC7-BCFB-60C9-94BB-FF3EBB06A1D4}"/>
              </a:ext>
            </a:extLst>
          </p:cNvPr>
          <p:cNvSpPr txBox="1"/>
          <p:nvPr/>
        </p:nvSpPr>
        <p:spPr>
          <a:xfrm>
            <a:off x="900752" y="1755102"/>
            <a:ext cx="10918209" cy="4524315"/>
          </a:xfrm>
          <a:prstGeom prst="rect">
            <a:avLst/>
          </a:prstGeom>
          <a:noFill/>
        </p:spPr>
        <p:txBody>
          <a:bodyPr wrap="square">
            <a:spAutoFit/>
          </a:bodyPr>
          <a:lstStyle/>
          <a:p>
            <a:pPr marL="342900" indent="-342900">
              <a:buAutoNum type="alphaLcParenBoth"/>
            </a:pPr>
            <a:r>
              <a:rPr lang="en-US" sz="2400" b="1" dirty="0"/>
              <a:t>Exclusive:</a:t>
            </a:r>
            <a:r>
              <a:rPr lang="en-US" sz="2400" dirty="0"/>
              <a:t> The Exclusive (E) constraint states that at most one of c1 or c2 can be 1 (c1 or c2 cannot be 1 simultaneously). However, both c1 and c2 can be 0 simultaneously.</a:t>
            </a:r>
          </a:p>
          <a:p>
            <a:pPr marL="342900" indent="-342900">
              <a:buAutoNum type="alphaLcParenBoth"/>
            </a:pPr>
            <a:r>
              <a:rPr lang="en-US" sz="2400" b="1" dirty="0"/>
              <a:t> Inclusive: </a:t>
            </a:r>
            <a:r>
              <a:rPr lang="en-US" sz="2400" dirty="0"/>
              <a:t>The Inclusive (I) constraints states that at least one of c1 or c2 must always be 1. Hence, both cannot be 0 simultaneously. However, both can be 1.</a:t>
            </a:r>
          </a:p>
          <a:p>
            <a:pPr marL="342900" indent="-342900">
              <a:buAutoNum type="alphaLcParenBoth"/>
            </a:pPr>
            <a:r>
              <a:rPr lang="en-US" sz="2400" b="1" dirty="0"/>
              <a:t> One and Only One: </a:t>
            </a:r>
            <a:r>
              <a:rPr lang="en-US" sz="2400" dirty="0"/>
              <a:t>The one and only one (O) constraint states that one and only one of c1 and c2 must be 1</a:t>
            </a:r>
          </a:p>
          <a:p>
            <a:pPr marL="342900" indent="-342900">
              <a:buAutoNum type="alphaLcParenBoth"/>
            </a:pPr>
            <a:r>
              <a:rPr lang="en-US" sz="2400" b="1" dirty="0"/>
              <a:t> Requires:</a:t>
            </a:r>
            <a:r>
              <a:rPr lang="en-US" sz="2400" dirty="0"/>
              <a:t> The requires (R) constraint states that for c1 to be 1, c2 must be 1; it is impossible for c1 to be 1 if c2 is 0. </a:t>
            </a:r>
          </a:p>
          <a:p>
            <a:pPr marL="342900" indent="-342900">
              <a:buAutoNum type="alphaLcParenBoth"/>
            </a:pPr>
            <a:r>
              <a:rPr lang="en-US" sz="2400" b="1" dirty="0"/>
              <a:t> Mask: </a:t>
            </a:r>
            <a:r>
              <a:rPr lang="en-US" sz="2400" dirty="0"/>
              <a:t>This constraint is applicable at the effect side of the cause-effect graph. This states that if effect e1 is 1, effect e2 is forced to be 0</a:t>
            </a:r>
          </a:p>
          <a:p>
            <a:pPr marL="342900" indent="-342900">
              <a:buAutoNum type="alphaLcParenBoth"/>
            </a:pPr>
            <a:endParaRPr lang="en-US" sz="2400" dirty="0"/>
          </a:p>
        </p:txBody>
      </p:sp>
    </p:spTree>
    <p:extLst>
      <p:ext uri="{BB962C8B-B14F-4D97-AF65-F5344CB8AC3E}">
        <p14:creationId xmlns:p14="http://schemas.microsoft.com/office/powerpoint/2010/main" val="4056107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Use of Constraints in Cause-Effect Graph</a:t>
            </a:r>
          </a:p>
        </p:txBody>
      </p:sp>
      <p:sp>
        <p:nvSpPr>
          <p:cNvPr id="3" name="Content Placeholder 2"/>
          <p:cNvSpPr>
            <a:spLocks noGrp="1"/>
          </p:cNvSpPr>
          <p:nvPr>
            <p:ph idx="1"/>
          </p:nvPr>
        </p:nvSpPr>
        <p:spPr>
          <a:xfrm>
            <a:off x="581193" y="2180497"/>
            <a:ext cx="6917210" cy="983618"/>
          </a:xfrm>
        </p:spPr>
        <p:txBody>
          <a:bodyPr/>
          <a:lstStyle/>
          <a:p>
            <a:pPr marL="0" indent="0">
              <a:buNone/>
            </a:pPr>
            <a:endParaRPr lang="en-US" dirty="0"/>
          </a:p>
          <a:p>
            <a:endParaRPr lang="en-US" dirty="0"/>
          </a:p>
        </p:txBody>
      </p:sp>
      <p:pic>
        <p:nvPicPr>
          <p:cNvPr id="6" name="Picture 5"/>
          <p:cNvPicPr>
            <a:picLocks noChangeAspect="1"/>
          </p:cNvPicPr>
          <p:nvPr/>
        </p:nvPicPr>
        <p:blipFill>
          <a:blip r:embed="rId3"/>
          <a:stretch>
            <a:fillRect/>
          </a:stretch>
        </p:blipFill>
        <p:spPr>
          <a:xfrm>
            <a:off x="1391284" y="1962133"/>
            <a:ext cx="9409432" cy="3960996"/>
          </a:xfrm>
          <a:prstGeom prst="rect">
            <a:avLst/>
          </a:prstGeom>
        </p:spPr>
      </p:pic>
    </p:spTree>
    <p:extLst>
      <p:ext uri="{BB962C8B-B14F-4D97-AF65-F5344CB8AC3E}">
        <p14:creationId xmlns:p14="http://schemas.microsoft.com/office/powerpoint/2010/main" val="1501064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Example</a:t>
            </a:r>
          </a:p>
        </p:txBody>
      </p:sp>
      <p:sp>
        <p:nvSpPr>
          <p:cNvPr id="3" name="Content Placeholder 2"/>
          <p:cNvSpPr>
            <a:spLocks noGrp="1"/>
          </p:cNvSpPr>
          <p:nvPr>
            <p:ph idx="1"/>
          </p:nvPr>
        </p:nvSpPr>
        <p:spPr>
          <a:xfrm>
            <a:off x="1036320" y="1683544"/>
            <a:ext cx="10244010" cy="3975408"/>
          </a:xfrm>
        </p:spPr>
        <p:txBody>
          <a:bodyPr>
            <a:normAutofit/>
          </a:bodyPr>
          <a:lstStyle/>
          <a:p>
            <a:pPr algn="just"/>
            <a:r>
              <a:rPr lang="en-US" sz="2400" dirty="0">
                <a:solidFill>
                  <a:schemeClr val="tx1"/>
                </a:solidFill>
              </a:rPr>
              <a:t>Consider the example of keeping the record of marital status and number of children of a citizen. The value of marital status must be ‘U’ or ‘M’. The value of the number of children must be digit or null in case a citizen is unmarried. If the information entered by the user is correct then an update is made. If the value of marital status of the citizen is incorrect, then the error message 1 is issued. Similarly, if the value of number of children is incorrect, then the error message 2 is issued.</a:t>
            </a:r>
          </a:p>
        </p:txBody>
      </p:sp>
      <p:sp>
        <p:nvSpPr>
          <p:cNvPr id="5" name="TextBox 4">
            <a:extLst>
              <a:ext uri="{FF2B5EF4-FFF2-40B4-BE49-F238E27FC236}">
                <a16:creationId xmlns:a16="http://schemas.microsoft.com/office/drawing/2014/main" id="{BB6A54B0-BC62-4B83-BA65-03696D78FBA8}"/>
              </a:ext>
            </a:extLst>
          </p:cNvPr>
          <p:cNvSpPr txBox="1"/>
          <p:nvPr/>
        </p:nvSpPr>
        <p:spPr>
          <a:xfrm>
            <a:off x="1348398" y="4107350"/>
            <a:ext cx="4572000" cy="1569660"/>
          </a:xfrm>
          <a:prstGeom prst="rect">
            <a:avLst/>
          </a:prstGeom>
          <a:noFill/>
        </p:spPr>
        <p:txBody>
          <a:bodyPr wrap="square">
            <a:spAutoFit/>
          </a:bodyPr>
          <a:lstStyle/>
          <a:p>
            <a:r>
              <a:rPr lang="en-US" sz="2400" b="1" dirty="0"/>
              <a:t>The causes are:</a:t>
            </a:r>
          </a:p>
          <a:p>
            <a:r>
              <a:rPr lang="en-US" sz="2400" dirty="0"/>
              <a:t>c1 : marital status is ‘U’ </a:t>
            </a:r>
          </a:p>
          <a:p>
            <a:r>
              <a:rPr lang="en-US" sz="2400" dirty="0"/>
              <a:t>c2 : marital status is ‘M’ </a:t>
            </a:r>
          </a:p>
          <a:p>
            <a:r>
              <a:rPr lang="en-US" sz="2400" dirty="0"/>
              <a:t>c3 : number of children is a digit </a:t>
            </a:r>
          </a:p>
        </p:txBody>
      </p:sp>
      <p:sp>
        <p:nvSpPr>
          <p:cNvPr id="8" name="TextBox 7">
            <a:extLst>
              <a:ext uri="{FF2B5EF4-FFF2-40B4-BE49-F238E27FC236}">
                <a16:creationId xmlns:a16="http://schemas.microsoft.com/office/drawing/2014/main" id="{EECA2D44-D37B-E53E-E9E8-1E944B4ED565}"/>
              </a:ext>
            </a:extLst>
          </p:cNvPr>
          <p:cNvSpPr txBox="1"/>
          <p:nvPr/>
        </p:nvSpPr>
        <p:spPr>
          <a:xfrm>
            <a:off x="6832980" y="4089292"/>
            <a:ext cx="4572000" cy="1569660"/>
          </a:xfrm>
          <a:prstGeom prst="rect">
            <a:avLst/>
          </a:prstGeom>
          <a:noFill/>
        </p:spPr>
        <p:txBody>
          <a:bodyPr wrap="square">
            <a:spAutoFit/>
          </a:bodyPr>
          <a:lstStyle/>
          <a:p>
            <a:r>
              <a:rPr lang="en-US" sz="2400" b="1" dirty="0"/>
              <a:t>and the effects are: </a:t>
            </a:r>
          </a:p>
          <a:p>
            <a:r>
              <a:rPr lang="en-US" sz="2400" dirty="0"/>
              <a:t>e1 : </a:t>
            </a:r>
            <a:r>
              <a:rPr lang="en-US" sz="2400" dirty="0" err="1"/>
              <a:t>updation</a:t>
            </a:r>
            <a:r>
              <a:rPr lang="en-US" sz="2400" dirty="0"/>
              <a:t> made </a:t>
            </a:r>
          </a:p>
          <a:p>
            <a:r>
              <a:rPr lang="en-US" sz="2400" dirty="0"/>
              <a:t>e2 : error message 1 is issued </a:t>
            </a:r>
          </a:p>
          <a:p>
            <a:r>
              <a:rPr lang="en-US" sz="2400" dirty="0"/>
              <a:t>e3 : error message 2 is issued </a:t>
            </a:r>
          </a:p>
        </p:txBody>
      </p:sp>
    </p:spTree>
    <p:extLst>
      <p:ext uri="{BB962C8B-B14F-4D97-AF65-F5344CB8AC3E}">
        <p14:creationId xmlns:p14="http://schemas.microsoft.com/office/powerpoint/2010/main" val="3142530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82327"/>
            <a:ext cx="10058400" cy="955033"/>
          </a:xfrm>
        </p:spPr>
        <p:txBody>
          <a:bodyPr/>
          <a:lstStyle/>
          <a:p>
            <a:r>
              <a:rPr lang="en-US" b="1" dirty="0">
                <a:solidFill>
                  <a:schemeClr val="tx1"/>
                </a:solidFill>
              </a:rPr>
              <a:t>Solution</a:t>
            </a:r>
          </a:p>
        </p:txBody>
      </p:sp>
      <p:pic>
        <p:nvPicPr>
          <p:cNvPr id="6" name="Content Placeholder 5"/>
          <p:cNvPicPr>
            <a:picLocks noGrp="1" noChangeAspect="1"/>
          </p:cNvPicPr>
          <p:nvPr>
            <p:ph idx="1"/>
          </p:nvPr>
        </p:nvPicPr>
        <p:blipFill>
          <a:blip r:embed="rId2"/>
          <a:stretch>
            <a:fillRect/>
          </a:stretch>
        </p:blipFill>
        <p:spPr>
          <a:xfrm>
            <a:off x="3284124" y="3456298"/>
            <a:ext cx="6037943" cy="2619375"/>
          </a:xfrm>
          <a:prstGeom prst="rect">
            <a:avLst/>
          </a:prstGeom>
        </p:spPr>
      </p:pic>
      <p:sp>
        <p:nvSpPr>
          <p:cNvPr id="4" name="TextBox 3">
            <a:extLst>
              <a:ext uri="{FF2B5EF4-FFF2-40B4-BE49-F238E27FC236}">
                <a16:creationId xmlns:a16="http://schemas.microsoft.com/office/drawing/2014/main" id="{32DBD649-80B3-AACA-CD0B-976727483B58}"/>
              </a:ext>
            </a:extLst>
          </p:cNvPr>
          <p:cNvSpPr txBox="1"/>
          <p:nvPr/>
        </p:nvSpPr>
        <p:spPr>
          <a:xfrm>
            <a:off x="1097280" y="1737360"/>
            <a:ext cx="10257657" cy="1569660"/>
          </a:xfrm>
          <a:prstGeom prst="rect">
            <a:avLst/>
          </a:prstGeom>
          <a:noFill/>
        </p:spPr>
        <p:txBody>
          <a:bodyPr wrap="square">
            <a:spAutoFit/>
          </a:bodyPr>
          <a:lstStyle/>
          <a:p>
            <a:r>
              <a:rPr lang="en-US" sz="2400" dirty="0"/>
              <a:t>There are two constraints exclusive (between c1 and c2 ) and requires (between c3 and c2 ), which are placed at appropriate places in the graph. Causes c1 and c2 cannot occur simultaneously and for cause c3 to be true, cause c2 has to be true. However, there is no mask constraint in this graph.</a:t>
            </a:r>
          </a:p>
        </p:txBody>
      </p:sp>
    </p:spTree>
    <p:extLst>
      <p:ext uri="{BB962C8B-B14F-4D97-AF65-F5344CB8AC3E}">
        <p14:creationId xmlns:p14="http://schemas.microsoft.com/office/powerpoint/2010/main" val="2146923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applicability</a:t>
            </a:r>
          </a:p>
        </p:txBody>
      </p:sp>
      <p:sp>
        <p:nvSpPr>
          <p:cNvPr id="3" name="Content Placeholder 2"/>
          <p:cNvSpPr>
            <a:spLocks noGrp="1"/>
          </p:cNvSpPr>
          <p:nvPr>
            <p:ph idx="1"/>
          </p:nvPr>
        </p:nvSpPr>
        <p:spPr/>
        <p:txBody>
          <a:bodyPr>
            <a:normAutofit/>
          </a:bodyPr>
          <a:lstStyle/>
          <a:p>
            <a:r>
              <a:rPr lang="en-US" dirty="0">
                <a:solidFill>
                  <a:schemeClr val="tx1"/>
                </a:solidFill>
              </a:rPr>
              <a:t>Cause-effect graphing considers dependency of inputs using some constraints.</a:t>
            </a:r>
          </a:p>
          <a:p>
            <a:r>
              <a:rPr lang="en-US" dirty="0">
                <a:solidFill>
                  <a:schemeClr val="tx1"/>
                </a:solidFill>
              </a:rPr>
              <a:t>Effective only for small programs because, as the size of the program increases, the number of causes and effects also increases and thus complexity of the cause-effect graph increases. </a:t>
            </a:r>
          </a:p>
          <a:p>
            <a:r>
              <a:rPr lang="en-US" dirty="0">
                <a:solidFill>
                  <a:schemeClr val="tx1"/>
                </a:solidFill>
              </a:rPr>
              <a:t>For large-sized programs, a tool may help us to design the cause-effect graph with the minimum possible  complexity.</a:t>
            </a:r>
          </a:p>
          <a:p>
            <a:r>
              <a:rPr lang="en-US" dirty="0">
                <a:solidFill>
                  <a:schemeClr val="tx1"/>
                </a:solidFill>
              </a:rPr>
              <a:t>Limited applications in unit testing and hardly any application in integration testing and system testing.</a:t>
            </a:r>
          </a:p>
        </p:txBody>
      </p:sp>
    </p:spTree>
    <p:extLst>
      <p:ext uri="{BB962C8B-B14F-4D97-AF65-F5344CB8AC3E}">
        <p14:creationId xmlns:p14="http://schemas.microsoft.com/office/powerpoint/2010/main" val="3718238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Pair-wise testing</a:t>
            </a:r>
          </a:p>
        </p:txBody>
      </p:sp>
      <p:sp>
        <p:nvSpPr>
          <p:cNvPr id="3" name="Content Placeholder 2"/>
          <p:cNvSpPr>
            <a:spLocks noGrp="1"/>
          </p:cNvSpPr>
          <p:nvPr>
            <p:ph idx="1"/>
          </p:nvPr>
        </p:nvSpPr>
        <p:spPr/>
        <p:txBody>
          <a:bodyPr>
            <a:normAutofit fontScale="92500"/>
          </a:bodyPr>
          <a:lstStyle/>
          <a:p>
            <a:pPr algn="just"/>
            <a:r>
              <a:rPr lang="en-US" sz="2400" b="1" dirty="0"/>
              <a:t>Pairwise Testing</a:t>
            </a:r>
            <a:r>
              <a:rPr lang="en-US" sz="2400" dirty="0"/>
              <a:t> is a </a:t>
            </a:r>
            <a:r>
              <a:rPr lang="en-US" sz="2400" dirty="0">
                <a:hlinkClick r:id="rId3"/>
              </a:rPr>
              <a:t>test design</a:t>
            </a:r>
            <a:r>
              <a:rPr lang="en-US" sz="2400" dirty="0"/>
              <a:t> </a:t>
            </a:r>
            <a:r>
              <a:rPr lang="en-US" sz="2400" dirty="0">
                <a:solidFill>
                  <a:schemeClr val="tx1"/>
                </a:solidFill>
              </a:rPr>
              <a:t>technique that delivers hundred percent test coverage.</a:t>
            </a:r>
          </a:p>
          <a:p>
            <a:pPr algn="just"/>
            <a:r>
              <a:rPr lang="en-US" sz="2400" i="1" dirty="0">
                <a:hlinkClick r:id="rId4"/>
              </a:rPr>
              <a:t>A black-box test design technique</a:t>
            </a:r>
            <a:r>
              <a:rPr lang="en-US" sz="2400" i="1" dirty="0"/>
              <a:t> </a:t>
            </a:r>
            <a:r>
              <a:rPr lang="en-US" sz="2400" i="1" dirty="0">
                <a:solidFill>
                  <a:schemeClr val="tx1"/>
                </a:solidFill>
              </a:rPr>
              <a:t>in which test cases are designed to execute all possible discrete combinations of each pair of input parameters.</a:t>
            </a:r>
            <a:endParaRPr lang="en-US" sz="2400" dirty="0">
              <a:solidFill>
                <a:schemeClr val="tx1"/>
              </a:solidFill>
            </a:endParaRPr>
          </a:p>
          <a:p>
            <a:pPr algn="just"/>
            <a:r>
              <a:rPr lang="en-US" sz="2400" dirty="0">
                <a:solidFill>
                  <a:schemeClr val="tx1"/>
                </a:solidFill>
              </a:rPr>
              <a:t>Techniques like </a:t>
            </a:r>
            <a:r>
              <a:rPr lang="en-US" sz="2400" dirty="0">
                <a:hlinkClick r:id="rId5"/>
              </a:rPr>
              <a:t>boundary value analysis and equivalence partitioning</a:t>
            </a:r>
            <a:r>
              <a:rPr lang="en-US" sz="2400" dirty="0"/>
              <a:t> </a:t>
            </a:r>
            <a:r>
              <a:rPr lang="en-US" sz="2400" dirty="0">
                <a:solidFill>
                  <a:schemeClr val="tx1"/>
                </a:solidFill>
              </a:rPr>
              <a:t>can be useful to identify the possible values for individual factors. But it is impractical to test all possible combinations of values for all those factors. So instead </a:t>
            </a:r>
            <a:r>
              <a:rPr lang="en-US" sz="2400" b="1" dirty="0">
                <a:solidFill>
                  <a:schemeClr val="tx1"/>
                </a:solidFill>
              </a:rPr>
              <a:t>a subset of combinations is generated</a:t>
            </a:r>
            <a:r>
              <a:rPr lang="en-US" sz="2400" dirty="0">
                <a:solidFill>
                  <a:schemeClr val="tx1"/>
                </a:solidFill>
              </a:rPr>
              <a:t> to satisfy all factors.</a:t>
            </a:r>
          </a:p>
          <a:p>
            <a:pPr algn="just"/>
            <a:r>
              <a:rPr lang="en-US" sz="2400" dirty="0">
                <a:solidFill>
                  <a:schemeClr val="tx1"/>
                </a:solidFill>
              </a:rPr>
              <a:t>All-Pairs technique is very helpful for designing tests for applications involving multiple parameters. Tests are designed such that for each pair of input parameters to a system, there are all possible discrete combinations of those parameters. The test suite covers all combinations; therefore it is not exhaustive yet very effective in </a:t>
            </a:r>
            <a:r>
              <a:rPr lang="en-US" sz="2400" dirty="0">
                <a:hlinkClick r:id="rId6"/>
              </a:rPr>
              <a:t>finding bugs</a:t>
            </a:r>
            <a:endParaRPr lang="en-US" sz="2400" dirty="0"/>
          </a:p>
        </p:txBody>
      </p:sp>
    </p:spTree>
    <p:extLst>
      <p:ext uri="{BB962C8B-B14F-4D97-AF65-F5344CB8AC3E}">
        <p14:creationId xmlns:p14="http://schemas.microsoft.com/office/powerpoint/2010/main" val="267361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25" y="211541"/>
            <a:ext cx="10058400" cy="1450757"/>
          </a:xfrm>
        </p:spPr>
        <p:txBody>
          <a:bodyPr/>
          <a:lstStyle/>
          <a:p>
            <a:r>
              <a:rPr lang="en-US" b="1" dirty="0">
                <a:solidFill>
                  <a:schemeClr val="tx1"/>
                </a:solidFill>
              </a:rPr>
              <a:t>Example</a:t>
            </a:r>
          </a:p>
        </p:txBody>
      </p:sp>
      <p:sp>
        <p:nvSpPr>
          <p:cNvPr id="3" name="Content Placeholder 2"/>
          <p:cNvSpPr>
            <a:spLocks noGrp="1"/>
          </p:cNvSpPr>
          <p:nvPr>
            <p:ph idx="1"/>
          </p:nvPr>
        </p:nvSpPr>
        <p:spPr>
          <a:xfrm>
            <a:off x="674198" y="1741454"/>
            <a:ext cx="11199353" cy="4936395"/>
          </a:xfrm>
        </p:spPr>
        <p:txBody>
          <a:bodyPr>
            <a:normAutofit lnSpcReduction="10000"/>
          </a:bodyPr>
          <a:lstStyle/>
          <a:p>
            <a:r>
              <a:rPr lang="en-US" sz="1800" dirty="0">
                <a:solidFill>
                  <a:schemeClr val="tx1"/>
                </a:solidFill>
              </a:rPr>
              <a:t>An application with simple list box with 10 elements (Let's say 0,1,2,3,4,5,6,7,8,9) along with a checkbox, radio button, Text Box and OK Button. The Constraint for the Text box is it can accept values only between 1 and 100. Below are the values that each one of the GUI objects can take :</a:t>
            </a:r>
          </a:p>
          <a:p>
            <a:r>
              <a:rPr lang="en-US" sz="1800" dirty="0">
                <a:solidFill>
                  <a:schemeClr val="tx1"/>
                </a:solidFill>
              </a:rPr>
              <a:t>List Box - 0,1,2,3,4,5,6,7,8,9</a:t>
            </a:r>
          </a:p>
          <a:p>
            <a:r>
              <a:rPr lang="en-US" sz="1800" dirty="0">
                <a:solidFill>
                  <a:schemeClr val="tx1"/>
                </a:solidFill>
              </a:rPr>
              <a:t>Check Box - Checked or Unchecked</a:t>
            </a:r>
          </a:p>
          <a:p>
            <a:r>
              <a:rPr lang="en-US" sz="1800" dirty="0">
                <a:solidFill>
                  <a:schemeClr val="tx1"/>
                </a:solidFill>
              </a:rPr>
              <a:t>Radio Button - ON or OFF</a:t>
            </a:r>
          </a:p>
          <a:p>
            <a:r>
              <a:rPr lang="en-US" sz="1800" dirty="0">
                <a:solidFill>
                  <a:schemeClr val="tx1"/>
                </a:solidFill>
              </a:rPr>
              <a:t>Text Box - Any Value between 1 and 100</a:t>
            </a:r>
          </a:p>
          <a:p>
            <a:r>
              <a:rPr lang="en-US" sz="1800" dirty="0">
                <a:solidFill>
                  <a:schemeClr val="tx1"/>
                </a:solidFill>
              </a:rPr>
              <a:t>Exhaustive combination of the product B is calculated</a:t>
            </a:r>
          </a:p>
          <a:p>
            <a:pPr lvl="1"/>
            <a:r>
              <a:rPr lang="en-US" sz="1600" dirty="0">
                <a:solidFill>
                  <a:schemeClr val="tx1"/>
                </a:solidFill>
              </a:rPr>
              <a:t>List Box = 10</a:t>
            </a:r>
          </a:p>
          <a:p>
            <a:pPr lvl="1"/>
            <a:r>
              <a:rPr lang="en-US" sz="1600" dirty="0">
                <a:solidFill>
                  <a:schemeClr val="tx1"/>
                </a:solidFill>
              </a:rPr>
              <a:t>Check Box = 2</a:t>
            </a:r>
          </a:p>
          <a:p>
            <a:pPr lvl="1"/>
            <a:r>
              <a:rPr lang="en-US" sz="1600" dirty="0">
                <a:solidFill>
                  <a:schemeClr val="tx1"/>
                </a:solidFill>
              </a:rPr>
              <a:t>Radio Button = 2</a:t>
            </a:r>
          </a:p>
          <a:p>
            <a:pPr lvl="1"/>
            <a:r>
              <a:rPr lang="en-US" sz="1600" dirty="0">
                <a:solidFill>
                  <a:schemeClr val="tx1"/>
                </a:solidFill>
              </a:rPr>
              <a:t>Text Box = 100</a:t>
            </a:r>
          </a:p>
          <a:p>
            <a:r>
              <a:rPr lang="en-US" sz="1800" dirty="0">
                <a:solidFill>
                  <a:schemeClr val="tx1"/>
                </a:solidFill>
              </a:rPr>
              <a:t>Total Number of Test Cases using Cartesian Method : 10*2*2*100 = 4000</a:t>
            </a:r>
          </a:p>
          <a:p>
            <a:r>
              <a:rPr lang="en-US" sz="1800" dirty="0">
                <a:solidFill>
                  <a:schemeClr val="tx1"/>
                </a:solidFill>
              </a:rPr>
              <a:t>Total Number of Test Cases including Negative Cases will be &gt; 4000</a:t>
            </a:r>
          </a:p>
        </p:txBody>
      </p:sp>
    </p:spTree>
    <p:extLst>
      <p:ext uri="{BB962C8B-B14F-4D97-AF65-F5344CB8AC3E}">
        <p14:creationId xmlns:p14="http://schemas.microsoft.com/office/powerpoint/2010/main" val="3895319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1297</TotalTime>
  <Words>999</Words>
  <Application>Microsoft Office PowerPoint</Application>
  <PresentationFormat>Widescreen</PresentationFormat>
  <Paragraphs>70</Paragraphs>
  <Slides>12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Times New Roman</vt:lpstr>
      <vt:lpstr>Retrospect</vt:lpstr>
      <vt:lpstr> Software Quality Engineering</vt:lpstr>
      <vt:lpstr>Cause-Effect Graphing Technique</vt:lpstr>
      <vt:lpstr>Cause-effect Graphing Technique</vt:lpstr>
      <vt:lpstr>Design of Cause-Effect Graph</vt:lpstr>
      <vt:lpstr>Use of Constraints in Cause-Effect Graph</vt:lpstr>
      <vt:lpstr>Use of Constraints in Cause-Effect Graph</vt:lpstr>
      <vt:lpstr>Example</vt:lpstr>
      <vt:lpstr>Solution</vt:lpstr>
      <vt:lpstr>applicability</vt:lpstr>
      <vt:lpstr>Pair-wise testing</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2024-09-30T14:32:00Z</dcterms:modified>
</cp:coreProperties>
</file>