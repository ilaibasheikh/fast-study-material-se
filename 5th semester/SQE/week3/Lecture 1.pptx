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 r:id="rId2"/>
    <p:sldId id="384" r:id="rId3"/>
    <p:sldId id="373" r:id="rId4"/>
    <p:sldId id="385" r:id="rId5"/>
    <p:sldId id="386" r:id="rId6"/>
    <p:sldId id="387" r:id="rId7"/>
    <p:sldId id="378" r:id="rId8"/>
    <p:sldId id="379" r:id="rId9"/>
    <p:sldId id="380" r:id="rId10"/>
    <p:sldId id="381" r:id="rId11"/>
    <p:sldId id="382" r:id="rId12"/>
    <p:sldId id="388" r:id="rId13"/>
    <p:sldId id="366" r:id="rId14"/>
    <p:sldId id="367" r:id="rId15"/>
    <p:sldId id="389" r:id="rId16"/>
    <p:sldId id="358" r:id="rId17"/>
    <p:sldId id="359" r:id="rId18"/>
    <p:sldId id="360" r:id="rId19"/>
    <p:sldId id="362" r:id="rId20"/>
    <p:sldId id="363" r:id="rId21"/>
    <p:sldId id="364" r:id="rId22"/>
    <p:sldId id="365" r:id="rId23"/>
    <p:sldId id="279"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4FAE11-615E-49BD-9406-BA908085284B}" v="61" dt="2024-08-30T04:20:19.7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061" autoAdjust="0"/>
  </p:normalViewPr>
  <p:slideViewPr>
    <p:cSldViewPr snapToGrid="0">
      <p:cViewPr varScale="1">
        <p:scale>
          <a:sx n="65" d="100"/>
          <a:sy n="65" d="100"/>
        </p:scale>
        <p:origin x="91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s Alina Arshad" userId="cccdfd85-d35d-4453-9c6f-a463aae40722" providerId="ADAL" clId="{474FAE11-615E-49BD-9406-BA908085284B}"/>
    <pc:docChg chg="undo custSel addSld delSld modSld">
      <pc:chgData name="Ms Alina Arshad" userId="cccdfd85-d35d-4453-9c6f-a463aae40722" providerId="ADAL" clId="{474FAE11-615E-49BD-9406-BA908085284B}" dt="2024-08-30T04:29:27.530" v="322" actId="14100"/>
      <pc:docMkLst>
        <pc:docMk/>
      </pc:docMkLst>
      <pc:sldChg chg="modSp mod">
        <pc:chgData name="Ms Alina Arshad" userId="cccdfd85-d35d-4453-9c6f-a463aae40722" providerId="ADAL" clId="{474FAE11-615E-49BD-9406-BA908085284B}" dt="2024-08-30T04:08:19.876" v="11" actId="20577"/>
        <pc:sldMkLst>
          <pc:docMk/>
          <pc:sldMk cId="3322361034" sldId="256"/>
        </pc:sldMkLst>
        <pc:spChg chg="mod">
          <ac:chgData name="Ms Alina Arshad" userId="cccdfd85-d35d-4453-9c6f-a463aae40722" providerId="ADAL" clId="{474FAE11-615E-49BD-9406-BA908085284B}" dt="2024-08-30T04:08:19.876" v="11" actId="20577"/>
          <ac:spMkLst>
            <pc:docMk/>
            <pc:sldMk cId="3322361034" sldId="256"/>
            <ac:spMk id="3" creationId="{44E9F82C-BBA7-3495-1097-BEDB54FFFDF4}"/>
          </ac:spMkLst>
        </pc:spChg>
      </pc:sldChg>
      <pc:sldChg chg="del">
        <pc:chgData name="Ms Alina Arshad" userId="cccdfd85-d35d-4453-9c6f-a463aae40722" providerId="ADAL" clId="{474FAE11-615E-49BD-9406-BA908085284B}" dt="2024-08-30T04:09:27.944" v="19" actId="47"/>
        <pc:sldMkLst>
          <pc:docMk/>
          <pc:sldMk cId="2150223202" sldId="315"/>
        </pc:sldMkLst>
      </pc:sldChg>
      <pc:sldChg chg="del">
        <pc:chgData name="Ms Alina Arshad" userId="cccdfd85-d35d-4453-9c6f-a463aae40722" providerId="ADAL" clId="{474FAE11-615E-49BD-9406-BA908085284B}" dt="2024-08-30T04:09:28.475" v="20" actId="47"/>
        <pc:sldMkLst>
          <pc:docMk/>
          <pc:sldMk cId="2225180933" sldId="316"/>
        </pc:sldMkLst>
      </pc:sldChg>
      <pc:sldChg chg="del">
        <pc:chgData name="Ms Alina Arshad" userId="cccdfd85-d35d-4453-9c6f-a463aae40722" providerId="ADAL" clId="{474FAE11-615E-49BD-9406-BA908085284B}" dt="2024-08-30T04:09:30.698" v="22" actId="47"/>
        <pc:sldMkLst>
          <pc:docMk/>
          <pc:sldMk cId="3712529361" sldId="319"/>
        </pc:sldMkLst>
      </pc:sldChg>
      <pc:sldChg chg="del">
        <pc:chgData name="Ms Alina Arshad" userId="cccdfd85-d35d-4453-9c6f-a463aae40722" providerId="ADAL" clId="{474FAE11-615E-49BD-9406-BA908085284B}" dt="2024-08-30T04:09:31.713" v="24" actId="47"/>
        <pc:sldMkLst>
          <pc:docMk/>
          <pc:sldMk cId="3065258748" sldId="327"/>
        </pc:sldMkLst>
      </pc:sldChg>
      <pc:sldChg chg="del">
        <pc:chgData name="Ms Alina Arshad" userId="cccdfd85-d35d-4453-9c6f-a463aae40722" providerId="ADAL" clId="{474FAE11-615E-49BD-9406-BA908085284B}" dt="2024-08-30T04:09:32.260" v="25" actId="47"/>
        <pc:sldMkLst>
          <pc:docMk/>
          <pc:sldMk cId="1089103577" sldId="330"/>
        </pc:sldMkLst>
      </pc:sldChg>
      <pc:sldChg chg="del">
        <pc:chgData name="Ms Alina Arshad" userId="cccdfd85-d35d-4453-9c6f-a463aae40722" providerId="ADAL" clId="{474FAE11-615E-49BD-9406-BA908085284B}" dt="2024-08-30T04:09:32.760" v="26" actId="47"/>
        <pc:sldMkLst>
          <pc:docMk/>
          <pc:sldMk cId="815062131" sldId="336"/>
        </pc:sldMkLst>
      </pc:sldChg>
      <pc:sldChg chg="del">
        <pc:chgData name="Ms Alina Arshad" userId="cccdfd85-d35d-4453-9c6f-a463aae40722" providerId="ADAL" clId="{474FAE11-615E-49BD-9406-BA908085284B}" dt="2024-08-30T04:09:33.229" v="27" actId="47"/>
        <pc:sldMkLst>
          <pc:docMk/>
          <pc:sldMk cId="3457761213" sldId="339"/>
        </pc:sldMkLst>
      </pc:sldChg>
      <pc:sldChg chg="del">
        <pc:chgData name="Ms Alina Arshad" userId="cccdfd85-d35d-4453-9c6f-a463aae40722" providerId="ADAL" clId="{474FAE11-615E-49BD-9406-BA908085284B}" dt="2024-08-30T04:09:30.042" v="21" actId="47"/>
        <pc:sldMkLst>
          <pc:docMk/>
          <pc:sldMk cId="0" sldId="348"/>
        </pc:sldMkLst>
      </pc:sldChg>
      <pc:sldChg chg="del">
        <pc:chgData name="Ms Alina Arshad" userId="cccdfd85-d35d-4453-9c6f-a463aae40722" providerId="ADAL" clId="{474FAE11-615E-49BD-9406-BA908085284B}" dt="2024-08-30T04:09:31.198" v="23" actId="47"/>
        <pc:sldMkLst>
          <pc:docMk/>
          <pc:sldMk cId="0" sldId="349"/>
        </pc:sldMkLst>
      </pc:sldChg>
      <pc:sldChg chg="del">
        <pc:chgData name="Ms Alina Arshad" userId="cccdfd85-d35d-4453-9c6f-a463aae40722" providerId="ADAL" clId="{474FAE11-615E-49BD-9406-BA908085284B}" dt="2024-08-30T04:09:34.119" v="29" actId="47"/>
        <pc:sldMkLst>
          <pc:docMk/>
          <pc:sldMk cId="0" sldId="350"/>
        </pc:sldMkLst>
      </pc:sldChg>
      <pc:sldChg chg="del">
        <pc:chgData name="Ms Alina Arshad" userId="cccdfd85-d35d-4453-9c6f-a463aae40722" providerId="ADAL" clId="{474FAE11-615E-49BD-9406-BA908085284B}" dt="2024-08-30T04:09:34.525" v="30" actId="47"/>
        <pc:sldMkLst>
          <pc:docMk/>
          <pc:sldMk cId="0" sldId="351"/>
        </pc:sldMkLst>
      </pc:sldChg>
      <pc:sldChg chg="delSp modSp add mod">
        <pc:chgData name="Ms Alina Arshad" userId="cccdfd85-d35d-4453-9c6f-a463aae40722" providerId="ADAL" clId="{474FAE11-615E-49BD-9406-BA908085284B}" dt="2024-08-30T04:21:19.413" v="207" actId="207"/>
        <pc:sldMkLst>
          <pc:docMk/>
          <pc:sldMk cId="1406944082" sldId="358"/>
        </pc:sldMkLst>
        <pc:spChg chg="mod">
          <ac:chgData name="Ms Alina Arshad" userId="cccdfd85-d35d-4453-9c6f-a463aae40722" providerId="ADAL" clId="{474FAE11-615E-49BD-9406-BA908085284B}" dt="2024-08-30T04:21:12.531" v="204" actId="207"/>
          <ac:spMkLst>
            <pc:docMk/>
            <pc:sldMk cId="1406944082" sldId="358"/>
            <ac:spMk id="2" creationId="{00000000-0000-0000-0000-000000000000}"/>
          </ac:spMkLst>
        </pc:spChg>
        <pc:spChg chg="mod">
          <ac:chgData name="Ms Alina Arshad" userId="cccdfd85-d35d-4453-9c6f-a463aae40722" providerId="ADAL" clId="{474FAE11-615E-49BD-9406-BA908085284B}" dt="2024-08-30T04:21:19.413" v="207" actId="207"/>
          <ac:spMkLst>
            <pc:docMk/>
            <pc:sldMk cId="1406944082" sldId="358"/>
            <ac:spMk id="3" creationId="{00000000-0000-0000-0000-000000000000}"/>
          </ac:spMkLst>
        </pc:spChg>
        <pc:spChg chg="del">
          <ac:chgData name="Ms Alina Arshad" userId="cccdfd85-d35d-4453-9c6f-a463aae40722" providerId="ADAL" clId="{474FAE11-615E-49BD-9406-BA908085284B}" dt="2024-08-30T04:21:14.772" v="205" actId="478"/>
          <ac:spMkLst>
            <pc:docMk/>
            <pc:sldMk cId="1406944082" sldId="358"/>
            <ac:spMk id="4" creationId="{00000000-0000-0000-0000-000000000000}"/>
          </ac:spMkLst>
        </pc:spChg>
        <pc:spChg chg="del">
          <ac:chgData name="Ms Alina Arshad" userId="cccdfd85-d35d-4453-9c6f-a463aae40722" providerId="ADAL" clId="{474FAE11-615E-49BD-9406-BA908085284B}" dt="2024-08-30T04:21:16.757" v="206" actId="478"/>
          <ac:spMkLst>
            <pc:docMk/>
            <pc:sldMk cId="1406944082" sldId="358"/>
            <ac:spMk id="5" creationId="{00000000-0000-0000-0000-000000000000}"/>
          </ac:spMkLst>
        </pc:spChg>
      </pc:sldChg>
      <pc:sldChg chg="delSp modSp add mod">
        <pc:chgData name="Ms Alina Arshad" userId="cccdfd85-d35d-4453-9c6f-a463aae40722" providerId="ADAL" clId="{474FAE11-615E-49BD-9406-BA908085284B}" dt="2024-08-30T04:25:13.208" v="213" actId="478"/>
        <pc:sldMkLst>
          <pc:docMk/>
          <pc:sldMk cId="2115952897" sldId="359"/>
        </pc:sldMkLst>
        <pc:spChg chg="mod">
          <ac:chgData name="Ms Alina Arshad" userId="cccdfd85-d35d-4453-9c6f-a463aae40722" providerId="ADAL" clId="{474FAE11-615E-49BD-9406-BA908085284B}" dt="2024-08-30T04:25:04.401" v="209" actId="113"/>
          <ac:spMkLst>
            <pc:docMk/>
            <pc:sldMk cId="2115952897" sldId="359"/>
            <ac:spMk id="2" creationId="{00000000-0000-0000-0000-000000000000}"/>
          </ac:spMkLst>
        </pc:spChg>
        <pc:spChg chg="mod">
          <ac:chgData name="Ms Alina Arshad" userId="cccdfd85-d35d-4453-9c6f-a463aae40722" providerId="ADAL" clId="{474FAE11-615E-49BD-9406-BA908085284B}" dt="2024-08-30T04:25:10.440" v="211" actId="5793"/>
          <ac:spMkLst>
            <pc:docMk/>
            <pc:sldMk cId="2115952897" sldId="359"/>
            <ac:spMk id="3" creationId="{00000000-0000-0000-0000-000000000000}"/>
          </ac:spMkLst>
        </pc:spChg>
        <pc:spChg chg="del">
          <ac:chgData name="Ms Alina Arshad" userId="cccdfd85-d35d-4453-9c6f-a463aae40722" providerId="ADAL" clId="{474FAE11-615E-49BD-9406-BA908085284B}" dt="2024-08-30T04:25:11.693" v="212" actId="478"/>
          <ac:spMkLst>
            <pc:docMk/>
            <pc:sldMk cId="2115952897" sldId="359"/>
            <ac:spMk id="4" creationId="{00000000-0000-0000-0000-000000000000}"/>
          </ac:spMkLst>
        </pc:spChg>
        <pc:spChg chg="del">
          <ac:chgData name="Ms Alina Arshad" userId="cccdfd85-d35d-4453-9c6f-a463aae40722" providerId="ADAL" clId="{474FAE11-615E-49BD-9406-BA908085284B}" dt="2024-08-30T04:25:13.208" v="213" actId="478"/>
          <ac:spMkLst>
            <pc:docMk/>
            <pc:sldMk cId="2115952897" sldId="359"/>
            <ac:spMk id="5" creationId="{00000000-0000-0000-0000-000000000000}"/>
          </ac:spMkLst>
        </pc:spChg>
      </pc:sldChg>
      <pc:sldChg chg="delSp modSp add mod">
        <pc:chgData name="Ms Alina Arshad" userId="cccdfd85-d35d-4453-9c6f-a463aae40722" providerId="ADAL" clId="{474FAE11-615E-49BD-9406-BA908085284B}" dt="2024-08-30T04:26:28.060" v="221" actId="14100"/>
        <pc:sldMkLst>
          <pc:docMk/>
          <pc:sldMk cId="3064447784" sldId="360"/>
        </pc:sldMkLst>
        <pc:spChg chg="mod">
          <ac:chgData name="Ms Alina Arshad" userId="cccdfd85-d35d-4453-9c6f-a463aae40722" providerId="ADAL" clId="{474FAE11-615E-49BD-9406-BA908085284B}" dt="2024-08-30T04:26:28.060" v="221" actId="14100"/>
          <ac:spMkLst>
            <pc:docMk/>
            <pc:sldMk cId="3064447784" sldId="360"/>
            <ac:spMk id="2" creationId="{00000000-0000-0000-0000-000000000000}"/>
          </ac:spMkLst>
        </pc:spChg>
        <pc:spChg chg="mod">
          <ac:chgData name="Ms Alina Arshad" userId="cccdfd85-d35d-4453-9c6f-a463aae40722" providerId="ADAL" clId="{474FAE11-615E-49BD-9406-BA908085284B}" dt="2024-08-30T04:26:14.375" v="216" actId="20577"/>
          <ac:spMkLst>
            <pc:docMk/>
            <pc:sldMk cId="3064447784" sldId="360"/>
            <ac:spMk id="3" creationId="{00000000-0000-0000-0000-000000000000}"/>
          </ac:spMkLst>
        </pc:spChg>
        <pc:spChg chg="del">
          <ac:chgData name="Ms Alina Arshad" userId="cccdfd85-d35d-4453-9c6f-a463aae40722" providerId="ADAL" clId="{474FAE11-615E-49BD-9406-BA908085284B}" dt="2024-08-30T04:26:19.404" v="217" actId="478"/>
          <ac:spMkLst>
            <pc:docMk/>
            <pc:sldMk cId="3064447784" sldId="360"/>
            <ac:spMk id="4" creationId="{00000000-0000-0000-0000-000000000000}"/>
          </ac:spMkLst>
        </pc:spChg>
        <pc:spChg chg="del">
          <ac:chgData name="Ms Alina Arshad" userId="cccdfd85-d35d-4453-9c6f-a463aae40722" providerId="ADAL" clId="{474FAE11-615E-49BD-9406-BA908085284B}" dt="2024-08-30T04:26:20.914" v="218" actId="478"/>
          <ac:spMkLst>
            <pc:docMk/>
            <pc:sldMk cId="3064447784" sldId="360"/>
            <ac:spMk id="5" creationId="{00000000-0000-0000-0000-000000000000}"/>
          </ac:spMkLst>
        </pc:spChg>
      </pc:sldChg>
      <pc:sldChg chg="delSp modSp add mod">
        <pc:chgData name="Ms Alina Arshad" userId="cccdfd85-d35d-4453-9c6f-a463aae40722" providerId="ADAL" clId="{474FAE11-615E-49BD-9406-BA908085284B}" dt="2024-08-30T04:28:03.535" v="290" actId="2711"/>
        <pc:sldMkLst>
          <pc:docMk/>
          <pc:sldMk cId="2459502712" sldId="362"/>
        </pc:sldMkLst>
        <pc:spChg chg="mod">
          <ac:chgData name="Ms Alina Arshad" userId="cccdfd85-d35d-4453-9c6f-a463aae40722" providerId="ADAL" clId="{474FAE11-615E-49BD-9406-BA908085284B}" dt="2024-08-30T04:26:52.757" v="226" actId="1076"/>
          <ac:spMkLst>
            <pc:docMk/>
            <pc:sldMk cId="2459502712" sldId="362"/>
            <ac:spMk id="2" creationId="{00000000-0000-0000-0000-000000000000}"/>
          </ac:spMkLst>
        </pc:spChg>
        <pc:spChg chg="del">
          <ac:chgData name="Ms Alina Arshad" userId="cccdfd85-d35d-4453-9c6f-a463aae40722" providerId="ADAL" clId="{474FAE11-615E-49BD-9406-BA908085284B}" dt="2024-08-30T04:27:47.042" v="286" actId="478"/>
          <ac:spMkLst>
            <pc:docMk/>
            <pc:sldMk cId="2459502712" sldId="362"/>
            <ac:spMk id="4" creationId="{00000000-0000-0000-0000-000000000000}"/>
          </ac:spMkLst>
        </pc:spChg>
        <pc:spChg chg="del">
          <ac:chgData name="Ms Alina Arshad" userId="cccdfd85-d35d-4453-9c6f-a463aae40722" providerId="ADAL" clId="{474FAE11-615E-49BD-9406-BA908085284B}" dt="2024-08-30T04:27:48.524" v="287" actId="478"/>
          <ac:spMkLst>
            <pc:docMk/>
            <pc:sldMk cId="2459502712" sldId="362"/>
            <ac:spMk id="5" creationId="{00000000-0000-0000-0000-000000000000}"/>
          </ac:spMkLst>
        </pc:spChg>
        <pc:graphicFrameChg chg="mod modGraphic">
          <ac:chgData name="Ms Alina Arshad" userId="cccdfd85-d35d-4453-9c6f-a463aae40722" providerId="ADAL" clId="{474FAE11-615E-49BD-9406-BA908085284B}" dt="2024-08-30T04:28:03.535" v="290" actId="2711"/>
          <ac:graphicFrameMkLst>
            <pc:docMk/>
            <pc:sldMk cId="2459502712" sldId="362"/>
            <ac:graphicFrameMk id="6" creationId="{00000000-0000-0000-0000-000000000000}"/>
          </ac:graphicFrameMkLst>
        </pc:graphicFrameChg>
      </pc:sldChg>
      <pc:sldChg chg="delSp modSp add mod">
        <pc:chgData name="Ms Alina Arshad" userId="cccdfd85-d35d-4453-9c6f-a463aae40722" providerId="ADAL" clId="{474FAE11-615E-49BD-9406-BA908085284B}" dt="2024-08-30T04:28:27.836" v="298" actId="478"/>
        <pc:sldMkLst>
          <pc:docMk/>
          <pc:sldMk cId="2172419699" sldId="363"/>
        </pc:sldMkLst>
        <pc:spChg chg="mod">
          <ac:chgData name="Ms Alina Arshad" userId="cccdfd85-d35d-4453-9c6f-a463aae40722" providerId="ADAL" clId="{474FAE11-615E-49BD-9406-BA908085284B}" dt="2024-08-30T04:28:19.759" v="295" actId="1076"/>
          <ac:spMkLst>
            <pc:docMk/>
            <pc:sldMk cId="2172419699" sldId="363"/>
            <ac:spMk id="2" creationId="{00000000-0000-0000-0000-000000000000}"/>
          </ac:spMkLst>
        </pc:spChg>
        <pc:spChg chg="del mod">
          <ac:chgData name="Ms Alina Arshad" userId="cccdfd85-d35d-4453-9c6f-a463aae40722" providerId="ADAL" clId="{474FAE11-615E-49BD-9406-BA908085284B}" dt="2024-08-30T04:28:26.925" v="297" actId="478"/>
          <ac:spMkLst>
            <pc:docMk/>
            <pc:sldMk cId="2172419699" sldId="363"/>
            <ac:spMk id="4" creationId="{00000000-0000-0000-0000-000000000000}"/>
          </ac:spMkLst>
        </pc:spChg>
        <pc:spChg chg="del">
          <ac:chgData name="Ms Alina Arshad" userId="cccdfd85-d35d-4453-9c6f-a463aae40722" providerId="ADAL" clId="{474FAE11-615E-49BD-9406-BA908085284B}" dt="2024-08-30T04:28:27.836" v="298" actId="478"/>
          <ac:spMkLst>
            <pc:docMk/>
            <pc:sldMk cId="2172419699" sldId="363"/>
            <ac:spMk id="5" creationId="{00000000-0000-0000-0000-000000000000}"/>
          </ac:spMkLst>
        </pc:spChg>
        <pc:graphicFrameChg chg="mod modGraphic">
          <ac:chgData name="Ms Alina Arshad" userId="cccdfd85-d35d-4453-9c6f-a463aae40722" providerId="ADAL" clId="{474FAE11-615E-49BD-9406-BA908085284B}" dt="2024-08-30T04:27:58.461" v="289" actId="2711"/>
          <ac:graphicFrameMkLst>
            <pc:docMk/>
            <pc:sldMk cId="2172419699" sldId="363"/>
            <ac:graphicFrameMk id="6" creationId="{00000000-0000-0000-0000-000000000000}"/>
          </ac:graphicFrameMkLst>
        </pc:graphicFrameChg>
      </pc:sldChg>
      <pc:sldChg chg="delSp modSp add mod">
        <pc:chgData name="Ms Alina Arshad" userId="cccdfd85-d35d-4453-9c6f-a463aae40722" providerId="ADAL" clId="{474FAE11-615E-49BD-9406-BA908085284B}" dt="2024-08-30T04:29:00.176" v="310" actId="478"/>
        <pc:sldMkLst>
          <pc:docMk/>
          <pc:sldMk cId="1503862493" sldId="364"/>
        </pc:sldMkLst>
        <pc:spChg chg="mod">
          <ac:chgData name="Ms Alina Arshad" userId="cccdfd85-d35d-4453-9c6f-a463aae40722" providerId="ADAL" clId="{474FAE11-615E-49BD-9406-BA908085284B}" dt="2024-08-30T04:28:43.343" v="303" actId="1076"/>
          <ac:spMkLst>
            <pc:docMk/>
            <pc:sldMk cId="1503862493" sldId="364"/>
            <ac:spMk id="2" creationId="{00000000-0000-0000-0000-000000000000}"/>
          </ac:spMkLst>
        </pc:spChg>
        <pc:spChg chg="del">
          <ac:chgData name="Ms Alina Arshad" userId="cccdfd85-d35d-4453-9c6f-a463aae40722" providerId="ADAL" clId="{474FAE11-615E-49BD-9406-BA908085284B}" dt="2024-08-30T04:28:58.781" v="309" actId="478"/>
          <ac:spMkLst>
            <pc:docMk/>
            <pc:sldMk cId="1503862493" sldId="364"/>
            <ac:spMk id="4" creationId="{00000000-0000-0000-0000-000000000000}"/>
          </ac:spMkLst>
        </pc:spChg>
        <pc:spChg chg="del">
          <ac:chgData name="Ms Alina Arshad" userId="cccdfd85-d35d-4453-9c6f-a463aae40722" providerId="ADAL" clId="{474FAE11-615E-49BD-9406-BA908085284B}" dt="2024-08-30T04:29:00.176" v="310" actId="478"/>
          <ac:spMkLst>
            <pc:docMk/>
            <pc:sldMk cId="1503862493" sldId="364"/>
            <ac:spMk id="5" creationId="{00000000-0000-0000-0000-000000000000}"/>
          </ac:spMkLst>
        </pc:spChg>
        <pc:graphicFrameChg chg="mod modGraphic">
          <ac:chgData name="Ms Alina Arshad" userId="cccdfd85-d35d-4453-9c6f-a463aae40722" providerId="ADAL" clId="{474FAE11-615E-49BD-9406-BA908085284B}" dt="2024-08-30T04:28:56.937" v="308" actId="2711"/>
          <ac:graphicFrameMkLst>
            <pc:docMk/>
            <pc:sldMk cId="1503862493" sldId="364"/>
            <ac:graphicFrameMk id="6" creationId="{00000000-0000-0000-0000-000000000000}"/>
          </ac:graphicFrameMkLst>
        </pc:graphicFrameChg>
      </pc:sldChg>
      <pc:sldChg chg="delSp modSp add mod">
        <pc:chgData name="Ms Alina Arshad" userId="cccdfd85-d35d-4453-9c6f-a463aae40722" providerId="ADAL" clId="{474FAE11-615E-49BD-9406-BA908085284B}" dt="2024-08-30T04:29:27.530" v="322" actId="14100"/>
        <pc:sldMkLst>
          <pc:docMk/>
          <pc:sldMk cId="2200988931" sldId="365"/>
        </pc:sldMkLst>
        <pc:spChg chg="mod">
          <ac:chgData name="Ms Alina Arshad" userId="cccdfd85-d35d-4453-9c6f-a463aae40722" providerId="ADAL" clId="{474FAE11-615E-49BD-9406-BA908085284B}" dt="2024-08-30T04:29:10.161" v="315" actId="1076"/>
          <ac:spMkLst>
            <pc:docMk/>
            <pc:sldMk cId="2200988931" sldId="365"/>
            <ac:spMk id="2" creationId="{00000000-0000-0000-0000-000000000000}"/>
          </ac:spMkLst>
        </pc:spChg>
        <pc:spChg chg="del mod">
          <ac:chgData name="Ms Alina Arshad" userId="cccdfd85-d35d-4453-9c6f-a463aae40722" providerId="ADAL" clId="{474FAE11-615E-49BD-9406-BA908085284B}" dt="2024-08-30T04:29:21.741" v="320" actId="478"/>
          <ac:spMkLst>
            <pc:docMk/>
            <pc:sldMk cId="2200988931" sldId="365"/>
            <ac:spMk id="4" creationId="{00000000-0000-0000-0000-000000000000}"/>
          </ac:spMkLst>
        </pc:spChg>
        <pc:spChg chg="del">
          <ac:chgData name="Ms Alina Arshad" userId="cccdfd85-d35d-4453-9c6f-a463aae40722" providerId="ADAL" clId="{474FAE11-615E-49BD-9406-BA908085284B}" dt="2024-08-30T04:29:23.321" v="321" actId="478"/>
          <ac:spMkLst>
            <pc:docMk/>
            <pc:sldMk cId="2200988931" sldId="365"/>
            <ac:spMk id="5" creationId="{00000000-0000-0000-0000-000000000000}"/>
          </ac:spMkLst>
        </pc:spChg>
        <pc:graphicFrameChg chg="mod modGraphic">
          <ac:chgData name="Ms Alina Arshad" userId="cccdfd85-d35d-4453-9c6f-a463aae40722" providerId="ADAL" clId="{474FAE11-615E-49BD-9406-BA908085284B}" dt="2024-08-30T04:29:27.530" v="322" actId="14100"/>
          <ac:graphicFrameMkLst>
            <pc:docMk/>
            <pc:sldMk cId="2200988931" sldId="365"/>
            <ac:graphicFrameMk id="6" creationId="{00000000-0000-0000-0000-000000000000}"/>
          </ac:graphicFrameMkLst>
        </pc:graphicFrameChg>
      </pc:sldChg>
      <pc:sldChg chg="modSp add mod">
        <pc:chgData name="Ms Alina Arshad" userId="cccdfd85-d35d-4453-9c6f-a463aae40722" providerId="ADAL" clId="{474FAE11-615E-49BD-9406-BA908085284B}" dt="2024-08-30T04:18:27.681" v="159" actId="207"/>
        <pc:sldMkLst>
          <pc:docMk/>
          <pc:sldMk cId="1840843343" sldId="366"/>
        </pc:sldMkLst>
        <pc:spChg chg="mod">
          <ac:chgData name="Ms Alina Arshad" userId="cccdfd85-d35d-4453-9c6f-a463aae40722" providerId="ADAL" clId="{474FAE11-615E-49BD-9406-BA908085284B}" dt="2024-08-30T04:17:56.990" v="149" actId="207"/>
          <ac:spMkLst>
            <pc:docMk/>
            <pc:sldMk cId="1840843343" sldId="366"/>
            <ac:spMk id="2" creationId="{00000000-0000-0000-0000-000000000000}"/>
          </ac:spMkLst>
        </pc:spChg>
        <pc:spChg chg="mod">
          <ac:chgData name="Ms Alina Arshad" userId="cccdfd85-d35d-4453-9c6f-a463aae40722" providerId="ADAL" clId="{474FAE11-615E-49BD-9406-BA908085284B}" dt="2024-08-30T04:18:27.681" v="159" actId="207"/>
          <ac:spMkLst>
            <pc:docMk/>
            <pc:sldMk cId="1840843343" sldId="366"/>
            <ac:spMk id="3" creationId="{00000000-0000-0000-0000-000000000000}"/>
          </ac:spMkLst>
        </pc:spChg>
      </pc:sldChg>
      <pc:sldChg chg="modSp add mod">
        <pc:chgData name="Ms Alina Arshad" userId="cccdfd85-d35d-4453-9c6f-a463aae40722" providerId="ADAL" clId="{474FAE11-615E-49BD-9406-BA908085284B}" dt="2024-08-30T04:18:54.607" v="167" actId="14100"/>
        <pc:sldMkLst>
          <pc:docMk/>
          <pc:sldMk cId="2518143912" sldId="367"/>
        </pc:sldMkLst>
        <pc:spChg chg="mod">
          <ac:chgData name="Ms Alina Arshad" userId="cccdfd85-d35d-4453-9c6f-a463aae40722" providerId="ADAL" clId="{474FAE11-615E-49BD-9406-BA908085284B}" dt="2024-08-30T04:18:54.607" v="167" actId="14100"/>
          <ac:spMkLst>
            <pc:docMk/>
            <pc:sldMk cId="2518143912" sldId="367"/>
            <ac:spMk id="2" creationId="{00000000-0000-0000-0000-000000000000}"/>
          </ac:spMkLst>
        </pc:spChg>
        <pc:spChg chg="mod">
          <ac:chgData name="Ms Alina Arshad" userId="cccdfd85-d35d-4453-9c6f-a463aae40722" providerId="ADAL" clId="{474FAE11-615E-49BD-9406-BA908085284B}" dt="2024-08-30T04:18:54.607" v="167" actId="14100"/>
          <ac:spMkLst>
            <pc:docMk/>
            <pc:sldMk cId="2518143912" sldId="367"/>
            <ac:spMk id="3" creationId="{00000000-0000-0000-0000-000000000000}"/>
          </ac:spMkLst>
        </pc:spChg>
      </pc:sldChg>
      <pc:sldChg chg="modSp add del mod">
        <pc:chgData name="Ms Alina Arshad" userId="cccdfd85-d35d-4453-9c6f-a463aae40722" providerId="ADAL" clId="{474FAE11-615E-49BD-9406-BA908085284B}" dt="2024-08-30T04:20:22.609" v="190" actId="47"/>
        <pc:sldMkLst>
          <pc:docMk/>
          <pc:sldMk cId="3170226673" sldId="368"/>
        </pc:sldMkLst>
        <pc:spChg chg="mod">
          <ac:chgData name="Ms Alina Arshad" userId="cccdfd85-d35d-4453-9c6f-a463aae40722" providerId="ADAL" clId="{474FAE11-615E-49BD-9406-BA908085284B}" dt="2024-08-30T04:19:49.499" v="184" actId="14100"/>
          <ac:spMkLst>
            <pc:docMk/>
            <pc:sldMk cId="3170226673" sldId="368"/>
            <ac:spMk id="3" creationId="{47CC5398-653E-4CBB-81CD-DEB2D864EA9F}"/>
          </ac:spMkLst>
        </pc:spChg>
        <pc:spChg chg="mod">
          <ac:chgData name="Ms Alina Arshad" userId="cccdfd85-d35d-4453-9c6f-a463aae40722" providerId="ADAL" clId="{474FAE11-615E-49BD-9406-BA908085284B}" dt="2024-08-30T04:19:07.556" v="171" actId="14100"/>
          <ac:spMkLst>
            <pc:docMk/>
            <pc:sldMk cId="3170226673" sldId="368"/>
            <ac:spMk id="4" creationId="{AA6E5F90-1E31-44B3-B59E-75889691F692}"/>
          </ac:spMkLst>
        </pc:spChg>
      </pc:sldChg>
      <pc:sldChg chg="del">
        <pc:chgData name="Ms Alina Arshad" userId="cccdfd85-d35d-4453-9c6f-a463aae40722" providerId="ADAL" clId="{474FAE11-615E-49BD-9406-BA908085284B}" dt="2024-08-30T04:09:26.757" v="17" actId="47"/>
        <pc:sldMkLst>
          <pc:docMk/>
          <pc:sldMk cId="0" sldId="369"/>
        </pc:sldMkLst>
      </pc:sldChg>
      <pc:sldChg chg="del">
        <pc:chgData name="Ms Alina Arshad" userId="cccdfd85-d35d-4453-9c6f-a463aae40722" providerId="ADAL" clId="{474FAE11-615E-49BD-9406-BA908085284B}" dt="2024-08-30T04:09:27.054" v="18" actId="47"/>
        <pc:sldMkLst>
          <pc:docMk/>
          <pc:sldMk cId="0" sldId="370"/>
        </pc:sldMkLst>
      </pc:sldChg>
      <pc:sldChg chg="del">
        <pc:chgData name="Ms Alina Arshad" userId="cccdfd85-d35d-4453-9c6f-a463aae40722" providerId="ADAL" clId="{474FAE11-615E-49BD-9406-BA908085284B}" dt="2024-08-30T04:09:33.650" v="28" actId="47"/>
        <pc:sldMkLst>
          <pc:docMk/>
          <pc:sldMk cId="0" sldId="371"/>
        </pc:sldMkLst>
      </pc:sldChg>
      <pc:sldChg chg="del">
        <pc:chgData name="Ms Alina Arshad" userId="cccdfd85-d35d-4453-9c6f-a463aae40722" providerId="ADAL" clId="{474FAE11-615E-49BD-9406-BA908085284B}" dt="2024-08-30T04:09:26.397" v="16" actId="47"/>
        <pc:sldMkLst>
          <pc:docMk/>
          <pc:sldMk cId="2544014305" sldId="372"/>
        </pc:sldMkLst>
      </pc:sldChg>
      <pc:sldChg chg="modSp add mod">
        <pc:chgData name="Ms Alina Arshad" userId="cccdfd85-d35d-4453-9c6f-a463aae40722" providerId="ADAL" clId="{474FAE11-615E-49BD-9406-BA908085284B}" dt="2024-08-30T04:12:32.252" v="64" actId="113"/>
        <pc:sldMkLst>
          <pc:docMk/>
          <pc:sldMk cId="2056440123" sldId="373"/>
        </pc:sldMkLst>
        <pc:spChg chg="mod">
          <ac:chgData name="Ms Alina Arshad" userId="cccdfd85-d35d-4453-9c6f-a463aae40722" providerId="ADAL" clId="{474FAE11-615E-49BD-9406-BA908085284B}" dt="2024-08-30T04:11:06.345" v="44" actId="207"/>
          <ac:spMkLst>
            <pc:docMk/>
            <pc:sldMk cId="2056440123" sldId="373"/>
            <ac:spMk id="2" creationId="{00000000-0000-0000-0000-000000000000}"/>
          </ac:spMkLst>
        </pc:spChg>
        <pc:spChg chg="mod">
          <ac:chgData name="Ms Alina Arshad" userId="cccdfd85-d35d-4453-9c6f-a463aae40722" providerId="ADAL" clId="{474FAE11-615E-49BD-9406-BA908085284B}" dt="2024-08-30T04:12:32.252" v="64" actId="113"/>
          <ac:spMkLst>
            <pc:docMk/>
            <pc:sldMk cId="2056440123" sldId="373"/>
            <ac:spMk id="3" creationId="{00000000-0000-0000-0000-000000000000}"/>
          </ac:spMkLst>
        </pc:spChg>
      </pc:sldChg>
      <pc:sldChg chg="del">
        <pc:chgData name="Ms Alina Arshad" userId="cccdfd85-d35d-4453-9c6f-a463aae40722" providerId="ADAL" clId="{474FAE11-615E-49BD-9406-BA908085284B}" dt="2024-08-30T04:09:35.791" v="33" actId="47"/>
        <pc:sldMkLst>
          <pc:docMk/>
          <pc:sldMk cId="0" sldId="375"/>
        </pc:sldMkLst>
      </pc:sldChg>
      <pc:sldChg chg="del">
        <pc:chgData name="Ms Alina Arshad" userId="cccdfd85-d35d-4453-9c6f-a463aae40722" providerId="ADAL" clId="{474FAE11-615E-49BD-9406-BA908085284B}" dt="2024-08-30T04:09:35.353" v="32" actId="47"/>
        <pc:sldMkLst>
          <pc:docMk/>
          <pc:sldMk cId="0" sldId="376"/>
        </pc:sldMkLst>
      </pc:sldChg>
      <pc:sldChg chg="del">
        <pc:chgData name="Ms Alina Arshad" userId="cccdfd85-d35d-4453-9c6f-a463aae40722" providerId="ADAL" clId="{474FAE11-615E-49BD-9406-BA908085284B}" dt="2024-08-30T04:09:36.150" v="34" actId="47"/>
        <pc:sldMkLst>
          <pc:docMk/>
          <pc:sldMk cId="878700326" sldId="377"/>
        </pc:sldMkLst>
      </pc:sldChg>
      <pc:sldChg chg="delSp modSp add mod modAnim">
        <pc:chgData name="Ms Alina Arshad" userId="cccdfd85-d35d-4453-9c6f-a463aae40722" providerId="ADAL" clId="{474FAE11-615E-49BD-9406-BA908085284B}" dt="2024-08-30T04:14:13.977" v="97" actId="207"/>
        <pc:sldMkLst>
          <pc:docMk/>
          <pc:sldMk cId="3469151468" sldId="378"/>
        </pc:sldMkLst>
        <pc:spChg chg="mod">
          <ac:chgData name="Ms Alina Arshad" userId="cccdfd85-d35d-4453-9c6f-a463aae40722" providerId="ADAL" clId="{474FAE11-615E-49BD-9406-BA908085284B}" dt="2024-08-30T04:14:13.977" v="97" actId="207"/>
          <ac:spMkLst>
            <pc:docMk/>
            <pc:sldMk cId="3469151468" sldId="378"/>
            <ac:spMk id="2" creationId="{00000000-0000-0000-0000-000000000000}"/>
          </ac:spMkLst>
        </pc:spChg>
        <pc:spChg chg="mod">
          <ac:chgData name="Ms Alina Arshad" userId="cccdfd85-d35d-4453-9c6f-a463aae40722" providerId="ADAL" clId="{474FAE11-615E-49BD-9406-BA908085284B}" dt="2024-08-30T04:14:11.156" v="96" actId="20577"/>
          <ac:spMkLst>
            <pc:docMk/>
            <pc:sldMk cId="3469151468" sldId="378"/>
            <ac:spMk id="3" creationId="{00000000-0000-0000-0000-000000000000}"/>
          </ac:spMkLst>
        </pc:spChg>
        <pc:spChg chg="del">
          <ac:chgData name="Ms Alina Arshad" userId="cccdfd85-d35d-4453-9c6f-a463aae40722" providerId="ADAL" clId="{474FAE11-615E-49BD-9406-BA908085284B}" dt="2024-08-30T04:14:03.140" v="92" actId="478"/>
          <ac:spMkLst>
            <pc:docMk/>
            <pc:sldMk cId="3469151468" sldId="378"/>
            <ac:spMk id="4" creationId="{00000000-0000-0000-0000-000000000000}"/>
          </ac:spMkLst>
        </pc:spChg>
        <pc:spChg chg="del">
          <ac:chgData name="Ms Alina Arshad" userId="cccdfd85-d35d-4453-9c6f-a463aae40722" providerId="ADAL" clId="{474FAE11-615E-49BD-9406-BA908085284B}" dt="2024-08-30T04:14:04.610" v="93" actId="478"/>
          <ac:spMkLst>
            <pc:docMk/>
            <pc:sldMk cId="3469151468" sldId="378"/>
            <ac:spMk id="5" creationId="{00000000-0000-0000-0000-000000000000}"/>
          </ac:spMkLst>
        </pc:spChg>
      </pc:sldChg>
      <pc:sldChg chg="delSp modSp add mod modAnim">
        <pc:chgData name="Ms Alina Arshad" userId="cccdfd85-d35d-4453-9c6f-a463aae40722" providerId="ADAL" clId="{474FAE11-615E-49BD-9406-BA908085284B}" dt="2024-08-30T04:14:35.358" v="105" actId="478"/>
        <pc:sldMkLst>
          <pc:docMk/>
          <pc:sldMk cId="4032534846" sldId="379"/>
        </pc:sldMkLst>
        <pc:spChg chg="mod">
          <ac:chgData name="Ms Alina Arshad" userId="cccdfd85-d35d-4453-9c6f-a463aae40722" providerId="ADAL" clId="{474FAE11-615E-49BD-9406-BA908085284B}" dt="2024-08-30T04:14:23.074" v="98" actId="207"/>
          <ac:spMkLst>
            <pc:docMk/>
            <pc:sldMk cId="4032534846" sldId="379"/>
            <ac:spMk id="2" creationId="{00000000-0000-0000-0000-000000000000}"/>
          </ac:spMkLst>
        </pc:spChg>
        <pc:spChg chg="mod">
          <ac:chgData name="Ms Alina Arshad" userId="cccdfd85-d35d-4453-9c6f-a463aae40722" providerId="ADAL" clId="{474FAE11-615E-49BD-9406-BA908085284B}" dt="2024-08-30T04:14:31.204" v="103" actId="20577"/>
          <ac:spMkLst>
            <pc:docMk/>
            <pc:sldMk cId="4032534846" sldId="379"/>
            <ac:spMk id="3" creationId="{00000000-0000-0000-0000-000000000000}"/>
          </ac:spMkLst>
        </pc:spChg>
        <pc:spChg chg="del">
          <ac:chgData name="Ms Alina Arshad" userId="cccdfd85-d35d-4453-9c6f-a463aae40722" providerId="ADAL" clId="{474FAE11-615E-49BD-9406-BA908085284B}" dt="2024-08-30T04:14:33.145" v="104" actId="478"/>
          <ac:spMkLst>
            <pc:docMk/>
            <pc:sldMk cId="4032534846" sldId="379"/>
            <ac:spMk id="4" creationId="{00000000-0000-0000-0000-000000000000}"/>
          </ac:spMkLst>
        </pc:spChg>
        <pc:spChg chg="del">
          <ac:chgData name="Ms Alina Arshad" userId="cccdfd85-d35d-4453-9c6f-a463aae40722" providerId="ADAL" clId="{474FAE11-615E-49BD-9406-BA908085284B}" dt="2024-08-30T04:14:35.358" v="105" actId="478"/>
          <ac:spMkLst>
            <pc:docMk/>
            <pc:sldMk cId="4032534846" sldId="379"/>
            <ac:spMk id="5" creationId="{00000000-0000-0000-0000-000000000000}"/>
          </ac:spMkLst>
        </pc:spChg>
      </pc:sldChg>
      <pc:sldChg chg="delSp modSp add mod">
        <pc:chgData name="Ms Alina Arshad" userId="cccdfd85-d35d-4453-9c6f-a463aae40722" providerId="ADAL" clId="{474FAE11-615E-49BD-9406-BA908085284B}" dt="2024-08-30T04:16:05.049" v="120" actId="404"/>
        <pc:sldMkLst>
          <pc:docMk/>
          <pc:sldMk cId="3730480132" sldId="380"/>
        </pc:sldMkLst>
        <pc:spChg chg="mod">
          <ac:chgData name="Ms Alina Arshad" userId="cccdfd85-d35d-4453-9c6f-a463aae40722" providerId="ADAL" clId="{474FAE11-615E-49BD-9406-BA908085284B}" dt="2024-08-30T04:15:39.175" v="117" actId="1076"/>
          <ac:spMkLst>
            <pc:docMk/>
            <pc:sldMk cId="3730480132" sldId="380"/>
            <ac:spMk id="2" creationId="{00000000-0000-0000-0000-000000000000}"/>
          </ac:spMkLst>
        </pc:spChg>
        <pc:spChg chg="mod">
          <ac:chgData name="Ms Alina Arshad" userId="cccdfd85-d35d-4453-9c6f-a463aae40722" providerId="ADAL" clId="{474FAE11-615E-49BD-9406-BA908085284B}" dt="2024-08-30T04:16:05.049" v="120" actId="404"/>
          <ac:spMkLst>
            <pc:docMk/>
            <pc:sldMk cId="3730480132" sldId="380"/>
            <ac:spMk id="3" creationId="{00000000-0000-0000-0000-000000000000}"/>
          </ac:spMkLst>
        </pc:spChg>
        <pc:spChg chg="del">
          <ac:chgData name="Ms Alina Arshad" userId="cccdfd85-d35d-4453-9c6f-a463aae40722" providerId="ADAL" clId="{474FAE11-615E-49BD-9406-BA908085284B}" dt="2024-08-30T04:14:50.145" v="108" actId="478"/>
          <ac:spMkLst>
            <pc:docMk/>
            <pc:sldMk cId="3730480132" sldId="380"/>
            <ac:spMk id="4" creationId="{00000000-0000-0000-0000-000000000000}"/>
          </ac:spMkLst>
        </pc:spChg>
        <pc:spChg chg="del">
          <ac:chgData name="Ms Alina Arshad" userId="cccdfd85-d35d-4453-9c6f-a463aae40722" providerId="ADAL" clId="{474FAE11-615E-49BD-9406-BA908085284B}" dt="2024-08-30T04:14:51.786" v="109" actId="478"/>
          <ac:spMkLst>
            <pc:docMk/>
            <pc:sldMk cId="3730480132" sldId="380"/>
            <ac:spMk id="5" creationId="{00000000-0000-0000-0000-000000000000}"/>
          </ac:spMkLst>
        </pc:spChg>
      </pc:sldChg>
      <pc:sldChg chg="delSp modSp add mod">
        <pc:chgData name="Ms Alina Arshad" userId="cccdfd85-d35d-4453-9c6f-a463aae40722" providerId="ADAL" clId="{474FAE11-615E-49BD-9406-BA908085284B}" dt="2024-08-30T04:16:33.103" v="128" actId="478"/>
        <pc:sldMkLst>
          <pc:docMk/>
          <pc:sldMk cId="1493721762" sldId="381"/>
        </pc:sldMkLst>
        <pc:spChg chg="mod">
          <ac:chgData name="Ms Alina Arshad" userId="cccdfd85-d35d-4453-9c6f-a463aae40722" providerId="ADAL" clId="{474FAE11-615E-49BD-9406-BA908085284B}" dt="2024-08-30T04:16:20.803" v="122" actId="14100"/>
          <ac:spMkLst>
            <pc:docMk/>
            <pc:sldMk cId="1493721762" sldId="381"/>
            <ac:spMk id="2" creationId="{00000000-0000-0000-0000-000000000000}"/>
          </ac:spMkLst>
        </pc:spChg>
        <pc:spChg chg="mod">
          <ac:chgData name="Ms Alina Arshad" userId="cccdfd85-d35d-4453-9c6f-a463aae40722" providerId="ADAL" clId="{474FAE11-615E-49BD-9406-BA908085284B}" dt="2024-08-30T04:16:28.143" v="126" actId="403"/>
          <ac:spMkLst>
            <pc:docMk/>
            <pc:sldMk cId="1493721762" sldId="381"/>
            <ac:spMk id="3" creationId="{00000000-0000-0000-0000-000000000000}"/>
          </ac:spMkLst>
        </pc:spChg>
        <pc:spChg chg="del">
          <ac:chgData name="Ms Alina Arshad" userId="cccdfd85-d35d-4453-9c6f-a463aae40722" providerId="ADAL" clId="{474FAE11-615E-49BD-9406-BA908085284B}" dt="2024-08-30T04:16:31.610" v="127" actId="478"/>
          <ac:spMkLst>
            <pc:docMk/>
            <pc:sldMk cId="1493721762" sldId="381"/>
            <ac:spMk id="4" creationId="{00000000-0000-0000-0000-000000000000}"/>
          </ac:spMkLst>
        </pc:spChg>
        <pc:spChg chg="del">
          <ac:chgData name="Ms Alina Arshad" userId="cccdfd85-d35d-4453-9c6f-a463aae40722" providerId="ADAL" clId="{474FAE11-615E-49BD-9406-BA908085284B}" dt="2024-08-30T04:16:33.103" v="128" actId="478"/>
          <ac:spMkLst>
            <pc:docMk/>
            <pc:sldMk cId="1493721762" sldId="381"/>
            <ac:spMk id="5" creationId="{00000000-0000-0000-0000-000000000000}"/>
          </ac:spMkLst>
        </pc:spChg>
      </pc:sldChg>
      <pc:sldChg chg="delSp modSp add mod">
        <pc:chgData name="Ms Alina Arshad" userId="cccdfd85-d35d-4453-9c6f-a463aae40722" providerId="ADAL" clId="{474FAE11-615E-49BD-9406-BA908085284B}" dt="2024-08-30T04:17:09.700" v="139" actId="14100"/>
        <pc:sldMkLst>
          <pc:docMk/>
          <pc:sldMk cId="3445866638" sldId="382"/>
        </pc:sldMkLst>
        <pc:spChg chg="mod">
          <ac:chgData name="Ms Alina Arshad" userId="cccdfd85-d35d-4453-9c6f-a463aae40722" providerId="ADAL" clId="{474FAE11-615E-49BD-9406-BA908085284B}" dt="2024-08-30T04:16:40.482" v="130" actId="14100"/>
          <ac:spMkLst>
            <pc:docMk/>
            <pc:sldMk cId="3445866638" sldId="382"/>
            <ac:spMk id="2" creationId="{00000000-0000-0000-0000-000000000000}"/>
          </ac:spMkLst>
        </pc:spChg>
        <pc:spChg chg="mod">
          <ac:chgData name="Ms Alina Arshad" userId="cccdfd85-d35d-4453-9c6f-a463aae40722" providerId="ADAL" clId="{474FAE11-615E-49BD-9406-BA908085284B}" dt="2024-08-30T04:17:09.700" v="139" actId="14100"/>
          <ac:spMkLst>
            <pc:docMk/>
            <pc:sldMk cId="3445866638" sldId="382"/>
            <ac:spMk id="3" creationId="{00000000-0000-0000-0000-000000000000}"/>
          </ac:spMkLst>
        </pc:spChg>
        <pc:spChg chg="del">
          <ac:chgData name="Ms Alina Arshad" userId="cccdfd85-d35d-4453-9c6f-a463aae40722" providerId="ADAL" clId="{474FAE11-615E-49BD-9406-BA908085284B}" dt="2024-08-30T04:16:45.036" v="133" actId="478"/>
          <ac:spMkLst>
            <pc:docMk/>
            <pc:sldMk cId="3445866638" sldId="382"/>
            <ac:spMk id="4" creationId="{00000000-0000-0000-0000-000000000000}"/>
          </ac:spMkLst>
        </pc:spChg>
        <pc:spChg chg="del">
          <ac:chgData name="Ms Alina Arshad" userId="cccdfd85-d35d-4453-9c6f-a463aae40722" providerId="ADAL" clId="{474FAE11-615E-49BD-9406-BA908085284B}" dt="2024-08-30T04:16:46.962" v="134" actId="478"/>
          <ac:spMkLst>
            <pc:docMk/>
            <pc:sldMk cId="3445866638" sldId="382"/>
            <ac:spMk id="5" creationId="{00000000-0000-0000-0000-000000000000}"/>
          </ac:spMkLst>
        </pc:spChg>
      </pc:sldChg>
      <pc:sldChg chg="del">
        <pc:chgData name="Ms Alina Arshad" userId="cccdfd85-d35d-4453-9c6f-a463aae40722" providerId="ADAL" clId="{474FAE11-615E-49BD-9406-BA908085284B}" dt="2024-08-30T04:09:34.916" v="31" actId="47"/>
        <pc:sldMkLst>
          <pc:docMk/>
          <pc:sldMk cId="0" sldId="383"/>
        </pc:sldMkLst>
      </pc:sldChg>
      <pc:sldChg chg="modSp add mod">
        <pc:chgData name="Ms Alina Arshad" userId="cccdfd85-d35d-4453-9c6f-a463aae40722" providerId="ADAL" clId="{474FAE11-615E-49BD-9406-BA908085284B}" dt="2024-08-30T04:11:48.159" v="62" actId="14100"/>
        <pc:sldMkLst>
          <pc:docMk/>
          <pc:sldMk cId="44147765" sldId="384"/>
        </pc:sldMkLst>
        <pc:spChg chg="mod">
          <ac:chgData name="Ms Alina Arshad" userId="cccdfd85-d35d-4453-9c6f-a463aae40722" providerId="ADAL" clId="{474FAE11-615E-49BD-9406-BA908085284B}" dt="2024-08-30T04:09:46.031" v="36" actId="207"/>
          <ac:spMkLst>
            <pc:docMk/>
            <pc:sldMk cId="44147765" sldId="384"/>
            <ac:spMk id="2" creationId="{00000000-0000-0000-0000-000000000000}"/>
          </ac:spMkLst>
        </pc:spChg>
        <pc:spChg chg="mod">
          <ac:chgData name="Ms Alina Arshad" userId="cccdfd85-d35d-4453-9c6f-a463aae40722" providerId="ADAL" clId="{474FAE11-615E-49BD-9406-BA908085284B}" dt="2024-08-30T04:11:48.159" v="62" actId="14100"/>
          <ac:spMkLst>
            <pc:docMk/>
            <pc:sldMk cId="44147765" sldId="384"/>
            <ac:spMk id="3" creationId="{00000000-0000-0000-0000-000000000000}"/>
          </ac:spMkLst>
        </pc:spChg>
      </pc:sldChg>
      <pc:sldChg chg="delSp modSp add mod modAnim">
        <pc:chgData name="Ms Alina Arshad" userId="cccdfd85-d35d-4453-9c6f-a463aae40722" providerId="ADAL" clId="{474FAE11-615E-49BD-9406-BA908085284B}" dt="2024-08-30T04:12:59.746" v="70" actId="20577"/>
        <pc:sldMkLst>
          <pc:docMk/>
          <pc:sldMk cId="982201952" sldId="385"/>
        </pc:sldMkLst>
        <pc:spChg chg="mod">
          <ac:chgData name="Ms Alina Arshad" userId="cccdfd85-d35d-4453-9c6f-a463aae40722" providerId="ADAL" clId="{474FAE11-615E-49BD-9406-BA908085284B}" dt="2024-08-30T04:12:51.023" v="66" actId="207"/>
          <ac:spMkLst>
            <pc:docMk/>
            <pc:sldMk cId="982201952" sldId="385"/>
            <ac:spMk id="2" creationId="{00000000-0000-0000-0000-000000000000}"/>
          </ac:spMkLst>
        </pc:spChg>
        <pc:spChg chg="mod">
          <ac:chgData name="Ms Alina Arshad" userId="cccdfd85-d35d-4453-9c6f-a463aae40722" providerId="ADAL" clId="{474FAE11-615E-49BD-9406-BA908085284B}" dt="2024-08-30T04:12:59.746" v="70" actId="20577"/>
          <ac:spMkLst>
            <pc:docMk/>
            <pc:sldMk cId="982201952" sldId="385"/>
            <ac:spMk id="3" creationId="{00000000-0000-0000-0000-000000000000}"/>
          </ac:spMkLst>
        </pc:spChg>
        <pc:spChg chg="del mod">
          <ac:chgData name="Ms Alina Arshad" userId="cccdfd85-d35d-4453-9c6f-a463aae40722" providerId="ADAL" clId="{474FAE11-615E-49BD-9406-BA908085284B}" dt="2024-08-30T04:12:57.013" v="69" actId="478"/>
          <ac:spMkLst>
            <pc:docMk/>
            <pc:sldMk cId="982201952" sldId="385"/>
            <ac:spMk id="4" creationId="{00000000-0000-0000-0000-000000000000}"/>
          </ac:spMkLst>
        </pc:spChg>
        <pc:spChg chg="del">
          <ac:chgData name="Ms Alina Arshad" userId="cccdfd85-d35d-4453-9c6f-a463aae40722" providerId="ADAL" clId="{474FAE11-615E-49BD-9406-BA908085284B}" dt="2024-08-30T04:12:55.185" v="68" actId="478"/>
          <ac:spMkLst>
            <pc:docMk/>
            <pc:sldMk cId="982201952" sldId="385"/>
            <ac:spMk id="5" creationId="{00000000-0000-0000-0000-000000000000}"/>
          </ac:spMkLst>
        </pc:spChg>
      </pc:sldChg>
      <pc:sldChg chg="delSp modSp add mod">
        <pc:chgData name="Ms Alina Arshad" userId="cccdfd85-d35d-4453-9c6f-a463aae40722" providerId="ADAL" clId="{474FAE11-615E-49BD-9406-BA908085284B}" dt="2024-08-30T04:13:32.324" v="84" actId="20577"/>
        <pc:sldMkLst>
          <pc:docMk/>
          <pc:sldMk cId="1175012671" sldId="386"/>
        </pc:sldMkLst>
        <pc:spChg chg="mod">
          <ac:chgData name="Ms Alina Arshad" userId="cccdfd85-d35d-4453-9c6f-a463aae40722" providerId="ADAL" clId="{474FAE11-615E-49BD-9406-BA908085284B}" dt="2024-08-30T04:13:12.170" v="76" actId="20577"/>
          <ac:spMkLst>
            <pc:docMk/>
            <pc:sldMk cId="1175012671" sldId="386"/>
            <ac:spMk id="2" creationId="{00000000-0000-0000-0000-000000000000}"/>
          </ac:spMkLst>
        </pc:spChg>
        <pc:spChg chg="mod">
          <ac:chgData name="Ms Alina Arshad" userId="cccdfd85-d35d-4453-9c6f-a463aae40722" providerId="ADAL" clId="{474FAE11-615E-49BD-9406-BA908085284B}" dt="2024-08-30T04:13:32.324" v="84" actId="20577"/>
          <ac:spMkLst>
            <pc:docMk/>
            <pc:sldMk cId="1175012671" sldId="386"/>
            <ac:spMk id="3" creationId="{00000000-0000-0000-0000-000000000000}"/>
          </ac:spMkLst>
        </pc:spChg>
        <pc:spChg chg="del">
          <ac:chgData name="Ms Alina Arshad" userId="cccdfd85-d35d-4453-9c6f-a463aae40722" providerId="ADAL" clId="{474FAE11-615E-49BD-9406-BA908085284B}" dt="2024-08-30T04:13:24.356" v="80" actId="478"/>
          <ac:spMkLst>
            <pc:docMk/>
            <pc:sldMk cId="1175012671" sldId="386"/>
            <ac:spMk id="4" creationId="{00000000-0000-0000-0000-000000000000}"/>
          </ac:spMkLst>
        </pc:spChg>
        <pc:spChg chg="del">
          <ac:chgData name="Ms Alina Arshad" userId="cccdfd85-d35d-4453-9c6f-a463aae40722" providerId="ADAL" clId="{474FAE11-615E-49BD-9406-BA908085284B}" dt="2024-08-30T04:13:26.071" v="81" actId="478"/>
          <ac:spMkLst>
            <pc:docMk/>
            <pc:sldMk cId="1175012671" sldId="386"/>
            <ac:spMk id="5" creationId="{00000000-0000-0000-0000-000000000000}"/>
          </ac:spMkLst>
        </pc:spChg>
      </pc:sldChg>
      <pc:sldChg chg="delSp modSp add mod">
        <pc:chgData name="Ms Alina Arshad" userId="cccdfd85-d35d-4453-9c6f-a463aae40722" providerId="ADAL" clId="{474FAE11-615E-49BD-9406-BA908085284B}" dt="2024-08-30T04:13:58.324" v="90" actId="20577"/>
        <pc:sldMkLst>
          <pc:docMk/>
          <pc:sldMk cId="319633121" sldId="387"/>
        </pc:sldMkLst>
        <pc:spChg chg="mod">
          <ac:chgData name="Ms Alina Arshad" userId="cccdfd85-d35d-4453-9c6f-a463aae40722" providerId="ADAL" clId="{474FAE11-615E-49BD-9406-BA908085284B}" dt="2024-08-30T04:13:46.561" v="85" actId="207"/>
          <ac:spMkLst>
            <pc:docMk/>
            <pc:sldMk cId="319633121" sldId="387"/>
            <ac:spMk id="2" creationId="{00000000-0000-0000-0000-000000000000}"/>
          </ac:spMkLst>
        </pc:spChg>
        <pc:spChg chg="mod">
          <ac:chgData name="Ms Alina Arshad" userId="cccdfd85-d35d-4453-9c6f-a463aae40722" providerId="ADAL" clId="{474FAE11-615E-49BD-9406-BA908085284B}" dt="2024-08-30T04:13:58.324" v="90" actId="20577"/>
          <ac:spMkLst>
            <pc:docMk/>
            <pc:sldMk cId="319633121" sldId="387"/>
            <ac:spMk id="3" creationId="{00000000-0000-0000-0000-000000000000}"/>
          </ac:spMkLst>
        </pc:spChg>
        <pc:spChg chg="del">
          <ac:chgData name="Ms Alina Arshad" userId="cccdfd85-d35d-4453-9c6f-a463aae40722" providerId="ADAL" clId="{474FAE11-615E-49BD-9406-BA908085284B}" dt="2024-08-30T04:13:53.561" v="88" actId="478"/>
          <ac:spMkLst>
            <pc:docMk/>
            <pc:sldMk cId="319633121" sldId="387"/>
            <ac:spMk id="4" creationId="{00000000-0000-0000-0000-000000000000}"/>
          </ac:spMkLst>
        </pc:spChg>
      </pc:sldChg>
      <pc:sldChg chg="delSp modSp add mod">
        <pc:chgData name="Ms Alina Arshad" userId="cccdfd85-d35d-4453-9c6f-a463aae40722" providerId="ADAL" clId="{474FAE11-615E-49BD-9406-BA908085284B}" dt="2024-08-30T04:17:35.570" v="147" actId="207"/>
        <pc:sldMkLst>
          <pc:docMk/>
          <pc:sldMk cId="4045609218" sldId="388"/>
        </pc:sldMkLst>
        <pc:spChg chg="mod">
          <ac:chgData name="Ms Alina Arshad" userId="cccdfd85-d35d-4453-9c6f-a463aae40722" providerId="ADAL" clId="{474FAE11-615E-49BD-9406-BA908085284B}" dt="2024-08-30T04:17:22.444" v="142" actId="207"/>
          <ac:spMkLst>
            <pc:docMk/>
            <pc:sldMk cId="4045609218" sldId="388"/>
            <ac:spMk id="2" creationId="{00000000-0000-0000-0000-000000000000}"/>
          </ac:spMkLst>
        </pc:spChg>
        <pc:spChg chg="mod">
          <ac:chgData name="Ms Alina Arshad" userId="cccdfd85-d35d-4453-9c6f-a463aae40722" providerId="ADAL" clId="{474FAE11-615E-49BD-9406-BA908085284B}" dt="2024-08-30T04:17:35.570" v="147" actId="207"/>
          <ac:spMkLst>
            <pc:docMk/>
            <pc:sldMk cId="4045609218" sldId="388"/>
            <ac:spMk id="3" creationId="{00000000-0000-0000-0000-000000000000}"/>
          </ac:spMkLst>
        </pc:spChg>
        <pc:spChg chg="del">
          <ac:chgData name="Ms Alina Arshad" userId="cccdfd85-d35d-4453-9c6f-a463aae40722" providerId="ADAL" clId="{474FAE11-615E-49BD-9406-BA908085284B}" dt="2024-08-30T04:17:30.388" v="145" actId="478"/>
          <ac:spMkLst>
            <pc:docMk/>
            <pc:sldMk cId="4045609218" sldId="388"/>
            <ac:spMk id="4" creationId="{00000000-0000-0000-0000-000000000000}"/>
          </ac:spMkLst>
        </pc:spChg>
        <pc:spChg chg="del">
          <ac:chgData name="Ms Alina Arshad" userId="cccdfd85-d35d-4453-9c6f-a463aae40722" providerId="ADAL" clId="{474FAE11-615E-49BD-9406-BA908085284B}" dt="2024-08-30T04:17:32.684" v="146" actId="478"/>
          <ac:spMkLst>
            <pc:docMk/>
            <pc:sldMk cId="4045609218" sldId="388"/>
            <ac:spMk id="5" creationId="{00000000-0000-0000-0000-000000000000}"/>
          </ac:spMkLst>
        </pc:spChg>
      </pc:sldChg>
      <pc:sldChg chg="addSp delSp modSp new mod">
        <pc:chgData name="Ms Alina Arshad" userId="cccdfd85-d35d-4453-9c6f-a463aae40722" providerId="ADAL" clId="{474FAE11-615E-49BD-9406-BA908085284B}" dt="2024-08-30T04:21:04.132" v="202" actId="207"/>
        <pc:sldMkLst>
          <pc:docMk/>
          <pc:sldMk cId="3598173613" sldId="389"/>
        </pc:sldMkLst>
        <pc:spChg chg="del mod">
          <ac:chgData name="Ms Alina Arshad" userId="cccdfd85-d35d-4453-9c6f-a463aae40722" providerId="ADAL" clId="{474FAE11-615E-49BD-9406-BA908085284B}" dt="2024-08-30T04:20:49.650" v="201" actId="478"/>
          <ac:spMkLst>
            <pc:docMk/>
            <pc:sldMk cId="3598173613" sldId="389"/>
            <ac:spMk id="2" creationId="{BAB6BAC5-A379-F7E0-354C-0888F68C3FDC}"/>
          </ac:spMkLst>
        </pc:spChg>
        <pc:spChg chg="del mod">
          <ac:chgData name="Ms Alina Arshad" userId="cccdfd85-d35d-4453-9c6f-a463aae40722" providerId="ADAL" clId="{474FAE11-615E-49BD-9406-BA908085284B}" dt="2024-08-30T04:20:33.563" v="194" actId="478"/>
          <ac:spMkLst>
            <pc:docMk/>
            <pc:sldMk cId="3598173613" sldId="389"/>
            <ac:spMk id="3" creationId="{49CC704F-E451-CFA8-37B9-98B53AF8FFB1}"/>
          </ac:spMkLst>
        </pc:spChg>
        <pc:spChg chg="add del mod">
          <ac:chgData name="Ms Alina Arshad" userId="cccdfd85-d35d-4453-9c6f-a463aae40722" providerId="ADAL" clId="{474FAE11-615E-49BD-9406-BA908085284B}" dt="2024-08-30T04:21:04.132" v="202" actId="207"/>
          <ac:spMkLst>
            <pc:docMk/>
            <pc:sldMk cId="3598173613" sldId="389"/>
            <ac:spMk id="4" creationId="{6D24A2AB-D8B4-A777-48C0-6360FA9921AB}"/>
          </ac:spMkLst>
        </pc:spChg>
        <pc:spChg chg="add mod">
          <ac:chgData name="Ms Alina Arshad" userId="cccdfd85-d35d-4453-9c6f-a463aae40722" providerId="ADAL" clId="{474FAE11-615E-49BD-9406-BA908085284B}" dt="2024-08-30T04:20:19.781" v="189"/>
          <ac:spMkLst>
            <pc:docMk/>
            <pc:sldMk cId="3598173613" sldId="389"/>
            <ac:spMk id="5" creationId="{CBAFE90E-9D71-E4F3-3DB0-F5B4154561C9}"/>
          </ac:spMkLst>
        </pc:spChg>
      </pc:sldChg>
    </pc:docChg>
  </pc:docChgLst>
  <pc:docChgLst>
    <pc:chgData name="Ms Alina Arshad" userId="cccdfd85-d35d-4453-9c6f-a463aae40722" providerId="ADAL" clId="{E51088BF-0FCD-4553-83DA-44BE6EDE8E87}"/>
    <pc:docChg chg="addSld delSld modSld">
      <pc:chgData name="Ms Alina Arshad" userId="cccdfd85-d35d-4453-9c6f-a463aae40722" providerId="ADAL" clId="{E51088BF-0FCD-4553-83DA-44BE6EDE8E87}" dt="2024-08-25T15:32:35.511" v="23" actId="255"/>
      <pc:docMkLst>
        <pc:docMk/>
      </pc:docMkLst>
      <pc:sldChg chg="del">
        <pc:chgData name="Ms Alina Arshad" userId="cccdfd85-d35d-4453-9c6f-a463aae40722" providerId="ADAL" clId="{E51088BF-0FCD-4553-83DA-44BE6EDE8E87}" dt="2024-08-25T15:30:40.894" v="0" actId="47"/>
        <pc:sldMkLst>
          <pc:docMk/>
          <pc:sldMk cId="1130609535" sldId="342"/>
        </pc:sldMkLst>
      </pc:sldChg>
      <pc:sldChg chg="add del">
        <pc:chgData name="Ms Alina Arshad" userId="cccdfd85-d35d-4453-9c6f-a463aae40722" providerId="ADAL" clId="{E51088BF-0FCD-4553-83DA-44BE6EDE8E87}" dt="2024-08-25T15:30:45.589" v="2"/>
        <pc:sldMkLst>
          <pc:docMk/>
          <pc:sldMk cId="1781116589" sldId="366"/>
        </pc:sldMkLst>
      </pc:sldChg>
      <pc:sldChg chg="modSp add mod">
        <pc:chgData name="Ms Alina Arshad" userId="cccdfd85-d35d-4453-9c6f-a463aae40722" providerId="ADAL" clId="{E51088BF-0FCD-4553-83DA-44BE6EDE8E87}" dt="2024-08-25T15:32:35.511" v="23" actId="255"/>
        <pc:sldMkLst>
          <pc:docMk/>
          <pc:sldMk cId="0" sldId="375"/>
        </pc:sldMkLst>
        <pc:spChg chg="mod">
          <ac:chgData name="Ms Alina Arshad" userId="cccdfd85-d35d-4453-9c6f-a463aae40722" providerId="ADAL" clId="{E51088BF-0FCD-4553-83DA-44BE6EDE8E87}" dt="2024-08-25T15:32:18.879" v="17" actId="1076"/>
          <ac:spMkLst>
            <pc:docMk/>
            <pc:sldMk cId="0" sldId="375"/>
            <ac:spMk id="13314" creationId="{95387207-7BF6-67EB-22BF-23F27BBE2FC8}"/>
          </ac:spMkLst>
        </pc:spChg>
        <pc:spChg chg="mod">
          <ac:chgData name="Ms Alina Arshad" userId="cccdfd85-d35d-4453-9c6f-a463aae40722" providerId="ADAL" clId="{E51088BF-0FCD-4553-83DA-44BE6EDE8E87}" dt="2024-08-25T15:32:35.511" v="23" actId="255"/>
          <ac:spMkLst>
            <pc:docMk/>
            <pc:sldMk cId="0" sldId="375"/>
            <ac:spMk id="13315" creationId="{7D8CDF18-DD70-44E2-8B64-EA6A9ED1342F}"/>
          </ac:spMkLst>
        </pc:spChg>
      </pc:sldChg>
      <pc:sldChg chg="del">
        <pc:chgData name="Ms Alina Arshad" userId="cccdfd85-d35d-4453-9c6f-a463aae40722" providerId="ADAL" clId="{E51088BF-0FCD-4553-83DA-44BE6EDE8E87}" dt="2024-08-25T15:30:40.894" v="0" actId="47"/>
        <pc:sldMkLst>
          <pc:docMk/>
          <pc:sldMk cId="50377824" sldId="375"/>
        </pc:sldMkLst>
      </pc:sldChg>
      <pc:sldChg chg="modSp add mod">
        <pc:chgData name="Ms Alina Arshad" userId="cccdfd85-d35d-4453-9c6f-a463aae40722" providerId="ADAL" clId="{E51088BF-0FCD-4553-83DA-44BE6EDE8E87}" dt="2024-08-25T15:32:09.687" v="15" actId="14100"/>
        <pc:sldMkLst>
          <pc:docMk/>
          <pc:sldMk cId="0" sldId="376"/>
        </pc:sldMkLst>
        <pc:spChg chg="mod">
          <ac:chgData name="Ms Alina Arshad" userId="cccdfd85-d35d-4453-9c6f-a463aae40722" providerId="ADAL" clId="{E51088BF-0FCD-4553-83DA-44BE6EDE8E87}" dt="2024-08-25T15:32:03.740" v="13" actId="1076"/>
          <ac:spMkLst>
            <pc:docMk/>
            <pc:sldMk cId="0" sldId="376"/>
            <ac:spMk id="8" creationId="{3F086A72-323F-4487-2CDE-44723A26173C}"/>
          </ac:spMkLst>
        </pc:spChg>
        <pc:grpChg chg="mod">
          <ac:chgData name="Ms Alina Arshad" userId="cccdfd85-d35d-4453-9c6f-a463aae40722" providerId="ADAL" clId="{E51088BF-0FCD-4553-83DA-44BE6EDE8E87}" dt="2024-08-25T15:32:09.687" v="15" actId="14100"/>
          <ac:grpSpMkLst>
            <pc:docMk/>
            <pc:sldMk cId="0" sldId="376"/>
            <ac:grpSpMk id="3" creationId="{6FB561A2-ACF0-C1C2-28AC-2370528563CE}"/>
          </ac:grpSpMkLst>
        </pc:grpChg>
      </pc:sldChg>
      <pc:sldChg chg="del">
        <pc:chgData name="Ms Alina Arshad" userId="cccdfd85-d35d-4453-9c6f-a463aae40722" providerId="ADAL" clId="{E51088BF-0FCD-4553-83DA-44BE6EDE8E87}" dt="2024-08-25T15:30:40.894" v="0" actId="47"/>
        <pc:sldMkLst>
          <pc:docMk/>
          <pc:sldMk cId="387448209" sldId="376"/>
        </pc:sldMkLst>
      </pc:sldChg>
      <pc:sldChg chg="modSp add mod">
        <pc:chgData name="Ms Alina Arshad" userId="cccdfd85-d35d-4453-9c6f-a463aae40722" providerId="ADAL" clId="{E51088BF-0FCD-4553-83DA-44BE6EDE8E87}" dt="2024-08-25T15:31:52.126" v="12" actId="207"/>
        <pc:sldMkLst>
          <pc:docMk/>
          <pc:sldMk cId="0" sldId="383"/>
        </pc:sldMkLst>
        <pc:spChg chg="mod">
          <ac:chgData name="Ms Alina Arshad" userId="cccdfd85-d35d-4453-9c6f-a463aae40722" providerId="ADAL" clId="{E51088BF-0FCD-4553-83DA-44BE6EDE8E87}" dt="2024-08-25T15:31:23.942" v="6" actId="1076"/>
          <ac:spMkLst>
            <pc:docMk/>
            <pc:sldMk cId="0" sldId="383"/>
            <ac:spMk id="11266" creationId="{60F57A6F-F450-2461-65D8-66171252E255}"/>
          </ac:spMkLst>
        </pc:spChg>
        <pc:spChg chg="mod">
          <ac:chgData name="Ms Alina Arshad" userId="cccdfd85-d35d-4453-9c6f-a463aae40722" providerId="ADAL" clId="{E51088BF-0FCD-4553-83DA-44BE6EDE8E87}" dt="2024-08-25T15:31:52.126" v="12" actId="207"/>
          <ac:spMkLst>
            <pc:docMk/>
            <pc:sldMk cId="0" sldId="383"/>
            <ac:spMk id="11267" creationId="{B019F296-9BAE-B688-88F5-53DEF73C81F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B90151-A221-46B3-A769-373FDD9A38FB}" type="datetimeFigureOut">
              <a:rPr lang="en-US" smtClean="0"/>
              <a:t>9/1/2024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4BEA5B-0F90-491B-8570-2B3910989086}" type="slidenum">
              <a:rPr lang="en-US" smtClean="0"/>
              <a:t>‹#›</a:t>
            </a:fld>
            <a:endParaRPr lang="en-US"/>
          </a:p>
        </p:txBody>
      </p:sp>
    </p:spTree>
    <p:extLst>
      <p:ext uri="{BB962C8B-B14F-4D97-AF65-F5344CB8AC3E}">
        <p14:creationId xmlns:p14="http://schemas.microsoft.com/office/powerpoint/2010/main" val="3016135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1</a:t>
            </a:fld>
            <a:endParaRPr lang="en-US"/>
          </a:p>
        </p:txBody>
      </p:sp>
    </p:spTree>
    <p:extLst>
      <p:ext uri="{BB962C8B-B14F-4D97-AF65-F5344CB8AC3E}">
        <p14:creationId xmlns:p14="http://schemas.microsoft.com/office/powerpoint/2010/main" val="2600137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9</a:t>
            </a:fld>
            <a:endParaRPr lang="en-US"/>
          </a:p>
        </p:txBody>
      </p:sp>
    </p:spTree>
    <p:extLst>
      <p:ext uri="{BB962C8B-B14F-4D97-AF65-F5344CB8AC3E}">
        <p14:creationId xmlns:p14="http://schemas.microsoft.com/office/powerpoint/2010/main" val="9648734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https://www.softwaretestinghelp.com/software-quality-assurance/#Elements_of_Software_Quality_Assurance</a:t>
            </a:r>
          </a:p>
        </p:txBody>
      </p:sp>
      <p:sp>
        <p:nvSpPr>
          <p:cNvPr id="4" name="Slide Number Placeholder 3"/>
          <p:cNvSpPr>
            <a:spLocks noGrp="1"/>
          </p:cNvSpPr>
          <p:nvPr>
            <p:ph type="sldNum" sz="quarter" idx="10"/>
          </p:nvPr>
        </p:nvSpPr>
        <p:spPr/>
        <p:txBody>
          <a:bodyPr/>
          <a:lstStyle/>
          <a:p>
            <a:fld id="{741B017E-9405-4A24-9E72-ABBA234FC5F9}" type="slidenum">
              <a:rPr lang="en-US" smtClean="0"/>
              <a:t>16</a:t>
            </a:fld>
            <a:endParaRPr lang="en-US"/>
          </a:p>
        </p:txBody>
      </p:sp>
    </p:spTree>
    <p:extLst>
      <p:ext uri="{BB962C8B-B14F-4D97-AF65-F5344CB8AC3E}">
        <p14:creationId xmlns:p14="http://schemas.microsoft.com/office/powerpoint/2010/main" val="215329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https://www.computersprofessor.com/2017/09/sqa-tasks-goals-attributes-and-metrics.html</a:t>
            </a:r>
          </a:p>
        </p:txBody>
      </p:sp>
      <p:sp>
        <p:nvSpPr>
          <p:cNvPr id="4" name="Slide Number Placeholder 3"/>
          <p:cNvSpPr>
            <a:spLocks noGrp="1"/>
          </p:cNvSpPr>
          <p:nvPr>
            <p:ph type="sldNum" sz="quarter" idx="10"/>
          </p:nvPr>
        </p:nvSpPr>
        <p:spPr/>
        <p:txBody>
          <a:bodyPr/>
          <a:lstStyle/>
          <a:p>
            <a:fld id="{741B017E-9405-4A24-9E72-ABBA234FC5F9}" type="slidenum">
              <a:rPr lang="en-US" smtClean="0"/>
              <a:t>17</a:t>
            </a:fld>
            <a:endParaRPr lang="en-US"/>
          </a:p>
        </p:txBody>
      </p:sp>
    </p:spTree>
    <p:extLst>
      <p:ext uri="{BB962C8B-B14F-4D97-AF65-F5344CB8AC3E}">
        <p14:creationId xmlns:p14="http://schemas.microsoft.com/office/powerpoint/2010/main" val="16114640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9/1/2024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1544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9/1/2024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573694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9B51B5-5729-4227-8149-0FFB0D6660E2}" type="datetimeFigureOut">
              <a:rPr lang="en-US" smtClean="0"/>
              <a:t>9/1/2024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0702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9B51B5-5729-4227-8149-0FFB0D6660E2}" type="datetimeFigureOut">
              <a:rPr lang="en-US" smtClean="0"/>
              <a:t>9/1/2024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65086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9B51B5-5729-4227-8149-0FFB0D6660E2}" type="datetimeFigureOut">
              <a:rPr lang="en-US" smtClean="0"/>
              <a:t>9/1/2024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39710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9B51B5-5729-4227-8149-0FFB0D6660E2}" type="datetimeFigureOut">
              <a:rPr lang="en-US" smtClean="0"/>
              <a:t>9/1/2024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341184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69B51B5-5729-4227-8149-0FFB0D6660E2}" type="datetimeFigureOut">
              <a:rPr lang="en-US" smtClean="0"/>
              <a:t>9/1/2024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194977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69B51B5-5729-4227-8149-0FFB0D6660E2}" type="datetimeFigureOut">
              <a:rPr lang="en-US" smtClean="0"/>
              <a:t>9/1/2024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47AE719-0370-4FEF-9E76-542079ADE761}" type="slidenum">
              <a:rPr lang="en-US" smtClean="0"/>
              <a:t>‹#›</a:t>
            </a:fld>
            <a:endParaRPr lang="en-US"/>
          </a:p>
        </p:txBody>
      </p:sp>
    </p:spTree>
    <p:extLst>
      <p:ext uri="{BB962C8B-B14F-4D97-AF65-F5344CB8AC3E}">
        <p14:creationId xmlns:p14="http://schemas.microsoft.com/office/powerpoint/2010/main" val="3396684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9B51B5-5729-4227-8149-0FFB0D6660E2}" type="datetimeFigureOut">
              <a:rPr lang="en-US" smtClean="0"/>
              <a:t>9/1/2024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48418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9/1/2024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421544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9/1/2024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402662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69B51B5-5729-4227-8149-0FFB0D6660E2}" type="datetimeFigureOut">
              <a:rPr lang="en-US" smtClean="0"/>
              <a:t>9/1/2024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47AE719-0370-4FEF-9E76-542079ADE76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009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4B019-E1ED-7643-5A50-74CEA7F41E88}"/>
              </a:ext>
            </a:extLst>
          </p:cNvPr>
          <p:cNvSpPr>
            <a:spLocks noGrp="1"/>
          </p:cNvSpPr>
          <p:nvPr>
            <p:ph type="ctrTitle"/>
          </p:nvPr>
        </p:nvSpPr>
        <p:spPr>
          <a:xfrm>
            <a:off x="301782" y="1488588"/>
            <a:ext cx="11588435" cy="1323815"/>
          </a:xfrm>
        </p:spPr>
        <p:txBody>
          <a:bodyPr/>
          <a:lstStyle/>
          <a:p>
            <a:pPr algn="ctr"/>
            <a:r>
              <a:rPr lang="en-US" sz="7200" b="1" dirty="0">
                <a:solidFill>
                  <a:schemeClr val="tx1"/>
                </a:solidFill>
              </a:rPr>
              <a:t>Software Quality Engineering</a:t>
            </a:r>
            <a:endParaRPr lang="en-US" sz="7200" dirty="0"/>
          </a:p>
        </p:txBody>
      </p:sp>
      <p:sp>
        <p:nvSpPr>
          <p:cNvPr id="3" name="Subtitle 2">
            <a:extLst>
              <a:ext uri="{FF2B5EF4-FFF2-40B4-BE49-F238E27FC236}">
                <a16:creationId xmlns:a16="http://schemas.microsoft.com/office/drawing/2014/main" id="{44E9F82C-BBA7-3495-1097-BEDB54FFFDF4}"/>
              </a:ext>
            </a:extLst>
          </p:cNvPr>
          <p:cNvSpPr>
            <a:spLocks noGrp="1"/>
          </p:cNvSpPr>
          <p:nvPr>
            <p:ph type="subTitle" idx="1"/>
          </p:nvPr>
        </p:nvSpPr>
        <p:spPr>
          <a:xfrm>
            <a:off x="1066800" y="3675889"/>
            <a:ext cx="10058400" cy="1922731"/>
          </a:xfrm>
        </p:spPr>
        <p:txBody>
          <a:bodyPr>
            <a:normAutofit/>
          </a:bodyPr>
          <a:lstStyle/>
          <a:p>
            <a:pPr algn="ctr"/>
            <a:r>
              <a:rPr lang="en-US" sz="4400" b="1" dirty="0">
                <a:solidFill>
                  <a:schemeClr val="tx1"/>
                </a:solidFill>
                <a:cs typeface="Times New Roman" panose="02020603050405020304" pitchFamily="18" charset="0"/>
              </a:rPr>
              <a:t>Lecture 1</a:t>
            </a:r>
          </a:p>
          <a:p>
            <a:pPr algn="ctr"/>
            <a:r>
              <a:rPr lang="en-US" sz="4400" b="1" dirty="0">
                <a:solidFill>
                  <a:schemeClr val="tx1"/>
                </a:solidFill>
              </a:rPr>
              <a:t>SQA Plan and Development Plan</a:t>
            </a:r>
          </a:p>
          <a:p>
            <a:endParaRPr lang="en-US"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5DE143E-53E3-798D-07E7-8D85DD770A95}"/>
              </a:ext>
            </a:extLst>
          </p:cNvPr>
          <p:cNvSpPr txBox="1"/>
          <p:nvPr/>
        </p:nvSpPr>
        <p:spPr>
          <a:xfrm>
            <a:off x="8005526" y="5275523"/>
            <a:ext cx="4397722" cy="954107"/>
          </a:xfrm>
          <a:prstGeom prst="rect">
            <a:avLst/>
          </a:prstGeom>
          <a:noFill/>
        </p:spPr>
        <p:txBody>
          <a:bodyPr wrap="square">
            <a:spAutoFit/>
          </a:bodyPr>
          <a:lstStyle/>
          <a:p>
            <a:pPr algn="ctr"/>
            <a:r>
              <a:rPr lang="en-US" sz="2800" dirty="0">
                <a:solidFill>
                  <a:schemeClr val="tx1"/>
                </a:solidFill>
                <a:cs typeface="Times New Roman" panose="02020603050405020304" pitchFamily="18" charset="0"/>
              </a:rPr>
              <a:t>Alina Arshad</a:t>
            </a:r>
          </a:p>
          <a:p>
            <a:pPr algn="ctr"/>
            <a:r>
              <a:rPr lang="en-US" sz="2800" dirty="0">
                <a:cs typeface="Times New Roman" panose="02020603050405020304" pitchFamily="18" charset="0"/>
              </a:rPr>
              <a:t>alina.arshad@nu.edu.pk</a:t>
            </a:r>
            <a:endParaRPr lang="en-US" sz="2800" dirty="0">
              <a:solidFill>
                <a:schemeClr val="tx1"/>
              </a:solidFill>
              <a:cs typeface="Times New Roman" panose="02020603050405020304" pitchFamily="18" charset="0"/>
            </a:endParaRPr>
          </a:p>
        </p:txBody>
      </p:sp>
    </p:spTree>
    <p:extLst>
      <p:ext uri="{BB962C8B-B14F-4D97-AF65-F5344CB8AC3E}">
        <p14:creationId xmlns:p14="http://schemas.microsoft.com/office/powerpoint/2010/main" val="3322361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solidFill>
                  <a:schemeClr val="tx1"/>
                </a:solidFill>
              </a:rPr>
              <a:t>Software Quality Assurance (SQA)</a:t>
            </a:r>
          </a:p>
        </p:txBody>
      </p:sp>
      <p:sp>
        <p:nvSpPr>
          <p:cNvPr id="3" name="Content Placeholder 2"/>
          <p:cNvSpPr>
            <a:spLocks noGrp="1"/>
          </p:cNvSpPr>
          <p:nvPr>
            <p:ph idx="1"/>
          </p:nvPr>
        </p:nvSpPr>
        <p:spPr>
          <a:xfrm>
            <a:off x="947928" y="1845734"/>
            <a:ext cx="10789920" cy="3274907"/>
          </a:xfrm>
        </p:spPr>
        <p:txBody>
          <a:bodyPr>
            <a:noAutofit/>
          </a:bodyPr>
          <a:lstStyle/>
          <a:p>
            <a:pPr algn="just">
              <a:buFont typeface="Arial" panose="020B0604020202020204" pitchFamily="34" charset="0"/>
              <a:buChar char="•"/>
            </a:pPr>
            <a:r>
              <a:rPr lang="en-US" sz="2400" dirty="0">
                <a:solidFill>
                  <a:schemeClr val="tx1"/>
                </a:solidFill>
              </a:rPr>
              <a:t>Software Quality Assurance (SQA) consists of </a:t>
            </a:r>
            <a:r>
              <a:rPr lang="en-US" sz="2400" b="1" dirty="0">
                <a:solidFill>
                  <a:schemeClr val="tx1"/>
                </a:solidFill>
              </a:rPr>
              <a:t>a means of monitoring</a:t>
            </a:r>
            <a:r>
              <a:rPr lang="en-US" sz="2400" dirty="0">
                <a:solidFill>
                  <a:schemeClr val="tx1"/>
                </a:solidFill>
              </a:rPr>
              <a:t> the software engineering processes and </a:t>
            </a:r>
            <a:r>
              <a:rPr lang="en-US" sz="2400" b="1" dirty="0">
                <a:solidFill>
                  <a:schemeClr val="tx1"/>
                </a:solidFill>
              </a:rPr>
              <a:t>methods</a:t>
            </a:r>
            <a:r>
              <a:rPr lang="en-US" sz="2400" dirty="0">
                <a:solidFill>
                  <a:schemeClr val="tx1"/>
                </a:solidFill>
              </a:rPr>
              <a:t> used to ensure quality. </a:t>
            </a:r>
          </a:p>
          <a:p>
            <a:pPr algn="just">
              <a:buFont typeface="Arial" panose="020B0604020202020204" pitchFamily="34" charset="0"/>
              <a:buChar char="•"/>
            </a:pPr>
            <a:r>
              <a:rPr lang="en-US" sz="2400" dirty="0">
                <a:solidFill>
                  <a:schemeClr val="tx1"/>
                </a:solidFill>
              </a:rPr>
              <a:t>The </a:t>
            </a:r>
            <a:r>
              <a:rPr lang="en-US" sz="2400" b="1" dirty="0">
                <a:solidFill>
                  <a:schemeClr val="tx1"/>
                </a:solidFill>
              </a:rPr>
              <a:t>methods</a:t>
            </a:r>
            <a:r>
              <a:rPr lang="en-US" sz="2400" dirty="0">
                <a:solidFill>
                  <a:schemeClr val="tx1"/>
                </a:solidFill>
              </a:rPr>
              <a:t> by which this is accomplished are many and varied, and may include ensuring conformance to one or more standards, such as ISO 9000 or a model such as CMMI.</a:t>
            </a:r>
          </a:p>
          <a:p>
            <a:pPr algn="just">
              <a:buFont typeface="Arial" panose="020B0604020202020204" pitchFamily="34" charset="0"/>
              <a:buChar char="•"/>
            </a:pPr>
            <a:r>
              <a:rPr lang="en-US" sz="2400" dirty="0">
                <a:solidFill>
                  <a:schemeClr val="tx1"/>
                </a:solidFill>
              </a:rPr>
              <a:t>SQA encompasses the </a:t>
            </a:r>
            <a:r>
              <a:rPr lang="en-US" sz="2400" b="1" dirty="0">
                <a:solidFill>
                  <a:schemeClr val="tx1"/>
                </a:solidFill>
              </a:rPr>
              <a:t>entire</a:t>
            </a:r>
            <a:r>
              <a:rPr lang="en-US" sz="2400" dirty="0">
                <a:solidFill>
                  <a:schemeClr val="tx1"/>
                </a:solidFill>
              </a:rPr>
              <a:t> software development  process</a:t>
            </a:r>
          </a:p>
          <a:p>
            <a:pPr algn="just">
              <a:buFont typeface="Arial" panose="020B0604020202020204" pitchFamily="34" charset="0"/>
              <a:buChar char="•"/>
            </a:pPr>
            <a:r>
              <a:rPr lang="en-US" sz="2400" dirty="0">
                <a:solidFill>
                  <a:schemeClr val="tx1"/>
                </a:solidFill>
              </a:rPr>
              <a:t>SQA is organized into goals, commitments, abilities, activities, measurements, and verifications.</a:t>
            </a:r>
          </a:p>
          <a:p>
            <a:pPr algn="just"/>
            <a:endParaRPr lang="en-GB" sz="2400" dirty="0">
              <a:solidFill>
                <a:schemeClr val="tx1"/>
              </a:solidFill>
            </a:endParaRPr>
          </a:p>
        </p:txBody>
      </p:sp>
    </p:spTree>
    <p:extLst>
      <p:ext uri="{BB962C8B-B14F-4D97-AF65-F5344CB8AC3E}">
        <p14:creationId xmlns:p14="http://schemas.microsoft.com/office/powerpoint/2010/main" val="44147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SQA– The IEEE definition</a:t>
            </a:r>
            <a:endParaRPr lang="en-GB" dirty="0">
              <a:solidFill>
                <a:schemeClr val="tx1"/>
              </a:solidFill>
            </a:endParaRPr>
          </a:p>
        </p:txBody>
      </p:sp>
      <p:sp>
        <p:nvSpPr>
          <p:cNvPr id="3" name="Content Placeholder 2"/>
          <p:cNvSpPr>
            <a:spLocks noGrp="1"/>
          </p:cNvSpPr>
          <p:nvPr>
            <p:ph idx="1"/>
          </p:nvPr>
        </p:nvSpPr>
        <p:spPr>
          <a:xfrm>
            <a:off x="1176846" y="1836821"/>
            <a:ext cx="9561097" cy="2971800"/>
          </a:xfrm>
        </p:spPr>
        <p:txBody>
          <a:bodyPr>
            <a:noAutofit/>
          </a:bodyPr>
          <a:lstStyle/>
          <a:p>
            <a:pPr algn="just"/>
            <a:r>
              <a:rPr lang="en-GB" sz="2400" dirty="0">
                <a:solidFill>
                  <a:schemeClr val="tx1"/>
                </a:solidFill>
              </a:rPr>
              <a:t>Software quality assurance is:</a:t>
            </a:r>
          </a:p>
          <a:p>
            <a:pPr marL="571500" indent="-457200" algn="just">
              <a:buFont typeface="+mj-lt"/>
              <a:buAutoNum type="arabicPeriod"/>
            </a:pPr>
            <a:r>
              <a:rPr lang="en-US" sz="2400" dirty="0">
                <a:solidFill>
                  <a:schemeClr val="tx1"/>
                </a:solidFill>
              </a:rPr>
              <a:t>A </a:t>
            </a:r>
            <a:r>
              <a:rPr lang="en-US" sz="2400" b="1" dirty="0">
                <a:solidFill>
                  <a:schemeClr val="tx1"/>
                </a:solidFill>
              </a:rPr>
              <a:t>planned</a:t>
            </a:r>
            <a:r>
              <a:rPr lang="en-US" sz="2400" dirty="0">
                <a:solidFill>
                  <a:schemeClr val="tx1"/>
                </a:solidFill>
              </a:rPr>
              <a:t> and </a:t>
            </a:r>
            <a:r>
              <a:rPr lang="en-US" sz="2400" b="1" dirty="0">
                <a:solidFill>
                  <a:schemeClr val="tx1"/>
                </a:solidFill>
              </a:rPr>
              <a:t>systematic pattern </a:t>
            </a:r>
            <a:r>
              <a:rPr lang="en-US" sz="2400" dirty="0">
                <a:solidFill>
                  <a:schemeClr val="tx1"/>
                </a:solidFill>
              </a:rPr>
              <a:t>of all </a:t>
            </a:r>
            <a:r>
              <a:rPr lang="en-US" sz="2400" b="1" dirty="0">
                <a:solidFill>
                  <a:schemeClr val="tx1"/>
                </a:solidFill>
              </a:rPr>
              <a:t>actions</a:t>
            </a:r>
            <a:r>
              <a:rPr lang="en-US" sz="2400" dirty="0">
                <a:solidFill>
                  <a:schemeClr val="tx1"/>
                </a:solidFill>
              </a:rPr>
              <a:t> necessary to provide adequate confidence that an item or product conforms to established </a:t>
            </a:r>
            <a:r>
              <a:rPr lang="en-GB" sz="2400" dirty="0">
                <a:solidFill>
                  <a:schemeClr val="tx1"/>
                </a:solidFill>
              </a:rPr>
              <a:t>technical requirements.</a:t>
            </a:r>
          </a:p>
          <a:p>
            <a:pPr marL="571500" indent="-457200" algn="just">
              <a:buFont typeface="+mj-lt"/>
              <a:buAutoNum type="arabicPeriod"/>
            </a:pPr>
            <a:endParaRPr lang="en-GB" sz="2400" dirty="0">
              <a:solidFill>
                <a:schemeClr val="tx1"/>
              </a:solidFill>
            </a:endParaRPr>
          </a:p>
          <a:p>
            <a:pPr marL="571500" indent="-457200" algn="just">
              <a:buFont typeface="+mj-lt"/>
              <a:buAutoNum type="arabicPeriod"/>
            </a:pPr>
            <a:r>
              <a:rPr lang="en-US" sz="2400" dirty="0">
                <a:solidFill>
                  <a:schemeClr val="tx1"/>
                </a:solidFill>
              </a:rPr>
              <a:t>A </a:t>
            </a:r>
            <a:r>
              <a:rPr lang="en-US" sz="2400" b="1" dirty="0">
                <a:solidFill>
                  <a:schemeClr val="tx1"/>
                </a:solidFill>
              </a:rPr>
              <a:t>set of activities </a:t>
            </a:r>
            <a:r>
              <a:rPr lang="en-US" sz="2400" dirty="0">
                <a:solidFill>
                  <a:schemeClr val="tx1"/>
                </a:solidFill>
              </a:rPr>
              <a:t>designed to evaluate the </a:t>
            </a:r>
            <a:r>
              <a:rPr lang="en-US" sz="2400" b="1" dirty="0">
                <a:solidFill>
                  <a:schemeClr val="tx1"/>
                </a:solidFill>
              </a:rPr>
              <a:t>process</a:t>
            </a:r>
            <a:r>
              <a:rPr lang="en-US" sz="2400" dirty="0">
                <a:solidFill>
                  <a:schemeClr val="tx1"/>
                </a:solidFill>
              </a:rPr>
              <a:t> by which the products are developed or manufactured. Contrasts with quality control.</a:t>
            </a:r>
            <a:endParaRPr lang="en-GB" sz="2400" dirty="0">
              <a:solidFill>
                <a:schemeClr val="tx1"/>
              </a:solidFill>
            </a:endParaRPr>
          </a:p>
        </p:txBody>
      </p:sp>
    </p:spTree>
    <p:extLst>
      <p:ext uri="{BB962C8B-B14F-4D97-AF65-F5344CB8AC3E}">
        <p14:creationId xmlns:p14="http://schemas.microsoft.com/office/powerpoint/2010/main" val="2056440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Software Quality Assurance Plan</a:t>
            </a:r>
            <a:endParaRPr lang="en-US" dirty="0">
              <a:solidFill>
                <a:schemeClr val="tx1"/>
              </a:solidFill>
            </a:endParaRPr>
          </a:p>
        </p:txBody>
      </p:sp>
      <p:sp>
        <p:nvSpPr>
          <p:cNvPr id="3" name="Content Placeholder 2"/>
          <p:cNvSpPr>
            <a:spLocks noGrp="1"/>
          </p:cNvSpPr>
          <p:nvPr>
            <p:ph idx="1"/>
          </p:nvPr>
        </p:nvSpPr>
        <p:spPr/>
        <p:txBody>
          <a:bodyPr>
            <a:normAutofit/>
          </a:bodyPr>
          <a:lstStyle/>
          <a:p>
            <a:pPr algn="just"/>
            <a:r>
              <a:rPr lang="en-US" sz="2400" dirty="0">
                <a:solidFill>
                  <a:schemeClr val="tx1"/>
                </a:solidFill>
              </a:rPr>
              <a:t>Abbreviated as SQAP, the software quality assurance plan comprises of the procedures, techniques, and tools that are employed to make sure that a product or service aligns with the requirements defined in the SRS(software requirement specification).</a:t>
            </a:r>
          </a:p>
          <a:p>
            <a:pPr algn="just"/>
            <a:endParaRPr lang="en-US" sz="2400" dirty="0">
              <a:solidFill>
                <a:schemeClr val="tx1"/>
              </a:solidFill>
            </a:endParaRPr>
          </a:p>
          <a:p>
            <a:pPr algn="just"/>
            <a:r>
              <a:rPr lang="en-US" sz="2400" dirty="0">
                <a:solidFill>
                  <a:schemeClr val="tx1"/>
                </a:solidFill>
              </a:rPr>
              <a:t>The plan identifies the SQA responsibilities of a team, lists the areas that need to be reviewed and audited. It also identifies the SQA work products.</a:t>
            </a:r>
          </a:p>
        </p:txBody>
      </p:sp>
    </p:spTree>
    <p:extLst>
      <p:ext uri="{BB962C8B-B14F-4D97-AF65-F5344CB8AC3E}">
        <p14:creationId xmlns:p14="http://schemas.microsoft.com/office/powerpoint/2010/main" val="982201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SQA plan section</a:t>
            </a:r>
          </a:p>
        </p:txBody>
      </p:sp>
      <p:sp>
        <p:nvSpPr>
          <p:cNvPr id="3" name="Content Placeholder 2"/>
          <p:cNvSpPr>
            <a:spLocks noGrp="1"/>
          </p:cNvSpPr>
          <p:nvPr>
            <p:ph idx="1"/>
          </p:nvPr>
        </p:nvSpPr>
        <p:spPr/>
        <p:txBody>
          <a:bodyPr>
            <a:normAutofit/>
          </a:bodyPr>
          <a:lstStyle/>
          <a:p>
            <a:r>
              <a:rPr lang="en-US" sz="2400" dirty="0">
                <a:solidFill>
                  <a:schemeClr val="tx1"/>
                </a:solidFill>
              </a:rPr>
              <a:t>Purpose section</a:t>
            </a:r>
          </a:p>
          <a:p>
            <a:r>
              <a:rPr lang="en-US" sz="2400" dirty="0">
                <a:solidFill>
                  <a:schemeClr val="tx1"/>
                </a:solidFill>
              </a:rPr>
              <a:t>Reference section</a:t>
            </a:r>
          </a:p>
          <a:p>
            <a:r>
              <a:rPr lang="en-US" sz="2400" dirty="0">
                <a:solidFill>
                  <a:schemeClr val="tx1"/>
                </a:solidFill>
              </a:rPr>
              <a:t>Software configuration management section</a:t>
            </a:r>
          </a:p>
          <a:p>
            <a:r>
              <a:rPr lang="en-US" sz="2400" dirty="0">
                <a:solidFill>
                  <a:schemeClr val="tx1"/>
                </a:solidFill>
              </a:rPr>
              <a:t>Problem reporting and corrective action section</a:t>
            </a:r>
          </a:p>
          <a:p>
            <a:r>
              <a:rPr lang="en-US" sz="2400" dirty="0">
                <a:solidFill>
                  <a:schemeClr val="tx1"/>
                </a:solidFill>
              </a:rPr>
              <a:t>Tools, technologies and methodologies section</a:t>
            </a:r>
          </a:p>
          <a:p>
            <a:r>
              <a:rPr lang="en-US" sz="2400" dirty="0">
                <a:solidFill>
                  <a:schemeClr val="tx1"/>
                </a:solidFill>
              </a:rPr>
              <a:t>Code control section</a:t>
            </a:r>
          </a:p>
          <a:p>
            <a:r>
              <a:rPr lang="en-US" sz="2400" dirty="0">
                <a:solidFill>
                  <a:schemeClr val="tx1"/>
                </a:solidFill>
              </a:rPr>
              <a:t>Records: Collection, maintenance and retention section</a:t>
            </a:r>
          </a:p>
          <a:p>
            <a:r>
              <a:rPr lang="en-US" sz="2400" dirty="0">
                <a:solidFill>
                  <a:schemeClr val="tx1"/>
                </a:solidFill>
              </a:rPr>
              <a:t>Testing methodology</a:t>
            </a:r>
          </a:p>
        </p:txBody>
      </p:sp>
    </p:spTree>
    <p:extLst>
      <p:ext uri="{BB962C8B-B14F-4D97-AF65-F5344CB8AC3E}">
        <p14:creationId xmlns:p14="http://schemas.microsoft.com/office/powerpoint/2010/main" val="1175012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SQA Activities</a:t>
            </a:r>
            <a:endParaRPr lang="en-US" dirty="0">
              <a:solidFill>
                <a:schemeClr val="tx1"/>
              </a:solidFill>
            </a:endParaRPr>
          </a:p>
        </p:txBody>
      </p:sp>
      <p:sp>
        <p:nvSpPr>
          <p:cNvPr id="3" name="Content Placeholder 2"/>
          <p:cNvSpPr>
            <a:spLocks noGrp="1"/>
          </p:cNvSpPr>
          <p:nvPr>
            <p:ph idx="1"/>
          </p:nvPr>
        </p:nvSpPr>
        <p:spPr/>
        <p:txBody>
          <a:bodyPr>
            <a:noAutofit/>
          </a:bodyPr>
          <a:lstStyle/>
          <a:p>
            <a:pPr algn="just"/>
            <a:r>
              <a:rPr lang="en-US" sz="2400" b="1" dirty="0">
                <a:solidFill>
                  <a:schemeClr val="tx1"/>
                </a:solidFill>
              </a:rPr>
              <a:t>1) Creating an SQA Management Plan:</a:t>
            </a:r>
            <a:endParaRPr lang="en-US" sz="2400" dirty="0">
              <a:solidFill>
                <a:schemeClr val="tx1"/>
              </a:solidFill>
            </a:endParaRPr>
          </a:p>
          <a:p>
            <a:pPr algn="just"/>
            <a:r>
              <a:rPr lang="en-US" sz="2400" dirty="0">
                <a:solidFill>
                  <a:schemeClr val="tx1"/>
                </a:solidFill>
              </a:rPr>
              <a:t>The foremost activity includes laying down a proper plan regarding how the SQA will be carried out in your project.</a:t>
            </a:r>
          </a:p>
          <a:p>
            <a:pPr algn="just"/>
            <a:r>
              <a:rPr lang="en-US" sz="2400" dirty="0">
                <a:solidFill>
                  <a:schemeClr val="tx1"/>
                </a:solidFill>
              </a:rPr>
              <a:t>Along with what SQA approach you are going to follow, what engineering activities will be carried out, and it also includes ensuring that you have a right talent mix in your team.</a:t>
            </a:r>
          </a:p>
          <a:p>
            <a:pPr algn="just"/>
            <a:r>
              <a:rPr lang="en-US" sz="2400" b="1" dirty="0">
                <a:solidFill>
                  <a:schemeClr val="tx1"/>
                </a:solidFill>
              </a:rPr>
              <a:t>2) Setting the Checkpoints:</a:t>
            </a:r>
            <a:endParaRPr lang="en-US" sz="2400" dirty="0">
              <a:solidFill>
                <a:schemeClr val="tx1"/>
              </a:solidFill>
            </a:endParaRPr>
          </a:p>
          <a:p>
            <a:pPr algn="just"/>
            <a:r>
              <a:rPr lang="en-US" sz="2400" dirty="0">
                <a:solidFill>
                  <a:schemeClr val="tx1"/>
                </a:solidFill>
              </a:rPr>
              <a:t>The SQA team sets up different checkpoints according to which it evaluates the quality of the project activities at each checkpoint/project stage. This ensures regular quality inspection and working as per the schedule.</a:t>
            </a:r>
          </a:p>
          <a:p>
            <a:pPr algn="just"/>
            <a:endParaRPr lang="en-US" sz="2400" dirty="0">
              <a:solidFill>
                <a:schemeClr val="tx1"/>
              </a:solidFill>
            </a:endParaRPr>
          </a:p>
        </p:txBody>
      </p:sp>
    </p:spTree>
    <p:extLst>
      <p:ext uri="{BB962C8B-B14F-4D97-AF65-F5344CB8AC3E}">
        <p14:creationId xmlns:p14="http://schemas.microsoft.com/office/powerpoint/2010/main" val="319633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SQA Activities</a:t>
            </a:r>
            <a:endParaRPr lang="en-US" dirty="0">
              <a:solidFill>
                <a:schemeClr val="tx1"/>
              </a:solidFill>
            </a:endParaRPr>
          </a:p>
        </p:txBody>
      </p:sp>
      <p:sp>
        <p:nvSpPr>
          <p:cNvPr id="3" name="Content Placeholder 2"/>
          <p:cNvSpPr>
            <a:spLocks noGrp="1"/>
          </p:cNvSpPr>
          <p:nvPr>
            <p:ph idx="1"/>
          </p:nvPr>
        </p:nvSpPr>
        <p:spPr/>
        <p:txBody>
          <a:bodyPr>
            <a:normAutofit/>
          </a:bodyPr>
          <a:lstStyle/>
          <a:p>
            <a:pPr algn="just"/>
            <a:r>
              <a:rPr lang="en-US" sz="2400" b="1" dirty="0">
                <a:solidFill>
                  <a:schemeClr val="tx1"/>
                </a:solidFill>
              </a:rPr>
              <a:t>3) Apply software Engineering Techniques:</a:t>
            </a:r>
            <a:endParaRPr lang="en-US" sz="2400" dirty="0">
              <a:solidFill>
                <a:schemeClr val="tx1"/>
              </a:solidFill>
            </a:endParaRPr>
          </a:p>
          <a:p>
            <a:pPr algn="just"/>
            <a:r>
              <a:rPr lang="en-US" sz="2400" dirty="0">
                <a:solidFill>
                  <a:schemeClr val="tx1"/>
                </a:solidFill>
              </a:rPr>
              <a:t>Applying some software engineering techniques aids a software designer in achieving high-quality specification. For gathering information, a designer may use techniques such as interviews and FAST (Functional Analysis System Technique).</a:t>
            </a:r>
          </a:p>
          <a:p>
            <a:pPr algn="just"/>
            <a:endParaRPr lang="en-US" sz="2400" dirty="0">
              <a:solidFill>
                <a:schemeClr val="tx1"/>
              </a:solidFill>
            </a:endParaRPr>
          </a:p>
          <a:p>
            <a:pPr algn="just"/>
            <a:r>
              <a:rPr lang="en-US" sz="2400" dirty="0">
                <a:solidFill>
                  <a:schemeClr val="tx1"/>
                </a:solidFill>
              </a:rPr>
              <a:t>Later, based on the information gathered, the software designer can prepare the project estimation using techniques like WBS (work breakdown structure), SLOC (source line of codes), and FP(functional point) estimation.</a:t>
            </a:r>
          </a:p>
          <a:p>
            <a:pPr algn="just"/>
            <a:endParaRPr lang="en-US" sz="2400" dirty="0">
              <a:solidFill>
                <a:schemeClr val="tx1"/>
              </a:solidFill>
            </a:endParaRPr>
          </a:p>
        </p:txBody>
      </p:sp>
    </p:spTree>
    <p:extLst>
      <p:ext uri="{BB962C8B-B14F-4D97-AF65-F5344CB8AC3E}">
        <p14:creationId xmlns:p14="http://schemas.microsoft.com/office/powerpoint/2010/main" val="3469151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par>
                                <p:cTn id="12" presetID="10" presetClass="entr" presetSubtype="0" fill="hold" nodeType="with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SQA Activities</a:t>
            </a:r>
            <a:endParaRPr lang="en-US" dirty="0">
              <a:solidFill>
                <a:schemeClr val="tx1"/>
              </a:solidFill>
            </a:endParaRPr>
          </a:p>
        </p:txBody>
      </p:sp>
      <p:sp>
        <p:nvSpPr>
          <p:cNvPr id="3" name="Content Placeholder 2"/>
          <p:cNvSpPr>
            <a:spLocks noGrp="1"/>
          </p:cNvSpPr>
          <p:nvPr>
            <p:ph idx="1"/>
          </p:nvPr>
        </p:nvSpPr>
        <p:spPr/>
        <p:txBody>
          <a:bodyPr>
            <a:normAutofit/>
          </a:bodyPr>
          <a:lstStyle/>
          <a:p>
            <a:r>
              <a:rPr lang="en-US" sz="2400" b="1" dirty="0">
                <a:solidFill>
                  <a:schemeClr val="tx1"/>
                </a:solidFill>
              </a:rPr>
              <a:t>4) Executing Formal Technical Reviews:</a:t>
            </a:r>
            <a:endParaRPr lang="en-US" sz="2400" dirty="0">
              <a:solidFill>
                <a:schemeClr val="tx1"/>
              </a:solidFill>
            </a:endParaRPr>
          </a:p>
          <a:p>
            <a:r>
              <a:rPr lang="en-US" sz="2400" dirty="0">
                <a:solidFill>
                  <a:schemeClr val="tx1"/>
                </a:solidFill>
              </a:rPr>
              <a:t>An FTR is done to evaluate the quality and design of the prototype.</a:t>
            </a:r>
          </a:p>
          <a:p>
            <a:r>
              <a:rPr lang="en-US" sz="2400" dirty="0">
                <a:solidFill>
                  <a:schemeClr val="tx1"/>
                </a:solidFill>
              </a:rPr>
              <a:t>In this process, a meeting is conducted with the technical staff to discuss regarding the actual quality requirements of the software and the design quality of the prototype. </a:t>
            </a:r>
          </a:p>
          <a:p>
            <a:endParaRPr lang="en-US" sz="2400" dirty="0">
              <a:solidFill>
                <a:schemeClr val="tx1"/>
              </a:solidFill>
            </a:endParaRPr>
          </a:p>
          <a:p>
            <a:r>
              <a:rPr lang="en-US" sz="2400" b="1" dirty="0">
                <a:solidFill>
                  <a:schemeClr val="tx1"/>
                </a:solidFill>
              </a:rPr>
              <a:t>5) Having a Multi- Testing Strategy:</a:t>
            </a:r>
            <a:endParaRPr lang="en-US" sz="2400" dirty="0">
              <a:solidFill>
                <a:schemeClr val="tx1"/>
              </a:solidFill>
            </a:endParaRPr>
          </a:p>
          <a:p>
            <a:r>
              <a:rPr lang="en-US" sz="2400" dirty="0">
                <a:solidFill>
                  <a:schemeClr val="tx1"/>
                </a:solidFill>
              </a:rPr>
              <a:t>By multi-testing strategy, we mean that one should not rely on any single testing approach, instead, multiple types of testing should be performed</a:t>
            </a:r>
          </a:p>
          <a:p>
            <a:endParaRPr lang="en-US" sz="2400" dirty="0">
              <a:solidFill>
                <a:schemeClr val="tx1"/>
              </a:solidFill>
            </a:endParaRPr>
          </a:p>
        </p:txBody>
      </p:sp>
    </p:spTree>
    <p:extLst>
      <p:ext uri="{BB962C8B-B14F-4D97-AF65-F5344CB8AC3E}">
        <p14:creationId xmlns:p14="http://schemas.microsoft.com/office/powerpoint/2010/main" val="4032534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9264" y="914400"/>
            <a:ext cx="10058400" cy="813816"/>
          </a:xfrm>
        </p:spPr>
        <p:txBody>
          <a:bodyPr/>
          <a:lstStyle/>
          <a:p>
            <a:r>
              <a:rPr lang="en-US" b="1" dirty="0">
                <a:solidFill>
                  <a:schemeClr val="tx1"/>
                </a:solidFill>
              </a:rPr>
              <a:t>SQA Activities</a:t>
            </a:r>
            <a:endParaRPr lang="en-US" dirty="0"/>
          </a:p>
        </p:txBody>
      </p:sp>
      <p:sp>
        <p:nvSpPr>
          <p:cNvPr id="3" name="Content Placeholder 2"/>
          <p:cNvSpPr>
            <a:spLocks noGrp="1"/>
          </p:cNvSpPr>
          <p:nvPr>
            <p:ph idx="1"/>
          </p:nvPr>
        </p:nvSpPr>
        <p:spPr>
          <a:xfrm>
            <a:off x="969264" y="1810512"/>
            <a:ext cx="10972800" cy="4023360"/>
          </a:xfrm>
        </p:spPr>
        <p:txBody>
          <a:bodyPr>
            <a:noAutofit/>
          </a:bodyPr>
          <a:lstStyle/>
          <a:p>
            <a:pPr algn="just"/>
            <a:r>
              <a:rPr lang="en-US" sz="2400" b="1" dirty="0">
                <a:solidFill>
                  <a:schemeClr val="tx1"/>
                </a:solidFill>
              </a:rPr>
              <a:t>6) Enforcing Process Adherence:</a:t>
            </a:r>
            <a:endParaRPr lang="en-US" sz="2400" dirty="0">
              <a:solidFill>
                <a:schemeClr val="tx1"/>
              </a:solidFill>
            </a:endParaRPr>
          </a:p>
          <a:p>
            <a:pPr algn="just"/>
            <a:r>
              <a:rPr lang="en-US" sz="2400" dirty="0">
                <a:solidFill>
                  <a:schemeClr val="tx1"/>
                </a:solidFill>
              </a:rPr>
              <a:t>This activity insists the need for process adherence during the software development process. The development process should also stick to the defined procedures.</a:t>
            </a:r>
          </a:p>
          <a:p>
            <a:pPr algn="just"/>
            <a:r>
              <a:rPr lang="en-US" sz="2400" b="1" dirty="0">
                <a:solidFill>
                  <a:schemeClr val="tx1"/>
                </a:solidFill>
              </a:rPr>
              <a:t>This activity is a blend of two sub-activities:</a:t>
            </a:r>
            <a:endParaRPr lang="en-US" sz="2400" dirty="0">
              <a:solidFill>
                <a:schemeClr val="tx1"/>
              </a:solidFill>
            </a:endParaRPr>
          </a:p>
          <a:p>
            <a:pPr algn="just"/>
            <a:r>
              <a:rPr lang="en-US" b="1" dirty="0">
                <a:solidFill>
                  <a:schemeClr val="tx1"/>
                </a:solidFill>
              </a:rPr>
              <a:t>(</a:t>
            </a:r>
            <a:r>
              <a:rPr lang="en-US" b="1" dirty="0" err="1">
                <a:solidFill>
                  <a:schemeClr val="tx1"/>
                </a:solidFill>
              </a:rPr>
              <a:t>i</a:t>
            </a:r>
            <a:r>
              <a:rPr lang="en-US" b="1" dirty="0">
                <a:solidFill>
                  <a:schemeClr val="tx1"/>
                </a:solidFill>
              </a:rPr>
              <a:t>) Product Evaluation:</a:t>
            </a:r>
            <a:endParaRPr lang="en-US" dirty="0">
              <a:solidFill>
                <a:schemeClr val="tx1"/>
              </a:solidFill>
            </a:endParaRPr>
          </a:p>
          <a:p>
            <a:pPr algn="just"/>
            <a:r>
              <a:rPr lang="en-US" dirty="0">
                <a:solidFill>
                  <a:schemeClr val="tx1"/>
                </a:solidFill>
              </a:rPr>
              <a:t>This activity confirms that the software product is meeting the requirements that were discovered in the project management plan. It ensures that the set standards for the project are followed correctly.</a:t>
            </a:r>
          </a:p>
          <a:p>
            <a:pPr algn="just"/>
            <a:r>
              <a:rPr lang="en-US" b="1" dirty="0">
                <a:solidFill>
                  <a:schemeClr val="tx1"/>
                </a:solidFill>
              </a:rPr>
              <a:t>(ii) Process Monitoring:</a:t>
            </a:r>
            <a:endParaRPr lang="en-US" dirty="0">
              <a:solidFill>
                <a:schemeClr val="tx1"/>
              </a:solidFill>
            </a:endParaRPr>
          </a:p>
          <a:p>
            <a:pPr algn="just"/>
            <a:r>
              <a:rPr lang="en-US" dirty="0">
                <a:solidFill>
                  <a:schemeClr val="tx1"/>
                </a:solidFill>
              </a:rPr>
              <a:t>This activity verifies if the correct steps were taken during software development. This is done by matching the actually taken steps against the documented steps.</a:t>
            </a:r>
          </a:p>
          <a:p>
            <a:pPr algn="just"/>
            <a:endParaRPr lang="en-US" sz="2400" dirty="0">
              <a:solidFill>
                <a:schemeClr val="tx1"/>
              </a:solidFill>
            </a:endParaRPr>
          </a:p>
        </p:txBody>
      </p:sp>
    </p:spTree>
    <p:extLst>
      <p:ext uri="{BB962C8B-B14F-4D97-AF65-F5344CB8AC3E}">
        <p14:creationId xmlns:p14="http://schemas.microsoft.com/office/powerpoint/2010/main" val="3730480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88906"/>
            <a:ext cx="10058400" cy="748454"/>
          </a:xfrm>
        </p:spPr>
        <p:txBody>
          <a:bodyPr/>
          <a:lstStyle/>
          <a:p>
            <a:r>
              <a:rPr lang="en-US" b="1" dirty="0">
                <a:solidFill>
                  <a:schemeClr val="tx1"/>
                </a:solidFill>
              </a:rPr>
              <a:t>SQA Activities</a:t>
            </a:r>
            <a:endParaRPr lang="en-US" dirty="0"/>
          </a:p>
        </p:txBody>
      </p:sp>
      <p:sp>
        <p:nvSpPr>
          <p:cNvPr id="3" name="Content Placeholder 2"/>
          <p:cNvSpPr>
            <a:spLocks noGrp="1"/>
          </p:cNvSpPr>
          <p:nvPr>
            <p:ph idx="1"/>
          </p:nvPr>
        </p:nvSpPr>
        <p:spPr/>
        <p:txBody>
          <a:bodyPr>
            <a:normAutofit/>
          </a:bodyPr>
          <a:lstStyle/>
          <a:p>
            <a:r>
              <a:rPr lang="en-US" sz="2400" b="1" dirty="0">
                <a:solidFill>
                  <a:schemeClr val="tx1"/>
                </a:solidFill>
              </a:rPr>
              <a:t>7) Controlling Change:</a:t>
            </a:r>
            <a:endParaRPr lang="en-US" sz="2400" dirty="0">
              <a:solidFill>
                <a:schemeClr val="tx1"/>
              </a:solidFill>
            </a:endParaRPr>
          </a:p>
          <a:p>
            <a:r>
              <a:rPr lang="en-US" sz="2400" dirty="0">
                <a:solidFill>
                  <a:schemeClr val="tx1"/>
                </a:solidFill>
              </a:rPr>
              <a:t>In this activity, we use a mix of manual procedures and automated tools to have a mechanism for change control.</a:t>
            </a:r>
          </a:p>
          <a:p>
            <a:r>
              <a:rPr lang="en-US" sz="2400" b="1" dirty="0">
                <a:solidFill>
                  <a:schemeClr val="tx1"/>
                </a:solidFill>
              </a:rPr>
              <a:t>8) Measure Change Impact:</a:t>
            </a:r>
            <a:endParaRPr lang="en-US" sz="2400" dirty="0">
              <a:solidFill>
                <a:schemeClr val="tx1"/>
              </a:solidFill>
            </a:endParaRPr>
          </a:p>
          <a:p>
            <a:r>
              <a:rPr lang="en-US" sz="2400" dirty="0">
                <a:solidFill>
                  <a:schemeClr val="tx1"/>
                </a:solidFill>
              </a:rPr>
              <a:t>If any defect is reported by the QA team, then the concerned team fixes the defect.</a:t>
            </a:r>
          </a:p>
          <a:p>
            <a:r>
              <a:rPr lang="en-US" sz="2400" dirty="0">
                <a:solidFill>
                  <a:schemeClr val="tx1"/>
                </a:solidFill>
              </a:rPr>
              <a:t>After this, the QA team should determine the impact of the change which is brought by this defect fix. They need to test not only if the change has fixed the defect, but also if the change is compatible with the whole project.</a:t>
            </a:r>
          </a:p>
          <a:p>
            <a:endParaRPr lang="en-US" dirty="0"/>
          </a:p>
        </p:txBody>
      </p:sp>
    </p:spTree>
    <p:extLst>
      <p:ext uri="{BB962C8B-B14F-4D97-AF65-F5344CB8AC3E}">
        <p14:creationId xmlns:p14="http://schemas.microsoft.com/office/powerpoint/2010/main" val="1493721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88906"/>
            <a:ext cx="10058400" cy="748454"/>
          </a:xfrm>
        </p:spPr>
        <p:txBody>
          <a:bodyPr/>
          <a:lstStyle/>
          <a:p>
            <a:r>
              <a:rPr lang="en-US" b="1" dirty="0">
                <a:solidFill>
                  <a:schemeClr val="tx1"/>
                </a:solidFill>
              </a:rPr>
              <a:t>SQA Activities</a:t>
            </a:r>
            <a:endParaRPr lang="en-US" dirty="0"/>
          </a:p>
        </p:txBody>
      </p:sp>
      <p:sp>
        <p:nvSpPr>
          <p:cNvPr id="3" name="Content Placeholder 2"/>
          <p:cNvSpPr>
            <a:spLocks noGrp="1"/>
          </p:cNvSpPr>
          <p:nvPr>
            <p:ph idx="1"/>
          </p:nvPr>
        </p:nvSpPr>
        <p:spPr>
          <a:xfrm>
            <a:off x="1097280" y="1845734"/>
            <a:ext cx="10058400" cy="4372186"/>
          </a:xfrm>
        </p:spPr>
        <p:txBody>
          <a:bodyPr>
            <a:noAutofit/>
          </a:bodyPr>
          <a:lstStyle/>
          <a:p>
            <a:pPr algn="just"/>
            <a:r>
              <a:rPr lang="en-US" sz="2400" b="1" dirty="0">
                <a:solidFill>
                  <a:schemeClr val="tx1"/>
                </a:solidFill>
              </a:rPr>
              <a:t>9) Performing SQA Audits:</a:t>
            </a:r>
            <a:endParaRPr lang="en-US" sz="2400" dirty="0">
              <a:solidFill>
                <a:schemeClr val="tx1"/>
              </a:solidFill>
            </a:endParaRPr>
          </a:p>
          <a:p>
            <a:pPr algn="just"/>
            <a:r>
              <a:rPr lang="en-US" sz="2400" dirty="0">
                <a:solidFill>
                  <a:schemeClr val="tx1"/>
                </a:solidFill>
              </a:rPr>
              <a:t>The SQA audit inspects the entire actual SDLC process followed by comparing it against the established process.</a:t>
            </a:r>
          </a:p>
          <a:p>
            <a:pPr algn="just"/>
            <a:r>
              <a:rPr lang="en-US" sz="2400" dirty="0">
                <a:solidFill>
                  <a:schemeClr val="tx1"/>
                </a:solidFill>
              </a:rPr>
              <a:t>It also checks whatever reported by the team in the status reports were actually performed or not. This activity also exposes any non-compliance issues.</a:t>
            </a:r>
          </a:p>
          <a:p>
            <a:pPr algn="just"/>
            <a:r>
              <a:rPr lang="en-US" sz="2400" b="1" dirty="0">
                <a:solidFill>
                  <a:schemeClr val="tx1"/>
                </a:solidFill>
              </a:rPr>
              <a:t>10) Maintaining Records and Reports:</a:t>
            </a:r>
            <a:endParaRPr lang="en-US" sz="2400" dirty="0">
              <a:solidFill>
                <a:schemeClr val="tx1"/>
              </a:solidFill>
            </a:endParaRPr>
          </a:p>
          <a:p>
            <a:pPr algn="just"/>
            <a:r>
              <a:rPr lang="en-US" sz="2400" dirty="0">
                <a:solidFill>
                  <a:schemeClr val="tx1"/>
                </a:solidFill>
              </a:rPr>
              <a:t>It is crucial to keep the necessary documentation related to SQA and share the required SQA information with the stakeholders. The test results, audit results, review reports, change requests documentation, etc. should be kept for future reference.</a:t>
            </a:r>
          </a:p>
        </p:txBody>
      </p:sp>
    </p:spTree>
    <p:extLst>
      <p:ext uri="{BB962C8B-B14F-4D97-AF65-F5344CB8AC3E}">
        <p14:creationId xmlns:p14="http://schemas.microsoft.com/office/powerpoint/2010/main" val="3445866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86968"/>
            <a:ext cx="10058400" cy="850392"/>
          </a:xfrm>
        </p:spPr>
        <p:txBody>
          <a:bodyPr/>
          <a:lstStyle/>
          <a:p>
            <a:r>
              <a:rPr lang="en-US" b="1" dirty="0">
                <a:solidFill>
                  <a:schemeClr val="tx1"/>
                </a:solidFill>
              </a:rPr>
              <a:t>SQA Activities</a:t>
            </a:r>
            <a:endParaRPr lang="en-US" dirty="0">
              <a:solidFill>
                <a:schemeClr val="tx1"/>
              </a:solidFill>
            </a:endParaRPr>
          </a:p>
        </p:txBody>
      </p:sp>
      <p:sp>
        <p:nvSpPr>
          <p:cNvPr id="3" name="Content Placeholder 2"/>
          <p:cNvSpPr>
            <a:spLocks noGrp="1"/>
          </p:cNvSpPr>
          <p:nvPr>
            <p:ph idx="1"/>
          </p:nvPr>
        </p:nvSpPr>
        <p:spPr/>
        <p:txBody>
          <a:bodyPr>
            <a:normAutofit/>
          </a:bodyPr>
          <a:lstStyle/>
          <a:p>
            <a:pPr algn="just"/>
            <a:r>
              <a:rPr lang="en-US" sz="2400" b="1" dirty="0">
                <a:solidFill>
                  <a:schemeClr val="tx1"/>
                </a:solidFill>
              </a:rPr>
              <a:t>11) Manage Good Relations:</a:t>
            </a:r>
            <a:endParaRPr lang="en-US" sz="2400" dirty="0">
              <a:solidFill>
                <a:schemeClr val="tx1"/>
              </a:solidFill>
            </a:endParaRPr>
          </a:p>
          <a:p>
            <a:pPr algn="just"/>
            <a:r>
              <a:rPr lang="en-US" sz="2400" dirty="0">
                <a:solidFill>
                  <a:schemeClr val="tx1"/>
                </a:solidFill>
              </a:rPr>
              <a:t>In fact, it is very important to maintain harmony between the QA and the development team.</a:t>
            </a:r>
          </a:p>
          <a:p>
            <a:pPr algn="just"/>
            <a:r>
              <a:rPr lang="en-US" sz="2400" dirty="0">
                <a:solidFill>
                  <a:schemeClr val="tx1"/>
                </a:solidFill>
              </a:rPr>
              <a:t>We often hear that testers and developers often feel superior to each other. This should be avoided as it can affect the overall project quality.</a:t>
            </a:r>
          </a:p>
          <a:p>
            <a:pPr algn="just"/>
            <a:endParaRPr lang="en-US" sz="2400" dirty="0">
              <a:solidFill>
                <a:schemeClr val="tx1"/>
              </a:solidFill>
            </a:endParaRPr>
          </a:p>
        </p:txBody>
      </p:sp>
    </p:spTree>
    <p:extLst>
      <p:ext uri="{BB962C8B-B14F-4D97-AF65-F5344CB8AC3E}">
        <p14:creationId xmlns:p14="http://schemas.microsoft.com/office/powerpoint/2010/main" val="4045609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87552"/>
            <a:ext cx="10058400" cy="749808"/>
          </a:xfrm>
        </p:spPr>
        <p:txBody>
          <a:bodyPr>
            <a:normAutofit/>
          </a:bodyPr>
          <a:lstStyle/>
          <a:p>
            <a:r>
              <a:rPr lang="en-US" altLang="en-US" sz="4800" b="1" dirty="0">
                <a:solidFill>
                  <a:schemeClr val="tx1"/>
                </a:solidFill>
              </a:rPr>
              <a:t>Elements of SQA</a:t>
            </a:r>
            <a:endParaRPr lang="en-GB" dirty="0">
              <a:solidFill>
                <a:schemeClr val="tx1"/>
              </a:solidFill>
            </a:endParaRPr>
          </a:p>
        </p:txBody>
      </p:sp>
      <p:sp>
        <p:nvSpPr>
          <p:cNvPr id="3" name="Content Placeholder 2"/>
          <p:cNvSpPr>
            <a:spLocks noGrp="1"/>
          </p:cNvSpPr>
          <p:nvPr>
            <p:ph idx="1"/>
          </p:nvPr>
        </p:nvSpPr>
        <p:spPr>
          <a:xfrm>
            <a:off x="1167384" y="1825430"/>
            <a:ext cx="10058400" cy="4398389"/>
          </a:xfrm>
        </p:spPr>
        <p:txBody>
          <a:bodyPr>
            <a:noAutofit/>
          </a:bodyPr>
          <a:lstStyle/>
          <a:p>
            <a:pPr>
              <a:buFont typeface="Arial" panose="020B0604020202020204" pitchFamily="34" charset="0"/>
              <a:buChar char="•"/>
            </a:pPr>
            <a:r>
              <a:rPr lang="en-US" altLang="en-US" dirty="0">
                <a:solidFill>
                  <a:schemeClr val="tx1"/>
                </a:solidFill>
              </a:rPr>
              <a:t>Standards</a:t>
            </a:r>
          </a:p>
          <a:p>
            <a:pPr>
              <a:buFont typeface="Arial" panose="020B0604020202020204" pitchFamily="34" charset="0"/>
              <a:buChar char="•"/>
            </a:pPr>
            <a:r>
              <a:rPr lang="en-US" altLang="en-US" dirty="0">
                <a:solidFill>
                  <a:schemeClr val="tx1"/>
                </a:solidFill>
              </a:rPr>
              <a:t>Reviews and audits</a:t>
            </a:r>
          </a:p>
          <a:p>
            <a:pPr>
              <a:buFont typeface="Arial" panose="020B0604020202020204" pitchFamily="34" charset="0"/>
              <a:buChar char="•"/>
            </a:pPr>
            <a:r>
              <a:rPr lang="en-US" altLang="en-US" dirty="0">
                <a:solidFill>
                  <a:schemeClr val="tx1"/>
                </a:solidFill>
              </a:rPr>
              <a:t>Testing</a:t>
            </a:r>
          </a:p>
          <a:p>
            <a:pPr>
              <a:buFont typeface="Arial" panose="020B0604020202020204" pitchFamily="34" charset="0"/>
              <a:buChar char="•"/>
            </a:pPr>
            <a:r>
              <a:rPr lang="en-US" altLang="en-US" dirty="0">
                <a:solidFill>
                  <a:schemeClr val="tx1"/>
                </a:solidFill>
              </a:rPr>
              <a:t>Error/defect collection and analysis</a:t>
            </a:r>
          </a:p>
          <a:p>
            <a:pPr>
              <a:buFont typeface="Arial" panose="020B0604020202020204" pitchFamily="34" charset="0"/>
              <a:buChar char="•"/>
            </a:pPr>
            <a:r>
              <a:rPr lang="en-US" altLang="en-US" dirty="0">
                <a:solidFill>
                  <a:schemeClr val="tx1"/>
                </a:solidFill>
              </a:rPr>
              <a:t>Change management</a:t>
            </a:r>
          </a:p>
          <a:p>
            <a:pPr>
              <a:buFont typeface="Arial" panose="020B0604020202020204" pitchFamily="34" charset="0"/>
              <a:buChar char="•"/>
            </a:pPr>
            <a:r>
              <a:rPr lang="en-US" altLang="en-US" dirty="0">
                <a:solidFill>
                  <a:schemeClr val="tx1"/>
                </a:solidFill>
              </a:rPr>
              <a:t>Educational programs</a:t>
            </a:r>
          </a:p>
          <a:p>
            <a:pPr>
              <a:buFont typeface="Arial" panose="020B0604020202020204" pitchFamily="34" charset="0"/>
              <a:buChar char="•"/>
            </a:pPr>
            <a:r>
              <a:rPr lang="en-US" altLang="en-US" dirty="0">
                <a:solidFill>
                  <a:schemeClr val="tx1"/>
                </a:solidFill>
              </a:rPr>
              <a:t>Vendor management</a:t>
            </a:r>
          </a:p>
          <a:p>
            <a:pPr>
              <a:buFont typeface="Arial" panose="020B0604020202020204" pitchFamily="34" charset="0"/>
              <a:buChar char="•"/>
            </a:pPr>
            <a:r>
              <a:rPr lang="en-US" altLang="en-US" dirty="0">
                <a:solidFill>
                  <a:schemeClr val="tx1"/>
                </a:solidFill>
              </a:rPr>
              <a:t>Security management</a:t>
            </a:r>
          </a:p>
          <a:p>
            <a:pPr>
              <a:buFont typeface="Arial" panose="020B0604020202020204" pitchFamily="34" charset="0"/>
              <a:buChar char="•"/>
            </a:pPr>
            <a:r>
              <a:rPr lang="en-US" altLang="en-US" dirty="0">
                <a:solidFill>
                  <a:schemeClr val="tx1"/>
                </a:solidFill>
              </a:rPr>
              <a:t>Safety</a:t>
            </a:r>
          </a:p>
          <a:p>
            <a:pPr>
              <a:buFont typeface="Arial" panose="020B0604020202020204" pitchFamily="34" charset="0"/>
              <a:buChar char="•"/>
            </a:pPr>
            <a:r>
              <a:rPr lang="en-US" altLang="en-US" dirty="0">
                <a:solidFill>
                  <a:schemeClr val="tx1"/>
                </a:solidFill>
              </a:rPr>
              <a:t>Risk management</a:t>
            </a:r>
          </a:p>
        </p:txBody>
      </p:sp>
    </p:spTree>
    <p:extLst>
      <p:ext uri="{BB962C8B-B14F-4D97-AF65-F5344CB8AC3E}">
        <p14:creationId xmlns:p14="http://schemas.microsoft.com/office/powerpoint/2010/main" val="18408433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515600" cy="1450757"/>
          </a:xfrm>
        </p:spPr>
        <p:txBody>
          <a:bodyPr/>
          <a:lstStyle/>
          <a:p>
            <a:r>
              <a:rPr lang="en-US" altLang="en-US" b="1" dirty="0"/>
              <a:t>SQA Activities</a:t>
            </a:r>
            <a:endParaRPr lang="en-GB" sz="1800" b="1" dirty="0"/>
          </a:p>
        </p:txBody>
      </p:sp>
      <p:sp>
        <p:nvSpPr>
          <p:cNvPr id="3" name="Content Placeholder 2"/>
          <p:cNvSpPr>
            <a:spLocks noGrp="1"/>
          </p:cNvSpPr>
          <p:nvPr>
            <p:ph idx="1"/>
          </p:nvPr>
        </p:nvSpPr>
        <p:spPr>
          <a:xfrm>
            <a:off x="1097280" y="1845733"/>
            <a:ext cx="10515600" cy="4599311"/>
          </a:xfrm>
        </p:spPr>
        <p:txBody>
          <a:bodyPr>
            <a:noAutofit/>
          </a:bodyPr>
          <a:lstStyle/>
          <a:p>
            <a:pPr algn="just"/>
            <a:r>
              <a:rPr lang="en-US" dirty="0">
                <a:solidFill>
                  <a:schemeClr val="tx1"/>
                </a:solidFill>
              </a:rPr>
              <a:t>The charter of the SQA group is to assist the software team in achieving a high quality end product. The Software Engineering Institute recommends a set of SQA activities that address quality assurance planning, oversight, record keeping, analysis and reporting. </a:t>
            </a:r>
          </a:p>
          <a:p>
            <a:pPr algn="just"/>
            <a:r>
              <a:rPr lang="en-US" dirty="0">
                <a:solidFill>
                  <a:schemeClr val="tx1"/>
                </a:solidFill>
              </a:rPr>
              <a:t>It is these activities that are performed (or facilitated) by an independent SQA group that</a:t>
            </a:r>
            <a:endParaRPr lang="en-US" altLang="en-US" dirty="0">
              <a:solidFill>
                <a:schemeClr val="tx1"/>
              </a:solidFill>
            </a:endParaRPr>
          </a:p>
          <a:p>
            <a:pPr lvl="1" algn="just"/>
            <a:r>
              <a:rPr lang="en-US" altLang="en-US" sz="2000" b="1" dirty="0">
                <a:solidFill>
                  <a:schemeClr val="accent2"/>
                </a:solidFill>
              </a:rPr>
              <a:t>Prepares an SQA plan for a project</a:t>
            </a:r>
          </a:p>
          <a:p>
            <a:pPr lvl="1" algn="just"/>
            <a:r>
              <a:rPr lang="en-US" altLang="en-US" sz="2000" b="1" dirty="0">
                <a:solidFill>
                  <a:schemeClr val="accent2"/>
                </a:solidFill>
              </a:rPr>
              <a:t>Participates in the development of the project’s software process description</a:t>
            </a:r>
          </a:p>
          <a:p>
            <a:pPr lvl="1" algn="just"/>
            <a:r>
              <a:rPr lang="en-US" altLang="en-US" sz="2000" b="1" dirty="0">
                <a:solidFill>
                  <a:schemeClr val="accent2"/>
                </a:solidFill>
              </a:rPr>
              <a:t>Reviews software engineering activities to verify compliance with the defined software process</a:t>
            </a:r>
          </a:p>
          <a:p>
            <a:pPr lvl="1" algn="just"/>
            <a:r>
              <a:rPr lang="en-US" altLang="en-US" sz="2000" b="1" dirty="0">
                <a:solidFill>
                  <a:schemeClr val="accent2"/>
                </a:solidFill>
              </a:rPr>
              <a:t>Audits designated software work products to verify compliance with those defined as part of the software process</a:t>
            </a:r>
          </a:p>
          <a:p>
            <a:pPr lvl="1" algn="just"/>
            <a:r>
              <a:rPr lang="en-US" altLang="en-US" sz="2000" b="1" dirty="0">
                <a:solidFill>
                  <a:schemeClr val="accent2"/>
                </a:solidFill>
              </a:rPr>
              <a:t>Ensures that deviations in software work and work products are documented and handled according to a documented procedure</a:t>
            </a:r>
          </a:p>
          <a:p>
            <a:pPr lvl="1" algn="just"/>
            <a:r>
              <a:rPr lang="en-US" altLang="en-US" sz="2000" b="1" dirty="0">
                <a:solidFill>
                  <a:schemeClr val="accent2"/>
                </a:solidFill>
              </a:rPr>
              <a:t>Records any noncompliance and reports to senior management</a:t>
            </a:r>
          </a:p>
        </p:txBody>
      </p:sp>
    </p:spTree>
    <p:extLst>
      <p:ext uri="{BB962C8B-B14F-4D97-AF65-F5344CB8AC3E}">
        <p14:creationId xmlns:p14="http://schemas.microsoft.com/office/powerpoint/2010/main" val="2518143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6D24A2AB-D8B4-A777-48C0-6360FA9921AB}"/>
              </a:ext>
            </a:extLst>
          </p:cNvPr>
          <p:cNvSpPr txBox="1">
            <a:spLocks/>
          </p:cNvSpPr>
          <p:nvPr/>
        </p:nvSpPr>
        <p:spPr>
          <a:xfrm>
            <a:off x="1014984" y="1883665"/>
            <a:ext cx="10561788" cy="3997538"/>
          </a:xfrm>
          <a:prstGeom prst="rect">
            <a:avLst/>
          </a:prstGeom>
        </p:spPr>
        <p:txBody>
          <a:bodyPr vert="horz" lIns="0" tIns="45720" rIns="0" bIns="4572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r>
              <a:rPr lang="en-US" altLang="en-US" sz="2600" dirty="0">
                <a:solidFill>
                  <a:schemeClr val="tx1"/>
                </a:solidFill>
              </a:rPr>
              <a:t>Prepares an </a:t>
            </a:r>
            <a:r>
              <a:rPr lang="en-US" altLang="en-US" sz="2600" b="1" dirty="0">
                <a:solidFill>
                  <a:schemeClr val="tx1"/>
                </a:solidFill>
              </a:rPr>
              <a:t>SQA plan </a:t>
            </a:r>
            <a:r>
              <a:rPr lang="en-US" altLang="en-US" sz="2600" dirty="0">
                <a:solidFill>
                  <a:schemeClr val="tx1"/>
                </a:solidFill>
              </a:rPr>
              <a:t>for a project</a:t>
            </a:r>
          </a:p>
          <a:p>
            <a:pPr lvl="1" algn="just"/>
            <a:r>
              <a:rPr lang="en-US" sz="2400" dirty="0">
                <a:solidFill>
                  <a:schemeClr val="accent2"/>
                </a:solidFill>
              </a:rPr>
              <a:t>The plan is developed during project planning and is reviewed by all interested parties. Quality assurance activities performed by the software engineering team and the SQA group are governed by the plan. </a:t>
            </a:r>
          </a:p>
          <a:p>
            <a:pPr marL="201168" lvl="1" indent="0" algn="just">
              <a:buFont typeface="Calibri" pitchFamily="34" charset="0"/>
              <a:buNone/>
            </a:pPr>
            <a:endParaRPr lang="en-US" sz="2400" dirty="0">
              <a:solidFill>
                <a:schemeClr val="accent2"/>
              </a:solidFill>
            </a:endParaRPr>
          </a:p>
          <a:p>
            <a:pPr lvl="1" algn="just"/>
            <a:r>
              <a:rPr lang="en-US" sz="2400" dirty="0">
                <a:solidFill>
                  <a:schemeClr val="accent2"/>
                </a:solidFill>
              </a:rPr>
              <a:t>The plan identifies many important aspects of QA summarized below:</a:t>
            </a:r>
          </a:p>
          <a:p>
            <a:pPr lvl="2" algn="just"/>
            <a:r>
              <a:rPr lang="en-US" sz="2200" dirty="0">
                <a:solidFill>
                  <a:schemeClr val="tx1"/>
                </a:solidFill>
              </a:rPr>
              <a:t>Evaluations to be performed </a:t>
            </a:r>
          </a:p>
          <a:p>
            <a:pPr lvl="2" algn="just"/>
            <a:r>
              <a:rPr lang="en-US" sz="2200" dirty="0">
                <a:solidFill>
                  <a:schemeClr val="tx1"/>
                </a:solidFill>
              </a:rPr>
              <a:t>Audits and reviews to be performed</a:t>
            </a:r>
          </a:p>
          <a:p>
            <a:pPr lvl="2" algn="just"/>
            <a:r>
              <a:rPr lang="en-US" sz="2200" dirty="0">
                <a:solidFill>
                  <a:schemeClr val="tx1"/>
                </a:solidFill>
              </a:rPr>
              <a:t>Standards that are applicable to the project</a:t>
            </a:r>
          </a:p>
          <a:p>
            <a:pPr lvl="2" algn="just"/>
            <a:r>
              <a:rPr lang="en-US" sz="2200" dirty="0">
                <a:solidFill>
                  <a:schemeClr val="tx1"/>
                </a:solidFill>
              </a:rPr>
              <a:t>Procedures for error reporting and tracking</a:t>
            </a:r>
          </a:p>
          <a:p>
            <a:pPr lvl="2" algn="just"/>
            <a:r>
              <a:rPr lang="en-US" sz="2200" dirty="0">
                <a:solidFill>
                  <a:schemeClr val="tx1"/>
                </a:solidFill>
              </a:rPr>
              <a:t>Documents to be produced by the SQA group</a:t>
            </a:r>
          </a:p>
          <a:p>
            <a:pPr lvl="2" algn="just"/>
            <a:r>
              <a:rPr lang="en-US" sz="2200" dirty="0">
                <a:solidFill>
                  <a:schemeClr val="tx1"/>
                </a:solidFill>
              </a:rPr>
              <a:t>Amount of feedback provided to software project team</a:t>
            </a:r>
            <a:endParaRPr lang="en-US" altLang="en-US" sz="2200" dirty="0">
              <a:solidFill>
                <a:schemeClr val="tx1"/>
              </a:solidFill>
            </a:endParaRPr>
          </a:p>
          <a:p>
            <a:pPr marL="0" indent="0" algn="just">
              <a:buNone/>
            </a:pPr>
            <a:endParaRPr lang="en-US" sz="2600" dirty="0"/>
          </a:p>
        </p:txBody>
      </p:sp>
      <p:sp>
        <p:nvSpPr>
          <p:cNvPr id="5" name="Title 1">
            <a:extLst>
              <a:ext uri="{FF2B5EF4-FFF2-40B4-BE49-F238E27FC236}">
                <a16:creationId xmlns:a16="http://schemas.microsoft.com/office/drawing/2014/main" id="{CBAFE90E-9D71-E4F3-3DB0-F5B4154561C9}"/>
              </a:ext>
            </a:extLst>
          </p:cNvPr>
          <p:cNvSpPr txBox="1">
            <a:spLocks/>
          </p:cNvSpPr>
          <p:nvPr/>
        </p:nvSpPr>
        <p:spPr>
          <a:xfrm>
            <a:off x="1097280" y="841248"/>
            <a:ext cx="10058400" cy="896112"/>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altLang="en-US" b="1" dirty="0">
                <a:solidFill>
                  <a:schemeClr val="tx1"/>
                </a:solidFill>
              </a:rPr>
              <a:t>SQA Activities</a:t>
            </a:r>
            <a:endParaRPr lang="en-GB" sz="1800" b="1" dirty="0">
              <a:solidFill>
                <a:schemeClr val="tx1"/>
              </a:solidFill>
            </a:endParaRPr>
          </a:p>
        </p:txBody>
      </p:sp>
    </p:spTree>
    <p:extLst>
      <p:ext uri="{BB962C8B-B14F-4D97-AF65-F5344CB8AC3E}">
        <p14:creationId xmlns:p14="http://schemas.microsoft.com/office/powerpoint/2010/main" val="35981736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786384"/>
            <a:ext cx="10058400" cy="905256"/>
          </a:xfrm>
        </p:spPr>
        <p:txBody>
          <a:bodyPr/>
          <a:lstStyle/>
          <a:p>
            <a:r>
              <a:rPr lang="en-US" b="1" dirty="0">
                <a:solidFill>
                  <a:schemeClr val="tx1"/>
                </a:solidFill>
              </a:rPr>
              <a:t>SQA Tasks, Goals, Attributes, and Metrics</a:t>
            </a:r>
          </a:p>
        </p:txBody>
      </p:sp>
      <p:sp>
        <p:nvSpPr>
          <p:cNvPr id="3" name="Content Placeholder 2"/>
          <p:cNvSpPr>
            <a:spLocks noGrp="1"/>
          </p:cNvSpPr>
          <p:nvPr>
            <p:ph idx="1"/>
          </p:nvPr>
        </p:nvSpPr>
        <p:spPr>
          <a:xfrm>
            <a:off x="581192" y="1900989"/>
            <a:ext cx="11029615" cy="4415947"/>
          </a:xfrm>
        </p:spPr>
        <p:txBody>
          <a:bodyPr>
            <a:noAutofit/>
          </a:bodyPr>
          <a:lstStyle/>
          <a:p>
            <a:pPr algn="just"/>
            <a:r>
              <a:rPr lang="en-US" sz="2400" dirty="0">
                <a:solidFill>
                  <a:schemeClr val="tx1"/>
                </a:solidFill>
              </a:rPr>
              <a:t>Software quality assurance (SQA) is a process which assures that all software engineering processes, methods, activities and work items are monitored and comply against the defined standards. These defined standards could be one or a combination of any like ISO 9000, CMMI model, ISO15504, etc.</a:t>
            </a:r>
          </a:p>
          <a:p>
            <a:pPr algn="just"/>
            <a:endParaRPr lang="en-US" sz="2400" dirty="0">
              <a:solidFill>
                <a:schemeClr val="tx1"/>
              </a:solidFill>
            </a:endParaRPr>
          </a:p>
          <a:p>
            <a:pPr algn="just"/>
            <a:r>
              <a:rPr lang="en-US" sz="2400" dirty="0">
                <a:solidFill>
                  <a:schemeClr val="tx1"/>
                </a:solidFill>
              </a:rPr>
              <a:t>SQA incorporates all software development processes starting from defining requirements to coding until release. Its prime goal is to ensure quality.</a:t>
            </a:r>
          </a:p>
          <a:p>
            <a:pPr algn="just"/>
            <a:endParaRPr lang="en-US" sz="2400" dirty="0"/>
          </a:p>
          <a:p>
            <a:pPr algn="just"/>
            <a:endParaRPr lang="en-US" sz="2400" dirty="0"/>
          </a:p>
          <a:p>
            <a:pPr algn="just"/>
            <a:r>
              <a:rPr lang="en-US" sz="2400" dirty="0"/>
              <a:t> </a:t>
            </a:r>
          </a:p>
        </p:txBody>
      </p:sp>
    </p:spTree>
    <p:extLst>
      <p:ext uri="{BB962C8B-B14F-4D97-AF65-F5344CB8AC3E}">
        <p14:creationId xmlns:p14="http://schemas.microsoft.com/office/powerpoint/2010/main" val="14069440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SQA goals</a:t>
            </a:r>
          </a:p>
        </p:txBody>
      </p:sp>
      <p:sp>
        <p:nvSpPr>
          <p:cNvPr id="3" name="Content Placeholder 2"/>
          <p:cNvSpPr>
            <a:spLocks noGrp="1"/>
          </p:cNvSpPr>
          <p:nvPr>
            <p:ph idx="1"/>
          </p:nvPr>
        </p:nvSpPr>
        <p:spPr/>
        <p:txBody>
          <a:bodyPr>
            <a:normAutofit/>
          </a:bodyPr>
          <a:lstStyle/>
          <a:p>
            <a:pPr algn="just"/>
            <a:r>
              <a:rPr lang="en-US" sz="2400" b="1" dirty="0">
                <a:solidFill>
                  <a:schemeClr val="tx1"/>
                </a:solidFill>
              </a:rPr>
              <a:t>Requirement quality : </a:t>
            </a:r>
            <a:r>
              <a:rPr lang="en-US" sz="2400" dirty="0">
                <a:solidFill>
                  <a:schemeClr val="tx1"/>
                </a:solidFill>
              </a:rPr>
              <a:t>The correctness, completeness, and consistency of the requirements model will have a strong influence on the quality of all work products that follow. SQA must ensure that the software team has properly reviewed the requirements model to achieve a high level of quality.</a:t>
            </a:r>
          </a:p>
          <a:p>
            <a:pPr algn="just"/>
            <a:endParaRPr lang="en-US" sz="2400" dirty="0">
              <a:solidFill>
                <a:schemeClr val="tx1"/>
              </a:solidFill>
            </a:endParaRPr>
          </a:p>
          <a:p>
            <a:pPr algn="just"/>
            <a:r>
              <a:rPr lang="en-US" sz="2400" b="1" dirty="0">
                <a:solidFill>
                  <a:schemeClr val="tx1"/>
                </a:solidFill>
              </a:rPr>
              <a:t>Design quality : </a:t>
            </a:r>
            <a:r>
              <a:rPr lang="en-US" sz="2400" dirty="0">
                <a:solidFill>
                  <a:schemeClr val="tx1"/>
                </a:solidFill>
              </a:rPr>
              <a:t>Every element of the design model should be assessed y the software team to ensure that it exhibits high quality and that the design itself conforms to requirements.</a:t>
            </a:r>
          </a:p>
          <a:p>
            <a:pPr marL="0" indent="0" algn="just">
              <a:buNone/>
            </a:pPr>
            <a:endParaRPr lang="en-US" sz="2400" dirty="0">
              <a:solidFill>
                <a:schemeClr val="tx1"/>
              </a:solidFill>
            </a:endParaRPr>
          </a:p>
        </p:txBody>
      </p:sp>
    </p:spTree>
    <p:extLst>
      <p:ext uri="{BB962C8B-B14F-4D97-AF65-F5344CB8AC3E}">
        <p14:creationId xmlns:p14="http://schemas.microsoft.com/office/powerpoint/2010/main" val="21159528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88906"/>
            <a:ext cx="10058400" cy="748454"/>
          </a:xfrm>
        </p:spPr>
        <p:txBody>
          <a:bodyPr/>
          <a:lstStyle/>
          <a:p>
            <a:r>
              <a:rPr lang="en-US" b="1" dirty="0">
                <a:solidFill>
                  <a:schemeClr val="tx1"/>
                </a:solidFill>
              </a:rPr>
              <a:t>SQA goals</a:t>
            </a:r>
          </a:p>
        </p:txBody>
      </p:sp>
      <p:sp>
        <p:nvSpPr>
          <p:cNvPr id="3" name="Content Placeholder 2"/>
          <p:cNvSpPr>
            <a:spLocks noGrp="1"/>
          </p:cNvSpPr>
          <p:nvPr>
            <p:ph idx="1"/>
          </p:nvPr>
        </p:nvSpPr>
        <p:spPr/>
        <p:txBody>
          <a:bodyPr>
            <a:normAutofit/>
          </a:bodyPr>
          <a:lstStyle/>
          <a:p>
            <a:pPr marL="0" indent="0">
              <a:buNone/>
            </a:pPr>
            <a:r>
              <a:rPr lang="en-US" sz="2400" b="1" dirty="0">
                <a:solidFill>
                  <a:schemeClr val="tx1"/>
                </a:solidFill>
              </a:rPr>
              <a:t>Code quality : </a:t>
            </a:r>
            <a:r>
              <a:rPr lang="en-US" sz="2400" dirty="0">
                <a:solidFill>
                  <a:schemeClr val="tx1"/>
                </a:solidFill>
              </a:rPr>
              <a:t>Source code and related work products must conform to local coding standards and exhibit characteristics that will facilitate maintainability.</a:t>
            </a:r>
          </a:p>
          <a:p>
            <a:endParaRPr lang="en-US" sz="2400" dirty="0">
              <a:solidFill>
                <a:schemeClr val="tx1"/>
              </a:solidFill>
            </a:endParaRPr>
          </a:p>
          <a:p>
            <a:r>
              <a:rPr lang="en-US" sz="2400" b="1" dirty="0">
                <a:solidFill>
                  <a:schemeClr val="tx1"/>
                </a:solidFill>
              </a:rPr>
              <a:t>Quality control effectiveness : </a:t>
            </a:r>
            <a:r>
              <a:rPr lang="en-US" sz="2400" dirty="0">
                <a:solidFill>
                  <a:schemeClr val="tx1"/>
                </a:solidFill>
              </a:rPr>
              <a:t>A software team should apply limited resources in a way that has the highest likelihood of achieving a high–quality result. SQA analyzes the allocation of resources for reviews and testing to assess whether they are being allocated in the most effective manner.</a:t>
            </a:r>
          </a:p>
          <a:p>
            <a:endParaRPr lang="en-US" sz="2400" dirty="0">
              <a:solidFill>
                <a:schemeClr val="tx1"/>
              </a:solidFill>
            </a:endParaRPr>
          </a:p>
        </p:txBody>
      </p:sp>
    </p:spTree>
    <p:extLst>
      <p:ext uri="{BB962C8B-B14F-4D97-AF65-F5344CB8AC3E}">
        <p14:creationId xmlns:p14="http://schemas.microsoft.com/office/powerpoint/2010/main" val="30644477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680" y="730885"/>
            <a:ext cx="10917936" cy="914400"/>
          </a:xfrm>
        </p:spPr>
        <p:txBody>
          <a:bodyPr/>
          <a:lstStyle/>
          <a:p>
            <a:r>
              <a:rPr lang="en-US" b="1" dirty="0">
                <a:solidFill>
                  <a:schemeClr val="tx1"/>
                </a:solidFill>
              </a:rPr>
              <a:t>Software quality goals, attributes, and metrics</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067500396"/>
              </p:ext>
            </p:extLst>
          </p:nvPr>
        </p:nvGraphicFramePr>
        <p:xfrm>
          <a:off x="1656348" y="1805631"/>
          <a:ext cx="8879304" cy="4493807"/>
        </p:xfrm>
        <a:graphic>
          <a:graphicData uri="http://schemas.openxmlformats.org/drawingml/2006/table">
            <a:tbl>
              <a:tblPr/>
              <a:tblGrid>
                <a:gridCol w="2310063">
                  <a:extLst>
                    <a:ext uri="{9D8B030D-6E8A-4147-A177-3AD203B41FA5}">
                      <a16:colId xmlns:a16="http://schemas.microsoft.com/office/drawing/2014/main" val="3383618591"/>
                    </a:ext>
                  </a:extLst>
                </a:gridCol>
                <a:gridCol w="2586373">
                  <a:extLst>
                    <a:ext uri="{9D8B030D-6E8A-4147-A177-3AD203B41FA5}">
                      <a16:colId xmlns:a16="http://schemas.microsoft.com/office/drawing/2014/main" val="4158690635"/>
                    </a:ext>
                  </a:extLst>
                </a:gridCol>
                <a:gridCol w="3982868">
                  <a:extLst>
                    <a:ext uri="{9D8B030D-6E8A-4147-A177-3AD203B41FA5}">
                      <a16:colId xmlns:a16="http://schemas.microsoft.com/office/drawing/2014/main" val="2592837085"/>
                    </a:ext>
                  </a:extLst>
                </a:gridCol>
              </a:tblGrid>
              <a:tr h="275564">
                <a:tc>
                  <a:txBody>
                    <a:bodyPr/>
                    <a:lstStyle/>
                    <a:p>
                      <a:pPr marL="0" marR="0">
                        <a:spcBef>
                          <a:spcPts val="100"/>
                        </a:spcBef>
                        <a:spcAft>
                          <a:spcPts val="50"/>
                        </a:spcAft>
                      </a:pPr>
                      <a:r>
                        <a:rPr lang="en-US" sz="1800" b="1">
                          <a:effectLst/>
                          <a:latin typeface="+mn-lt"/>
                        </a:rPr>
                        <a:t>Goal</a:t>
                      </a:r>
                      <a:endParaRPr lang="en-US" sz="1800">
                        <a:effectLst/>
                        <a:latin typeface="+mn-lt"/>
                      </a:endParaRP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Bef>
                          <a:spcPts val="100"/>
                        </a:spcBef>
                        <a:spcAft>
                          <a:spcPts val="50"/>
                        </a:spcAft>
                      </a:pPr>
                      <a:r>
                        <a:rPr lang="en-US" sz="1800" b="1">
                          <a:effectLst/>
                          <a:latin typeface="+mn-lt"/>
                        </a:rPr>
                        <a:t>Attribute</a:t>
                      </a:r>
                      <a:endParaRPr lang="en-US" sz="1800">
                        <a:effectLst/>
                        <a:latin typeface="+mn-lt"/>
                      </a:endParaRP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Bef>
                          <a:spcPts val="100"/>
                        </a:spcBef>
                        <a:spcAft>
                          <a:spcPts val="50"/>
                        </a:spcAft>
                      </a:pPr>
                      <a:r>
                        <a:rPr lang="en-US" sz="1800" b="1" dirty="0">
                          <a:effectLst/>
                          <a:latin typeface="+mn-lt"/>
                        </a:rPr>
                        <a:t>Metric</a:t>
                      </a:r>
                      <a:endParaRPr lang="en-US" sz="1800" dirty="0">
                        <a:effectLst/>
                        <a:latin typeface="+mn-lt"/>
                      </a:endParaRP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675918532"/>
                  </a:ext>
                </a:extLst>
              </a:tr>
              <a:tr h="584875">
                <a:tc>
                  <a:txBody>
                    <a:bodyPr/>
                    <a:lstStyle/>
                    <a:p>
                      <a:pPr marL="0" marR="0">
                        <a:spcBef>
                          <a:spcPts val="100"/>
                        </a:spcBef>
                        <a:spcAft>
                          <a:spcPts val="50"/>
                        </a:spcAft>
                      </a:pPr>
                      <a:r>
                        <a:rPr lang="en-US" sz="1800" dirty="0">
                          <a:effectLst/>
                          <a:latin typeface="+mn-lt"/>
                        </a:rPr>
                        <a:t>Requirement  quality</a:t>
                      </a: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Bef>
                          <a:spcPts val="100"/>
                        </a:spcBef>
                        <a:spcAft>
                          <a:spcPts val="50"/>
                        </a:spcAft>
                      </a:pPr>
                      <a:r>
                        <a:rPr lang="en-US" sz="1800">
                          <a:effectLst/>
                          <a:latin typeface="+mn-lt"/>
                        </a:rPr>
                        <a:t>Ambigully</a:t>
                      </a: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Bef>
                          <a:spcPts val="100"/>
                        </a:spcBef>
                        <a:spcAft>
                          <a:spcPts val="50"/>
                        </a:spcAft>
                      </a:pPr>
                      <a:r>
                        <a:rPr lang="en-US" sz="1800" dirty="0">
                          <a:effectLst/>
                          <a:latin typeface="+mn-lt"/>
                        </a:rPr>
                        <a:t>Number of ambiguous modifiers </a:t>
                      </a: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625871670"/>
                  </a:ext>
                </a:extLst>
              </a:tr>
              <a:tr h="551129">
                <a:tc>
                  <a:txBody>
                    <a:bodyPr/>
                    <a:lstStyle/>
                    <a:p>
                      <a:pPr marL="0" marR="0">
                        <a:spcBef>
                          <a:spcPts val="100"/>
                        </a:spcBef>
                        <a:spcAft>
                          <a:spcPts val="50"/>
                        </a:spcAft>
                      </a:pPr>
                      <a:br>
                        <a:rPr lang="en-US" sz="1800">
                          <a:effectLst/>
                          <a:latin typeface="+mn-lt"/>
                        </a:rPr>
                      </a:br>
                      <a:endParaRPr lang="en-US" sz="1800">
                        <a:effectLst/>
                        <a:latin typeface="+mn-lt"/>
                      </a:endParaRP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Bef>
                          <a:spcPts val="100"/>
                        </a:spcBef>
                        <a:spcAft>
                          <a:spcPts val="50"/>
                        </a:spcAft>
                      </a:pPr>
                      <a:r>
                        <a:rPr lang="en-US" sz="1800">
                          <a:effectLst/>
                          <a:latin typeface="+mn-lt"/>
                        </a:rPr>
                        <a:t>Completeness</a:t>
                      </a: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Bef>
                          <a:spcPts val="100"/>
                        </a:spcBef>
                        <a:spcAft>
                          <a:spcPts val="50"/>
                        </a:spcAft>
                      </a:pPr>
                      <a:r>
                        <a:rPr lang="en-US" sz="1800" dirty="0">
                          <a:effectLst/>
                          <a:latin typeface="+mn-lt"/>
                        </a:rPr>
                        <a:t>Number of TBA ( to be announced) , TBD ( to be determined ) </a:t>
                      </a: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232628922"/>
                  </a:ext>
                </a:extLst>
              </a:tr>
              <a:tr h="551129">
                <a:tc>
                  <a:txBody>
                    <a:bodyPr/>
                    <a:lstStyle/>
                    <a:p>
                      <a:pPr marL="0" marR="0">
                        <a:spcBef>
                          <a:spcPts val="100"/>
                        </a:spcBef>
                        <a:spcAft>
                          <a:spcPts val="50"/>
                        </a:spcAft>
                      </a:pPr>
                      <a:br>
                        <a:rPr lang="en-US" sz="1800" dirty="0">
                          <a:effectLst/>
                          <a:latin typeface="+mn-lt"/>
                        </a:rPr>
                      </a:br>
                      <a:endParaRPr lang="en-US" sz="1800" dirty="0">
                        <a:effectLst/>
                        <a:latin typeface="+mn-lt"/>
                      </a:endParaRP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Bef>
                          <a:spcPts val="100"/>
                        </a:spcBef>
                        <a:spcAft>
                          <a:spcPts val="50"/>
                        </a:spcAft>
                      </a:pPr>
                      <a:r>
                        <a:rPr lang="en-US" sz="1800" dirty="0">
                          <a:effectLst/>
                          <a:latin typeface="+mn-lt"/>
                        </a:rPr>
                        <a:t>Understandability</a:t>
                      </a: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Bef>
                          <a:spcPts val="100"/>
                        </a:spcBef>
                        <a:spcAft>
                          <a:spcPts val="50"/>
                        </a:spcAft>
                      </a:pPr>
                      <a:r>
                        <a:rPr lang="en-US" sz="1800">
                          <a:effectLst/>
                          <a:latin typeface="+mn-lt"/>
                        </a:rPr>
                        <a:t>Number of sections/subsections</a:t>
                      </a: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193780461"/>
                  </a:ext>
                </a:extLst>
              </a:tr>
              <a:tr h="826693">
                <a:tc>
                  <a:txBody>
                    <a:bodyPr/>
                    <a:lstStyle/>
                    <a:p>
                      <a:pPr marL="0" marR="0">
                        <a:spcBef>
                          <a:spcPts val="100"/>
                        </a:spcBef>
                        <a:spcAft>
                          <a:spcPts val="50"/>
                        </a:spcAft>
                      </a:pPr>
                      <a:br>
                        <a:rPr lang="en-US" sz="1800" dirty="0">
                          <a:effectLst/>
                          <a:latin typeface="+mn-lt"/>
                        </a:rPr>
                      </a:br>
                      <a:endParaRPr lang="en-US" sz="1800" dirty="0">
                        <a:effectLst/>
                        <a:latin typeface="+mn-lt"/>
                      </a:endParaRP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Bef>
                          <a:spcPts val="100"/>
                        </a:spcBef>
                        <a:spcAft>
                          <a:spcPts val="50"/>
                        </a:spcAft>
                      </a:pPr>
                      <a:r>
                        <a:rPr lang="en-US" sz="1800">
                          <a:effectLst/>
                          <a:latin typeface="+mn-lt"/>
                        </a:rPr>
                        <a:t>Volatility</a:t>
                      </a: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Bef>
                          <a:spcPts val="100"/>
                        </a:spcBef>
                        <a:spcAft>
                          <a:spcPts val="50"/>
                        </a:spcAft>
                      </a:pPr>
                      <a:r>
                        <a:rPr lang="en-US" sz="1800">
                          <a:effectLst/>
                          <a:latin typeface="+mn-lt"/>
                        </a:rPr>
                        <a:t>Number of changes per requirement Time (by activity) when change is requested</a:t>
                      </a: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13075831"/>
                  </a:ext>
                </a:extLst>
              </a:tr>
              <a:tr h="551129">
                <a:tc>
                  <a:txBody>
                    <a:bodyPr/>
                    <a:lstStyle/>
                    <a:p>
                      <a:pPr marL="0" marR="0">
                        <a:spcBef>
                          <a:spcPts val="100"/>
                        </a:spcBef>
                        <a:spcAft>
                          <a:spcPts val="50"/>
                        </a:spcAft>
                      </a:pPr>
                      <a:br>
                        <a:rPr lang="en-US" sz="1800">
                          <a:effectLst/>
                          <a:latin typeface="+mn-lt"/>
                        </a:rPr>
                      </a:br>
                      <a:endParaRPr lang="en-US" sz="1800">
                        <a:effectLst/>
                        <a:latin typeface="+mn-lt"/>
                      </a:endParaRP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Bef>
                          <a:spcPts val="100"/>
                        </a:spcBef>
                        <a:spcAft>
                          <a:spcPts val="50"/>
                        </a:spcAft>
                      </a:pPr>
                      <a:r>
                        <a:rPr lang="en-US" sz="1800" dirty="0">
                          <a:effectLst/>
                          <a:latin typeface="+mn-lt"/>
                        </a:rPr>
                        <a:t>Traceability</a:t>
                      </a: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Bef>
                          <a:spcPts val="100"/>
                        </a:spcBef>
                        <a:spcAft>
                          <a:spcPts val="50"/>
                        </a:spcAft>
                      </a:pPr>
                      <a:r>
                        <a:rPr lang="en-US" sz="1800">
                          <a:effectLst/>
                          <a:latin typeface="+mn-lt"/>
                        </a:rPr>
                        <a:t>Number of requirements not traceable to design/code</a:t>
                      </a: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005084884"/>
                  </a:ext>
                </a:extLst>
              </a:tr>
              <a:tr h="1153288">
                <a:tc>
                  <a:txBody>
                    <a:bodyPr/>
                    <a:lstStyle/>
                    <a:p>
                      <a:pPr marL="0" marR="0">
                        <a:spcBef>
                          <a:spcPts val="100"/>
                        </a:spcBef>
                        <a:spcAft>
                          <a:spcPts val="50"/>
                        </a:spcAft>
                      </a:pPr>
                      <a:br>
                        <a:rPr lang="en-US" sz="1800">
                          <a:effectLst/>
                          <a:latin typeface="+mn-lt"/>
                        </a:rPr>
                      </a:br>
                      <a:endParaRPr lang="en-US" sz="1800">
                        <a:effectLst/>
                        <a:latin typeface="+mn-lt"/>
                      </a:endParaRP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Bef>
                          <a:spcPts val="100"/>
                        </a:spcBef>
                        <a:spcAft>
                          <a:spcPts val="50"/>
                        </a:spcAft>
                      </a:pPr>
                      <a:r>
                        <a:rPr lang="en-US" sz="1800">
                          <a:effectLst/>
                          <a:latin typeface="+mn-lt"/>
                        </a:rPr>
                        <a:t>Model clarity</a:t>
                      </a: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Bef>
                          <a:spcPts val="100"/>
                        </a:spcBef>
                        <a:spcAft>
                          <a:spcPts val="50"/>
                        </a:spcAft>
                      </a:pPr>
                      <a:r>
                        <a:rPr lang="en-US" sz="1800" dirty="0">
                          <a:effectLst/>
                          <a:latin typeface="+mn-lt"/>
                        </a:rPr>
                        <a:t>Number of UML models</a:t>
                      </a:r>
                    </a:p>
                    <a:p>
                      <a:pPr marL="0" marR="0">
                        <a:spcBef>
                          <a:spcPts val="100"/>
                        </a:spcBef>
                        <a:spcAft>
                          <a:spcPts val="50"/>
                        </a:spcAft>
                      </a:pPr>
                      <a:r>
                        <a:rPr lang="en-US" sz="1800" dirty="0">
                          <a:effectLst/>
                          <a:latin typeface="+mn-lt"/>
                        </a:rPr>
                        <a:t>Number of descriptive pages per model</a:t>
                      </a:r>
                    </a:p>
                    <a:p>
                      <a:pPr marL="0" marR="0">
                        <a:spcBef>
                          <a:spcPts val="100"/>
                        </a:spcBef>
                        <a:spcAft>
                          <a:spcPts val="50"/>
                        </a:spcAft>
                      </a:pPr>
                      <a:r>
                        <a:rPr lang="en-US" sz="1800" dirty="0">
                          <a:effectLst/>
                          <a:latin typeface="+mn-lt"/>
                        </a:rPr>
                        <a:t>Number of UML errors</a:t>
                      </a: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08178643"/>
                  </a:ext>
                </a:extLst>
              </a:tr>
            </a:tbl>
          </a:graphicData>
        </a:graphic>
      </p:graphicFrame>
    </p:spTree>
    <p:extLst>
      <p:ext uri="{BB962C8B-B14F-4D97-AF65-F5344CB8AC3E}">
        <p14:creationId xmlns:p14="http://schemas.microsoft.com/office/powerpoint/2010/main" val="24595027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758952"/>
            <a:ext cx="11094720" cy="978408"/>
          </a:xfrm>
        </p:spPr>
        <p:txBody>
          <a:bodyPr/>
          <a:lstStyle/>
          <a:p>
            <a:r>
              <a:rPr lang="en-US" b="1" dirty="0">
                <a:solidFill>
                  <a:schemeClr val="tx1"/>
                </a:solidFill>
              </a:rPr>
              <a:t>Software quality goals, attributes, and metrics</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595709387"/>
              </p:ext>
            </p:extLst>
          </p:nvPr>
        </p:nvGraphicFramePr>
        <p:xfrm>
          <a:off x="2079932" y="1806321"/>
          <a:ext cx="7820526" cy="3678238"/>
        </p:xfrm>
        <a:graphic>
          <a:graphicData uri="http://schemas.openxmlformats.org/drawingml/2006/table">
            <a:tbl>
              <a:tblPr/>
              <a:tblGrid>
                <a:gridCol w="1937212">
                  <a:extLst>
                    <a:ext uri="{9D8B030D-6E8A-4147-A177-3AD203B41FA5}">
                      <a16:colId xmlns:a16="http://schemas.microsoft.com/office/drawing/2014/main" val="2832028039"/>
                    </a:ext>
                  </a:extLst>
                </a:gridCol>
                <a:gridCol w="2375368">
                  <a:extLst>
                    <a:ext uri="{9D8B030D-6E8A-4147-A177-3AD203B41FA5}">
                      <a16:colId xmlns:a16="http://schemas.microsoft.com/office/drawing/2014/main" val="3617237176"/>
                    </a:ext>
                  </a:extLst>
                </a:gridCol>
                <a:gridCol w="3507946">
                  <a:extLst>
                    <a:ext uri="{9D8B030D-6E8A-4147-A177-3AD203B41FA5}">
                      <a16:colId xmlns:a16="http://schemas.microsoft.com/office/drawing/2014/main" val="3047710408"/>
                    </a:ext>
                  </a:extLst>
                </a:gridCol>
              </a:tblGrid>
              <a:tr h="3678238">
                <a:tc>
                  <a:txBody>
                    <a:bodyPr/>
                    <a:lstStyle/>
                    <a:p>
                      <a:pPr marL="0" marR="0">
                        <a:spcBef>
                          <a:spcPts val="100"/>
                        </a:spcBef>
                        <a:spcAft>
                          <a:spcPts val="50"/>
                        </a:spcAft>
                      </a:pPr>
                      <a:r>
                        <a:rPr lang="en-US" sz="1900">
                          <a:effectLst/>
                          <a:latin typeface="+mn-lt"/>
                        </a:rPr>
                        <a:t>Design quality</a:t>
                      </a:r>
                    </a:p>
                  </a:txBody>
                  <a:tcPr marL="65251" marR="652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Bef>
                          <a:spcPts val="100"/>
                        </a:spcBef>
                        <a:spcAft>
                          <a:spcPts val="50"/>
                        </a:spcAft>
                      </a:pPr>
                      <a:r>
                        <a:rPr lang="en-US" sz="1900" dirty="0">
                          <a:effectLst/>
                          <a:latin typeface="+mn-lt"/>
                        </a:rPr>
                        <a:t>Architectural integrity</a:t>
                      </a:r>
                    </a:p>
                    <a:p>
                      <a:pPr marL="0" marR="0">
                        <a:spcBef>
                          <a:spcPts val="100"/>
                        </a:spcBef>
                        <a:spcAft>
                          <a:spcPts val="50"/>
                        </a:spcAft>
                      </a:pPr>
                      <a:r>
                        <a:rPr lang="en-US" sz="1900" dirty="0">
                          <a:effectLst/>
                          <a:latin typeface="+mn-lt"/>
                        </a:rPr>
                        <a:t>Component completeness</a:t>
                      </a:r>
                    </a:p>
                    <a:p>
                      <a:pPr marL="0" marR="0">
                        <a:spcBef>
                          <a:spcPts val="100"/>
                        </a:spcBef>
                        <a:spcAft>
                          <a:spcPts val="50"/>
                        </a:spcAft>
                      </a:pPr>
                      <a:br>
                        <a:rPr lang="en-US" sz="1900" dirty="0">
                          <a:effectLst/>
                          <a:latin typeface="+mn-lt"/>
                        </a:rPr>
                      </a:br>
                      <a:endParaRPr lang="en-US" sz="1900" dirty="0">
                        <a:effectLst/>
                        <a:latin typeface="+mn-lt"/>
                      </a:endParaRPr>
                    </a:p>
                    <a:p>
                      <a:pPr marL="0" marR="0">
                        <a:spcBef>
                          <a:spcPts val="100"/>
                        </a:spcBef>
                        <a:spcAft>
                          <a:spcPts val="50"/>
                        </a:spcAft>
                      </a:pPr>
                      <a:r>
                        <a:rPr lang="en-US" sz="1900" dirty="0">
                          <a:effectLst/>
                          <a:latin typeface="+mn-lt"/>
                        </a:rPr>
                        <a:t>Interface complexity</a:t>
                      </a:r>
                    </a:p>
                    <a:p>
                      <a:pPr marL="0" marR="0">
                        <a:spcBef>
                          <a:spcPts val="100"/>
                        </a:spcBef>
                        <a:spcAft>
                          <a:spcPts val="50"/>
                        </a:spcAft>
                      </a:pPr>
                      <a:br>
                        <a:rPr lang="en-US" sz="1900" dirty="0">
                          <a:effectLst/>
                          <a:latin typeface="+mn-lt"/>
                        </a:rPr>
                      </a:br>
                      <a:endParaRPr lang="en-US" sz="1900" dirty="0">
                        <a:effectLst/>
                        <a:latin typeface="+mn-lt"/>
                      </a:endParaRPr>
                    </a:p>
                    <a:p>
                      <a:pPr marL="0" marR="0">
                        <a:spcBef>
                          <a:spcPts val="100"/>
                        </a:spcBef>
                        <a:spcAft>
                          <a:spcPts val="50"/>
                        </a:spcAft>
                      </a:pPr>
                      <a:br>
                        <a:rPr lang="en-US" sz="1900" dirty="0">
                          <a:effectLst/>
                          <a:latin typeface="+mn-lt"/>
                        </a:rPr>
                      </a:br>
                      <a:endParaRPr lang="en-US" sz="1900" dirty="0">
                        <a:effectLst/>
                        <a:latin typeface="+mn-lt"/>
                      </a:endParaRPr>
                    </a:p>
                    <a:p>
                      <a:pPr marL="0" marR="0">
                        <a:spcBef>
                          <a:spcPts val="100"/>
                        </a:spcBef>
                        <a:spcAft>
                          <a:spcPts val="50"/>
                        </a:spcAft>
                      </a:pPr>
                      <a:r>
                        <a:rPr lang="en-US" sz="1900" dirty="0">
                          <a:effectLst/>
                          <a:latin typeface="+mn-lt"/>
                        </a:rPr>
                        <a:t>Patterns</a:t>
                      </a:r>
                    </a:p>
                  </a:txBody>
                  <a:tcPr marL="65251" marR="652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0" marR="0">
                        <a:spcBef>
                          <a:spcPts val="100"/>
                        </a:spcBef>
                        <a:spcAft>
                          <a:spcPts val="50"/>
                        </a:spcAft>
                      </a:pPr>
                      <a:r>
                        <a:rPr lang="en-US" sz="1900" dirty="0">
                          <a:effectLst/>
                          <a:latin typeface="+mn-lt"/>
                        </a:rPr>
                        <a:t>Existence of architectural model</a:t>
                      </a:r>
                    </a:p>
                    <a:p>
                      <a:pPr marL="0" marR="0">
                        <a:spcBef>
                          <a:spcPts val="100"/>
                        </a:spcBef>
                        <a:spcAft>
                          <a:spcPts val="50"/>
                        </a:spcAft>
                      </a:pPr>
                      <a:r>
                        <a:rPr lang="en-US" sz="1900" dirty="0">
                          <a:effectLst/>
                          <a:latin typeface="+mn-lt"/>
                        </a:rPr>
                        <a:t>Number of components that trace to architectural model</a:t>
                      </a:r>
                    </a:p>
                    <a:p>
                      <a:pPr marL="0" marR="0">
                        <a:spcBef>
                          <a:spcPts val="100"/>
                        </a:spcBef>
                        <a:spcAft>
                          <a:spcPts val="50"/>
                        </a:spcAft>
                      </a:pPr>
                      <a:r>
                        <a:rPr lang="en-US" sz="1900" dirty="0">
                          <a:effectLst/>
                          <a:latin typeface="+mn-lt"/>
                        </a:rPr>
                        <a:t>Complexity of procedural design</a:t>
                      </a:r>
                    </a:p>
                    <a:p>
                      <a:pPr marL="0" marR="0">
                        <a:spcBef>
                          <a:spcPts val="100"/>
                        </a:spcBef>
                        <a:spcAft>
                          <a:spcPts val="50"/>
                        </a:spcAft>
                      </a:pPr>
                      <a:r>
                        <a:rPr lang="en-US" sz="1900" dirty="0">
                          <a:effectLst/>
                          <a:latin typeface="+mn-lt"/>
                        </a:rPr>
                        <a:t>Average number of pick to get to a typical function or content</a:t>
                      </a:r>
                    </a:p>
                    <a:p>
                      <a:pPr marL="0" marR="0">
                        <a:spcBef>
                          <a:spcPts val="100"/>
                        </a:spcBef>
                        <a:spcAft>
                          <a:spcPts val="50"/>
                        </a:spcAft>
                      </a:pPr>
                      <a:r>
                        <a:rPr lang="en-US" sz="1900" dirty="0">
                          <a:effectLst/>
                          <a:latin typeface="+mn-lt"/>
                        </a:rPr>
                        <a:t>Layout appropriateness</a:t>
                      </a:r>
                    </a:p>
                    <a:p>
                      <a:pPr marL="0" marR="0">
                        <a:spcBef>
                          <a:spcPts val="100"/>
                        </a:spcBef>
                        <a:spcAft>
                          <a:spcPts val="50"/>
                        </a:spcAft>
                      </a:pPr>
                      <a:endParaRPr lang="en-US" sz="1900" dirty="0">
                        <a:effectLst/>
                        <a:latin typeface="+mn-lt"/>
                      </a:endParaRPr>
                    </a:p>
                    <a:p>
                      <a:pPr marL="0" marR="0">
                        <a:spcBef>
                          <a:spcPts val="100"/>
                        </a:spcBef>
                        <a:spcAft>
                          <a:spcPts val="50"/>
                        </a:spcAft>
                      </a:pPr>
                      <a:endParaRPr lang="en-US" sz="1900" dirty="0">
                        <a:effectLst/>
                        <a:latin typeface="+mn-lt"/>
                      </a:endParaRPr>
                    </a:p>
                    <a:p>
                      <a:pPr marL="0" marR="0">
                        <a:spcBef>
                          <a:spcPts val="100"/>
                        </a:spcBef>
                        <a:spcAft>
                          <a:spcPts val="50"/>
                        </a:spcAft>
                      </a:pPr>
                      <a:r>
                        <a:rPr lang="en-US" sz="1900" dirty="0">
                          <a:effectLst/>
                          <a:latin typeface="+mn-lt"/>
                        </a:rPr>
                        <a:t>Number of patterns used</a:t>
                      </a:r>
                    </a:p>
                  </a:txBody>
                  <a:tcPr marL="65251" marR="652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338100450"/>
                  </a:ext>
                </a:extLst>
              </a:tr>
            </a:tbl>
          </a:graphicData>
        </a:graphic>
      </p:graphicFrame>
    </p:spTree>
    <p:extLst>
      <p:ext uri="{BB962C8B-B14F-4D97-AF65-F5344CB8AC3E}">
        <p14:creationId xmlns:p14="http://schemas.microsoft.com/office/powerpoint/2010/main" val="21724196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3776" y="923544"/>
            <a:ext cx="11603736" cy="731520"/>
          </a:xfrm>
        </p:spPr>
        <p:txBody>
          <a:bodyPr/>
          <a:lstStyle/>
          <a:p>
            <a:r>
              <a:rPr lang="en-US" b="1" dirty="0">
                <a:solidFill>
                  <a:schemeClr val="tx1"/>
                </a:solidFill>
              </a:rPr>
              <a:t>Software quality goals, attributes, and metrics</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544527431"/>
              </p:ext>
            </p:extLst>
          </p:nvPr>
        </p:nvGraphicFramePr>
        <p:xfrm>
          <a:off x="2805430" y="1885589"/>
          <a:ext cx="6980428" cy="4048867"/>
        </p:xfrm>
        <a:graphic>
          <a:graphicData uri="http://schemas.openxmlformats.org/drawingml/2006/table">
            <a:tbl>
              <a:tblPr/>
              <a:tblGrid>
                <a:gridCol w="1729112">
                  <a:extLst>
                    <a:ext uri="{9D8B030D-6E8A-4147-A177-3AD203B41FA5}">
                      <a16:colId xmlns:a16="http://schemas.microsoft.com/office/drawing/2014/main" val="2432032733"/>
                    </a:ext>
                  </a:extLst>
                </a:gridCol>
                <a:gridCol w="2120201">
                  <a:extLst>
                    <a:ext uri="{9D8B030D-6E8A-4147-A177-3AD203B41FA5}">
                      <a16:colId xmlns:a16="http://schemas.microsoft.com/office/drawing/2014/main" val="2603651649"/>
                    </a:ext>
                  </a:extLst>
                </a:gridCol>
                <a:gridCol w="3131115">
                  <a:extLst>
                    <a:ext uri="{9D8B030D-6E8A-4147-A177-3AD203B41FA5}">
                      <a16:colId xmlns:a16="http://schemas.microsoft.com/office/drawing/2014/main" val="1451872918"/>
                    </a:ext>
                  </a:extLst>
                </a:gridCol>
              </a:tblGrid>
              <a:tr h="4048867">
                <a:tc>
                  <a:txBody>
                    <a:bodyPr/>
                    <a:lstStyle/>
                    <a:p>
                      <a:pPr marL="0" marR="0">
                        <a:spcBef>
                          <a:spcPts val="100"/>
                        </a:spcBef>
                        <a:spcAft>
                          <a:spcPts val="50"/>
                        </a:spcAft>
                      </a:pPr>
                      <a:r>
                        <a:rPr lang="en-US" sz="2000">
                          <a:effectLst/>
                          <a:latin typeface="+mn-lt"/>
                        </a:rPr>
                        <a:t>Code quality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Bef>
                          <a:spcPts val="100"/>
                        </a:spcBef>
                        <a:spcAft>
                          <a:spcPts val="50"/>
                        </a:spcAft>
                      </a:pPr>
                      <a:r>
                        <a:rPr lang="en-US" sz="2000" dirty="0">
                          <a:effectLst/>
                          <a:latin typeface="+mn-lt"/>
                        </a:rPr>
                        <a:t>Complexity</a:t>
                      </a:r>
                    </a:p>
                    <a:p>
                      <a:pPr marL="0" marR="0">
                        <a:spcBef>
                          <a:spcPts val="100"/>
                        </a:spcBef>
                        <a:spcAft>
                          <a:spcPts val="50"/>
                        </a:spcAft>
                      </a:pPr>
                      <a:r>
                        <a:rPr lang="en-US" sz="2000" dirty="0">
                          <a:effectLst/>
                          <a:latin typeface="+mn-lt"/>
                        </a:rPr>
                        <a:t>Maintainability</a:t>
                      </a:r>
                    </a:p>
                    <a:p>
                      <a:pPr marL="0" marR="0">
                        <a:spcBef>
                          <a:spcPts val="100"/>
                        </a:spcBef>
                        <a:spcAft>
                          <a:spcPts val="50"/>
                        </a:spcAft>
                      </a:pPr>
                      <a:r>
                        <a:rPr lang="en-US" sz="2000" dirty="0">
                          <a:effectLst/>
                          <a:latin typeface="+mn-lt"/>
                        </a:rPr>
                        <a:t>Understandability</a:t>
                      </a:r>
                    </a:p>
                    <a:p>
                      <a:pPr marL="0" marR="0">
                        <a:spcBef>
                          <a:spcPts val="100"/>
                        </a:spcBef>
                        <a:spcAft>
                          <a:spcPts val="50"/>
                        </a:spcAft>
                      </a:pPr>
                      <a:br>
                        <a:rPr lang="en-US" sz="2000" dirty="0">
                          <a:effectLst/>
                          <a:latin typeface="+mn-lt"/>
                        </a:rPr>
                      </a:br>
                      <a:endParaRPr lang="en-US" sz="2000" dirty="0">
                        <a:effectLst/>
                        <a:latin typeface="+mn-lt"/>
                      </a:endParaRPr>
                    </a:p>
                    <a:p>
                      <a:pPr marL="0" marR="0">
                        <a:spcBef>
                          <a:spcPts val="100"/>
                        </a:spcBef>
                        <a:spcAft>
                          <a:spcPts val="50"/>
                        </a:spcAft>
                      </a:pPr>
                      <a:r>
                        <a:rPr lang="en-US" sz="2000" dirty="0">
                          <a:effectLst/>
                          <a:latin typeface="+mn-lt"/>
                        </a:rPr>
                        <a:t>Reusability</a:t>
                      </a:r>
                    </a:p>
                    <a:p>
                      <a:pPr marL="0" marR="0">
                        <a:spcBef>
                          <a:spcPts val="100"/>
                        </a:spcBef>
                        <a:spcAft>
                          <a:spcPts val="50"/>
                        </a:spcAft>
                      </a:pPr>
                      <a:r>
                        <a:rPr lang="en-US" sz="2000" dirty="0">
                          <a:effectLst/>
                          <a:latin typeface="+mn-lt"/>
                        </a:rPr>
                        <a:t>Documentation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0" marR="0">
                        <a:spcBef>
                          <a:spcPts val="100"/>
                        </a:spcBef>
                        <a:spcAft>
                          <a:spcPts val="50"/>
                        </a:spcAft>
                      </a:pPr>
                      <a:r>
                        <a:rPr lang="en-US" sz="2000" dirty="0" err="1">
                          <a:effectLst/>
                          <a:latin typeface="+mn-lt"/>
                        </a:rPr>
                        <a:t>Cyclomatic</a:t>
                      </a:r>
                      <a:r>
                        <a:rPr lang="en-US" sz="2000" dirty="0">
                          <a:effectLst/>
                          <a:latin typeface="+mn-lt"/>
                        </a:rPr>
                        <a:t> complexity</a:t>
                      </a:r>
                    </a:p>
                    <a:p>
                      <a:pPr marL="0" marR="0">
                        <a:spcBef>
                          <a:spcPts val="100"/>
                        </a:spcBef>
                        <a:spcAft>
                          <a:spcPts val="50"/>
                        </a:spcAft>
                      </a:pPr>
                      <a:r>
                        <a:rPr lang="en-US" sz="2000" dirty="0">
                          <a:effectLst/>
                          <a:latin typeface="+mn-lt"/>
                        </a:rPr>
                        <a:t>Design factors</a:t>
                      </a:r>
                    </a:p>
                    <a:p>
                      <a:pPr marL="0" marR="0">
                        <a:spcBef>
                          <a:spcPts val="100"/>
                        </a:spcBef>
                        <a:spcAft>
                          <a:spcPts val="50"/>
                        </a:spcAft>
                      </a:pPr>
                      <a:r>
                        <a:rPr lang="en-US" sz="2000" dirty="0">
                          <a:effectLst/>
                          <a:latin typeface="+mn-lt"/>
                        </a:rPr>
                        <a:t>Percent internal comments</a:t>
                      </a:r>
                    </a:p>
                    <a:p>
                      <a:pPr marL="0" marR="0">
                        <a:spcBef>
                          <a:spcPts val="100"/>
                        </a:spcBef>
                        <a:spcAft>
                          <a:spcPts val="50"/>
                        </a:spcAft>
                      </a:pPr>
                      <a:r>
                        <a:rPr lang="en-US" sz="2000" dirty="0">
                          <a:effectLst/>
                          <a:latin typeface="+mn-lt"/>
                        </a:rPr>
                        <a:t>Variable naming conventions</a:t>
                      </a:r>
                    </a:p>
                    <a:p>
                      <a:pPr marL="0" marR="0">
                        <a:spcBef>
                          <a:spcPts val="100"/>
                        </a:spcBef>
                        <a:spcAft>
                          <a:spcPts val="50"/>
                        </a:spcAft>
                      </a:pPr>
                      <a:endParaRPr lang="en-US" sz="2000" dirty="0">
                        <a:effectLst/>
                        <a:latin typeface="+mn-lt"/>
                      </a:endParaRPr>
                    </a:p>
                    <a:p>
                      <a:pPr marL="0" marR="0">
                        <a:spcBef>
                          <a:spcPts val="100"/>
                        </a:spcBef>
                        <a:spcAft>
                          <a:spcPts val="50"/>
                        </a:spcAft>
                      </a:pPr>
                      <a:r>
                        <a:rPr lang="en-US" sz="2000" dirty="0">
                          <a:effectLst/>
                          <a:latin typeface="+mn-lt"/>
                        </a:rPr>
                        <a:t>Percent reused components</a:t>
                      </a:r>
                    </a:p>
                    <a:p>
                      <a:pPr marL="0" marR="0">
                        <a:spcBef>
                          <a:spcPts val="100"/>
                        </a:spcBef>
                        <a:spcAft>
                          <a:spcPts val="50"/>
                        </a:spcAft>
                      </a:pPr>
                      <a:r>
                        <a:rPr lang="en-US" sz="2000" dirty="0">
                          <a:effectLst/>
                          <a:latin typeface="+mn-lt"/>
                        </a:rPr>
                        <a:t>Readability index</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514436258"/>
                  </a:ext>
                </a:extLst>
              </a:tr>
            </a:tbl>
          </a:graphicData>
        </a:graphic>
      </p:graphicFrame>
    </p:spTree>
    <p:extLst>
      <p:ext uri="{BB962C8B-B14F-4D97-AF65-F5344CB8AC3E}">
        <p14:creationId xmlns:p14="http://schemas.microsoft.com/office/powerpoint/2010/main" val="15038624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052195"/>
            <a:ext cx="10917936" cy="640080"/>
          </a:xfrm>
        </p:spPr>
        <p:txBody>
          <a:bodyPr>
            <a:normAutofit fontScale="90000"/>
          </a:bodyPr>
          <a:lstStyle/>
          <a:p>
            <a:r>
              <a:rPr lang="en-US" b="1" dirty="0">
                <a:solidFill>
                  <a:schemeClr val="tx1"/>
                </a:solidFill>
              </a:rPr>
              <a:t>Software quality goals, attributes, and metrics</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957549046"/>
              </p:ext>
            </p:extLst>
          </p:nvPr>
        </p:nvGraphicFramePr>
        <p:xfrm>
          <a:off x="1660358" y="1828800"/>
          <a:ext cx="8897943" cy="3777916"/>
        </p:xfrm>
        <a:graphic>
          <a:graphicData uri="http://schemas.openxmlformats.org/drawingml/2006/table">
            <a:tbl>
              <a:tblPr/>
              <a:tblGrid>
                <a:gridCol w="2204096">
                  <a:extLst>
                    <a:ext uri="{9D8B030D-6E8A-4147-A177-3AD203B41FA5}">
                      <a16:colId xmlns:a16="http://schemas.microsoft.com/office/drawing/2014/main" val="3006401747"/>
                    </a:ext>
                  </a:extLst>
                </a:gridCol>
                <a:gridCol w="2702618">
                  <a:extLst>
                    <a:ext uri="{9D8B030D-6E8A-4147-A177-3AD203B41FA5}">
                      <a16:colId xmlns:a16="http://schemas.microsoft.com/office/drawing/2014/main" val="948364785"/>
                    </a:ext>
                  </a:extLst>
                </a:gridCol>
                <a:gridCol w="3991229">
                  <a:extLst>
                    <a:ext uri="{9D8B030D-6E8A-4147-A177-3AD203B41FA5}">
                      <a16:colId xmlns:a16="http://schemas.microsoft.com/office/drawing/2014/main" val="3377683485"/>
                    </a:ext>
                  </a:extLst>
                </a:gridCol>
              </a:tblGrid>
              <a:tr h="3777916">
                <a:tc>
                  <a:txBody>
                    <a:bodyPr/>
                    <a:lstStyle/>
                    <a:p>
                      <a:pPr marL="0" marR="0">
                        <a:spcBef>
                          <a:spcPts val="100"/>
                        </a:spcBef>
                        <a:spcAft>
                          <a:spcPts val="50"/>
                        </a:spcAft>
                      </a:pPr>
                      <a:r>
                        <a:rPr lang="en-US" sz="2000" dirty="0">
                          <a:solidFill>
                            <a:schemeClr val="tx1"/>
                          </a:solidFill>
                          <a:effectLst/>
                          <a:latin typeface="+mn-lt"/>
                        </a:rPr>
                        <a:t>QC effectiveness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Bef>
                          <a:spcPts val="100"/>
                        </a:spcBef>
                        <a:spcAft>
                          <a:spcPts val="50"/>
                        </a:spcAft>
                      </a:pPr>
                      <a:r>
                        <a:rPr lang="en-US" sz="2000" dirty="0">
                          <a:solidFill>
                            <a:schemeClr val="tx1"/>
                          </a:solidFill>
                          <a:effectLst/>
                          <a:latin typeface="+mn-lt"/>
                        </a:rPr>
                        <a:t>Resource allocation</a:t>
                      </a:r>
                    </a:p>
                    <a:p>
                      <a:pPr marL="0" marR="0">
                        <a:spcBef>
                          <a:spcPts val="100"/>
                        </a:spcBef>
                        <a:spcAft>
                          <a:spcPts val="50"/>
                        </a:spcAft>
                      </a:pPr>
                      <a:r>
                        <a:rPr lang="en-US" sz="2000" dirty="0">
                          <a:solidFill>
                            <a:schemeClr val="tx1"/>
                          </a:solidFill>
                          <a:effectLst/>
                          <a:latin typeface="+mn-lt"/>
                        </a:rPr>
                        <a:t>Completion rate</a:t>
                      </a:r>
                    </a:p>
                    <a:p>
                      <a:pPr marL="0" marR="0">
                        <a:spcBef>
                          <a:spcPts val="100"/>
                        </a:spcBef>
                        <a:spcAft>
                          <a:spcPts val="50"/>
                        </a:spcAft>
                      </a:pPr>
                      <a:endParaRPr lang="en-US" sz="2000" dirty="0">
                        <a:solidFill>
                          <a:schemeClr val="tx1"/>
                        </a:solidFill>
                        <a:effectLst/>
                        <a:latin typeface="+mn-lt"/>
                      </a:endParaRPr>
                    </a:p>
                    <a:p>
                      <a:pPr marL="0" marR="0">
                        <a:spcBef>
                          <a:spcPts val="100"/>
                        </a:spcBef>
                        <a:spcAft>
                          <a:spcPts val="50"/>
                        </a:spcAft>
                      </a:pPr>
                      <a:endParaRPr lang="en-US" sz="2000" dirty="0">
                        <a:solidFill>
                          <a:schemeClr val="tx1"/>
                        </a:solidFill>
                        <a:effectLst/>
                        <a:latin typeface="+mn-lt"/>
                      </a:endParaRPr>
                    </a:p>
                    <a:p>
                      <a:pPr marL="0" marR="0">
                        <a:spcBef>
                          <a:spcPts val="100"/>
                        </a:spcBef>
                        <a:spcAft>
                          <a:spcPts val="50"/>
                        </a:spcAft>
                      </a:pPr>
                      <a:r>
                        <a:rPr lang="en-US" sz="2000" dirty="0">
                          <a:solidFill>
                            <a:schemeClr val="tx1"/>
                          </a:solidFill>
                          <a:effectLst/>
                          <a:latin typeface="+mn-lt"/>
                        </a:rPr>
                        <a:t>Testing effectiveness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0" marR="0">
                        <a:spcBef>
                          <a:spcPts val="100"/>
                        </a:spcBef>
                        <a:spcAft>
                          <a:spcPts val="50"/>
                        </a:spcAft>
                      </a:pPr>
                      <a:r>
                        <a:rPr lang="en-US" sz="2000" dirty="0">
                          <a:solidFill>
                            <a:schemeClr val="tx1"/>
                          </a:solidFill>
                          <a:effectLst/>
                          <a:latin typeface="+mn-lt"/>
                        </a:rPr>
                        <a:t>Staff hour percentage per activity</a:t>
                      </a:r>
                    </a:p>
                    <a:p>
                      <a:pPr marL="0" marR="0">
                        <a:spcBef>
                          <a:spcPts val="100"/>
                        </a:spcBef>
                        <a:spcAft>
                          <a:spcPts val="50"/>
                        </a:spcAft>
                      </a:pPr>
                      <a:r>
                        <a:rPr lang="en-US" sz="2000" dirty="0">
                          <a:solidFill>
                            <a:schemeClr val="tx1"/>
                          </a:solidFill>
                          <a:effectLst/>
                          <a:latin typeface="+mn-lt"/>
                        </a:rPr>
                        <a:t>Actual vs. budgeted completion time</a:t>
                      </a:r>
                    </a:p>
                    <a:p>
                      <a:pPr marL="0" marR="0">
                        <a:spcBef>
                          <a:spcPts val="100"/>
                        </a:spcBef>
                        <a:spcAft>
                          <a:spcPts val="50"/>
                        </a:spcAft>
                      </a:pPr>
                      <a:endParaRPr lang="en-US" sz="2000" dirty="0">
                        <a:solidFill>
                          <a:schemeClr val="tx1"/>
                        </a:solidFill>
                        <a:effectLst/>
                        <a:latin typeface="+mn-lt"/>
                      </a:endParaRPr>
                    </a:p>
                    <a:p>
                      <a:pPr marL="0" marR="0">
                        <a:spcBef>
                          <a:spcPts val="100"/>
                        </a:spcBef>
                        <a:spcAft>
                          <a:spcPts val="50"/>
                        </a:spcAft>
                      </a:pPr>
                      <a:r>
                        <a:rPr lang="en-US" sz="2000" dirty="0">
                          <a:solidFill>
                            <a:schemeClr val="tx1"/>
                          </a:solidFill>
                          <a:effectLst/>
                          <a:latin typeface="+mn-lt"/>
                        </a:rPr>
                        <a:t>Number of errors found and criticality</a:t>
                      </a:r>
                    </a:p>
                    <a:p>
                      <a:pPr marL="0" marR="0">
                        <a:spcBef>
                          <a:spcPts val="100"/>
                        </a:spcBef>
                        <a:spcAft>
                          <a:spcPts val="50"/>
                        </a:spcAft>
                      </a:pPr>
                      <a:r>
                        <a:rPr lang="en-US" sz="2000" dirty="0">
                          <a:solidFill>
                            <a:schemeClr val="tx1"/>
                          </a:solidFill>
                          <a:effectLst/>
                          <a:latin typeface="+mn-lt"/>
                        </a:rPr>
                        <a:t>Effort required to correct an error</a:t>
                      </a:r>
                    </a:p>
                    <a:p>
                      <a:pPr marL="0" marR="0">
                        <a:spcBef>
                          <a:spcPts val="100"/>
                        </a:spcBef>
                        <a:spcAft>
                          <a:spcPts val="50"/>
                        </a:spcAft>
                      </a:pPr>
                      <a:r>
                        <a:rPr lang="en-US" sz="2000" dirty="0">
                          <a:solidFill>
                            <a:schemeClr val="tx1"/>
                          </a:solidFill>
                          <a:effectLst/>
                          <a:latin typeface="+mn-lt"/>
                        </a:rPr>
                        <a:t>Origin of error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566241913"/>
                  </a:ext>
                </a:extLst>
              </a:tr>
            </a:tbl>
          </a:graphicData>
        </a:graphic>
      </p:graphicFrame>
    </p:spTree>
    <p:extLst>
      <p:ext uri="{BB962C8B-B14F-4D97-AF65-F5344CB8AC3E}">
        <p14:creationId xmlns:p14="http://schemas.microsoft.com/office/powerpoint/2010/main" val="22009889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A5257F-9A6D-150C-68F5-76BCDFF181B8}"/>
              </a:ext>
            </a:extLst>
          </p:cNvPr>
          <p:cNvSpPr txBox="1"/>
          <p:nvPr/>
        </p:nvSpPr>
        <p:spPr>
          <a:xfrm>
            <a:off x="3382224" y="2598003"/>
            <a:ext cx="6097508" cy="830997"/>
          </a:xfrm>
          <a:prstGeom prst="rect">
            <a:avLst/>
          </a:prstGeom>
          <a:noFill/>
        </p:spPr>
        <p:txBody>
          <a:bodyPr wrap="square">
            <a:spAutoFit/>
          </a:bodyPr>
          <a:lstStyle/>
          <a:p>
            <a:pPr algn="ctr"/>
            <a:r>
              <a:rPr lang="en-US" sz="4800" dirty="0">
                <a:solidFill>
                  <a:schemeClr val="accent2"/>
                </a:solidFill>
              </a:rPr>
              <a:t>Any question????</a:t>
            </a:r>
          </a:p>
        </p:txBody>
      </p:sp>
    </p:spTree>
    <p:extLst>
      <p:ext uri="{BB962C8B-B14F-4D97-AF65-F5344CB8AC3E}">
        <p14:creationId xmlns:p14="http://schemas.microsoft.com/office/powerpoint/2010/main" val="132598588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639</TotalTime>
  <Words>1677</Words>
  <Application>Microsoft Office PowerPoint</Application>
  <PresentationFormat>Widescreen</PresentationFormat>
  <Paragraphs>192</Paragraphs>
  <Slides>23</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Arial</vt:lpstr>
      <vt:lpstr>Calibri</vt:lpstr>
      <vt:lpstr>Calibri Light</vt:lpstr>
      <vt:lpstr>Times New Roman</vt:lpstr>
      <vt:lpstr>Retrospect</vt:lpstr>
      <vt:lpstr>Software Quality Engineering</vt:lpstr>
      <vt:lpstr>Software Quality Assurance (SQA)</vt:lpstr>
      <vt:lpstr>SQA– The IEEE definition</vt:lpstr>
      <vt:lpstr>Software Quality Assurance Plan</vt:lpstr>
      <vt:lpstr>SQA plan section</vt:lpstr>
      <vt:lpstr>SQA Activities</vt:lpstr>
      <vt:lpstr>SQA Activities</vt:lpstr>
      <vt:lpstr>SQA Activities</vt:lpstr>
      <vt:lpstr>SQA Activities</vt:lpstr>
      <vt:lpstr>SQA Activities</vt:lpstr>
      <vt:lpstr>SQA Activities</vt:lpstr>
      <vt:lpstr>SQA Activities</vt:lpstr>
      <vt:lpstr>Elements of SQA</vt:lpstr>
      <vt:lpstr>SQA Activities</vt:lpstr>
      <vt:lpstr>PowerPoint Presentation</vt:lpstr>
      <vt:lpstr>SQA Tasks, Goals, Attributes, and Metrics</vt:lpstr>
      <vt:lpstr>SQA goals</vt:lpstr>
      <vt:lpstr>SQA goals</vt:lpstr>
      <vt:lpstr>Software quality goals, attributes, and metrics</vt:lpstr>
      <vt:lpstr>Software quality goals, attributes, and metrics</vt:lpstr>
      <vt:lpstr>Software quality goals, attributes, and metrics</vt:lpstr>
      <vt:lpstr>Software quality goals, attributes, and metrics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Alina Arshad</dc:creator>
  <cp:lastModifiedBy>Ms Alina Arshad</cp:lastModifiedBy>
  <cp:revision>35</cp:revision>
  <dcterms:created xsi:type="dcterms:W3CDTF">2024-08-09T06:58:16Z</dcterms:created>
  <dcterms:modified xsi:type="dcterms:W3CDTF">2024-09-01T08:53:34Z</dcterms:modified>
</cp:coreProperties>
</file>