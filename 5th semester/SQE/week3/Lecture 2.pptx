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8"/>
  </p:notesMasterIdLst>
  <p:sldIdLst>
    <p:sldId id="256" r:id="rId2"/>
    <p:sldId id="393" r:id="rId3"/>
    <p:sldId id="400" r:id="rId4"/>
    <p:sldId id="401" r:id="rId5"/>
    <p:sldId id="396" r:id="rId6"/>
    <p:sldId id="402" r:id="rId7"/>
    <p:sldId id="403" r:id="rId8"/>
    <p:sldId id="404" r:id="rId9"/>
    <p:sldId id="405" r:id="rId10"/>
    <p:sldId id="406" r:id="rId11"/>
    <p:sldId id="407" r:id="rId12"/>
    <p:sldId id="409" r:id="rId13"/>
    <p:sldId id="410" r:id="rId14"/>
    <p:sldId id="371" r:id="rId15"/>
    <p:sldId id="412" r:id="rId16"/>
    <p:sldId id="279"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7290" autoAdjust="0"/>
  </p:normalViewPr>
  <p:slideViewPr>
    <p:cSldViewPr snapToGrid="0">
      <p:cViewPr varScale="1">
        <p:scale>
          <a:sx n="61" d="100"/>
          <a:sy n="61" d="100"/>
        </p:scale>
        <p:origin x="1074"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s Alina Arshad" userId="cccdfd85-d35d-4453-9c6f-a463aae40722" providerId="ADAL" clId="{6D99148A-78EC-44A5-895B-9E6E7F8E190D}"/>
    <pc:docChg chg="undo custSel delSld modSld sldOrd">
      <pc:chgData name="Ms Alina Arshad" userId="cccdfd85-d35d-4453-9c6f-a463aae40722" providerId="ADAL" clId="{6D99148A-78EC-44A5-895B-9E6E7F8E190D}" dt="2024-09-07T13:57:45.206" v="39"/>
      <pc:docMkLst>
        <pc:docMk/>
      </pc:docMkLst>
      <pc:sldChg chg="modSp mod">
        <pc:chgData name="Ms Alina Arshad" userId="cccdfd85-d35d-4453-9c6f-a463aae40722" providerId="ADAL" clId="{6D99148A-78EC-44A5-895B-9E6E7F8E190D}" dt="2024-08-30T09:51:42.777" v="9" actId="20577"/>
        <pc:sldMkLst>
          <pc:docMk/>
          <pc:sldMk cId="3322361034" sldId="256"/>
        </pc:sldMkLst>
        <pc:spChg chg="mod">
          <ac:chgData name="Ms Alina Arshad" userId="cccdfd85-d35d-4453-9c6f-a463aae40722" providerId="ADAL" clId="{6D99148A-78EC-44A5-895B-9E6E7F8E190D}" dt="2024-08-30T09:51:42.777" v="9" actId="20577"/>
          <ac:spMkLst>
            <pc:docMk/>
            <pc:sldMk cId="3322361034" sldId="256"/>
            <ac:spMk id="3" creationId="{44E9F82C-BBA7-3495-1097-BEDB54FFFDF4}"/>
          </ac:spMkLst>
        </pc:spChg>
      </pc:sldChg>
      <pc:sldChg chg="ord modNotesTx">
        <pc:chgData name="Ms Alina Arshad" userId="cccdfd85-d35d-4453-9c6f-a463aae40722" providerId="ADAL" clId="{6D99148A-78EC-44A5-895B-9E6E7F8E190D}" dt="2024-09-07T13:57:45.206" v="39"/>
        <pc:sldMkLst>
          <pc:docMk/>
          <pc:sldMk cId="3567501205" sldId="393"/>
        </pc:sldMkLst>
      </pc:sldChg>
      <pc:sldChg chg="modNotesTx">
        <pc:chgData name="Ms Alina Arshad" userId="cccdfd85-d35d-4453-9c6f-a463aae40722" providerId="ADAL" clId="{6D99148A-78EC-44A5-895B-9E6E7F8E190D}" dt="2024-08-30T09:52:54.702" v="35" actId="5793"/>
        <pc:sldMkLst>
          <pc:docMk/>
          <pc:sldMk cId="515654138" sldId="410"/>
        </pc:sldMkLst>
      </pc:sldChg>
      <pc:sldChg chg="modSp del mod">
        <pc:chgData name="Ms Alina Arshad" userId="cccdfd85-d35d-4453-9c6f-a463aae40722" providerId="ADAL" clId="{6D99148A-78EC-44A5-895B-9E6E7F8E190D}" dt="2024-08-30T09:52:56.715" v="36" actId="47"/>
        <pc:sldMkLst>
          <pc:docMk/>
          <pc:sldMk cId="2400755825" sldId="414"/>
        </pc:sldMkLst>
        <pc:spChg chg="mod">
          <ac:chgData name="Ms Alina Arshad" userId="cccdfd85-d35d-4453-9c6f-a463aae40722" providerId="ADAL" clId="{6D99148A-78EC-44A5-895B-9E6E7F8E190D}" dt="2024-08-30T09:52:11.454" v="11" actId="27636"/>
          <ac:spMkLst>
            <pc:docMk/>
            <pc:sldMk cId="2400755825" sldId="414"/>
            <ac:spMk id="5" creationId="{6D2D65F8-7067-309B-2162-EDCA7F792D63}"/>
          </ac:spMkLst>
        </pc:spChg>
      </pc:sldChg>
    </pc:docChg>
  </pc:docChgLst>
  <pc:docChgLst>
    <pc:chgData name="Ms Alina Arshad" userId="cccdfd85-d35d-4453-9c6f-a463aae40722" providerId="ADAL" clId="{EADAEE91-4A7C-4065-A245-779568A60DD0}"/>
    <pc:docChg chg="undo custSel addSld delSld modSld sldOrd">
      <pc:chgData name="Ms Alina Arshad" userId="cccdfd85-d35d-4453-9c6f-a463aae40722" providerId="ADAL" clId="{EADAEE91-4A7C-4065-A245-779568A60DD0}" dt="2024-08-25T15:14:04.534" v="324" actId="2696"/>
      <pc:docMkLst>
        <pc:docMk/>
      </pc:docMkLst>
      <pc:sldChg chg="del">
        <pc:chgData name="Ms Alina Arshad" userId="cccdfd85-d35d-4453-9c6f-a463aae40722" providerId="ADAL" clId="{EADAEE91-4A7C-4065-A245-779568A60DD0}" dt="2024-08-25T13:34:30.844" v="2" actId="47"/>
        <pc:sldMkLst>
          <pc:docMk/>
          <pc:sldMk cId="3829966237" sldId="341"/>
        </pc:sldMkLst>
      </pc:sldChg>
      <pc:sldChg chg="del">
        <pc:chgData name="Ms Alina Arshad" userId="cccdfd85-d35d-4453-9c6f-a463aae40722" providerId="ADAL" clId="{EADAEE91-4A7C-4065-A245-779568A60DD0}" dt="2024-08-25T13:34:31.597" v="3" actId="47"/>
        <pc:sldMkLst>
          <pc:docMk/>
          <pc:sldMk cId="1130609535" sldId="342"/>
        </pc:sldMkLst>
      </pc:sldChg>
      <pc:sldChg chg="delSp modSp del mod">
        <pc:chgData name="Ms Alina Arshad" userId="cccdfd85-d35d-4453-9c6f-a463aae40722" providerId="ADAL" clId="{EADAEE91-4A7C-4065-A245-779568A60DD0}" dt="2024-08-25T15:09:29.508" v="302" actId="47"/>
        <pc:sldMkLst>
          <pc:docMk/>
          <pc:sldMk cId="47593581" sldId="345"/>
        </pc:sldMkLst>
        <pc:spChg chg="mod">
          <ac:chgData name="Ms Alina Arshad" userId="cccdfd85-d35d-4453-9c6f-a463aae40722" providerId="ADAL" clId="{EADAEE91-4A7C-4065-A245-779568A60DD0}" dt="2024-08-25T13:41:42.034" v="13" actId="14100"/>
          <ac:spMkLst>
            <pc:docMk/>
            <pc:sldMk cId="47593581" sldId="345"/>
            <ac:spMk id="2" creationId="{7E51EDD7-5122-4590-8B7F-DC837E23C380}"/>
          </ac:spMkLst>
        </pc:spChg>
        <pc:spChg chg="mod">
          <ac:chgData name="Ms Alina Arshad" userId="cccdfd85-d35d-4453-9c6f-a463aae40722" providerId="ADAL" clId="{EADAEE91-4A7C-4065-A245-779568A60DD0}" dt="2024-08-25T13:58:46.017" v="100" actId="12"/>
          <ac:spMkLst>
            <pc:docMk/>
            <pc:sldMk cId="47593581" sldId="345"/>
            <ac:spMk id="3" creationId="{2DFF783D-CE62-42B7-AF33-34074E4461A2}"/>
          </ac:spMkLst>
        </pc:spChg>
        <pc:spChg chg="del">
          <ac:chgData name="Ms Alina Arshad" userId="cccdfd85-d35d-4453-9c6f-a463aae40722" providerId="ADAL" clId="{EADAEE91-4A7C-4065-A245-779568A60DD0}" dt="2024-08-25T13:41:32.883" v="10" actId="478"/>
          <ac:spMkLst>
            <pc:docMk/>
            <pc:sldMk cId="47593581" sldId="345"/>
            <ac:spMk id="4" creationId="{00000000-0000-0000-0000-000000000000}"/>
          </ac:spMkLst>
        </pc:spChg>
        <pc:spChg chg="del">
          <ac:chgData name="Ms Alina Arshad" userId="cccdfd85-d35d-4453-9c6f-a463aae40722" providerId="ADAL" clId="{EADAEE91-4A7C-4065-A245-779568A60DD0}" dt="2024-08-25T13:41:34.842" v="11" actId="478"/>
          <ac:spMkLst>
            <pc:docMk/>
            <pc:sldMk cId="47593581" sldId="345"/>
            <ac:spMk id="5" creationId="{00000000-0000-0000-0000-000000000000}"/>
          </ac:spMkLst>
        </pc:spChg>
      </pc:sldChg>
      <pc:sldChg chg="delSp modSp del mod">
        <pc:chgData name="Ms Alina Arshad" userId="cccdfd85-d35d-4453-9c6f-a463aae40722" providerId="ADAL" clId="{EADAEE91-4A7C-4065-A245-779568A60DD0}" dt="2024-08-25T15:09:30.905" v="303" actId="47"/>
        <pc:sldMkLst>
          <pc:docMk/>
          <pc:sldMk cId="4118113692" sldId="346"/>
        </pc:sldMkLst>
        <pc:spChg chg="mod">
          <ac:chgData name="Ms Alina Arshad" userId="cccdfd85-d35d-4453-9c6f-a463aae40722" providerId="ADAL" clId="{EADAEE91-4A7C-4065-A245-779568A60DD0}" dt="2024-08-25T13:42:05.951" v="20" actId="1076"/>
          <ac:spMkLst>
            <pc:docMk/>
            <pc:sldMk cId="4118113692" sldId="346"/>
            <ac:spMk id="2" creationId="{189AF601-8D70-417E-83F0-4C2544ACF381}"/>
          </ac:spMkLst>
        </pc:spChg>
        <pc:spChg chg="mod">
          <ac:chgData name="Ms Alina Arshad" userId="cccdfd85-d35d-4453-9c6f-a463aae40722" providerId="ADAL" clId="{EADAEE91-4A7C-4065-A245-779568A60DD0}" dt="2024-08-25T13:42:08.883" v="21" actId="207"/>
          <ac:spMkLst>
            <pc:docMk/>
            <pc:sldMk cId="4118113692" sldId="346"/>
            <ac:spMk id="3" creationId="{7994D1C3-C6BD-49FE-ADD7-107918564080}"/>
          </ac:spMkLst>
        </pc:spChg>
        <pc:spChg chg="del">
          <ac:chgData name="Ms Alina Arshad" userId="cccdfd85-d35d-4453-9c6f-a463aae40722" providerId="ADAL" clId="{EADAEE91-4A7C-4065-A245-779568A60DD0}" dt="2024-08-25T13:41:52.482" v="15" actId="478"/>
          <ac:spMkLst>
            <pc:docMk/>
            <pc:sldMk cId="4118113692" sldId="346"/>
            <ac:spMk id="4" creationId="{00000000-0000-0000-0000-000000000000}"/>
          </ac:spMkLst>
        </pc:spChg>
        <pc:spChg chg="del">
          <ac:chgData name="Ms Alina Arshad" userId="cccdfd85-d35d-4453-9c6f-a463aae40722" providerId="ADAL" clId="{EADAEE91-4A7C-4065-A245-779568A60DD0}" dt="2024-08-25T13:41:54.245" v="16" actId="478"/>
          <ac:spMkLst>
            <pc:docMk/>
            <pc:sldMk cId="4118113692" sldId="346"/>
            <ac:spMk id="5" creationId="{00000000-0000-0000-0000-000000000000}"/>
          </ac:spMkLst>
        </pc:spChg>
      </pc:sldChg>
      <pc:sldChg chg="delSp modSp del mod">
        <pc:chgData name="Ms Alina Arshad" userId="cccdfd85-d35d-4453-9c6f-a463aae40722" providerId="ADAL" clId="{EADAEE91-4A7C-4065-A245-779568A60DD0}" dt="2024-08-25T15:09:31.592" v="304" actId="47"/>
        <pc:sldMkLst>
          <pc:docMk/>
          <pc:sldMk cId="1592470958" sldId="347"/>
        </pc:sldMkLst>
        <pc:spChg chg="mod">
          <ac:chgData name="Ms Alina Arshad" userId="cccdfd85-d35d-4453-9c6f-a463aae40722" providerId="ADAL" clId="{EADAEE91-4A7C-4065-A245-779568A60DD0}" dt="2024-08-25T13:42:20.300" v="24" actId="1076"/>
          <ac:spMkLst>
            <pc:docMk/>
            <pc:sldMk cId="1592470958" sldId="347"/>
            <ac:spMk id="2" creationId="{4095D5A0-FF21-4C13-A9F4-11F27B882005}"/>
          </ac:spMkLst>
        </pc:spChg>
        <pc:spChg chg="mod">
          <ac:chgData name="Ms Alina Arshad" userId="cccdfd85-d35d-4453-9c6f-a463aae40722" providerId="ADAL" clId="{EADAEE91-4A7C-4065-A245-779568A60DD0}" dt="2024-08-25T13:42:28.221" v="27" actId="255"/>
          <ac:spMkLst>
            <pc:docMk/>
            <pc:sldMk cId="1592470958" sldId="347"/>
            <ac:spMk id="3" creationId="{D93D2A2A-F7B4-4BEE-A16C-64E5A2B22228}"/>
          </ac:spMkLst>
        </pc:spChg>
        <pc:spChg chg="del">
          <ac:chgData name="Ms Alina Arshad" userId="cccdfd85-d35d-4453-9c6f-a463aae40722" providerId="ADAL" clId="{EADAEE91-4A7C-4065-A245-779568A60DD0}" dt="2024-08-25T13:42:31.109" v="28" actId="478"/>
          <ac:spMkLst>
            <pc:docMk/>
            <pc:sldMk cId="1592470958" sldId="347"/>
            <ac:spMk id="4" creationId="{00000000-0000-0000-0000-000000000000}"/>
          </ac:spMkLst>
        </pc:spChg>
        <pc:spChg chg="del">
          <ac:chgData name="Ms Alina Arshad" userId="cccdfd85-d35d-4453-9c6f-a463aae40722" providerId="ADAL" clId="{EADAEE91-4A7C-4065-A245-779568A60DD0}" dt="2024-08-25T13:42:33.014" v="29" actId="478"/>
          <ac:spMkLst>
            <pc:docMk/>
            <pc:sldMk cId="1592470958" sldId="347"/>
            <ac:spMk id="5" creationId="{00000000-0000-0000-0000-000000000000}"/>
          </ac:spMkLst>
        </pc:spChg>
      </pc:sldChg>
      <pc:sldChg chg="delSp modSp del mod">
        <pc:chgData name="Ms Alina Arshad" userId="cccdfd85-d35d-4453-9c6f-a463aae40722" providerId="ADAL" clId="{EADAEE91-4A7C-4065-A245-779568A60DD0}" dt="2024-08-25T15:09:32.177" v="305" actId="47"/>
        <pc:sldMkLst>
          <pc:docMk/>
          <pc:sldMk cId="2505751039" sldId="348"/>
        </pc:sldMkLst>
        <pc:spChg chg="mod">
          <ac:chgData name="Ms Alina Arshad" userId="cccdfd85-d35d-4453-9c6f-a463aae40722" providerId="ADAL" clId="{EADAEE91-4A7C-4065-A245-779568A60DD0}" dt="2024-08-25T13:42:47.129" v="31" actId="1076"/>
          <ac:spMkLst>
            <pc:docMk/>
            <pc:sldMk cId="2505751039" sldId="348"/>
            <ac:spMk id="2" creationId="{09840C44-A6AE-44E7-AB9D-97CB7C1C0B3B}"/>
          </ac:spMkLst>
        </pc:spChg>
        <pc:spChg chg="mod">
          <ac:chgData name="Ms Alina Arshad" userId="cccdfd85-d35d-4453-9c6f-a463aae40722" providerId="ADAL" clId="{EADAEE91-4A7C-4065-A245-779568A60DD0}" dt="2024-08-25T13:42:54.716" v="33" actId="207"/>
          <ac:spMkLst>
            <pc:docMk/>
            <pc:sldMk cId="2505751039" sldId="348"/>
            <ac:spMk id="3" creationId="{D9B437DC-A3DB-401E-B265-1B37EED2AEE1}"/>
          </ac:spMkLst>
        </pc:spChg>
        <pc:spChg chg="del">
          <ac:chgData name="Ms Alina Arshad" userId="cccdfd85-d35d-4453-9c6f-a463aae40722" providerId="ADAL" clId="{EADAEE91-4A7C-4065-A245-779568A60DD0}" dt="2024-08-25T13:42:58.434" v="34" actId="478"/>
          <ac:spMkLst>
            <pc:docMk/>
            <pc:sldMk cId="2505751039" sldId="348"/>
            <ac:spMk id="4" creationId="{00000000-0000-0000-0000-000000000000}"/>
          </ac:spMkLst>
        </pc:spChg>
        <pc:spChg chg="del">
          <ac:chgData name="Ms Alina Arshad" userId="cccdfd85-d35d-4453-9c6f-a463aae40722" providerId="ADAL" clId="{EADAEE91-4A7C-4065-A245-779568A60DD0}" dt="2024-08-25T13:43:01.831" v="35" actId="478"/>
          <ac:spMkLst>
            <pc:docMk/>
            <pc:sldMk cId="2505751039" sldId="348"/>
            <ac:spMk id="5" creationId="{00000000-0000-0000-0000-000000000000}"/>
          </ac:spMkLst>
        </pc:spChg>
      </pc:sldChg>
      <pc:sldChg chg="delSp modSp del mod">
        <pc:chgData name="Ms Alina Arshad" userId="cccdfd85-d35d-4453-9c6f-a463aae40722" providerId="ADAL" clId="{EADAEE91-4A7C-4065-A245-779568A60DD0}" dt="2024-08-25T15:09:32.959" v="306" actId="47"/>
        <pc:sldMkLst>
          <pc:docMk/>
          <pc:sldMk cId="662195488" sldId="349"/>
        </pc:sldMkLst>
        <pc:spChg chg="mod">
          <ac:chgData name="Ms Alina Arshad" userId="cccdfd85-d35d-4453-9c6f-a463aae40722" providerId="ADAL" clId="{EADAEE91-4A7C-4065-A245-779568A60DD0}" dt="2024-08-25T13:43:11.222" v="38" actId="207"/>
          <ac:spMkLst>
            <pc:docMk/>
            <pc:sldMk cId="662195488" sldId="349"/>
            <ac:spMk id="2" creationId="{E948826E-E54E-49E5-A1BB-A247D73F4654}"/>
          </ac:spMkLst>
        </pc:spChg>
        <pc:spChg chg="mod">
          <ac:chgData name="Ms Alina Arshad" userId="cccdfd85-d35d-4453-9c6f-a463aae40722" providerId="ADAL" clId="{EADAEE91-4A7C-4065-A245-779568A60DD0}" dt="2024-08-25T13:43:30.275" v="42" actId="207"/>
          <ac:spMkLst>
            <pc:docMk/>
            <pc:sldMk cId="662195488" sldId="349"/>
            <ac:spMk id="3" creationId="{73CAB96E-5D26-4FBA-93D4-48E335D0109C}"/>
          </ac:spMkLst>
        </pc:spChg>
        <pc:spChg chg="del">
          <ac:chgData name="Ms Alina Arshad" userId="cccdfd85-d35d-4453-9c6f-a463aae40722" providerId="ADAL" clId="{EADAEE91-4A7C-4065-A245-779568A60DD0}" dt="2024-08-25T13:43:21.984" v="40" actId="478"/>
          <ac:spMkLst>
            <pc:docMk/>
            <pc:sldMk cId="662195488" sldId="349"/>
            <ac:spMk id="4" creationId="{00000000-0000-0000-0000-000000000000}"/>
          </ac:spMkLst>
        </pc:spChg>
        <pc:spChg chg="del">
          <ac:chgData name="Ms Alina Arshad" userId="cccdfd85-d35d-4453-9c6f-a463aae40722" providerId="ADAL" clId="{EADAEE91-4A7C-4065-A245-779568A60DD0}" dt="2024-08-25T13:43:25.868" v="41" actId="478"/>
          <ac:spMkLst>
            <pc:docMk/>
            <pc:sldMk cId="662195488" sldId="349"/>
            <ac:spMk id="5" creationId="{00000000-0000-0000-0000-000000000000}"/>
          </ac:spMkLst>
        </pc:spChg>
      </pc:sldChg>
      <pc:sldChg chg="modSp add mod">
        <pc:chgData name="Ms Alina Arshad" userId="cccdfd85-d35d-4453-9c6f-a463aae40722" providerId="ADAL" clId="{EADAEE91-4A7C-4065-A245-779568A60DD0}" dt="2024-08-25T14:58:19.557" v="149" actId="207"/>
        <pc:sldMkLst>
          <pc:docMk/>
          <pc:sldMk cId="0" sldId="350"/>
        </pc:sldMkLst>
        <pc:spChg chg="mod">
          <ac:chgData name="Ms Alina Arshad" userId="cccdfd85-d35d-4453-9c6f-a463aae40722" providerId="ADAL" clId="{EADAEE91-4A7C-4065-A245-779568A60DD0}" dt="2024-08-25T14:58:19.557" v="149" actId="207"/>
          <ac:spMkLst>
            <pc:docMk/>
            <pc:sldMk cId="0" sldId="350"/>
            <ac:spMk id="18434" creationId="{A577BD20-D1FF-1BEE-9621-64AB62F59F87}"/>
          </ac:spMkLst>
        </pc:spChg>
      </pc:sldChg>
      <pc:sldChg chg="modSp add mod">
        <pc:chgData name="Ms Alina Arshad" userId="cccdfd85-d35d-4453-9c6f-a463aae40722" providerId="ADAL" clId="{EADAEE91-4A7C-4065-A245-779568A60DD0}" dt="2024-08-25T14:59:22.631" v="165" actId="27636"/>
        <pc:sldMkLst>
          <pc:docMk/>
          <pc:sldMk cId="0" sldId="351"/>
        </pc:sldMkLst>
        <pc:spChg chg="mod">
          <ac:chgData name="Ms Alina Arshad" userId="cccdfd85-d35d-4453-9c6f-a463aae40722" providerId="ADAL" clId="{EADAEE91-4A7C-4065-A245-779568A60DD0}" dt="2024-08-25T14:59:22.631" v="165" actId="27636"/>
          <ac:spMkLst>
            <pc:docMk/>
            <pc:sldMk cId="0" sldId="351"/>
            <ac:spMk id="3" creationId="{C0C22FA1-E5B0-AD82-96B5-C98C4EA3D56C}"/>
          </ac:spMkLst>
        </pc:spChg>
        <pc:spChg chg="mod">
          <ac:chgData name="Ms Alina Arshad" userId="cccdfd85-d35d-4453-9c6f-a463aae40722" providerId="ADAL" clId="{EADAEE91-4A7C-4065-A245-779568A60DD0}" dt="2024-08-25T14:58:57.020" v="157" actId="1076"/>
          <ac:spMkLst>
            <pc:docMk/>
            <pc:sldMk cId="0" sldId="351"/>
            <ac:spMk id="20482" creationId="{BBAA9927-7645-6E75-19D7-0A3279220EAB}"/>
          </ac:spMkLst>
        </pc:spChg>
        <pc:spChg chg="mod">
          <ac:chgData name="Ms Alina Arshad" userId="cccdfd85-d35d-4453-9c6f-a463aae40722" providerId="ADAL" clId="{EADAEE91-4A7C-4065-A245-779568A60DD0}" dt="2024-08-25T14:59:06.519" v="160" actId="1076"/>
          <ac:spMkLst>
            <pc:docMk/>
            <pc:sldMk cId="0" sldId="351"/>
            <ac:spMk id="20490" creationId="{633463A3-DE25-CA28-40E4-8C3D91E44508}"/>
          </ac:spMkLst>
        </pc:spChg>
        <pc:spChg chg="mod">
          <ac:chgData name="Ms Alina Arshad" userId="cccdfd85-d35d-4453-9c6f-a463aae40722" providerId="ADAL" clId="{EADAEE91-4A7C-4065-A245-779568A60DD0}" dt="2024-08-25T14:59:06.519" v="160" actId="1076"/>
          <ac:spMkLst>
            <pc:docMk/>
            <pc:sldMk cId="0" sldId="351"/>
            <ac:spMk id="20491" creationId="{D7881945-A53A-8D17-791D-162E4ADC9F1A}"/>
          </ac:spMkLst>
        </pc:spChg>
        <pc:spChg chg="mod">
          <ac:chgData name="Ms Alina Arshad" userId="cccdfd85-d35d-4453-9c6f-a463aae40722" providerId="ADAL" clId="{EADAEE91-4A7C-4065-A245-779568A60DD0}" dt="2024-08-25T14:59:06.519" v="160" actId="1076"/>
          <ac:spMkLst>
            <pc:docMk/>
            <pc:sldMk cId="0" sldId="351"/>
            <ac:spMk id="20495" creationId="{30D2EC8A-7B00-E22A-A5F0-C7C377536AE3}"/>
          </ac:spMkLst>
        </pc:spChg>
        <pc:spChg chg="mod">
          <ac:chgData name="Ms Alina Arshad" userId="cccdfd85-d35d-4453-9c6f-a463aae40722" providerId="ADAL" clId="{EADAEE91-4A7C-4065-A245-779568A60DD0}" dt="2024-08-25T14:59:06.519" v="160" actId="1076"/>
          <ac:spMkLst>
            <pc:docMk/>
            <pc:sldMk cId="0" sldId="351"/>
            <ac:spMk id="20496" creationId="{42E8223A-9727-18BC-F219-76783C6B7987}"/>
          </ac:spMkLst>
        </pc:spChg>
        <pc:spChg chg="mod">
          <ac:chgData name="Ms Alina Arshad" userId="cccdfd85-d35d-4453-9c6f-a463aae40722" providerId="ADAL" clId="{EADAEE91-4A7C-4065-A245-779568A60DD0}" dt="2024-08-25T14:59:06.519" v="160" actId="1076"/>
          <ac:spMkLst>
            <pc:docMk/>
            <pc:sldMk cId="0" sldId="351"/>
            <ac:spMk id="20497" creationId="{8CC3DB45-73B0-CB58-0A96-E1B87974EC72}"/>
          </ac:spMkLst>
        </pc:spChg>
        <pc:spChg chg="mod">
          <ac:chgData name="Ms Alina Arshad" userId="cccdfd85-d35d-4453-9c6f-a463aae40722" providerId="ADAL" clId="{EADAEE91-4A7C-4065-A245-779568A60DD0}" dt="2024-08-25T14:59:06.519" v="160" actId="1076"/>
          <ac:spMkLst>
            <pc:docMk/>
            <pc:sldMk cId="0" sldId="351"/>
            <ac:spMk id="20498" creationId="{6B2D9AAB-1FD8-024E-2C7E-CD197AB3F167}"/>
          </ac:spMkLst>
        </pc:spChg>
        <pc:spChg chg="mod">
          <ac:chgData name="Ms Alina Arshad" userId="cccdfd85-d35d-4453-9c6f-a463aae40722" providerId="ADAL" clId="{EADAEE91-4A7C-4065-A245-779568A60DD0}" dt="2024-08-25T14:59:06.519" v="160" actId="1076"/>
          <ac:spMkLst>
            <pc:docMk/>
            <pc:sldMk cId="0" sldId="351"/>
            <ac:spMk id="20499" creationId="{B21B324D-B54B-AB2A-35F9-0B2633DCB27E}"/>
          </ac:spMkLst>
        </pc:spChg>
        <pc:spChg chg="mod">
          <ac:chgData name="Ms Alina Arshad" userId="cccdfd85-d35d-4453-9c6f-a463aae40722" providerId="ADAL" clId="{EADAEE91-4A7C-4065-A245-779568A60DD0}" dt="2024-08-25T14:59:06.519" v="160" actId="1076"/>
          <ac:spMkLst>
            <pc:docMk/>
            <pc:sldMk cId="0" sldId="351"/>
            <ac:spMk id="20500" creationId="{368DA16C-FD8C-D0D7-7F0E-66A1775A49F1}"/>
          </ac:spMkLst>
        </pc:spChg>
        <pc:spChg chg="mod">
          <ac:chgData name="Ms Alina Arshad" userId="cccdfd85-d35d-4453-9c6f-a463aae40722" providerId="ADAL" clId="{EADAEE91-4A7C-4065-A245-779568A60DD0}" dt="2024-08-25T14:59:06.519" v="160" actId="1076"/>
          <ac:spMkLst>
            <pc:docMk/>
            <pc:sldMk cId="0" sldId="351"/>
            <ac:spMk id="20501" creationId="{BBE25917-92B5-29DD-2D43-C206AE6FAD3F}"/>
          </ac:spMkLst>
        </pc:spChg>
        <pc:spChg chg="mod">
          <ac:chgData name="Ms Alina Arshad" userId="cccdfd85-d35d-4453-9c6f-a463aae40722" providerId="ADAL" clId="{EADAEE91-4A7C-4065-A245-779568A60DD0}" dt="2024-08-25T14:59:06.519" v="160" actId="1076"/>
          <ac:spMkLst>
            <pc:docMk/>
            <pc:sldMk cId="0" sldId="351"/>
            <ac:spMk id="20502" creationId="{5B7BB921-3413-4F30-B079-54C603A5CA86}"/>
          </ac:spMkLst>
        </pc:spChg>
        <pc:spChg chg="mod">
          <ac:chgData name="Ms Alina Arshad" userId="cccdfd85-d35d-4453-9c6f-a463aae40722" providerId="ADAL" clId="{EADAEE91-4A7C-4065-A245-779568A60DD0}" dt="2024-08-25T14:59:06.519" v="160" actId="1076"/>
          <ac:spMkLst>
            <pc:docMk/>
            <pc:sldMk cId="0" sldId="351"/>
            <ac:spMk id="20503" creationId="{33B1CDDC-6023-5CD5-5C24-0D8879304E02}"/>
          </ac:spMkLst>
        </pc:spChg>
        <pc:spChg chg="mod">
          <ac:chgData name="Ms Alina Arshad" userId="cccdfd85-d35d-4453-9c6f-a463aae40722" providerId="ADAL" clId="{EADAEE91-4A7C-4065-A245-779568A60DD0}" dt="2024-08-25T14:59:06.519" v="160" actId="1076"/>
          <ac:spMkLst>
            <pc:docMk/>
            <pc:sldMk cId="0" sldId="351"/>
            <ac:spMk id="20504" creationId="{64F24335-C1B3-911B-8406-E9E34E828CE1}"/>
          </ac:spMkLst>
        </pc:spChg>
        <pc:spChg chg="mod">
          <ac:chgData name="Ms Alina Arshad" userId="cccdfd85-d35d-4453-9c6f-a463aae40722" providerId="ADAL" clId="{EADAEE91-4A7C-4065-A245-779568A60DD0}" dt="2024-08-25T14:59:06.519" v="160" actId="1076"/>
          <ac:spMkLst>
            <pc:docMk/>
            <pc:sldMk cId="0" sldId="351"/>
            <ac:spMk id="20506" creationId="{9B3659CD-6C1E-2B5A-5A04-DE082428E653}"/>
          </ac:spMkLst>
        </pc:spChg>
        <pc:spChg chg="mod">
          <ac:chgData name="Ms Alina Arshad" userId="cccdfd85-d35d-4453-9c6f-a463aae40722" providerId="ADAL" clId="{EADAEE91-4A7C-4065-A245-779568A60DD0}" dt="2024-08-25T14:59:06.519" v="160" actId="1076"/>
          <ac:spMkLst>
            <pc:docMk/>
            <pc:sldMk cId="0" sldId="351"/>
            <ac:spMk id="20508" creationId="{B622AB96-288F-81CD-5E4A-A96A8645BC6A}"/>
          </ac:spMkLst>
        </pc:spChg>
        <pc:spChg chg="mod">
          <ac:chgData name="Ms Alina Arshad" userId="cccdfd85-d35d-4453-9c6f-a463aae40722" providerId="ADAL" clId="{EADAEE91-4A7C-4065-A245-779568A60DD0}" dt="2024-08-25T14:59:06.519" v="160" actId="1076"/>
          <ac:spMkLst>
            <pc:docMk/>
            <pc:sldMk cId="0" sldId="351"/>
            <ac:spMk id="20509" creationId="{89A1CA44-16E9-8216-7022-7920138E5E17}"/>
          </ac:spMkLst>
        </pc:spChg>
        <pc:spChg chg="mod">
          <ac:chgData name="Ms Alina Arshad" userId="cccdfd85-d35d-4453-9c6f-a463aae40722" providerId="ADAL" clId="{EADAEE91-4A7C-4065-A245-779568A60DD0}" dt="2024-08-25T14:59:06.519" v="160" actId="1076"/>
          <ac:spMkLst>
            <pc:docMk/>
            <pc:sldMk cId="0" sldId="351"/>
            <ac:spMk id="20510" creationId="{EE6AD805-7BC0-6284-A5A6-E5975E600F61}"/>
          </ac:spMkLst>
        </pc:spChg>
        <pc:spChg chg="mod">
          <ac:chgData name="Ms Alina Arshad" userId="cccdfd85-d35d-4453-9c6f-a463aae40722" providerId="ADAL" clId="{EADAEE91-4A7C-4065-A245-779568A60DD0}" dt="2024-08-25T14:59:06.519" v="160" actId="1076"/>
          <ac:spMkLst>
            <pc:docMk/>
            <pc:sldMk cId="0" sldId="351"/>
            <ac:spMk id="20511" creationId="{1C9AA088-7E22-4D43-1279-63DD018115AA}"/>
          </ac:spMkLst>
        </pc:spChg>
        <pc:spChg chg="mod">
          <ac:chgData name="Ms Alina Arshad" userId="cccdfd85-d35d-4453-9c6f-a463aae40722" providerId="ADAL" clId="{EADAEE91-4A7C-4065-A245-779568A60DD0}" dt="2024-08-25T14:59:06.519" v="160" actId="1076"/>
          <ac:spMkLst>
            <pc:docMk/>
            <pc:sldMk cId="0" sldId="351"/>
            <ac:spMk id="20512" creationId="{BB11CD00-1F5F-6793-EC2D-87C49775945D}"/>
          </ac:spMkLst>
        </pc:spChg>
        <pc:spChg chg="mod">
          <ac:chgData name="Ms Alina Arshad" userId="cccdfd85-d35d-4453-9c6f-a463aae40722" providerId="ADAL" clId="{EADAEE91-4A7C-4065-A245-779568A60DD0}" dt="2024-08-25T14:59:06.519" v="160" actId="1076"/>
          <ac:spMkLst>
            <pc:docMk/>
            <pc:sldMk cId="0" sldId="351"/>
            <ac:spMk id="20513" creationId="{FCC19961-6BBD-7936-C553-6162DC2475FF}"/>
          </ac:spMkLst>
        </pc:spChg>
        <pc:spChg chg="mod">
          <ac:chgData name="Ms Alina Arshad" userId="cccdfd85-d35d-4453-9c6f-a463aae40722" providerId="ADAL" clId="{EADAEE91-4A7C-4065-A245-779568A60DD0}" dt="2024-08-25T14:59:06.519" v="160" actId="1076"/>
          <ac:spMkLst>
            <pc:docMk/>
            <pc:sldMk cId="0" sldId="351"/>
            <ac:spMk id="20514" creationId="{43DD98F7-450E-0791-BFCC-67C8C437F27A}"/>
          </ac:spMkLst>
        </pc:spChg>
        <pc:spChg chg="mod">
          <ac:chgData name="Ms Alina Arshad" userId="cccdfd85-d35d-4453-9c6f-a463aae40722" providerId="ADAL" clId="{EADAEE91-4A7C-4065-A245-779568A60DD0}" dt="2024-08-25T14:59:06.519" v="160" actId="1076"/>
          <ac:spMkLst>
            <pc:docMk/>
            <pc:sldMk cId="0" sldId="351"/>
            <ac:spMk id="20515" creationId="{909C4666-C7D2-5CFD-2A9D-E6C939F855DB}"/>
          </ac:spMkLst>
        </pc:spChg>
        <pc:spChg chg="mod">
          <ac:chgData name="Ms Alina Arshad" userId="cccdfd85-d35d-4453-9c6f-a463aae40722" providerId="ADAL" clId="{EADAEE91-4A7C-4065-A245-779568A60DD0}" dt="2024-08-25T14:59:06.519" v="160" actId="1076"/>
          <ac:spMkLst>
            <pc:docMk/>
            <pc:sldMk cId="0" sldId="351"/>
            <ac:spMk id="20516" creationId="{F559048E-5AEA-BFAA-4AB2-A79BD77B4E64}"/>
          </ac:spMkLst>
        </pc:spChg>
        <pc:spChg chg="mod">
          <ac:chgData name="Ms Alina Arshad" userId="cccdfd85-d35d-4453-9c6f-a463aae40722" providerId="ADAL" clId="{EADAEE91-4A7C-4065-A245-779568A60DD0}" dt="2024-08-25T14:59:06.519" v="160" actId="1076"/>
          <ac:spMkLst>
            <pc:docMk/>
            <pc:sldMk cId="0" sldId="351"/>
            <ac:spMk id="20518" creationId="{A73BE407-30D4-0E52-57AB-73F9CF23B9C0}"/>
          </ac:spMkLst>
        </pc:spChg>
        <pc:spChg chg="mod">
          <ac:chgData name="Ms Alina Arshad" userId="cccdfd85-d35d-4453-9c6f-a463aae40722" providerId="ADAL" clId="{EADAEE91-4A7C-4065-A245-779568A60DD0}" dt="2024-08-25T14:59:06.519" v="160" actId="1076"/>
          <ac:spMkLst>
            <pc:docMk/>
            <pc:sldMk cId="0" sldId="351"/>
            <ac:spMk id="20519" creationId="{3D2DE760-CDA8-026D-2727-1D2422A40053}"/>
          </ac:spMkLst>
        </pc:spChg>
        <pc:spChg chg="mod">
          <ac:chgData name="Ms Alina Arshad" userId="cccdfd85-d35d-4453-9c6f-a463aae40722" providerId="ADAL" clId="{EADAEE91-4A7C-4065-A245-779568A60DD0}" dt="2024-08-25T14:59:06.519" v="160" actId="1076"/>
          <ac:spMkLst>
            <pc:docMk/>
            <pc:sldMk cId="0" sldId="351"/>
            <ac:spMk id="20522" creationId="{724AC8D3-447F-303D-8B23-332CAB41837E}"/>
          </ac:spMkLst>
        </pc:spChg>
        <pc:spChg chg="mod">
          <ac:chgData name="Ms Alina Arshad" userId="cccdfd85-d35d-4453-9c6f-a463aae40722" providerId="ADAL" clId="{EADAEE91-4A7C-4065-A245-779568A60DD0}" dt="2024-08-25T14:59:06.519" v="160" actId="1076"/>
          <ac:spMkLst>
            <pc:docMk/>
            <pc:sldMk cId="0" sldId="351"/>
            <ac:spMk id="20523" creationId="{F261ED58-EC46-D0CB-EF10-36FDD01A018A}"/>
          </ac:spMkLst>
        </pc:spChg>
        <pc:spChg chg="mod">
          <ac:chgData name="Ms Alina Arshad" userId="cccdfd85-d35d-4453-9c6f-a463aae40722" providerId="ADAL" clId="{EADAEE91-4A7C-4065-A245-779568A60DD0}" dt="2024-08-25T14:59:06.519" v="160" actId="1076"/>
          <ac:spMkLst>
            <pc:docMk/>
            <pc:sldMk cId="0" sldId="351"/>
            <ac:spMk id="20524" creationId="{2978236F-238F-63A3-A9C6-1BC14C387C7A}"/>
          </ac:spMkLst>
        </pc:spChg>
        <pc:spChg chg="mod">
          <ac:chgData name="Ms Alina Arshad" userId="cccdfd85-d35d-4453-9c6f-a463aae40722" providerId="ADAL" clId="{EADAEE91-4A7C-4065-A245-779568A60DD0}" dt="2024-08-25T14:59:06.519" v="160" actId="1076"/>
          <ac:spMkLst>
            <pc:docMk/>
            <pc:sldMk cId="0" sldId="351"/>
            <ac:spMk id="20525" creationId="{3A10A80B-598C-6F80-B20E-D83391B4DAFE}"/>
          </ac:spMkLst>
        </pc:spChg>
        <pc:spChg chg="mod">
          <ac:chgData name="Ms Alina Arshad" userId="cccdfd85-d35d-4453-9c6f-a463aae40722" providerId="ADAL" clId="{EADAEE91-4A7C-4065-A245-779568A60DD0}" dt="2024-08-25T14:59:06.519" v="160" actId="1076"/>
          <ac:spMkLst>
            <pc:docMk/>
            <pc:sldMk cId="0" sldId="351"/>
            <ac:spMk id="20526" creationId="{DE8A2B8B-C132-773A-4325-63EA471A82E6}"/>
          </ac:spMkLst>
        </pc:spChg>
        <pc:spChg chg="mod">
          <ac:chgData name="Ms Alina Arshad" userId="cccdfd85-d35d-4453-9c6f-a463aae40722" providerId="ADAL" clId="{EADAEE91-4A7C-4065-A245-779568A60DD0}" dt="2024-08-25T14:59:06.519" v="160" actId="1076"/>
          <ac:spMkLst>
            <pc:docMk/>
            <pc:sldMk cId="0" sldId="351"/>
            <ac:spMk id="20527" creationId="{A7378887-B4EE-0D36-3B40-BF7373A0A755}"/>
          </ac:spMkLst>
        </pc:spChg>
        <pc:spChg chg="mod">
          <ac:chgData name="Ms Alina Arshad" userId="cccdfd85-d35d-4453-9c6f-a463aae40722" providerId="ADAL" clId="{EADAEE91-4A7C-4065-A245-779568A60DD0}" dt="2024-08-25T14:59:06.519" v="160" actId="1076"/>
          <ac:spMkLst>
            <pc:docMk/>
            <pc:sldMk cId="0" sldId="351"/>
            <ac:spMk id="20528" creationId="{CBA19445-DC40-B276-D8A2-FB7B5D7C6931}"/>
          </ac:spMkLst>
        </pc:spChg>
        <pc:spChg chg="mod">
          <ac:chgData name="Ms Alina Arshad" userId="cccdfd85-d35d-4453-9c6f-a463aae40722" providerId="ADAL" clId="{EADAEE91-4A7C-4065-A245-779568A60DD0}" dt="2024-08-25T14:59:06.519" v="160" actId="1076"/>
          <ac:spMkLst>
            <pc:docMk/>
            <pc:sldMk cId="0" sldId="351"/>
            <ac:spMk id="20529" creationId="{3D9C512B-90B6-61AE-0FE2-301DA8BF6166}"/>
          </ac:spMkLst>
        </pc:spChg>
        <pc:spChg chg="mod">
          <ac:chgData name="Ms Alina Arshad" userId="cccdfd85-d35d-4453-9c6f-a463aae40722" providerId="ADAL" clId="{EADAEE91-4A7C-4065-A245-779568A60DD0}" dt="2024-08-25T14:59:06.519" v="160" actId="1076"/>
          <ac:spMkLst>
            <pc:docMk/>
            <pc:sldMk cId="0" sldId="351"/>
            <ac:spMk id="20532" creationId="{01F75FB1-FA05-E792-5677-1408EBFE4895}"/>
          </ac:spMkLst>
        </pc:spChg>
        <pc:spChg chg="mod">
          <ac:chgData name="Ms Alina Arshad" userId="cccdfd85-d35d-4453-9c6f-a463aae40722" providerId="ADAL" clId="{EADAEE91-4A7C-4065-A245-779568A60DD0}" dt="2024-08-25T14:59:06.519" v="160" actId="1076"/>
          <ac:spMkLst>
            <pc:docMk/>
            <pc:sldMk cId="0" sldId="351"/>
            <ac:spMk id="20535" creationId="{B248B2D8-4FD5-CC0D-B842-158AE12C4F74}"/>
          </ac:spMkLst>
        </pc:spChg>
        <pc:spChg chg="mod">
          <ac:chgData name="Ms Alina Arshad" userId="cccdfd85-d35d-4453-9c6f-a463aae40722" providerId="ADAL" clId="{EADAEE91-4A7C-4065-A245-779568A60DD0}" dt="2024-08-25T14:59:06.519" v="160" actId="1076"/>
          <ac:spMkLst>
            <pc:docMk/>
            <pc:sldMk cId="0" sldId="351"/>
            <ac:spMk id="20536" creationId="{BC821949-4409-B6D2-0B76-CF34243713C4}"/>
          </ac:spMkLst>
        </pc:spChg>
        <pc:spChg chg="mod">
          <ac:chgData name="Ms Alina Arshad" userId="cccdfd85-d35d-4453-9c6f-a463aae40722" providerId="ADAL" clId="{EADAEE91-4A7C-4065-A245-779568A60DD0}" dt="2024-08-25T14:59:06.519" v="160" actId="1076"/>
          <ac:spMkLst>
            <pc:docMk/>
            <pc:sldMk cId="0" sldId="351"/>
            <ac:spMk id="20537" creationId="{D2F2A971-F446-C273-87FD-620558105FC1}"/>
          </ac:spMkLst>
        </pc:spChg>
        <pc:spChg chg="mod">
          <ac:chgData name="Ms Alina Arshad" userId="cccdfd85-d35d-4453-9c6f-a463aae40722" providerId="ADAL" clId="{EADAEE91-4A7C-4065-A245-779568A60DD0}" dt="2024-08-25T14:59:06.519" v="160" actId="1076"/>
          <ac:spMkLst>
            <pc:docMk/>
            <pc:sldMk cId="0" sldId="351"/>
            <ac:spMk id="20538" creationId="{8D694FCD-8075-29AA-7B6F-E3033267B8FA}"/>
          </ac:spMkLst>
        </pc:spChg>
        <pc:spChg chg="mod">
          <ac:chgData name="Ms Alina Arshad" userId="cccdfd85-d35d-4453-9c6f-a463aae40722" providerId="ADAL" clId="{EADAEE91-4A7C-4065-A245-779568A60DD0}" dt="2024-08-25T14:59:06.519" v="160" actId="1076"/>
          <ac:spMkLst>
            <pc:docMk/>
            <pc:sldMk cId="0" sldId="351"/>
            <ac:spMk id="20539" creationId="{C2E3A1C5-308C-D8E1-DF3B-D3F666024944}"/>
          </ac:spMkLst>
        </pc:spChg>
        <pc:spChg chg="mod">
          <ac:chgData name="Ms Alina Arshad" userId="cccdfd85-d35d-4453-9c6f-a463aae40722" providerId="ADAL" clId="{EADAEE91-4A7C-4065-A245-779568A60DD0}" dt="2024-08-25T14:59:06.519" v="160" actId="1076"/>
          <ac:spMkLst>
            <pc:docMk/>
            <pc:sldMk cId="0" sldId="351"/>
            <ac:spMk id="20540" creationId="{3D348CA4-5DDE-5C56-5FA0-AF17C8561F35}"/>
          </ac:spMkLst>
        </pc:spChg>
        <pc:spChg chg="mod">
          <ac:chgData name="Ms Alina Arshad" userId="cccdfd85-d35d-4453-9c6f-a463aae40722" providerId="ADAL" clId="{EADAEE91-4A7C-4065-A245-779568A60DD0}" dt="2024-08-25T14:59:06.519" v="160" actId="1076"/>
          <ac:spMkLst>
            <pc:docMk/>
            <pc:sldMk cId="0" sldId="351"/>
            <ac:spMk id="20541" creationId="{AFBDDBF6-D876-C151-24EF-4F8278F2BA34}"/>
          </ac:spMkLst>
        </pc:spChg>
        <pc:spChg chg="mod">
          <ac:chgData name="Ms Alina Arshad" userId="cccdfd85-d35d-4453-9c6f-a463aae40722" providerId="ADAL" clId="{EADAEE91-4A7C-4065-A245-779568A60DD0}" dt="2024-08-25T14:59:06.519" v="160" actId="1076"/>
          <ac:spMkLst>
            <pc:docMk/>
            <pc:sldMk cId="0" sldId="351"/>
            <ac:spMk id="20542" creationId="{DBB3D900-774B-536F-785C-E839802B58ED}"/>
          </ac:spMkLst>
        </pc:spChg>
        <pc:spChg chg="mod">
          <ac:chgData name="Ms Alina Arshad" userId="cccdfd85-d35d-4453-9c6f-a463aae40722" providerId="ADAL" clId="{EADAEE91-4A7C-4065-A245-779568A60DD0}" dt="2024-08-25T14:59:06.519" v="160" actId="1076"/>
          <ac:spMkLst>
            <pc:docMk/>
            <pc:sldMk cId="0" sldId="351"/>
            <ac:spMk id="20543" creationId="{0952B678-AF27-EA9B-4BB4-76D04C4889D8}"/>
          </ac:spMkLst>
        </pc:spChg>
        <pc:spChg chg="mod">
          <ac:chgData name="Ms Alina Arshad" userId="cccdfd85-d35d-4453-9c6f-a463aae40722" providerId="ADAL" clId="{EADAEE91-4A7C-4065-A245-779568A60DD0}" dt="2024-08-25T14:59:06.519" v="160" actId="1076"/>
          <ac:spMkLst>
            <pc:docMk/>
            <pc:sldMk cId="0" sldId="351"/>
            <ac:spMk id="20544" creationId="{82380CB0-76D2-D7C4-10F0-DE56CAED63AE}"/>
          </ac:spMkLst>
        </pc:spChg>
        <pc:grpChg chg="mod">
          <ac:chgData name="Ms Alina Arshad" userId="cccdfd85-d35d-4453-9c6f-a463aae40722" providerId="ADAL" clId="{EADAEE91-4A7C-4065-A245-779568A60DD0}" dt="2024-08-25T14:59:06.519" v="160" actId="1076"/>
          <ac:grpSpMkLst>
            <pc:docMk/>
            <pc:sldMk cId="0" sldId="351"/>
            <ac:grpSpMk id="2" creationId="{7F9631C9-A4A1-9EC8-8B28-D2C54EDAAC8E}"/>
          </ac:grpSpMkLst>
        </pc:grpChg>
        <pc:grpChg chg="mod">
          <ac:chgData name="Ms Alina Arshad" userId="cccdfd85-d35d-4453-9c6f-a463aae40722" providerId="ADAL" clId="{EADAEE91-4A7C-4065-A245-779568A60DD0}" dt="2024-08-25T14:59:06.519" v="160" actId="1076"/>
          <ac:grpSpMkLst>
            <pc:docMk/>
            <pc:sldMk cId="0" sldId="351"/>
            <ac:grpSpMk id="20485" creationId="{B7A9110E-17AF-7A9A-94CA-09682B01ADA7}"/>
          </ac:grpSpMkLst>
        </pc:grpChg>
        <pc:grpChg chg="mod">
          <ac:chgData name="Ms Alina Arshad" userId="cccdfd85-d35d-4453-9c6f-a463aae40722" providerId="ADAL" clId="{EADAEE91-4A7C-4065-A245-779568A60DD0}" dt="2024-08-25T14:59:06.519" v="160" actId="1076"/>
          <ac:grpSpMkLst>
            <pc:docMk/>
            <pc:sldMk cId="0" sldId="351"/>
            <ac:grpSpMk id="20486" creationId="{C87A5648-2ED0-13A1-E987-3804502F5DB1}"/>
          </ac:grpSpMkLst>
        </pc:grpChg>
        <pc:grpChg chg="mod">
          <ac:chgData name="Ms Alina Arshad" userId="cccdfd85-d35d-4453-9c6f-a463aae40722" providerId="ADAL" clId="{EADAEE91-4A7C-4065-A245-779568A60DD0}" dt="2024-08-25T14:59:06.519" v="160" actId="1076"/>
          <ac:grpSpMkLst>
            <pc:docMk/>
            <pc:sldMk cId="0" sldId="351"/>
            <ac:grpSpMk id="20487" creationId="{FEF07A09-23EB-692B-E7F8-931D9A1688D3}"/>
          </ac:grpSpMkLst>
        </pc:grpChg>
        <pc:grpChg chg="mod">
          <ac:chgData name="Ms Alina Arshad" userId="cccdfd85-d35d-4453-9c6f-a463aae40722" providerId="ADAL" clId="{EADAEE91-4A7C-4065-A245-779568A60DD0}" dt="2024-08-25T14:59:06.519" v="160" actId="1076"/>
          <ac:grpSpMkLst>
            <pc:docMk/>
            <pc:sldMk cId="0" sldId="351"/>
            <ac:grpSpMk id="20488" creationId="{4F49DAD8-804A-D178-31DD-036F4BAAAE47}"/>
          </ac:grpSpMkLst>
        </pc:grpChg>
        <pc:grpChg chg="mod">
          <ac:chgData name="Ms Alina Arshad" userId="cccdfd85-d35d-4453-9c6f-a463aae40722" providerId="ADAL" clId="{EADAEE91-4A7C-4065-A245-779568A60DD0}" dt="2024-08-25T14:59:06.519" v="160" actId="1076"/>
          <ac:grpSpMkLst>
            <pc:docMk/>
            <pc:sldMk cId="0" sldId="351"/>
            <ac:grpSpMk id="20489" creationId="{95027C7D-621B-B27C-733C-C9EC585D5C2C}"/>
          </ac:grpSpMkLst>
        </pc:grpChg>
        <pc:grpChg chg="mod">
          <ac:chgData name="Ms Alina Arshad" userId="cccdfd85-d35d-4453-9c6f-a463aae40722" providerId="ADAL" clId="{EADAEE91-4A7C-4065-A245-779568A60DD0}" dt="2024-08-25T14:59:06.519" v="160" actId="1076"/>
          <ac:grpSpMkLst>
            <pc:docMk/>
            <pc:sldMk cId="0" sldId="351"/>
            <ac:grpSpMk id="20492" creationId="{054DD1F6-623A-E71F-F6E2-064F30277D12}"/>
          </ac:grpSpMkLst>
        </pc:grpChg>
        <pc:grpChg chg="mod">
          <ac:chgData name="Ms Alina Arshad" userId="cccdfd85-d35d-4453-9c6f-a463aae40722" providerId="ADAL" clId="{EADAEE91-4A7C-4065-A245-779568A60DD0}" dt="2024-08-25T14:59:06.519" v="160" actId="1076"/>
          <ac:grpSpMkLst>
            <pc:docMk/>
            <pc:sldMk cId="0" sldId="351"/>
            <ac:grpSpMk id="20493" creationId="{6ECA2E41-720C-F599-9154-426F329E4A57}"/>
          </ac:grpSpMkLst>
        </pc:grpChg>
        <pc:grpChg chg="mod">
          <ac:chgData name="Ms Alina Arshad" userId="cccdfd85-d35d-4453-9c6f-a463aae40722" providerId="ADAL" clId="{EADAEE91-4A7C-4065-A245-779568A60DD0}" dt="2024-08-25T14:59:06.519" v="160" actId="1076"/>
          <ac:grpSpMkLst>
            <pc:docMk/>
            <pc:sldMk cId="0" sldId="351"/>
            <ac:grpSpMk id="20494" creationId="{1E4BF6B6-F9CB-5FE1-F3F4-5BA86F870DB1}"/>
          </ac:grpSpMkLst>
        </pc:grpChg>
        <pc:grpChg chg="mod">
          <ac:chgData name="Ms Alina Arshad" userId="cccdfd85-d35d-4453-9c6f-a463aae40722" providerId="ADAL" clId="{EADAEE91-4A7C-4065-A245-779568A60DD0}" dt="2024-08-25T14:59:06.519" v="160" actId="1076"/>
          <ac:grpSpMkLst>
            <pc:docMk/>
            <pc:sldMk cId="0" sldId="351"/>
            <ac:grpSpMk id="20505" creationId="{93453CF6-B129-40D6-76E3-5DC20D6CDA59}"/>
          </ac:grpSpMkLst>
        </pc:grpChg>
        <pc:grpChg chg="mod">
          <ac:chgData name="Ms Alina Arshad" userId="cccdfd85-d35d-4453-9c6f-a463aae40722" providerId="ADAL" clId="{EADAEE91-4A7C-4065-A245-779568A60DD0}" dt="2024-08-25T14:59:06.519" v="160" actId="1076"/>
          <ac:grpSpMkLst>
            <pc:docMk/>
            <pc:sldMk cId="0" sldId="351"/>
            <ac:grpSpMk id="20507" creationId="{DFBB99D5-D52B-1F57-9535-CF9B7EE26221}"/>
          </ac:grpSpMkLst>
        </pc:grpChg>
        <pc:grpChg chg="mod">
          <ac:chgData name="Ms Alina Arshad" userId="cccdfd85-d35d-4453-9c6f-a463aae40722" providerId="ADAL" clId="{EADAEE91-4A7C-4065-A245-779568A60DD0}" dt="2024-08-25T14:59:06.519" v="160" actId="1076"/>
          <ac:grpSpMkLst>
            <pc:docMk/>
            <pc:sldMk cId="0" sldId="351"/>
            <ac:grpSpMk id="20517" creationId="{264FBE28-AF63-C31F-376E-2E336D6CE572}"/>
          </ac:grpSpMkLst>
        </pc:grpChg>
        <pc:grpChg chg="mod">
          <ac:chgData name="Ms Alina Arshad" userId="cccdfd85-d35d-4453-9c6f-a463aae40722" providerId="ADAL" clId="{EADAEE91-4A7C-4065-A245-779568A60DD0}" dt="2024-08-25T14:59:06.519" v="160" actId="1076"/>
          <ac:grpSpMkLst>
            <pc:docMk/>
            <pc:sldMk cId="0" sldId="351"/>
            <ac:grpSpMk id="20520" creationId="{FC154E7D-4B1D-54F5-535F-267395724150}"/>
          </ac:grpSpMkLst>
        </pc:grpChg>
        <pc:grpChg chg="mod">
          <ac:chgData name="Ms Alina Arshad" userId="cccdfd85-d35d-4453-9c6f-a463aae40722" providerId="ADAL" clId="{EADAEE91-4A7C-4065-A245-779568A60DD0}" dt="2024-08-25T14:59:06.519" v="160" actId="1076"/>
          <ac:grpSpMkLst>
            <pc:docMk/>
            <pc:sldMk cId="0" sldId="351"/>
            <ac:grpSpMk id="20521" creationId="{D3F057E2-1931-2A47-5DEE-9A1C6D847247}"/>
          </ac:grpSpMkLst>
        </pc:grpChg>
        <pc:grpChg chg="mod">
          <ac:chgData name="Ms Alina Arshad" userId="cccdfd85-d35d-4453-9c6f-a463aae40722" providerId="ADAL" clId="{EADAEE91-4A7C-4065-A245-779568A60DD0}" dt="2024-08-25T14:59:06.519" v="160" actId="1076"/>
          <ac:grpSpMkLst>
            <pc:docMk/>
            <pc:sldMk cId="0" sldId="351"/>
            <ac:grpSpMk id="20530" creationId="{9329A31E-5CC2-8249-4436-0A6A6E596555}"/>
          </ac:grpSpMkLst>
        </pc:grpChg>
        <pc:grpChg chg="mod">
          <ac:chgData name="Ms Alina Arshad" userId="cccdfd85-d35d-4453-9c6f-a463aae40722" providerId="ADAL" clId="{EADAEE91-4A7C-4065-A245-779568A60DD0}" dt="2024-08-25T14:59:06.519" v="160" actId="1076"/>
          <ac:grpSpMkLst>
            <pc:docMk/>
            <pc:sldMk cId="0" sldId="351"/>
            <ac:grpSpMk id="20531" creationId="{84BB47A9-E83E-AEFB-27FA-6B66D827416E}"/>
          </ac:grpSpMkLst>
        </pc:grpChg>
        <pc:grpChg chg="mod">
          <ac:chgData name="Ms Alina Arshad" userId="cccdfd85-d35d-4453-9c6f-a463aae40722" providerId="ADAL" clId="{EADAEE91-4A7C-4065-A245-779568A60DD0}" dt="2024-08-25T14:59:06.519" v="160" actId="1076"/>
          <ac:grpSpMkLst>
            <pc:docMk/>
            <pc:sldMk cId="0" sldId="351"/>
            <ac:grpSpMk id="20533" creationId="{201B7CCB-5F34-F678-758F-0661DE8D959C}"/>
          </ac:grpSpMkLst>
        </pc:grpChg>
        <pc:grpChg chg="mod">
          <ac:chgData name="Ms Alina Arshad" userId="cccdfd85-d35d-4453-9c6f-a463aae40722" providerId="ADAL" clId="{EADAEE91-4A7C-4065-A245-779568A60DD0}" dt="2024-08-25T14:59:06.519" v="160" actId="1076"/>
          <ac:grpSpMkLst>
            <pc:docMk/>
            <pc:sldMk cId="0" sldId="351"/>
            <ac:grpSpMk id="20534" creationId="{0E9C74A4-0952-6E8E-DB45-32A6E2651681}"/>
          </ac:grpSpMkLst>
        </pc:grpChg>
      </pc:sldChg>
      <pc:sldChg chg="modSp add mod modAnim">
        <pc:chgData name="Ms Alina Arshad" userId="cccdfd85-d35d-4453-9c6f-a463aae40722" providerId="ADAL" clId="{EADAEE91-4A7C-4065-A245-779568A60DD0}" dt="2024-08-25T15:02:43.628" v="201" actId="12"/>
        <pc:sldMkLst>
          <pc:docMk/>
          <pc:sldMk cId="0" sldId="352"/>
        </pc:sldMkLst>
        <pc:spChg chg="mod">
          <ac:chgData name="Ms Alina Arshad" userId="cccdfd85-d35d-4453-9c6f-a463aae40722" providerId="ADAL" clId="{EADAEE91-4A7C-4065-A245-779568A60DD0}" dt="2024-08-25T15:02:43.628" v="201" actId="12"/>
          <ac:spMkLst>
            <pc:docMk/>
            <pc:sldMk cId="0" sldId="352"/>
            <ac:spMk id="2052" creationId="{B4DE60EB-A6E8-8EBF-8E19-B399561545C9}"/>
          </ac:spMkLst>
        </pc:spChg>
        <pc:spChg chg="mod">
          <ac:chgData name="Ms Alina Arshad" userId="cccdfd85-d35d-4453-9c6f-a463aae40722" providerId="ADAL" clId="{EADAEE91-4A7C-4065-A245-779568A60DD0}" dt="2024-08-25T15:01:36.327" v="178" actId="207"/>
          <ac:spMkLst>
            <pc:docMk/>
            <pc:sldMk cId="0" sldId="352"/>
            <ac:spMk id="22530" creationId="{81E4A2DE-EED4-BE27-0CBC-60AC4B3515B2}"/>
          </ac:spMkLst>
        </pc:spChg>
        <pc:graphicFrameChg chg="mod">
          <ac:chgData name="Ms Alina Arshad" userId="cccdfd85-d35d-4453-9c6f-a463aae40722" providerId="ADAL" clId="{EADAEE91-4A7C-4065-A245-779568A60DD0}" dt="2024-08-25T15:01:54.126" v="183" actId="1076"/>
          <ac:graphicFrameMkLst>
            <pc:docMk/>
            <pc:sldMk cId="0" sldId="352"/>
            <ac:graphicFrameMk id="2050" creationId="{69F5B8D4-45C1-7EAE-504B-933840C40481}"/>
          </ac:graphicFrameMkLst>
        </pc:graphicFrameChg>
      </pc:sldChg>
      <pc:sldChg chg="modSp add mod">
        <pc:chgData name="Ms Alina Arshad" userId="cccdfd85-d35d-4453-9c6f-a463aae40722" providerId="ADAL" clId="{EADAEE91-4A7C-4065-A245-779568A60DD0}" dt="2024-08-25T15:04:31.039" v="226" actId="1076"/>
        <pc:sldMkLst>
          <pc:docMk/>
          <pc:sldMk cId="0" sldId="353"/>
        </pc:sldMkLst>
        <pc:spChg chg="mod">
          <ac:chgData name="Ms Alina Arshad" userId="cccdfd85-d35d-4453-9c6f-a463aae40722" providerId="ADAL" clId="{EADAEE91-4A7C-4065-A245-779568A60DD0}" dt="2024-08-25T15:04:31.039" v="226" actId="1076"/>
          <ac:spMkLst>
            <pc:docMk/>
            <pc:sldMk cId="0" sldId="353"/>
            <ac:spMk id="12" creationId="{1B6A82AF-111F-D1BE-2D7D-3590FC2DDAC9}"/>
          </ac:spMkLst>
        </pc:spChg>
        <pc:spChg chg="mod">
          <ac:chgData name="Ms Alina Arshad" userId="cccdfd85-d35d-4453-9c6f-a463aae40722" providerId="ADAL" clId="{EADAEE91-4A7C-4065-A245-779568A60DD0}" dt="2024-08-25T15:04:18.556" v="222" actId="207"/>
          <ac:spMkLst>
            <pc:docMk/>
            <pc:sldMk cId="0" sldId="353"/>
            <ac:spMk id="13" creationId="{40BD6F9F-8B0E-8151-5595-E398BA5B69BC}"/>
          </ac:spMkLst>
        </pc:spChg>
        <pc:spChg chg="mod">
          <ac:chgData name="Ms Alina Arshad" userId="cccdfd85-d35d-4453-9c6f-a463aae40722" providerId="ADAL" clId="{EADAEE91-4A7C-4065-A245-779568A60DD0}" dt="2024-08-25T15:03:57.441" v="219" actId="207"/>
          <ac:spMkLst>
            <pc:docMk/>
            <pc:sldMk cId="0" sldId="353"/>
            <ac:spMk id="24578" creationId="{A6AAA39F-8495-7D22-ACDD-646A2CF1F432}"/>
          </ac:spMkLst>
        </pc:spChg>
        <pc:spChg chg="mod">
          <ac:chgData name="Ms Alina Arshad" userId="cccdfd85-d35d-4453-9c6f-a463aae40722" providerId="ADAL" clId="{EADAEE91-4A7C-4065-A245-779568A60DD0}" dt="2024-08-25T15:04:21.653" v="223" actId="207"/>
          <ac:spMkLst>
            <pc:docMk/>
            <pc:sldMk cId="0" sldId="353"/>
            <ac:spMk id="24579" creationId="{1D3E6F96-66D0-4256-B3BD-7CD77460DDD7}"/>
          </ac:spMkLst>
        </pc:spChg>
        <pc:spChg chg="mod">
          <ac:chgData name="Ms Alina Arshad" userId="cccdfd85-d35d-4453-9c6f-a463aae40722" providerId="ADAL" clId="{EADAEE91-4A7C-4065-A245-779568A60DD0}" dt="2024-08-25T15:04:25.363" v="224" actId="113"/>
          <ac:spMkLst>
            <pc:docMk/>
            <pc:sldMk cId="0" sldId="353"/>
            <ac:spMk id="24581" creationId="{AC6072E2-E180-4510-5672-05CB4006ADFA}"/>
          </ac:spMkLst>
        </pc:spChg>
      </pc:sldChg>
      <pc:sldChg chg="modSp add mod">
        <pc:chgData name="Ms Alina Arshad" userId="cccdfd85-d35d-4453-9c6f-a463aae40722" providerId="ADAL" clId="{EADAEE91-4A7C-4065-A245-779568A60DD0}" dt="2024-08-25T15:04:55.549" v="232" actId="113"/>
        <pc:sldMkLst>
          <pc:docMk/>
          <pc:sldMk cId="0" sldId="354"/>
        </pc:sldMkLst>
        <pc:spChg chg="mod">
          <ac:chgData name="Ms Alina Arshad" userId="cccdfd85-d35d-4453-9c6f-a463aae40722" providerId="ADAL" clId="{EADAEE91-4A7C-4065-A245-779568A60DD0}" dt="2024-08-25T15:04:44.641" v="229" actId="207"/>
          <ac:spMkLst>
            <pc:docMk/>
            <pc:sldMk cId="0" sldId="354"/>
            <ac:spMk id="8" creationId="{643E073A-7DD6-73B9-FE08-31C2814707E7}"/>
          </ac:spMkLst>
        </pc:spChg>
        <pc:spChg chg="mod">
          <ac:chgData name="Ms Alina Arshad" userId="cccdfd85-d35d-4453-9c6f-a463aae40722" providerId="ADAL" clId="{EADAEE91-4A7C-4065-A245-779568A60DD0}" dt="2024-08-25T15:04:55.549" v="232" actId="113"/>
          <ac:spMkLst>
            <pc:docMk/>
            <pc:sldMk cId="0" sldId="354"/>
            <ac:spMk id="15" creationId="{220352EF-14A6-A74A-D1D9-AE269D4104D5}"/>
          </ac:spMkLst>
        </pc:spChg>
        <pc:spChg chg="mod">
          <ac:chgData name="Ms Alina Arshad" userId="cccdfd85-d35d-4453-9c6f-a463aae40722" providerId="ADAL" clId="{EADAEE91-4A7C-4065-A245-779568A60DD0}" dt="2024-08-25T15:04:37.382" v="227" actId="207"/>
          <ac:spMkLst>
            <pc:docMk/>
            <pc:sldMk cId="0" sldId="354"/>
            <ac:spMk id="25602" creationId="{763249DC-6058-8C52-C85A-8BDD92970B7F}"/>
          </ac:spMkLst>
        </pc:spChg>
        <pc:spChg chg="mod">
          <ac:chgData name="Ms Alina Arshad" userId="cccdfd85-d35d-4453-9c6f-a463aae40722" providerId="ADAL" clId="{EADAEE91-4A7C-4065-A245-779568A60DD0}" dt="2024-08-25T15:04:41.757" v="228" actId="207"/>
          <ac:spMkLst>
            <pc:docMk/>
            <pc:sldMk cId="0" sldId="354"/>
            <ac:spMk id="25603" creationId="{BF524721-A574-8A8A-2F01-CF97DC19A676}"/>
          </ac:spMkLst>
        </pc:spChg>
        <pc:spChg chg="mod">
          <ac:chgData name="Ms Alina Arshad" userId="cccdfd85-d35d-4453-9c6f-a463aae40722" providerId="ADAL" clId="{EADAEE91-4A7C-4065-A245-779568A60DD0}" dt="2024-08-25T15:04:51.278" v="231" actId="1076"/>
          <ac:spMkLst>
            <pc:docMk/>
            <pc:sldMk cId="0" sldId="354"/>
            <ac:spMk id="25605" creationId="{4AD958AC-ED29-36C3-55AE-161AB81FAC71}"/>
          </ac:spMkLst>
        </pc:spChg>
      </pc:sldChg>
      <pc:sldChg chg="modSp add mod">
        <pc:chgData name="Ms Alina Arshad" userId="cccdfd85-d35d-4453-9c6f-a463aae40722" providerId="ADAL" clId="{EADAEE91-4A7C-4065-A245-779568A60DD0}" dt="2024-08-25T14:58:07.978" v="147" actId="207"/>
        <pc:sldMkLst>
          <pc:docMk/>
          <pc:sldMk cId="0" sldId="355"/>
        </pc:sldMkLst>
        <pc:spChg chg="mod">
          <ac:chgData name="Ms Alina Arshad" userId="cccdfd85-d35d-4453-9c6f-a463aae40722" providerId="ADAL" clId="{EADAEE91-4A7C-4065-A245-779568A60DD0}" dt="2024-08-25T14:58:07.978" v="147" actId="207"/>
          <ac:spMkLst>
            <pc:docMk/>
            <pc:sldMk cId="0" sldId="355"/>
            <ac:spMk id="3" creationId="{D85BE8BD-8465-2E9F-8E33-04A29E3523A4}"/>
          </ac:spMkLst>
        </pc:spChg>
        <pc:spChg chg="mod">
          <ac:chgData name="Ms Alina Arshad" userId="cccdfd85-d35d-4453-9c6f-a463aae40722" providerId="ADAL" clId="{EADAEE91-4A7C-4065-A245-779568A60DD0}" dt="2024-08-25T14:57:47.486" v="142" actId="207"/>
          <ac:spMkLst>
            <pc:docMk/>
            <pc:sldMk cId="0" sldId="355"/>
            <ac:spMk id="17410" creationId="{C3FC1DD1-B58D-09D5-C15F-8926BFD5C267}"/>
          </ac:spMkLst>
        </pc:spChg>
      </pc:sldChg>
      <pc:sldChg chg="modSp add mod modAnim">
        <pc:chgData name="Ms Alina Arshad" userId="cccdfd85-d35d-4453-9c6f-a463aae40722" providerId="ADAL" clId="{EADAEE91-4A7C-4065-A245-779568A60DD0}" dt="2024-08-25T15:03:12.680" v="212" actId="12"/>
        <pc:sldMkLst>
          <pc:docMk/>
          <pc:sldMk cId="0" sldId="356"/>
        </pc:sldMkLst>
        <pc:spChg chg="mod">
          <ac:chgData name="Ms Alina Arshad" userId="cccdfd85-d35d-4453-9c6f-a463aae40722" providerId="ADAL" clId="{EADAEE91-4A7C-4065-A245-779568A60DD0}" dt="2024-08-25T15:03:12.680" v="212" actId="12"/>
          <ac:spMkLst>
            <pc:docMk/>
            <pc:sldMk cId="0" sldId="356"/>
            <ac:spMk id="3" creationId="{A0C26980-5FCF-11CE-42EA-C789EFC81BF9}"/>
          </ac:spMkLst>
        </pc:spChg>
        <pc:spChg chg="mod">
          <ac:chgData name="Ms Alina Arshad" userId="cccdfd85-d35d-4453-9c6f-a463aae40722" providerId="ADAL" clId="{EADAEE91-4A7C-4065-A245-779568A60DD0}" dt="2024-08-25T14:59:50.347" v="170" actId="1076"/>
          <ac:spMkLst>
            <pc:docMk/>
            <pc:sldMk cId="0" sldId="356"/>
            <ac:spMk id="6" creationId="{E1E67165-1674-230D-4202-24CCC9DB983B}"/>
          </ac:spMkLst>
        </pc:spChg>
        <pc:spChg chg="mod">
          <ac:chgData name="Ms Alina Arshad" userId="cccdfd85-d35d-4453-9c6f-a463aae40722" providerId="ADAL" clId="{EADAEE91-4A7C-4065-A245-779568A60DD0}" dt="2024-08-25T14:59:34.753" v="167" actId="207"/>
          <ac:spMkLst>
            <pc:docMk/>
            <pc:sldMk cId="0" sldId="356"/>
            <ac:spMk id="21506" creationId="{2FDC0C03-1A50-AFEA-680D-11CB0080FD7C}"/>
          </ac:spMkLst>
        </pc:spChg>
        <pc:graphicFrameChg chg="mod">
          <ac:chgData name="Ms Alina Arshad" userId="cccdfd85-d35d-4453-9c6f-a463aae40722" providerId="ADAL" clId="{EADAEE91-4A7C-4065-A245-779568A60DD0}" dt="2024-08-25T14:59:45.178" v="169" actId="1076"/>
          <ac:graphicFrameMkLst>
            <pc:docMk/>
            <pc:sldMk cId="0" sldId="356"/>
            <ac:graphicFrameMk id="21509" creationId="{81D7D4B2-F8DF-09C0-AA5D-0071884A3BF6}"/>
          </ac:graphicFrameMkLst>
        </pc:graphicFrameChg>
      </pc:sldChg>
      <pc:sldChg chg="modSp add mod">
        <pc:chgData name="Ms Alina Arshad" userId="cccdfd85-d35d-4453-9c6f-a463aae40722" providerId="ADAL" clId="{EADAEE91-4A7C-4065-A245-779568A60DD0}" dt="2024-08-25T15:03:39.380" v="218" actId="1036"/>
        <pc:sldMkLst>
          <pc:docMk/>
          <pc:sldMk cId="0" sldId="357"/>
        </pc:sldMkLst>
        <pc:spChg chg="mod">
          <ac:chgData name="Ms Alina Arshad" userId="cccdfd85-d35d-4453-9c6f-a463aae40722" providerId="ADAL" clId="{EADAEE91-4A7C-4065-A245-779568A60DD0}" dt="2024-08-25T15:03:35.390" v="215" actId="1076"/>
          <ac:spMkLst>
            <pc:docMk/>
            <pc:sldMk cId="0" sldId="357"/>
            <ac:spMk id="23554" creationId="{715C96A0-76EB-2410-6028-7CC970A627D0}"/>
          </ac:spMkLst>
        </pc:spChg>
        <pc:graphicFrameChg chg="mod">
          <ac:chgData name="Ms Alina Arshad" userId="cccdfd85-d35d-4453-9c6f-a463aae40722" providerId="ADAL" clId="{EADAEE91-4A7C-4065-A245-779568A60DD0}" dt="2024-08-25T15:03:39.380" v="218" actId="1036"/>
          <ac:graphicFrameMkLst>
            <pc:docMk/>
            <pc:sldMk cId="0" sldId="357"/>
            <ac:graphicFrameMk id="4" creationId="{B1D77928-E685-A06F-FA78-FDDCC75A6255}"/>
          </ac:graphicFrameMkLst>
        </pc:graphicFrameChg>
      </pc:sldChg>
      <pc:sldChg chg="modSp add mod">
        <pc:chgData name="Ms Alina Arshad" userId="cccdfd85-d35d-4453-9c6f-a463aae40722" providerId="ADAL" clId="{EADAEE91-4A7C-4065-A245-779568A60DD0}" dt="2024-08-25T15:05:45.451" v="243" actId="14100"/>
        <pc:sldMkLst>
          <pc:docMk/>
          <pc:sldMk cId="0" sldId="359"/>
        </pc:sldMkLst>
        <pc:spChg chg="mod">
          <ac:chgData name="Ms Alina Arshad" userId="cccdfd85-d35d-4453-9c6f-a463aae40722" providerId="ADAL" clId="{EADAEE91-4A7C-4065-A245-779568A60DD0}" dt="2024-08-25T15:05:45.451" v="243" actId="14100"/>
          <ac:spMkLst>
            <pc:docMk/>
            <pc:sldMk cId="0" sldId="359"/>
            <ac:spMk id="3" creationId="{69781428-DBFB-ECB6-E9C1-D0A247A45649}"/>
          </ac:spMkLst>
        </pc:spChg>
        <pc:spChg chg="mod">
          <ac:chgData name="Ms Alina Arshad" userId="cccdfd85-d35d-4453-9c6f-a463aae40722" providerId="ADAL" clId="{EADAEE91-4A7C-4065-A245-779568A60DD0}" dt="2024-08-25T15:05:24.436" v="236" actId="207"/>
          <ac:spMkLst>
            <pc:docMk/>
            <pc:sldMk cId="0" sldId="359"/>
            <ac:spMk id="27650" creationId="{3601D225-8BCB-CD61-89F6-BD0091383FA4}"/>
          </ac:spMkLst>
        </pc:spChg>
      </pc:sldChg>
      <pc:sldChg chg="modSp add mod">
        <pc:chgData name="Ms Alina Arshad" userId="cccdfd85-d35d-4453-9c6f-a463aae40722" providerId="ADAL" clId="{EADAEE91-4A7C-4065-A245-779568A60DD0}" dt="2024-08-25T15:06:27.309" v="255" actId="1076"/>
        <pc:sldMkLst>
          <pc:docMk/>
          <pc:sldMk cId="0" sldId="360"/>
        </pc:sldMkLst>
        <pc:spChg chg="mod">
          <ac:chgData name="Ms Alina Arshad" userId="cccdfd85-d35d-4453-9c6f-a463aae40722" providerId="ADAL" clId="{EADAEE91-4A7C-4065-A245-779568A60DD0}" dt="2024-08-25T15:06:12.105" v="252" actId="14100"/>
          <ac:spMkLst>
            <pc:docMk/>
            <pc:sldMk cId="0" sldId="360"/>
            <ac:spMk id="3" creationId="{5A29B148-68E9-42A4-AAEF-21C44FB97CC8}"/>
          </ac:spMkLst>
        </pc:spChg>
        <pc:spChg chg="mod">
          <ac:chgData name="Ms Alina Arshad" userId="cccdfd85-d35d-4453-9c6f-a463aae40722" providerId="ADAL" clId="{EADAEE91-4A7C-4065-A245-779568A60DD0}" dt="2024-08-25T15:06:27.309" v="255" actId="1076"/>
          <ac:spMkLst>
            <pc:docMk/>
            <pc:sldMk cId="0" sldId="360"/>
            <ac:spMk id="28674" creationId="{5DF05B7C-3FB9-7AAD-79F2-F672F7AE8C7B}"/>
          </ac:spMkLst>
        </pc:spChg>
      </pc:sldChg>
      <pc:sldChg chg="delSp del mod">
        <pc:chgData name="Ms Alina Arshad" userId="cccdfd85-d35d-4453-9c6f-a463aae40722" providerId="ADAL" clId="{EADAEE91-4A7C-4065-A245-779568A60DD0}" dt="2024-08-25T15:14:04.534" v="324" actId="2696"/>
        <pc:sldMkLst>
          <pc:docMk/>
          <pc:sldMk cId="1781116589" sldId="366"/>
        </pc:sldMkLst>
        <pc:spChg chg="del">
          <ac:chgData name="Ms Alina Arshad" userId="cccdfd85-d35d-4453-9c6f-a463aae40722" providerId="ADAL" clId="{EADAEE91-4A7C-4065-A245-779568A60DD0}" dt="2024-08-25T13:49:30.341" v="85" actId="478"/>
          <ac:spMkLst>
            <pc:docMk/>
            <pc:sldMk cId="1781116589" sldId="366"/>
            <ac:spMk id="4" creationId="{00000000-0000-0000-0000-000000000000}"/>
          </ac:spMkLst>
        </pc:spChg>
      </pc:sldChg>
      <pc:sldChg chg="delSp modSp del mod">
        <pc:chgData name="Ms Alina Arshad" userId="cccdfd85-d35d-4453-9c6f-a463aae40722" providerId="ADAL" clId="{EADAEE91-4A7C-4065-A245-779568A60DD0}" dt="2024-08-25T15:13:48.352" v="323" actId="2696"/>
        <pc:sldMkLst>
          <pc:docMk/>
          <pc:sldMk cId="2646350301" sldId="367"/>
        </pc:sldMkLst>
        <pc:spChg chg="mod">
          <ac:chgData name="Ms Alina Arshad" userId="cccdfd85-d35d-4453-9c6f-a463aae40722" providerId="ADAL" clId="{EADAEE91-4A7C-4065-A245-779568A60DD0}" dt="2024-08-25T15:13:28.452" v="322" actId="207"/>
          <ac:spMkLst>
            <pc:docMk/>
            <pc:sldMk cId="2646350301" sldId="367"/>
            <ac:spMk id="3" creationId="{2518979F-5DCB-4663-9049-A6A42C1D2313}"/>
          </ac:spMkLst>
        </pc:spChg>
        <pc:spChg chg="del">
          <ac:chgData name="Ms Alina Arshad" userId="cccdfd85-d35d-4453-9c6f-a463aae40722" providerId="ADAL" clId="{EADAEE91-4A7C-4065-A245-779568A60DD0}" dt="2024-08-25T13:49:36.906" v="86" actId="478"/>
          <ac:spMkLst>
            <pc:docMk/>
            <pc:sldMk cId="2646350301" sldId="367"/>
            <ac:spMk id="4" creationId="{00000000-0000-0000-0000-000000000000}"/>
          </ac:spMkLst>
        </pc:spChg>
        <pc:spChg chg="del">
          <ac:chgData name="Ms Alina Arshad" userId="cccdfd85-d35d-4453-9c6f-a463aae40722" providerId="ADAL" clId="{EADAEE91-4A7C-4065-A245-779568A60DD0}" dt="2024-08-25T13:49:42.150" v="87" actId="478"/>
          <ac:spMkLst>
            <pc:docMk/>
            <pc:sldMk cId="2646350301" sldId="367"/>
            <ac:spMk id="5" creationId="{00000000-0000-0000-0000-000000000000}"/>
          </ac:spMkLst>
        </pc:spChg>
      </pc:sldChg>
      <pc:sldChg chg="modSp add mod">
        <pc:chgData name="Ms Alina Arshad" userId="cccdfd85-d35d-4453-9c6f-a463aae40722" providerId="ADAL" clId="{EADAEE91-4A7C-4065-A245-779568A60DD0}" dt="2024-08-25T15:08:15.486" v="296" actId="207"/>
        <pc:sldMkLst>
          <pc:docMk/>
          <pc:sldMk cId="0" sldId="368"/>
        </pc:sldMkLst>
        <pc:spChg chg="mod">
          <ac:chgData name="Ms Alina Arshad" userId="cccdfd85-d35d-4453-9c6f-a463aae40722" providerId="ADAL" clId="{EADAEE91-4A7C-4065-A245-779568A60DD0}" dt="2024-08-25T15:08:15.486" v="296" actId="207"/>
          <ac:spMkLst>
            <pc:docMk/>
            <pc:sldMk cId="0" sldId="368"/>
            <ac:spMk id="31746" creationId="{3F73AF0F-32BB-BF3D-2A46-896C3B9747AB}"/>
          </ac:spMkLst>
        </pc:spChg>
      </pc:sldChg>
      <pc:sldChg chg="modSp add mod">
        <pc:chgData name="Ms Alina Arshad" userId="cccdfd85-d35d-4453-9c6f-a463aae40722" providerId="ADAL" clId="{EADAEE91-4A7C-4065-A245-779568A60DD0}" dt="2024-08-25T15:05:05.625" v="234" actId="207"/>
        <pc:sldMkLst>
          <pc:docMk/>
          <pc:sldMk cId="0" sldId="369"/>
        </pc:sldMkLst>
        <pc:spChg chg="mod">
          <ac:chgData name="Ms Alina Arshad" userId="cccdfd85-d35d-4453-9c6f-a463aae40722" providerId="ADAL" clId="{EADAEE91-4A7C-4065-A245-779568A60DD0}" dt="2024-08-25T15:05:05.625" v="234" actId="207"/>
          <ac:spMkLst>
            <pc:docMk/>
            <pc:sldMk cId="0" sldId="369"/>
            <ac:spMk id="26626" creationId="{A4F027D1-2AC1-1C80-C6CA-8BCE00F02C1D}"/>
          </ac:spMkLst>
        </pc:spChg>
      </pc:sldChg>
      <pc:sldChg chg="delSp add del mod">
        <pc:chgData name="Ms Alina Arshad" userId="cccdfd85-d35d-4453-9c6f-a463aae40722" providerId="ADAL" clId="{EADAEE91-4A7C-4065-A245-779568A60DD0}" dt="2024-08-25T15:13:48.352" v="323" actId="2696"/>
        <pc:sldMkLst>
          <pc:docMk/>
          <pc:sldMk cId="894339878" sldId="370"/>
        </pc:sldMkLst>
        <pc:spChg chg="del">
          <ac:chgData name="Ms Alina Arshad" userId="cccdfd85-d35d-4453-9c6f-a463aae40722" providerId="ADAL" clId="{EADAEE91-4A7C-4065-A245-779568A60DD0}" dt="2024-08-25T13:51:31.553" v="92" actId="478"/>
          <ac:spMkLst>
            <pc:docMk/>
            <pc:sldMk cId="894339878" sldId="370"/>
            <ac:spMk id="2" creationId="{00000000-0000-0000-0000-000000000000}"/>
          </ac:spMkLst>
        </pc:spChg>
        <pc:spChg chg="del">
          <ac:chgData name="Ms Alina Arshad" userId="cccdfd85-d35d-4453-9c6f-a463aae40722" providerId="ADAL" clId="{EADAEE91-4A7C-4065-A245-779568A60DD0}" dt="2024-08-25T13:51:33.286" v="93" actId="478"/>
          <ac:spMkLst>
            <pc:docMk/>
            <pc:sldMk cId="894339878" sldId="370"/>
            <ac:spMk id="5" creationId="{00000000-0000-0000-0000-000000000000}"/>
          </ac:spMkLst>
        </pc:spChg>
      </pc:sldChg>
      <pc:sldChg chg="modSp add mod">
        <pc:chgData name="Ms Alina Arshad" userId="cccdfd85-d35d-4453-9c6f-a463aae40722" providerId="ADAL" clId="{EADAEE91-4A7C-4065-A245-779568A60DD0}" dt="2024-08-25T15:08:38.988" v="299" actId="1076"/>
        <pc:sldMkLst>
          <pc:docMk/>
          <pc:sldMk cId="3002628608" sldId="371"/>
        </pc:sldMkLst>
        <pc:spChg chg="mod">
          <ac:chgData name="Ms Alina Arshad" userId="cccdfd85-d35d-4453-9c6f-a463aae40722" providerId="ADAL" clId="{EADAEE91-4A7C-4065-A245-779568A60DD0}" dt="2024-08-25T15:08:38.988" v="299" actId="1076"/>
          <ac:spMkLst>
            <pc:docMk/>
            <pc:sldMk cId="3002628608" sldId="371"/>
            <ac:spMk id="4" creationId="{94D4E49B-D791-29C0-F6A5-C1046AC56CDE}"/>
          </ac:spMkLst>
        </pc:spChg>
        <pc:spChg chg="mod">
          <ac:chgData name="Ms Alina Arshad" userId="cccdfd85-d35d-4453-9c6f-a463aae40722" providerId="ADAL" clId="{EADAEE91-4A7C-4065-A245-779568A60DD0}" dt="2024-08-25T15:08:30.414" v="298" actId="1076"/>
          <ac:spMkLst>
            <pc:docMk/>
            <pc:sldMk cId="3002628608" sldId="371"/>
            <ac:spMk id="32770" creationId="{FA441A40-7A87-2958-591E-25A88C4756ED}"/>
          </ac:spMkLst>
        </pc:spChg>
      </pc:sldChg>
      <pc:sldChg chg="modSp add mod">
        <pc:chgData name="Ms Alina Arshad" userId="cccdfd85-d35d-4453-9c6f-a463aae40722" providerId="ADAL" clId="{EADAEE91-4A7C-4065-A245-779568A60DD0}" dt="2024-08-25T15:08:51.078" v="301" actId="207"/>
        <pc:sldMkLst>
          <pc:docMk/>
          <pc:sldMk cId="0" sldId="372"/>
        </pc:sldMkLst>
        <pc:spChg chg="mod">
          <ac:chgData name="Ms Alina Arshad" userId="cccdfd85-d35d-4453-9c6f-a463aae40722" providerId="ADAL" clId="{EADAEE91-4A7C-4065-A245-779568A60DD0}" dt="2024-08-25T15:08:51.078" v="301" actId="207"/>
          <ac:spMkLst>
            <pc:docMk/>
            <pc:sldMk cId="0" sldId="372"/>
            <ac:spMk id="33794" creationId="{21B4FF6A-7A53-1B02-2C5F-197ADE8BB9A5}"/>
          </ac:spMkLst>
        </pc:spChg>
      </pc:sldChg>
      <pc:sldChg chg="delSp modSp add del mod">
        <pc:chgData name="Ms Alina Arshad" userId="cccdfd85-d35d-4453-9c6f-a463aae40722" providerId="ADAL" clId="{EADAEE91-4A7C-4065-A245-779568A60DD0}" dt="2024-08-25T15:13:48.352" v="323" actId="2696"/>
        <pc:sldMkLst>
          <pc:docMk/>
          <pc:sldMk cId="2581933320" sldId="373"/>
        </pc:sldMkLst>
        <pc:spChg chg="del">
          <ac:chgData name="Ms Alina Arshad" userId="cccdfd85-d35d-4453-9c6f-a463aae40722" providerId="ADAL" clId="{EADAEE91-4A7C-4065-A245-779568A60DD0}" dt="2024-08-25T13:51:25.425" v="90" actId="478"/>
          <ac:spMkLst>
            <pc:docMk/>
            <pc:sldMk cId="2581933320" sldId="373"/>
            <ac:spMk id="5" creationId="{00000000-0000-0000-0000-000000000000}"/>
          </ac:spMkLst>
        </pc:spChg>
        <pc:spChg chg="del">
          <ac:chgData name="Ms Alina Arshad" userId="cccdfd85-d35d-4453-9c6f-a463aae40722" providerId="ADAL" clId="{EADAEE91-4A7C-4065-A245-779568A60DD0}" dt="2024-08-25T13:51:27.178" v="91" actId="478"/>
          <ac:spMkLst>
            <pc:docMk/>
            <pc:sldMk cId="2581933320" sldId="373"/>
            <ac:spMk id="6" creationId="{00000000-0000-0000-0000-000000000000}"/>
          </ac:spMkLst>
        </pc:spChg>
        <pc:picChg chg="mod">
          <ac:chgData name="Ms Alina Arshad" userId="cccdfd85-d35d-4453-9c6f-a463aae40722" providerId="ADAL" clId="{EADAEE91-4A7C-4065-A245-779568A60DD0}" dt="2024-08-25T13:51:23.578" v="89" actId="1076"/>
          <ac:picMkLst>
            <pc:docMk/>
            <pc:sldMk cId="2581933320" sldId="373"/>
            <ac:picMk id="4" creationId="{47E901C3-88FE-4B0F-8736-32CA0B98907C}"/>
          </ac:picMkLst>
        </pc:picChg>
      </pc:sldChg>
      <pc:sldChg chg="modSp add mod">
        <pc:chgData name="Ms Alina Arshad" userId="cccdfd85-d35d-4453-9c6f-a463aae40722" providerId="ADAL" clId="{EADAEE91-4A7C-4065-A245-779568A60DD0}" dt="2024-08-25T14:58:46.193" v="155" actId="14100"/>
        <pc:sldMkLst>
          <pc:docMk/>
          <pc:sldMk cId="0" sldId="374"/>
        </pc:sldMkLst>
        <pc:spChg chg="mod">
          <ac:chgData name="Ms Alina Arshad" userId="cccdfd85-d35d-4453-9c6f-a463aae40722" providerId="ADAL" clId="{EADAEE91-4A7C-4065-A245-779568A60DD0}" dt="2024-08-25T14:58:41.662" v="153" actId="1076"/>
          <ac:spMkLst>
            <pc:docMk/>
            <pc:sldMk cId="0" sldId="374"/>
            <ac:spMk id="19458" creationId="{257D38D8-EC6F-DB19-5669-DB3AFD529775}"/>
          </ac:spMkLst>
        </pc:spChg>
        <pc:picChg chg="mod">
          <ac:chgData name="Ms Alina Arshad" userId="cccdfd85-d35d-4453-9c6f-a463aae40722" providerId="ADAL" clId="{EADAEE91-4A7C-4065-A245-779568A60DD0}" dt="2024-08-25T14:58:46.193" v="155" actId="14100"/>
          <ac:picMkLst>
            <pc:docMk/>
            <pc:sldMk cId="0" sldId="374"/>
            <ac:picMk id="19459" creationId="{08D96F9A-03EF-D418-E75A-0E6D82E325DD}"/>
          </ac:picMkLst>
        </pc:picChg>
      </pc:sldChg>
      <pc:sldChg chg="del">
        <pc:chgData name="Ms Alina Arshad" userId="cccdfd85-d35d-4453-9c6f-a463aae40722" providerId="ADAL" clId="{EADAEE91-4A7C-4065-A245-779568A60DD0}" dt="2024-08-25T13:34:25.062" v="0" actId="47"/>
        <pc:sldMkLst>
          <pc:docMk/>
          <pc:sldMk cId="50377824" sldId="375"/>
        </pc:sldMkLst>
      </pc:sldChg>
      <pc:sldChg chg="del">
        <pc:chgData name="Ms Alina Arshad" userId="cccdfd85-d35d-4453-9c6f-a463aae40722" providerId="ADAL" clId="{EADAEE91-4A7C-4065-A245-779568A60DD0}" dt="2024-08-25T13:34:25.561" v="1" actId="47"/>
        <pc:sldMkLst>
          <pc:docMk/>
          <pc:sldMk cId="387448209" sldId="376"/>
        </pc:sldMkLst>
      </pc:sldChg>
      <pc:sldChg chg="modSp add mod">
        <pc:chgData name="Ms Alina Arshad" userId="cccdfd85-d35d-4453-9c6f-a463aae40722" providerId="ADAL" clId="{EADAEE91-4A7C-4065-A245-779568A60DD0}" dt="2024-08-25T15:10:28.603" v="313" actId="14100"/>
        <pc:sldMkLst>
          <pc:docMk/>
          <pc:sldMk cId="0" sldId="377"/>
        </pc:sldMkLst>
        <pc:spChg chg="mod">
          <ac:chgData name="Ms Alina Arshad" userId="cccdfd85-d35d-4453-9c6f-a463aae40722" providerId="ADAL" clId="{EADAEE91-4A7C-4065-A245-779568A60DD0}" dt="2024-08-25T15:10:28.603" v="313" actId="14100"/>
          <ac:spMkLst>
            <pc:docMk/>
            <pc:sldMk cId="0" sldId="377"/>
            <ac:spMk id="3" creationId="{9C77C349-0A59-5576-A92B-0169D43EA6ED}"/>
          </ac:spMkLst>
        </pc:spChg>
        <pc:spChg chg="mod">
          <ac:chgData name="Ms Alina Arshad" userId="cccdfd85-d35d-4453-9c6f-a463aae40722" providerId="ADAL" clId="{EADAEE91-4A7C-4065-A245-779568A60DD0}" dt="2024-08-25T14:57:11.438" v="131" actId="207"/>
          <ac:spMkLst>
            <pc:docMk/>
            <pc:sldMk cId="0" sldId="377"/>
            <ac:spMk id="16386" creationId="{D17D7E4F-39CA-AA82-79C3-3E53DD62665E}"/>
          </ac:spMkLst>
        </pc:spChg>
      </pc:sldChg>
      <pc:sldChg chg="del">
        <pc:chgData name="Ms Alina Arshad" userId="cccdfd85-d35d-4453-9c6f-a463aae40722" providerId="ADAL" clId="{EADAEE91-4A7C-4065-A245-779568A60DD0}" dt="2024-08-25T13:35:28.486" v="4" actId="2696"/>
        <pc:sldMkLst>
          <pc:docMk/>
          <pc:sldMk cId="878700326" sldId="377"/>
        </pc:sldMkLst>
      </pc:sldChg>
      <pc:sldChg chg="delSp modSp del mod ord">
        <pc:chgData name="Ms Alina Arshad" userId="cccdfd85-d35d-4453-9c6f-a463aae40722" providerId="ADAL" clId="{EADAEE91-4A7C-4065-A245-779568A60DD0}" dt="2024-08-25T15:10:58.195" v="314" actId="47"/>
        <pc:sldMkLst>
          <pc:docMk/>
          <pc:sldMk cId="4064093034" sldId="378"/>
        </pc:sldMkLst>
        <pc:spChg chg="mod">
          <ac:chgData name="Ms Alina Arshad" userId="cccdfd85-d35d-4453-9c6f-a463aae40722" providerId="ADAL" clId="{EADAEE91-4A7C-4065-A245-779568A60DD0}" dt="2024-08-25T14:52:44.627" v="101" actId="207"/>
          <ac:spMkLst>
            <pc:docMk/>
            <pc:sldMk cId="4064093034" sldId="378"/>
            <ac:spMk id="2" creationId="{5968DE79-4CF3-4764-A498-BFA5C2621DBE}"/>
          </ac:spMkLst>
        </pc:spChg>
        <pc:spChg chg="mod">
          <ac:chgData name="Ms Alina Arshad" userId="cccdfd85-d35d-4453-9c6f-a463aae40722" providerId="ADAL" clId="{EADAEE91-4A7C-4065-A245-779568A60DD0}" dt="2024-08-25T14:52:44.627" v="101" actId="207"/>
          <ac:spMkLst>
            <pc:docMk/>
            <pc:sldMk cId="4064093034" sldId="378"/>
            <ac:spMk id="3" creationId="{43DC346B-280B-4E52-8205-38BC91F5925A}"/>
          </ac:spMkLst>
        </pc:spChg>
        <pc:spChg chg="del">
          <ac:chgData name="Ms Alina Arshad" userId="cccdfd85-d35d-4453-9c6f-a463aae40722" providerId="ADAL" clId="{EADAEE91-4A7C-4065-A245-779568A60DD0}" dt="2024-08-25T13:41:07.411" v="7" actId="478"/>
          <ac:spMkLst>
            <pc:docMk/>
            <pc:sldMk cId="4064093034" sldId="378"/>
            <ac:spMk id="5" creationId="{00000000-0000-0000-0000-000000000000}"/>
          </ac:spMkLst>
        </pc:spChg>
        <pc:spChg chg="del">
          <ac:chgData name="Ms Alina Arshad" userId="cccdfd85-d35d-4453-9c6f-a463aae40722" providerId="ADAL" clId="{EADAEE91-4A7C-4065-A245-779568A60DD0}" dt="2024-08-25T13:41:10.096" v="8" actId="478"/>
          <ac:spMkLst>
            <pc:docMk/>
            <pc:sldMk cId="4064093034" sldId="378"/>
            <ac:spMk id="6" creationId="{00000000-0000-0000-0000-000000000000}"/>
          </ac:spMkLst>
        </pc:spChg>
        <pc:picChg chg="mod">
          <ac:chgData name="Ms Alina Arshad" userId="cccdfd85-d35d-4453-9c6f-a463aae40722" providerId="ADAL" clId="{EADAEE91-4A7C-4065-A245-779568A60DD0}" dt="2024-08-25T13:41:13.480" v="9" actId="1076"/>
          <ac:picMkLst>
            <pc:docMk/>
            <pc:sldMk cId="4064093034" sldId="378"/>
            <ac:picMk id="4" creationId="{3DBBE8BF-96C3-4767-8BE0-EE4991F19397}"/>
          </ac:picMkLst>
        </pc:picChg>
      </pc:sldChg>
      <pc:sldChg chg="delSp modSp del mod">
        <pc:chgData name="Ms Alina Arshad" userId="cccdfd85-d35d-4453-9c6f-a463aae40722" providerId="ADAL" clId="{EADAEE91-4A7C-4065-A245-779568A60DD0}" dt="2024-08-25T14:53:42.332" v="102" actId="47"/>
        <pc:sldMkLst>
          <pc:docMk/>
          <pc:sldMk cId="1461775536" sldId="379"/>
        </pc:sldMkLst>
        <pc:spChg chg="mod">
          <ac:chgData name="Ms Alina Arshad" userId="cccdfd85-d35d-4453-9c6f-a463aae40722" providerId="ADAL" clId="{EADAEE91-4A7C-4065-A245-779568A60DD0}" dt="2024-08-25T13:43:42.744" v="45" actId="1076"/>
          <ac:spMkLst>
            <pc:docMk/>
            <pc:sldMk cId="1461775536" sldId="379"/>
            <ac:spMk id="2" creationId="{D78211DC-DCD2-47C1-B8A3-58D1AA2D7DC9}"/>
          </ac:spMkLst>
        </pc:spChg>
        <pc:spChg chg="mod">
          <ac:chgData name="Ms Alina Arshad" userId="cccdfd85-d35d-4453-9c6f-a463aae40722" providerId="ADAL" clId="{EADAEE91-4A7C-4065-A245-779568A60DD0}" dt="2024-08-25T13:43:54.193" v="49" actId="14100"/>
          <ac:spMkLst>
            <pc:docMk/>
            <pc:sldMk cId="1461775536" sldId="379"/>
            <ac:spMk id="3" creationId="{C5C165DD-8B1C-4A87-83B9-18B35B126F92}"/>
          </ac:spMkLst>
        </pc:spChg>
        <pc:spChg chg="del">
          <ac:chgData name="Ms Alina Arshad" userId="cccdfd85-d35d-4453-9c6f-a463aae40722" providerId="ADAL" clId="{EADAEE91-4A7C-4065-A245-779568A60DD0}" dt="2024-08-25T13:43:56.477" v="50" actId="478"/>
          <ac:spMkLst>
            <pc:docMk/>
            <pc:sldMk cId="1461775536" sldId="379"/>
            <ac:spMk id="4" creationId="{00000000-0000-0000-0000-000000000000}"/>
          </ac:spMkLst>
        </pc:spChg>
        <pc:spChg chg="del">
          <ac:chgData name="Ms Alina Arshad" userId="cccdfd85-d35d-4453-9c6f-a463aae40722" providerId="ADAL" clId="{EADAEE91-4A7C-4065-A245-779568A60DD0}" dt="2024-08-25T13:43:59.873" v="51" actId="478"/>
          <ac:spMkLst>
            <pc:docMk/>
            <pc:sldMk cId="1461775536" sldId="379"/>
            <ac:spMk id="5" creationId="{00000000-0000-0000-0000-000000000000}"/>
          </ac:spMkLst>
        </pc:spChg>
      </pc:sldChg>
      <pc:sldChg chg="delSp modSp del mod">
        <pc:chgData name="Ms Alina Arshad" userId="cccdfd85-d35d-4453-9c6f-a463aae40722" providerId="ADAL" clId="{EADAEE91-4A7C-4065-A245-779568A60DD0}" dt="2024-08-25T14:53:43.340" v="103" actId="47"/>
        <pc:sldMkLst>
          <pc:docMk/>
          <pc:sldMk cId="1822324932" sldId="380"/>
        </pc:sldMkLst>
        <pc:spChg chg="mod">
          <ac:chgData name="Ms Alina Arshad" userId="cccdfd85-d35d-4453-9c6f-a463aae40722" providerId="ADAL" clId="{EADAEE91-4A7C-4065-A245-779568A60DD0}" dt="2024-08-25T13:44:11.452" v="54" actId="207"/>
          <ac:spMkLst>
            <pc:docMk/>
            <pc:sldMk cId="1822324932" sldId="380"/>
            <ac:spMk id="2" creationId="{D0A3B775-4D7B-444A-BAC6-72B54826614E}"/>
          </ac:spMkLst>
        </pc:spChg>
        <pc:spChg chg="mod">
          <ac:chgData name="Ms Alina Arshad" userId="cccdfd85-d35d-4453-9c6f-a463aae40722" providerId="ADAL" clId="{EADAEE91-4A7C-4065-A245-779568A60DD0}" dt="2024-08-25T13:44:52.564" v="58" actId="255"/>
          <ac:spMkLst>
            <pc:docMk/>
            <pc:sldMk cId="1822324932" sldId="380"/>
            <ac:spMk id="3" creationId="{EAB04FEA-9BA2-4990-A45A-478A844BEA75}"/>
          </ac:spMkLst>
        </pc:spChg>
        <pc:spChg chg="del">
          <ac:chgData name="Ms Alina Arshad" userId="cccdfd85-d35d-4453-9c6f-a463aae40722" providerId="ADAL" clId="{EADAEE91-4A7C-4065-A245-779568A60DD0}" dt="2024-08-25T13:44:16.661" v="55" actId="478"/>
          <ac:spMkLst>
            <pc:docMk/>
            <pc:sldMk cId="1822324932" sldId="380"/>
            <ac:spMk id="4" creationId="{00000000-0000-0000-0000-000000000000}"/>
          </ac:spMkLst>
        </pc:spChg>
        <pc:spChg chg="del">
          <ac:chgData name="Ms Alina Arshad" userId="cccdfd85-d35d-4453-9c6f-a463aae40722" providerId="ADAL" clId="{EADAEE91-4A7C-4065-A245-779568A60DD0}" dt="2024-08-25T13:44:41.318" v="56" actId="478"/>
          <ac:spMkLst>
            <pc:docMk/>
            <pc:sldMk cId="1822324932" sldId="380"/>
            <ac:spMk id="5" creationId="{00000000-0000-0000-0000-000000000000}"/>
          </ac:spMkLst>
        </pc:spChg>
      </pc:sldChg>
      <pc:sldChg chg="delSp modSp del mod">
        <pc:chgData name="Ms Alina Arshad" userId="cccdfd85-d35d-4453-9c6f-a463aae40722" providerId="ADAL" clId="{EADAEE91-4A7C-4065-A245-779568A60DD0}" dt="2024-08-25T14:53:50.254" v="104" actId="47"/>
        <pc:sldMkLst>
          <pc:docMk/>
          <pc:sldMk cId="4242572248" sldId="381"/>
        </pc:sldMkLst>
        <pc:spChg chg="mod">
          <ac:chgData name="Ms Alina Arshad" userId="cccdfd85-d35d-4453-9c6f-a463aae40722" providerId="ADAL" clId="{EADAEE91-4A7C-4065-A245-779568A60DD0}" dt="2024-08-25T13:45:14.185" v="61" actId="207"/>
          <ac:spMkLst>
            <pc:docMk/>
            <pc:sldMk cId="4242572248" sldId="381"/>
            <ac:spMk id="2" creationId="{4F73BFD3-DE5B-4C37-8B49-6083EEF64986}"/>
          </ac:spMkLst>
        </pc:spChg>
        <pc:spChg chg="mod">
          <ac:chgData name="Ms Alina Arshad" userId="cccdfd85-d35d-4453-9c6f-a463aae40722" providerId="ADAL" clId="{EADAEE91-4A7C-4065-A245-779568A60DD0}" dt="2024-08-25T13:45:18.401" v="62" actId="207"/>
          <ac:spMkLst>
            <pc:docMk/>
            <pc:sldMk cId="4242572248" sldId="381"/>
            <ac:spMk id="3" creationId="{F2238212-6622-4C4B-824C-18A1C8DB74A1}"/>
          </ac:spMkLst>
        </pc:spChg>
        <pc:spChg chg="del">
          <ac:chgData name="Ms Alina Arshad" userId="cccdfd85-d35d-4453-9c6f-a463aae40722" providerId="ADAL" clId="{EADAEE91-4A7C-4065-A245-779568A60DD0}" dt="2024-08-25T13:45:22.876" v="63" actId="478"/>
          <ac:spMkLst>
            <pc:docMk/>
            <pc:sldMk cId="4242572248" sldId="381"/>
            <ac:spMk id="4" creationId="{00000000-0000-0000-0000-000000000000}"/>
          </ac:spMkLst>
        </pc:spChg>
        <pc:spChg chg="del">
          <ac:chgData name="Ms Alina Arshad" userId="cccdfd85-d35d-4453-9c6f-a463aae40722" providerId="ADAL" clId="{EADAEE91-4A7C-4065-A245-779568A60DD0}" dt="2024-08-25T13:45:32.146" v="64" actId="478"/>
          <ac:spMkLst>
            <pc:docMk/>
            <pc:sldMk cId="4242572248" sldId="381"/>
            <ac:spMk id="5" creationId="{00000000-0000-0000-0000-000000000000}"/>
          </ac:spMkLst>
        </pc:spChg>
      </pc:sldChg>
      <pc:sldChg chg="delSp modSp del mod">
        <pc:chgData name="Ms Alina Arshad" userId="cccdfd85-d35d-4453-9c6f-a463aae40722" providerId="ADAL" clId="{EADAEE91-4A7C-4065-A245-779568A60DD0}" dt="2024-08-25T15:09:34.247" v="307" actId="47"/>
        <pc:sldMkLst>
          <pc:docMk/>
          <pc:sldMk cId="2023843453" sldId="382"/>
        </pc:sldMkLst>
        <pc:spChg chg="mod">
          <ac:chgData name="Ms Alina Arshad" userId="cccdfd85-d35d-4453-9c6f-a463aae40722" providerId="ADAL" clId="{EADAEE91-4A7C-4065-A245-779568A60DD0}" dt="2024-08-25T13:45:46.060" v="68" actId="207"/>
          <ac:spMkLst>
            <pc:docMk/>
            <pc:sldMk cId="2023843453" sldId="382"/>
            <ac:spMk id="2" creationId="{538BF2FB-FC35-43EB-BA77-A3228EA47211}"/>
          </ac:spMkLst>
        </pc:spChg>
        <pc:spChg chg="mod">
          <ac:chgData name="Ms Alina Arshad" userId="cccdfd85-d35d-4453-9c6f-a463aae40722" providerId="ADAL" clId="{EADAEE91-4A7C-4065-A245-779568A60DD0}" dt="2024-08-25T13:46:00.816" v="72" actId="14100"/>
          <ac:spMkLst>
            <pc:docMk/>
            <pc:sldMk cId="2023843453" sldId="382"/>
            <ac:spMk id="3" creationId="{5AE28F7A-B346-45F1-9C9B-99DF1EEE1C65}"/>
          </ac:spMkLst>
        </pc:spChg>
        <pc:spChg chg="del">
          <ac:chgData name="Ms Alina Arshad" userId="cccdfd85-d35d-4453-9c6f-a463aae40722" providerId="ADAL" clId="{EADAEE91-4A7C-4065-A245-779568A60DD0}" dt="2024-08-25T13:46:07.394" v="74" actId="478"/>
          <ac:spMkLst>
            <pc:docMk/>
            <pc:sldMk cId="2023843453" sldId="382"/>
            <ac:spMk id="5" creationId="{00000000-0000-0000-0000-000000000000}"/>
          </ac:spMkLst>
        </pc:spChg>
        <pc:spChg chg="del">
          <ac:chgData name="Ms Alina Arshad" userId="cccdfd85-d35d-4453-9c6f-a463aae40722" providerId="ADAL" clId="{EADAEE91-4A7C-4065-A245-779568A60DD0}" dt="2024-08-25T13:46:09.421" v="75" actId="478"/>
          <ac:spMkLst>
            <pc:docMk/>
            <pc:sldMk cId="2023843453" sldId="382"/>
            <ac:spMk id="6" creationId="{00000000-0000-0000-0000-000000000000}"/>
          </ac:spMkLst>
        </pc:spChg>
        <pc:picChg chg="mod">
          <ac:chgData name="Ms Alina Arshad" userId="cccdfd85-d35d-4453-9c6f-a463aae40722" providerId="ADAL" clId="{EADAEE91-4A7C-4065-A245-779568A60DD0}" dt="2024-08-25T13:46:04.469" v="73" actId="1076"/>
          <ac:picMkLst>
            <pc:docMk/>
            <pc:sldMk cId="2023843453" sldId="382"/>
            <ac:picMk id="4" creationId="{E3038F35-9107-48C4-8C73-EA2DFE362B9E}"/>
          </ac:picMkLst>
        </pc:picChg>
      </pc:sldChg>
      <pc:sldChg chg="delSp modSp del mod ord">
        <pc:chgData name="Ms Alina Arshad" userId="cccdfd85-d35d-4453-9c6f-a463aae40722" providerId="ADAL" clId="{EADAEE91-4A7C-4065-A245-779568A60DD0}" dt="2024-08-25T15:09:35.215" v="308" actId="47"/>
        <pc:sldMkLst>
          <pc:docMk/>
          <pc:sldMk cId="938158308" sldId="383"/>
        </pc:sldMkLst>
        <pc:spChg chg="mod">
          <ac:chgData name="Ms Alina Arshad" userId="cccdfd85-d35d-4453-9c6f-a463aae40722" providerId="ADAL" clId="{EADAEE91-4A7C-4065-A245-779568A60DD0}" dt="2024-08-25T13:46:30.186" v="80" actId="207"/>
          <ac:spMkLst>
            <pc:docMk/>
            <pc:sldMk cId="938158308" sldId="383"/>
            <ac:spMk id="2" creationId="{CCD37E2F-361C-46F4-BD07-2D803DB23F9E}"/>
          </ac:spMkLst>
        </pc:spChg>
        <pc:spChg chg="del">
          <ac:chgData name="Ms Alina Arshad" userId="cccdfd85-d35d-4453-9c6f-a463aae40722" providerId="ADAL" clId="{EADAEE91-4A7C-4065-A245-779568A60DD0}" dt="2024-08-25T13:51:54.195" v="98" actId="478"/>
          <ac:spMkLst>
            <pc:docMk/>
            <pc:sldMk cId="938158308" sldId="383"/>
            <ac:spMk id="4" creationId="{00000000-0000-0000-0000-000000000000}"/>
          </ac:spMkLst>
        </pc:spChg>
        <pc:spChg chg="del">
          <ac:chgData name="Ms Alina Arshad" userId="cccdfd85-d35d-4453-9c6f-a463aae40722" providerId="ADAL" clId="{EADAEE91-4A7C-4065-A245-779568A60DD0}" dt="2024-08-25T13:51:56.090" v="99" actId="478"/>
          <ac:spMkLst>
            <pc:docMk/>
            <pc:sldMk cId="938158308" sldId="383"/>
            <ac:spMk id="5" creationId="{00000000-0000-0000-0000-000000000000}"/>
          </ac:spMkLst>
        </pc:spChg>
      </pc:sldChg>
      <pc:sldChg chg="delSp del mod">
        <pc:chgData name="Ms Alina Arshad" userId="cccdfd85-d35d-4453-9c6f-a463aae40722" providerId="ADAL" clId="{EADAEE91-4A7C-4065-A245-779568A60DD0}" dt="2024-08-25T15:09:36.010" v="309" actId="47"/>
        <pc:sldMkLst>
          <pc:docMk/>
          <pc:sldMk cId="3237861477" sldId="384"/>
        </pc:sldMkLst>
        <pc:spChg chg="del">
          <ac:chgData name="Ms Alina Arshad" userId="cccdfd85-d35d-4453-9c6f-a463aae40722" providerId="ADAL" clId="{EADAEE91-4A7C-4065-A245-779568A60DD0}" dt="2024-08-25T13:48:33.764" v="81" actId="478"/>
          <ac:spMkLst>
            <pc:docMk/>
            <pc:sldMk cId="3237861477" sldId="384"/>
            <ac:spMk id="4" creationId="{00000000-0000-0000-0000-000000000000}"/>
          </ac:spMkLst>
        </pc:spChg>
        <pc:spChg chg="del">
          <ac:chgData name="Ms Alina Arshad" userId="cccdfd85-d35d-4453-9c6f-a463aae40722" providerId="ADAL" clId="{EADAEE91-4A7C-4065-A245-779568A60DD0}" dt="2024-08-25T13:49:21.739" v="84" actId="478"/>
          <ac:spMkLst>
            <pc:docMk/>
            <pc:sldMk cId="3237861477" sldId="384"/>
            <ac:spMk id="5" creationId="{00000000-0000-0000-0000-000000000000}"/>
          </ac:spMkLst>
        </pc:spChg>
      </pc:sldChg>
      <pc:sldChg chg="delSp mod">
        <pc:chgData name="Ms Alina Arshad" userId="cccdfd85-d35d-4453-9c6f-a463aae40722" providerId="ADAL" clId="{EADAEE91-4A7C-4065-A245-779568A60DD0}" dt="2024-08-25T13:48:49.110" v="83" actId="478"/>
        <pc:sldMkLst>
          <pc:docMk/>
          <pc:sldMk cId="511546327" sldId="385"/>
        </pc:sldMkLst>
        <pc:spChg chg="del">
          <ac:chgData name="Ms Alina Arshad" userId="cccdfd85-d35d-4453-9c6f-a463aae40722" providerId="ADAL" clId="{EADAEE91-4A7C-4065-A245-779568A60DD0}" dt="2024-08-25T13:48:45.157" v="82" actId="478"/>
          <ac:spMkLst>
            <pc:docMk/>
            <pc:sldMk cId="511546327" sldId="385"/>
            <ac:spMk id="4" creationId="{00000000-0000-0000-0000-000000000000}"/>
          </ac:spMkLst>
        </pc:spChg>
        <pc:spChg chg="del">
          <ac:chgData name="Ms Alina Arshad" userId="cccdfd85-d35d-4453-9c6f-a463aae40722" providerId="ADAL" clId="{EADAEE91-4A7C-4065-A245-779568A60DD0}" dt="2024-08-25T13:48:49.110" v="83" actId="478"/>
          <ac:spMkLst>
            <pc:docMk/>
            <pc:sldMk cId="511546327" sldId="385"/>
            <ac:spMk id="5" creationId="{00000000-0000-0000-0000-000000000000}"/>
          </ac:spMkLst>
        </pc:spChg>
      </pc:sldChg>
      <pc:sldChg chg="delSp add del mod">
        <pc:chgData name="Ms Alina Arshad" userId="cccdfd85-d35d-4453-9c6f-a463aae40722" providerId="ADAL" clId="{EADAEE91-4A7C-4065-A245-779568A60DD0}" dt="2024-08-25T15:13:48.352" v="323" actId="2696"/>
        <pc:sldMkLst>
          <pc:docMk/>
          <pc:sldMk cId="1584583967" sldId="386"/>
        </pc:sldMkLst>
        <pc:spChg chg="del">
          <ac:chgData name="Ms Alina Arshad" userId="cccdfd85-d35d-4453-9c6f-a463aae40722" providerId="ADAL" clId="{EADAEE91-4A7C-4065-A245-779568A60DD0}" dt="2024-08-25T13:51:36.422" v="94" actId="478"/>
          <ac:spMkLst>
            <pc:docMk/>
            <pc:sldMk cId="1584583967" sldId="386"/>
            <ac:spMk id="4" creationId="{00000000-0000-0000-0000-000000000000}"/>
          </ac:spMkLst>
        </pc:spChg>
        <pc:spChg chg="del">
          <ac:chgData name="Ms Alina Arshad" userId="cccdfd85-d35d-4453-9c6f-a463aae40722" providerId="ADAL" clId="{EADAEE91-4A7C-4065-A245-779568A60DD0}" dt="2024-08-25T13:51:38.372" v="95" actId="478"/>
          <ac:spMkLst>
            <pc:docMk/>
            <pc:sldMk cId="1584583967" sldId="386"/>
            <ac:spMk id="5" creationId="{00000000-0000-0000-0000-000000000000}"/>
          </ac:spMkLst>
        </pc:spChg>
      </pc:sldChg>
      <pc:sldChg chg="modSp add mod">
        <pc:chgData name="Ms Alina Arshad" userId="cccdfd85-d35d-4453-9c6f-a463aae40722" providerId="ADAL" clId="{EADAEE91-4A7C-4065-A245-779568A60DD0}" dt="2024-08-25T14:56:27.787" v="121" actId="207"/>
        <pc:sldMkLst>
          <pc:docMk/>
          <pc:sldMk cId="0" sldId="387"/>
        </pc:sldMkLst>
        <pc:spChg chg="mod">
          <ac:chgData name="Ms Alina Arshad" userId="cccdfd85-d35d-4453-9c6f-a463aae40722" providerId="ADAL" clId="{EADAEE91-4A7C-4065-A245-779568A60DD0}" dt="2024-08-25T14:56:03.653" v="117" actId="207"/>
          <ac:spMkLst>
            <pc:docMk/>
            <pc:sldMk cId="0" sldId="387"/>
            <ac:spMk id="14338" creationId="{81533B99-E9C6-177C-C5E3-C137C5976086}"/>
          </ac:spMkLst>
        </pc:spChg>
        <pc:spChg chg="mod">
          <ac:chgData name="Ms Alina Arshad" userId="cccdfd85-d35d-4453-9c6f-a463aae40722" providerId="ADAL" clId="{EADAEE91-4A7C-4065-A245-779568A60DD0}" dt="2024-08-25T14:56:27.787" v="121" actId="207"/>
          <ac:spMkLst>
            <pc:docMk/>
            <pc:sldMk cId="0" sldId="387"/>
            <ac:spMk id="29699" creationId="{B29985D4-6109-961B-1AE6-8442985EB065}"/>
          </ac:spMkLst>
        </pc:spChg>
      </pc:sldChg>
      <pc:sldChg chg="modSp add mod">
        <pc:chgData name="Ms Alina Arshad" userId="cccdfd85-d35d-4453-9c6f-a463aae40722" providerId="ADAL" clId="{EADAEE91-4A7C-4065-A245-779568A60DD0}" dt="2024-08-25T15:10:23.068" v="312" actId="255"/>
        <pc:sldMkLst>
          <pc:docMk/>
          <pc:sldMk cId="0" sldId="388"/>
        </pc:sldMkLst>
        <pc:spChg chg="mod">
          <ac:chgData name="Ms Alina Arshad" userId="cccdfd85-d35d-4453-9c6f-a463aae40722" providerId="ADAL" clId="{EADAEE91-4A7C-4065-A245-779568A60DD0}" dt="2024-08-25T15:10:23.068" v="312" actId="255"/>
          <ac:spMkLst>
            <pc:docMk/>
            <pc:sldMk cId="0" sldId="388"/>
            <ac:spMk id="3" creationId="{AC66B0F0-3DFF-05B3-759F-1E7F3B2FAA83}"/>
          </ac:spMkLst>
        </pc:spChg>
        <pc:spChg chg="mod">
          <ac:chgData name="Ms Alina Arshad" userId="cccdfd85-d35d-4453-9c6f-a463aae40722" providerId="ADAL" clId="{EADAEE91-4A7C-4065-A245-779568A60DD0}" dt="2024-08-25T14:56:36.138" v="123" actId="207"/>
          <ac:spMkLst>
            <pc:docMk/>
            <pc:sldMk cId="0" sldId="388"/>
            <ac:spMk id="15362" creationId="{B5D5958D-6E5F-9718-7AE6-E98B7E13C061}"/>
          </ac:spMkLst>
        </pc:spChg>
      </pc:sldChg>
      <pc:sldChg chg="addSp delSp modSp add mod">
        <pc:chgData name="Ms Alina Arshad" userId="cccdfd85-d35d-4453-9c6f-a463aae40722" providerId="ADAL" clId="{EADAEE91-4A7C-4065-A245-779568A60DD0}" dt="2024-08-25T15:07:59.774" v="292" actId="1076"/>
        <pc:sldMkLst>
          <pc:docMk/>
          <pc:sldMk cId="0" sldId="389"/>
        </pc:sldMkLst>
        <pc:spChg chg="add del mod">
          <ac:chgData name="Ms Alina Arshad" userId="cccdfd85-d35d-4453-9c6f-a463aae40722" providerId="ADAL" clId="{EADAEE91-4A7C-4065-A245-779568A60DD0}" dt="2024-08-25T15:07:37.186" v="260" actId="478"/>
          <ac:spMkLst>
            <pc:docMk/>
            <pc:sldMk cId="0" sldId="389"/>
            <ac:spMk id="2" creationId="{0CE23F3B-4239-597E-A5B0-E94D1CCE768F}"/>
          </ac:spMkLst>
        </pc:spChg>
        <pc:spChg chg="add mod">
          <ac:chgData name="Ms Alina Arshad" userId="cccdfd85-d35d-4453-9c6f-a463aae40722" providerId="ADAL" clId="{EADAEE91-4A7C-4065-A245-779568A60DD0}" dt="2024-08-25T15:07:59.774" v="292" actId="1076"/>
          <ac:spMkLst>
            <pc:docMk/>
            <pc:sldMk cId="0" sldId="389"/>
            <ac:spMk id="3" creationId="{0173BDB6-055B-979D-8CAA-5632A73BCD82}"/>
          </ac:spMkLst>
        </pc:spChg>
        <pc:spChg chg="add mod">
          <ac:chgData name="Ms Alina Arshad" userId="cccdfd85-d35d-4453-9c6f-a463aae40722" providerId="ADAL" clId="{EADAEE91-4A7C-4065-A245-779568A60DD0}" dt="2024-08-25T15:07:55.518" v="291" actId="1038"/>
          <ac:spMkLst>
            <pc:docMk/>
            <pc:sldMk cId="0" sldId="389"/>
            <ac:spMk id="4" creationId="{7FFE77F7-77BD-6779-7B8A-D5B59F9F7530}"/>
          </ac:spMkLst>
        </pc:spChg>
        <pc:spChg chg="add mod">
          <ac:chgData name="Ms Alina Arshad" userId="cccdfd85-d35d-4453-9c6f-a463aae40722" providerId="ADAL" clId="{EADAEE91-4A7C-4065-A245-779568A60DD0}" dt="2024-08-25T15:07:55.518" v="291" actId="1038"/>
          <ac:spMkLst>
            <pc:docMk/>
            <pc:sldMk cId="0" sldId="389"/>
            <ac:spMk id="5" creationId="{C4414AD6-34B1-DAA7-03FC-7EC433EC04E6}"/>
          </ac:spMkLst>
        </pc:spChg>
        <pc:spChg chg="add mod">
          <ac:chgData name="Ms Alina Arshad" userId="cccdfd85-d35d-4453-9c6f-a463aae40722" providerId="ADAL" clId="{EADAEE91-4A7C-4065-A245-779568A60DD0}" dt="2024-08-25T15:07:55.518" v="291" actId="1038"/>
          <ac:spMkLst>
            <pc:docMk/>
            <pc:sldMk cId="0" sldId="389"/>
            <ac:spMk id="6" creationId="{2E05F920-12EE-20C9-465F-E850967F1A78}"/>
          </ac:spMkLst>
        </pc:spChg>
        <pc:spChg chg="add mod">
          <ac:chgData name="Ms Alina Arshad" userId="cccdfd85-d35d-4453-9c6f-a463aae40722" providerId="ADAL" clId="{EADAEE91-4A7C-4065-A245-779568A60DD0}" dt="2024-08-25T15:07:55.518" v="291" actId="1038"/>
          <ac:spMkLst>
            <pc:docMk/>
            <pc:sldMk cId="0" sldId="389"/>
            <ac:spMk id="7" creationId="{36DDBCEF-D6D2-C158-E99C-C9CDC65F8F3D}"/>
          </ac:spMkLst>
        </pc:spChg>
        <pc:spChg chg="add mod">
          <ac:chgData name="Ms Alina Arshad" userId="cccdfd85-d35d-4453-9c6f-a463aae40722" providerId="ADAL" clId="{EADAEE91-4A7C-4065-A245-779568A60DD0}" dt="2024-08-25T15:07:55.518" v="291" actId="1038"/>
          <ac:spMkLst>
            <pc:docMk/>
            <pc:sldMk cId="0" sldId="389"/>
            <ac:spMk id="8" creationId="{17AE233E-13F0-77C2-B86F-7FEFD7F1B9F0}"/>
          </ac:spMkLst>
        </pc:spChg>
        <pc:spChg chg="add mod">
          <ac:chgData name="Ms Alina Arshad" userId="cccdfd85-d35d-4453-9c6f-a463aae40722" providerId="ADAL" clId="{EADAEE91-4A7C-4065-A245-779568A60DD0}" dt="2024-08-25T15:07:55.518" v="291" actId="1038"/>
          <ac:spMkLst>
            <pc:docMk/>
            <pc:sldMk cId="0" sldId="389"/>
            <ac:spMk id="9" creationId="{E7365357-B5DB-3CEF-F010-5742156B8C1B}"/>
          </ac:spMkLst>
        </pc:spChg>
        <pc:spChg chg="add mod">
          <ac:chgData name="Ms Alina Arshad" userId="cccdfd85-d35d-4453-9c6f-a463aae40722" providerId="ADAL" clId="{EADAEE91-4A7C-4065-A245-779568A60DD0}" dt="2024-08-25T15:07:55.518" v="291" actId="1038"/>
          <ac:spMkLst>
            <pc:docMk/>
            <pc:sldMk cId="0" sldId="389"/>
            <ac:spMk id="10" creationId="{8CE65B31-5F33-1B6C-2F06-BE41749D91AA}"/>
          </ac:spMkLst>
        </pc:spChg>
        <pc:spChg chg="add mod">
          <ac:chgData name="Ms Alina Arshad" userId="cccdfd85-d35d-4453-9c6f-a463aae40722" providerId="ADAL" clId="{EADAEE91-4A7C-4065-A245-779568A60DD0}" dt="2024-08-25T15:07:55.518" v="291" actId="1038"/>
          <ac:spMkLst>
            <pc:docMk/>
            <pc:sldMk cId="0" sldId="389"/>
            <ac:spMk id="11" creationId="{FA3B8632-49AD-498A-2A42-49E15FDFC5F6}"/>
          </ac:spMkLst>
        </pc:spChg>
        <pc:spChg chg="add mod">
          <ac:chgData name="Ms Alina Arshad" userId="cccdfd85-d35d-4453-9c6f-a463aae40722" providerId="ADAL" clId="{EADAEE91-4A7C-4065-A245-779568A60DD0}" dt="2024-08-25T15:07:55.518" v="291" actId="1038"/>
          <ac:spMkLst>
            <pc:docMk/>
            <pc:sldMk cId="0" sldId="389"/>
            <ac:spMk id="12" creationId="{6655D55A-3EB4-FB45-E5DF-E05B85B6EFCC}"/>
          </ac:spMkLst>
        </pc:spChg>
        <pc:spChg chg="add mod">
          <ac:chgData name="Ms Alina Arshad" userId="cccdfd85-d35d-4453-9c6f-a463aae40722" providerId="ADAL" clId="{EADAEE91-4A7C-4065-A245-779568A60DD0}" dt="2024-08-25T15:07:55.518" v="291" actId="1038"/>
          <ac:spMkLst>
            <pc:docMk/>
            <pc:sldMk cId="0" sldId="389"/>
            <ac:spMk id="13" creationId="{692A058E-6B2D-06E0-A7A9-05EC5DC3395C}"/>
          </ac:spMkLst>
        </pc:spChg>
        <pc:spChg chg="add mod">
          <ac:chgData name="Ms Alina Arshad" userId="cccdfd85-d35d-4453-9c6f-a463aae40722" providerId="ADAL" clId="{EADAEE91-4A7C-4065-A245-779568A60DD0}" dt="2024-08-25T15:07:55.518" v="291" actId="1038"/>
          <ac:spMkLst>
            <pc:docMk/>
            <pc:sldMk cId="0" sldId="389"/>
            <ac:spMk id="14" creationId="{23AB970B-A864-362B-B887-403304B23151}"/>
          </ac:spMkLst>
        </pc:spChg>
        <pc:spChg chg="add mod">
          <ac:chgData name="Ms Alina Arshad" userId="cccdfd85-d35d-4453-9c6f-a463aae40722" providerId="ADAL" clId="{EADAEE91-4A7C-4065-A245-779568A60DD0}" dt="2024-08-25T15:07:55.518" v="291" actId="1038"/>
          <ac:spMkLst>
            <pc:docMk/>
            <pc:sldMk cId="0" sldId="389"/>
            <ac:spMk id="15" creationId="{A5773E1F-E06B-EAEB-0D02-BD6A2BF6D1E7}"/>
          </ac:spMkLst>
        </pc:spChg>
        <pc:spChg chg="add mod">
          <ac:chgData name="Ms Alina Arshad" userId="cccdfd85-d35d-4453-9c6f-a463aae40722" providerId="ADAL" clId="{EADAEE91-4A7C-4065-A245-779568A60DD0}" dt="2024-08-25T15:07:55.518" v="291" actId="1038"/>
          <ac:spMkLst>
            <pc:docMk/>
            <pc:sldMk cId="0" sldId="389"/>
            <ac:spMk id="16" creationId="{879FA89E-6923-A723-4FD9-B6426E00E8DD}"/>
          </ac:spMkLst>
        </pc:spChg>
        <pc:spChg chg="del">
          <ac:chgData name="Ms Alina Arshad" userId="cccdfd85-d35d-4453-9c6f-a463aae40722" providerId="ADAL" clId="{EADAEE91-4A7C-4065-A245-779568A60DD0}" dt="2024-08-25T15:07:25.790" v="256" actId="478"/>
          <ac:spMkLst>
            <pc:docMk/>
            <pc:sldMk cId="0" sldId="389"/>
            <ac:spMk id="29698" creationId="{3F6F46F1-E6AC-8DD6-6673-7538B5C3F5BC}"/>
          </ac:spMkLst>
        </pc:spChg>
        <pc:spChg chg="del">
          <ac:chgData name="Ms Alina Arshad" userId="cccdfd85-d35d-4453-9c6f-a463aae40722" providerId="ADAL" clId="{EADAEE91-4A7C-4065-A245-779568A60DD0}" dt="2024-08-25T15:07:25.790" v="256" actId="478"/>
          <ac:spMkLst>
            <pc:docMk/>
            <pc:sldMk cId="0" sldId="389"/>
            <ac:spMk id="29699" creationId="{FC5184A2-F2B9-49F6-1654-ACACAB5C79AF}"/>
          </ac:spMkLst>
        </pc:spChg>
        <pc:spChg chg="del">
          <ac:chgData name="Ms Alina Arshad" userId="cccdfd85-d35d-4453-9c6f-a463aae40722" providerId="ADAL" clId="{EADAEE91-4A7C-4065-A245-779568A60DD0}" dt="2024-08-25T15:07:25.790" v="256" actId="478"/>
          <ac:spMkLst>
            <pc:docMk/>
            <pc:sldMk cId="0" sldId="389"/>
            <ac:spMk id="29700" creationId="{F4DE8B67-78F5-A9E1-6315-6FAB587D180D}"/>
          </ac:spMkLst>
        </pc:spChg>
        <pc:spChg chg="del">
          <ac:chgData name="Ms Alina Arshad" userId="cccdfd85-d35d-4453-9c6f-a463aae40722" providerId="ADAL" clId="{EADAEE91-4A7C-4065-A245-779568A60DD0}" dt="2024-08-25T15:07:25.790" v="256" actId="478"/>
          <ac:spMkLst>
            <pc:docMk/>
            <pc:sldMk cId="0" sldId="389"/>
            <ac:spMk id="29701" creationId="{C2D1E451-E89C-E4E6-FD6F-C8D7A163B35D}"/>
          </ac:spMkLst>
        </pc:spChg>
        <pc:spChg chg="del">
          <ac:chgData name="Ms Alina Arshad" userId="cccdfd85-d35d-4453-9c6f-a463aae40722" providerId="ADAL" clId="{EADAEE91-4A7C-4065-A245-779568A60DD0}" dt="2024-08-25T15:07:25.790" v="256" actId="478"/>
          <ac:spMkLst>
            <pc:docMk/>
            <pc:sldMk cId="0" sldId="389"/>
            <ac:spMk id="34822" creationId="{B08645AD-AE88-D2C7-F504-F425F4BE939B}"/>
          </ac:spMkLst>
        </pc:spChg>
        <pc:spChg chg="del">
          <ac:chgData name="Ms Alina Arshad" userId="cccdfd85-d35d-4453-9c6f-a463aae40722" providerId="ADAL" clId="{EADAEE91-4A7C-4065-A245-779568A60DD0}" dt="2024-08-25T15:07:25.790" v="256" actId="478"/>
          <ac:spMkLst>
            <pc:docMk/>
            <pc:sldMk cId="0" sldId="389"/>
            <ac:spMk id="34823" creationId="{5B6FBF83-817F-D141-D33E-459F0621F826}"/>
          </ac:spMkLst>
        </pc:spChg>
        <pc:spChg chg="del">
          <ac:chgData name="Ms Alina Arshad" userId="cccdfd85-d35d-4453-9c6f-a463aae40722" providerId="ADAL" clId="{EADAEE91-4A7C-4065-A245-779568A60DD0}" dt="2024-08-25T15:07:25.790" v="256" actId="478"/>
          <ac:spMkLst>
            <pc:docMk/>
            <pc:sldMk cId="0" sldId="389"/>
            <ac:spMk id="34824" creationId="{DB589E3A-BF2E-E221-E6B6-993A216E442E}"/>
          </ac:spMkLst>
        </pc:spChg>
        <pc:spChg chg="del">
          <ac:chgData name="Ms Alina Arshad" userId="cccdfd85-d35d-4453-9c6f-a463aae40722" providerId="ADAL" clId="{EADAEE91-4A7C-4065-A245-779568A60DD0}" dt="2024-08-25T15:07:25.790" v="256" actId="478"/>
          <ac:spMkLst>
            <pc:docMk/>
            <pc:sldMk cId="0" sldId="389"/>
            <ac:spMk id="34825" creationId="{38F3E364-724E-BA6F-FE49-BD3C10B1F1B8}"/>
          </ac:spMkLst>
        </pc:spChg>
        <pc:spChg chg="del">
          <ac:chgData name="Ms Alina Arshad" userId="cccdfd85-d35d-4453-9c6f-a463aae40722" providerId="ADAL" clId="{EADAEE91-4A7C-4065-A245-779568A60DD0}" dt="2024-08-25T15:07:25.790" v="256" actId="478"/>
          <ac:spMkLst>
            <pc:docMk/>
            <pc:sldMk cId="0" sldId="389"/>
            <ac:spMk id="34826" creationId="{D01EE884-8180-E26C-E572-2C33F3FCE09C}"/>
          </ac:spMkLst>
        </pc:spChg>
        <pc:spChg chg="del">
          <ac:chgData name="Ms Alina Arshad" userId="cccdfd85-d35d-4453-9c6f-a463aae40722" providerId="ADAL" clId="{EADAEE91-4A7C-4065-A245-779568A60DD0}" dt="2024-08-25T15:07:25.790" v="256" actId="478"/>
          <ac:spMkLst>
            <pc:docMk/>
            <pc:sldMk cId="0" sldId="389"/>
            <ac:spMk id="34827" creationId="{6CB2A977-4DC5-7FC7-496F-3B2CA32A8D68}"/>
          </ac:spMkLst>
        </pc:spChg>
        <pc:spChg chg="del">
          <ac:chgData name="Ms Alina Arshad" userId="cccdfd85-d35d-4453-9c6f-a463aae40722" providerId="ADAL" clId="{EADAEE91-4A7C-4065-A245-779568A60DD0}" dt="2024-08-25T15:07:25.790" v="256" actId="478"/>
          <ac:spMkLst>
            <pc:docMk/>
            <pc:sldMk cId="0" sldId="389"/>
            <ac:spMk id="34828" creationId="{65EBF1BE-A165-21EE-2058-AE2B633A1A64}"/>
          </ac:spMkLst>
        </pc:spChg>
        <pc:spChg chg="del">
          <ac:chgData name="Ms Alina Arshad" userId="cccdfd85-d35d-4453-9c6f-a463aae40722" providerId="ADAL" clId="{EADAEE91-4A7C-4065-A245-779568A60DD0}" dt="2024-08-25T15:07:25.790" v="256" actId="478"/>
          <ac:spMkLst>
            <pc:docMk/>
            <pc:sldMk cId="0" sldId="389"/>
            <ac:spMk id="34829" creationId="{AB1D4614-1815-DA2B-F9AF-FACE083AC6E5}"/>
          </ac:spMkLst>
        </pc:spChg>
        <pc:spChg chg="del">
          <ac:chgData name="Ms Alina Arshad" userId="cccdfd85-d35d-4453-9c6f-a463aae40722" providerId="ADAL" clId="{EADAEE91-4A7C-4065-A245-779568A60DD0}" dt="2024-08-25T15:07:25.790" v="256" actId="478"/>
          <ac:spMkLst>
            <pc:docMk/>
            <pc:sldMk cId="0" sldId="389"/>
            <ac:spMk id="34830" creationId="{AB4D4B83-29AA-CEA2-851B-BB35CCE63FAF}"/>
          </ac:spMkLst>
        </pc:spChg>
        <pc:spChg chg="del">
          <ac:chgData name="Ms Alina Arshad" userId="cccdfd85-d35d-4453-9c6f-a463aae40722" providerId="ADAL" clId="{EADAEE91-4A7C-4065-A245-779568A60DD0}" dt="2024-08-25T15:07:25.790" v="256" actId="478"/>
          <ac:spMkLst>
            <pc:docMk/>
            <pc:sldMk cId="0" sldId="389"/>
            <ac:spMk id="34831" creationId="{9AEF8E35-1583-35F5-98AC-117CF0E426B7}"/>
          </ac:spMkLst>
        </pc:spChg>
      </pc:sldChg>
      <pc:sldChg chg="modSp add mod">
        <pc:chgData name="Ms Alina Arshad" userId="cccdfd85-d35d-4453-9c6f-a463aae40722" providerId="ADAL" clId="{EADAEE91-4A7C-4065-A245-779568A60DD0}" dt="2024-08-25T15:08:07.810" v="294" actId="207"/>
        <pc:sldMkLst>
          <pc:docMk/>
          <pc:sldMk cId="938158308" sldId="390"/>
        </pc:sldMkLst>
        <pc:spChg chg="mod">
          <ac:chgData name="Ms Alina Arshad" userId="cccdfd85-d35d-4453-9c6f-a463aae40722" providerId="ADAL" clId="{EADAEE91-4A7C-4065-A245-779568A60DD0}" dt="2024-08-25T15:08:07.810" v="294" actId="207"/>
          <ac:spMkLst>
            <pc:docMk/>
            <pc:sldMk cId="938158308" sldId="390"/>
            <ac:spMk id="30722" creationId="{F873CBB7-56F4-3671-10D2-8B22B4B80041}"/>
          </ac:spMkLst>
        </pc:spChg>
      </pc:sldChg>
    </pc:docChg>
  </pc:docChgLst>
  <pc:docChgLst>
    <pc:chgData name="Ms Alina Arshad" userId="cccdfd85-d35d-4453-9c6f-a463aae40722" providerId="ADAL" clId="{9D070D90-1526-4C33-8966-8ADF4EF98FAB}"/>
    <pc:docChg chg="undo custSel addSld delSld modSld sldOrd">
      <pc:chgData name="Ms Alina Arshad" userId="cccdfd85-d35d-4453-9c6f-a463aae40722" providerId="ADAL" clId="{9D070D90-1526-4C33-8966-8ADF4EF98FAB}" dt="2024-08-27T08:37:18.370" v="480" actId="1076"/>
      <pc:docMkLst>
        <pc:docMk/>
      </pc:docMkLst>
      <pc:sldChg chg="delSp modSp mod modAnim">
        <pc:chgData name="Ms Alina Arshad" userId="cccdfd85-d35d-4453-9c6f-a463aae40722" providerId="ADAL" clId="{9D070D90-1526-4C33-8966-8ADF4EF98FAB}" dt="2024-08-26T08:55:30.162" v="20" actId="27636"/>
        <pc:sldMkLst>
          <pc:docMk/>
          <pc:sldMk cId="0" sldId="351"/>
        </pc:sldMkLst>
        <pc:spChg chg="mod">
          <ac:chgData name="Ms Alina Arshad" userId="cccdfd85-d35d-4453-9c6f-a463aae40722" providerId="ADAL" clId="{9D070D90-1526-4C33-8966-8ADF4EF98FAB}" dt="2024-08-26T08:55:30.162" v="20" actId="27636"/>
          <ac:spMkLst>
            <pc:docMk/>
            <pc:sldMk cId="0" sldId="351"/>
            <ac:spMk id="3" creationId="{C0C22FA1-E5B0-AD82-96B5-C98C4EA3D56C}"/>
          </ac:spMkLst>
        </pc:spChg>
        <pc:grpChg chg="del">
          <ac:chgData name="Ms Alina Arshad" userId="cccdfd85-d35d-4453-9c6f-a463aae40722" providerId="ADAL" clId="{9D070D90-1526-4C33-8966-8ADF4EF98FAB}" dt="2024-08-26T08:52:15.902" v="6" actId="478"/>
          <ac:grpSpMkLst>
            <pc:docMk/>
            <pc:sldMk cId="0" sldId="351"/>
            <ac:grpSpMk id="2" creationId="{7F9631C9-A4A1-9EC8-8B28-D2C54EDAAC8E}"/>
          </ac:grpSpMkLst>
        </pc:grpChg>
      </pc:sldChg>
      <pc:sldChg chg="modSp mod">
        <pc:chgData name="Ms Alina Arshad" userId="cccdfd85-d35d-4453-9c6f-a463aae40722" providerId="ADAL" clId="{9D070D90-1526-4C33-8966-8ADF4EF98FAB}" dt="2024-08-27T08:37:18.370" v="480" actId="1076"/>
        <pc:sldMkLst>
          <pc:docMk/>
          <pc:sldMk cId="0" sldId="354"/>
        </pc:sldMkLst>
        <pc:spChg chg="mod">
          <ac:chgData name="Ms Alina Arshad" userId="cccdfd85-d35d-4453-9c6f-a463aae40722" providerId="ADAL" clId="{9D070D90-1526-4C33-8966-8ADF4EF98FAB}" dt="2024-08-27T08:37:18.370" v="480" actId="1076"/>
          <ac:spMkLst>
            <pc:docMk/>
            <pc:sldMk cId="0" sldId="354"/>
            <ac:spMk id="8" creationId="{643E073A-7DD6-73B9-FE08-31C2814707E7}"/>
          </ac:spMkLst>
        </pc:spChg>
        <pc:spChg chg="mod">
          <ac:chgData name="Ms Alina Arshad" userId="cccdfd85-d35d-4453-9c6f-a463aae40722" providerId="ADAL" clId="{9D070D90-1526-4C33-8966-8ADF4EF98FAB}" dt="2024-08-27T08:37:15.907" v="479" actId="1076"/>
          <ac:spMkLst>
            <pc:docMk/>
            <pc:sldMk cId="0" sldId="354"/>
            <ac:spMk id="25603" creationId="{BF524721-A574-8A8A-2F01-CF97DC19A676}"/>
          </ac:spMkLst>
        </pc:spChg>
      </pc:sldChg>
      <pc:sldChg chg="modSp mod">
        <pc:chgData name="Ms Alina Arshad" userId="cccdfd85-d35d-4453-9c6f-a463aae40722" providerId="ADAL" clId="{9D070D90-1526-4C33-8966-8ADF4EF98FAB}" dt="2024-08-26T08:55:46.777" v="21" actId="1076"/>
        <pc:sldMkLst>
          <pc:docMk/>
          <pc:sldMk cId="0" sldId="356"/>
        </pc:sldMkLst>
        <pc:spChg chg="mod">
          <ac:chgData name="Ms Alina Arshad" userId="cccdfd85-d35d-4453-9c6f-a463aae40722" providerId="ADAL" clId="{9D070D90-1526-4C33-8966-8ADF4EF98FAB}" dt="2024-08-26T06:59:26.289" v="3" actId="207"/>
          <ac:spMkLst>
            <pc:docMk/>
            <pc:sldMk cId="0" sldId="356"/>
            <ac:spMk id="3" creationId="{A0C26980-5FCF-11CE-42EA-C789EFC81BF9}"/>
          </ac:spMkLst>
        </pc:spChg>
        <pc:spChg chg="mod">
          <ac:chgData name="Ms Alina Arshad" userId="cccdfd85-d35d-4453-9c6f-a463aae40722" providerId="ADAL" clId="{9D070D90-1526-4C33-8966-8ADF4EF98FAB}" dt="2024-08-26T08:55:46.777" v="21" actId="1076"/>
          <ac:spMkLst>
            <pc:docMk/>
            <pc:sldMk cId="0" sldId="356"/>
            <ac:spMk id="21506" creationId="{2FDC0C03-1A50-AFEA-680D-11CB0080FD7C}"/>
          </ac:spMkLst>
        </pc:spChg>
      </pc:sldChg>
      <pc:sldChg chg="modSp mod">
        <pc:chgData name="Ms Alina Arshad" userId="cccdfd85-d35d-4453-9c6f-a463aae40722" providerId="ADAL" clId="{9D070D90-1526-4C33-8966-8ADF4EF98FAB}" dt="2024-08-26T08:57:57.549" v="23" actId="207"/>
        <pc:sldMkLst>
          <pc:docMk/>
          <pc:sldMk cId="0" sldId="357"/>
        </pc:sldMkLst>
        <pc:spChg chg="mod">
          <ac:chgData name="Ms Alina Arshad" userId="cccdfd85-d35d-4453-9c6f-a463aae40722" providerId="ADAL" clId="{9D070D90-1526-4C33-8966-8ADF4EF98FAB}" dt="2024-08-26T08:57:57.549" v="23" actId="207"/>
          <ac:spMkLst>
            <pc:docMk/>
            <pc:sldMk cId="0" sldId="357"/>
            <ac:spMk id="23554" creationId="{715C96A0-76EB-2410-6028-7CC970A627D0}"/>
          </ac:spMkLst>
        </pc:spChg>
      </pc:sldChg>
      <pc:sldChg chg="modSp mod">
        <pc:chgData name="Ms Alina Arshad" userId="cccdfd85-d35d-4453-9c6f-a463aae40722" providerId="ADAL" clId="{9D070D90-1526-4C33-8966-8ADF4EF98FAB}" dt="2024-08-26T08:59:32.937" v="31" actId="113"/>
        <pc:sldMkLst>
          <pc:docMk/>
          <pc:sldMk cId="0" sldId="359"/>
        </pc:sldMkLst>
        <pc:spChg chg="mod">
          <ac:chgData name="Ms Alina Arshad" userId="cccdfd85-d35d-4453-9c6f-a463aae40722" providerId="ADAL" clId="{9D070D90-1526-4C33-8966-8ADF4EF98FAB}" dt="2024-08-26T08:59:32.937" v="31" actId="113"/>
          <ac:spMkLst>
            <pc:docMk/>
            <pc:sldMk cId="0" sldId="359"/>
            <ac:spMk id="27650" creationId="{3601D225-8BCB-CD61-89F6-BD0091383FA4}"/>
          </ac:spMkLst>
        </pc:spChg>
      </pc:sldChg>
      <pc:sldChg chg="modSp mod">
        <pc:chgData name="Ms Alina Arshad" userId="cccdfd85-d35d-4453-9c6f-a463aae40722" providerId="ADAL" clId="{9D070D90-1526-4C33-8966-8ADF4EF98FAB}" dt="2024-08-26T09:01:41.296" v="33" actId="207"/>
        <pc:sldMkLst>
          <pc:docMk/>
          <pc:sldMk cId="0" sldId="360"/>
        </pc:sldMkLst>
        <pc:spChg chg="mod">
          <ac:chgData name="Ms Alina Arshad" userId="cccdfd85-d35d-4453-9c6f-a463aae40722" providerId="ADAL" clId="{9D070D90-1526-4C33-8966-8ADF4EF98FAB}" dt="2024-08-26T09:01:41.296" v="33" actId="207"/>
          <ac:spMkLst>
            <pc:docMk/>
            <pc:sldMk cId="0" sldId="360"/>
            <ac:spMk id="3" creationId="{5A29B148-68E9-42A4-AAEF-21C44FB97CC8}"/>
          </ac:spMkLst>
        </pc:spChg>
        <pc:spChg chg="mod">
          <ac:chgData name="Ms Alina Arshad" userId="cccdfd85-d35d-4453-9c6f-a463aae40722" providerId="ADAL" clId="{9D070D90-1526-4C33-8966-8ADF4EF98FAB}" dt="2024-08-26T08:59:33.484" v="32" actId="113"/>
          <ac:spMkLst>
            <pc:docMk/>
            <pc:sldMk cId="0" sldId="360"/>
            <ac:spMk id="28674" creationId="{5DF05B7C-3FB9-7AAD-79F2-F672F7AE8C7B}"/>
          </ac:spMkLst>
        </pc:spChg>
      </pc:sldChg>
      <pc:sldChg chg="modSp mod">
        <pc:chgData name="Ms Alina Arshad" userId="cccdfd85-d35d-4453-9c6f-a463aae40722" providerId="ADAL" clId="{9D070D90-1526-4C33-8966-8ADF4EF98FAB}" dt="2024-08-26T08:59:31.922" v="30" actId="113"/>
        <pc:sldMkLst>
          <pc:docMk/>
          <pc:sldMk cId="0" sldId="369"/>
        </pc:sldMkLst>
        <pc:spChg chg="mod">
          <ac:chgData name="Ms Alina Arshad" userId="cccdfd85-d35d-4453-9c6f-a463aae40722" providerId="ADAL" clId="{9D070D90-1526-4C33-8966-8ADF4EF98FAB}" dt="2024-08-26T08:59:31.922" v="30" actId="113"/>
          <ac:spMkLst>
            <pc:docMk/>
            <pc:sldMk cId="0" sldId="369"/>
            <ac:spMk id="26626" creationId="{A4F027D1-2AC1-1C80-C6CA-8BCE00F02C1D}"/>
          </ac:spMkLst>
        </pc:spChg>
      </pc:sldChg>
      <pc:sldChg chg="del">
        <pc:chgData name="Ms Alina Arshad" userId="cccdfd85-d35d-4453-9c6f-a463aae40722" providerId="ADAL" clId="{9D070D90-1526-4C33-8966-8ADF4EF98FAB}" dt="2024-08-26T09:03:11.641" v="34" actId="47"/>
        <pc:sldMkLst>
          <pc:docMk/>
          <pc:sldMk cId="3002628608" sldId="371"/>
        </pc:sldMkLst>
      </pc:sldChg>
      <pc:sldChg chg="modSp del mod">
        <pc:chgData name="Ms Alina Arshad" userId="cccdfd85-d35d-4453-9c6f-a463aae40722" providerId="ADAL" clId="{9D070D90-1526-4C33-8966-8ADF4EF98FAB}" dt="2024-08-26T09:03:53.121" v="36" actId="47"/>
        <pc:sldMkLst>
          <pc:docMk/>
          <pc:sldMk cId="0" sldId="372"/>
        </pc:sldMkLst>
        <pc:spChg chg="mod">
          <ac:chgData name="Ms Alina Arshad" userId="cccdfd85-d35d-4453-9c6f-a463aae40722" providerId="ADAL" clId="{9D070D90-1526-4C33-8966-8ADF4EF98FAB}" dt="2024-08-26T09:03:17.065" v="35" actId="207"/>
          <ac:spMkLst>
            <pc:docMk/>
            <pc:sldMk cId="0" sldId="372"/>
            <ac:spMk id="33794" creationId="{21B4FF6A-7A53-1B02-2C5F-197ADE8BB9A5}"/>
          </ac:spMkLst>
        </pc:spChg>
      </pc:sldChg>
      <pc:sldChg chg="modSp mod ord">
        <pc:chgData name="Ms Alina Arshad" userId="cccdfd85-d35d-4453-9c6f-a463aae40722" providerId="ADAL" clId="{9D070D90-1526-4C33-8966-8ADF4EF98FAB}" dt="2024-08-26T09:04:28.044" v="40"/>
        <pc:sldMkLst>
          <pc:docMk/>
          <pc:sldMk cId="511546327" sldId="385"/>
        </pc:sldMkLst>
        <pc:spChg chg="mod">
          <ac:chgData name="Ms Alina Arshad" userId="cccdfd85-d35d-4453-9c6f-a463aae40722" providerId="ADAL" clId="{9D070D90-1526-4C33-8966-8ADF4EF98FAB}" dt="2024-08-26T09:03:57.994" v="37" actId="207"/>
          <ac:spMkLst>
            <pc:docMk/>
            <pc:sldMk cId="511546327" sldId="385"/>
            <ac:spMk id="2" creationId="{00000000-0000-0000-0000-000000000000}"/>
          </ac:spMkLst>
        </pc:spChg>
        <pc:picChg chg="mod">
          <ac:chgData name="Ms Alina Arshad" userId="cccdfd85-d35d-4453-9c6f-a463aae40722" providerId="ADAL" clId="{9D070D90-1526-4C33-8966-8ADF4EF98FAB}" dt="2024-08-26T09:04:01.816" v="38" actId="1076"/>
          <ac:picMkLst>
            <pc:docMk/>
            <pc:sldMk cId="511546327" sldId="385"/>
            <ac:picMk id="6" creationId="{00000000-0000-0000-0000-000000000000}"/>
          </ac:picMkLst>
        </pc:picChg>
      </pc:sldChg>
      <pc:sldChg chg="del">
        <pc:chgData name="Ms Alina Arshad" userId="cccdfd85-d35d-4453-9c6f-a463aae40722" providerId="ADAL" clId="{9D070D90-1526-4C33-8966-8ADF4EF98FAB}" dt="2024-08-26T09:04:38.339" v="41" actId="47"/>
        <pc:sldMkLst>
          <pc:docMk/>
          <pc:sldMk cId="938158308" sldId="390"/>
        </pc:sldMkLst>
        <pc:spChg chg="mod">
          <ac:chgData name="Ms Alina Arshad" userId="cccdfd85-d35d-4453-9c6f-a463aae40722" providerId="ADAL" clId="{9D070D90-1526-4C33-8966-8ADF4EF98FAB}" dt="2024-08-26T09:06:18.885" v="52" actId="14100"/>
          <ac:spMkLst>
            <pc:docMk/>
            <pc:sldMk cId="938158308" sldId="390"/>
            <ac:spMk id="2" creationId="{CCD37E2F-361C-46F4-BD07-2D803DB23F9E}"/>
          </ac:spMkLst>
        </pc:spChg>
        <pc:spChg chg="mod">
          <ac:chgData name="Ms Alina Arshad" userId="cccdfd85-d35d-4453-9c6f-a463aae40722" providerId="ADAL" clId="{9D070D90-1526-4C33-8966-8ADF4EF98FAB}" dt="2024-08-26T09:06:10.008" v="47" actId="207"/>
          <ac:spMkLst>
            <pc:docMk/>
            <pc:sldMk cId="938158308" sldId="390"/>
            <ac:spMk id="3" creationId="{F59BCEDC-C5D1-42CB-8414-D9DBEA47ECB0}"/>
          </ac:spMkLst>
        </pc:spChg>
        <pc:spChg chg="del">
          <ac:chgData name="Ms Alina Arshad" userId="cccdfd85-d35d-4453-9c6f-a463aae40722" providerId="ADAL" clId="{9D070D90-1526-4C33-8966-8ADF4EF98FAB}" dt="2024-08-26T09:05:58.458" v="43" actId="478"/>
          <ac:spMkLst>
            <pc:docMk/>
            <pc:sldMk cId="938158308" sldId="390"/>
            <ac:spMk id="4" creationId="{00000000-0000-0000-0000-000000000000}"/>
          </ac:spMkLst>
        </pc:spChg>
        <pc:spChg chg="del">
          <ac:chgData name="Ms Alina Arshad" userId="cccdfd85-d35d-4453-9c6f-a463aae40722" providerId="ADAL" clId="{9D070D90-1526-4C33-8966-8ADF4EF98FAB}" dt="2024-08-26T09:06:01.138" v="44" actId="478"/>
          <ac:spMkLst>
            <pc:docMk/>
            <pc:sldMk cId="938158308" sldId="390"/>
            <ac:spMk id="5" creationId="{00000000-0000-0000-0000-000000000000}"/>
          </ac:spMkLst>
        </pc:spChg>
      </pc:sldChg>
      <pc:sldChg chg="delSp modSp add mod">
        <pc:chgData name="Ms Alina Arshad" userId="cccdfd85-d35d-4453-9c6f-a463aae40722" providerId="ADAL" clId="{9D070D90-1526-4C33-8966-8ADF4EF98FAB}" dt="2024-08-26T09:06:52.848" v="55" actId="1076"/>
        <pc:sldMkLst>
          <pc:docMk/>
          <pc:sldMk cId="3237861477" sldId="391"/>
        </pc:sldMkLst>
        <pc:spChg chg="mod">
          <ac:chgData name="Ms Alina Arshad" userId="cccdfd85-d35d-4453-9c6f-a463aae40722" providerId="ADAL" clId="{9D070D90-1526-4C33-8966-8ADF4EF98FAB}" dt="2024-08-26T09:06:52.848" v="55" actId="1076"/>
          <ac:spMkLst>
            <pc:docMk/>
            <pc:sldMk cId="3237861477" sldId="391"/>
            <ac:spMk id="2" creationId="{EDA72679-0F98-43B0-9C8E-609711DDE88A}"/>
          </ac:spMkLst>
        </pc:spChg>
        <pc:spChg chg="mod">
          <ac:chgData name="Ms Alina Arshad" userId="cccdfd85-d35d-4453-9c6f-a463aae40722" providerId="ADAL" clId="{9D070D90-1526-4C33-8966-8ADF4EF98FAB}" dt="2024-08-26T09:06:49.005" v="53" actId="207"/>
          <ac:spMkLst>
            <pc:docMk/>
            <pc:sldMk cId="3237861477" sldId="391"/>
            <ac:spMk id="3" creationId="{9F621F65-B7BE-4B1B-8A4D-34D27C89D961}"/>
          </ac:spMkLst>
        </pc:spChg>
        <pc:spChg chg="del">
          <ac:chgData name="Ms Alina Arshad" userId="cccdfd85-d35d-4453-9c6f-a463aae40722" providerId="ADAL" clId="{9D070D90-1526-4C33-8966-8ADF4EF98FAB}" dt="2024-08-26T09:06:04.744" v="45" actId="478"/>
          <ac:spMkLst>
            <pc:docMk/>
            <pc:sldMk cId="3237861477" sldId="391"/>
            <ac:spMk id="4" creationId="{00000000-0000-0000-0000-000000000000}"/>
          </ac:spMkLst>
        </pc:spChg>
        <pc:spChg chg="del">
          <ac:chgData name="Ms Alina Arshad" userId="cccdfd85-d35d-4453-9c6f-a463aae40722" providerId="ADAL" clId="{9D070D90-1526-4C33-8966-8ADF4EF98FAB}" dt="2024-08-26T09:06:06.196" v="46" actId="478"/>
          <ac:spMkLst>
            <pc:docMk/>
            <pc:sldMk cId="3237861477" sldId="391"/>
            <ac:spMk id="5" creationId="{00000000-0000-0000-0000-000000000000}"/>
          </ac:spMkLst>
        </pc:spChg>
      </pc:sldChg>
      <pc:sldChg chg="modSp new mod ord">
        <pc:chgData name="Ms Alina Arshad" userId="cccdfd85-d35d-4453-9c6f-a463aae40722" providerId="ADAL" clId="{9D070D90-1526-4C33-8966-8ADF4EF98FAB}" dt="2024-08-26T09:14:19.288" v="94"/>
        <pc:sldMkLst>
          <pc:docMk/>
          <pc:sldMk cId="3171797292" sldId="392"/>
        </pc:sldMkLst>
        <pc:spChg chg="mod">
          <ac:chgData name="Ms Alina Arshad" userId="cccdfd85-d35d-4453-9c6f-a463aae40722" providerId="ADAL" clId="{9D070D90-1526-4C33-8966-8ADF4EF98FAB}" dt="2024-08-26T09:08:44.241" v="76" actId="207"/>
          <ac:spMkLst>
            <pc:docMk/>
            <pc:sldMk cId="3171797292" sldId="392"/>
            <ac:spMk id="2" creationId="{71C7E6DC-E247-A1A6-4433-2D99DE757456}"/>
          </ac:spMkLst>
        </pc:spChg>
        <pc:spChg chg="mod">
          <ac:chgData name="Ms Alina Arshad" userId="cccdfd85-d35d-4453-9c6f-a463aae40722" providerId="ADAL" clId="{9D070D90-1526-4C33-8966-8ADF4EF98FAB}" dt="2024-08-26T09:09:47.517" v="87" actId="207"/>
          <ac:spMkLst>
            <pc:docMk/>
            <pc:sldMk cId="3171797292" sldId="392"/>
            <ac:spMk id="3" creationId="{8945664E-4C57-92F9-8D47-FA41D2EC3675}"/>
          </ac:spMkLst>
        </pc:spChg>
      </pc:sldChg>
      <pc:sldChg chg="new del">
        <pc:chgData name="Ms Alina Arshad" userId="cccdfd85-d35d-4453-9c6f-a463aae40722" providerId="ADAL" clId="{9D070D90-1526-4C33-8966-8ADF4EF98FAB}" dt="2024-08-26T09:08:28.926" v="57" actId="47"/>
        <pc:sldMkLst>
          <pc:docMk/>
          <pc:sldMk cId="3427654478" sldId="392"/>
        </pc:sldMkLst>
      </pc:sldChg>
      <pc:sldChg chg="delSp new del mod">
        <pc:chgData name="Ms Alina Arshad" userId="cccdfd85-d35d-4453-9c6f-a463aae40722" providerId="ADAL" clId="{9D070D90-1526-4C33-8966-8ADF4EF98FAB}" dt="2024-08-26T09:16:59.706" v="226" actId="47"/>
        <pc:sldMkLst>
          <pc:docMk/>
          <pc:sldMk cId="1468559554" sldId="393"/>
        </pc:sldMkLst>
        <pc:spChg chg="del">
          <ac:chgData name="Ms Alina Arshad" userId="cccdfd85-d35d-4453-9c6f-a463aae40722" providerId="ADAL" clId="{9D070D90-1526-4C33-8966-8ADF4EF98FAB}" dt="2024-08-26T09:14:10.928" v="92" actId="478"/>
          <ac:spMkLst>
            <pc:docMk/>
            <pc:sldMk cId="1468559554" sldId="393"/>
            <ac:spMk id="2" creationId="{7B3096DD-7254-94FB-B361-91D1E30F9BF0}"/>
          </ac:spMkLst>
        </pc:spChg>
        <pc:spChg chg="del">
          <ac:chgData name="Ms Alina Arshad" userId="cccdfd85-d35d-4453-9c6f-a463aae40722" providerId="ADAL" clId="{9D070D90-1526-4C33-8966-8ADF4EF98FAB}" dt="2024-08-26T09:14:09.350" v="91" actId="478"/>
          <ac:spMkLst>
            <pc:docMk/>
            <pc:sldMk cId="1468559554" sldId="393"/>
            <ac:spMk id="3" creationId="{D78851B1-4A44-FD00-8C39-D0F0F275E549}"/>
          </ac:spMkLst>
        </pc:spChg>
      </pc:sldChg>
      <pc:sldChg chg="modSp new mod">
        <pc:chgData name="Ms Alina Arshad" userId="cccdfd85-d35d-4453-9c6f-a463aae40722" providerId="ADAL" clId="{9D070D90-1526-4C33-8966-8ADF4EF98FAB}" dt="2024-08-26T09:16:54.548" v="225"/>
        <pc:sldMkLst>
          <pc:docMk/>
          <pc:sldMk cId="3643065844" sldId="394"/>
        </pc:sldMkLst>
        <pc:spChg chg="mod">
          <ac:chgData name="Ms Alina Arshad" userId="cccdfd85-d35d-4453-9c6f-a463aae40722" providerId="ADAL" clId="{9D070D90-1526-4C33-8966-8ADF4EF98FAB}" dt="2024-08-26T09:16:54.548" v="225"/>
          <ac:spMkLst>
            <pc:docMk/>
            <pc:sldMk cId="3643065844" sldId="394"/>
            <ac:spMk id="2" creationId="{56FB64E0-A331-330A-441B-B3C636221533}"/>
          </ac:spMkLst>
        </pc:spChg>
        <pc:spChg chg="mod">
          <ac:chgData name="Ms Alina Arshad" userId="cccdfd85-d35d-4453-9c6f-a463aae40722" providerId="ADAL" clId="{9D070D90-1526-4C33-8966-8ADF4EF98FAB}" dt="2024-08-26T09:16:41.558" v="224" actId="20577"/>
          <ac:spMkLst>
            <pc:docMk/>
            <pc:sldMk cId="3643065844" sldId="394"/>
            <ac:spMk id="3" creationId="{22ACE35B-3318-313E-A6ED-E9C39A6CC46C}"/>
          </ac:spMkLst>
        </pc:spChg>
      </pc:sldChg>
      <pc:sldChg chg="addSp modSp new mod">
        <pc:chgData name="Ms Alina Arshad" userId="cccdfd85-d35d-4453-9c6f-a463aae40722" providerId="ADAL" clId="{9D070D90-1526-4C33-8966-8ADF4EF98FAB}" dt="2024-08-26T09:19:42.253" v="237" actId="1076"/>
        <pc:sldMkLst>
          <pc:docMk/>
          <pc:sldMk cId="129645018" sldId="395"/>
        </pc:sldMkLst>
        <pc:spChg chg="add mod">
          <ac:chgData name="Ms Alina Arshad" userId="cccdfd85-d35d-4453-9c6f-a463aae40722" providerId="ADAL" clId="{9D070D90-1526-4C33-8966-8ADF4EF98FAB}" dt="2024-08-26T09:19:10.813" v="231" actId="1076"/>
          <ac:spMkLst>
            <pc:docMk/>
            <pc:sldMk cId="129645018" sldId="395"/>
            <ac:spMk id="3" creationId="{AE48E4DB-1020-2267-9323-EA4B0A7A40F7}"/>
          </ac:spMkLst>
        </pc:spChg>
        <pc:spChg chg="add mod">
          <ac:chgData name="Ms Alina Arshad" userId="cccdfd85-d35d-4453-9c6f-a463aae40722" providerId="ADAL" clId="{9D070D90-1526-4C33-8966-8ADF4EF98FAB}" dt="2024-08-26T09:19:42.253" v="237" actId="1076"/>
          <ac:spMkLst>
            <pc:docMk/>
            <pc:sldMk cId="129645018" sldId="395"/>
            <ac:spMk id="4" creationId="{E314460D-0C28-0074-04BC-D8A2FC53EC0F}"/>
          </ac:spMkLst>
        </pc:spChg>
      </pc:sldChg>
      <pc:sldChg chg="addSp delSp modSp new del mod">
        <pc:chgData name="Ms Alina Arshad" userId="cccdfd85-d35d-4453-9c6f-a463aae40722" providerId="ADAL" clId="{9D070D90-1526-4C33-8966-8ADF4EF98FAB}" dt="2024-08-26T09:50:52.084" v="253" actId="47"/>
        <pc:sldMkLst>
          <pc:docMk/>
          <pc:sldMk cId="195136698" sldId="396"/>
        </pc:sldMkLst>
        <pc:spChg chg="del">
          <ac:chgData name="Ms Alina Arshad" userId="cccdfd85-d35d-4453-9c6f-a463aae40722" providerId="ADAL" clId="{9D070D90-1526-4C33-8966-8ADF4EF98FAB}" dt="2024-08-26T09:50:10.617" v="243" actId="478"/>
          <ac:spMkLst>
            <pc:docMk/>
            <pc:sldMk cId="195136698" sldId="396"/>
            <ac:spMk id="2" creationId="{339A6985-72FC-5A91-A4DF-3F5B5298DCF8}"/>
          </ac:spMkLst>
        </pc:spChg>
        <pc:spChg chg="del">
          <ac:chgData name="Ms Alina Arshad" userId="cccdfd85-d35d-4453-9c6f-a463aae40722" providerId="ADAL" clId="{9D070D90-1526-4C33-8966-8ADF4EF98FAB}" dt="2024-08-26T09:49:52.682" v="240" actId="478"/>
          <ac:spMkLst>
            <pc:docMk/>
            <pc:sldMk cId="195136698" sldId="396"/>
            <ac:spMk id="3" creationId="{7878009F-28FC-5074-A45A-CC4FA57569B8}"/>
          </ac:spMkLst>
        </pc:spChg>
        <pc:spChg chg="add mod">
          <ac:chgData name="Ms Alina Arshad" userId="cccdfd85-d35d-4453-9c6f-a463aae40722" providerId="ADAL" clId="{9D070D90-1526-4C33-8966-8ADF4EF98FAB}" dt="2024-08-26T09:49:59.992" v="242" actId="14100"/>
          <ac:spMkLst>
            <pc:docMk/>
            <pc:sldMk cId="195136698" sldId="396"/>
            <ac:spMk id="4" creationId="{EC782C3C-54D3-9B18-19A8-E0A2A4D1DF4A}"/>
          </ac:spMkLst>
        </pc:spChg>
        <pc:spChg chg="add">
          <ac:chgData name="Ms Alina Arshad" userId="cccdfd85-d35d-4453-9c6f-a463aae40722" providerId="ADAL" clId="{9D070D90-1526-4C33-8966-8ADF4EF98FAB}" dt="2024-08-26T09:49:45.156" v="239"/>
          <ac:spMkLst>
            <pc:docMk/>
            <pc:sldMk cId="195136698" sldId="396"/>
            <ac:spMk id="5" creationId="{DD9F2442-6369-3A35-4A3E-0B47D0C8A4F0}"/>
          </ac:spMkLst>
        </pc:spChg>
        <pc:spChg chg="add">
          <ac:chgData name="Ms Alina Arshad" userId="cccdfd85-d35d-4453-9c6f-a463aae40722" providerId="ADAL" clId="{9D070D90-1526-4C33-8966-8ADF4EF98FAB}" dt="2024-08-26T09:49:45.156" v="239"/>
          <ac:spMkLst>
            <pc:docMk/>
            <pc:sldMk cId="195136698" sldId="396"/>
            <ac:spMk id="6" creationId="{DFEC5ACE-098C-E847-DA0F-9EEFCAC48C76}"/>
          </ac:spMkLst>
        </pc:spChg>
      </pc:sldChg>
      <pc:sldChg chg="addSp delSp modSp new mod">
        <pc:chgData name="Ms Alina Arshad" userId="cccdfd85-d35d-4453-9c6f-a463aae40722" providerId="ADAL" clId="{9D070D90-1526-4C33-8966-8ADF4EF98FAB}" dt="2024-08-27T04:54:01.181" v="478" actId="20577"/>
        <pc:sldMkLst>
          <pc:docMk/>
          <pc:sldMk cId="2801136258" sldId="397"/>
        </pc:sldMkLst>
        <pc:spChg chg="add mod">
          <ac:chgData name="Ms Alina Arshad" userId="cccdfd85-d35d-4453-9c6f-a463aae40722" providerId="ADAL" clId="{9D070D90-1526-4C33-8966-8ADF4EF98FAB}" dt="2024-08-27T04:54:01.181" v="478" actId="20577"/>
          <ac:spMkLst>
            <pc:docMk/>
            <pc:sldMk cId="2801136258" sldId="397"/>
            <ac:spMk id="2" creationId="{0AA35CFD-1519-F917-F636-053D59CFD9D1}"/>
          </ac:spMkLst>
        </pc:spChg>
        <pc:spChg chg="add">
          <ac:chgData name="Ms Alina Arshad" userId="cccdfd85-d35d-4453-9c6f-a463aae40722" providerId="ADAL" clId="{9D070D90-1526-4C33-8966-8ADF4EF98FAB}" dt="2024-08-27T04:49:53.463" v="336"/>
          <ac:spMkLst>
            <pc:docMk/>
            <pc:sldMk cId="2801136258" sldId="397"/>
            <ac:spMk id="3" creationId="{1A518913-A396-ACDA-F801-842CC2F63381}"/>
          </ac:spMkLst>
        </pc:spChg>
        <pc:spChg chg="add del mod">
          <ac:chgData name="Ms Alina Arshad" userId="cccdfd85-d35d-4453-9c6f-a463aae40722" providerId="ADAL" clId="{9D070D90-1526-4C33-8966-8ADF4EF98FAB}" dt="2024-08-26T09:51:37.534" v="264" actId="478"/>
          <ac:spMkLst>
            <pc:docMk/>
            <pc:sldMk cId="2801136258" sldId="397"/>
            <ac:spMk id="3" creationId="{D417D5B8-68C8-6DC5-BEEC-D1BEBA8C2A61}"/>
          </ac:spMkLst>
        </pc:spChg>
        <pc:spChg chg="add mod">
          <ac:chgData name="Ms Alina Arshad" userId="cccdfd85-d35d-4453-9c6f-a463aae40722" providerId="ADAL" clId="{9D070D90-1526-4C33-8966-8ADF4EF98FAB}" dt="2024-08-26T09:51:57.527" v="269" actId="1076"/>
          <ac:spMkLst>
            <pc:docMk/>
            <pc:sldMk cId="2801136258" sldId="397"/>
            <ac:spMk id="4" creationId="{9F6CA550-4BA9-D211-315D-511871109AFE}"/>
          </ac:spMkLst>
        </pc:spChg>
      </pc:sldChg>
      <pc:sldChg chg="new del">
        <pc:chgData name="Ms Alina Arshad" userId="cccdfd85-d35d-4453-9c6f-a463aae40722" providerId="ADAL" clId="{9D070D90-1526-4C33-8966-8ADF4EF98FAB}" dt="2024-08-27T04:43:07.654" v="271" actId="47"/>
        <pc:sldMkLst>
          <pc:docMk/>
          <pc:sldMk cId="1625032331" sldId="398"/>
        </pc:sldMkLst>
      </pc:sldChg>
      <pc:sldChg chg="addSp modSp new mod">
        <pc:chgData name="Ms Alina Arshad" userId="cccdfd85-d35d-4453-9c6f-a463aae40722" providerId="ADAL" clId="{9D070D90-1526-4C33-8966-8ADF4EF98FAB}" dt="2024-08-27T04:46:49.038" v="312" actId="21"/>
        <pc:sldMkLst>
          <pc:docMk/>
          <pc:sldMk cId="2310894512" sldId="398"/>
        </pc:sldMkLst>
        <pc:graphicFrameChg chg="add mod modGraphic">
          <ac:chgData name="Ms Alina Arshad" userId="cccdfd85-d35d-4453-9c6f-a463aae40722" providerId="ADAL" clId="{9D070D90-1526-4C33-8966-8ADF4EF98FAB}" dt="2024-08-27T04:46:49.038" v="312" actId="21"/>
          <ac:graphicFrameMkLst>
            <pc:docMk/>
            <pc:sldMk cId="2310894512" sldId="398"/>
            <ac:graphicFrameMk id="2" creationId="{0805F1E4-B84C-1BA4-9718-16AA4D217A43}"/>
          </ac:graphicFrameMkLst>
        </pc:graphicFrameChg>
      </pc:sldChg>
      <pc:sldChg chg="addSp modSp new mod">
        <pc:chgData name="Ms Alina Arshad" userId="cccdfd85-d35d-4453-9c6f-a463aae40722" providerId="ADAL" clId="{9D070D90-1526-4C33-8966-8ADF4EF98FAB}" dt="2024-08-27T04:48:27.289" v="332" actId="1076"/>
        <pc:sldMkLst>
          <pc:docMk/>
          <pc:sldMk cId="4103277343" sldId="399"/>
        </pc:sldMkLst>
        <pc:spChg chg="add mod">
          <ac:chgData name="Ms Alina Arshad" userId="cccdfd85-d35d-4453-9c6f-a463aae40722" providerId="ADAL" clId="{9D070D90-1526-4C33-8966-8ADF4EF98FAB}" dt="2024-08-27T04:48:27.289" v="332" actId="1076"/>
          <ac:spMkLst>
            <pc:docMk/>
            <pc:sldMk cId="4103277343" sldId="399"/>
            <ac:spMk id="4" creationId="{4C670BC4-2223-4809-FDC3-575B071F5472}"/>
          </ac:spMkLst>
        </pc:spChg>
        <pc:graphicFrameChg chg="add mod modGraphic">
          <ac:chgData name="Ms Alina Arshad" userId="cccdfd85-d35d-4453-9c6f-a463aae40722" providerId="ADAL" clId="{9D070D90-1526-4C33-8966-8ADF4EF98FAB}" dt="2024-08-27T04:48:11.618" v="325" actId="1076"/>
          <ac:graphicFrameMkLst>
            <pc:docMk/>
            <pc:sldMk cId="4103277343" sldId="399"/>
            <ac:graphicFrameMk id="2" creationId="{6D781DE9-F107-AAE6-19E7-A44FE0997EAB}"/>
          </ac:graphicFrameMkLst>
        </pc:graphicFrameChg>
      </pc:sldChg>
    </pc:docChg>
  </pc:docChgLst>
  <pc:docChgLst>
    <pc:chgData name="Ms Alina Arshad" userId="cccdfd85-d35d-4453-9c6f-a463aae40722" providerId="ADAL" clId="{2DC180FD-F18C-4625-AB1F-E76E8B18C48B}"/>
    <pc:docChg chg="undo custSel addSld delSld modSld">
      <pc:chgData name="Ms Alina Arshad" userId="cccdfd85-d35d-4453-9c6f-a463aae40722" providerId="ADAL" clId="{2DC180FD-F18C-4625-AB1F-E76E8B18C48B}" dt="2024-09-03T05:38:11.505" v="436" actId="5793"/>
      <pc:docMkLst>
        <pc:docMk/>
      </pc:docMkLst>
      <pc:sldChg chg="modSp mod">
        <pc:chgData name="Ms Alina Arshad" userId="cccdfd85-d35d-4453-9c6f-a463aae40722" providerId="ADAL" clId="{2DC180FD-F18C-4625-AB1F-E76E8B18C48B}" dt="2024-09-02T08:51:50.113" v="330"/>
        <pc:sldMkLst>
          <pc:docMk/>
          <pc:sldMk cId="3322361034" sldId="256"/>
        </pc:sldMkLst>
        <pc:spChg chg="mod">
          <ac:chgData name="Ms Alina Arshad" userId="cccdfd85-d35d-4453-9c6f-a463aae40722" providerId="ADAL" clId="{2DC180FD-F18C-4625-AB1F-E76E8B18C48B}" dt="2024-09-02T08:51:50.113" v="330"/>
          <ac:spMkLst>
            <pc:docMk/>
            <pc:sldMk cId="3322361034" sldId="256"/>
            <ac:spMk id="3" creationId="{44E9F82C-BBA7-3495-1097-BEDB54FFFDF4}"/>
          </ac:spMkLst>
        </pc:spChg>
      </pc:sldChg>
      <pc:sldChg chg="del">
        <pc:chgData name="Ms Alina Arshad" userId="cccdfd85-d35d-4453-9c6f-a463aae40722" providerId="ADAL" clId="{2DC180FD-F18C-4625-AB1F-E76E8B18C48B}" dt="2024-08-30T04:31:20.525" v="5" actId="47"/>
        <pc:sldMkLst>
          <pc:docMk/>
          <pc:sldMk cId="0" sldId="350"/>
        </pc:sldMkLst>
      </pc:sldChg>
      <pc:sldChg chg="del">
        <pc:chgData name="Ms Alina Arshad" userId="cccdfd85-d35d-4453-9c6f-a463aae40722" providerId="ADAL" clId="{2DC180FD-F18C-4625-AB1F-E76E8B18C48B}" dt="2024-08-30T04:31:21.134" v="7" actId="47"/>
        <pc:sldMkLst>
          <pc:docMk/>
          <pc:sldMk cId="0" sldId="351"/>
        </pc:sldMkLst>
      </pc:sldChg>
      <pc:sldChg chg="del">
        <pc:chgData name="Ms Alina Arshad" userId="cccdfd85-d35d-4453-9c6f-a463aae40722" providerId="ADAL" clId="{2DC180FD-F18C-4625-AB1F-E76E8B18C48B}" dt="2024-08-30T04:31:21.759" v="9" actId="47"/>
        <pc:sldMkLst>
          <pc:docMk/>
          <pc:sldMk cId="0" sldId="352"/>
        </pc:sldMkLst>
      </pc:sldChg>
      <pc:sldChg chg="del">
        <pc:chgData name="Ms Alina Arshad" userId="cccdfd85-d35d-4453-9c6f-a463aae40722" providerId="ADAL" clId="{2DC180FD-F18C-4625-AB1F-E76E8B18C48B}" dt="2024-08-30T04:31:22.331" v="11" actId="47"/>
        <pc:sldMkLst>
          <pc:docMk/>
          <pc:sldMk cId="0" sldId="353"/>
        </pc:sldMkLst>
      </pc:sldChg>
      <pc:sldChg chg="del">
        <pc:chgData name="Ms Alina Arshad" userId="cccdfd85-d35d-4453-9c6f-a463aae40722" providerId="ADAL" clId="{2DC180FD-F18C-4625-AB1F-E76E8B18C48B}" dt="2024-08-30T04:31:22.800" v="12" actId="47"/>
        <pc:sldMkLst>
          <pc:docMk/>
          <pc:sldMk cId="0" sldId="354"/>
        </pc:sldMkLst>
      </pc:sldChg>
      <pc:sldChg chg="del">
        <pc:chgData name="Ms Alina Arshad" userId="cccdfd85-d35d-4453-9c6f-a463aae40722" providerId="ADAL" clId="{2DC180FD-F18C-4625-AB1F-E76E8B18C48B}" dt="2024-08-30T04:31:20.197" v="4" actId="47"/>
        <pc:sldMkLst>
          <pc:docMk/>
          <pc:sldMk cId="0" sldId="355"/>
        </pc:sldMkLst>
      </pc:sldChg>
      <pc:sldChg chg="del">
        <pc:chgData name="Ms Alina Arshad" userId="cccdfd85-d35d-4453-9c6f-a463aae40722" providerId="ADAL" clId="{2DC180FD-F18C-4625-AB1F-E76E8B18C48B}" dt="2024-08-30T04:31:21.431" v="8" actId="47"/>
        <pc:sldMkLst>
          <pc:docMk/>
          <pc:sldMk cId="0" sldId="356"/>
        </pc:sldMkLst>
      </pc:sldChg>
      <pc:sldChg chg="del">
        <pc:chgData name="Ms Alina Arshad" userId="cccdfd85-d35d-4453-9c6f-a463aae40722" providerId="ADAL" clId="{2DC180FD-F18C-4625-AB1F-E76E8B18C48B}" dt="2024-08-30T04:31:22.034" v="10" actId="47"/>
        <pc:sldMkLst>
          <pc:docMk/>
          <pc:sldMk cId="0" sldId="357"/>
        </pc:sldMkLst>
      </pc:sldChg>
      <pc:sldChg chg="del">
        <pc:chgData name="Ms Alina Arshad" userId="cccdfd85-d35d-4453-9c6f-a463aae40722" providerId="ADAL" clId="{2DC180FD-F18C-4625-AB1F-E76E8B18C48B}" dt="2024-08-30T04:31:25.753" v="19" actId="47"/>
        <pc:sldMkLst>
          <pc:docMk/>
          <pc:sldMk cId="0" sldId="359"/>
        </pc:sldMkLst>
      </pc:sldChg>
      <pc:sldChg chg="del">
        <pc:chgData name="Ms Alina Arshad" userId="cccdfd85-d35d-4453-9c6f-a463aae40722" providerId="ADAL" clId="{2DC180FD-F18C-4625-AB1F-E76E8B18C48B}" dt="2024-08-30T04:31:26.112" v="20" actId="47"/>
        <pc:sldMkLst>
          <pc:docMk/>
          <pc:sldMk cId="0" sldId="360"/>
        </pc:sldMkLst>
      </pc:sldChg>
      <pc:sldChg chg="del">
        <pc:chgData name="Ms Alina Arshad" userId="cccdfd85-d35d-4453-9c6f-a463aae40722" providerId="ADAL" clId="{2DC180FD-F18C-4625-AB1F-E76E8B18C48B}" dt="2024-08-30T04:31:27.753" v="23" actId="47"/>
        <pc:sldMkLst>
          <pc:docMk/>
          <pc:sldMk cId="0" sldId="368"/>
        </pc:sldMkLst>
      </pc:sldChg>
      <pc:sldChg chg="del">
        <pc:chgData name="Ms Alina Arshad" userId="cccdfd85-d35d-4453-9c6f-a463aae40722" providerId="ADAL" clId="{2DC180FD-F18C-4625-AB1F-E76E8B18C48B}" dt="2024-08-30T04:31:25.237" v="18" actId="47"/>
        <pc:sldMkLst>
          <pc:docMk/>
          <pc:sldMk cId="0" sldId="369"/>
        </pc:sldMkLst>
      </pc:sldChg>
      <pc:sldChg chg="modSp add mod">
        <pc:chgData name="Ms Alina Arshad" userId="cccdfd85-d35d-4453-9c6f-a463aae40722" providerId="ADAL" clId="{2DC180FD-F18C-4625-AB1F-E76E8B18C48B}" dt="2024-08-30T05:02:55.440" v="315" actId="20577"/>
        <pc:sldMkLst>
          <pc:docMk/>
          <pc:sldMk cId="3002628608" sldId="371"/>
        </pc:sldMkLst>
        <pc:spChg chg="mod">
          <ac:chgData name="Ms Alina Arshad" userId="cccdfd85-d35d-4453-9c6f-a463aae40722" providerId="ADAL" clId="{2DC180FD-F18C-4625-AB1F-E76E8B18C48B}" dt="2024-08-30T05:02:41.621" v="307" actId="113"/>
          <ac:spMkLst>
            <pc:docMk/>
            <pc:sldMk cId="3002628608" sldId="371"/>
            <ac:spMk id="2" creationId="{00000000-0000-0000-0000-000000000000}"/>
          </ac:spMkLst>
        </pc:spChg>
        <pc:spChg chg="mod">
          <ac:chgData name="Ms Alina Arshad" userId="cccdfd85-d35d-4453-9c6f-a463aae40722" providerId="ADAL" clId="{2DC180FD-F18C-4625-AB1F-E76E8B18C48B}" dt="2024-08-30T05:02:55.440" v="315" actId="20577"/>
          <ac:spMkLst>
            <pc:docMk/>
            <pc:sldMk cId="3002628608" sldId="371"/>
            <ac:spMk id="3" creationId="{00000000-0000-0000-0000-000000000000}"/>
          </ac:spMkLst>
        </pc:spChg>
      </pc:sldChg>
      <pc:sldChg chg="del">
        <pc:chgData name="Ms Alina Arshad" userId="cccdfd85-d35d-4453-9c6f-a463aae40722" providerId="ADAL" clId="{2DC180FD-F18C-4625-AB1F-E76E8B18C48B}" dt="2024-08-30T04:31:20.853" v="6" actId="47"/>
        <pc:sldMkLst>
          <pc:docMk/>
          <pc:sldMk cId="0" sldId="374"/>
        </pc:sldMkLst>
      </pc:sldChg>
      <pc:sldChg chg="del">
        <pc:chgData name="Ms Alina Arshad" userId="cccdfd85-d35d-4453-9c6f-a463aae40722" providerId="ADAL" clId="{2DC180FD-F18C-4625-AB1F-E76E8B18C48B}" dt="2024-08-30T04:31:19.806" v="3" actId="47"/>
        <pc:sldMkLst>
          <pc:docMk/>
          <pc:sldMk cId="0" sldId="377"/>
        </pc:sldMkLst>
      </pc:sldChg>
      <pc:sldChg chg="del">
        <pc:chgData name="Ms Alina Arshad" userId="cccdfd85-d35d-4453-9c6f-a463aae40722" providerId="ADAL" clId="{2DC180FD-F18C-4625-AB1F-E76E8B18C48B}" dt="2024-08-30T04:31:26.972" v="22" actId="47"/>
        <pc:sldMkLst>
          <pc:docMk/>
          <pc:sldMk cId="511546327" sldId="385"/>
        </pc:sldMkLst>
      </pc:sldChg>
      <pc:sldChg chg="del">
        <pc:chgData name="Ms Alina Arshad" userId="cccdfd85-d35d-4453-9c6f-a463aae40722" providerId="ADAL" clId="{2DC180FD-F18C-4625-AB1F-E76E8B18C48B}" dt="2024-08-30T04:31:18.931" v="1" actId="47"/>
        <pc:sldMkLst>
          <pc:docMk/>
          <pc:sldMk cId="0" sldId="387"/>
        </pc:sldMkLst>
      </pc:sldChg>
      <pc:sldChg chg="del">
        <pc:chgData name="Ms Alina Arshad" userId="cccdfd85-d35d-4453-9c6f-a463aae40722" providerId="ADAL" clId="{2DC180FD-F18C-4625-AB1F-E76E8B18C48B}" dt="2024-08-30T04:31:19.462" v="2" actId="47"/>
        <pc:sldMkLst>
          <pc:docMk/>
          <pc:sldMk cId="0" sldId="388"/>
        </pc:sldMkLst>
      </pc:sldChg>
      <pc:sldChg chg="del">
        <pc:chgData name="Ms Alina Arshad" userId="cccdfd85-d35d-4453-9c6f-a463aae40722" providerId="ADAL" clId="{2DC180FD-F18C-4625-AB1F-E76E8B18C48B}" dt="2024-08-30T04:31:26.628" v="21" actId="47"/>
        <pc:sldMkLst>
          <pc:docMk/>
          <pc:sldMk cId="0" sldId="389"/>
        </pc:sldMkLst>
      </pc:sldChg>
      <pc:sldChg chg="del">
        <pc:chgData name="Ms Alina Arshad" userId="cccdfd85-d35d-4453-9c6f-a463aae40722" providerId="ADAL" clId="{2DC180FD-F18C-4625-AB1F-E76E8B18C48B}" dt="2024-08-30T04:31:23.175" v="13" actId="47"/>
        <pc:sldMkLst>
          <pc:docMk/>
          <pc:sldMk cId="938158308" sldId="390"/>
        </pc:sldMkLst>
      </pc:sldChg>
      <pc:sldChg chg="del">
        <pc:chgData name="Ms Alina Arshad" userId="cccdfd85-d35d-4453-9c6f-a463aae40722" providerId="ADAL" clId="{2DC180FD-F18C-4625-AB1F-E76E8B18C48B}" dt="2024-08-30T04:31:23.441" v="14" actId="47"/>
        <pc:sldMkLst>
          <pc:docMk/>
          <pc:sldMk cId="3237861477" sldId="391"/>
        </pc:sldMkLst>
      </pc:sldChg>
      <pc:sldChg chg="del">
        <pc:chgData name="Ms Alina Arshad" userId="cccdfd85-d35d-4453-9c6f-a463aae40722" providerId="ADAL" clId="{2DC180FD-F18C-4625-AB1F-E76E8B18C48B}" dt="2024-08-30T04:31:24.191" v="15" actId="47"/>
        <pc:sldMkLst>
          <pc:docMk/>
          <pc:sldMk cId="3171797292" sldId="392"/>
        </pc:sldMkLst>
      </pc:sldChg>
      <pc:sldChg chg="modSp add mod modNotesTx">
        <pc:chgData name="Ms Alina Arshad" userId="cccdfd85-d35d-4453-9c6f-a463aae40722" providerId="ADAL" clId="{2DC180FD-F18C-4625-AB1F-E76E8B18C48B}" dt="2024-09-03T05:36:37.436" v="434" actId="207"/>
        <pc:sldMkLst>
          <pc:docMk/>
          <pc:sldMk cId="3567501205" sldId="393"/>
        </pc:sldMkLst>
        <pc:spChg chg="mod">
          <ac:chgData name="Ms Alina Arshad" userId="cccdfd85-d35d-4453-9c6f-a463aae40722" providerId="ADAL" clId="{2DC180FD-F18C-4625-AB1F-E76E8B18C48B}" dt="2024-09-03T04:36:57.156" v="374" actId="207"/>
          <ac:spMkLst>
            <pc:docMk/>
            <pc:sldMk cId="3567501205" sldId="393"/>
            <ac:spMk id="2" creationId="{00000000-0000-0000-0000-000000000000}"/>
          </ac:spMkLst>
        </pc:spChg>
        <pc:spChg chg="mod">
          <ac:chgData name="Ms Alina Arshad" userId="cccdfd85-d35d-4453-9c6f-a463aae40722" providerId="ADAL" clId="{2DC180FD-F18C-4625-AB1F-E76E8B18C48B}" dt="2024-09-03T05:36:37.436" v="434" actId="207"/>
          <ac:spMkLst>
            <pc:docMk/>
            <pc:sldMk cId="3567501205" sldId="393"/>
            <ac:spMk id="3" creationId="{00000000-0000-0000-0000-000000000000}"/>
          </ac:spMkLst>
        </pc:spChg>
      </pc:sldChg>
      <pc:sldChg chg="del">
        <pc:chgData name="Ms Alina Arshad" userId="cccdfd85-d35d-4453-9c6f-a463aae40722" providerId="ADAL" clId="{2DC180FD-F18C-4625-AB1F-E76E8B18C48B}" dt="2024-08-30T04:31:24.519" v="16" actId="47"/>
        <pc:sldMkLst>
          <pc:docMk/>
          <pc:sldMk cId="3643065844" sldId="394"/>
        </pc:sldMkLst>
      </pc:sldChg>
      <pc:sldChg chg="del">
        <pc:chgData name="Ms Alina Arshad" userId="cccdfd85-d35d-4453-9c6f-a463aae40722" providerId="ADAL" clId="{2DC180FD-F18C-4625-AB1F-E76E8B18C48B}" dt="2024-08-30T04:31:28.940" v="25" actId="47"/>
        <pc:sldMkLst>
          <pc:docMk/>
          <pc:sldMk cId="129645018" sldId="395"/>
        </pc:sldMkLst>
      </pc:sldChg>
      <pc:sldChg chg="modSp add mod">
        <pc:chgData name="Ms Alina Arshad" userId="cccdfd85-d35d-4453-9c6f-a463aae40722" providerId="ADAL" clId="{2DC180FD-F18C-4625-AB1F-E76E8B18C48B}" dt="2024-09-03T05:38:11.505" v="436" actId="5793"/>
        <pc:sldMkLst>
          <pc:docMk/>
          <pc:sldMk cId="2835579431" sldId="396"/>
        </pc:sldMkLst>
        <pc:spChg chg="mod">
          <ac:chgData name="Ms Alina Arshad" userId="cccdfd85-d35d-4453-9c6f-a463aae40722" providerId="ADAL" clId="{2DC180FD-F18C-4625-AB1F-E76E8B18C48B}" dt="2024-08-30T04:34:29.245" v="73" actId="113"/>
          <ac:spMkLst>
            <pc:docMk/>
            <pc:sldMk cId="2835579431" sldId="396"/>
            <ac:spMk id="2" creationId="{00000000-0000-0000-0000-000000000000}"/>
          </ac:spMkLst>
        </pc:spChg>
        <pc:spChg chg="mod">
          <ac:chgData name="Ms Alina Arshad" userId="cccdfd85-d35d-4453-9c6f-a463aae40722" providerId="ADAL" clId="{2DC180FD-F18C-4625-AB1F-E76E8B18C48B}" dt="2024-09-03T05:38:11.505" v="436" actId="5793"/>
          <ac:spMkLst>
            <pc:docMk/>
            <pc:sldMk cId="2835579431" sldId="396"/>
            <ac:spMk id="3" creationId="{00000000-0000-0000-0000-000000000000}"/>
          </ac:spMkLst>
        </pc:spChg>
      </pc:sldChg>
      <pc:sldChg chg="del">
        <pc:chgData name="Ms Alina Arshad" userId="cccdfd85-d35d-4453-9c6f-a463aae40722" providerId="ADAL" clId="{2DC180FD-F18C-4625-AB1F-E76E8B18C48B}" dt="2024-08-30T04:31:29.442" v="26" actId="47"/>
        <pc:sldMkLst>
          <pc:docMk/>
          <pc:sldMk cId="2801136258" sldId="397"/>
        </pc:sldMkLst>
      </pc:sldChg>
      <pc:sldChg chg="del">
        <pc:chgData name="Ms Alina Arshad" userId="cccdfd85-d35d-4453-9c6f-a463aae40722" providerId="ADAL" clId="{2DC180FD-F18C-4625-AB1F-E76E8B18C48B}" dt="2024-08-30T04:31:25.003" v="17" actId="47"/>
        <pc:sldMkLst>
          <pc:docMk/>
          <pc:sldMk cId="2310894512" sldId="398"/>
        </pc:sldMkLst>
      </pc:sldChg>
      <pc:sldChg chg="del">
        <pc:chgData name="Ms Alina Arshad" userId="cccdfd85-d35d-4453-9c6f-a463aae40722" providerId="ADAL" clId="{2DC180FD-F18C-4625-AB1F-E76E8B18C48B}" dt="2024-08-30T04:31:28.097" v="24" actId="47"/>
        <pc:sldMkLst>
          <pc:docMk/>
          <pc:sldMk cId="4103277343" sldId="399"/>
        </pc:sldMkLst>
      </pc:sldChg>
      <pc:sldChg chg="modSp add mod modAnim">
        <pc:chgData name="Ms Alina Arshad" userId="cccdfd85-d35d-4453-9c6f-a463aae40722" providerId="ADAL" clId="{2DC180FD-F18C-4625-AB1F-E76E8B18C48B}" dt="2024-09-02T09:08:18.724" v="341" actId="14100"/>
        <pc:sldMkLst>
          <pc:docMk/>
          <pc:sldMk cId="3038092496" sldId="400"/>
        </pc:sldMkLst>
        <pc:spChg chg="mod">
          <ac:chgData name="Ms Alina Arshad" userId="cccdfd85-d35d-4453-9c6f-a463aae40722" providerId="ADAL" clId="{2DC180FD-F18C-4625-AB1F-E76E8B18C48B}" dt="2024-09-02T09:08:15.561" v="340" actId="113"/>
          <ac:spMkLst>
            <pc:docMk/>
            <pc:sldMk cId="3038092496" sldId="400"/>
            <ac:spMk id="2" creationId="{00000000-0000-0000-0000-000000000000}"/>
          </ac:spMkLst>
        </pc:spChg>
        <pc:spChg chg="mod">
          <ac:chgData name="Ms Alina Arshad" userId="cccdfd85-d35d-4453-9c6f-a463aae40722" providerId="ADAL" clId="{2DC180FD-F18C-4625-AB1F-E76E8B18C48B}" dt="2024-09-02T09:08:18.724" v="341" actId="14100"/>
          <ac:spMkLst>
            <pc:docMk/>
            <pc:sldMk cId="3038092496" sldId="400"/>
            <ac:spMk id="3" creationId="{00000000-0000-0000-0000-000000000000}"/>
          </ac:spMkLst>
        </pc:spChg>
      </pc:sldChg>
      <pc:sldChg chg="delSp modSp add mod">
        <pc:chgData name="Ms Alina Arshad" userId="cccdfd85-d35d-4453-9c6f-a463aae40722" providerId="ADAL" clId="{2DC180FD-F18C-4625-AB1F-E76E8B18C48B}" dt="2024-08-30T06:37:53.683" v="329" actId="207"/>
        <pc:sldMkLst>
          <pc:docMk/>
          <pc:sldMk cId="2157527746" sldId="401"/>
        </pc:sldMkLst>
        <pc:spChg chg="del mod">
          <ac:chgData name="Ms Alina Arshad" userId="cccdfd85-d35d-4453-9c6f-a463aae40722" providerId="ADAL" clId="{2DC180FD-F18C-4625-AB1F-E76E8B18C48B}" dt="2024-08-30T04:34:15.526" v="70" actId="478"/>
          <ac:spMkLst>
            <pc:docMk/>
            <pc:sldMk cId="2157527746" sldId="401"/>
            <ac:spMk id="4" creationId="{00000000-0000-0000-0000-000000000000}"/>
          </ac:spMkLst>
        </pc:spChg>
        <pc:spChg chg="mod">
          <ac:chgData name="Ms Alina Arshad" userId="cccdfd85-d35d-4453-9c6f-a463aae40722" providerId="ADAL" clId="{2DC180FD-F18C-4625-AB1F-E76E8B18C48B}" dt="2024-08-30T06:37:53.683" v="329" actId="207"/>
          <ac:spMkLst>
            <pc:docMk/>
            <pc:sldMk cId="2157527746" sldId="401"/>
            <ac:spMk id="7" creationId="{E6A48FC6-A99B-4FA8-A440-FEC0FDD782EA}"/>
          </ac:spMkLst>
        </pc:spChg>
        <pc:picChg chg="mod">
          <ac:chgData name="Ms Alina Arshad" userId="cccdfd85-d35d-4453-9c6f-a463aae40722" providerId="ADAL" clId="{2DC180FD-F18C-4625-AB1F-E76E8B18C48B}" dt="2024-08-30T04:34:21.717" v="71" actId="1076"/>
          <ac:picMkLst>
            <pc:docMk/>
            <pc:sldMk cId="2157527746" sldId="401"/>
            <ac:picMk id="1026" creationId="{00000000-0000-0000-0000-000000000000}"/>
          </ac:picMkLst>
        </pc:picChg>
      </pc:sldChg>
      <pc:sldChg chg="modSp add mod">
        <pc:chgData name="Ms Alina Arshad" userId="cccdfd85-d35d-4453-9c6f-a463aae40722" providerId="ADAL" clId="{2DC180FD-F18C-4625-AB1F-E76E8B18C48B}" dt="2024-08-30T04:40:39.796" v="191" actId="207"/>
        <pc:sldMkLst>
          <pc:docMk/>
          <pc:sldMk cId="2990775597" sldId="402"/>
        </pc:sldMkLst>
        <pc:spChg chg="mod">
          <ac:chgData name="Ms Alina Arshad" userId="cccdfd85-d35d-4453-9c6f-a463aae40722" providerId="ADAL" clId="{2DC180FD-F18C-4625-AB1F-E76E8B18C48B}" dt="2024-08-30T04:37:33.296" v="176" actId="14100"/>
          <ac:spMkLst>
            <pc:docMk/>
            <pc:sldMk cId="2990775597" sldId="402"/>
            <ac:spMk id="2" creationId="{00000000-0000-0000-0000-000000000000}"/>
          </ac:spMkLst>
        </pc:spChg>
        <pc:spChg chg="mod">
          <ac:chgData name="Ms Alina Arshad" userId="cccdfd85-d35d-4453-9c6f-a463aae40722" providerId="ADAL" clId="{2DC180FD-F18C-4625-AB1F-E76E8B18C48B}" dt="2024-08-30T04:40:39.796" v="191" actId="207"/>
          <ac:spMkLst>
            <pc:docMk/>
            <pc:sldMk cId="2990775597" sldId="402"/>
            <ac:spMk id="3" creationId="{00000000-0000-0000-0000-000000000000}"/>
          </ac:spMkLst>
        </pc:spChg>
      </pc:sldChg>
      <pc:sldChg chg="modSp add mod modAnim">
        <pc:chgData name="Ms Alina Arshad" userId="cccdfd85-d35d-4453-9c6f-a463aae40722" providerId="ADAL" clId="{2DC180FD-F18C-4625-AB1F-E76E8B18C48B}" dt="2024-09-02T09:16:55.922" v="361" actId="403"/>
        <pc:sldMkLst>
          <pc:docMk/>
          <pc:sldMk cId="1130882444" sldId="403"/>
        </pc:sldMkLst>
        <pc:spChg chg="mod">
          <ac:chgData name="Ms Alina Arshad" userId="cccdfd85-d35d-4453-9c6f-a463aae40722" providerId="ADAL" clId="{2DC180FD-F18C-4625-AB1F-E76E8B18C48B}" dt="2024-08-30T04:48:46.558" v="208" actId="14100"/>
          <ac:spMkLst>
            <pc:docMk/>
            <pc:sldMk cId="1130882444" sldId="403"/>
            <ac:spMk id="2" creationId="{00000000-0000-0000-0000-000000000000}"/>
          </ac:spMkLst>
        </pc:spChg>
        <pc:spChg chg="mod">
          <ac:chgData name="Ms Alina Arshad" userId="cccdfd85-d35d-4453-9c6f-a463aae40722" providerId="ADAL" clId="{2DC180FD-F18C-4625-AB1F-E76E8B18C48B}" dt="2024-09-02T09:16:55.922" v="361" actId="403"/>
          <ac:spMkLst>
            <pc:docMk/>
            <pc:sldMk cId="1130882444" sldId="403"/>
            <ac:spMk id="3" creationId="{00000000-0000-0000-0000-000000000000}"/>
          </ac:spMkLst>
        </pc:spChg>
      </pc:sldChg>
      <pc:sldChg chg="modSp add mod">
        <pc:chgData name="Ms Alina Arshad" userId="cccdfd85-d35d-4453-9c6f-a463aae40722" providerId="ADAL" clId="{2DC180FD-F18C-4625-AB1F-E76E8B18C48B}" dt="2024-08-30T04:54:17.369" v="217" actId="207"/>
        <pc:sldMkLst>
          <pc:docMk/>
          <pc:sldMk cId="1416402" sldId="404"/>
        </pc:sldMkLst>
        <pc:spChg chg="mod">
          <ac:chgData name="Ms Alina Arshad" userId="cccdfd85-d35d-4453-9c6f-a463aae40722" providerId="ADAL" clId="{2DC180FD-F18C-4625-AB1F-E76E8B18C48B}" dt="2024-08-30T04:53:59.536" v="213" actId="1076"/>
          <ac:spMkLst>
            <pc:docMk/>
            <pc:sldMk cId="1416402" sldId="404"/>
            <ac:spMk id="2" creationId="{00000000-0000-0000-0000-000000000000}"/>
          </ac:spMkLst>
        </pc:spChg>
        <pc:spChg chg="mod">
          <ac:chgData name="Ms Alina Arshad" userId="cccdfd85-d35d-4453-9c6f-a463aae40722" providerId="ADAL" clId="{2DC180FD-F18C-4625-AB1F-E76E8B18C48B}" dt="2024-08-30T04:54:17.369" v="217" actId="207"/>
          <ac:spMkLst>
            <pc:docMk/>
            <pc:sldMk cId="1416402" sldId="404"/>
            <ac:spMk id="3" creationId="{00000000-0000-0000-0000-000000000000}"/>
          </ac:spMkLst>
        </pc:spChg>
      </pc:sldChg>
      <pc:sldChg chg="modSp add mod">
        <pc:chgData name="Ms Alina Arshad" userId="cccdfd85-d35d-4453-9c6f-a463aae40722" providerId="ADAL" clId="{2DC180FD-F18C-4625-AB1F-E76E8B18C48B}" dt="2024-08-30T04:54:51.487" v="230" actId="207"/>
        <pc:sldMkLst>
          <pc:docMk/>
          <pc:sldMk cId="3071036191" sldId="405"/>
        </pc:sldMkLst>
        <pc:spChg chg="mod">
          <ac:chgData name="Ms Alina Arshad" userId="cccdfd85-d35d-4453-9c6f-a463aae40722" providerId="ADAL" clId="{2DC180FD-F18C-4625-AB1F-E76E8B18C48B}" dt="2024-08-30T04:54:27.659" v="219" actId="207"/>
          <ac:spMkLst>
            <pc:docMk/>
            <pc:sldMk cId="3071036191" sldId="405"/>
            <ac:spMk id="2" creationId="{E0D201D3-B15F-4934-887A-5FCE7F2DF401}"/>
          </ac:spMkLst>
        </pc:spChg>
        <pc:spChg chg="mod">
          <ac:chgData name="Ms Alina Arshad" userId="cccdfd85-d35d-4453-9c6f-a463aae40722" providerId="ADAL" clId="{2DC180FD-F18C-4625-AB1F-E76E8B18C48B}" dt="2024-08-30T04:54:51.487" v="230" actId="207"/>
          <ac:spMkLst>
            <pc:docMk/>
            <pc:sldMk cId="3071036191" sldId="405"/>
            <ac:spMk id="3" creationId="{B06DAE9B-D257-4D59-AF08-5FC3CA34B519}"/>
          </ac:spMkLst>
        </pc:spChg>
      </pc:sldChg>
      <pc:sldChg chg="addSp delSp modSp add mod">
        <pc:chgData name="Ms Alina Arshad" userId="cccdfd85-d35d-4453-9c6f-a463aae40722" providerId="ADAL" clId="{2DC180FD-F18C-4625-AB1F-E76E8B18C48B}" dt="2024-09-02T09:18:24.468" v="367" actId="1076"/>
        <pc:sldMkLst>
          <pc:docMk/>
          <pc:sldMk cId="1110637184" sldId="406"/>
        </pc:sldMkLst>
        <pc:spChg chg="mod">
          <ac:chgData name="Ms Alina Arshad" userId="cccdfd85-d35d-4453-9c6f-a463aae40722" providerId="ADAL" clId="{2DC180FD-F18C-4625-AB1F-E76E8B18C48B}" dt="2024-08-30T04:55:02.050" v="234" actId="113"/>
          <ac:spMkLst>
            <pc:docMk/>
            <pc:sldMk cId="1110637184" sldId="406"/>
            <ac:spMk id="2" creationId="{00000000-0000-0000-0000-000000000000}"/>
          </ac:spMkLst>
        </pc:spChg>
        <pc:picChg chg="add mod">
          <ac:chgData name="Ms Alina Arshad" userId="cccdfd85-d35d-4453-9c6f-a463aae40722" providerId="ADAL" clId="{2DC180FD-F18C-4625-AB1F-E76E8B18C48B}" dt="2024-09-02T09:18:24.468" v="367" actId="1076"/>
          <ac:picMkLst>
            <pc:docMk/>
            <pc:sldMk cId="1110637184" sldId="406"/>
            <ac:picMk id="1026" creationId="{2323452F-E9F2-364A-6D76-808115144BEA}"/>
          </ac:picMkLst>
        </pc:picChg>
        <pc:picChg chg="del mod">
          <ac:chgData name="Ms Alina Arshad" userId="cccdfd85-d35d-4453-9c6f-a463aae40722" providerId="ADAL" clId="{2DC180FD-F18C-4625-AB1F-E76E8B18C48B}" dt="2024-09-02T09:18:18.784" v="362" actId="478"/>
          <ac:picMkLst>
            <pc:docMk/>
            <pc:sldMk cId="1110637184" sldId="406"/>
            <ac:picMk id="2050" creationId="{00000000-0000-0000-0000-000000000000}"/>
          </ac:picMkLst>
        </pc:picChg>
      </pc:sldChg>
      <pc:sldChg chg="modSp add mod">
        <pc:chgData name="Ms Alina Arshad" userId="cccdfd85-d35d-4453-9c6f-a463aae40722" providerId="ADAL" clId="{2DC180FD-F18C-4625-AB1F-E76E8B18C48B}" dt="2024-09-02T09:18:45.418" v="368" actId="207"/>
        <pc:sldMkLst>
          <pc:docMk/>
          <pc:sldMk cId="261616852" sldId="407"/>
        </pc:sldMkLst>
        <pc:spChg chg="mod">
          <ac:chgData name="Ms Alina Arshad" userId="cccdfd85-d35d-4453-9c6f-a463aae40722" providerId="ADAL" clId="{2DC180FD-F18C-4625-AB1F-E76E8B18C48B}" dt="2024-08-30T04:56:00.727" v="248" actId="1076"/>
          <ac:spMkLst>
            <pc:docMk/>
            <pc:sldMk cId="261616852" sldId="407"/>
            <ac:spMk id="2" creationId="{00000000-0000-0000-0000-000000000000}"/>
          </ac:spMkLst>
        </pc:spChg>
        <pc:spChg chg="mod">
          <ac:chgData name="Ms Alina Arshad" userId="cccdfd85-d35d-4453-9c6f-a463aae40722" providerId="ADAL" clId="{2DC180FD-F18C-4625-AB1F-E76E8B18C48B}" dt="2024-09-02T09:18:45.418" v="368" actId="207"/>
          <ac:spMkLst>
            <pc:docMk/>
            <pc:sldMk cId="261616852" sldId="407"/>
            <ac:spMk id="3" creationId="{00000000-0000-0000-0000-000000000000}"/>
          </ac:spMkLst>
        </pc:spChg>
      </pc:sldChg>
      <pc:sldChg chg="modSp add del mod">
        <pc:chgData name="Ms Alina Arshad" userId="cccdfd85-d35d-4453-9c6f-a463aae40722" providerId="ADAL" clId="{2DC180FD-F18C-4625-AB1F-E76E8B18C48B}" dt="2024-08-30T04:56:30.069" v="255" actId="47"/>
        <pc:sldMkLst>
          <pc:docMk/>
          <pc:sldMk cId="2685411724" sldId="408"/>
        </pc:sldMkLst>
        <pc:spChg chg="mod">
          <ac:chgData name="Ms Alina Arshad" userId="cccdfd85-d35d-4453-9c6f-a463aae40722" providerId="ADAL" clId="{2DC180FD-F18C-4625-AB1F-E76E8B18C48B}" dt="2024-08-30T04:56:05.438" v="249" actId="21"/>
          <ac:spMkLst>
            <pc:docMk/>
            <pc:sldMk cId="2685411724" sldId="408"/>
            <ac:spMk id="3" creationId="{00000000-0000-0000-0000-000000000000}"/>
          </ac:spMkLst>
        </pc:spChg>
      </pc:sldChg>
      <pc:sldChg chg="modSp add mod modAnim">
        <pc:chgData name="Ms Alina Arshad" userId="cccdfd85-d35d-4453-9c6f-a463aae40722" providerId="ADAL" clId="{2DC180FD-F18C-4625-AB1F-E76E8B18C48B}" dt="2024-09-02T09:19:48.597" v="373" actId="14"/>
        <pc:sldMkLst>
          <pc:docMk/>
          <pc:sldMk cId="2553615988" sldId="409"/>
        </pc:sldMkLst>
        <pc:spChg chg="mod">
          <ac:chgData name="Ms Alina Arshad" userId="cccdfd85-d35d-4453-9c6f-a463aae40722" providerId="ADAL" clId="{2DC180FD-F18C-4625-AB1F-E76E8B18C48B}" dt="2024-08-30T04:57:40.923" v="273" actId="403"/>
          <ac:spMkLst>
            <pc:docMk/>
            <pc:sldMk cId="2553615988" sldId="409"/>
            <ac:spMk id="2" creationId="{00000000-0000-0000-0000-000000000000}"/>
          </ac:spMkLst>
        </pc:spChg>
        <pc:spChg chg="mod">
          <ac:chgData name="Ms Alina Arshad" userId="cccdfd85-d35d-4453-9c6f-a463aae40722" providerId="ADAL" clId="{2DC180FD-F18C-4625-AB1F-E76E8B18C48B}" dt="2024-09-02T09:19:48.597" v="373" actId="14"/>
          <ac:spMkLst>
            <pc:docMk/>
            <pc:sldMk cId="2553615988" sldId="409"/>
            <ac:spMk id="3" creationId="{00000000-0000-0000-0000-000000000000}"/>
          </ac:spMkLst>
        </pc:spChg>
      </pc:sldChg>
      <pc:sldChg chg="modSp add mod">
        <pc:chgData name="Ms Alina Arshad" userId="cccdfd85-d35d-4453-9c6f-a463aae40722" providerId="ADAL" clId="{2DC180FD-F18C-4625-AB1F-E76E8B18C48B}" dt="2024-08-30T05:01:52.923" v="293" actId="33524"/>
        <pc:sldMkLst>
          <pc:docMk/>
          <pc:sldMk cId="515654138" sldId="410"/>
        </pc:sldMkLst>
        <pc:spChg chg="mod">
          <ac:chgData name="Ms Alina Arshad" userId="cccdfd85-d35d-4453-9c6f-a463aae40722" providerId="ADAL" clId="{2DC180FD-F18C-4625-AB1F-E76E8B18C48B}" dt="2024-08-30T04:59:04.600" v="284" actId="403"/>
          <ac:spMkLst>
            <pc:docMk/>
            <pc:sldMk cId="515654138" sldId="410"/>
            <ac:spMk id="2" creationId="{00000000-0000-0000-0000-000000000000}"/>
          </ac:spMkLst>
        </pc:spChg>
        <pc:spChg chg="mod">
          <ac:chgData name="Ms Alina Arshad" userId="cccdfd85-d35d-4453-9c6f-a463aae40722" providerId="ADAL" clId="{2DC180FD-F18C-4625-AB1F-E76E8B18C48B}" dt="2024-08-30T05:01:52.923" v="293" actId="33524"/>
          <ac:spMkLst>
            <pc:docMk/>
            <pc:sldMk cId="515654138" sldId="410"/>
            <ac:spMk id="3" creationId="{00000000-0000-0000-0000-000000000000}"/>
          </ac:spMkLst>
        </pc:spChg>
      </pc:sldChg>
      <pc:sldChg chg="modSp add del mod">
        <pc:chgData name="Ms Alina Arshad" userId="cccdfd85-d35d-4453-9c6f-a463aae40722" providerId="ADAL" clId="{2DC180FD-F18C-4625-AB1F-E76E8B18C48B}" dt="2024-08-30T05:03:27.610" v="321" actId="47"/>
        <pc:sldMkLst>
          <pc:docMk/>
          <pc:sldMk cId="1166324033" sldId="411"/>
        </pc:sldMkLst>
        <pc:spChg chg="mod">
          <ac:chgData name="Ms Alina Arshad" userId="cccdfd85-d35d-4453-9c6f-a463aae40722" providerId="ADAL" clId="{2DC180FD-F18C-4625-AB1F-E76E8B18C48B}" dt="2024-08-30T05:02:32.228" v="305" actId="14100"/>
          <ac:spMkLst>
            <pc:docMk/>
            <pc:sldMk cId="1166324033" sldId="411"/>
            <ac:spMk id="2" creationId="{00000000-0000-0000-0000-000000000000}"/>
          </ac:spMkLst>
        </pc:spChg>
        <pc:spChg chg="mod">
          <ac:chgData name="Ms Alina Arshad" userId="cccdfd85-d35d-4453-9c6f-a463aae40722" providerId="ADAL" clId="{2DC180FD-F18C-4625-AB1F-E76E8B18C48B}" dt="2024-08-30T05:02:25.322" v="299" actId="27636"/>
          <ac:spMkLst>
            <pc:docMk/>
            <pc:sldMk cId="1166324033" sldId="411"/>
            <ac:spMk id="3" creationId="{00000000-0000-0000-0000-000000000000}"/>
          </ac:spMkLst>
        </pc:spChg>
      </pc:sldChg>
      <pc:sldChg chg="delSp modSp add mod">
        <pc:chgData name="Ms Alina Arshad" userId="cccdfd85-d35d-4453-9c6f-a463aae40722" providerId="ADAL" clId="{2DC180FD-F18C-4625-AB1F-E76E8B18C48B}" dt="2024-08-30T05:03:15.926" v="319" actId="478"/>
        <pc:sldMkLst>
          <pc:docMk/>
          <pc:sldMk cId="317315783" sldId="412"/>
        </pc:sldMkLst>
        <pc:spChg chg="mod">
          <ac:chgData name="Ms Alina Arshad" userId="cccdfd85-d35d-4453-9c6f-a463aae40722" providerId="ADAL" clId="{2DC180FD-F18C-4625-AB1F-E76E8B18C48B}" dt="2024-08-30T05:03:11.221" v="317" actId="113"/>
          <ac:spMkLst>
            <pc:docMk/>
            <pc:sldMk cId="317315783" sldId="412"/>
            <ac:spMk id="2" creationId="{00000000-0000-0000-0000-000000000000}"/>
          </ac:spMkLst>
        </pc:spChg>
        <pc:spChg chg="mod">
          <ac:chgData name="Ms Alina Arshad" userId="cccdfd85-d35d-4453-9c6f-a463aae40722" providerId="ADAL" clId="{2DC180FD-F18C-4625-AB1F-E76E8B18C48B}" dt="2024-08-30T05:03:07.056" v="316" actId="207"/>
          <ac:spMkLst>
            <pc:docMk/>
            <pc:sldMk cId="317315783" sldId="412"/>
            <ac:spMk id="3" creationId="{00000000-0000-0000-0000-000000000000}"/>
          </ac:spMkLst>
        </pc:spChg>
        <pc:spChg chg="del">
          <ac:chgData name="Ms Alina Arshad" userId="cccdfd85-d35d-4453-9c6f-a463aae40722" providerId="ADAL" clId="{2DC180FD-F18C-4625-AB1F-E76E8B18C48B}" dt="2024-08-30T05:03:14.398" v="318" actId="478"/>
          <ac:spMkLst>
            <pc:docMk/>
            <pc:sldMk cId="317315783" sldId="412"/>
            <ac:spMk id="4" creationId="{00000000-0000-0000-0000-000000000000}"/>
          </ac:spMkLst>
        </pc:spChg>
        <pc:spChg chg="del">
          <ac:chgData name="Ms Alina Arshad" userId="cccdfd85-d35d-4453-9c6f-a463aae40722" providerId="ADAL" clId="{2DC180FD-F18C-4625-AB1F-E76E8B18C48B}" dt="2024-08-30T05:03:15.926" v="319" actId="478"/>
          <ac:spMkLst>
            <pc:docMk/>
            <pc:sldMk cId="317315783" sldId="412"/>
            <ac:spMk id="5" creationId="{00000000-0000-0000-0000-000000000000}"/>
          </ac:spMkLst>
        </pc:spChg>
      </pc:sldChg>
      <pc:sldChg chg="add del">
        <pc:chgData name="Ms Alina Arshad" userId="cccdfd85-d35d-4453-9c6f-a463aae40722" providerId="ADAL" clId="{2DC180FD-F18C-4625-AB1F-E76E8B18C48B}" dt="2024-08-30T05:04:12.713" v="328" actId="47"/>
        <pc:sldMkLst>
          <pc:docMk/>
          <pc:sldMk cId="3728980149" sldId="413"/>
        </pc:sldMkLst>
      </pc:sldChg>
      <pc:sldChg chg="new del">
        <pc:chgData name="Ms Alina Arshad" userId="cccdfd85-d35d-4453-9c6f-a463aae40722" providerId="ADAL" clId="{2DC180FD-F18C-4625-AB1F-E76E8B18C48B}" dt="2024-08-30T05:03:53.190" v="323" actId="47"/>
        <pc:sldMkLst>
          <pc:docMk/>
          <pc:sldMk cId="1613639856" sldId="414"/>
        </pc:sldMkLst>
      </pc:sldChg>
      <pc:sldChg chg="addSp delSp modSp new mod">
        <pc:chgData name="Ms Alina Arshad" userId="cccdfd85-d35d-4453-9c6f-a463aae40722" providerId="ADAL" clId="{2DC180FD-F18C-4625-AB1F-E76E8B18C48B}" dt="2024-08-30T05:04:09.868" v="327" actId="478"/>
        <pc:sldMkLst>
          <pc:docMk/>
          <pc:sldMk cId="2400755825" sldId="414"/>
        </pc:sldMkLst>
        <pc:spChg chg="del">
          <ac:chgData name="Ms Alina Arshad" userId="cccdfd85-d35d-4453-9c6f-a463aae40722" providerId="ADAL" clId="{2DC180FD-F18C-4625-AB1F-E76E8B18C48B}" dt="2024-08-30T05:04:09.868" v="327" actId="478"/>
          <ac:spMkLst>
            <pc:docMk/>
            <pc:sldMk cId="2400755825" sldId="414"/>
            <ac:spMk id="2" creationId="{12C4D42B-3827-A9BA-1272-BAAED7039507}"/>
          </ac:spMkLst>
        </pc:spChg>
        <pc:spChg chg="del">
          <ac:chgData name="Ms Alina Arshad" userId="cccdfd85-d35d-4453-9c6f-a463aae40722" providerId="ADAL" clId="{2DC180FD-F18C-4625-AB1F-E76E8B18C48B}" dt="2024-08-30T05:04:08.047" v="326" actId="478"/>
          <ac:spMkLst>
            <pc:docMk/>
            <pc:sldMk cId="2400755825" sldId="414"/>
            <ac:spMk id="3" creationId="{279481B2-0BCE-C230-6D15-9B44E227864D}"/>
          </ac:spMkLst>
        </pc:spChg>
        <pc:spChg chg="add mod">
          <ac:chgData name="Ms Alina Arshad" userId="cccdfd85-d35d-4453-9c6f-a463aae40722" providerId="ADAL" clId="{2DC180FD-F18C-4625-AB1F-E76E8B18C48B}" dt="2024-08-30T05:04:05.804" v="325"/>
          <ac:spMkLst>
            <pc:docMk/>
            <pc:sldMk cId="2400755825" sldId="414"/>
            <ac:spMk id="4" creationId="{B7916EF2-DCF0-0573-80BA-3C20ED469E9E}"/>
          </ac:spMkLst>
        </pc:spChg>
        <pc:spChg chg="add mod">
          <ac:chgData name="Ms Alina Arshad" userId="cccdfd85-d35d-4453-9c6f-a463aae40722" providerId="ADAL" clId="{2DC180FD-F18C-4625-AB1F-E76E8B18C48B}" dt="2024-08-30T05:04:05.804" v="325"/>
          <ac:spMkLst>
            <pc:docMk/>
            <pc:sldMk cId="2400755825" sldId="414"/>
            <ac:spMk id="5" creationId="{6D2D65F8-7067-309B-2162-EDCA7F792D6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B90151-A221-46B3-A769-373FDD9A38FB}" type="datetimeFigureOut">
              <a:rPr lang="en-US" smtClean="0"/>
              <a:t>9/7/2024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4BEA5B-0F90-491B-8570-2B3910989086}" type="slidenum">
              <a:rPr lang="en-US" smtClean="0"/>
              <a:t>‹#›</a:t>
            </a:fld>
            <a:endParaRPr lang="en-US"/>
          </a:p>
        </p:txBody>
      </p:sp>
    </p:spTree>
    <p:extLst>
      <p:ext uri="{BB962C8B-B14F-4D97-AF65-F5344CB8AC3E}">
        <p14:creationId xmlns:p14="http://schemas.microsoft.com/office/powerpoint/2010/main" val="30161351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C4BEA5B-0F90-491B-8570-2B3910989086}" type="slidenum">
              <a:rPr lang="en-US" smtClean="0"/>
              <a:t>1</a:t>
            </a:fld>
            <a:endParaRPr lang="en-US" dirty="0"/>
          </a:p>
        </p:txBody>
      </p:sp>
    </p:spTree>
    <p:extLst>
      <p:ext uri="{BB962C8B-B14F-4D97-AF65-F5344CB8AC3E}">
        <p14:creationId xmlns:p14="http://schemas.microsoft.com/office/powerpoint/2010/main" val="26001376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41B017E-9405-4A24-9E72-ABBA234FC5F9}" type="slidenum">
              <a:rPr lang="en-US" smtClean="0"/>
              <a:t>2</a:t>
            </a:fld>
            <a:endParaRPr lang="en-US" dirty="0"/>
          </a:p>
        </p:txBody>
      </p:sp>
    </p:spTree>
    <p:extLst>
      <p:ext uri="{BB962C8B-B14F-4D97-AF65-F5344CB8AC3E}">
        <p14:creationId xmlns:p14="http://schemas.microsoft.com/office/powerpoint/2010/main" val="36545966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3" indent="0" algn="l" defTabSz="914400" rtl="0" eaLnBrk="1" fontAlgn="auto" latinLnBrk="0" hangingPunct="1">
              <a:lnSpc>
                <a:spcPct val="100000"/>
              </a:lnSpc>
              <a:spcBef>
                <a:spcPts val="0"/>
              </a:spcBef>
              <a:spcAft>
                <a:spcPts val="0"/>
              </a:spcAft>
              <a:buClrTx/>
              <a:buSzTx/>
              <a:buFontTx/>
              <a:buNone/>
              <a:tabLst/>
              <a:defRPr/>
            </a:pPr>
            <a:r>
              <a:rPr lang="en-US" altLang="en-US" sz="2300" dirty="0"/>
              <a:t>Is it an app for the battlefield?  Home?</a:t>
            </a:r>
          </a:p>
          <a:p>
            <a:endParaRPr lang="en-US" dirty="0"/>
          </a:p>
        </p:txBody>
      </p:sp>
      <p:sp>
        <p:nvSpPr>
          <p:cNvPr id="4" name="Slide Number Placeholder 3"/>
          <p:cNvSpPr>
            <a:spLocks noGrp="1"/>
          </p:cNvSpPr>
          <p:nvPr>
            <p:ph type="sldNum" sz="quarter" idx="10"/>
          </p:nvPr>
        </p:nvSpPr>
        <p:spPr/>
        <p:txBody>
          <a:bodyPr/>
          <a:lstStyle/>
          <a:p>
            <a:fld id="{741B017E-9405-4A24-9E72-ABBA234FC5F9}" type="slidenum">
              <a:rPr lang="en-US" smtClean="0"/>
              <a:t>12</a:t>
            </a:fld>
            <a:endParaRPr lang="en-US" dirty="0"/>
          </a:p>
        </p:txBody>
      </p:sp>
    </p:spTree>
    <p:extLst>
      <p:ext uri="{BB962C8B-B14F-4D97-AF65-F5344CB8AC3E}">
        <p14:creationId xmlns:p14="http://schemas.microsoft.com/office/powerpoint/2010/main" val="8230118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mj-lt"/>
              <a:buNone/>
            </a:pPr>
            <a:r>
              <a:rPr lang="en-US" dirty="0"/>
              <a:t>Reference: </a:t>
            </a:r>
            <a:r>
              <a:rPr lang="en-GB" sz="1200" dirty="0">
                <a:solidFill>
                  <a:schemeClr val="tx1"/>
                </a:solidFill>
              </a:rPr>
              <a:t>Software Quality Assurance: from Theory to Implementation. Daniel </a:t>
            </a:r>
            <a:r>
              <a:rPr lang="en-GB" sz="1200" dirty="0" err="1">
                <a:solidFill>
                  <a:schemeClr val="tx1"/>
                </a:solidFill>
              </a:rPr>
              <a:t>Galin</a:t>
            </a:r>
            <a:r>
              <a:rPr lang="en-GB" sz="1200" dirty="0">
                <a:solidFill>
                  <a:schemeClr val="tx1"/>
                </a:solidFill>
              </a:rPr>
              <a:t>, Chapter 6, Pearson Education, 2004.</a:t>
            </a:r>
          </a:p>
          <a:p>
            <a:pPr marL="514350" indent="-514350">
              <a:buFont typeface="+mj-lt"/>
              <a:buAutoNum type="arabicPeriod"/>
            </a:pPr>
            <a:endParaRPr lang="en-GB" dirty="0"/>
          </a:p>
          <a:p>
            <a:pPr marL="514350" indent="-514350">
              <a:buFont typeface="+mj-lt"/>
              <a:buAutoNum type="arabicPeriod"/>
            </a:pPr>
            <a:endParaRPr lang="en-GB" dirty="0"/>
          </a:p>
          <a:p>
            <a:endParaRPr lang="en-US" dirty="0"/>
          </a:p>
        </p:txBody>
      </p:sp>
      <p:sp>
        <p:nvSpPr>
          <p:cNvPr id="4" name="Slide Number Placeholder 3"/>
          <p:cNvSpPr>
            <a:spLocks noGrp="1"/>
          </p:cNvSpPr>
          <p:nvPr>
            <p:ph type="sldNum" sz="quarter" idx="5"/>
          </p:nvPr>
        </p:nvSpPr>
        <p:spPr/>
        <p:txBody>
          <a:bodyPr/>
          <a:lstStyle/>
          <a:p>
            <a:fld id="{DC4BEA5B-0F90-491B-8570-2B3910989086}" type="slidenum">
              <a:rPr lang="en-US" smtClean="0"/>
              <a:t>13</a:t>
            </a:fld>
            <a:endParaRPr lang="en-US"/>
          </a:p>
        </p:txBody>
      </p:sp>
    </p:spTree>
    <p:extLst>
      <p:ext uri="{BB962C8B-B14F-4D97-AF65-F5344CB8AC3E}">
        <p14:creationId xmlns:p14="http://schemas.microsoft.com/office/powerpoint/2010/main" val="27810868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9/7/2024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15440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9/7/2024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25736940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69B51B5-5729-4227-8149-0FFB0D6660E2}" type="datetimeFigureOut">
              <a:rPr lang="en-US" smtClean="0"/>
              <a:t>9/7/2024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0702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69B51B5-5729-4227-8149-0FFB0D6660E2}" type="datetimeFigureOut">
              <a:rPr lang="en-US" smtClean="0"/>
              <a:t>9/7/2024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650866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69B51B5-5729-4227-8149-0FFB0D6660E2}" type="datetimeFigureOut">
              <a:rPr lang="en-US" smtClean="0"/>
              <a:t>9/7/2024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2397107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69B51B5-5729-4227-8149-0FFB0D6660E2}" type="datetimeFigureOut">
              <a:rPr lang="en-US" smtClean="0"/>
              <a:t>9/7/2024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3411842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169B51B5-5729-4227-8149-0FFB0D6660E2}" type="datetimeFigureOut">
              <a:rPr lang="en-US" smtClean="0"/>
              <a:t>9/7/2024</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1949770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169B51B5-5729-4227-8149-0FFB0D6660E2}" type="datetimeFigureOut">
              <a:rPr lang="en-US" smtClean="0"/>
              <a:t>9/7/2024</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147AE719-0370-4FEF-9E76-542079ADE761}" type="slidenum">
              <a:rPr lang="en-US" smtClean="0"/>
              <a:t>‹#›</a:t>
            </a:fld>
            <a:endParaRPr lang="en-US"/>
          </a:p>
        </p:txBody>
      </p:sp>
    </p:spTree>
    <p:extLst>
      <p:ext uri="{BB962C8B-B14F-4D97-AF65-F5344CB8AC3E}">
        <p14:creationId xmlns:p14="http://schemas.microsoft.com/office/powerpoint/2010/main" val="33966847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69B51B5-5729-4227-8149-0FFB0D6660E2}" type="datetimeFigureOut">
              <a:rPr lang="en-US" smtClean="0"/>
              <a:t>9/7/2024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2484185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9/7/2024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24215447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9/7/2024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4026627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169B51B5-5729-4227-8149-0FFB0D6660E2}" type="datetimeFigureOut">
              <a:rPr lang="en-US" smtClean="0"/>
              <a:t>9/7/2024</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147AE719-0370-4FEF-9E76-542079ADE761}"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00099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4B019-E1ED-7643-5A50-74CEA7F41E88}"/>
              </a:ext>
            </a:extLst>
          </p:cNvPr>
          <p:cNvSpPr>
            <a:spLocks noGrp="1"/>
          </p:cNvSpPr>
          <p:nvPr>
            <p:ph type="ctrTitle"/>
          </p:nvPr>
        </p:nvSpPr>
        <p:spPr>
          <a:xfrm>
            <a:off x="90535" y="116380"/>
            <a:ext cx="11588435" cy="3065732"/>
          </a:xfrm>
        </p:spPr>
        <p:txBody>
          <a:bodyPr/>
          <a:lstStyle/>
          <a:p>
            <a:pPr algn="ctr"/>
            <a:br>
              <a:rPr lang="en-US" b="1" dirty="0">
                <a:solidFill>
                  <a:schemeClr val="tx1"/>
                </a:solidFill>
              </a:rPr>
            </a:br>
            <a:r>
              <a:rPr lang="en-US" sz="7200" b="1" dirty="0">
                <a:solidFill>
                  <a:schemeClr val="tx1"/>
                </a:solidFill>
              </a:rPr>
              <a:t>Software Quality Engineering</a:t>
            </a:r>
            <a:endParaRPr lang="en-US" sz="7200" dirty="0"/>
          </a:p>
        </p:txBody>
      </p:sp>
      <p:sp>
        <p:nvSpPr>
          <p:cNvPr id="3" name="Subtitle 2">
            <a:extLst>
              <a:ext uri="{FF2B5EF4-FFF2-40B4-BE49-F238E27FC236}">
                <a16:creationId xmlns:a16="http://schemas.microsoft.com/office/drawing/2014/main" id="{44E9F82C-BBA7-3495-1097-BEDB54FFFDF4}"/>
              </a:ext>
            </a:extLst>
          </p:cNvPr>
          <p:cNvSpPr>
            <a:spLocks noGrp="1"/>
          </p:cNvSpPr>
          <p:nvPr>
            <p:ph type="subTitle" idx="1"/>
          </p:nvPr>
        </p:nvSpPr>
        <p:spPr>
          <a:xfrm>
            <a:off x="1066800" y="3675889"/>
            <a:ext cx="10058400" cy="1922731"/>
          </a:xfrm>
        </p:spPr>
        <p:txBody>
          <a:bodyPr>
            <a:normAutofit/>
          </a:bodyPr>
          <a:lstStyle/>
          <a:p>
            <a:pPr algn="ctr"/>
            <a:r>
              <a:rPr lang="en-US" sz="4400" b="1" dirty="0">
                <a:solidFill>
                  <a:schemeClr val="tx1"/>
                </a:solidFill>
                <a:cs typeface="Times New Roman" panose="02020603050405020304" pitchFamily="18" charset="0"/>
              </a:rPr>
              <a:t>Lecture 2</a:t>
            </a:r>
          </a:p>
          <a:p>
            <a:pPr algn="ctr"/>
            <a:r>
              <a:rPr lang="en-US" sz="4400" b="1" dirty="0">
                <a:solidFill>
                  <a:schemeClr val="tx1"/>
                </a:solidFill>
              </a:rPr>
              <a:t>SQA Plan and Development Plan</a:t>
            </a:r>
          </a:p>
          <a:p>
            <a:endParaRPr lang="en-US" dirty="0">
              <a:solidFill>
                <a:schemeClr val="tx1"/>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75DE143E-53E3-798D-07E7-8D85DD770A95}"/>
              </a:ext>
            </a:extLst>
          </p:cNvPr>
          <p:cNvSpPr txBox="1"/>
          <p:nvPr/>
        </p:nvSpPr>
        <p:spPr>
          <a:xfrm>
            <a:off x="8005526" y="5275523"/>
            <a:ext cx="4397722" cy="954107"/>
          </a:xfrm>
          <a:prstGeom prst="rect">
            <a:avLst/>
          </a:prstGeom>
          <a:noFill/>
        </p:spPr>
        <p:txBody>
          <a:bodyPr wrap="square">
            <a:spAutoFit/>
          </a:bodyPr>
          <a:lstStyle/>
          <a:p>
            <a:pPr algn="ctr"/>
            <a:r>
              <a:rPr lang="en-US" sz="2800" dirty="0">
                <a:solidFill>
                  <a:schemeClr val="tx1"/>
                </a:solidFill>
                <a:cs typeface="Times New Roman" panose="02020603050405020304" pitchFamily="18" charset="0"/>
              </a:rPr>
              <a:t>Alina Arshad</a:t>
            </a:r>
          </a:p>
          <a:p>
            <a:pPr algn="ctr"/>
            <a:r>
              <a:rPr lang="en-US" sz="2800" dirty="0">
                <a:cs typeface="Times New Roman" panose="02020603050405020304" pitchFamily="18" charset="0"/>
              </a:rPr>
              <a:t>alina.arshad@nu.edu.pk</a:t>
            </a:r>
            <a:endParaRPr lang="en-US" sz="2800" dirty="0">
              <a:solidFill>
                <a:schemeClr val="tx1"/>
              </a:solidFill>
              <a:cs typeface="Times New Roman" panose="02020603050405020304" pitchFamily="18" charset="0"/>
            </a:endParaRPr>
          </a:p>
        </p:txBody>
      </p:sp>
    </p:spTree>
    <p:extLst>
      <p:ext uri="{BB962C8B-B14F-4D97-AF65-F5344CB8AC3E}">
        <p14:creationId xmlns:p14="http://schemas.microsoft.com/office/powerpoint/2010/main" val="33223610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1152144"/>
            <a:ext cx="10058400" cy="585216"/>
          </a:xfrm>
        </p:spPr>
        <p:txBody>
          <a:bodyPr>
            <a:noAutofit/>
          </a:bodyPr>
          <a:lstStyle/>
          <a:p>
            <a:r>
              <a:rPr lang="en-GB" b="1" dirty="0">
                <a:solidFill>
                  <a:schemeClr val="tx1"/>
                </a:solidFill>
              </a:rPr>
              <a:t>Introduction</a:t>
            </a:r>
          </a:p>
        </p:txBody>
      </p:sp>
      <p:sp>
        <p:nvSpPr>
          <p:cNvPr id="3" name="Content Placeholder 2"/>
          <p:cNvSpPr>
            <a:spLocks noGrp="1"/>
          </p:cNvSpPr>
          <p:nvPr>
            <p:ph idx="1"/>
          </p:nvPr>
        </p:nvSpPr>
        <p:spPr>
          <a:xfrm>
            <a:off x="1097280" y="1767841"/>
            <a:ext cx="10721260" cy="3352800"/>
          </a:xfrm>
        </p:spPr>
        <p:txBody>
          <a:bodyPr>
            <a:normAutofit/>
          </a:bodyPr>
          <a:lstStyle/>
          <a:p>
            <a:pPr algn="just">
              <a:spcBef>
                <a:spcPts val="700"/>
              </a:spcBef>
              <a:buFont typeface="Arial" panose="020B0604020202020204" pitchFamily="34" charset="0"/>
              <a:buChar char="•"/>
              <a:defRPr/>
            </a:pPr>
            <a:r>
              <a:rPr lang="en-US" dirty="0">
                <a:solidFill>
                  <a:schemeClr val="tx1"/>
                </a:solidFill>
              </a:rPr>
              <a:t>Development and quality </a:t>
            </a:r>
            <a:r>
              <a:rPr lang="en-US" b="1" dirty="0">
                <a:solidFill>
                  <a:schemeClr val="accent2"/>
                </a:solidFill>
              </a:rPr>
              <a:t>standards</a:t>
            </a:r>
            <a:r>
              <a:rPr lang="en-US" dirty="0">
                <a:solidFill>
                  <a:schemeClr val="tx1"/>
                </a:solidFill>
              </a:rPr>
              <a:t> (ISO 9000.3 and CMM) require viable plans. We need to look at development plans and quality plans – </a:t>
            </a:r>
            <a:r>
              <a:rPr lang="en-US" b="1" dirty="0">
                <a:solidFill>
                  <a:schemeClr val="accent2"/>
                </a:solidFill>
              </a:rPr>
              <a:t>their objectives and elements</a:t>
            </a:r>
            <a:r>
              <a:rPr lang="en-US" dirty="0">
                <a:solidFill>
                  <a:schemeClr val="accent2"/>
                </a:solidFill>
              </a:rPr>
              <a:t>.</a:t>
            </a:r>
          </a:p>
          <a:p>
            <a:pPr rtl="0">
              <a:spcBef>
                <a:spcPts val="0"/>
              </a:spcBef>
              <a:spcAft>
                <a:spcPts val="0"/>
              </a:spcAft>
            </a:pPr>
            <a:r>
              <a:rPr lang="en-US" b="0" i="0" u="none" strike="noStrike" dirty="0">
                <a:solidFill>
                  <a:srgbClr val="000000"/>
                </a:solidFill>
                <a:effectLst/>
              </a:rPr>
              <a:t>The main goal of a development plan is to outline how a project or product will be created,</a:t>
            </a:r>
            <a:r>
              <a:rPr lang="en-US" sz="2000" b="1" i="0" u="none" strike="noStrike" dirty="0">
                <a:solidFill>
                  <a:srgbClr val="000000"/>
                </a:solidFill>
                <a:effectLst/>
                <a:latin typeface="Arial" panose="020B0604020202020204" pitchFamily="34" charset="0"/>
              </a:rPr>
              <a:t> Scope</a:t>
            </a:r>
            <a:r>
              <a:rPr lang="en-US" dirty="0">
                <a:solidFill>
                  <a:srgbClr val="000000"/>
                </a:solidFill>
                <a:latin typeface="Arial" panose="020B0604020202020204" pitchFamily="34" charset="0"/>
              </a:rPr>
              <a:t>, </a:t>
            </a:r>
            <a:r>
              <a:rPr lang="en-US" sz="2000" b="1" i="0" u="none" strike="noStrike" dirty="0">
                <a:solidFill>
                  <a:srgbClr val="000000"/>
                </a:solidFill>
                <a:effectLst/>
              </a:rPr>
              <a:t>Schedule</a:t>
            </a:r>
            <a:r>
              <a:rPr lang="en-US" dirty="0"/>
              <a:t>, </a:t>
            </a:r>
            <a:r>
              <a:rPr lang="en-US" sz="2000" b="1" i="0" u="none" strike="noStrike" dirty="0">
                <a:solidFill>
                  <a:srgbClr val="000000"/>
                </a:solidFill>
                <a:effectLst/>
              </a:rPr>
              <a:t>Resources, Budget, Tasks and Deliverables.</a:t>
            </a:r>
          </a:p>
          <a:p>
            <a:pPr rtl="0">
              <a:spcBef>
                <a:spcPts val="0"/>
              </a:spcBef>
              <a:spcAft>
                <a:spcPts val="0"/>
              </a:spcAft>
            </a:pPr>
            <a:endParaRPr lang="en-US" b="1" dirty="0">
              <a:solidFill>
                <a:srgbClr val="000000"/>
              </a:solidFill>
            </a:endParaRPr>
          </a:p>
          <a:p>
            <a:pPr rtl="0">
              <a:spcBef>
                <a:spcPts val="0"/>
              </a:spcBef>
              <a:spcAft>
                <a:spcPts val="0"/>
              </a:spcAft>
            </a:pPr>
            <a:r>
              <a:rPr lang="en-US" b="0" i="0" u="none" strike="noStrike" dirty="0">
                <a:solidFill>
                  <a:schemeClr val="tx1"/>
                </a:solidFill>
                <a:effectLst/>
              </a:rPr>
              <a:t>A quality plan is about ensuring that the final product meets certain standards and is free from defects. It focuses on maintaining and improving the quality of the product throughout its development and after it’s done.</a:t>
            </a:r>
            <a:endParaRPr lang="en-US" dirty="0">
              <a:solidFill>
                <a:schemeClr val="tx1"/>
              </a:solidFill>
            </a:endParaRPr>
          </a:p>
          <a:p>
            <a:pPr algn="just">
              <a:spcBef>
                <a:spcPts val="700"/>
              </a:spcBef>
              <a:buFont typeface="Arial" panose="020B0604020202020204" pitchFamily="34" charset="0"/>
              <a:buChar char="•"/>
              <a:defRPr/>
            </a:pPr>
            <a:r>
              <a:rPr lang="en-US" dirty="0">
                <a:solidFill>
                  <a:schemeClr val="tx1"/>
                </a:solidFill>
              </a:rPr>
              <a:t>They are</a:t>
            </a:r>
            <a:r>
              <a:rPr lang="en-US" b="1" dirty="0">
                <a:solidFill>
                  <a:schemeClr val="tx1"/>
                </a:solidFill>
              </a:rPr>
              <a:t> </a:t>
            </a:r>
            <a:r>
              <a:rPr lang="en-US" b="1" u="sng" dirty="0">
                <a:solidFill>
                  <a:schemeClr val="accent2"/>
                </a:solidFill>
              </a:rPr>
              <a:t>related</a:t>
            </a:r>
            <a:r>
              <a:rPr lang="en-US" dirty="0">
                <a:solidFill>
                  <a:schemeClr val="accent2"/>
                </a:solidFill>
              </a:rPr>
              <a:t> </a:t>
            </a:r>
            <a:r>
              <a:rPr lang="en-US" dirty="0">
                <a:solidFill>
                  <a:schemeClr val="tx1"/>
                </a:solidFill>
              </a:rPr>
              <a:t>but NOT the same.</a:t>
            </a:r>
          </a:p>
          <a:p>
            <a:pPr algn="just"/>
            <a:endParaRPr lang="en-GB" sz="2000" dirty="0"/>
          </a:p>
        </p:txBody>
      </p:sp>
    </p:spTree>
    <p:extLst>
      <p:ext uri="{BB962C8B-B14F-4D97-AF65-F5344CB8AC3E}">
        <p14:creationId xmlns:p14="http://schemas.microsoft.com/office/powerpoint/2010/main" val="35675012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9792" y="1081881"/>
            <a:ext cx="10912816" cy="565151"/>
          </a:xfrm>
        </p:spPr>
        <p:txBody>
          <a:bodyPr>
            <a:noAutofit/>
          </a:bodyPr>
          <a:lstStyle/>
          <a:p>
            <a:r>
              <a:rPr lang="en-US" altLang="en-US" b="1" dirty="0"/>
              <a:t>Development and Quality Plans - Objectives</a:t>
            </a:r>
            <a:endParaRPr lang="en-GB" b="1" dirty="0"/>
          </a:p>
        </p:txBody>
      </p:sp>
      <p:sp>
        <p:nvSpPr>
          <p:cNvPr id="3" name="Content Placeholder 2"/>
          <p:cNvSpPr>
            <a:spLocks noGrp="1"/>
          </p:cNvSpPr>
          <p:nvPr>
            <p:ph idx="1"/>
          </p:nvPr>
        </p:nvSpPr>
        <p:spPr>
          <a:xfrm>
            <a:off x="1097279" y="1845734"/>
            <a:ext cx="10345539" cy="4023360"/>
          </a:xfrm>
        </p:spPr>
        <p:txBody>
          <a:bodyPr>
            <a:normAutofit/>
          </a:bodyPr>
          <a:lstStyle/>
          <a:p>
            <a:pPr algn="just">
              <a:spcBef>
                <a:spcPts val="600"/>
              </a:spcBef>
            </a:pPr>
            <a:r>
              <a:rPr lang="en-US" altLang="en-US" sz="2600" dirty="0">
                <a:solidFill>
                  <a:schemeClr val="tx1"/>
                </a:solidFill>
                <a:sym typeface="Times New Roman" pitchFamily="18" charset="0"/>
              </a:rPr>
              <a:t>Planning is meant to prepare adequate foundations for successful and timely completion of the project. The planning process includes:</a:t>
            </a:r>
          </a:p>
          <a:p>
            <a:pPr algn="just">
              <a:spcBef>
                <a:spcPts val="600"/>
              </a:spcBef>
            </a:pPr>
            <a:endParaRPr lang="en-US" altLang="en-US" sz="2600" dirty="0">
              <a:solidFill>
                <a:schemeClr val="tx1"/>
              </a:solidFill>
              <a:sym typeface="Times New Roman" pitchFamily="18" charset="0"/>
            </a:endParaRPr>
          </a:p>
          <a:p>
            <a:pPr lvl="1" algn="just">
              <a:spcBef>
                <a:spcPts val="600"/>
              </a:spcBef>
            </a:pPr>
            <a:r>
              <a:rPr lang="en-US" altLang="en-US" sz="2200" b="1" u="sng" dirty="0">
                <a:solidFill>
                  <a:schemeClr val="accent2"/>
                </a:solidFill>
                <a:cs typeface="Times New Roman" pitchFamily="18" charset="0"/>
                <a:sym typeface="Times New Roman" pitchFamily="18" charset="0"/>
              </a:rPr>
              <a:t>Scheduling</a:t>
            </a:r>
            <a:r>
              <a:rPr lang="en-US" altLang="en-US" sz="2200" b="1" dirty="0">
                <a:solidFill>
                  <a:schemeClr val="accent2"/>
                </a:solidFill>
                <a:cs typeface="Times New Roman" pitchFamily="18" charset="0"/>
                <a:sym typeface="Times New Roman" pitchFamily="18" charset="0"/>
              </a:rPr>
              <a:t> development activities and </a:t>
            </a:r>
            <a:r>
              <a:rPr lang="en-US" altLang="en-US" sz="2200" b="1" u="sng" dirty="0">
                <a:solidFill>
                  <a:schemeClr val="accent2"/>
                </a:solidFill>
                <a:cs typeface="Times New Roman" pitchFamily="18" charset="0"/>
                <a:sym typeface="Times New Roman" pitchFamily="18" charset="0"/>
              </a:rPr>
              <a:t>estimating</a:t>
            </a:r>
            <a:r>
              <a:rPr lang="en-US" altLang="en-US" sz="2200" b="1" dirty="0">
                <a:solidFill>
                  <a:schemeClr val="accent2"/>
                </a:solidFill>
                <a:cs typeface="Times New Roman" pitchFamily="18" charset="0"/>
                <a:sym typeface="Times New Roman" pitchFamily="18" charset="0"/>
              </a:rPr>
              <a:t> the required manpower resources and budget</a:t>
            </a:r>
          </a:p>
          <a:p>
            <a:pPr lvl="1" algn="just">
              <a:spcBef>
                <a:spcPts val="600"/>
              </a:spcBef>
            </a:pPr>
            <a:r>
              <a:rPr lang="en-US" altLang="en-US" sz="2200" b="1" dirty="0">
                <a:solidFill>
                  <a:schemeClr val="accent2"/>
                </a:solidFill>
                <a:cs typeface="Times New Roman" pitchFamily="18" charset="0"/>
                <a:sym typeface="Times New Roman" pitchFamily="18" charset="0"/>
              </a:rPr>
              <a:t>Implementing required </a:t>
            </a:r>
            <a:r>
              <a:rPr lang="en-US" altLang="en-US" sz="2200" b="1" u="sng" dirty="0">
                <a:solidFill>
                  <a:schemeClr val="accent2"/>
                </a:solidFill>
                <a:cs typeface="Times New Roman" pitchFamily="18" charset="0"/>
                <a:sym typeface="Times New Roman" pitchFamily="18" charset="0"/>
              </a:rPr>
              <a:t>SQA activities</a:t>
            </a:r>
          </a:p>
          <a:p>
            <a:pPr lvl="1" algn="just">
              <a:spcBef>
                <a:spcPts val="600"/>
              </a:spcBef>
            </a:pPr>
            <a:r>
              <a:rPr lang="en-US" altLang="en-US" sz="2200" b="1" dirty="0">
                <a:solidFill>
                  <a:schemeClr val="accent2"/>
                </a:solidFill>
                <a:cs typeface="Times New Roman" pitchFamily="18" charset="0"/>
                <a:sym typeface="Times New Roman" pitchFamily="18" charset="0"/>
              </a:rPr>
              <a:t>Providing management with </a:t>
            </a:r>
            <a:r>
              <a:rPr lang="en-US" altLang="en-US" sz="2200" b="1" u="sng" dirty="0">
                <a:solidFill>
                  <a:schemeClr val="accent2"/>
                </a:solidFill>
                <a:cs typeface="Times New Roman" pitchFamily="18" charset="0"/>
                <a:sym typeface="Times New Roman" pitchFamily="18" charset="0"/>
              </a:rPr>
              <a:t>data needed for project control</a:t>
            </a:r>
            <a:endParaRPr lang="en-US" altLang="en-US" sz="2200" dirty="0">
              <a:solidFill>
                <a:schemeClr val="accent2"/>
              </a:solidFill>
            </a:endParaRPr>
          </a:p>
          <a:p>
            <a:pPr algn="just"/>
            <a:endParaRPr lang="en-GB" dirty="0"/>
          </a:p>
        </p:txBody>
      </p:sp>
    </p:spTree>
    <p:extLst>
      <p:ext uri="{BB962C8B-B14F-4D97-AF65-F5344CB8AC3E}">
        <p14:creationId xmlns:p14="http://schemas.microsoft.com/office/powerpoint/2010/main" val="3038092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11628"/>
          <a:stretch/>
        </p:blipFill>
        <p:spPr bwMode="auto">
          <a:xfrm>
            <a:off x="1272610" y="1744091"/>
            <a:ext cx="8232458" cy="4343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Title 1">
            <a:extLst>
              <a:ext uri="{FF2B5EF4-FFF2-40B4-BE49-F238E27FC236}">
                <a16:creationId xmlns:a16="http://schemas.microsoft.com/office/drawing/2014/main" id="{E6A48FC6-A99B-4FA8-A440-FEC0FDD782EA}"/>
              </a:ext>
            </a:extLst>
          </p:cNvPr>
          <p:cNvSpPr>
            <a:spLocks noGrp="1"/>
          </p:cNvSpPr>
          <p:nvPr>
            <p:ph type="title"/>
          </p:nvPr>
        </p:nvSpPr>
        <p:spPr>
          <a:xfrm>
            <a:off x="1080586" y="1012253"/>
            <a:ext cx="8870950" cy="731838"/>
          </a:xfrm>
        </p:spPr>
        <p:txBody>
          <a:bodyPr>
            <a:normAutofit/>
          </a:bodyPr>
          <a:lstStyle/>
          <a:p>
            <a:r>
              <a:rPr lang="en-US" altLang="en-US" b="1" dirty="0">
                <a:solidFill>
                  <a:schemeClr val="tx1"/>
                </a:solidFill>
                <a:sym typeface="Times New Roman" pitchFamily="18" charset="0"/>
              </a:rPr>
              <a:t>Elements of the Development Plan</a:t>
            </a:r>
            <a:endParaRPr lang="en-GB" b="1" dirty="0">
              <a:solidFill>
                <a:schemeClr val="tx1"/>
              </a:solidFill>
            </a:endParaRPr>
          </a:p>
        </p:txBody>
      </p:sp>
    </p:spTree>
    <p:extLst>
      <p:ext uri="{BB962C8B-B14F-4D97-AF65-F5344CB8AC3E}">
        <p14:creationId xmlns:p14="http://schemas.microsoft.com/office/powerpoint/2010/main" val="21575277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b="1" dirty="0">
                <a:solidFill>
                  <a:schemeClr val="tx1"/>
                </a:solidFill>
                <a:sym typeface="Times New Roman" pitchFamily="18" charset="0"/>
              </a:rPr>
              <a:t>Elements of the Development Plan</a:t>
            </a:r>
            <a:endParaRPr lang="en-GB" b="1" dirty="0">
              <a:solidFill>
                <a:schemeClr val="tx1"/>
              </a:solidFill>
            </a:endParaRPr>
          </a:p>
        </p:txBody>
      </p:sp>
      <p:sp>
        <p:nvSpPr>
          <p:cNvPr id="3" name="Content Placeholder 2"/>
          <p:cNvSpPr>
            <a:spLocks noGrp="1"/>
          </p:cNvSpPr>
          <p:nvPr>
            <p:ph idx="1"/>
          </p:nvPr>
        </p:nvSpPr>
        <p:spPr>
          <a:xfrm>
            <a:off x="707690" y="1972330"/>
            <a:ext cx="10776619" cy="3223513"/>
          </a:xfrm>
        </p:spPr>
        <p:txBody>
          <a:bodyPr>
            <a:normAutofit/>
          </a:bodyPr>
          <a:lstStyle/>
          <a:p>
            <a:pPr marL="0" indent="0" algn="just">
              <a:spcBef>
                <a:spcPts val="200"/>
              </a:spcBef>
              <a:buNone/>
            </a:pPr>
            <a:r>
              <a:rPr lang="en-US" altLang="en-US" sz="2400" b="1" dirty="0">
                <a:solidFill>
                  <a:schemeClr val="tx1"/>
                </a:solidFill>
              </a:rPr>
              <a:t>Project Products, specifying </a:t>
            </a:r>
            <a:r>
              <a:rPr lang="en-US" altLang="en-US" sz="2400" b="1" dirty="0">
                <a:solidFill>
                  <a:schemeClr val="accent2"/>
                </a:solidFill>
              </a:rPr>
              <a:t>“</a:t>
            </a:r>
            <a:r>
              <a:rPr lang="en-US" altLang="en-US" sz="2400" b="1" u="sng" dirty="0">
                <a:solidFill>
                  <a:schemeClr val="accent2"/>
                </a:solidFill>
              </a:rPr>
              <a:t>Deliverables</a:t>
            </a:r>
            <a:r>
              <a:rPr lang="en-US" altLang="en-US" sz="2400" b="1" dirty="0">
                <a:solidFill>
                  <a:schemeClr val="accent2"/>
                </a:solidFill>
              </a:rPr>
              <a:t>”</a:t>
            </a:r>
          </a:p>
          <a:p>
            <a:pPr indent="-342900" algn="just">
              <a:spcBef>
                <a:spcPts val="200"/>
              </a:spcBef>
              <a:buFont typeface="Arial" panose="020B0604020202020204" pitchFamily="34" charset="0"/>
              <a:buChar char="•"/>
            </a:pPr>
            <a:r>
              <a:rPr lang="en-US" altLang="en-US" sz="2400" dirty="0">
                <a:solidFill>
                  <a:schemeClr val="tx1"/>
                </a:solidFill>
              </a:rPr>
              <a:t>Must specify items to be </a:t>
            </a:r>
            <a:r>
              <a:rPr lang="en-US" altLang="en-US" sz="2400" b="1" dirty="0">
                <a:solidFill>
                  <a:schemeClr val="accent2"/>
                </a:solidFill>
              </a:rPr>
              <a:t>delivered to customer </a:t>
            </a:r>
            <a:r>
              <a:rPr lang="en-US" altLang="en-US" sz="2400" dirty="0">
                <a:solidFill>
                  <a:schemeClr val="tx1"/>
                </a:solidFill>
              </a:rPr>
              <a:t>(documents, user manuals)</a:t>
            </a:r>
          </a:p>
          <a:p>
            <a:pPr marL="0" indent="0" algn="just">
              <a:spcBef>
                <a:spcPts val="200"/>
              </a:spcBef>
              <a:buNone/>
            </a:pPr>
            <a:endParaRPr lang="en-US" altLang="en-US" sz="2400" b="1" dirty="0">
              <a:solidFill>
                <a:schemeClr val="tx1"/>
              </a:solidFill>
            </a:endParaRPr>
          </a:p>
          <a:p>
            <a:pPr indent="-342900" algn="just">
              <a:spcBef>
                <a:spcPts val="200"/>
              </a:spcBef>
              <a:buFont typeface="Arial" panose="020B0604020202020204" pitchFamily="34" charset="0"/>
              <a:buChar char="•"/>
            </a:pPr>
            <a:r>
              <a:rPr lang="en-US" altLang="en-US" sz="2400" dirty="0">
                <a:solidFill>
                  <a:schemeClr val="tx1"/>
                </a:solidFill>
              </a:rPr>
              <a:t>Must specify specific </a:t>
            </a:r>
            <a:r>
              <a:rPr lang="en-US" altLang="en-US" sz="2400" b="1" u="sng" dirty="0">
                <a:solidFill>
                  <a:schemeClr val="accent2"/>
                </a:solidFill>
              </a:rPr>
              <a:t>software</a:t>
            </a:r>
            <a:r>
              <a:rPr lang="en-US" altLang="en-US" sz="2400" b="1" dirty="0">
                <a:solidFill>
                  <a:schemeClr val="accent2"/>
                </a:solidFill>
              </a:rPr>
              <a:t> </a:t>
            </a:r>
            <a:r>
              <a:rPr lang="en-US" altLang="en-US" sz="2400" b="1" u="sng" dirty="0">
                <a:solidFill>
                  <a:schemeClr val="accent2"/>
                </a:solidFill>
              </a:rPr>
              <a:t>products</a:t>
            </a:r>
            <a:r>
              <a:rPr lang="en-US" altLang="en-US" sz="2400" b="1" dirty="0">
                <a:solidFill>
                  <a:schemeClr val="accent2"/>
                </a:solidFill>
              </a:rPr>
              <a:t> </a:t>
            </a:r>
            <a:r>
              <a:rPr lang="en-US" altLang="en-US" sz="2400" dirty="0">
                <a:solidFill>
                  <a:schemeClr val="tx1"/>
                </a:solidFill>
              </a:rPr>
              <a:t>(along with completion and </a:t>
            </a:r>
            <a:r>
              <a:rPr lang="en-US" altLang="en-US" sz="2400">
                <a:solidFill>
                  <a:schemeClr val="tx1"/>
                </a:solidFill>
              </a:rPr>
              <a:t>installation dates</a:t>
            </a:r>
          </a:p>
          <a:p>
            <a:pPr marL="0" indent="0" algn="just">
              <a:spcBef>
                <a:spcPts val="200"/>
              </a:spcBef>
              <a:buNone/>
            </a:pPr>
            <a:endParaRPr lang="en-US" altLang="en-US" sz="2400" dirty="0">
              <a:solidFill>
                <a:schemeClr val="tx1"/>
              </a:solidFill>
            </a:endParaRPr>
          </a:p>
        </p:txBody>
      </p:sp>
    </p:spTree>
    <p:extLst>
      <p:ext uri="{BB962C8B-B14F-4D97-AF65-F5344CB8AC3E}">
        <p14:creationId xmlns:p14="http://schemas.microsoft.com/office/powerpoint/2010/main" val="28355794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896112"/>
            <a:ext cx="10058400" cy="841248"/>
          </a:xfrm>
        </p:spPr>
        <p:txBody>
          <a:bodyPr>
            <a:normAutofit/>
          </a:bodyPr>
          <a:lstStyle/>
          <a:p>
            <a:r>
              <a:rPr lang="en-US" altLang="en-US" sz="4400" b="1" dirty="0">
                <a:solidFill>
                  <a:schemeClr val="tx1"/>
                </a:solidFill>
                <a:sym typeface="Times New Roman" pitchFamily="18" charset="0"/>
              </a:rPr>
              <a:t>Elements of the Development Plan</a:t>
            </a:r>
            <a:endParaRPr lang="en-GB" sz="4400" b="1" dirty="0">
              <a:solidFill>
                <a:schemeClr val="tx1"/>
              </a:solidFill>
            </a:endParaRPr>
          </a:p>
        </p:txBody>
      </p:sp>
      <p:sp>
        <p:nvSpPr>
          <p:cNvPr id="3" name="Content Placeholder 2"/>
          <p:cNvSpPr>
            <a:spLocks noGrp="1"/>
          </p:cNvSpPr>
          <p:nvPr>
            <p:ph idx="1"/>
          </p:nvPr>
        </p:nvSpPr>
        <p:spPr>
          <a:xfrm>
            <a:off x="1097280" y="1845322"/>
            <a:ext cx="10577536" cy="3849103"/>
          </a:xfrm>
        </p:spPr>
        <p:txBody>
          <a:bodyPr/>
          <a:lstStyle/>
          <a:p>
            <a:pPr marL="0" indent="0" algn="just">
              <a:spcBef>
                <a:spcPts val="200"/>
              </a:spcBef>
            </a:pPr>
            <a:r>
              <a:rPr lang="en-US" altLang="en-US" sz="2400" b="1" dirty="0">
                <a:solidFill>
                  <a:schemeClr val="tx1"/>
                </a:solidFill>
              </a:rPr>
              <a:t> Project </a:t>
            </a:r>
            <a:r>
              <a:rPr lang="en-US" altLang="en-US" sz="2400" b="1" u="sng" dirty="0">
                <a:solidFill>
                  <a:schemeClr val="accent2"/>
                </a:solidFill>
              </a:rPr>
              <a:t>Interfaces</a:t>
            </a:r>
          </a:p>
          <a:p>
            <a:pPr marL="514350" lvl="1" indent="0" algn="just">
              <a:spcBef>
                <a:spcPts val="200"/>
              </a:spcBef>
            </a:pPr>
            <a:r>
              <a:rPr lang="en-US" altLang="en-US" sz="2400" b="1" dirty="0">
                <a:solidFill>
                  <a:schemeClr val="tx1"/>
                </a:solidFill>
              </a:rPr>
              <a:t> </a:t>
            </a:r>
            <a:r>
              <a:rPr lang="en-US" altLang="en-US" sz="2400" dirty="0">
                <a:solidFill>
                  <a:schemeClr val="tx1"/>
                </a:solidFill>
              </a:rPr>
              <a:t>Interfaces with </a:t>
            </a:r>
            <a:r>
              <a:rPr lang="en-US" altLang="en-US" sz="2400" u="sng" dirty="0">
                <a:solidFill>
                  <a:schemeClr val="tx1"/>
                </a:solidFill>
              </a:rPr>
              <a:t>existing</a:t>
            </a:r>
            <a:r>
              <a:rPr lang="en-US" altLang="en-US" sz="2400" dirty="0">
                <a:solidFill>
                  <a:schemeClr val="tx1"/>
                </a:solidFill>
              </a:rPr>
              <a:t> software packages </a:t>
            </a:r>
            <a:r>
              <a:rPr lang="en-US" altLang="en-US" sz="2400" b="1" dirty="0">
                <a:solidFill>
                  <a:schemeClr val="tx1"/>
                </a:solidFill>
              </a:rPr>
              <a:t>(software interface)</a:t>
            </a:r>
          </a:p>
          <a:p>
            <a:pPr marL="914400" lvl="2" indent="0" algn="just">
              <a:spcBef>
                <a:spcPts val="200"/>
              </a:spcBef>
            </a:pPr>
            <a:r>
              <a:rPr lang="en-US" altLang="en-US" sz="2000" dirty="0">
                <a:solidFill>
                  <a:schemeClr val="tx1"/>
                </a:solidFill>
              </a:rPr>
              <a:t> (A course enrollment system might interface with an existing Billing System or Course Scheduling System…)</a:t>
            </a:r>
          </a:p>
          <a:p>
            <a:pPr marL="514350" lvl="1" indent="0" algn="just">
              <a:spcBef>
                <a:spcPts val="200"/>
              </a:spcBef>
            </a:pPr>
            <a:r>
              <a:rPr lang="en-US" altLang="en-US" sz="2400" dirty="0">
                <a:solidFill>
                  <a:schemeClr val="tx1"/>
                </a:solidFill>
              </a:rPr>
              <a:t>Interfaces with other software </a:t>
            </a:r>
          </a:p>
        </p:txBody>
      </p:sp>
    </p:spTree>
    <p:extLst>
      <p:ext uri="{BB962C8B-B14F-4D97-AF65-F5344CB8AC3E}">
        <p14:creationId xmlns:p14="http://schemas.microsoft.com/office/powerpoint/2010/main" val="29907755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2480" y="868680"/>
            <a:ext cx="10058400" cy="751572"/>
          </a:xfrm>
        </p:spPr>
        <p:txBody>
          <a:bodyPr>
            <a:noAutofit/>
          </a:bodyPr>
          <a:lstStyle/>
          <a:p>
            <a:r>
              <a:rPr lang="en-US" altLang="en-US" b="1" dirty="0">
                <a:solidFill>
                  <a:schemeClr val="tx1"/>
                </a:solidFill>
                <a:sym typeface="Times New Roman" pitchFamily="18" charset="0"/>
              </a:rPr>
              <a:t>Elements of the Development Plan</a:t>
            </a:r>
            <a:endParaRPr lang="en-GB" b="1" dirty="0">
              <a:solidFill>
                <a:schemeClr val="tx1"/>
              </a:solidFill>
            </a:endParaRPr>
          </a:p>
        </p:txBody>
      </p:sp>
      <p:sp>
        <p:nvSpPr>
          <p:cNvPr id="3" name="Content Placeholder 2"/>
          <p:cNvSpPr>
            <a:spLocks noGrp="1"/>
          </p:cNvSpPr>
          <p:nvPr>
            <p:ph idx="1"/>
          </p:nvPr>
        </p:nvSpPr>
        <p:spPr>
          <a:xfrm>
            <a:off x="581192" y="1620252"/>
            <a:ext cx="11273924" cy="5029199"/>
          </a:xfrm>
        </p:spPr>
        <p:txBody>
          <a:bodyPr>
            <a:normAutofit/>
          </a:bodyPr>
          <a:lstStyle/>
          <a:p>
            <a:pPr marL="0" indent="0">
              <a:lnSpc>
                <a:spcPct val="120000"/>
              </a:lnSpc>
              <a:spcBef>
                <a:spcPts val="600"/>
              </a:spcBef>
            </a:pPr>
            <a:r>
              <a:rPr lang="en-US" altLang="en-US" sz="2600" dirty="0">
                <a:solidFill>
                  <a:schemeClr val="tx1"/>
                </a:solidFill>
              </a:rPr>
              <a:t> </a:t>
            </a:r>
            <a:r>
              <a:rPr lang="en-US" altLang="en-US" sz="2600" b="1" dirty="0">
                <a:solidFill>
                  <a:schemeClr val="tx1"/>
                </a:solidFill>
              </a:rPr>
              <a:t> Project </a:t>
            </a:r>
            <a:r>
              <a:rPr lang="en-US" altLang="en-US" sz="2600" b="1" dirty="0">
                <a:solidFill>
                  <a:schemeClr val="accent2"/>
                </a:solidFill>
              </a:rPr>
              <a:t>methodology</a:t>
            </a:r>
            <a:r>
              <a:rPr lang="en-US" altLang="en-US" sz="2600" b="1" dirty="0"/>
              <a:t> </a:t>
            </a:r>
            <a:r>
              <a:rPr lang="en-US" altLang="en-US" sz="2600" b="1" dirty="0">
                <a:solidFill>
                  <a:schemeClr val="tx1"/>
                </a:solidFill>
              </a:rPr>
              <a:t>and</a:t>
            </a:r>
            <a:r>
              <a:rPr lang="en-US" altLang="en-US" sz="2600" b="1" dirty="0"/>
              <a:t> </a:t>
            </a:r>
            <a:r>
              <a:rPr lang="en-US" altLang="en-US" sz="2600" b="1" dirty="0">
                <a:solidFill>
                  <a:schemeClr val="accent2"/>
                </a:solidFill>
              </a:rPr>
              <a:t>development tools</a:t>
            </a:r>
          </a:p>
          <a:p>
            <a:pPr marL="514350" lvl="1" indent="0">
              <a:lnSpc>
                <a:spcPct val="120000"/>
              </a:lnSpc>
              <a:spcBef>
                <a:spcPts val="600"/>
              </a:spcBef>
            </a:pPr>
            <a:r>
              <a:rPr lang="en-US" altLang="en-US" dirty="0">
                <a:solidFill>
                  <a:schemeClr val="tx1"/>
                </a:solidFill>
              </a:rPr>
              <a:t>Process tools / environment needed</a:t>
            </a:r>
          </a:p>
          <a:p>
            <a:pPr marL="514350" lvl="1" indent="0">
              <a:lnSpc>
                <a:spcPct val="120000"/>
              </a:lnSpc>
              <a:spcBef>
                <a:spcPts val="600"/>
              </a:spcBef>
            </a:pPr>
            <a:r>
              <a:rPr lang="en-US" altLang="en-US" dirty="0">
                <a:solidFill>
                  <a:schemeClr val="tx1"/>
                </a:solidFill>
              </a:rPr>
              <a:t>Requirements capture and technologies used</a:t>
            </a:r>
          </a:p>
          <a:p>
            <a:pPr marL="514350" lvl="1" indent="0">
              <a:lnSpc>
                <a:spcPct val="120000"/>
              </a:lnSpc>
              <a:spcBef>
                <a:spcPts val="600"/>
              </a:spcBef>
            </a:pPr>
            <a:r>
              <a:rPr lang="en-US" altLang="en-US" dirty="0">
                <a:solidFill>
                  <a:schemeClr val="tx1"/>
                </a:solidFill>
              </a:rPr>
              <a:t>Design approaches  </a:t>
            </a:r>
          </a:p>
          <a:p>
            <a:pPr marL="514350" lvl="1" indent="0">
              <a:lnSpc>
                <a:spcPct val="120000"/>
              </a:lnSpc>
              <a:spcBef>
                <a:spcPts val="600"/>
              </a:spcBef>
            </a:pPr>
            <a:r>
              <a:rPr lang="en-US" altLang="en-US" dirty="0">
                <a:solidFill>
                  <a:schemeClr val="tx1"/>
                </a:solidFill>
              </a:rPr>
              <a:t>Testing Approaches etc.</a:t>
            </a:r>
          </a:p>
          <a:p>
            <a:pPr marL="445770" lvl="2" indent="0">
              <a:lnSpc>
                <a:spcPct val="120000"/>
              </a:lnSpc>
              <a:spcBef>
                <a:spcPts val="600"/>
              </a:spcBef>
            </a:pPr>
            <a:r>
              <a:rPr lang="en-US" altLang="en-US" sz="2000" dirty="0">
                <a:solidFill>
                  <a:schemeClr val="tx1"/>
                </a:solidFill>
              </a:rPr>
              <a:t>Deployment</a:t>
            </a:r>
          </a:p>
          <a:p>
            <a:pPr marL="0" indent="0">
              <a:lnSpc>
                <a:spcPct val="120000"/>
              </a:lnSpc>
              <a:spcBef>
                <a:spcPts val="600"/>
              </a:spcBef>
            </a:pPr>
            <a:r>
              <a:rPr lang="en-US" altLang="en-US" sz="2600" b="1" dirty="0">
                <a:solidFill>
                  <a:schemeClr val="tx1"/>
                </a:solidFill>
              </a:rPr>
              <a:t>Software Development </a:t>
            </a:r>
            <a:r>
              <a:rPr lang="en-US" altLang="en-US" sz="2600" b="1" dirty="0">
                <a:solidFill>
                  <a:schemeClr val="accent2"/>
                </a:solidFill>
              </a:rPr>
              <a:t>Standards</a:t>
            </a:r>
            <a:r>
              <a:rPr lang="en-US" altLang="en-US" sz="2600" b="1" dirty="0"/>
              <a:t> </a:t>
            </a:r>
            <a:r>
              <a:rPr lang="en-US" altLang="en-US" sz="2600" b="1" dirty="0">
                <a:solidFill>
                  <a:schemeClr val="tx1"/>
                </a:solidFill>
              </a:rPr>
              <a:t>and </a:t>
            </a:r>
            <a:r>
              <a:rPr lang="en-US" altLang="en-US" sz="2600" b="1" dirty="0">
                <a:solidFill>
                  <a:schemeClr val="accent2"/>
                </a:solidFill>
              </a:rPr>
              <a:t>Procedures</a:t>
            </a:r>
          </a:p>
        </p:txBody>
      </p:sp>
    </p:spTree>
    <p:extLst>
      <p:ext uri="{BB962C8B-B14F-4D97-AF65-F5344CB8AC3E}">
        <p14:creationId xmlns:p14="http://schemas.microsoft.com/office/powerpoint/2010/main" val="1130882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704088"/>
            <a:ext cx="10058400" cy="978408"/>
          </a:xfrm>
        </p:spPr>
        <p:txBody>
          <a:bodyPr>
            <a:normAutofit/>
          </a:bodyPr>
          <a:lstStyle/>
          <a:p>
            <a:r>
              <a:rPr lang="en-US" altLang="en-US" b="1" dirty="0">
                <a:solidFill>
                  <a:schemeClr val="tx1"/>
                </a:solidFill>
                <a:sym typeface="Times New Roman" pitchFamily="18" charset="0"/>
              </a:rPr>
              <a:t>Elements of the Development Plan</a:t>
            </a:r>
            <a:endParaRPr lang="en-GB" b="1" dirty="0">
              <a:solidFill>
                <a:schemeClr val="tx1"/>
              </a:solidFill>
            </a:endParaRPr>
          </a:p>
        </p:txBody>
      </p:sp>
      <p:sp>
        <p:nvSpPr>
          <p:cNvPr id="3" name="Content Placeholder 2"/>
          <p:cNvSpPr>
            <a:spLocks noGrp="1"/>
          </p:cNvSpPr>
          <p:nvPr>
            <p:ph idx="1"/>
          </p:nvPr>
        </p:nvSpPr>
        <p:spPr>
          <a:xfrm>
            <a:off x="581192" y="1844842"/>
            <a:ext cx="11306008" cy="4479757"/>
          </a:xfrm>
        </p:spPr>
        <p:txBody>
          <a:bodyPr>
            <a:normAutofit/>
          </a:bodyPr>
          <a:lstStyle/>
          <a:p>
            <a:pPr marL="0" indent="0">
              <a:lnSpc>
                <a:spcPct val="120000"/>
              </a:lnSpc>
              <a:spcBef>
                <a:spcPts val="200"/>
              </a:spcBef>
            </a:pPr>
            <a:r>
              <a:rPr lang="en-US" altLang="en-US" sz="2400" dirty="0"/>
              <a:t> </a:t>
            </a:r>
            <a:r>
              <a:rPr lang="en-US" altLang="en-US" sz="2400" b="1" dirty="0"/>
              <a:t>Map of the </a:t>
            </a:r>
            <a:r>
              <a:rPr lang="en-US" altLang="en-US" sz="2400" b="1" dirty="0">
                <a:solidFill>
                  <a:schemeClr val="accent2"/>
                </a:solidFill>
              </a:rPr>
              <a:t>Development Process</a:t>
            </a:r>
          </a:p>
          <a:p>
            <a:pPr marL="297180" lvl="1" indent="0">
              <a:lnSpc>
                <a:spcPct val="120000"/>
              </a:lnSpc>
              <a:spcBef>
                <a:spcPts val="200"/>
              </a:spcBef>
            </a:pPr>
            <a:r>
              <a:rPr lang="en-US" altLang="en-US" sz="2000" dirty="0">
                <a:solidFill>
                  <a:schemeClr val="tx1"/>
                </a:solidFill>
              </a:rPr>
              <a:t>Detailed definition of project’s phases:</a:t>
            </a:r>
          </a:p>
          <a:p>
            <a:pPr marL="297180" lvl="1" indent="0">
              <a:lnSpc>
                <a:spcPct val="120000"/>
              </a:lnSpc>
              <a:spcBef>
                <a:spcPts val="200"/>
              </a:spcBef>
            </a:pPr>
            <a:r>
              <a:rPr lang="en-US" altLang="en-US" sz="2000" dirty="0">
                <a:solidFill>
                  <a:schemeClr val="tx1"/>
                </a:solidFill>
              </a:rPr>
              <a:t>Estimates of each activity’s duration:  </a:t>
            </a:r>
          </a:p>
          <a:p>
            <a:pPr marL="662940" lvl="2" indent="0">
              <a:lnSpc>
                <a:spcPct val="120000"/>
              </a:lnSpc>
              <a:spcBef>
                <a:spcPts val="200"/>
              </a:spcBef>
            </a:pPr>
            <a:r>
              <a:rPr lang="en-US" altLang="en-US" sz="2000" dirty="0">
                <a:solidFill>
                  <a:schemeClr val="tx1"/>
                </a:solidFill>
              </a:rPr>
              <a:t>Sequencing and dependency of activities.</a:t>
            </a:r>
          </a:p>
          <a:p>
            <a:pPr marL="297180" lvl="1" indent="0">
              <a:lnSpc>
                <a:spcPct val="120000"/>
              </a:lnSpc>
              <a:spcBef>
                <a:spcPts val="200"/>
              </a:spcBef>
            </a:pPr>
            <a:r>
              <a:rPr lang="en-US" altLang="en-US" sz="2000" dirty="0">
                <a:solidFill>
                  <a:schemeClr val="tx1"/>
                </a:solidFill>
              </a:rPr>
              <a:t> List of professional resources needed overall and for each activity.</a:t>
            </a:r>
          </a:p>
        </p:txBody>
      </p:sp>
    </p:spTree>
    <p:extLst>
      <p:ext uri="{BB962C8B-B14F-4D97-AF65-F5344CB8AC3E}">
        <p14:creationId xmlns:p14="http://schemas.microsoft.com/office/powerpoint/2010/main" val="14164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D201D3-B15F-4934-887A-5FCE7F2DF401}"/>
              </a:ext>
            </a:extLst>
          </p:cNvPr>
          <p:cNvSpPr>
            <a:spLocks noGrp="1"/>
          </p:cNvSpPr>
          <p:nvPr>
            <p:ph type="title"/>
          </p:nvPr>
        </p:nvSpPr>
        <p:spPr/>
        <p:txBody>
          <a:bodyPr/>
          <a:lstStyle/>
          <a:p>
            <a:r>
              <a:rPr lang="en-US" altLang="en-US" b="1" dirty="0">
                <a:solidFill>
                  <a:schemeClr val="tx1"/>
                </a:solidFill>
                <a:sym typeface="Times New Roman" pitchFamily="18" charset="0"/>
              </a:rPr>
              <a:t>Elements of the Development Plan</a:t>
            </a:r>
            <a:endParaRPr lang="en-US" b="1" dirty="0">
              <a:solidFill>
                <a:schemeClr val="tx1"/>
              </a:solidFill>
            </a:endParaRPr>
          </a:p>
        </p:txBody>
      </p:sp>
      <p:sp>
        <p:nvSpPr>
          <p:cNvPr id="3" name="Content Placeholder 2">
            <a:extLst>
              <a:ext uri="{FF2B5EF4-FFF2-40B4-BE49-F238E27FC236}">
                <a16:creationId xmlns:a16="http://schemas.microsoft.com/office/drawing/2014/main" id="{B06DAE9B-D257-4D59-AF08-5FC3CA34B519}"/>
              </a:ext>
            </a:extLst>
          </p:cNvPr>
          <p:cNvSpPr>
            <a:spLocks noGrp="1"/>
          </p:cNvSpPr>
          <p:nvPr>
            <p:ph idx="1"/>
          </p:nvPr>
        </p:nvSpPr>
        <p:spPr>
          <a:xfrm>
            <a:off x="1097280" y="1845734"/>
            <a:ext cx="10058400" cy="2022178"/>
          </a:xfrm>
        </p:spPr>
        <p:txBody>
          <a:bodyPr>
            <a:normAutofit fontScale="92500" lnSpcReduction="10000"/>
          </a:bodyPr>
          <a:lstStyle/>
          <a:p>
            <a:pPr marL="697230" lvl="2" indent="0" algn="just">
              <a:spcBef>
                <a:spcPts val="0"/>
              </a:spcBef>
            </a:pPr>
            <a:r>
              <a:rPr lang="en-US" altLang="en-US" sz="2400" dirty="0">
                <a:solidFill>
                  <a:schemeClr val="tx1"/>
                </a:solidFill>
              </a:rPr>
              <a:t>Can use PERT and CPM and other activities to communicate activities, durations, deliverable dates, …</a:t>
            </a:r>
          </a:p>
          <a:p>
            <a:pPr marL="697230" lvl="2" indent="0" algn="just">
              <a:spcBef>
                <a:spcPts val="0"/>
              </a:spcBef>
              <a:buNone/>
            </a:pPr>
            <a:endParaRPr lang="en-US" altLang="en-US" sz="2400" dirty="0">
              <a:solidFill>
                <a:schemeClr val="tx1"/>
              </a:solidFill>
            </a:endParaRPr>
          </a:p>
          <a:p>
            <a:pPr marL="697230" lvl="2" indent="0" algn="just">
              <a:spcBef>
                <a:spcPts val="0"/>
              </a:spcBef>
            </a:pPr>
            <a:r>
              <a:rPr lang="en-US" altLang="en-US" sz="2400" dirty="0">
                <a:solidFill>
                  <a:schemeClr val="tx1"/>
                </a:solidFill>
              </a:rPr>
              <a:t>Some like Microsoft Project.</a:t>
            </a:r>
          </a:p>
          <a:p>
            <a:pPr marL="697230" lvl="2" indent="0" algn="just">
              <a:spcBef>
                <a:spcPts val="0"/>
              </a:spcBef>
              <a:buNone/>
            </a:pPr>
            <a:endParaRPr lang="en-US" altLang="en-US" sz="2400" dirty="0">
              <a:solidFill>
                <a:schemeClr val="tx1"/>
              </a:solidFill>
            </a:endParaRPr>
          </a:p>
          <a:p>
            <a:pPr marL="697230" lvl="2" indent="0" algn="just">
              <a:spcBef>
                <a:spcPts val="0"/>
              </a:spcBef>
            </a:pPr>
            <a:r>
              <a:rPr lang="en-US" altLang="en-US" sz="2400" dirty="0">
                <a:solidFill>
                  <a:schemeClr val="tx1"/>
                </a:solidFill>
              </a:rPr>
              <a:t>Can use more modern tools too, like IBM’s Rational Team Concert (RTC).</a:t>
            </a:r>
          </a:p>
        </p:txBody>
      </p:sp>
    </p:spTree>
    <p:extLst>
      <p:ext uri="{BB962C8B-B14F-4D97-AF65-F5344CB8AC3E}">
        <p14:creationId xmlns:p14="http://schemas.microsoft.com/office/powerpoint/2010/main" val="30710361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1143000"/>
            <a:ext cx="10058400" cy="594360"/>
          </a:xfrm>
        </p:spPr>
        <p:txBody>
          <a:bodyPr>
            <a:noAutofit/>
          </a:bodyPr>
          <a:lstStyle/>
          <a:p>
            <a:r>
              <a:rPr lang="en-GB" b="1" dirty="0">
                <a:solidFill>
                  <a:schemeClr val="tx1"/>
                </a:solidFill>
              </a:rPr>
              <a:t>Gantt Chart</a:t>
            </a:r>
          </a:p>
        </p:txBody>
      </p:sp>
      <p:pic>
        <p:nvPicPr>
          <p:cNvPr id="1026" name="Picture 2" descr="Complete Guide to Gantt Charts for Project Management">
            <a:extLst>
              <a:ext uri="{FF2B5EF4-FFF2-40B4-BE49-F238E27FC236}">
                <a16:creationId xmlns:a16="http://schemas.microsoft.com/office/drawing/2014/main" id="{2323452F-E9F2-364A-6D76-808115144B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43869" y="1852767"/>
            <a:ext cx="6683167" cy="4086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106371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6112" y="731520"/>
            <a:ext cx="10058400" cy="905256"/>
          </a:xfrm>
        </p:spPr>
        <p:txBody>
          <a:bodyPr>
            <a:normAutofit/>
          </a:bodyPr>
          <a:lstStyle/>
          <a:p>
            <a:r>
              <a:rPr lang="en-US" altLang="en-US" b="1" dirty="0">
                <a:solidFill>
                  <a:schemeClr val="tx1"/>
                </a:solidFill>
                <a:cs typeface="Times New Roman" pitchFamily="18" charset="0"/>
                <a:sym typeface="Times New Roman" pitchFamily="18" charset="0"/>
              </a:rPr>
              <a:t>Elements of the Development Plan…</a:t>
            </a:r>
            <a:endParaRPr lang="en-GB" b="1" dirty="0">
              <a:solidFill>
                <a:schemeClr val="tx1"/>
              </a:solidFill>
            </a:endParaRPr>
          </a:p>
        </p:txBody>
      </p:sp>
      <p:sp>
        <p:nvSpPr>
          <p:cNvPr id="3" name="Content Placeholder 2"/>
          <p:cNvSpPr>
            <a:spLocks noGrp="1"/>
          </p:cNvSpPr>
          <p:nvPr>
            <p:ph idx="1"/>
          </p:nvPr>
        </p:nvSpPr>
        <p:spPr>
          <a:xfrm>
            <a:off x="896113" y="1896656"/>
            <a:ext cx="9848088" cy="3064687"/>
          </a:xfrm>
        </p:spPr>
        <p:txBody>
          <a:bodyPr/>
          <a:lstStyle/>
          <a:p>
            <a:pPr>
              <a:spcBef>
                <a:spcPts val="200"/>
              </a:spcBef>
              <a:buFont typeface="Arial" panose="020B0604020202020204" pitchFamily="34" charset="0"/>
              <a:buChar char="•"/>
            </a:pPr>
            <a:r>
              <a:rPr lang="en-US" altLang="en-US" sz="2400" b="1" dirty="0"/>
              <a:t>Project </a:t>
            </a:r>
            <a:r>
              <a:rPr lang="en-US" altLang="en-US" sz="2400" b="1" dirty="0">
                <a:solidFill>
                  <a:schemeClr val="accent2"/>
                </a:solidFill>
              </a:rPr>
              <a:t>Milestones</a:t>
            </a:r>
          </a:p>
          <a:p>
            <a:pPr algn="just">
              <a:spcBef>
                <a:spcPts val="200"/>
              </a:spcBef>
              <a:buFont typeface="Arial" panose="020B0604020202020204" pitchFamily="34" charset="0"/>
              <a:buChar char="•"/>
            </a:pPr>
            <a:r>
              <a:rPr lang="en-US" altLang="en-US" sz="2400" b="1" dirty="0"/>
              <a:t>Project staff organization and coordination with </a:t>
            </a:r>
            <a:r>
              <a:rPr lang="en-US" altLang="en-US" sz="2400" b="1" u="sng" dirty="0">
                <a:solidFill>
                  <a:schemeClr val="accent2"/>
                </a:solidFill>
              </a:rPr>
              <a:t>external</a:t>
            </a:r>
            <a:r>
              <a:rPr lang="en-US" altLang="en-US" sz="2400" b="1" dirty="0"/>
              <a:t> participants</a:t>
            </a:r>
          </a:p>
          <a:p>
            <a:pPr marL="857250" lvl="1" indent="-342900" algn="just">
              <a:spcBef>
                <a:spcPts val="200"/>
              </a:spcBef>
              <a:buFont typeface="Arial" panose="020B0604020202020204" pitchFamily="34" charset="0"/>
              <a:buChar char="•"/>
            </a:pPr>
            <a:r>
              <a:rPr lang="en-US" altLang="en-US" sz="2200" dirty="0">
                <a:solidFill>
                  <a:schemeClr val="tx1"/>
                </a:solidFill>
              </a:rPr>
              <a:t>Long term leadership;  team losses due to many factors;</a:t>
            </a:r>
          </a:p>
          <a:p>
            <a:pPr>
              <a:lnSpc>
                <a:spcPct val="120000"/>
              </a:lnSpc>
              <a:spcBef>
                <a:spcPts val="200"/>
              </a:spcBef>
              <a:buFont typeface="Arial" panose="020B0604020202020204" pitchFamily="34" charset="0"/>
              <a:buChar char="•"/>
            </a:pPr>
            <a:r>
              <a:rPr lang="en-US" altLang="en-US" sz="2400" b="1" dirty="0">
                <a:solidFill>
                  <a:schemeClr val="tx1"/>
                </a:solidFill>
              </a:rPr>
              <a:t>Required development facilities</a:t>
            </a:r>
          </a:p>
          <a:p>
            <a:pPr marL="640080" lvl="1" indent="-342900">
              <a:lnSpc>
                <a:spcPct val="120000"/>
              </a:lnSpc>
              <a:spcBef>
                <a:spcPts val="200"/>
              </a:spcBef>
              <a:buFont typeface="Arial" panose="020B0604020202020204" pitchFamily="34" charset="0"/>
              <a:buChar char="•"/>
            </a:pPr>
            <a:r>
              <a:rPr lang="en-US" altLang="en-US" sz="2400" dirty="0">
                <a:solidFill>
                  <a:schemeClr val="tx1"/>
                </a:solidFill>
              </a:rPr>
              <a:t>Required hardware, software, tools, space, infrastructure, …</a:t>
            </a:r>
          </a:p>
          <a:p>
            <a:pPr marL="0" indent="0">
              <a:spcBef>
                <a:spcPts val="200"/>
              </a:spcBef>
            </a:pPr>
            <a:endParaRPr lang="en-US" altLang="en-US" sz="2400" b="1" dirty="0">
              <a:solidFill>
                <a:schemeClr val="accent2"/>
              </a:solidFill>
            </a:endParaRPr>
          </a:p>
        </p:txBody>
      </p:sp>
    </p:spTree>
    <p:extLst>
      <p:ext uri="{BB962C8B-B14F-4D97-AF65-F5344CB8AC3E}">
        <p14:creationId xmlns:p14="http://schemas.microsoft.com/office/powerpoint/2010/main" val="2616168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2" y="932688"/>
            <a:ext cx="11029616" cy="847436"/>
          </a:xfrm>
        </p:spPr>
        <p:txBody>
          <a:bodyPr>
            <a:normAutofit/>
          </a:bodyPr>
          <a:lstStyle/>
          <a:p>
            <a:r>
              <a:rPr lang="en-US" altLang="en-US" b="1" dirty="0">
                <a:solidFill>
                  <a:schemeClr val="tx1"/>
                </a:solidFill>
                <a:sym typeface="Times New Roman" pitchFamily="18" charset="0"/>
              </a:rPr>
              <a:t>Elements of the Development Plan</a:t>
            </a:r>
            <a:endParaRPr lang="en-GB" b="1" dirty="0">
              <a:solidFill>
                <a:schemeClr val="tx1"/>
              </a:solidFill>
            </a:endParaRPr>
          </a:p>
        </p:txBody>
      </p:sp>
      <p:sp>
        <p:nvSpPr>
          <p:cNvPr id="3" name="Content Placeholder 2"/>
          <p:cNvSpPr>
            <a:spLocks noGrp="1"/>
          </p:cNvSpPr>
          <p:nvPr>
            <p:ph idx="1"/>
          </p:nvPr>
        </p:nvSpPr>
        <p:spPr>
          <a:xfrm>
            <a:off x="385011" y="1716504"/>
            <a:ext cx="11373852" cy="4062504"/>
          </a:xfrm>
        </p:spPr>
        <p:txBody>
          <a:bodyPr>
            <a:normAutofit/>
          </a:bodyPr>
          <a:lstStyle/>
          <a:p>
            <a:pPr>
              <a:lnSpc>
                <a:spcPct val="120000"/>
              </a:lnSpc>
              <a:spcBef>
                <a:spcPts val="200"/>
              </a:spcBef>
              <a:buFont typeface="Arial" panose="020B0604020202020204" pitchFamily="34" charset="0"/>
              <a:buChar char="•"/>
            </a:pPr>
            <a:r>
              <a:rPr lang="en-US" altLang="en-US" sz="2400" b="1" dirty="0">
                <a:solidFill>
                  <a:schemeClr val="tx1"/>
                </a:solidFill>
              </a:rPr>
              <a:t>Development Risks and Risk Management Actions</a:t>
            </a:r>
          </a:p>
          <a:p>
            <a:pPr marL="640080" lvl="1" indent="-342900">
              <a:lnSpc>
                <a:spcPct val="120000"/>
              </a:lnSpc>
              <a:spcBef>
                <a:spcPts val="200"/>
              </a:spcBef>
              <a:buFont typeface="Arial" panose="020B0604020202020204" pitchFamily="34" charset="0"/>
              <a:buChar char="•"/>
            </a:pPr>
            <a:r>
              <a:rPr lang="en-US" altLang="en-US" sz="2400" dirty="0">
                <a:solidFill>
                  <a:schemeClr val="tx1"/>
                </a:solidFill>
              </a:rPr>
              <a:t> Development Risk:  “</a:t>
            </a:r>
            <a:r>
              <a:rPr lang="en-US" altLang="en-US" sz="2400" i="1" dirty="0">
                <a:solidFill>
                  <a:schemeClr val="tx1"/>
                </a:solidFill>
              </a:rPr>
              <a:t>a state or property of a development task or environment,  which, if ignored, will increase the likelihood of project failure</a:t>
            </a:r>
            <a:r>
              <a:rPr lang="en-US" altLang="en-US" sz="2400" dirty="0">
                <a:solidFill>
                  <a:schemeClr val="tx1"/>
                </a:solidFill>
              </a:rPr>
              <a:t>”.</a:t>
            </a:r>
          </a:p>
          <a:p>
            <a:pPr marL="640080" lvl="1" indent="-342900">
              <a:lnSpc>
                <a:spcPct val="120000"/>
              </a:lnSpc>
              <a:spcBef>
                <a:spcPts val="200"/>
              </a:spcBef>
              <a:buFont typeface="Arial" panose="020B0604020202020204" pitchFamily="34" charset="0"/>
              <a:buChar char="•"/>
            </a:pPr>
            <a:r>
              <a:rPr lang="en-US" altLang="en-US" sz="2400" dirty="0">
                <a:solidFill>
                  <a:schemeClr val="tx1"/>
                </a:solidFill>
              </a:rPr>
              <a:t>Risk Areas</a:t>
            </a:r>
          </a:p>
          <a:p>
            <a:pPr lvl="2" indent="-342900">
              <a:lnSpc>
                <a:spcPct val="120000"/>
              </a:lnSpc>
              <a:spcBef>
                <a:spcPts val="200"/>
              </a:spcBef>
              <a:buFont typeface="Arial" panose="020B0604020202020204" pitchFamily="34" charset="0"/>
              <a:buChar char="•"/>
            </a:pPr>
            <a:r>
              <a:rPr lang="en-US" altLang="en-US" sz="2400" dirty="0">
                <a:solidFill>
                  <a:schemeClr val="tx1"/>
                </a:solidFill>
              </a:rPr>
              <a:t>Technology Risks – lack of expertise;  not correct / needed tools</a:t>
            </a:r>
          </a:p>
          <a:p>
            <a:pPr lvl="2" indent="-342900">
              <a:lnSpc>
                <a:spcPct val="120000"/>
              </a:lnSpc>
              <a:spcBef>
                <a:spcPts val="200"/>
              </a:spcBef>
              <a:buFont typeface="Arial" panose="020B0604020202020204" pitchFamily="34" charset="0"/>
              <a:buChar char="•"/>
            </a:pPr>
            <a:r>
              <a:rPr lang="en-US" altLang="en-US" sz="2400" dirty="0">
                <a:solidFill>
                  <a:schemeClr val="tx1"/>
                </a:solidFill>
              </a:rPr>
              <a:t>Environmental Risk: </a:t>
            </a:r>
          </a:p>
          <a:p>
            <a:pPr lvl="2" indent="-342900">
              <a:lnSpc>
                <a:spcPct val="120000"/>
              </a:lnSpc>
              <a:buFont typeface="Arial" panose="020B0604020202020204" pitchFamily="34" charset="0"/>
              <a:buChar char="•"/>
            </a:pPr>
            <a:r>
              <a:rPr lang="en-US" altLang="en-US" sz="2400" dirty="0">
                <a:solidFill>
                  <a:schemeClr val="tx1"/>
                </a:solidFill>
              </a:rPr>
              <a:t>Interdependence of other organizational elements who supply resources (subcontractors, specialized hardware, etc. )</a:t>
            </a:r>
          </a:p>
          <a:p>
            <a:pPr marL="0" indent="0">
              <a:lnSpc>
                <a:spcPct val="120000"/>
              </a:lnSpc>
              <a:spcBef>
                <a:spcPts val="200"/>
              </a:spcBef>
            </a:pPr>
            <a:endParaRPr lang="en-GB" sz="2400" dirty="0">
              <a:solidFill>
                <a:schemeClr val="tx1"/>
              </a:solidFill>
            </a:endParaRPr>
          </a:p>
        </p:txBody>
      </p:sp>
    </p:spTree>
    <p:extLst>
      <p:ext uri="{BB962C8B-B14F-4D97-AF65-F5344CB8AC3E}">
        <p14:creationId xmlns:p14="http://schemas.microsoft.com/office/powerpoint/2010/main" val="2553615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b="1" dirty="0">
                <a:sym typeface="Times New Roman" pitchFamily="18" charset="0"/>
              </a:rPr>
              <a:t>Elements of the Development Plan</a:t>
            </a:r>
            <a:endParaRPr lang="en-GB" b="1" dirty="0"/>
          </a:p>
        </p:txBody>
      </p:sp>
      <p:sp>
        <p:nvSpPr>
          <p:cNvPr id="3" name="Content Placeholder 2"/>
          <p:cNvSpPr>
            <a:spLocks noGrp="1"/>
          </p:cNvSpPr>
          <p:nvPr>
            <p:ph idx="1"/>
          </p:nvPr>
        </p:nvSpPr>
        <p:spPr/>
        <p:txBody>
          <a:bodyPr>
            <a:noAutofit/>
          </a:bodyPr>
          <a:lstStyle/>
          <a:p>
            <a:pPr algn="just">
              <a:spcBef>
                <a:spcPts val="200"/>
              </a:spcBef>
            </a:pPr>
            <a:r>
              <a:rPr lang="en-US" altLang="en-US" sz="2400" b="1" dirty="0"/>
              <a:t>Control methods</a:t>
            </a:r>
          </a:p>
          <a:p>
            <a:pPr marL="297180" lvl="1" indent="0" algn="just">
              <a:spcBef>
                <a:spcPts val="200"/>
              </a:spcBef>
            </a:pPr>
            <a:r>
              <a:rPr lang="en-US" altLang="en-US" sz="2000" dirty="0"/>
              <a:t> </a:t>
            </a:r>
            <a:r>
              <a:rPr lang="en-US" altLang="en-US" sz="2000" dirty="0">
                <a:solidFill>
                  <a:schemeClr val="tx1"/>
                </a:solidFill>
              </a:rPr>
              <a:t>Progress reports and coordination meetings are </a:t>
            </a:r>
            <a:r>
              <a:rPr lang="en-US" altLang="en-US" sz="2000" b="1" dirty="0">
                <a:solidFill>
                  <a:schemeClr val="accent2"/>
                </a:solidFill>
              </a:rPr>
              <a:t>planned</a:t>
            </a:r>
            <a:r>
              <a:rPr lang="en-US" altLang="en-US" sz="2000" dirty="0"/>
              <a:t> </a:t>
            </a:r>
            <a:r>
              <a:rPr lang="en-US" altLang="en-US" sz="2000" dirty="0">
                <a:solidFill>
                  <a:schemeClr val="tx1"/>
                </a:solidFill>
              </a:rPr>
              <a:t>to control project implementation </a:t>
            </a:r>
          </a:p>
          <a:p>
            <a:pPr marL="0" indent="0" algn="just">
              <a:spcBef>
                <a:spcPts val="200"/>
              </a:spcBef>
            </a:pPr>
            <a:r>
              <a:rPr lang="en-US" altLang="en-US" sz="2400" b="1" dirty="0"/>
              <a:t>Project Cost Estimates</a:t>
            </a:r>
          </a:p>
          <a:p>
            <a:pPr marL="297180" lvl="1" indent="0" algn="just">
              <a:spcBef>
                <a:spcPts val="200"/>
              </a:spcBef>
            </a:pPr>
            <a:r>
              <a:rPr lang="en-US" altLang="en-US" sz="2400" dirty="0">
                <a:solidFill>
                  <a:srgbClr val="669900"/>
                </a:solidFill>
              </a:rPr>
              <a:t> </a:t>
            </a:r>
            <a:r>
              <a:rPr lang="en-US" altLang="en-US" sz="2000" dirty="0">
                <a:solidFill>
                  <a:schemeClr val="tx1"/>
                </a:solidFill>
              </a:rPr>
              <a:t>These are based on</a:t>
            </a:r>
            <a:r>
              <a:rPr lang="en-US" altLang="en-US" sz="2000" dirty="0"/>
              <a:t> </a:t>
            </a:r>
            <a:r>
              <a:rPr lang="en-US" altLang="en-US" sz="2000" b="1" dirty="0">
                <a:solidFill>
                  <a:schemeClr val="accent2"/>
                </a:solidFill>
              </a:rPr>
              <a:t>proposal cost estimates </a:t>
            </a:r>
            <a:r>
              <a:rPr lang="en-US" altLang="en-US" sz="2000" dirty="0">
                <a:solidFill>
                  <a:schemeClr val="tx1"/>
                </a:solidFill>
              </a:rPr>
              <a:t>followed by  thorough review and continuous updating.</a:t>
            </a:r>
          </a:p>
          <a:p>
            <a:pPr marL="297180" lvl="1" indent="0" algn="just">
              <a:spcBef>
                <a:spcPts val="200"/>
              </a:spcBef>
            </a:pPr>
            <a:r>
              <a:rPr lang="en-US" altLang="en-US" sz="2000" dirty="0"/>
              <a:t> </a:t>
            </a:r>
            <a:r>
              <a:rPr lang="en-US" altLang="en-US" sz="2000" dirty="0">
                <a:solidFill>
                  <a:schemeClr val="tx1"/>
                </a:solidFill>
              </a:rPr>
              <a:t>Changes can/will occur, and these can be </a:t>
            </a:r>
            <a:r>
              <a:rPr lang="en-US" altLang="en-US" sz="2000" b="1" dirty="0">
                <a:solidFill>
                  <a:schemeClr val="accent2"/>
                </a:solidFill>
              </a:rPr>
              <a:t>major budget impacts</a:t>
            </a:r>
            <a:r>
              <a:rPr lang="en-US" altLang="en-US" sz="2000" dirty="0">
                <a:solidFill>
                  <a:schemeClr val="tx1"/>
                </a:solidFill>
              </a:rPr>
              <a:t>, such as subcontractors don’t fulfill their obligations or other unplanned expenditures arise.</a:t>
            </a:r>
          </a:p>
          <a:p>
            <a:pPr marL="297180" lvl="1" indent="0" algn="just">
              <a:spcBef>
                <a:spcPts val="200"/>
              </a:spcBef>
            </a:pPr>
            <a:r>
              <a:rPr lang="en-US" altLang="en-US" sz="2000" dirty="0"/>
              <a:t> </a:t>
            </a:r>
            <a:r>
              <a:rPr lang="en-US" altLang="en-US" sz="2000" dirty="0">
                <a:solidFill>
                  <a:schemeClr val="tx1"/>
                </a:solidFill>
              </a:rPr>
              <a:t>Some projects are </a:t>
            </a:r>
            <a:r>
              <a:rPr lang="en-US" altLang="en-US" sz="2000" dirty="0"/>
              <a:t>‘</a:t>
            </a:r>
            <a:r>
              <a:rPr lang="en-US" altLang="en-US" sz="2000" b="1" u="sng" dirty="0">
                <a:solidFill>
                  <a:schemeClr val="accent2"/>
                </a:solidFill>
              </a:rPr>
              <a:t>successes</a:t>
            </a:r>
            <a:r>
              <a:rPr lang="en-US" altLang="en-US" sz="2000" b="1" dirty="0">
                <a:solidFill>
                  <a:schemeClr val="accent2"/>
                </a:solidFill>
              </a:rPr>
              <a:t>’</a:t>
            </a:r>
            <a:r>
              <a:rPr lang="en-US" altLang="en-US" sz="2000" dirty="0"/>
              <a:t> </a:t>
            </a:r>
            <a:r>
              <a:rPr lang="en-US" altLang="en-US" sz="2000" dirty="0">
                <a:solidFill>
                  <a:schemeClr val="tx1"/>
                </a:solidFill>
              </a:rPr>
              <a:t>but way over budget</a:t>
            </a:r>
            <a:r>
              <a:rPr lang="en-US" altLang="en-US" sz="2000" dirty="0"/>
              <a:t>.</a:t>
            </a:r>
          </a:p>
          <a:p>
            <a:pPr marL="297180" lvl="1" indent="0" algn="just">
              <a:spcBef>
                <a:spcPts val="200"/>
              </a:spcBef>
            </a:pPr>
            <a:r>
              <a:rPr lang="en-US" altLang="en-US" sz="2000" dirty="0"/>
              <a:t> </a:t>
            </a:r>
            <a:r>
              <a:rPr lang="en-US" altLang="en-US" sz="2000" dirty="0">
                <a:solidFill>
                  <a:schemeClr val="tx1"/>
                </a:solidFill>
              </a:rPr>
              <a:t>Ultimately, the </a:t>
            </a:r>
            <a:r>
              <a:rPr lang="en-US" altLang="en-US" sz="2000" b="1" dirty="0">
                <a:solidFill>
                  <a:schemeClr val="accent2"/>
                </a:solidFill>
              </a:rPr>
              <a:t>approval</a:t>
            </a:r>
            <a:r>
              <a:rPr lang="en-US" altLang="en-US" sz="2000" dirty="0"/>
              <a:t> </a:t>
            </a:r>
            <a:r>
              <a:rPr lang="en-US" altLang="en-US" sz="2000" dirty="0">
                <a:solidFill>
                  <a:schemeClr val="tx1"/>
                </a:solidFill>
              </a:rPr>
              <a:t>of the development plan will take place within the organization(s).</a:t>
            </a:r>
          </a:p>
        </p:txBody>
      </p:sp>
    </p:spTree>
    <p:extLst>
      <p:ext uri="{BB962C8B-B14F-4D97-AF65-F5344CB8AC3E}">
        <p14:creationId xmlns:p14="http://schemas.microsoft.com/office/powerpoint/2010/main" val="5156541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solidFill>
                  <a:schemeClr val="tx1"/>
                </a:solidFill>
              </a:rPr>
              <a:t>Class Activity 1</a:t>
            </a:r>
          </a:p>
        </p:txBody>
      </p:sp>
      <p:sp>
        <p:nvSpPr>
          <p:cNvPr id="3" name="Content Placeholder 2"/>
          <p:cNvSpPr>
            <a:spLocks noGrp="1"/>
          </p:cNvSpPr>
          <p:nvPr>
            <p:ph idx="1"/>
          </p:nvPr>
        </p:nvSpPr>
        <p:spPr/>
        <p:txBody>
          <a:bodyPr>
            <a:noAutofit/>
          </a:bodyPr>
          <a:lstStyle/>
          <a:p>
            <a:pPr algn="just"/>
            <a:r>
              <a:rPr lang="en-US" dirty="0">
                <a:solidFill>
                  <a:schemeClr val="tx1"/>
                </a:solidFill>
              </a:rPr>
              <a:t>George Wise is an exceptional programmer. Testing his software modules reveals very few errors, far fewer than the team’s average. He keeps his schedule promptly, and only rarely is he late in completing his task. He always finds original ways to solve programming difficulties, and uses an original, individual version of the coding style. He dislikes preparing the required documentation, and rarely does it according </a:t>
            </a:r>
            <a:r>
              <a:rPr lang="en-GB" dirty="0">
                <a:solidFill>
                  <a:schemeClr val="tx1"/>
                </a:solidFill>
              </a:rPr>
              <a:t>to the team’s templates.</a:t>
            </a:r>
          </a:p>
          <a:p>
            <a:endParaRPr lang="en-US" dirty="0">
              <a:solidFill>
                <a:schemeClr val="tx1"/>
              </a:solidFill>
            </a:endParaRPr>
          </a:p>
          <a:p>
            <a:pPr algn="just"/>
            <a:r>
              <a:rPr lang="en-US" dirty="0">
                <a:solidFill>
                  <a:schemeClr val="tx1"/>
                </a:solidFill>
              </a:rPr>
              <a:t>A day after completing a challenging task, on time, he was called to the office of the department’s chief software engineer. Instead of being praised for his accomplishments (as he expected), he was warned by the company’s chief software engineer that he would be fired unless he began to fully comply with the team’s coding and documentation instructions.</a:t>
            </a:r>
          </a:p>
          <a:p>
            <a:pPr marL="571500" indent="-457200">
              <a:buFont typeface="+mj-lt"/>
              <a:buAutoNum type="arabicPeriod"/>
            </a:pPr>
            <a:r>
              <a:rPr lang="en-US" dirty="0">
                <a:solidFill>
                  <a:schemeClr val="tx1"/>
                </a:solidFill>
              </a:rPr>
              <a:t>Do you agree with the position taken by the department’s chief software engineer?</a:t>
            </a:r>
          </a:p>
          <a:p>
            <a:pPr marL="571500" indent="-457200">
              <a:buFont typeface="+mj-lt"/>
              <a:buAutoNum type="arabicPeriod"/>
            </a:pPr>
            <a:r>
              <a:rPr lang="en-US" dirty="0">
                <a:solidFill>
                  <a:schemeClr val="tx1"/>
                </a:solidFill>
              </a:rPr>
              <a:t>If yes, could you suggest why his or her position was so decisive?</a:t>
            </a:r>
            <a:endParaRPr lang="en-GB" dirty="0">
              <a:solidFill>
                <a:schemeClr val="tx1"/>
              </a:solidFill>
            </a:endParaRPr>
          </a:p>
        </p:txBody>
      </p:sp>
    </p:spTree>
    <p:extLst>
      <p:ext uri="{BB962C8B-B14F-4D97-AF65-F5344CB8AC3E}">
        <p14:creationId xmlns:p14="http://schemas.microsoft.com/office/powerpoint/2010/main" val="30026286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Concluding remarks</a:t>
            </a:r>
          </a:p>
        </p:txBody>
      </p:sp>
      <p:sp>
        <p:nvSpPr>
          <p:cNvPr id="3" name="Content Placeholder 2"/>
          <p:cNvSpPr>
            <a:spLocks noGrp="1"/>
          </p:cNvSpPr>
          <p:nvPr>
            <p:ph idx="1"/>
          </p:nvPr>
        </p:nvSpPr>
        <p:spPr/>
        <p:txBody>
          <a:bodyPr/>
          <a:lstStyle/>
          <a:p>
            <a:r>
              <a:rPr lang="en-US" dirty="0">
                <a:solidFill>
                  <a:schemeClr val="tx1"/>
                </a:solidFill>
              </a:rPr>
              <a:t>SQA is an umbrella activity which is employed throughout the software lifecycle.</a:t>
            </a:r>
          </a:p>
          <a:p>
            <a:r>
              <a:rPr lang="en-US" dirty="0">
                <a:solidFill>
                  <a:schemeClr val="tx1"/>
                </a:solidFill>
              </a:rPr>
              <a:t>Software quality assurance is very important for your software product or service to succeed in the market and survive up to the customer’s expectations.</a:t>
            </a:r>
          </a:p>
          <a:p>
            <a:r>
              <a:rPr lang="en-US" dirty="0">
                <a:solidFill>
                  <a:schemeClr val="tx1"/>
                </a:solidFill>
              </a:rPr>
              <a:t>There are various activities, standards, and techniques that you need to follow to assure that the deliverable software is of high quality and aligns closely with the business needs</a:t>
            </a:r>
          </a:p>
          <a:p>
            <a:endParaRPr lang="en-US" dirty="0">
              <a:solidFill>
                <a:schemeClr val="tx1"/>
              </a:solidFill>
            </a:endParaRPr>
          </a:p>
        </p:txBody>
      </p:sp>
    </p:spTree>
    <p:extLst>
      <p:ext uri="{BB962C8B-B14F-4D97-AF65-F5344CB8AC3E}">
        <p14:creationId xmlns:p14="http://schemas.microsoft.com/office/powerpoint/2010/main" val="3173157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9A5257F-9A6D-150C-68F5-76BCDFF181B8}"/>
              </a:ext>
            </a:extLst>
          </p:cNvPr>
          <p:cNvSpPr txBox="1"/>
          <p:nvPr/>
        </p:nvSpPr>
        <p:spPr>
          <a:xfrm>
            <a:off x="3382224" y="2598003"/>
            <a:ext cx="6097508" cy="830997"/>
          </a:xfrm>
          <a:prstGeom prst="rect">
            <a:avLst/>
          </a:prstGeom>
          <a:noFill/>
        </p:spPr>
        <p:txBody>
          <a:bodyPr wrap="square">
            <a:spAutoFit/>
          </a:bodyPr>
          <a:lstStyle/>
          <a:p>
            <a:pPr algn="ctr"/>
            <a:r>
              <a:rPr lang="en-US" sz="4800" dirty="0">
                <a:solidFill>
                  <a:schemeClr val="accent2"/>
                </a:solidFill>
              </a:rPr>
              <a:t>Any question????</a:t>
            </a:r>
          </a:p>
        </p:txBody>
      </p:sp>
    </p:spTree>
    <p:extLst>
      <p:ext uri="{BB962C8B-B14F-4D97-AF65-F5344CB8AC3E}">
        <p14:creationId xmlns:p14="http://schemas.microsoft.com/office/powerpoint/2010/main" val="1325985888"/>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Retrospect</Template>
  <TotalTime>690</TotalTime>
  <Words>879</Words>
  <Application>Microsoft Office PowerPoint</Application>
  <PresentationFormat>Widescreen</PresentationFormat>
  <Paragraphs>88</Paragraphs>
  <Slides>16</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Aptos</vt:lpstr>
      <vt:lpstr>Arial</vt:lpstr>
      <vt:lpstr>Calibri</vt:lpstr>
      <vt:lpstr>Calibri Light</vt:lpstr>
      <vt:lpstr>Times New Roman</vt:lpstr>
      <vt:lpstr>Retrospect</vt:lpstr>
      <vt:lpstr> Software Quality Engineering</vt:lpstr>
      <vt:lpstr>Introduction</vt:lpstr>
      <vt:lpstr>Development and Quality Plans - Objectives</vt:lpstr>
      <vt:lpstr>Elements of the Development Plan</vt:lpstr>
      <vt:lpstr>Elements of the Development Plan</vt:lpstr>
      <vt:lpstr>Elements of the Development Plan</vt:lpstr>
      <vt:lpstr>Elements of the Development Plan</vt:lpstr>
      <vt:lpstr>Elements of the Development Plan</vt:lpstr>
      <vt:lpstr>Elements of the Development Plan</vt:lpstr>
      <vt:lpstr>Gantt Chart</vt:lpstr>
      <vt:lpstr>Elements of the Development Plan…</vt:lpstr>
      <vt:lpstr>Elements of the Development Plan</vt:lpstr>
      <vt:lpstr>Elements of the Development Plan</vt:lpstr>
      <vt:lpstr>Class Activity 1</vt:lpstr>
      <vt:lpstr>Concluding remarks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Alina Arshad</dc:creator>
  <cp:lastModifiedBy>Ms Alina Arshad</cp:lastModifiedBy>
  <cp:revision>28</cp:revision>
  <dcterms:created xsi:type="dcterms:W3CDTF">2024-08-09T06:58:16Z</dcterms:created>
  <dcterms:modified xsi:type="dcterms:W3CDTF">2024-09-07T13:57:47Z</dcterms:modified>
</cp:coreProperties>
</file>