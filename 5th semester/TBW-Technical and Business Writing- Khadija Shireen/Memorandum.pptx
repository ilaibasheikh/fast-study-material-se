
<file path=[Content_Types].xml><?xml version="1.0" encoding="utf-8"?>
<Types xmlns="http://schemas.openxmlformats.org/package/2006/content-types">
  <Default Extension="rels" ContentType="application/vnd.openxmlformats-package.relationships+xml"/>
  <Default Extension="xml" ContentType="application/xml"/>
  <Default Extension="wmf" ContentType="image/x-wmf"/>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61" r:id="rId1"/>
  </p:sldMasterIdLst>
  <p:notesMasterIdLst>
    <p:notesMasterId r:id="rId2"/>
  </p:notesMasterIdLst>
  <p:sldIdLst>
    <p:sldId id="277" r:id="rId3"/>
    <p:sldId id="278" r:id="rId4"/>
    <p:sldId id="279" r:id="rId5"/>
    <p:sldId id="280"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snapToGrid="0">
      <p:cViewPr varScale="1">
        <p:scale>
          <a:sx n="64" d="100"/>
          <a:sy n="64" d="100"/>
        </p:scale>
        <p:origin x="90" y="186"/>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tableStyles" Target="tableStyle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67" name=""/>
        <p:cNvGrpSpPr/>
        <p:nvPr/>
      </p:nvGrpSpPr>
      <p:grpSpPr>
        <a:xfrm>
          <a:off x="0" y="0"/>
          <a:ext cx="0" cy="0"/>
          <a:chOff x="0" y="0"/>
          <a:chExt cx="0" cy="0"/>
        </a:xfrm>
      </p:grpSpPr>
      <p:sp>
        <p:nvSpPr>
          <p:cNvPr id="1048689"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90"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91"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92"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93"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94"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bg>
      <p:bgPr>
        <a:solidFill>
          <a:schemeClr val="bg2">
            <a:lumMod val="75000"/>
          </a:schemeClr>
        </a:solidFill>
        <a:effectLst/>
      </p:bgPr>
    </p:bg>
    <p:spTree>
      <p:nvGrpSpPr>
        <p:cNvPr id="24" name=""/>
        <p:cNvGrpSpPr/>
        <p:nvPr/>
      </p:nvGrpSpPr>
      <p:grpSpPr>
        <a:xfrm>
          <a:off x="0" y="0"/>
          <a:ext cx="0" cy="0"/>
          <a:chOff x="0" y="0"/>
          <a:chExt cx="0" cy="0"/>
        </a:xfrm>
      </p:grpSpPr>
      <p:sp>
        <p:nvSpPr>
          <p:cNvPr id="1048582" name="Title 1"/>
          <p:cNvSpPr>
            <a:spLocks noGrp="1"/>
          </p:cNvSpPr>
          <p:nvPr>
            <p:ph type="ctrTitle"/>
          </p:nvPr>
        </p:nvSpPr>
        <p:spPr>
          <a:xfrm>
            <a:off x="1261872" y="758952"/>
            <a:ext cx="9418320" cy="4041648"/>
          </a:xfrm>
        </p:spPr>
        <p:txBody>
          <a:bodyPr anchor="b">
            <a:normAutofit/>
          </a:bodyPr>
          <a:lstStyle>
            <a:lvl1pPr algn="l">
              <a:lnSpc>
                <a:spcPct val="85000"/>
              </a:lnSpc>
              <a:defRPr baseline="0" sz="7200">
                <a:solidFill>
                  <a:schemeClr val="tx1"/>
                </a:solidFill>
              </a:defRPr>
            </a:lvl1pPr>
          </a:lstStyle>
          <a:p>
            <a:r>
              <a:rPr lang="en-US" smtClean="0"/>
              <a:t>Click to edit Master title style</a:t>
            </a:r>
            <a:endParaRPr dirty="0" lang="en-US"/>
          </a:p>
        </p:txBody>
      </p:sp>
      <p:sp>
        <p:nvSpPr>
          <p:cNvPr id="1048583" name="Subtitle 2"/>
          <p:cNvSpPr>
            <a:spLocks noGrp="1"/>
          </p:cNvSpPr>
          <p:nvPr>
            <p:ph type="subTitle" idx="1"/>
          </p:nvPr>
        </p:nvSpPr>
        <p:spPr>
          <a:xfrm>
            <a:off x="1261872" y="4800600"/>
            <a:ext cx="9418320" cy="1691640"/>
          </a:xfrm>
        </p:spPr>
        <p:txBody>
          <a:bodyPr>
            <a:normAutofit/>
          </a:bodyPr>
          <a:lstStyle>
            <a:lvl1pPr algn="l" indent="0" marL="0">
              <a:buNone/>
              <a:defRPr baseline="0" sz="2200">
                <a:solidFill>
                  <a:schemeClr val="tx1">
                    <a:lumMod val="75000"/>
                  </a:schemeClr>
                </a:solidFill>
              </a:defRPr>
            </a:lvl1pPr>
            <a:lvl2pPr algn="ctr" indent="0" marL="457200">
              <a:buNone/>
              <a:defRPr sz="2200"/>
            </a:lvl2pPr>
            <a:lvl3pPr algn="ctr" indent="0" marL="914400">
              <a:buNone/>
              <a:defRPr sz="2200"/>
            </a:lvl3pPr>
            <a:lvl4pPr algn="ctr" indent="0" marL="1371600">
              <a:buNone/>
              <a:defRPr sz="2000"/>
            </a:lvl4pPr>
            <a:lvl5pPr algn="ctr" indent="0" marL="1828800">
              <a:buNone/>
              <a:defRPr sz="2000"/>
            </a:lvl5pPr>
            <a:lvl6pPr algn="ctr" indent="0" marL="2286000">
              <a:buNone/>
              <a:defRPr sz="2000"/>
            </a:lvl6pPr>
            <a:lvl7pPr algn="ctr" indent="0" marL="2743200">
              <a:buNone/>
              <a:defRPr sz="2000"/>
            </a:lvl7pPr>
            <a:lvl8pPr algn="ctr" indent="0" marL="3200400">
              <a:buNone/>
              <a:defRPr sz="2000"/>
            </a:lvl8pPr>
            <a:lvl9pPr algn="ctr" indent="0" marL="3657600">
              <a:buNone/>
              <a:defRPr sz="2000"/>
            </a:lvl9pPr>
          </a:lstStyle>
          <a:p>
            <a:r>
              <a:rPr lang="en-US" smtClean="0"/>
              <a:t>Click to edit Master subtitle style</a:t>
            </a:r>
            <a:endParaRPr dirty="0" lang="en-US"/>
          </a:p>
        </p:txBody>
      </p:sp>
      <p:sp>
        <p:nvSpPr>
          <p:cNvPr id="1048584" name="Date Placeholder 3"/>
          <p:cNvSpPr>
            <a:spLocks noGrp="1"/>
          </p:cNvSpPr>
          <p:nvPr>
            <p:ph type="dt" sz="half" idx="10"/>
          </p:nvPr>
        </p:nvSpPr>
        <p:spPr/>
        <p:txBody>
          <a:bodyPr/>
          <a:lstStyle>
            <a:lvl1pPr>
              <a:defRPr>
                <a:solidFill>
                  <a:schemeClr val="tx1">
                    <a:lumMod val="50000"/>
                  </a:schemeClr>
                </a:solidFill>
              </a:defRPr>
            </a:lvl1pPr>
          </a:lstStyle>
          <a:p>
            <a:fld id="{4B847FA7-320F-486A-B381-903F403A37D5}" type="datetimeFigureOut">
              <a:rPr lang="en-US" smtClean="0"/>
              <a:t>12/7/2021</a:t>
            </a:fld>
            <a:endParaRPr lang="en-US"/>
          </a:p>
        </p:txBody>
      </p:sp>
      <p:sp>
        <p:nvSpPr>
          <p:cNvPr id="104858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1048586" name="Slide Number Placeholder 5"/>
          <p:cNvSpPr>
            <a:spLocks noGrp="1"/>
          </p:cNvSpPr>
          <p:nvPr>
            <p:ph type="sldNum" sz="quarter" idx="12"/>
          </p:nvPr>
        </p:nvSpPr>
        <p:spPr/>
        <p:txBody>
          <a:bodyPr/>
          <a:lstStyle>
            <a:lvl1pPr>
              <a:defRPr>
                <a:solidFill>
                  <a:schemeClr val="tx1">
                    <a:lumMod val="65000"/>
                  </a:schemeClr>
                </a:solidFill>
              </a:defRPr>
            </a:lvl1pPr>
          </a:lstStyle>
          <a:p>
            <a:fld id="{0DC56379-C1D8-46EE-AF9F-D8264D2CECFF}" type="slidenum">
              <a:rPr lang="en-US" smtClean="0"/>
              <a:t>‹#›</a:t>
            </a:fld>
            <a:endParaRPr lang="en-US"/>
          </a:p>
        </p:txBody>
      </p:sp>
      <p:sp>
        <p:nvSpPr>
          <p:cNvPr id="1048587" name="Rectangle 6"/>
          <p:cNvSpPr/>
          <p:nvPr/>
        </p:nvSpPr>
        <p:spPr>
          <a:xfrm>
            <a:off x="0" y="0"/>
            <a:ext cx="457200" cy="6858000"/>
          </a:xfrm>
          <a:prstGeom prst="rect"/>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overrideClrMapping accent1="accent1" accent2="accent2" accent3="accent3" accent4="accent4" accent5="accent5" accent6="accent6" bg1="dk1" bg2="dk2" tx1="lt1" tx2="lt2"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9" name=""/>
        <p:cNvGrpSpPr/>
        <p:nvPr/>
      </p:nvGrpSpPr>
      <p:grpSpPr>
        <a:xfrm>
          <a:off x="0" y="0"/>
          <a:ext cx="0" cy="0"/>
          <a:chOff x="0" y="0"/>
          <a:chExt cx="0" cy="0"/>
        </a:xfrm>
      </p:grpSpPr>
      <p:sp>
        <p:nvSpPr>
          <p:cNvPr id="1048599" name="Title 1"/>
          <p:cNvSpPr>
            <a:spLocks noGrp="1"/>
          </p:cNvSpPr>
          <p:nvPr>
            <p:ph type="title"/>
          </p:nvPr>
        </p:nvSpPr>
        <p:spPr/>
        <p:txBody>
          <a:bodyPr/>
          <a:p>
            <a:r>
              <a:rPr lang="en-US" smtClean="0"/>
              <a:t>Click to edit Master title style</a:t>
            </a:r>
            <a:endParaRPr dirty="0" lang="en-US"/>
          </a:p>
        </p:txBody>
      </p:sp>
      <p:sp>
        <p:nvSpPr>
          <p:cNvPr id="1048600"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01" name="Date Placeholder 3"/>
          <p:cNvSpPr>
            <a:spLocks noGrp="1"/>
          </p:cNvSpPr>
          <p:nvPr>
            <p:ph type="dt" sz="half" idx="10"/>
          </p:nvPr>
        </p:nvSpPr>
        <p:spPr/>
        <p:txBody>
          <a:bodyPr/>
          <a:p>
            <a:fld id="{4B847FA7-320F-486A-B381-903F403A37D5}" type="datetimeFigureOut">
              <a:rPr lang="en-US" smtClean="0"/>
              <a:t>12/7/2021</a:t>
            </a:fld>
            <a:endParaRPr lang="en-US"/>
          </a:p>
        </p:txBody>
      </p:sp>
      <p:sp>
        <p:nvSpPr>
          <p:cNvPr id="1048602" name="Footer Placeholder 4"/>
          <p:cNvSpPr>
            <a:spLocks noGrp="1"/>
          </p:cNvSpPr>
          <p:nvPr>
            <p:ph type="ftr" sz="quarter" idx="11"/>
          </p:nvPr>
        </p:nvSpPr>
        <p:spPr/>
        <p:txBody>
          <a:bodyPr/>
          <a:p>
            <a:endParaRPr lang="en-US"/>
          </a:p>
        </p:txBody>
      </p:sp>
      <p:sp>
        <p:nvSpPr>
          <p:cNvPr id="1048603" name="Slide Number Placeholder 5"/>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62" name=""/>
        <p:cNvGrpSpPr/>
        <p:nvPr/>
      </p:nvGrpSpPr>
      <p:grpSpPr>
        <a:xfrm>
          <a:off x="0" y="0"/>
          <a:ext cx="0" cy="0"/>
          <a:chOff x="0" y="0"/>
          <a:chExt cx="0" cy="0"/>
        </a:xfrm>
      </p:grpSpPr>
      <p:sp>
        <p:nvSpPr>
          <p:cNvPr id="1048666" name="Title 1"/>
          <p:cNvSpPr>
            <a:spLocks noGrp="1"/>
          </p:cNvSpPr>
          <p:nvPr>
            <p:ph type="title"/>
          </p:nvPr>
        </p:nvSpPr>
        <p:spPr>
          <a:xfrm>
            <a:off x="1261872" y="758952"/>
            <a:ext cx="9418320" cy="4041648"/>
          </a:xfrm>
        </p:spPr>
        <p:txBody>
          <a:bodyPr anchor="b">
            <a:normAutofit/>
          </a:bodyPr>
          <a:lstStyle>
            <a:lvl1pPr>
              <a:lnSpc>
                <a:spcPct val="85000"/>
              </a:lnSpc>
              <a:defRPr b="0" sz="7200"/>
            </a:lvl1pPr>
          </a:lstStyle>
          <a:p>
            <a:r>
              <a:rPr lang="en-US" smtClean="0"/>
              <a:t>Click to edit Master title style</a:t>
            </a:r>
            <a:endParaRPr dirty="0" lang="en-US"/>
          </a:p>
        </p:txBody>
      </p:sp>
      <p:sp>
        <p:nvSpPr>
          <p:cNvPr id="1048667" name="Text Placeholder 2"/>
          <p:cNvSpPr>
            <a:spLocks noGrp="1"/>
          </p:cNvSpPr>
          <p:nvPr>
            <p:ph type="body" idx="1"/>
          </p:nvPr>
        </p:nvSpPr>
        <p:spPr>
          <a:xfrm>
            <a:off x="1261872" y="4800600"/>
            <a:ext cx="9418320" cy="1691640"/>
          </a:xfrm>
        </p:spPr>
        <p:txBody>
          <a:bodyPr anchor="t">
            <a:normAutofit/>
          </a:bodyPr>
          <a:lstStyle>
            <a:lvl1pPr indent="0" marL="0">
              <a:buNone/>
              <a:defRPr sz="2200">
                <a:solidFill>
                  <a:schemeClr val="tx1">
                    <a:lumMod val="65000"/>
                    <a:lumOff val="3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668" name="Date Placeholder 3"/>
          <p:cNvSpPr>
            <a:spLocks noGrp="1"/>
          </p:cNvSpPr>
          <p:nvPr>
            <p:ph type="dt" sz="half" idx="10"/>
          </p:nvPr>
        </p:nvSpPr>
        <p:spPr/>
        <p:txBody>
          <a:bodyPr/>
          <a:p>
            <a:fld id="{4B847FA7-320F-486A-B381-903F403A37D5}" type="datetimeFigureOut">
              <a:rPr lang="en-US" smtClean="0"/>
              <a:t>12/7/2021</a:t>
            </a:fld>
            <a:endParaRPr lang="en-US"/>
          </a:p>
        </p:txBody>
      </p:sp>
      <p:sp>
        <p:nvSpPr>
          <p:cNvPr id="1048669" name="Footer Placeholder 4"/>
          <p:cNvSpPr>
            <a:spLocks noGrp="1"/>
          </p:cNvSpPr>
          <p:nvPr>
            <p:ph type="ftr" sz="quarter" idx="11"/>
          </p:nvPr>
        </p:nvSpPr>
        <p:spPr/>
        <p:txBody>
          <a:bodyPr/>
          <a:p>
            <a:endParaRPr lang="en-US"/>
          </a:p>
        </p:txBody>
      </p:sp>
      <p:sp>
        <p:nvSpPr>
          <p:cNvPr id="1048670" name="Slide Number Placeholder 5"/>
          <p:cNvSpPr>
            <a:spLocks noGrp="1"/>
          </p:cNvSpPr>
          <p:nvPr>
            <p:ph type="sldNum" sz="quarter" idx="12"/>
          </p:nvPr>
        </p:nvSpPr>
        <p:spPr/>
        <p:txBody>
          <a:bodyPr/>
          <a:p>
            <a:fld id="{0DC56379-C1D8-46EE-AF9F-D8264D2CECFF}" type="slidenum">
              <a:rPr lang="en-US" smtClean="0"/>
              <a:t>‹#›</a:t>
            </a:fld>
            <a:endParaRPr lang="en-US"/>
          </a:p>
        </p:txBody>
      </p:sp>
      <p:sp>
        <p:nvSpPr>
          <p:cNvPr id="1048671" name="Rectangle 6"/>
          <p:cNvSpPr/>
          <p:nvPr/>
        </p:nvSpPr>
        <p:spPr>
          <a:xfrm>
            <a:off x="0" y="0"/>
            <a:ext cx="457200" cy="6858000"/>
          </a:xfrm>
          <a:prstGeom prst="rect"/>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45" name=""/>
        <p:cNvGrpSpPr/>
        <p:nvPr/>
      </p:nvGrpSpPr>
      <p:grpSpPr>
        <a:xfrm>
          <a:off x="0" y="0"/>
          <a:ext cx="0" cy="0"/>
          <a:chOff x="0" y="0"/>
          <a:chExt cx="0" cy="0"/>
        </a:xfrm>
      </p:grpSpPr>
      <p:sp>
        <p:nvSpPr>
          <p:cNvPr id="1048614" name="Title 1"/>
          <p:cNvSpPr>
            <a:spLocks noGrp="1"/>
          </p:cNvSpPr>
          <p:nvPr>
            <p:ph type="title"/>
          </p:nvPr>
        </p:nvSpPr>
        <p:spPr/>
        <p:txBody>
          <a:bodyPr/>
          <a:p>
            <a:r>
              <a:rPr lang="en-US" smtClean="0"/>
              <a:t>Click to edit Master title style</a:t>
            </a:r>
            <a:endParaRPr dirty="0" lang="en-US"/>
          </a:p>
        </p:txBody>
      </p:sp>
      <p:sp>
        <p:nvSpPr>
          <p:cNvPr id="1048615"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16"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17" name="Date Placeholder 4"/>
          <p:cNvSpPr>
            <a:spLocks noGrp="1"/>
          </p:cNvSpPr>
          <p:nvPr>
            <p:ph type="dt" sz="half" idx="10"/>
          </p:nvPr>
        </p:nvSpPr>
        <p:spPr/>
        <p:txBody>
          <a:bodyPr/>
          <a:p>
            <a:fld id="{4B847FA7-320F-486A-B381-903F403A37D5}" type="datetimeFigureOut">
              <a:rPr lang="en-US" smtClean="0"/>
              <a:t>12/7/2021</a:t>
            </a:fld>
            <a:endParaRPr lang="en-US"/>
          </a:p>
        </p:txBody>
      </p:sp>
      <p:sp>
        <p:nvSpPr>
          <p:cNvPr id="1048618" name="Footer Placeholder 5"/>
          <p:cNvSpPr>
            <a:spLocks noGrp="1"/>
          </p:cNvSpPr>
          <p:nvPr>
            <p:ph type="ftr" sz="quarter" idx="11"/>
          </p:nvPr>
        </p:nvSpPr>
        <p:spPr/>
        <p:txBody>
          <a:bodyPr/>
          <a:p>
            <a:endParaRPr lang="en-US"/>
          </a:p>
        </p:txBody>
      </p:sp>
      <p:sp>
        <p:nvSpPr>
          <p:cNvPr id="1048619" name="Slide Number Placeholder 6"/>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63" name=""/>
        <p:cNvGrpSpPr/>
        <p:nvPr/>
      </p:nvGrpSpPr>
      <p:grpSpPr>
        <a:xfrm>
          <a:off x="0" y="0"/>
          <a:ext cx="0" cy="0"/>
          <a:chOff x="0" y="0"/>
          <a:chExt cx="0" cy="0"/>
        </a:xfrm>
      </p:grpSpPr>
      <p:sp>
        <p:nvSpPr>
          <p:cNvPr id="1048672" name="Title 9"/>
          <p:cNvSpPr>
            <a:spLocks noGrp="1"/>
          </p:cNvSpPr>
          <p:nvPr>
            <p:ph type="title"/>
          </p:nvPr>
        </p:nvSpPr>
        <p:spPr/>
        <p:txBody>
          <a:bodyPr/>
          <a:p>
            <a:r>
              <a:rPr lang="en-US" smtClean="0"/>
              <a:t>Click to edit Master title style</a:t>
            </a:r>
            <a:endParaRPr dirty="0" lang="en-US"/>
          </a:p>
        </p:txBody>
      </p:sp>
      <p:sp>
        <p:nvSpPr>
          <p:cNvPr id="1048673" name="Text Placeholder 2"/>
          <p:cNvSpPr>
            <a:spLocks noGrp="1"/>
          </p:cNvSpPr>
          <p:nvPr>
            <p:ph type="body" idx="1"/>
          </p:nvPr>
        </p:nvSpPr>
        <p:spPr>
          <a:xfrm>
            <a:off x="1261872" y="1713655"/>
            <a:ext cx="4480560" cy="731520"/>
          </a:xfrm>
        </p:spPr>
        <p:txBody>
          <a:bodyPr anchor="b">
            <a:normAutofit/>
          </a:bodyPr>
          <a:lstStyle>
            <a:lvl1pPr indent="0" marL="0">
              <a:spcBef>
                <a:spcPts val="0"/>
              </a:spcBef>
              <a:buNone/>
              <a:defRPr b="0" sz="2000">
                <a:solidFill>
                  <a:schemeClr val="tx2"/>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7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75" name="Text Placeholder 4"/>
          <p:cNvSpPr>
            <a:spLocks noGrp="1"/>
          </p:cNvSpPr>
          <p:nvPr>
            <p:ph type="body" sz="quarter" idx="3"/>
          </p:nvPr>
        </p:nvSpPr>
        <p:spPr>
          <a:xfrm>
            <a:off x="6126480" y="1713655"/>
            <a:ext cx="4480560" cy="731520"/>
          </a:xfrm>
        </p:spPr>
        <p:txBody>
          <a:bodyPr anchor="b">
            <a:normAutofit/>
          </a:bodyPr>
          <a:lstStyle>
            <a:lvl1pPr indent="0" marL="0">
              <a:lnSpc>
                <a:spcPct val="95000"/>
              </a:lnSpc>
              <a:spcBef>
                <a:spcPts val="0"/>
              </a:spcBef>
              <a:buNone/>
              <a:defRPr b="0" dirty="0" sz="2000" kern="1200" lang="en-US">
                <a:solidFill>
                  <a:schemeClr val="tx2"/>
                </a:solidFill>
                <a:latin typeface="+mn-lt"/>
                <a:ea typeface="+mn-ea"/>
                <a:cs typeface="+mn-cs"/>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algn="l" defTabSz="914400" eaLnBrk="1" hangingPunct="1" indent="0" latinLnBrk="0" lvl="0" marL="0" rtl="0">
              <a:lnSpc>
                <a:spcPct val="90000"/>
              </a:lnSpc>
              <a:spcBef>
                <a:spcPts val="2000"/>
              </a:spcBef>
              <a:buFontTx/>
              <a:buNone/>
            </a:pPr>
            <a:r>
              <a:rPr lang="en-US" smtClean="0"/>
              <a:t>Click to edit Master text styles</a:t>
            </a:r>
          </a:p>
        </p:txBody>
      </p:sp>
      <p:sp>
        <p:nvSpPr>
          <p:cNvPr id="104867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77" name="Date Placeholder 6"/>
          <p:cNvSpPr>
            <a:spLocks noGrp="1"/>
          </p:cNvSpPr>
          <p:nvPr>
            <p:ph type="dt" sz="half" idx="10"/>
          </p:nvPr>
        </p:nvSpPr>
        <p:spPr/>
        <p:txBody>
          <a:bodyPr/>
          <a:p>
            <a:fld id="{4B847FA7-320F-486A-B381-903F403A37D5}" type="datetimeFigureOut">
              <a:rPr lang="en-US" smtClean="0"/>
              <a:t>12/7/2021</a:t>
            </a:fld>
            <a:endParaRPr lang="en-US"/>
          </a:p>
        </p:txBody>
      </p:sp>
      <p:sp>
        <p:nvSpPr>
          <p:cNvPr id="1048678" name="Footer Placeholder 7"/>
          <p:cNvSpPr>
            <a:spLocks noGrp="1"/>
          </p:cNvSpPr>
          <p:nvPr>
            <p:ph type="ftr" sz="quarter" idx="11"/>
          </p:nvPr>
        </p:nvSpPr>
        <p:spPr/>
        <p:txBody>
          <a:bodyPr/>
          <a:p>
            <a:endParaRPr lang="en-US"/>
          </a:p>
        </p:txBody>
      </p:sp>
      <p:sp>
        <p:nvSpPr>
          <p:cNvPr id="1048679" name="Slide Number Placeholder 8"/>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58" name=""/>
        <p:cNvGrpSpPr/>
        <p:nvPr/>
      </p:nvGrpSpPr>
      <p:grpSpPr>
        <a:xfrm>
          <a:off x="0" y="0"/>
          <a:ext cx="0" cy="0"/>
          <a:chOff x="0" y="0"/>
          <a:chExt cx="0" cy="0"/>
        </a:xfrm>
      </p:grpSpPr>
      <p:sp>
        <p:nvSpPr>
          <p:cNvPr id="1048645" name="Title 5"/>
          <p:cNvSpPr>
            <a:spLocks noGrp="1"/>
          </p:cNvSpPr>
          <p:nvPr>
            <p:ph type="title"/>
          </p:nvPr>
        </p:nvSpPr>
        <p:spPr/>
        <p:txBody>
          <a:bodyPr/>
          <a:p>
            <a:r>
              <a:rPr lang="en-US" smtClean="0"/>
              <a:t>Click to edit Master title style</a:t>
            </a:r>
            <a:endParaRPr dirty="0" lang="en-US"/>
          </a:p>
        </p:txBody>
      </p:sp>
      <p:sp>
        <p:nvSpPr>
          <p:cNvPr id="1048646" name="Date Placeholder 2"/>
          <p:cNvSpPr>
            <a:spLocks noGrp="1"/>
          </p:cNvSpPr>
          <p:nvPr>
            <p:ph type="dt" sz="half" idx="10"/>
          </p:nvPr>
        </p:nvSpPr>
        <p:spPr/>
        <p:txBody>
          <a:bodyPr/>
          <a:p>
            <a:fld id="{4B847FA7-320F-486A-B381-903F403A37D5}" type="datetimeFigureOut">
              <a:rPr lang="en-US" smtClean="0"/>
              <a:t>12/7/2021</a:t>
            </a:fld>
            <a:endParaRPr lang="en-US"/>
          </a:p>
        </p:txBody>
      </p:sp>
      <p:sp>
        <p:nvSpPr>
          <p:cNvPr id="1048647" name="Footer Placeholder 3"/>
          <p:cNvSpPr>
            <a:spLocks noGrp="1"/>
          </p:cNvSpPr>
          <p:nvPr>
            <p:ph type="ftr" sz="quarter" idx="11"/>
          </p:nvPr>
        </p:nvSpPr>
        <p:spPr/>
        <p:txBody>
          <a:bodyPr/>
          <a:p>
            <a:endParaRPr lang="en-US"/>
          </a:p>
        </p:txBody>
      </p:sp>
      <p:sp>
        <p:nvSpPr>
          <p:cNvPr id="1048648" name="Slide Number Placeholder 4"/>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64" name=""/>
        <p:cNvGrpSpPr/>
        <p:nvPr/>
      </p:nvGrpSpPr>
      <p:grpSpPr>
        <a:xfrm>
          <a:off x="0" y="0"/>
          <a:ext cx="0" cy="0"/>
          <a:chOff x="0" y="0"/>
          <a:chExt cx="0" cy="0"/>
        </a:xfrm>
      </p:grpSpPr>
      <p:sp>
        <p:nvSpPr>
          <p:cNvPr id="1048680" name="Date Placeholder 1"/>
          <p:cNvSpPr>
            <a:spLocks noGrp="1"/>
          </p:cNvSpPr>
          <p:nvPr>
            <p:ph type="dt" sz="half" idx="10"/>
          </p:nvPr>
        </p:nvSpPr>
        <p:spPr/>
        <p:txBody>
          <a:bodyPr/>
          <a:p>
            <a:fld id="{4B847FA7-320F-486A-B381-903F403A37D5}" type="datetimeFigureOut">
              <a:rPr lang="en-US" smtClean="0"/>
              <a:t>12/7/2021</a:t>
            </a:fld>
            <a:endParaRPr lang="en-US"/>
          </a:p>
        </p:txBody>
      </p:sp>
      <p:sp>
        <p:nvSpPr>
          <p:cNvPr id="1048681" name="Footer Placeholder 2"/>
          <p:cNvSpPr>
            <a:spLocks noGrp="1"/>
          </p:cNvSpPr>
          <p:nvPr>
            <p:ph type="ftr" sz="quarter" idx="11"/>
          </p:nvPr>
        </p:nvSpPr>
        <p:spPr/>
        <p:txBody>
          <a:bodyPr/>
          <a:p>
            <a:endParaRPr lang="en-US"/>
          </a:p>
        </p:txBody>
      </p:sp>
      <p:sp>
        <p:nvSpPr>
          <p:cNvPr id="1048682" name="Slide Number Placeholder 3"/>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65" name=""/>
        <p:cNvGrpSpPr/>
        <p:nvPr/>
      </p:nvGrpSpPr>
      <p:grpSpPr>
        <a:xfrm>
          <a:off x="0" y="0"/>
          <a:ext cx="0" cy="0"/>
          <a:chOff x="0" y="0"/>
          <a:chExt cx="0" cy="0"/>
        </a:xfrm>
      </p:grpSpPr>
      <p:sp>
        <p:nvSpPr>
          <p:cNvPr id="1048683" name="Title 1"/>
          <p:cNvSpPr>
            <a:spLocks noGrp="1"/>
          </p:cNvSpPr>
          <p:nvPr>
            <p:ph type="title"/>
          </p:nvPr>
        </p:nvSpPr>
        <p:spPr>
          <a:xfrm>
            <a:off x="841248" y="457200"/>
            <a:ext cx="3200400" cy="1600197"/>
          </a:xfrm>
        </p:spPr>
        <p:txBody>
          <a:bodyPr anchor="b">
            <a:normAutofit/>
          </a:bodyPr>
          <a:lstStyle>
            <a:lvl1pPr>
              <a:defRPr baseline="0" b="0" sz="3200"/>
            </a:lvl1pPr>
          </a:lstStyle>
          <a:p>
            <a:r>
              <a:rPr lang="en-US" smtClean="0"/>
              <a:t>Click to edit Master title style</a:t>
            </a:r>
            <a:endParaRPr dirty="0" lang="en-US"/>
          </a:p>
        </p:txBody>
      </p:sp>
      <p:sp>
        <p:nvSpPr>
          <p:cNvPr id="1048684"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85" name="Text Placeholder 3"/>
          <p:cNvSpPr>
            <a:spLocks noGrp="1"/>
          </p:cNvSpPr>
          <p:nvPr>
            <p:ph type="body" sz="half" idx="2"/>
          </p:nvPr>
        </p:nvSpPr>
        <p:spPr>
          <a:xfrm>
            <a:off x="841248" y="2099734"/>
            <a:ext cx="3200400" cy="3810001"/>
          </a:xfrm>
        </p:spPr>
        <p:txBody>
          <a:bodyPr>
            <a:normAutofit/>
          </a:bodyPr>
          <a:lstStyle>
            <a:lvl1pPr indent="0" marL="0">
              <a:lnSpc>
                <a:spcPct val="114000"/>
              </a:lnSpc>
              <a:spcBef>
                <a:spcPts val="800"/>
              </a:spcBef>
              <a:buNone/>
              <a:defRPr sz="13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86" name="Date Placeholder 4"/>
          <p:cNvSpPr>
            <a:spLocks noGrp="1"/>
          </p:cNvSpPr>
          <p:nvPr>
            <p:ph type="dt" sz="half" idx="10"/>
          </p:nvPr>
        </p:nvSpPr>
        <p:spPr/>
        <p:txBody>
          <a:bodyPr/>
          <a:p>
            <a:fld id="{4B847FA7-320F-486A-B381-903F403A37D5}" type="datetimeFigureOut">
              <a:rPr lang="en-US" smtClean="0"/>
              <a:t>12/7/2021</a:t>
            </a:fld>
            <a:endParaRPr lang="en-US"/>
          </a:p>
        </p:txBody>
      </p:sp>
      <p:sp>
        <p:nvSpPr>
          <p:cNvPr id="1048687" name="Footer Placeholder 5"/>
          <p:cNvSpPr>
            <a:spLocks noGrp="1"/>
          </p:cNvSpPr>
          <p:nvPr>
            <p:ph type="ftr" sz="quarter" idx="11"/>
          </p:nvPr>
        </p:nvSpPr>
        <p:spPr/>
        <p:txBody>
          <a:bodyPr/>
          <a:p>
            <a:endParaRPr lang="en-US"/>
          </a:p>
        </p:txBody>
      </p:sp>
      <p:sp>
        <p:nvSpPr>
          <p:cNvPr id="1048688" name="Slide Number Placeholder 6"/>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60" name=""/>
        <p:cNvGrpSpPr/>
        <p:nvPr/>
      </p:nvGrpSpPr>
      <p:grpSpPr>
        <a:xfrm>
          <a:off x="0" y="0"/>
          <a:ext cx="0" cy="0"/>
          <a:chOff x="0" y="0"/>
          <a:chExt cx="0" cy="0"/>
        </a:xfrm>
      </p:grpSpPr>
      <p:sp>
        <p:nvSpPr>
          <p:cNvPr id="1048654" name="Rectangle 7"/>
          <p:cNvSpPr/>
          <p:nvPr/>
        </p:nvSpPr>
        <p:spPr>
          <a:xfrm>
            <a:off x="0" y="5105400"/>
            <a:ext cx="11292840" cy="1752600"/>
          </a:xfrm>
          <a:prstGeom prst="rect"/>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55" name="Title 1"/>
          <p:cNvSpPr>
            <a:spLocks noGrp="1"/>
          </p:cNvSpPr>
          <p:nvPr>
            <p:ph type="title"/>
          </p:nvPr>
        </p:nvSpPr>
        <p:spPr>
          <a:xfrm>
            <a:off x="914400" y="5257800"/>
            <a:ext cx="9982200" cy="914400"/>
          </a:xfrm>
        </p:spPr>
        <p:txBody>
          <a:bodyPr anchor="b">
            <a:normAutofit/>
          </a:bodyPr>
          <a:lstStyle>
            <a:lvl1pPr>
              <a:defRPr b="0" sz="2800">
                <a:solidFill>
                  <a:schemeClr val="bg1"/>
                </a:solidFill>
              </a:defRPr>
            </a:lvl1pPr>
          </a:lstStyle>
          <a:p>
            <a:r>
              <a:rPr lang="en-US" smtClean="0"/>
              <a:t>Click to edit Master title style</a:t>
            </a:r>
            <a:endParaRPr dirty="0" lang="en-US"/>
          </a:p>
        </p:txBody>
      </p:sp>
      <p:sp>
        <p:nvSpPr>
          <p:cNvPr id="1048656" name="Picture Placeholder 2"/>
          <p:cNvSpPr>
            <a:spLocks noChangeAspect="1" noGrp="1"/>
          </p:cNvSpPr>
          <p:nvPr>
            <p:ph type="pic" idx="1"/>
          </p:nvPr>
        </p:nvSpPr>
        <p:spPr>
          <a:xfrm>
            <a:off x="0" y="0"/>
            <a:ext cx="11292840" cy="5128923"/>
          </a:xfrm>
          <a:solidFill>
            <a:schemeClr val="accent1"/>
          </a:solidFill>
        </p:spPr>
        <p:txBody>
          <a:bodyPr anchor="t"/>
          <a:lstStyle>
            <a:lvl1pPr indent="0" marL="0">
              <a:buNone/>
              <a:defRPr sz="3200">
                <a:solidFill>
                  <a:schemeClr val="bg1"/>
                </a:solidFill>
              </a:defRPr>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lang="en-US" smtClean="0"/>
              <a:t>Click icon to add picture</a:t>
            </a:r>
            <a:endParaRPr dirty="0" lang="en-US"/>
          </a:p>
        </p:txBody>
      </p:sp>
      <p:sp>
        <p:nvSpPr>
          <p:cNvPr id="1048657" name="Text Placeholder 3"/>
          <p:cNvSpPr>
            <a:spLocks noGrp="1"/>
          </p:cNvSpPr>
          <p:nvPr>
            <p:ph type="body" sz="half" idx="2"/>
          </p:nvPr>
        </p:nvSpPr>
        <p:spPr>
          <a:xfrm>
            <a:off x="914400" y="6108589"/>
            <a:ext cx="9982200" cy="597011"/>
          </a:xfrm>
        </p:spPr>
        <p:txBody>
          <a:bodyPr>
            <a:normAutofit/>
          </a:bodyPr>
          <a:lstStyle>
            <a:lvl1pPr indent="0" marL="0">
              <a:lnSpc>
                <a:spcPct val="100000"/>
              </a:lnSpc>
              <a:spcBef>
                <a:spcPts val="800"/>
              </a:spcBef>
              <a:buNone/>
              <a:defRPr sz="1300">
                <a:solidFill>
                  <a:schemeClr val="bg1">
                    <a:lumMod val="85000"/>
                  </a:schemeClr>
                </a:solidFill>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58" name="Date Placeholder 4"/>
          <p:cNvSpPr>
            <a:spLocks noGrp="1"/>
          </p:cNvSpPr>
          <p:nvPr>
            <p:ph type="dt" sz="half" idx="10"/>
          </p:nvPr>
        </p:nvSpPr>
        <p:spPr/>
        <p:txBody>
          <a:bodyPr/>
          <a:p>
            <a:fld id="{4B847FA7-320F-486A-B381-903F403A37D5}" type="datetimeFigureOut">
              <a:rPr lang="en-US" smtClean="0"/>
              <a:t>12/7/2021</a:t>
            </a:fld>
            <a:endParaRPr lang="en-US"/>
          </a:p>
        </p:txBody>
      </p:sp>
      <p:sp>
        <p:nvSpPr>
          <p:cNvPr id="1048659" name="Footer Placeholder 5"/>
          <p:cNvSpPr>
            <a:spLocks noGrp="1"/>
          </p:cNvSpPr>
          <p:nvPr>
            <p:ph type="ftr" sz="quarter" idx="11"/>
          </p:nvPr>
        </p:nvSpPr>
        <p:spPr/>
        <p:txBody>
          <a:bodyPr/>
          <a:p>
            <a:endParaRPr lang="en-US"/>
          </a:p>
        </p:txBody>
      </p:sp>
      <p:sp>
        <p:nvSpPr>
          <p:cNvPr id="1048660" name="Slide Number Placeholder 6"/>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61" name=""/>
        <p:cNvGrpSpPr/>
        <p:nvPr/>
      </p:nvGrpSpPr>
      <p:grpSpPr>
        <a:xfrm>
          <a:off x="0" y="0"/>
          <a:ext cx="0" cy="0"/>
          <a:chOff x="0" y="0"/>
          <a:chExt cx="0" cy="0"/>
        </a:xfrm>
      </p:grpSpPr>
      <p:sp>
        <p:nvSpPr>
          <p:cNvPr id="1048661" name="Title 1"/>
          <p:cNvSpPr>
            <a:spLocks noGrp="1"/>
          </p:cNvSpPr>
          <p:nvPr>
            <p:ph type="title"/>
          </p:nvPr>
        </p:nvSpPr>
        <p:spPr/>
        <p:txBody>
          <a:bodyPr/>
          <a:p>
            <a:r>
              <a:rPr lang="en-US" smtClean="0"/>
              <a:t>Click to edit Master title style</a:t>
            </a:r>
            <a:endParaRPr dirty="0" lang="en-US"/>
          </a:p>
        </p:txBody>
      </p:sp>
      <p:sp>
        <p:nvSpPr>
          <p:cNvPr id="1048662"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63" name="Date Placeholder 3"/>
          <p:cNvSpPr>
            <a:spLocks noGrp="1"/>
          </p:cNvSpPr>
          <p:nvPr>
            <p:ph type="dt" sz="half" idx="10"/>
          </p:nvPr>
        </p:nvSpPr>
        <p:spPr/>
        <p:txBody>
          <a:bodyPr/>
          <a:p>
            <a:fld id="{4B847FA7-320F-486A-B381-903F403A37D5}" type="datetimeFigureOut">
              <a:rPr lang="en-US" smtClean="0"/>
              <a:t>12/7/2021</a:t>
            </a:fld>
            <a:endParaRPr lang="en-US"/>
          </a:p>
        </p:txBody>
      </p:sp>
      <p:sp>
        <p:nvSpPr>
          <p:cNvPr id="1048664" name="Footer Placeholder 4"/>
          <p:cNvSpPr>
            <a:spLocks noGrp="1"/>
          </p:cNvSpPr>
          <p:nvPr>
            <p:ph type="ftr" sz="quarter" idx="11"/>
          </p:nvPr>
        </p:nvSpPr>
        <p:spPr/>
        <p:txBody>
          <a:bodyPr/>
          <a:p>
            <a:endParaRPr lang="en-US"/>
          </a:p>
        </p:txBody>
      </p:sp>
      <p:sp>
        <p:nvSpPr>
          <p:cNvPr id="1048665" name="Slide Number Placeholder 5"/>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59" name=""/>
        <p:cNvGrpSpPr/>
        <p:nvPr/>
      </p:nvGrpSpPr>
      <p:grpSpPr>
        <a:xfrm>
          <a:off x="0" y="0"/>
          <a:ext cx="0" cy="0"/>
          <a:chOff x="0" y="0"/>
          <a:chExt cx="0" cy="0"/>
        </a:xfrm>
      </p:grpSpPr>
      <p:sp>
        <p:nvSpPr>
          <p:cNvPr id="1048649" name="Vertical Title 1"/>
          <p:cNvSpPr>
            <a:spLocks noGrp="1"/>
          </p:cNvSpPr>
          <p:nvPr>
            <p:ph type="title" orient="vert"/>
          </p:nvPr>
        </p:nvSpPr>
        <p:spPr>
          <a:xfrm>
            <a:off x="8648700" y="381000"/>
            <a:ext cx="2476500" cy="5897562"/>
          </a:xfrm>
        </p:spPr>
        <p:txBody>
          <a:bodyPr vert="eaVert"/>
          <a:p>
            <a:r>
              <a:rPr lang="en-US" smtClean="0"/>
              <a:t>Click to edit Master title style</a:t>
            </a:r>
            <a:endParaRPr dirty="0" lang="en-US"/>
          </a:p>
        </p:txBody>
      </p:sp>
      <p:sp>
        <p:nvSpPr>
          <p:cNvPr id="1048650" name="Vertical Text Placeholder 2"/>
          <p:cNvSpPr>
            <a:spLocks noGrp="1"/>
          </p:cNvSpPr>
          <p:nvPr>
            <p:ph type="body" orient="vert" idx="1"/>
          </p:nvPr>
        </p:nvSpPr>
        <p:spPr>
          <a:xfrm>
            <a:off x="762000" y="381000"/>
            <a:ext cx="7734300" cy="5897562"/>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651" name="Date Placeholder 3"/>
          <p:cNvSpPr>
            <a:spLocks noGrp="1"/>
          </p:cNvSpPr>
          <p:nvPr>
            <p:ph type="dt" sz="half" idx="10"/>
          </p:nvPr>
        </p:nvSpPr>
        <p:spPr/>
        <p:txBody>
          <a:bodyPr/>
          <a:p>
            <a:fld id="{4B847FA7-320F-486A-B381-903F403A37D5}" type="datetimeFigureOut">
              <a:rPr lang="en-US" smtClean="0"/>
              <a:t>12/7/2021</a:t>
            </a:fld>
            <a:endParaRPr lang="en-US"/>
          </a:p>
        </p:txBody>
      </p:sp>
      <p:sp>
        <p:nvSpPr>
          <p:cNvPr id="1048652" name="Footer Placeholder 4"/>
          <p:cNvSpPr>
            <a:spLocks noGrp="1"/>
          </p:cNvSpPr>
          <p:nvPr>
            <p:ph type="ftr" sz="quarter" idx="11"/>
          </p:nvPr>
        </p:nvSpPr>
        <p:spPr/>
        <p:txBody>
          <a:bodyPr/>
          <a:p>
            <a:endParaRPr lang="en-US"/>
          </a:p>
        </p:txBody>
      </p:sp>
      <p:sp>
        <p:nvSpPr>
          <p:cNvPr id="1048653" name="Slide Number Placeholder 5"/>
          <p:cNvSpPr>
            <a:spLocks noGrp="1"/>
          </p:cNvSpPr>
          <p:nvPr>
            <p:ph type="sldNum" sz="quarter" idx="12"/>
          </p:nvPr>
        </p:nvSpPr>
        <p:spPr/>
        <p:txBody>
          <a:bodyPr/>
          <a:p>
            <a:fld id="{0DC56379-C1D8-46EE-AF9F-D8264D2CECF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36" name=""/>
        <p:cNvGrpSpPr/>
        <p:nvPr/>
      </p:nvGrpSpPr>
      <p:grpSpPr>
        <a:xfrm>
          <a:off x="0" y="0"/>
          <a:ext cx="0" cy="0"/>
          <a:chOff x="0" y="0"/>
          <a:chExt cx="0" cy="0"/>
        </a:xfrm>
      </p:grpSpPr>
      <p:sp>
        <p:nvSpPr>
          <p:cNvPr id="1048589" name="Title 1"/>
          <p:cNvSpPr>
            <a:spLocks noGrp="1"/>
          </p:cNvSpPr>
          <p:nvPr>
            <p:ph type="title"/>
          </p:nvPr>
        </p:nvSpPr>
        <p:spPr>
          <a:xfrm>
            <a:off x="1538817" y="457200"/>
            <a:ext cx="10363200" cy="1143000"/>
          </a:xfrm>
        </p:spPr>
        <p:txBody>
          <a:bodyPr/>
          <a:p>
            <a:r>
              <a:rPr lang="en-US" smtClean="0"/>
              <a:t>Click to edit Master title style</a:t>
            </a:r>
            <a:endParaRPr lang="en-US"/>
          </a:p>
        </p:txBody>
      </p:sp>
      <p:sp>
        <p:nvSpPr>
          <p:cNvPr id="1048590" name="Text Placeholder 2"/>
          <p:cNvSpPr>
            <a:spLocks noGrp="1"/>
          </p:cNvSpPr>
          <p:nvPr>
            <p:ph type="body" sz="half" idx="1"/>
          </p:nvPr>
        </p:nvSpPr>
        <p:spPr>
          <a:xfrm>
            <a:off x="914400" y="1981200"/>
            <a:ext cx="5080000" cy="4114800"/>
          </a:xfrm>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91" name="ClipArt Placeholder 3"/>
          <p:cNvSpPr>
            <a:spLocks noGrp="1"/>
          </p:cNvSpPr>
          <p:nvPr>
            <p:ph type="clipArt" sz="half" idx="2"/>
          </p:nvPr>
        </p:nvSpPr>
        <p:spPr>
          <a:xfrm>
            <a:off x="6197600" y="1981200"/>
            <a:ext cx="5080000" cy="4114800"/>
          </a:xfrm>
        </p:spPr>
        <p:txBody>
          <a:bodyPr/>
          <a:p>
            <a:pPr lvl="0"/>
            <a:endParaRPr lang="en-US" noProof="0" smtClean="0"/>
          </a:p>
        </p:txBody>
      </p:sp>
      <p:sp>
        <p:nvSpPr>
          <p:cNvPr id="1048592" name="Rectangle 1045"/>
          <p:cNvSpPr>
            <a:spLocks noGrp="1" noChangeArrowheads="1"/>
          </p:cNvSpPr>
          <p:nvPr>
            <p:ph type="dt" sz="half" idx="10"/>
          </p:nvPr>
        </p:nvSpPr>
        <p:spPr/>
        <p:txBody>
          <a:bodyPr/>
          <a:p>
            <a:endParaRPr lang="en-US"/>
          </a:p>
        </p:txBody>
      </p:sp>
      <p:sp>
        <p:nvSpPr>
          <p:cNvPr id="1048593" name="Rectangle 1046"/>
          <p:cNvSpPr>
            <a:spLocks noGrp="1" noChangeArrowheads="1"/>
          </p:cNvSpPr>
          <p:nvPr>
            <p:ph type="ftr" sz="quarter" idx="11"/>
          </p:nvPr>
        </p:nvSpPr>
        <p:spPr/>
        <p:txBody>
          <a:bodyPr/>
          <a:p>
            <a:endParaRPr lang="en-US"/>
          </a:p>
        </p:txBody>
      </p:sp>
      <p:sp>
        <p:nvSpPr>
          <p:cNvPr id="1048594" name="Rectangle 1047"/>
          <p:cNvSpPr>
            <a:spLocks noGrp="1" noChangeArrowheads="1"/>
          </p:cNvSpPr>
          <p:nvPr>
            <p:ph type="sldNum" sz="quarter" idx="12"/>
          </p:nvPr>
        </p:nvSpPr>
        <p:spPr/>
        <p:txBody>
          <a:bodyPr/>
          <a:p>
            <a:fld id="{DDE311B1-1460-42C7-9B25-EAE1E232219D}" type="slidenum">
              <a:rPr altLang="en-US" lang="en-US"/>
              <a:t>‹#›</a:t>
            </a:fld>
            <a:endParaRPr altLang="en-US"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Rectangle 6"/>
          <p:cNvSpPr/>
          <p:nvPr/>
        </p:nvSpPr>
        <p:spPr>
          <a:xfrm>
            <a:off x="11292840" y="0"/>
            <a:ext cx="914400" cy="6858000"/>
          </a:xfrm>
          <a:prstGeom prst="rect"/>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77" name="Title Placeholder 1"/>
          <p:cNvSpPr>
            <a:spLocks noGrp="1"/>
          </p:cNvSpPr>
          <p:nvPr>
            <p:ph type="title"/>
          </p:nvPr>
        </p:nvSpPr>
        <p:spPr>
          <a:xfrm>
            <a:off x="1261872" y="365760"/>
            <a:ext cx="9692640" cy="1325562"/>
          </a:xfrm>
          <a:prstGeom prst="rect"/>
        </p:spPr>
        <p:txBody>
          <a:bodyPr anchor="b" bIns="45720" lIns="91440" rIns="91440" rtlCol="0" tIns="45720" vert="horz">
            <a:normAutofit/>
          </a:bodyPr>
          <a:p>
            <a:r>
              <a:rPr lang="en-US" smtClean="0"/>
              <a:t>Click to edit Master title style</a:t>
            </a:r>
            <a:endParaRPr dirty="0" lang="en-US"/>
          </a:p>
        </p:txBody>
      </p:sp>
      <p:sp>
        <p:nvSpPr>
          <p:cNvPr id="1048578" name="Text Placeholder 2"/>
          <p:cNvSpPr>
            <a:spLocks noGrp="1"/>
          </p:cNvSpPr>
          <p:nvPr>
            <p:ph type="body" idx="1"/>
          </p:nvPr>
        </p:nvSpPr>
        <p:spPr>
          <a:xfrm>
            <a:off x="1261872" y="1828800"/>
            <a:ext cx="8595360" cy="4351337"/>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lang="en-US"/>
          </a:p>
        </p:txBody>
      </p:sp>
      <p:sp>
        <p:nvSpPr>
          <p:cNvPr id="1048579" name="Date Placeholder 3"/>
          <p:cNvSpPr>
            <a:spLocks noGrp="1"/>
          </p:cNvSpPr>
          <p:nvPr>
            <p:ph type="dt" sz="half" idx="2"/>
          </p:nvPr>
        </p:nvSpPr>
        <p:spPr>
          <a:xfrm rot="16200000">
            <a:off x="10797542" y="998537"/>
            <a:ext cx="1904999" cy="365125"/>
          </a:xfrm>
          <a:prstGeom prst="rect"/>
        </p:spPr>
        <p:txBody>
          <a:bodyPr anchor="ctr" bIns="45720" lIns="91440" rIns="91440" rtlCol="0" tIns="45720" vert="horz"/>
          <a:lstStyle>
            <a:lvl1pPr algn="r">
              <a:defRPr b="0" sz="1050">
                <a:solidFill>
                  <a:schemeClr val="tx2">
                    <a:lumMod val="20000"/>
                    <a:lumOff val="80000"/>
                  </a:schemeClr>
                </a:solidFill>
              </a:defRPr>
            </a:lvl1pPr>
          </a:lstStyle>
          <a:p>
            <a:fld id="{4B847FA7-320F-486A-B381-903F403A37D5}" type="datetimeFigureOut">
              <a:rPr lang="en-US" smtClean="0"/>
              <a:t>12/7/2021</a:t>
            </a:fld>
            <a:endParaRPr lang="en-US"/>
          </a:p>
        </p:txBody>
      </p:sp>
      <p:sp>
        <p:nvSpPr>
          <p:cNvPr id="1048580" name="Footer Placeholder 4"/>
          <p:cNvSpPr>
            <a:spLocks noGrp="1"/>
          </p:cNvSpPr>
          <p:nvPr>
            <p:ph type="ftr" sz="quarter" idx="3"/>
          </p:nvPr>
        </p:nvSpPr>
        <p:spPr>
          <a:xfrm rot="16200000">
            <a:off x="9959341" y="4046537"/>
            <a:ext cx="3581400" cy="365125"/>
          </a:xfrm>
          <a:prstGeom prst="rect"/>
        </p:spPr>
        <p:txBody>
          <a:bodyPr anchor="ctr" bIns="45720" lIns="91440" rIns="91440" rtlCol="0" tIns="45720" vert="horz"/>
          <a:lstStyle>
            <a:lvl1pPr algn="l">
              <a:defRPr sz="1050">
                <a:solidFill>
                  <a:schemeClr val="tx2">
                    <a:lumMod val="20000"/>
                    <a:lumOff val="80000"/>
                  </a:schemeClr>
                </a:solidFill>
              </a:defRPr>
            </a:lvl1pPr>
          </a:lstStyle>
          <a:p>
            <a:endParaRPr lang="en-US"/>
          </a:p>
        </p:txBody>
      </p:sp>
      <p:sp>
        <p:nvSpPr>
          <p:cNvPr id="1048581" name="Slide Number Placeholder 5"/>
          <p:cNvSpPr>
            <a:spLocks noGrp="1"/>
          </p:cNvSpPr>
          <p:nvPr>
            <p:ph type="sldNum" sz="quarter" idx="4"/>
          </p:nvPr>
        </p:nvSpPr>
        <p:spPr>
          <a:xfrm>
            <a:off x="11292840" y="6172200"/>
            <a:ext cx="914400" cy="593725"/>
          </a:xfrm>
          <a:prstGeom prst="rect"/>
        </p:spPr>
        <p:txBody>
          <a:bodyPr anchor="ctr" bIns="45720" lIns="45720" rIns="45720" rtlCol="0" tIns="45720" vert="horz">
            <a:normAutofit/>
          </a:bodyPr>
          <a:lstStyle>
            <a:lvl1pPr algn="ctr">
              <a:defRPr sz="3600">
                <a:solidFill>
                  <a:schemeClr val="tx2">
                    <a:lumMod val="60000"/>
                    <a:lumOff val="40000"/>
                  </a:schemeClr>
                </a:solidFill>
              </a:defRPr>
            </a:lvl1pPr>
          </a:lstStyle>
          <a:p>
            <a:fld id="{0DC56379-C1D8-46EE-AF9F-D8264D2CECFF}"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eaLnBrk="1" hangingPunct="1" latinLnBrk="0" rtl="0">
        <a:lnSpc>
          <a:spcPct val="90000"/>
        </a:lnSpc>
        <a:spcBef>
          <a:spcPct val="0"/>
        </a:spcBef>
        <a:buNone/>
        <a:defRPr baseline="0" sz="4400" kern="1200" spc="-50">
          <a:solidFill>
            <a:schemeClr val="tx1"/>
          </a:solidFill>
          <a:latin typeface="+mj-lt"/>
          <a:ea typeface="+mj-ea"/>
          <a:cs typeface="+mj-cs"/>
        </a:defRPr>
      </a:lvl1pPr>
    </p:titleStyle>
    <p:bodyStyle>
      <a:lvl1pPr algn="l" defTabSz="914400" eaLnBrk="1" hangingPunct="1" indent="-182880" latinLnBrk="0" marL="182880" rtl="0">
        <a:lnSpc>
          <a:spcPct val="95000"/>
        </a:lnSpc>
        <a:spcBef>
          <a:spcPts val="1400"/>
        </a:spcBef>
        <a:spcAft>
          <a:spcPts val="200"/>
        </a:spcAft>
        <a:buClr>
          <a:schemeClr val="accent1"/>
        </a:buClr>
        <a:buSzPct val="80000"/>
        <a:buFont typeface="Arial" pitchFamily="34" charset="0"/>
        <a:buChar char="•"/>
        <a:defRPr baseline="0" sz="1800" kern="1200" spc="10">
          <a:solidFill>
            <a:schemeClr val="tx1"/>
          </a:solidFill>
          <a:latin typeface="+mn-lt"/>
          <a:ea typeface="+mn-ea"/>
          <a:cs typeface="+mn-cs"/>
        </a:defRPr>
      </a:lvl1pPr>
      <a:lvl2pPr algn="l" defTabSz="914400" eaLnBrk="1" hangingPunct="1" indent="-182880" latinLnBrk="0" marL="457200" rtl="0">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algn="l" defTabSz="914400" eaLnBrk="1" hangingPunct="1" indent="-182880" latinLnBrk="0" marL="73152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algn="l" defTabSz="914400" eaLnBrk="1" hangingPunct="1" indent="-182880" latinLnBrk="0" marL="100584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algn="l" defTabSz="914400" eaLnBrk="1" hangingPunct="1" indent="-182880" latinLnBrk="0" marL="128016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algn="l" defTabSz="914400" eaLnBrk="1" hangingPunct="1" indent="-228600" latinLnBrk="0" marL="160000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algn="l" defTabSz="914400" eaLnBrk="1" hangingPunct="1" indent="-228600" latinLnBrk="0" marL="190000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algn="l" defTabSz="914400" eaLnBrk="1" hangingPunct="1" indent="-228600" latinLnBrk="0" marL="220000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algn="l" defTabSz="914400" eaLnBrk="1" hangingPunct="1" indent="-228600" latinLnBrk="0" marL="2500000" rtl="0">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image" Target="../media/image1.gif"/><Relationship Id="rId2"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image" Target="../media/image2.gif"/><Relationship Id="rId2"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3.wmf"/><Relationship Id="rId2"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4.gif"/><Relationship Id="rId2"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8" name="Title 1"/>
          <p:cNvSpPr>
            <a:spLocks noGrp="1"/>
          </p:cNvSpPr>
          <p:nvPr>
            <p:ph type="ctrTitle"/>
          </p:nvPr>
        </p:nvSpPr>
        <p:spPr/>
        <p:txBody>
          <a:bodyPr/>
          <a:p>
            <a:r>
              <a:rPr dirty="0" lang="en-US" smtClean="0"/>
              <a:t>Memorandum</a:t>
            </a:r>
            <a:endParaRPr dirty="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37" name=""/>
        <p:cNvGrpSpPr/>
        <p:nvPr/>
      </p:nvGrpSpPr>
      <p:grpSpPr>
        <a:xfrm>
          <a:off x="0" y="0"/>
          <a:ext cx="0" cy="0"/>
          <a:chOff x="0" y="0"/>
          <a:chExt cx="0" cy="0"/>
        </a:xfrm>
      </p:grpSpPr>
      <p:sp>
        <p:nvSpPr>
          <p:cNvPr id="1048595" name="Rectangle 2"/>
          <p:cNvSpPr>
            <a:spLocks noGrp="1" noChangeArrowheads="1"/>
          </p:cNvSpPr>
          <p:nvPr>
            <p:ph type="title"/>
          </p:nvPr>
        </p:nvSpPr>
        <p:spPr/>
        <p:txBody>
          <a:bodyPr/>
          <a:p>
            <a:pPr eaLnBrk="1" hangingPunct="1"/>
            <a:r>
              <a:rPr altLang="en-US" lang="en-US" smtClean="0"/>
              <a:t>Memorandum</a:t>
            </a:r>
          </a:p>
        </p:txBody>
      </p:sp>
      <p:sp>
        <p:nvSpPr>
          <p:cNvPr id="1048596" name="Rectangle 3"/>
          <p:cNvSpPr>
            <a:spLocks noGrp="1" noChangeArrowheads="1"/>
          </p:cNvSpPr>
          <p:nvPr>
            <p:ph type="body" sz="half" idx="1"/>
          </p:nvPr>
        </p:nvSpPr>
        <p:spPr>
          <a:xfrm>
            <a:off x="2209801" y="1981200"/>
            <a:ext cx="3808413" cy="4114800"/>
          </a:xfrm>
        </p:spPr>
        <p:txBody>
          <a:bodyPr/>
          <a:p>
            <a:pPr eaLnBrk="1" hangingPunct="1"/>
            <a:r>
              <a:rPr altLang="en-US" sz="2800" lang="en-US"/>
              <a:t>A memorandum is considered “inside” correspondence.</a:t>
            </a:r>
          </a:p>
          <a:p>
            <a:pPr eaLnBrk="1" hangingPunct="1"/>
            <a:r>
              <a:rPr altLang="en-US" sz="2800" lang="en-US"/>
              <a:t>It is written to someone in your company.</a:t>
            </a:r>
          </a:p>
        </p:txBody>
      </p:sp>
      <p:pic>
        <p:nvPicPr>
          <p:cNvPr id="2097152" name="Picture 8" descr="ag00222_"/>
          <p:cNvPicPr>
            <a:picLocks noChangeAspect="1" noGrp="1" noChangeArrowheads="1" noCrop="1"/>
          </p:cNvPicPr>
          <p:nvPr>
            <p:ph type="clipArt" sz="half" idx="2"/>
          </p:nvPr>
        </p:nvPicPr>
        <p:blipFill>
          <a:blip xmlns:r="http://schemas.openxmlformats.org/officeDocument/2006/relationships" r:embed="rId1"/>
          <a:srcRect/>
          <a:stretch>
            <a:fillRect/>
          </a:stretch>
        </p:blipFill>
        <p:spPr>
          <a:xfrm>
            <a:off x="6286501" y="1981200"/>
            <a:ext cx="3578225" cy="4114800"/>
          </a:xfrm>
          <a:noFill/>
        </p:spPr>
      </p:pic>
    </p:spTree>
  </p:cSld>
  <p:clrMapOvr>
    <a:masterClrMapping/>
  </p:clrMapOvr>
  <p:transition>
    <p:cover dir="d"/>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2" presetSubtype="1">
                                  <p:stCondLst>
                                    <p:cond delay="0"/>
                                  </p:stCondLst>
                                  <p:childTnLst>
                                    <p:set>
                                      <p:cBhvr>
                                        <p:cTn dur="1" fill="hold" id="6">
                                          <p:stCondLst>
                                            <p:cond delay="0"/>
                                          </p:stCondLst>
                                        </p:cTn>
                                        <p:tgtEl>
                                          <p:spTgt spid="1048596">
                                            <p:txEl>
                                              <p:pRg st="0" end="0"/>
                                            </p:txEl>
                                          </p:spTgt>
                                        </p:tgtEl>
                                        <p:attrNameLst>
                                          <p:attrName>style.visibility</p:attrName>
                                        </p:attrNameLst>
                                      </p:cBhvr>
                                      <p:to>
                                        <p:strVal val="visible"/>
                                      </p:to>
                                    </p:set>
                                    <p:animEffect transition="in" filter="wipe(up)">
                                      <p:cBhvr>
                                        <p:cTn dur="500" id="7"/>
                                        <p:tgtEl>
                                          <p:spTgt spid="1048596">
                                            <p:txEl>
                                              <p:pRg st="0" end="0"/>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22" presetSubtype="1">
                                  <p:stCondLst>
                                    <p:cond delay="0"/>
                                  </p:stCondLst>
                                  <p:childTnLst>
                                    <p:set>
                                      <p:cBhvr>
                                        <p:cTn dur="1" fill="hold" id="11">
                                          <p:stCondLst>
                                            <p:cond delay="0"/>
                                          </p:stCondLst>
                                        </p:cTn>
                                        <p:tgtEl>
                                          <p:spTgt spid="1048596">
                                            <p:txEl>
                                              <p:pRg st="1" end="1"/>
                                            </p:txEl>
                                          </p:spTgt>
                                        </p:tgtEl>
                                        <p:attrNameLst>
                                          <p:attrName>style.visibility</p:attrName>
                                        </p:attrNameLst>
                                      </p:cBhvr>
                                      <p:to>
                                        <p:strVal val="visible"/>
                                      </p:to>
                                    </p:set>
                                    <p:animEffect transition="in" filter="wipe(up)">
                                      <p:cBhvr>
                                        <p:cTn dur="500" id="12"/>
                                        <p:tgtEl>
                                          <p:spTgt spid="104859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6"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38" name=""/>
        <p:cNvGrpSpPr/>
        <p:nvPr/>
      </p:nvGrpSpPr>
      <p:grpSpPr>
        <a:xfrm>
          <a:off x="0" y="0"/>
          <a:ext cx="0" cy="0"/>
          <a:chOff x="0" y="0"/>
          <a:chExt cx="0" cy="0"/>
        </a:xfrm>
      </p:grpSpPr>
      <p:sp>
        <p:nvSpPr>
          <p:cNvPr id="1048597" name="Rectangle 2"/>
          <p:cNvSpPr>
            <a:spLocks noGrp="1" noChangeArrowheads="1"/>
          </p:cNvSpPr>
          <p:nvPr>
            <p:ph type="title"/>
          </p:nvPr>
        </p:nvSpPr>
        <p:spPr/>
        <p:txBody>
          <a:bodyPr/>
          <a:p>
            <a:pPr eaLnBrk="1" hangingPunct="1"/>
            <a:r>
              <a:rPr altLang="en-US" lang="en-US" smtClean="0"/>
              <a:t>Advantages of Memos</a:t>
            </a:r>
          </a:p>
        </p:txBody>
      </p:sp>
      <p:sp>
        <p:nvSpPr>
          <p:cNvPr id="1048598" name="Rectangle 3"/>
          <p:cNvSpPr>
            <a:spLocks noGrp="1" noChangeArrowheads="1"/>
          </p:cNvSpPr>
          <p:nvPr>
            <p:ph type="body" sz="half" idx="1"/>
          </p:nvPr>
        </p:nvSpPr>
        <p:spPr>
          <a:xfrm>
            <a:off x="2209801" y="1981200"/>
            <a:ext cx="3808413" cy="4114800"/>
          </a:xfrm>
        </p:spPr>
        <p:txBody>
          <a:bodyPr/>
          <a:p>
            <a:pPr eaLnBrk="1" hangingPunct="1">
              <a:buFontTx/>
              <a:buNone/>
            </a:pPr>
            <a:r>
              <a:rPr altLang="en-US" dirty="0" sz="2800" lang="en-US"/>
              <a:t>Memos are:</a:t>
            </a:r>
          </a:p>
          <a:p>
            <a:pPr eaLnBrk="1" hangingPunct="1"/>
            <a:r>
              <a:rPr altLang="en-US" dirty="0" sz="2800" lang="en-US"/>
              <a:t>Quick</a:t>
            </a:r>
          </a:p>
          <a:p>
            <a:pPr eaLnBrk="1" hangingPunct="1"/>
            <a:r>
              <a:rPr altLang="en-US" dirty="0" sz="2800" lang="en-US"/>
              <a:t>Inexpensive</a:t>
            </a:r>
          </a:p>
          <a:p>
            <a:pPr eaLnBrk="1" hangingPunct="1"/>
            <a:r>
              <a:rPr altLang="en-US" dirty="0" sz="2800" lang="en-US"/>
              <a:t>Convenient</a:t>
            </a:r>
          </a:p>
          <a:p>
            <a:pPr eaLnBrk="1" hangingPunct="1"/>
            <a:r>
              <a:rPr altLang="en-US" dirty="0" sz="2800" lang="en-US"/>
              <a:t>A Written Record</a:t>
            </a:r>
          </a:p>
        </p:txBody>
      </p:sp>
      <p:pic>
        <p:nvPicPr>
          <p:cNvPr id="2097153" name="Picture 6" descr="ag00550_"/>
          <p:cNvPicPr>
            <a:picLocks noChangeAspect="1" noGrp="1" noChangeArrowheads="1" noCrop="1"/>
          </p:cNvPicPr>
          <p:nvPr>
            <p:ph type="clipArt" sz="half" idx="2"/>
          </p:nvPr>
        </p:nvPicPr>
        <p:blipFill>
          <a:blip xmlns:r="http://schemas.openxmlformats.org/officeDocument/2006/relationships" r:embed="rId1"/>
          <a:srcRect/>
          <a:stretch>
            <a:fillRect/>
          </a:stretch>
        </p:blipFill>
        <p:spPr>
          <a:xfrm>
            <a:off x="6173788" y="2147889"/>
            <a:ext cx="3808412" cy="3779837"/>
          </a:xfrm>
          <a:noFill/>
        </p:spPr>
      </p:pic>
    </p:spTree>
  </p:cSld>
  <p:clrMapOvr>
    <a:masterClrMapping/>
  </p:clrMapOvr>
  <p:transition>
    <p:cover dir="d"/>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2" presetSubtype="1">
                                  <p:stCondLst>
                                    <p:cond delay="0"/>
                                  </p:stCondLst>
                                  <p:childTnLst>
                                    <p:set>
                                      <p:cBhvr>
                                        <p:cTn dur="1" fill="hold" id="6">
                                          <p:stCondLst>
                                            <p:cond delay="0"/>
                                          </p:stCondLst>
                                        </p:cTn>
                                        <p:tgtEl>
                                          <p:spTgt spid="1048598">
                                            <p:txEl>
                                              <p:pRg st="0" end="0"/>
                                            </p:txEl>
                                          </p:spTgt>
                                        </p:tgtEl>
                                        <p:attrNameLst>
                                          <p:attrName>style.visibility</p:attrName>
                                        </p:attrNameLst>
                                      </p:cBhvr>
                                      <p:to>
                                        <p:strVal val="visible"/>
                                      </p:to>
                                    </p:set>
                                    <p:animEffect transition="in" filter="wipe(up)">
                                      <p:cBhvr>
                                        <p:cTn dur="500" id="7"/>
                                        <p:tgtEl>
                                          <p:spTgt spid="1048598">
                                            <p:txEl>
                                              <p:pRg st="0" end="0"/>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22" presetSubtype="1">
                                  <p:stCondLst>
                                    <p:cond delay="0"/>
                                  </p:stCondLst>
                                  <p:childTnLst>
                                    <p:set>
                                      <p:cBhvr>
                                        <p:cTn dur="1" fill="hold" id="11">
                                          <p:stCondLst>
                                            <p:cond delay="0"/>
                                          </p:stCondLst>
                                        </p:cTn>
                                        <p:tgtEl>
                                          <p:spTgt spid="1048598">
                                            <p:txEl>
                                              <p:pRg st="1" end="1"/>
                                            </p:txEl>
                                          </p:spTgt>
                                        </p:tgtEl>
                                        <p:attrNameLst>
                                          <p:attrName>style.visibility</p:attrName>
                                        </p:attrNameLst>
                                      </p:cBhvr>
                                      <p:to>
                                        <p:strVal val="visible"/>
                                      </p:to>
                                    </p:set>
                                    <p:animEffect transition="in" filter="wipe(up)">
                                      <p:cBhvr>
                                        <p:cTn dur="500" id="12"/>
                                        <p:tgtEl>
                                          <p:spTgt spid="1048598">
                                            <p:txEl>
                                              <p:pRg st="1" end="1"/>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grpId="0" id="15" nodeType="clickEffect" presetClass="entr" presetID="22" presetSubtype="1">
                                  <p:stCondLst>
                                    <p:cond delay="0"/>
                                  </p:stCondLst>
                                  <p:childTnLst>
                                    <p:set>
                                      <p:cBhvr>
                                        <p:cTn dur="1" fill="hold" id="16">
                                          <p:stCondLst>
                                            <p:cond delay="0"/>
                                          </p:stCondLst>
                                        </p:cTn>
                                        <p:tgtEl>
                                          <p:spTgt spid="1048598">
                                            <p:txEl>
                                              <p:pRg st="2" end="2"/>
                                            </p:txEl>
                                          </p:spTgt>
                                        </p:tgtEl>
                                        <p:attrNameLst>
                                          <p:attrName>style.visibility</p:attrName>
                                        </p:attrNameLst>
                                      </p:cBhvr>
                                      <p:to>
                                        <p:strVal val="visible"/>
                                      </p:to>
                                    </p:set>
                                    <p:animEffect transition="in" filter="wipe(up)">
                                      <p:cBhvr>
                                        <p:cTn dur="500" id="17"/>
                                        <p:tgtEl>
                                          <p:spTgt spid="1048598">
                                            <p:txEl>
                                              <p:pRg st="2" end="2"/>
                                            </p:txEl>
                                          </p:spTgt>
                                        </p:tgtEl>
                                      </p:cBhvr>
                                    </p:animEffect>
                                  </p:childTnLst>
                                </p:cTn>
                              </p:par>
                            </p:childTnLst>
                          </p:cTn>
                        </p:par>
                      </p:childTnLst>
                    </p:cTn>
                  </p:par>
                  <p:par>
                    <p:cTn fill="hold" id="18" nodeType="clickPar">
                      <p:stCondLst>
                        <p:cond delay="indefinite"/>
                      </p:stCondLst>
                      <p:childTnLst>
                        <p:par>
                          <p:cTn fill="hold" id="19" nodeType="withGroup">
                            <p:stCondLst>
                              <p:cond delay="0"/>
                            </p:stCondLst>
                            <p:childTnLst>
                              <p:par>
                                <p:cTn fill="hold" grpId="0" id="20" nodeType="clickEffect" presetClass="entr" presetID="22" presetSubtype="1">
                                  <p:stCondLst>
                                    <p:cond delay="0"/>
                                  </p:stCondLst>
                                  <p:childTnLst>
                                    <p:set>
                                      <p:cBhvr>
                                        <p:cTn dur="1" fill="hold" id="21">
                                          <p:stCondLst>
                                            <p:cond delay="0"/>
                                          </p:stCondLst>
                                        </p:cTn>
                                        <p:tgtEl>
                                          <p:spTgt spid="1048598">
                                            <p:txEl>
                                              <p:pRg st="3" end="3"/>
                                            </p:txEl>
                                          </p:spTgt>
                                        </p:tgtEl>
                                        <p:attrNameLst>
                                          <p:attrName>style.visibility</p:attrName>
                                        </p:attrNameLst>
                                      </p:cBhvr>
                                      <p:to>
                                        <p:strVal val="visible"/>
                                      </p:to>
                                    </p:set>
                                    <p:animEffect transition="in" filter="wipe(up)">
                                      <p:cBhvr>
                                        <p:cTn dur="500" id="22"/>
                                        <p:tgtEl>
                                          <p:spTgt spid="1048598">
                                            <p:txEl>
                                              <p:pRg st="3" end="3"/>
                                            </p:txEl>
                                          </p:spTgt>
                                        </p:tgtEl>
                                      </p:cBhvr>
                                    </p:animEffect>
                                  </p:childTnLst>
                                </p:cTn>
                              </p:par>
                            </p:childTnLst>
                          </p:cTn>
                        </p:par>
                      </p:childTnLst>
                    </p:cTn>
                  </p:par>
                  <p:par>
                    <p:cTn fill="hold" id="23" nodeType="clickPar">
                      <p:stCondLst>
                        <p:cond delay="indefinite"/>
                      </p:stCondLst>
                      <p:childTnLst>
                        <p:par>
                          <p:cTn fill="hold" id="24" nodeType="withGroup">
                            <p:stCondLst>
                              <p:cond delay="0"/>
                            </p:stCondLst>
                            <p:childTnLst>
                              <p:par>
                                <p:cTn fill="hold" grpId="0" id="25" nodeType="clickEffect" presetClass="entr" presetID="22" presetSubtype="1">
                                  <p:stCondLst>
                                    <p:cond delay="0"/>
                                  </p:stCondLst>
                                  <p:childTnLst>
                                    <p:set>
                                      <p:cBhvr>
                                        <p:cTn dur="1" fill="hold" id="26">
                                          <p:stCondLst>
                                            <p:cond delay="0"/>
                                          </p:stCondLst>
                                        </p:cTn>
                                        <p:tgtEl>
                                          <p:spTgt spid="1048598">
                                            <p:txEl>
                                              <p:pRg st="4" end="4"/>
                                            </p:txEl>
                                          </p:spTgt>
                                        </p:tgtEl>
                                        <p:attrNameLst>
                                          <p:attrName>style.visibility</p:attrName>
                                        </p:attrNameLst>
                                      </p:cBhvr>
                                      <p:to>
                                        <p:strVal val="visible"/>
                                      </p:to>
                                    </p:set>
                                    <p:animEffect transition="in" filter="wipe(up)">
                                      <p:cBhvr>
                                        <p:cTn dur="500" id="27"/>
                                        <p:tgtEl>
                                          <p:spTgt spid="104859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8"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40" name=""/>
        <p:cNvGrpSpPr/>
        <p:nvPr/>
      </p:nvGrpSpPr>
      <p:grpSpPr>
        <a:xfrm>
          <a:off x="0" y="0"/>
          <a:ext cx="0" cy="0"/>
          <a:chOff x="0" y="0"/>
          <a:chExt cx="0" cy="0"/>
        </a:xfrm>
      </p:grpSpPr>
      <p:sp>
        <p:nvSpPr>
          <p:cNvPr id="1048604" name="Rectangle 2"/>
          <p:cNvSpPr>
            <a:spLocks noGrp="1" noChangeArrowheads="1"/>
          </p:cNvSpPr>
          <p:nvPr>
            <p:ph type="title"/>
          </p:nvPr>
        </p:nvSpPr>
        <p:spPr/>
        <p:txBody>
          <a:bodyPr/>
          <a:p>
            <a:pPr eaLnBrk="1" hangingPunct="1"/>
            <a:r>
              <a:rPr altLang="en-US" lang="en-US" smtClean="0"/>
              <a:t>Memorandum</a:t>
            </a:r>
          </a:p>
        </p:txBody>
      </p:sp>
      <p:sp>
        <p:nvSpPr>
          <p:cNvPr id="1048605" name="Rectangle 3"/>
          <p:cNvSpPr>
            <a:spLocks noGrp="1" noChangeArrowheads="1"/>
          </p:cNvSpPr>
          <p:nvPr>
            <p:ph type="body" idx="1"/>
          </p:nvPr>
        </p:nvSpPr>
        <p:spPr/>
        <p:txBody>
          <a:bodyPr>
            <a:normAutofit/>
          </a:bodyPr>
          <a:p>
            <a:pPr eaLnBrk="1" hangingPunct="1"/>
            <a:r>
              <a:rPr altLang="en-US" dirty="0" sz="2800" lang="en-US" smtClean="0"/>
              <a:t>A memo is less formal than a letter.</a:t>
            </a:r>
          </a:p>
          <a:p>
            <a:pPr eaLnBrk="1" hangingPunct="1"/>
            <a:r>
              <a:rPr altLang="en-US" dirty="0" sz="2800" lang="en-US" smtClean="0"/>
              <a:t>It usually conveys one idea and is likely to be short.</a:t>
            </a:r>
          </a:p>
          <a:p>
            <a:pPr eaLnBrk="1" hangingPunct="1"/>
            <a:r>
              <a:rPr altLang="en-US" dirty="0" sz="2800" lang="en-US" smtClean="0"/>
              <a:t>Effective memos are clearly written with the objective stated in the first sentence.</a:t>
            </a:r>
          </a:p>
        </p:txBody>
      </p:sp>
    </p:spTree>
  </p:cSld>
  <p:clrMapOvr>
    <a:masterClrMapping/>
  </p:clrMapOvr>
  <p:transition>
    <p:cover dir="d"/>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2" presetSubtype="1">
                                  <p:stCondLst>
                                    <p:cond delay="0"/>
                                  </p:stCondLst>
                                  <p:childTnLst>
                                    <p:set>
                                      <p:cBhvr>
                                        <p:cTn dur="1" fill="hold" id="6">
                                          <p:stCondLst>
                                            <p:cond delay="0"/>
                                          </p:stCondLst>
                                        </p:cTn>
                                        <p:tgtEl>
                                          <p:spTgt spid="1048605">
                                            <p:txEl>
                                              <p:pRg st="0" end="0"/>
                                            </p:txEl>
                                          </p:spTgt>
                                        </p:tgtEl>
                                        <p:attrNameLst>
                                          <p:attrName>style.visibility</p:attrName>
                                        </p:attrNameLst>
                                      </p:cBhvr>
                                      <p:to>
                                        <p:strVal val="visible"/>
                                      </p:to>
                                    </p:set>
                                    <p:animEffect transition="in" filter="wipe(up)">
                                      <p:cBhvr>
                                        <p:cTn dur="500" id="7"/>
                                        <p:tgtEl>
                                          <p:spTgt spid="1048605">
                                            <p:txEl>
                                              <p:pRg st="0" end="0"/>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22" presetSubtype="1">
                                  <p:stCondLst>
                                    <p:cond delay="0"/>
                                  </p:stCondLst>
                                  <p:childTnLst>
                                    <p:set>
                                      <p:cBhvr>
                                        <p:cTn dur="1" fill="hold" id="11">
                                          <p:stCondLst>
                                            <p:cond delay="0"/>
                                          </p:stCondLst>
                                        </p:cTn>
                                        <p:tgtEl>
                                          <p:spTgt spid="1048605">
                                            <p:txEl>
                                              <p:pRg st="1" end="1"/>
                                            </p:txEl>
                                          </p:spTgt>
                                        </p:tgtEl>
                                        <p:attrNameLst>
                                          <p:attrName>style.visibility</p:attrName>
                                        </p:attrNameLst>
                                      </p:cBhvr>
                                      <p:to>
                                        <p:strVal val="visible"/>
                                      </p:to>
                                    </p:set>
                                    <p:animEffect transition="in" filter="wipe(up)">
                                      <p:cBhvr>
                                        <p:cTn dur="500" id="12"/>
                                        <p:tgtEl>
                                          <p:spTgt spid="1048605">
                                            <p:txEl>
                                              <p:pRg st="1" end="1"/>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grpId="0" id="15" nodeType="clickEffect" presetClass="entr" presetID="22" presetSubtype="1">
                                  <p:stCondLst>
                                    <p:cond delay="0"/>
                                  </p:stCondLst>
                                  <p:childTnLst>
                                    <p:set>
                                      <p:cBhvr>
                                        <p:cTn dur="1" fill="hold" id="16">
                                          <p:stCondLst>
                                            <p:cond delay="0"/>
                                          </p:stCondLst>
                                        </p:cTn>
                                        <p:tgtEl>
                                          <p:spTgt spid="1048605">
                                            <p:txEl>
                                              <p:pRg st="2" end="2"/>
                                            </p:txEl>
                                          </p:spTgt>
                                        </p:tgtEl>
                                        <p:attrNameLst>
                                          <p:attrName>style.visibility</p:attrName>
                                        </p:attrNameLst>
                                      </p:cBhvr>
                                      <p:to>
                                        <p:strVal val="visible"/>
                                      </p:to>
                                    </p:set>
                                    <p:animEffect transition="in" filter="wipe(up)">
                                      <p:cBhvr>
                                        <p:cTn dur="500" id="17"/>
                                        <p:tgtEl>
                                          <p:spTgt spid="104860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5"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41" name=""/>
        <p:cNvGrpSpPr/>
        <p:nvPr/>
      </p:nvGrpSpPr>
      <p:grpSpPr>
        <a:xfrm>
          <a:off x="0" y="0"/>
          <a:ext cx="0" cy="0"/>
          <a:chOff x="0" y="0"/>
          <a:chExt cx="0" cy="0"/>
        </a:xfrm>
      </p:grpSpPr>
      <p:sp>
        <p:nvSpPr>
          <p:cNvPr id="1048606" name="Rectangle 2"/>
          <p:cNvSpPr>
            <a:spLocks noGrp="1" noChangeArrowheads="1"/>
          </p:cNvSpPr>
          <p:nvPr>
            <p:ph type="title"/>
          </p:nvPr>
        </p:nvSpPr>
        <p:spPr/>
        <p:txBody>
          <a:bodyPr/>
          <a:p>
            <a:pPr eaLnBrk="1" hangingPunct="1"/>
            <a:r>
              <a:rPr altLang="en-US" lang="en-US" smtClean="0"/>
              <a:t>Purposes of Memos</a:t>
            </a:r>
          </a:p>
        </p:txBody>
      </p:sp>
      <p:sp>
        <p:nvSpPr>
          <p:cNvPr id="1048607" name="Rectangle 3"/>
          <p:cNvSpPr>
            <a:spLocks noGrp="1" noChangeArrowheads="1"/>
          </p:cNvSpPr>
          <p:nvPr>
            <p:ph type="body" sz="half" idx="1"/>
          </p:nvPr>
        </p:nvSpPr>
        <p:spPr>
          <a:xfrm>
            <a:off x="2209801" y="1981200"/>
            <a:ext cx="3813175" cy="4114800"/>
          </a:xfrm>
        </p:spPr>
        <p:txBody>
          <a:bodyPr/>
          <a:p>
            <a:pPr eaLnBrk="1" hangingPunct="1"/>
            <a:r>
              <a:rPr altLang="en-US" sz="2800" lang="en-US"/>
              <a:t>To Inquire</a:t>
            </a:r>
          </a:p>
          <a:p>
            <a:pPr eaLnBrk="1" hangingPunct="1"/>
            <a:r>
              <a:rPr altLang="en-US" sz="2800" lang="en-US"/>
              <a:t>To Inform</a:t>
            </a:r>
          </a:p>
          <a:p>
            <a:pPr eaLnBrk="1" hangingPunct="1"/>
            <a:r>
              <a:rPr altLang="en-US" sz="2800" lang="en-US"/>
              <a:t>To Report</a:t>
            </a:r>
          </a:p>
          <a:p>
            <a:pPr eaLnBrk="1" hangingPunct="1"/>
            <a:r>
              <a:rPr altLang="en-US" sz="2800" lang="en-US"/>
              <a:t>To Remind</a:t>
            </a:r>
          </a:p>
          <a:p>
            <a:pPr eaLnBrk="1" hangingPunct="1"/>
            <a:r>
              <a:rPr altLang="en-US" sz="2800" lang="en-US"/>
              <a:t>To Transmit</a:t>
            </a:r>
          </a:p>
          <a:p>
            <a:pPr eaLnBrk="1" hangingPunct="1"/>
            <a:r>
              <a:rPr altLang="en-US" sz="2800" lang="en-US"/>
              <a:t>To Promote Goodwill</a:t>
            </a:r>
          </a:p>
        </p:txBody>
      </p:sp>
      <p:pic>
        <p:nvPicPr>
          <p:cNvPr id="2097154" name="Picture 6" descr="bd05608_"/>
          <p:cNvPicPr>
            <a:picLocks noChangeAspect="1" noGrp="1" noChangeArrowheads="1"/>
          </p:cNvPicPr>
          <p:nvPr>
            <p:ph type="clipArt" sz="half" idx="2"/>
          </p:nvPr>
        </p:nvPicPr>
        <p:blipFill>
          <a:blip xmlns:r="http://schemas.openxmlformats.org/officeDocument/2006/relationships" r:embed="rId1"/>
          <a:srcRect/>
          <a:stretch>
            <a:fillRect/>
          </a:stretch>
        </p:blipFill>
        <p:spPr>
          <a:xfrm>
            <a:off x="6169026" y="2076450"/>
            <a:ext cx="3813175" cy="3924300"/>
          </a:xfrm>
          <a:noFill/>
        </p:spPr>
      </p:pic>
    </p:spTree>
  </p:cSld>
  <p:clrMapOvr>
    <a:masterClrMapping/>
  </p:clrMapOvr>
  <p:transition>
    <p:cover dir="d"/>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2" presetSubtype="1">
                                  <p:stCondLst>
                                    <p:cond delay="0"/>
                                  </p:stCondLst>
                                  <p:childTnLst>
                                    <p:set>
                                      <p:cBhvr>
                                        <p:cTn dur="1" fill="hold" id="6">
                                          <p:stCondLst>
                                            <p:cond delay="0"/>
                                          </p:stCondLst>
                                        </p:cTn>
                                        <p:tgtEl>
                                          <p:spTgt spid="1048607">
                                            <p:txEl>
                                              <p:pRg st="0" end="0"/>
                                            </p:txEl>
                                          </p:spTgt>
                                        </p:tgtEl>
                                        <p:attrNameLst>
                                          <p:attrName>style.visibility</p:attrName>
                                        </p:attrNameLst>
                                      </p:cBhvr>
                                      <p:to>
                                        <p:strVal val="visible"/>
                                      </p:to>
                                    </p:set>
                                    <p:animEffect transition="in" filter="wipe(up)">
                                      <p:cBhvr>
                                        <p:cTn dur="500" id="7"/>
                                        <p:tgtEl>
                                          <p:spTgt spid="1048607">
                                            <p:txEl>
                                              <p:pRg st="0" end="0"/>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22" presetSubtype="1">
                                  <p:stCondLst>
                                    <p:cond delay="0"/>
                                  </p:stCondLst>
                                  <p:childTnLst>
                                    <p:set>
                                      <p:cBhvr>
                                        <p:cTn dur="1" fill="hold" id="11">
                                          <p:stCondLst>
                                            <p:cond delay="0"/>
                                          </p:stCondLst>
                                        </p:cTn>
                                        <p:tgtEl>
                                          <p:spTgt spid="1048607">
                                            <p:txEl>
                                              <p:pRg st="1" end="1"/>
                                            </p:txEl>
                                          </p:spTgt>
                                        </p:tgtEl>
                                        <p:attrNameLst>
                                          <p:attrName>style.visibility</p:attrName>
                                        </p:attrNameLst>
                                      </p:cBhvr>
                                      <p:to>
                                        <p:strVal val="visible"/>
                                      </p:to>
                                    </p:set>
                                    <p:animEffect transition="in" filter="wipe(up)">
                                      <p:cBhvr>
                                        <p:cTn dur="500" id="12"/>
                                        <p:tgtEl>
                                          <p:spTgt spid="1048607">
                                            <p:txEl>
                                              <p:pRg st="1" end="1"/>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grpId="0" id="15" nodeType="clickEffect" presetClass="entr" presetID="22" presetSubtype="1">
                                  <p:stCondLst>
                                    <p:cond delay="0"/>
                                  </p:stCondLst>
                                  <p:childTnLst>
                                    <p:set>
                                      <p:cBhvr>
                                        <p:cTn dur="1" fill="hold" id="16">
                                          <p:stCondLst>
                                            <p:cond delay="0"/>
                                          </p:stCondLst>
                                        </p:cTn>
                                        <p:tgtEl>
                                          <p:spTgt spid="1048607">
                                            <p:txEl>
                                              <p:pRg st="2" end="2"/>
                                            </p:txEl>
                                          </p:spTgt>
                                        </p:tgtEl>
                                        <p:attrNameLst>
                                          <p:attrName>style.visibility</p:attrName>
                                        </p:attrNameLst>
                                      </p:cBhvr>
                                      <p:to>
                                        <p:strVal val="visible"/>
                                      </p:to>
                                    </p:set>
                                    <p:animEffect transition="in" filter="wipe(up)">
                                      <p:cBhvr>
                                        <p:cTn dur="500" id="17"/>
                                        <p:tgtEl>
                                          <p:spTgt spid="1048607">
                                            <p:txEl>
                                              <p:pRg st="2" end="2"/>
                                            </p:txEl>
                                          </p:spTgt>
                                        </p:tgtEl>
                                      </p:cBhvr>
                                    </p:animEffect>
                                  </p:childTnLst>
                                </p:cTn>
                              </p:par>
                            </p:childTnLst>
                          </p:cTn>
                        </p:par>
                      </p:childTnLst>
                    </p:cTn>
                  </p:par>
                  <p:par>
                    <p:cTn fill="hold" id="18" nodeType="clickPar">
                      <p:stCondLst>
                        <p:cond delay="indefinite"/>
                      </p:stCondLst>
                      <p:childTnLst>
                        <p:par>
                          <p:cTn fill="hold" id="19" nodeType="withGroup">
                            <p:stCondLst>
                              <p:cond delay="0"/>
                            </p:stCondLst>
                            <p:childTnLst>
                              <p:par>
                                <p:cTn fill="hold" grpId="0" id="20" nodeType="clickEffect" presetClass="entr" presetID="22" presetSubtype="1">
                                  <p:stCondLst>
                                    <p:cond delay="0"/>
                                  </p:stCondLst>
                                  <p:childTnLst>
                                    <p:set>
                                      <p:cBhvr>
                                        <p:cTn dur="1" fill="hold" id="21">
                                          <p:stCondLst>
                                            <p:cond delay="0"/>
                                          </p:stCondLst>
                                        </p:cTn>
                                        <p:tgtEl>
                                          <p:spTgt spid="1048607">
                                            <p:txEl>
                                              <p:pRg st="3" end="3"/>
                                            </p:txEl>
                                          </p:spTgt>
                                        </p:tgtEl>
                                        <p:attrNameLst>
                                          <p:attrName>style.visibility</p:attrName>
                                        </p:attrNameLst>
                                      </p:cBhvr>
                                      <p:to>
                                        <p:strVal val="visible"/>
                                      </p:to>
                                    </p:set>
                                    <p:animEffect transition="in" filter="wipe(up)">
                                      <p:cBhvr>
                                        <p:cTn dur="500" id="22"/>
                                        <p:tgtEl>
                                          <p:spTgt spid="1048607">
                                            <p:txEl>
                                              <p:pRg st="3" end="3"/>
                                            </p:txEl>
                                          </p:spTgt>
                                        </p:tgtEl>
                                      </p:cBhvr>
                                    </p:animEffect>
                                  </p:childTnLst>
                                </p:cTn>
                              </p:par>
                            </p:childTnLst>
                          </p:cTn>
                        </p:par>
                      </p:childTnLst>
                    </p:cTn>
                  </p:par>
                  <p:par>
                    <p:cTn fill="hold" id="23" nodeType="clickPar">
                      <p:stCondLst>
                        <p:cond delay="indefinite"/>
                      </p:stCondLst>
                      <p:childTnLst>
                        <p:par>
                          <p:cTn fill="hold" id="24" nodeType="withGroup">
                            <p:stCondLst>
                              <p:cond delay="0"/>
                            </p:stCondLst>
                            <p:childTnLst>
                              <p:par>
                                <p:cTn fill="hold" grpId="0" id="25" nodeType="clickEffect" presetClass="entr" presetID="22" presetSubtype="1">
                                  <p:stCondLst>
                                    <p:cond delay="0"/>
                                  </p:stCondLst>
                                  <p:childTnLst>
                                    <p:set>
                                      <p:cBhvr>
                                        <p:cTn dur="1" fill="hold" id="26">
                                          <p:stCondLst>
                                            <p:cond delay="0"/>
                                          </p:stCondLst>
                                        </p:cTn>
                                        <p:tgtEl>
                                          <p:spTgt spid="1048607">
                                            <p:txEl>
                                              <p:pRg st="4" end="4"/>
                                            </p:txEl>
                                          </p:spTgt>
                                        </p:tgtEl>
                                        <p:attrNameLst>
                                          <p:attrName>style.visibility</p:attrName>
                                        </p:attrNameLst>
                                      </p:cBhvr>
                                      <p:to>
                                        <p:strVal val="visible"/>
                                      </p:to>
                                    </p:set>
                                    <p:animEffect transition="in" filter="wipe(up)">
                                      <p:cBhvr>
                                        <p:cTn dur="500" id="27"/>
                                        <p:tgtEl>
                                          <p:spTgt spid="1048607">
                                            <p:txEl>
                                              <p:pRg st="4" end="4"/>
                                            </p:txEl>
                                          </p:spTgt>
                                        </p:tgtEl>
                                      </p:cBhvr>
                                    </p:animEffect>
                                  </p:childTnLst>
                                </p:cTn>
                              </p:par>
                            </p:childTnLst>
                          </p:cTn>
                        </p:par>
                      </p:childTnLst>
                    </p:cTn>
                  </p:par>
                  <p:par>
                    <p:cTn fill="hold" id="28" nodeType="clickPar">
                      <p:stCondLst>
                        <p:cond delay="indefinite"/>
                      </p:stCondLst>
                      <p:childTnLst>
                        <p:par>
                          <p:cTn fill="hold" id="29" nodeType="withGroup">
                            <p:stCondLst>
                              <p:cond delay="0"/>
                            </p:stCondLst>
                            <p:childTnLst>
                              <p:par>
                                <p:cTn fill="hold" grpId="0" id="30" nodeType="clickEffect" presetClass="entr" presetID="22" presetSubtype="1">
                                  <p:stCondLst>
                                    <p:cond delay="0"/>
                                  </p:stCondLst>
                                  <p:childTnLst>
                                    <p:set>
                                      <p:cBhvr>
                                        <p:cTn dur="1" fill="hold" id="31">
                                          <p:stCondLst>
                                            <p:cond delay="0"/>
                                          </p:stCondLst>
                                        </p:cTn>
                                        <p:tgtEl>
                                          <p:spTgt spid="1048607">
                                            <p:txEl>
                                              <p:pRg st="5" end="5"/>
                                            </p:txEl>
                                          </p:spTgt>
                                        </p:tgtEl>
                                        <p:attrNameLst>
                                          <p:attrName>style.visibility</p:attrName>
                                        </p:attrNameLst>
                                      </p:cBhvr>
                                      <p:to>
                                        <p:strVal val="visible"/>
                                      </p:to>
                                    </p:set>
                                    <p:animEffect transition="in" filter="wipe(up)">
                                      <p:cBhvr>
                                        <p:cTn dur="500" id="32"/>
                                        <p:tgtEl>
                                          <p:spTgt spid="10486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7"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08" name="Title 4"/>
          <p:cNvSpPr>
            <a:spLocks noGrp="1"/>
          </p:cNvSpPr>
          <p:nvPr>
            <p:ph type="title"/>
          </p:nvPr>
        </p:nvSpPr>
        <p:spPr/>
        <p:txBody>
          <a:bodyPr/>
          <a:p>
            <a:pPr eaLnBrk="1" hangingPunct="1"/>
            <a:r>
              <a:rPr altLang="en-US" lang="en-US" smtClean="0"/>
              <a:t>Purposes of the Memo</a:t>
            </a:r>
          </a:p>
        </p:txBody>
      </p:sp>
      <p:sp>
        <p:nvSpPr>
          <p:cNvPr id="1048609" name="Content Placeholder 5"/>
          <p:cNvSpPr>
            <a:spLocks noGrp="1"/>
          </p:cNvSpPr>
          <p:nvPr>
            <p:ph idx="1"/>
          </p:nvPr>
        </p:nvSpPr>
        <p:spPr/>
        <p:txBody>
          <a:bodyPr>
            <a:normAutofit/>
          </a:bodyPr>
          <a:p>
            <a:pPr algn="just" eaLnBrk="1" hangingPunct="1">
              <a:buFont typeface="Wingdings" panose="05000000000000000000" pitchFamily="2" charset="2"/>
              <a:buNone/>
            </a:pPr>
            <a:r>
              <a:rPr altLang="en-US" dirty="0" sz="2400" lang="en-US" smtClean="0"/>
              <a:t>A business memo serves many useful purposes. </a:t>
            </a:r>
          </a:p>
          <a:p>
            <a:pPr algn="just" eaLnBrk="1" hangingPunct="1">
              <a:buClr>
                <a:schemeClr val="folHlink"/>
              </a:buClr>
              <a:buFont typeface="Wingdings" panose="05000000000000000000" pitchFamily="2" charset="2"/>
              <a:buChar char="q"/>
            </a:pPr>
            <a:r>
              <a:rPr altLang="en-US" dirty="0" sz="2400" lang="en-US" smtClean="0"/>
              <a:t>It helps members of a business organization communicate, without the need for time-consuming meetings. </a:t>
            </a:r>
          </a:p>
          <a:p>
            <a:pPr algn="just" eaLnBrk="1" hangingPunct="1">
              <a:buClr>
                <a:schemeClr val="folHlink"/>
              </a:buClr>
              <a:buFont typeface="Wingdings" panose="05000000000000000000" pitchFamily="2" charset="2"/>
              <a:buChar char="q"/>
            </a:pPr>
            <a:r>
              <a:rPr altLang="en-US" dirty="0" sz="2400" lang="en-US" smtClean="0"/>
              <a:t>It lets someone know something they need to know in an effective and efficient manner.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10" name="Title 1"/>
          <p:cNvSpPr>
            <a:spLocks noGrp="1"/>
          </p:cNvSpPr>
          <p:nvPr>
            <p:ph type="title"/>
          </p:nvPr>
        </p:nvSpPr>
        <p:spPr/>
        <p:txBody>
          <a:bodyPr/>
          <a:p>
            <a:pPr eaLnBrk="1" hangingPunct="1"/>
            <a:r>
              <a:rPr altLang="en-US" lang="en-US" smtClean="0"/>
              <a:t>Memos can be</a:t>
            </a:r>
          </a:p>
        </p:txBody>
      </p:sp>
      <p:sp>
        <p:nvSpPr>
          <p:cNvPr id="1048611" name="Content Placeholder 2"/>
          <p:cNvSpPr>
            <a:spLocks noGrp="1"/>
          </p:cNvSpPr>
          <p:nvPr>
            <p:ph idx="1"/>
          </p:nvPr>
        </p:nvSpPr>
        <p:spPr/>
        <p:txBody>
          <a:bodyPr>
            <a:normAutofit/>
          </a:bodyPr>
          <a:p>
            <a:pPr eaLnBrk="1" hangingPunct="1"/>
            <a:r>
              <a:rPr altLang="en-US" dirty="0" sz="3600" lang="en-US" smtClean="0"/>
              <a:t>Short note</a:t>
            </a:r>
          </a:p>
          <a:p>
            <a:pPr eaLnBrk="1" hangingPunct="1"/>
            <a:r>
              <a:rPr altLang="en-US" dirty="0" sz="3600" lang="en-US" smtClean="0"/>
              <a:t>Exchange information</a:t>
            </a:r>
          </a:p>
          <a:p>
            <a:pPr eaLnBrk="1" hangingPunct="1"/>
            <a:r>
              <a:rPr altLang="en-US" dirty="0" sz="3600" lang="en-US" smtClean="0"/>
              <a:t>Request information</a:t>
            </a:r>
          </a:p>
          <a:p>
            <a:pPr eaLnBrk="1" hangingPunct="1"/>
            <a:r>
              <a:rPr altLang="en-US" dirty="0" sz="3600" lang="en-US" smtClean="0"/>
              <a:t>Instruct employees</a:t>
            </a:r>
          </a:p>
          <a:p>
            <a:pPr eaLnBrk="1" hangingPunct="1"/>
            <a:r>
              <a:rPr altLang="en-US" dirty="0" sz="3600" lang="en-US" smtClean="0"/>
              <a:t>Report results</a:t>
            </a:r>
          </a:p>
          <a:p>
            <a:pPr eaLnBrk="1" hangingPunct="1"/>
            <a:r>
              <a:rPr altLang="en-US" dirty="0" sz="3600" lang="en-US" smtClean="0"/>
              <a:t>Small reports </a:t>
            </a:r>
          </a:p>
          <a:p>
            <a:pPr eaLnBrk="1" hangingPunct="1"/>
            <a:r>
              <a:rPr altLang="en-US" dirty="0" sz="3600" lang="en-US" smtClean="0"/>
              <a:t>Internal proposals</a:t>
            </a:r>
          </a:p>
          <a:p>
            <a:pPr eaLnBrk="1" hangingPunct="1"/>
            <a:endParaRPr altLang="en-US" dirty="0" lang="en-US"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12" name="Title 1"/>
          <p:cNvSpPr>
            <a:spLocks noGrp="1"/>
          </p:cNvSpPr>
          <p:nvPr>
            <p:ph type="title"/>
          </p:nvPr>
        </p:nvSpPr>
        <p:spPr/>
        <p:txBody>
          <a:bodyPr/>
          <a:p>
            <a:pPr eaLnBrk="1" hangingPunct="1"/>
            <a:r>
              <a:rPr altLang="en-US" lang="en-US" smtClean="0"/>
              <a:t>Memo’s Role</a:t>
            </a:r>
          </a:p>
        </p:txBody>
      </p:sp>
      <p:sp>
        <p:nvSpPr>
          <p:cNvPr id="1048613" name="Content Placeholder 2"/>
          <p:cNvSpPr>
            <a:spLocks noGrp="1"/>
          </p:cNvSpPr>
          <p:nvPr>
            <p:ph idx="1"/>
          </p:nvPr>
        </p:nvSpPr>
        <p:spPr/>
        <p:txBody>
          <a:bodyPr/>
          <a:p>
            <a:r>
              <a:rPr altLang="en-US" dirty="0" sz="3200" lang="en-US" smtClean="0"/>
              <a:t>Play an important role in management</a:t>
            </a:r>
          </a:p>
          <a:p>
            <a:pPr eaLnBrk="1" hangingPunct="1">
              <a:buFontTx/>
              <a:buChar char="•"/>
            </a:pPr>
            <a:r>
              <a:rPr altLang="en-US" dirty="0" sz="3200" lang="en-US" smtClean="0"/>
              <a:t>Keeps employees informed</a:t>
            </a:r>
            <a:endParaRPr altLang="en-US" dirty="0" sz="3200" lang="ar-SA" smtClean="0"/>
          </a:p>
          <a:p>
            <a:pPr eaLnBrk="1" hangingPunct="1"/>
            <a:r>
              <a:rPr altLang="en-US" dirty="0" sz="3200" lang="en-US" smtClean="0"/>
              <a:t>Motivates employees</a:t>
            </a:r>
          </a:p>
          <a:p>
            <a:pPr eaLnBrk="1" hangingPunct="1"/>
            <a:r>
              <a:rPr altLang="en-US" dirty="0" sz="3200" lang="en-US" smtClean="0"/>
              <a:t>Keeps their moral high</a:t>
            </a:r>
          </a:p>
          <a:p>
            <a:pPr eaLnBrk="1" hangingPunct="1"/>
            <a:endParaRPr altLang="en-US" dirty="0" lang="en-US"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46" name=""/>
        <p:cNvGrpSpPr/>
        <p:nvPr/>
      </p:nvGrpSpPr>
      <p:grpSpPr>
        <a:xfrm>
          <a:off x="0" y="0"/>
          <a:ext cx="0" cy="0"/>
          <a:chOff x="0" y="0"/>
          <a:chExt cx="0" cy="0"/>
        </a:xfrm>
      </p:grpSpPr>
      <p:sp>
        <p:nvSpPr>
          <p:cNvPr id="1048620" name="Rectangle 2"/>
          <p:cNvSpPr>
            <a:spLocks noGrp="1" noChangeArrowheads="1"/>
          </p:cNvSpPr>
          <p:nvPr>
            <p:ph type="title"/>
          </p:nvPr>
        </p:nvSpPr>
        <p:spPr/>
        <p:txBody>
          <a:bodyPr/>
          <a:p>
            <a:pPr eaLnBrk="1" hangingPunct="1"/>
            <a:r>
              <a:rPr altLang="en-US" lang="en-US" smtClean="0"/>
              <a:t>Memo Writing Tips</a:t>
            </a:r>
          </a:p>
        </p:txBody>
      </p:sp>
      <p:sp>
        <p:nvSpPr>
          <p:cNvPr id="1048621" name="Rectangle 3"/>
          <p:cNvSpPr>
            <a:spLocks noGrp="1" noChangeArrowheads="1"/>
          </p:cNvSpPr>
          <p:nvPr>
            <p:ph type="body" sz="half" idx="1"/>
          </p:nvPr>
        </p:nvSpPr>
        <p:spPr>
          <a:xfrm>
            <a:off x="2209801" y="1981200"/>
            <a:ext cx="3808413" cy="4114800"/>
          </a:xfrm>
        </p:spPr>
        <p:txBody>
          <a:bodyPr/>
          <a:p>
            <a:pPr eaLnBrk="1" hangingPunct="1"/>
            <a:r>
              <a:rPr altLang="en-US" sz="2400" lang="en-US" smtClean="0"/>
              <a:t>Is it </a:t>
            </a:r>
            <a:r>
              <a:rPr altLang="en-US" dirty="0" sz="2400" lang="en-US" smtClean="0"/>
              <a:t>easy to find the main point?</a:t>
            </a:r>
          </a:p>
          <a:p>
            <a:pPr eaLnBrk="1" hangingPunct="1"/>
            <a:r>
              <a:rPr altLang="en-US" dirty="0" sz="2400" lang="en-US" smtClean="0"/>
              <a:t>Would it help to underline, indent, or bullet the main points?</a:t>
            </a:r>
          </a:p>
          <a:p>
            <a:pPr eaLnBrk="1" hangingPunct="1"/>
            <a:r>
              <a:rPr altLang="en-US" dirty="0" sz="2400" lang="en-US" smtClean="0"/>
              <a:t>Does your memo have plenty of white space for easy readability?</a:t>
            </a:r>
          </a:p>
          <a:p>
            <a:pPr eaLnBrk="1" hangingPunct="1"/>
            <a:endParaRPr altLang="en-US" dirty="0" sz="2400" lang="en-US" smtClean="0"/>
          </a:p>
          <a:p>
            <a:pPr eaLnBrk="1" hangingPunct="1"/>
            <a:endParaRPr altLang="en-US" dirty="0" lang="en-US" smtClean="0"/>
          </a:p>
        </p:txBody>
      </p:sp>
      <p:sp>
        <p:nvSpPr>
          <p:cNvPr id="1048622" name="Rectangle 4"/>
          <p:cNvSpPr>
            <a:spLocks noGrp="1" noChangeArrowheads="1"/>
          </p:cNvSpPr>
          <p:nvPr>
            <p:ph type="body" sz="half" idx="2"/>
          </p:nvPr>
        </p:nvSpPr>
        <p:spPr>
          <a:xfrm>
            <a:off x="6173788" y="1981200"/>
            <a:ext cx="3808412" cy="4114800"/>
          </a:xfrm>
        </p:spPr>
        <p:txBody>
          <a:bodyPr/>
          <a:p>
            <a:pPr eaLnBrk="1" hangingPunct="1"/>
            <a:r>
              <a:rPr altLang="en-US" dirty="0" sz="2400" lang="en-US" smtClean="0"/>
              <a:t>Have you removed unnecessary words?</a:t>
            </a:r>
          </a:p>
          <a:p>
            <a:pPr eaLnBrk="1" hangingPunct="1"/>
            <a:r>
              <a:rPr altLang="en-US" dirty="0" sz="2400" lang="en-US" smtClean="0"/>
              <a:t>Is your memo filled with technical jargon?</a:t>
            </a:r>
          </a:p>
          <a:p>
            <a:pPr eaLnBrk="1" hangingPunct="1"/>
            <a:r>
              <a:rPr altLang="en-US" dirty="0" sz="2400" lang="en-US" smtClean="0"/>
              <a:t>Is it positive?</a:t>
            </a:r>
          </a:p>
          <a:p>
            <a:pPr eaLnBrk="1" hangingPunct="1"/>
            <a:r>
              <a:rPr altLang="en-US" dirty="0" sz="2400" lang="en-US" smtClean="0"/>
              <a:t>Does it “step on anyone’s toes”?</a:t>
            </a:r>
          </a:p>
          <a:p>
            <a:pPr eaLnBrk="1" hangingPunct="1"/>
            <a:endParaRPr altLang="en-US" dirty="0" lang="en-US" smtClean="0"/>
          </a:p>
        </p:txBody>
      </p:sp>
    </p:spTree>
  </p:cSld>
  <p:clrMapOvr>
    <a:masterClrMapping/>
  </p:clrMapOvr>
  <p:transition>
    <p:cover dir="d"/>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2" presetSubtype="1">
                                  <p:stCondLst>
                                    <p:cond delay="0"/>
                                  </p:stCondLst>
                                  <p:childTnLst>
                                    <p:set>
                                      <p:cBhvr>
                                        <p:cTn dur="1" fill="hold" id="6">
                                          <p:stCondLst>
                                            <p:cond delay="0"/>
                                          </p:stCondLst>
                                        </p:cTn>
                                        <p:tgtEl>
                                          <p:spTgt spid="1048621">
                                            <p:txEl>
                                              <p:pRg st="0" end="0"/>
                                            </p:txEl>
                                          </p:spTgt>
                                        </p:tgtEl>
                                        <p:attrNameLst>
                                          <p:attrName>style.visibility</p:attrName>
                                        </p:attrNameLst>
                                      </p:cBhvr>
                                      <p:to>
                                        <p:strVal val="visible"/>
                                      </p:to>
                                    </p:set>
                                    <p:animEffect transition="in" filter="wipe(up)">
                                      <p:cBhvr>
                                        <p:cTn dur="500" id="7"/>
                                        <p:tgtEl>
                                          <p:spTgt spid="1048621">
                                            <p:txEl>
                                              <p:pRg st="0" end="0"/>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22" presetSubtype="1">
                                  <p:stCondLst>
                                    <p:cond delay="0"/>
                                  </p:stCondLst>
                                  <p:childTnLst>
                                    <p:set>
                                      <p:cBhvr>
                                        <p:cTn dur="1" fill="hold" id="11">
                                          <p:stCondLst>
                                            <p:cond delay="0"/>
                                          </p:stCondLst>
                                        </p:cTn>
                                        <p:tgtEl>
                                          <p:spTgt spid="1048621">
                                            <p:txEl>
                                              <p:pRg st="1" end="1"/>
                                            </p:txEl>
                                          </p:spTgt>
                                        </p:tgtEl>
                                        <p:attrNameLst>
                                          <p:attrName>style.visibility</p:attrName>
                                        </p:attrNameLst>
                                      </p:cBhvr>
                                      <p:to>
                                        <p:strVal val="visible"/>
                                      </p:to>
                                    </p:set>
                                    <p:animEffect transition="in" filter="wipe(up)">
                                      <p:cBhvr>
                                        <p:cTn dur="500" id="12"/>
                                        <p:tgtEl>
                                          <p:spTgt spid="1048621">
                                            <p:txEl>
                                              <p:pRg st="1" end="1"/>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grpId="0" id="15" nodeType="clickEffect" presetClass="entr" presetID="22" presetSubtype="1">
                                  <p:stCondLst>
                                    <p:cond delay="0"/>
                                  </p:stCondLst>
                                  <p:childTnLst>
                                    <p:set>
                                      <p:cBhvr>
                                        <p:cTn dur="1" fill="hold" id="16">
                                          <p:stCondLst>
                                            <p:cond delay="0"/>
                                          </p:stCondLst>
                                        </p:cTn>
                                        <p:tgtEl>
                                          <p:spTgt spid="1048621">
                                            <p:txEl>
                                              <p:pRg st="2" end="2"/>
                                            </p:txEl>
                                          </p:spTgt>
                                        </p:tgtEl>
                                        <p:attrNameLst>
                                          <p:attrName>style.visibility</p:attrName>
                                        </p:attrNameLst>
                                      </p:cBhvr>
                                      <p:to>
                                        <p:strVal val="visible"/>
                                      </p:to>
                                    </p:set>
                                    <p:animEffect transition="in" filter="wipe(up)">
                                      <p:cBhvr>
                                        <p:cTn dur="500" id="17"/>
                                        <p:tgtEl>
                                          <p:spTgt spid="1048621">
                                            <p:txEl>
                                              <p:pRg st="2" end="2"/>
                                            </p:txEl>
                                          </p:spTgt>
                                        </p:tgtEl>
                                      </p:cBhvr>
                                    </p:animEffect>
                                  </p:childTnLst>
                                </p:cTn>
                              </p:par>
                            </p:childTnLst>
                          </p:cTn>
                        </p:par>
                      </p:childTnLst>
                    </p:cTn>
                  </p:par>
                  <p:par>
                    <p:cTn fill="hold" id="18" nodeType="clickPar">
                      <p:stCondLst>
                        <p:cond delay="indefinite"/>
                      </p:stCondLst>
                      <p:childTnLst>
                        <p:par>
                          <p:cTn fill="hold" id="19" nodeType="withGroup">
                            <p:stCondLst>
                              <p:cond delay="0"/>
                            </p:stCondLst>
                            <p:childTnLst>
                              <p:par>
                                <p:cTn fill="hold" grpId="0" id="20" nodeType="clickEffect" presetClass="entr" presetID="22" presetSubtype="1">
                                  <p:stCondLst>
                                    <p:cond delay="0"/>
                                  </p:stCondLst>
                                  <p:childTnLst>
                                    <p:set>
                                      <p:cBhvr>
                                        <p:cTn dur="1" fill="hold" id="21">
                                          <p:stCondLst>
                                            <p:cond delay="0"/>
                                          </p:stCondLst>
                                        </p:cTn>
                                        <p:tgtEl>
                                          <p:spTgt spid="1048622">
                                            <p:txEl>
                                              <p:pRg st="0" end="0"/>
                                            </p:txEl>
                                          </p:spTgt>
                                        </p:tgtEl>
                                        <p:attrNameLst>
                                          <p:attrName>style.visibility</p:attrName>
                                        </p:attrNameLst>
                                      </p:cBhvr>
                                      <p:to>
                                        <p:strVal val="visible"/>
                                      </p:to>
                                    </p:set>
                                    <p:animEffect transition="in" filter="wipe(up)">
                                      <p:cBhvr>
                                        <p:cTn dur="500" id="22"/>
                                        <p:tgtEl>
                                          <p:spTgt spid="1048622">
                                            <p:txEl>
                                              <p:pRg st="0" end="0"/>
                                            </p:txEl>
                                          </p:spTgt>
                                        </p:tgtEl>
                                      </p:cBhvr>
                                    </p:animEffect>
                                  </p:childTnLst>
                                </p:cTn>
                              </p:par>
                            </p:childTnLst>
                          </p:cTn>
                        </p:par>
                      </p:childTnLst>
                    </p:cTn>
                  </p:par>
                  <p:par>
                    <p:cTn fill="hold" id="23" nodeType="clickPar">
                      <p:stCondLst>
                        <p:cond delay="indefinite"/>
                      </p:stCondLst>
                      <p:childTnLst>
                        <p:par>
                          <p:cTn fill="hold" id="24" nodeType="withGroup">
                            <p:stCondLst>
                              <p:cond delay="0"/>
                            </p:stCondLst>
                            <p:childTnLst>
                              <p:par>
                                <p:cTn fill="hold" grpId="0" id="25" nodeType="clickEffect" presetClass="entr" presetID="22" presetSubtype="1">
                                  <p:stCondLst>
                                    <p:cond delay="0"/>
                                  </p:stCondLst>
                                  <p:childTnLst>
                                    <p:set>
                                      <p:cBhvr>
                                        <p:cTn dur="1" fill="hold" id="26">
                                          <p:stCondLst>
                                            <p:cond delay="0"/>
                                          </p:stCondLst>
                                        </p:cTn>
                                        <p:tgtEl>
                                          <p:spTgt spid="1048622">
                                            <p:txEl>
                                              <p:pRg st="1" end="1"/>
                                            </p:txEl>
                                          </p:spTgt>
                                        </p:tgtEl>
                                        <p:attrNameLst>
                                          <p:attrName>style.visibility</p:attrName>
                                        </p:attrNameLst>
                                      </p:cBhvr>
                                      <p:to>
                                        <p:strVal val="visible"/>
                                      </p:to>
                                    </p:set>
                                    <p:animEffect transition="in" filter="wipe(up)">
                                      <p:cBhvr>
                                        <p:cTn dur="500" id="27"/>
                                        <p:tgtEl>
                                          <p:spTgt spid="1048622">
                                            <p:txEl>
                                              <p:pRg st="1" end="1"/>
                                            </p:txEl>
                                          </p:spTgt>
                                        </p:tgtEl>
                                      </p:cBhvr>
                                    </p:animEffect>
                                  </p:childTnLst>
                                </p:cTn>
                              </p:par>
                            </p:childTnLst>
                          </p:cTn>
                        </p:par>
                      </p:childTnLst>
                    </p:cTn>
                  </p:par>
                  <p:par>
                    <p:cTn fill="hold" id="28" nodeType="clickPar">
                      <p:stCondLst>
                        <p:cond delay="indefinite"/>
                      </p:stCondLst>
                      <p:childTnLst>
                        <p:par>
                          <p:cTn fill="hold" id="29" nodeType="withGroup">
                            <p:stCondLst>
                              <p:cond delay="0"/>
                            </p:stCondLst>
                            <p:childTnLst>
                              <p:par>
                                <p:cTn fill="hold" grpId="0" id="30" nodeType="clickEffect" presetClass="entr" presetID="22" presetSubtype="1">
                                  <p:stCondLst>
                                    <p:cond delay="0"/>
                                  </p:stCondLst>
                                  <p:childTnLst>
                                    <p:set>
                                      <p:cBhvr>
                                        <p:cTn dur="1" fill="hold" id="31">
                                          <p:stCondLst>
                                            <p:cond delay="0"/>
                                          </p:stCondLst>
                                        </p:cTn>
                                        <p:tgtEl>
                                          <p:spTgt spid="1048622">
                                            <p:txEl>
                                              <p:pRg st="2" end="2"/>
                                            </p:txEl>
                                          </p:spTgt>
                                        </p:tgtEl>
                                        <p:attrNameLst>
                                          <p:attrName>style.visibility</p:attrName>
                                        </p:attrNameLst>
                                      </p:cBhvr>
                                      <p:to>
                                        <p:strVal val="visible"/>
                                      </p:to>
                                    </p:set>
                                    <p:animEffect transition="in" filter="wipe(up)">
                                      <p:cBhvr>
                                        <p:cTn dur="500" id="32"/>
                                        <p:tgtEl>
                                          <p:spTgt spid="1048622">
                                            <p:txEl>
                                              <p:pRg st="2" end="2"/>
                                            </p:txEl>
                                          </p:spTgt>
                                        </p:tgtEl>
                                      </p:cBhvr>
                                    </p:animEffect>
                                  </p:childTnLst>
                                </p:cTn>
                              </p:par>
                            </p:childTnLst>
                          </p:cTn>
                        </p:par>
                      </p:childTnLst>
                    </p:cTn>
                  </p:par>
                  <p:par>
                    <p:cTn fill="hold" id="33" nodeType="clickPar">
                      <p:stCondLst>
                        <p:cond delay="indefinite"/>
                      </p:stCondLst>
                      <p:childTnLst>
                        <p:par>
                          <p:cTn fill="hold" id="34" nodeType="withGroup">
                            <p:stCondLst>
                              <p:cond delay="0"/>
                            </p:stCondLst>
                            <p:childTnLst>
                              <p:par>
                                <p:cTn fill="hold" grpId="0" id="35" nodeType="clickEffect" presetClass="entr" presetID="22" presetSubtype="1">
                                  <p:stCondLst>
                                    <p:cond delay="0"/>
                                  </p:stCondLst>
                                  <p:childTnLst>
                                    <p:set>
                                      <p:cBhvr>
                                        <p:cTn dur="1" fill="hold" id="36">
                                          <p:stCondLst>
                                            <p:cond delay="0"/>
                                          </p:stCondLst>
                                        </p:cTn>
                                        <p:tgtEl>
                                          <p:spTgt spid="1048622">
                                            <p:txEl>
                                              <p:pRg st="3" end="3"/>
                                            </p:txEl>
                                          </p:spTgt>
                                        </p:tgtEl>
                                        <p:attrNameLst>
                                          <p:attrName>style.visibility</p:attrName>
                                        </p:attrNameLst>
                                      </p:cBhvr>
                                      <p:to>
                                        <p:strVal val="visible"/>
                                      </p:to>
                                    </p:set>
                                    <p:animEffect transition="in" filter="wipe(up)">
                                      <p:cBhvr>
                                        <p:cTn dur="500" id="37"/>
                                        <p:tgtEl>
                                          <p:spTgt spid="10486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1" grpId="0" build="p" autoUpdateAnimBg="0"/>
      <p:bldP spid="1048622"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47" name=""/>
        <p:cNvGrpSpPr/>
        <p:nvPr/>
      </p:nvGrpSpPr>
      <p:grpSpPr>
        <a:xfrm>
          <a:off x="0" y="0"/>
          <a:ext cx="0" cy="0"/>
          <a:chOff x="0" y="0"/>
          <a:chExt cx="0" cy="0"/>
        </a:xfrm>
      </p:grpSpPr>
      <p:sp>
        <p:nvSpPr>
          <p:cNvPr id="1048623" name="Rectangle 2"/>
          <p:cNvSpPr>
            <a:spLocks noGrp="1" noChangeArrowheads="1"/>
          </p:cNvSpPr>
          <p:nvPr>
            <p:ph type="title"/>
          </p:nvPr>
        </p:nvSpPr>
        <p:spPr/>
        <p:txBody>
          <a:bodyPr/>
          <a:p>
            <a:pPr eaLnBrk="1" hangingPunct="1"/>
            <a:r>
              <a:rPr altLang="en-US" lang="en-US" smtClean="0"/>
              <a:t>Memo Writing Tips</a:t>
            </a:r>
          </a:p>
        </p:txBody>
      </p:sp>
      <p:sp>
        <p:nvSpPr>
          <p:cNvPr id="1048624" name="Rectangle 3"/>
          <p:cNvSpPr>
            <a:spLocks noGrp="1" noChangeArrowheads="1"/>
          </p:cNvSpPr>
          <p:nvPr>
            <p:ph type="body" sz="half" idx="1"/>
          </p:nvPr>
        </p:nvSpPr>
        <p:spPr>
          <a:xfrm>
            <a:off x="2209801" y="1981200"/>
            <a:ext cx="3808413" cy="4114800"/>
          </a:xfrm>
        </p:spPr>
        <p:txBody>
          <a:bodyPr/>
          <a:p>
            <a:pPr eaLnBrk="1" hangingPunct="1"/>
            <a:r>
              <a:rPr altLang="en-US" sz="2800" lang="en-US"/>
              <a:t>A memo should be designed to get your message across quickly.</a:t>
            </a:r>
          </a:p>
          <a:p>
            <a:pPr eaLnBrk="1" hangingPunct="1"/>
            <a:r>
              <a:rPr altLang="en-US" sz="2800" lang="en-US"/>
              <a:t>Busy people do not want to waste time reading unnecessary information.</a:t>
            </a:r>
          </a:p>
        </p:txBody>
      </p:sp>
      <p:pic>
        <p:nvPicPr>
          <p:cNvPr id="2097155" name="Picture 8" descr="j0076178"/>
          <p:cNvPicPr>
            <a:picLocks noChangeAspect="1" noGrp="1" noChangeArrowheads="1" noCrop="1"/>
          </p:cNvPicPr>
          <p:nvPr>
            <p:ph type="clipArt" sz="half" idx="2"/>
          </p:nvPr>
        </p:nvPicPr>
        <p:blipFill>
          <a:blip xmlns:r="http://schemas.openxmlformats.org/officeDocument/2006/relationships" r:embed="rId1"/>
          <a:srcRect/>
          <a:stretch>
            <a:fillRect/>
          </a:stretch>
        </p:blipFill>
        <p:spPr>
          <a:xfrm>
            <a:off x="6169026" y="2389189"/>
            <a:ext cx="3813175" cy="3298825"/>
          </a:xfrm>
          <a:noFill/>
        </p:spPr>
      </p:pic>
    </p:spTree>
  </p:cSld>
  <p:clrMapOvr>
    <a:masterClrMapping/>
  </p:clrMapOvr>
  <p:transition>
    <p:cover dir="d"/>
  </p:transition>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22" presetSubtype="1">
                                  <p:stCondLst>
                                    <p:cond delay="0"/>
                                  </p:stCondLst>
                                  <p:childTnLst>
                                    <p:set>
                                      <p:cBhvr>
                                        <p:cTn dur="1" fill="hold" id="6">
                                          <p:stCondLst>
                                            <p:cond delay="0"/>
                                          </p:stCondLst>
                                        </p:cTn>
                                        <p:tgtEl>
                                          <p:spTgt spid="1048624">
                                            <p:txEl>
                                              <p:pRg st="0" end="0"/>
                                            </p:txEl>
                                          </p:spTgt>
                                        </p:tgtEl>
                                        <p:attrNameLst>
                                          <p:attrName>style.visibility</p:attrName>
                                        </p:attrNameLst>
                                      </p:cBhvr>
                                      <p:to>
                                        <p:strVal val="visible"/>
                                      </p:to>
                                    </p:set>
                                    <p:animEffect transition="in" filter="wipe(up)">
                                      <p:cBhvr>
                                        <p:cTn dur="500" id="7"/>
                                        <p:tgtEl>
                                          <p:spTgt spid="1048624">
                                            <p:txEl>
                                              <p:pRg st="0" end="0"/>
                                            </p:txEl>
                                          </p:spTgt>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22" presetSubtype="1">
                                  <p:stCondLst>
                                    <p:cond delay="0"/>
                                  </p:stCondLst>
                                  <p:childTnLst>
                                    <p:set>
                                      <p:cBhvr>
                                        <p:cTn dur="1" fill="hold" id="11">
                                          <p:stCondLst>
                                            <p:cond delay="0"/>
                                          </p:stCondLst>
                                        </p:cTn>
                                        <p:tgtEl>
                                          <p:spTgt spid="1048624">
                                            <p:txEl>
                                              <p:pRg st="1" end="1"/>
                                            </p:txEl>
                                          </p:spTgt>
                                        </p:tgtEl>
                                        <p:attrNameLst>
                                          <p:attrName>style.visibility</p:attrName>
                                        </p:attrNameLst>
                                      </p:cBhvr>
                                      <p:to>
                                        <p:strVal val="visible"/>
                                      </p:to>
                                    </p:set>
                                    <p:animEffect transition="in" filter="wipe(up)">
                                      <p:cBhvr>
                                        <p:cTn dur="500" id="12"/>
                                        <p:tgtEl>
                                          <p:spTgt spid="104862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4"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48" name=""/>
        <p:cNvGrpSpPr/>
        <p:nvPr/>
      </p:nvGrpSpPr>
      <p:grpSpPr>
        <a:xfrm>
          <a:off x="0" y="0"/>
          <a:ext cx="0" cy="0"/>
          <a:chOff x="0" y="0"/>
          <a:chExt cx="0" cy="0"/>
        </a:xfrm>
      </p:grpSpPr>
      <p:sp>
        <p:nvSpPr>
          <p:cNvPr id="1048625" name="Rectangle 2"/>
          <p:cNvSpPr>
            <a:spLocks noGrp="1" noChangeArrowheads="1"/>
          </p:cNvSpPr>
          <p:nvPr>
            <p:ph type="title"/>
          </p:nvPr>
        </p:nvSpPr>
        <p:spPr/>
        <p:txBody>
          <a:bodyPr/>
          <a:p>
            <a:pPr eaLnBrk="1" hangingPunct="1"/>
            <a:r>
              <a:rPr altLang="en-US" lang="en-US" smtClean="0"/>
              <a:t>Memo Format</a:t>
            </a:r>
          </a:p>
        </p:txBody>
      </p:sp>
      <p:sp>
        <p:nvSpPr>
          <p:cNvPr id="1048626" name="Rectangle 3"/>
          <p:cNvSpPr>
            <a:spLocks noGrp="1" noChangeArrowheads="1"/>
          </p:cNvSpPr>
          <p:nvPr>
            <p:ph type="body" idx="1"/>
          </p:nvPr>
        </p:nvSpPr>
        <p:spPr/>
        <p:txBody>
          <a:bodyPr/>
          <a:p>
            <a:pPr indent="-812800" marL="812800">
              <a:buFont typeface="Wingdings" panose="05000000000000000000" pitchFamily="2" charset="2"/>
              <a:buAutoNum type="romanUcPeriod"/>
            </a:pPr>
            <a:r>
              <a:rPr altLang="en-US" b="1" sz="4800" lang="en-US"/>
              <a:t>Heading</a:t>
            </a:r>
          </a:p>
          <a:p>
            <a:pPr indent="-812800" marL="812800">
              <a:buFont typeface="Wingdings" panose="05000000000000000000" pitchFamily="2" charset="2"/>
              <a:buAutoNum type="romanUcPeriod"/>
            </a:pPr>
            <a:r>
              <a:rPr altLang="en-US" b="1" sz="4800" lang="en-US"/>
              <a:t>Body of the Memo</a:t>
            </a:r>
            <a:endParaRPr altLang="en-US" sz="4800" lang="en-US"/>
          </a:p>
          <a:p>
            <a:pPr indent="-812800" marL="812800">
              <a:buFont typeface="Wingdings" panose="05000000000000000000" pitchFamily="2" charset="2"/>
              <a:buAutoNum type="romanUcPeriod"/>
            </a:pPr>
            <a:r>
              <a:rPr altLang="en-US" b="1" sz="4800" lang="en-US"/>
              <a:t>Call to Action</a:t>
            </a:r>
            <a:endParaRPr altLang="en-US" sz="4800" lang="en-US"/>
          </a:p>
          <a:p>
            <a:pPr indent="-812800" marL="812800">
              <a:buNone/>
            </a:pPr>
            <a:endParaRPr altLang="en-US" lang="en-US" smtClean="0"/>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cond evt="onBegin" delay="0">
                          <p:tn val="2"/>
                        </p:cond>
                      </p:stCondLst>
                      <p:childTnLst>
                        <p:par>
                          <p:cTn fill="hold" id="4" nodeType="withGroup">
                            <p:stCondLst>
                              <p:cond delay="0"/>
                            </p:stCondLst>
                            <p:childTnLst>
                              <p:par>
                                <p:cTn fill="hold" grpId="0" id="5" nodeType="withEffect" presetClass="entr" presetID="14" presetSubtype="10">
                                  <p:stCondLst>
                                    <p:cond delay="0"/>
                                  </p:stCondLst>
                                  <p:childTnLst>
                                    <p:set>
                                      <p:cBhvr>
                                        <p:cTn dur="1" fill="hold" id="6">
                                          <p:stCondLst>
                                            <p:cond delay="0"/>
                                          </p:stCondLst>
                                        </p:cTn>
                                        <p:tgtEl>
                                          <p:spTgt spid="1048625"/>
                                        </p:tgtEl>
                                        <p:attrNameLst>
                                          <p:attrName>style.visibility</p:attrName>
                                        </p:attrNameLst>
                                      </p:cBhvr>
                                      <p:to>
                                        <p:strVal val="visible"/>
                                      </p:to>
                                    </p:set>
                                    <p:animEffect transition="in" filter="randombar(horizontal)">
                                      <p:cBhvr>
                                        <p:cTn dur="600" id="7">
                                          <p:stCondLst>
                                            <p:cond delay="0"/>
                                          </p:stCondLst>
                                        </p:cTn>
                                        <p:tgtEl>
                                          <p:spTgt spid="1048625"/>
                                        </p:tgtEl>
                                      </p:cBhvr>
                                    </p:animEffect>
                                  </p:childTnLst>
                                </p:cTn>
                              </p:par>
                            </p:childTnLst>
                          </p:cTn>
                        </p:par>
                      </p:childTnLst>
                    </p:cTn>
                  </p:par>
                  <p:par>
                    <p:cTn fill="hold" id="8" nodeType="clickPar">
                      <p:stCondLst>
                        <p:cond delay="indefinite"/>
                      </p:stCondLst>
                      <p:childTnLst>
                        <p:par>
                          <p:cTn fill="hold" id="9" nodeType="withGroup">
                            <p:stCondLst>
                              <p:cond delay="0"/>
                            </p:stCondLst>
                            <p:childTnLst>
                              <p:par>
                                <p:cTn fill="hold" grpId="0" id="10" nodeType="clickEffect" presetClass="entr" presetID="14" presetSubtype="10">
                                  <p:stCondLst>
                                    <p:cond delay="0"/>
                                  </p:stCondLst>
                                  <p:childTnLst>
                                    <p:set>
                                      <p:cBhvr>
                                        <p:cTn dur="1" fill="hold" id="11">
                                          <p:stCondLst>
                                            <p:cond delay="0"/>
                                          </p:stCondLst>
                                        </p:cTn>
                                        <p:tgtEl>
                                          <p:spTgt spid="1048626">
                                            <p:txEl>
                                              <p:pRg st="0" end="0"/>
                                            </p:txEl>
                                          </p:spTgt>
                                        </p:tgtEl>
                                        <p:attrNameLst>
                                          <p:attrName>style.visibility</p:attrName>
                                        </p:attrNameLst>
                                      </p:cBhvr>
                                      <p:to>
                                        <p:strVal val="visible"/>
                                      </p:to>
                                    </p:set>
                                    <p:animEffect transition="in" filter="randombar(horizontal)">
                                      <p:cBhvr>
                                        <p:cTn dur="500" id="12"/>
                                        <p:tgtEl>
                                          <p:spTgt spid="1048626">
                                            <p:txEl>
                                              <p:pRg st="0" end="0"/>
                                            </p:txEl>
                                          </p:spTgt>
                                        </p:tgtEl>
                                      </p:cBhvr>
                                    </p:animEffect>
                                  </p:childTnLst>
                                </p:cTn>
                              </p:par>
                            </p:childTnLst>
                          </p:cTn>
                        </p:par>
                      </p:childTnLst>
                    </p:cTn>
                  </p:par>
                  <p:par>
                    <p:cTn fill="hold" id="13" nodeType="clickPar">
                      <p:stCondLst>
                        <p:cond delay="indefinite"/>
                      </p:stCondLst>
                      <p:childTnLst>
                        <p:par>
                          <p:cTn fill="hold" id="14" nodeType="withGroup">
                            <p:stCondLst>
                              <p:cond delay="0"/>
                            </p:stCondLst>
                            <p:childTnLst>
                              <p:par>
                                <p:cTn fill="hold" grpId="0" id="15" nodeType="clickEffect" presetClass="entr" presetID="14" presetSubtype="10">
                                  <p:stCondLst>
                                    <p:cond delay="0"/>
                                  </p:stCondLst>
                                  <p:childTnLst>
                                    <p:set>
                                      <p:cBhvr>
                                        <p:cTn dur="1" fill="hold" id="16">
                                          <p:stCondLst>
                                            <p:cond delay="0"/>
                                          </p:stCondLst>
                                        </p:cTn>
                                        <p:tgtEl>
                                          <p:spTgt spid="1048626">
                                            <p:txEl>
                                              <p:pRg st="1" end="1"/>
                                            </p:txEl>
                                          </p:spTgt>
                                        </p:tgtEl>
                                        <p:attrNameLst>
                                          <p:attrName>style.visibility</p:attrName>
                                        </p:attrNameLst>
                                      </p:cBhvr>
                                      <p:to>
                                        <p:strVal val="visible"/>
                                      </p:to>
                                    </p:set>
                                    <p:animEffect transition="in" filter="randombar(horizontal)">
                                      <p:cBhvr>
                                        <p:cTn dur="500" id="17"/>
                                        <p:tgtEl>
                                          <p:spTgt spid="1048626">
                                            <p:txEl>
                                              <p:pRg st="1" end="1"/>
                                            </p:txEl>
                                          </p:spTgt>
                                        </p:tgtEl>
                                      </p:cBhvr>
                                    </p:animEffect>
                                  </p:childTnLst>
                                </p:cTn>
                              </p:par>
                            </p:childTnLst>
                          </p:cTn>
                        </p:par>
                        <p:par>
                          <p:cTn fill="hold" id="18" nodeType="afterGroup">
                            <p:stCondLst>
                              <p:cond delay="500"/>
                            </p:stCondLst>
                            <p:childTnLst>
                              <p:par>
                                <p:cTn fill="hold" grpId="0" id="19" nodeType="afterEffect" presetClass="entr" presetID="14" presetSubtype="10">
                                  <p:stCondLst>
                                    <p:cond delay="0"/>
                                  </p:stCondLst>
                                  <p:childTnLst>
                                    <p:set>
                                      <p:cBhvr>
                                        <p:cTn dur="1" fill="hold" id="20">
                                          <p:stCondLst>
                                            <p:cond delay="0"/>
                                          </p:stCondLst>
                                        </p:cTn>
                                        <p:tgtEl>
                                          <p:spTgt spid="1048626">
                                            <p:txEl>
                                              <p:pRg st="2" end="2"/>
                                            </p:txEl>
                                          </p:spTgt>
                                        </p:tgtEl>
                                        <p:attrNameLst>
                                          <p:attrName>style.visibility</p:attrName>
                                        </p:attrNameLst>
                                      </p:cBhvr>
                                      <p:to>
                                        <p:strVal val="visible"/>
                                      </p:to>
                                    </p:set>
                                    <p:animEffect transition="in" filter="randombar(horizontal)">
                                      <p:cBhvr>
                                        <p:cTn dur="1000" id="21"/>
                                        <p:tgtEl>
                                          <p:spTgt spid="10486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5" grpId="0"/>
      <p:bldP spid="1048626"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49" name=""/>
        <p:cNvGrpSpPr/>
        <p:nvPr/>
      </p:nvGrpSpPr>
      <p:grpSpPr>
        <a:xfrm>
          <a:off x="0" y="0"/>
          <a:ext cx="0" cy="0"/>
          <a:chOff x="0" y="0"/>
          <a:chExt cx="0" cy="0"/>
        </a:xfrm>
      </p:grpSpPr>
      <p:sp>
        <p:nvSpPr>
          <p:cNvPr id="1048627" name="Rectangle 2"/>
          <p:cNvSpPr>
            <a:spLocks noGrp="1" noChangeArrowheads="1"/>
          </p:cNvSpPr>
          <p:nvPr>
            <p:ph type="title"/>
          </p:nvPr>
        </p:nvSpPr>
        <p:spPr/>
        <p:txBody>
          <a:bodyPr/>
          <a:p>
            <a:pPr eaLnBrk="1" hangingPunct="1"/>
            <a:r>
              <a:rPr altLang="en-US" lang="en-US" smtClean="0"/>
              <a:t>I. Heading</a:t>
            </a:r>
          </a:p>
        </p:txBody>
      </p:sp>
      <p:sp>
        <p:nvSpPr>
          <p:cNvPr id="1048628" name="Rectangle 3"/>
          <p:cNvSpPr>
            <a:spLocks noGrp="1" noChangeArrowheads="1"/>
          </p:cNvSpPr>
          <p:nvPr>
            <p:ph type="body" idx="1"/>
          </p:nvPr>
        </p:nvSpPr>
        <p:spPr>
          <a:xfrm>
            <a:off x="2209800" y="1905000"/>
            <a:ext cx="7772400" cy="4114800"/>
          </a:xfrm>
        </p:spPr>
        <p:txBody>
          <a:bodyPr/>
          <a:p>
            <a:pPr eaLnBrk="1" hangingPunct="1">
              <a:buFont typeface="Wingdings" panose="05000000000000000000" pitchFamily="2" charset="2"/>
              <a:buNone/>
            </a:pPr>
            <a:r>
              <a:rPr altLang="en-US" sz="4000" lang="en-US"/>
              <a:t>	</a:t>
            </a:r>
            <a:r>
              <a:rPr altLang="en-US" sz="3600" lang="en-US"/>
              <a:t>TO: (readers' names and job titles)</a:t>
            </a:r>
            <a:br>
              <a:rPr altLang="en-US" sz="3600" lang="en-US"/>
            </a:br>
            <a:r>
              <a:rPr altLang="en-US" sz="3600" lang="en-US"/>
              <a:t>FROM: (your name and job title)</a:t>
            </a:r>
            <a:br>
              <a:rPr altLang="en-US" sz="3600" lang="en-US"/>
            </a:br>
            <a:r>
              <a:rPr altLang="en-US" sz="3600" lang="en-US"/>
              <a:t>DATE: (Month day, year)</a:t>
            </a:r>
            <a:br>
              <a:rPr altLang="en-US" sz="3600" lang="en-US"/>
            </a:br>
            <a:r>
              <a:rPr altLang="en-US" sz="3600" lang="en-US"/>
              <a:t>SUBJECT: (what the memo is about, highlighted in some way)</a:t>
            </a:r>
          </a:p>
          <a:p>
            <a:pPr eaLnBrk="1" hangingPunct="1">
              <a:buFont typeface="Wingdings" panose="05000000000000000000" pitchFamily="2" charset="2"/>
              <a:buNone/>
            </a:pPr>
            <a:r>
              <a:rPr altLang="en-US" sz="2400" lang="en-US"/>
              <a:t>     CC: (others who are involved)</a:t>
            </a:r>
          </a:p>
          <a:p>
            <a:pPr eaLnBrk="1" hangingPunct="1">
              <a:buFont typeface="Wingdings" panose="05000000000000000000" pitchFamily="2" charset="2"/>
              <a:buNone/>
            </a:pPr>
            <a:r>
              <a:rPr altLang="en-US" sz="2400" lang="en-US"/>
              <a:t>     BCC: ( not directly involved)</a:t>
            </a:r>
          </a:p>
          <a:p>
            <a:pPr eaLnBrk="1" hangingPunct="1">
              <a:buFont typeface="Wingdings" panose="05000000000000000000" pitchFamily="2" charset="2"/>
              <a:buNone/>
            </a:pPr>
            <a:endParaRPr altLang="en-US" sz="3600" lang="en-US"/>
          </a:p>
          <a:p>
            <a:pPr eaLnBrk="1" hangingPunct="1">
              <a:buFont typeface="Wingdings" panose="05000000000000000000" pitchFamily="2" charset="2"/>
              <a:buNone/>
            </a:pPr>
            <a:endParaRPr altLang="en-US" sz="3600" lang="en-US"/>
          </a:p>
        </p:txBody>
      </p:sp>
    </p:spTree>
  </p:cSld>
  <p:clrMapOvr>
    <a:masterClrMapping/>
  </p:clrMapOvr>
  <p:timing>
    <p:tnLst>
      <p:par>
        <p:cTn dur="indefinite" id="1" nodeType="tmRoot" restart="never">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grpId="0" id="5" nodeType="clickEffect" presetClass="entr" presetID="1" presetSubtype="0">
                                  <p:stCondLst>
                                    <p:cond delay="0"/>
                                  </p:stCondLst>
                                  <p:childTnLst>
                                    <p:set>
                                      <p:cBhvr>
                                        <p:cTn dur="1" fill="hold" id="6">
                                          <p:stCondLst>
                                            <p:cond delay="0"/>
                                          </p:stCondLst>
                                        </p:cTn>
                                        <p:tgtEl>
                                          <p:spTgt spid="1048628">
                                            <p:txEl>
                                              <p:pRg st="0" end="0"/>
                                            </p:txEl>
                                          </p:spTgt>
                                        </p:tgtEl>
                                        <p:attrNameLst>
                                          <p:attrName>style.visibility</p:attrName>
                                        </p:attrNameLst>
                                      </p:cBhvr>
                                      <p:to>
                                        <p:strVal val="visible"/>
                                      </p:to>
                                    </p:set>
                                  </p:childTnLst>
                                </p:cTn>
                              </p:par>
                            </p:childTnLst>
                          </p:cTn>
                        </p:par>
                      </p:childTnLst>
                    </p:cTn>
                  </p:par>
                  <p:par>
                    <p:cTn fill="hold" id="7" nodeType="clickPar">
                      <p:stCondLst>
                        <p:cond delay="indefinite"/>
                      </p:stCondLst>
                      <p:childTnLst>
                        <p:par>
                          <p:cTn fill="hold" id="8" nodeType="withGroup">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1048628">
                                            <p:txEl>
                                              <p:pRg st="1" end="1"/>
                                            </p:txEl>
                                          </p:spTgt>
                                        </p:tgtEl>
                                        <p:attrNameLst>
                                          <p:attrName>style.visibility</p:attrName>
                                        </p:attrNameLst>
                                      </p:cBhvr>
                                      <p:to>
                                        <p:strVal val="visible"/>
                                      </p:to>
                                    </p:set>
                                  </p:childTnLst>
                                </p:cTn>
                              </p:par>
                            </p:childTnLst>
                          </p:cTn>
                        </p:par>
                      </p:childTnLst>
                    </p:cTn>
                  </p:par>
                  <p:par>
                    <p:cTn fill="hold" id="11" nodeType="clickPar">
                      <p:stCondLst>
                        <p:cond delay="indefinite"/>
                      </p:stCondLst>
                      <p:childTnLst>
                        <p:par>
                          <p:cTn fill="hold" id="12" nodeType="withGroup">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10486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29" name="Title 1"/>
          <p:cNvSpPr>
            <a:spLocks noGrp="1"/>
          </p:cNvSpPr>
          <p:nvPr>
            <p:ph type="title"/>
          </p:nvPr>
        </p:nvSpPr>
        <p:spPr>
          <a:xfrm>
            <a:off x="1981200" y="274638"/>
            <a:ext cx="8229600" cy="944562"/>
          </a:xfrm>
        </p:spPr>
        <p:txBody>
          <a:bodyPr/>
          <a:p>
            <a:pPr eaLnBrk="1" hangingPunct="1"/>
            <a:r>
              <a:rPr altLang="en-US" lang="en-US" u="sng" smtClean="0"/>
              <a:t>Body of the Memo</a:t>
            </a:r>
          </a:p>
        </p:txBody>
      </p:sp>
      <p:sp>
        <p:nvSpPr>
          <p:cNvPr id="1048630" name="Content Placeholder 2"/>
          <p:cNvSpPr>
            <a:spLocks noGrp="1"/>
          </p:cNvSpPr>
          <p:nvPr>
            <p:ph idx="1"/>
          </p:nvPr>
        </p:nvSpPr>
        <p:spPr>
          <a:xfrm>
            <a:off x="1981200" y="1371600"/>
            <a:ext cx="8229600" cy="5257800"/>
          </a:xfrm>
        </p:spPr>
        <p:txBody>
          <a:bodyPr>
            <a:normAutofit/>
          </a:bodyPr>
          <a:p>
            <a:pPr indent="0" marL="0">
              <a:buNone/>
            </a:pPr>
            <a:endParaRPr dirty="0" lang="en-US" smtClean="0"/>
          </a:p>
          <a:p>
            <a:pPr indent="0" marL="0">
              <a:buNone/>
            </a:pPr>
            <a:r>
              <a:rPr dirty="0" lang="en-US" smtClean="0"/>
              <a:t>The body of the memo will include three components:</a:t>
            </a:r>
          </a:p>
          <a:p>
            <a:pPr eaLnBrk="1" hangingPunct="1"/>
            <a:endParaRPr dirty="0" lang="en-US" smtClean="0"/>
          </a:p>
          <a:p>
            <a:pPr eaLnBrk="1" hangingPunct="1"/>
            <a:r>
              <a:rPr b="1" dirty="0" sz="2000" lang="en-US" u="sng" smtClean="0"/>
              <a:t>Introduction</a:t>
            </a:r>
            <a:r>
              <a:rPr b="1" dirty="0" sz="2000" lang="en-US" smtClean="0"/>
              <a:t>: </a:t>
            </a:r>
            <a:r>
              <a:rPr dirty="0" sz="2000" lang="en-US" smtClean="0"/>
              <a:t>This is usually a short paragraph of two </a:t>
            </a:r>
            <a:r>
              <a:rPr dirty="0" sz="2000" lang="en-US" smtClean="0">
                <a:solidFill>
                  <a:srgbClr val="000000"/>
                </a:solidFill>
              </a:rPr>
              <a:t>or three sentences that lets people know the reason </a:t>
            </a:r>
            <a:r>
              <a:rPr dirty="0" sz="2000" lang="en-US" smtClean="0"/>
              <a:t>for the memo. IT states the purpose of the memo</a:t>
            </a:r>
          </a:p>
          <a:p>
            <a:pPr eaLnBrk="1" hangingPunct="1"/>
            <a:r>
              <a:rPr b="1" dirty="0" sz="2000" lang="en-US" u="sng" smtClean="0"/>
              <a:t>Details</a:t>
            </a:r>
            <a:r>
              <a:rPr b="1" dirty="0" sz="2000" lang="en-US" smtClean="0"/>
              <a:t>:</a:t>
            </a:r>
            <a:r>
              <a:rPr dirty="0" sz="2000" lang="en-US" smtClean="0"/>
              <a:t> This section gets to the meat of the message using key points, highlights, or conclusions. This may include facts, statistics, examples and reasons for the memo.</a:t>
            </a:r>
          </a:p>
          <a:p>
            <a:pPr eaLnBrk="1" hangingPunct="1"/>
            <a:r>
              <a:rPr b="1" dirty="0" sz="2000" lang="en-US" u="sng" smtClean="0"/>
              <a:t>Conclusion</a:t>
            </a:r>
            <a:r>
              <a:rPr b="1" dirty="0" sz="2000" lang="en-US" smtClean="0"/>
              <a:t>:</a:t>
            </a:r>
            <a:r>
              <a:rPr dirty="0" sz="2000" lang="en-US" smtClean="0"/>
              <a:t> The conclusion will make it clear what action needs to be taken and when it needs to be completed or reiterates the timely news included in the memo.</a:t>
            </a:r>
          </a:p>
          <a:p>
            <a:pPr eaLnBrk="1" hangingPunct="1"/>
            <a:endParaRPr dirty="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31" name="Title 1"/>
          <p:cNvSpPr>
            <a:spLocks noGrp="1"/>
          </p:cNvSpPr>
          <p:nvPr>
            <p:ph type="title"/>
          </p:nvPr>
        </p:nvSpPr>
        <p:spPr>
          <a:xfrm>
            <a:off x="1981200" y="36514"/>
            <a:ext cx="8229600" cy="954087"/>
          </a:xfrm>
        </p:spPr>
        <p:txBody>
          <a:bodyPr/>
          <a:p>
            <a:pPr eaLnBrk="1" hangingPunct="1"/>
            <a:r>
              <a:rPr altLang="en-US" b="1" lang="en-US" u="sng" smtClean="0"/>
              <a:t>Sample Call To Action</a:t>
            </a:r>
            <a:endParaRPr altLang="en-US" lang="en-US" u="sng" smtClean="0"/>
          </a:p>
        </p:txBody>
      </p:sp>
      <p:sp>
        <p:nvSpPr>
          <p:cNvPr id="1048632" name="Content Placeholder 2"/>
          <p:cNvSpPr>
            <a:spLocks noGrp="1"/>
          </p:cNvSpPr>
          <p:nvPr>
            <p:ph idx="1"/>
          </p:nvPr>
        </p:nvSpPr>
        <p:spPr>
          <a:xfrm>
            <a:off x="1524000" y="1371600"/>
            <a:ext cx="9144000" cy="5638800"/>
          </a:xfrm>
        </p:spPr>
        <p:txBody>
          <a:bodyPr>
            <a:normAutofit/>
          </a:bodyPr>
          <a:p>
            <a:pPr indent="0" marL="0">
              <a:buNone/>
            </a:pPr>
            <a:r>
              <a:rPr dirty="0" sz="2000" lang="en-US" smtClean="0"/>
              <a:t>The call to action should be specific but does not have to be complex. </a:t>
            </a:r>
          </a:p>
          <a:p>
            <a:pPr indent="0" marL="0">
              <a:buNone/>
            </a:pPr>
            <a:r>
              <a:rPr dirty="0" sz="2000" lang="en-US" u="sng" smtClean="0"/>
              <a:t>The following examples show a variety of calls to action:</a:t>
            </a:r>
          </a:p>
          <a:p>
            <a:pPr eaLnBrk="1" hangingPunct="1"/>
            <a:r>
              <a:rPr dirty="0" sz="2000" lang="en-US" smtClean="0"/>
              <a:t>Jerry, call me as soon as you have read the attached report.</a:t>
            </a:r>
          </a:p>
          <a:p>
            <a:pPr eaLnBrk="1" hangingPunct="1"/>
            <a:r>
              <a:rPr dirty="0" sz="2000" lang="en-US" smtClean="0"/>
              <a:t>We need to implement the new product marketing plan sooner than discussed at our last meeting, because ABC company now has a similar one set to launch in July. Call me right away.</a:t>
            </a:r>
          </a:p>
          <a:p>
            <a:pPr eaLnBrk="1" hangingPunct="1"/>
            <a:r>
              <a:rPr dirty="0" sz="2000" lang="en-US" smtClean="0">
                <a:solidFill>
                  <a:srgbClr val="000000"/>
                </a:solidFill>
              </a:rPr>
              <a:t>An unexpected opening occurred in IT this morning </a:t>
            </a:r>
            <a:r>
              <a:rPr dirty="0" sz="2000" lang="en-US" smtClean="0"/>
              <a:t>because XX quit. We need to move quickly and select a new candidate. Get back to me ASAP with a list of potentials.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33" name="Title 1"/>
          <p:cNvSpPr>
            <a:spLocks noGrp="1"/>
          </p:cNvSpPr>
          <p:nvPr>
            <p:ph type="title"/>
          </p:nvPr>
        </p:nvSpPr>
        <p:spPr/>
        <p:txBody>
          <a:bodyPr/>
          <a:p>
            <a:pPr eaLnBrk="1" hangingPunct="1"/>
            <a:r>
              <a:rPr altLang="en-US" lang="en-US" smtClean="0"/>
              <a:t>Organzing Memo Content</a:t>
            </a:r>
          </a:p>
        </p:txBody>
      </p:sp>
      <p:sp>
        <p:nvSpPr>
          <p:cNvPr id="1048634" name="Content Placeholder 2"/>
          <p:cNvSpPr>
            <a:spLocks noGrp="1"/>
          </p:cNvSpPr>
          <p:nvPr>
            <p:ph idx="1"/>
          </p:nvPr>
        </p:nvSpPr>
        <p:spPr/>
        <p:txBody>
          <a:bodyPr>
            <a:normAutofit/>
          </a:bodyPr>
          <a:p>
            <a:pPr eaLnBrk="1" hangingPunct="1"/>
            <a:r>
              <a:rPr altLang="en-US" dirty="0" sz="2800" lang="en-US" smtClean="0"/>
              <a:t>Direct Approach</a:t>
            </a:r>
          </a:p>
          <a:p>
            <a:pPr eaLnBrk="1" hangingPunct="1"/>
            <a:r>
              <a:rPr altLang="en-US" dirty="0" sz="2800" lang="en-US" smtClean="0"/>
              <a:t>Indirect Approach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35" name="Title 1"/>
          <p:cNvSpPr>
            <a:spLocks noGrp="1"/>
          </p:cNvSpPr>
          <p:nvPr>
            <p:ph type="title"/>
          </p:nvPr>
        </p:nvSpPr>
        <p:spPr>
          <a:xfrm>
            <a:off x="1261872" y="365760"/>
            <a:ext cx="9692640" cy="507076"/>
          </a:xfrm>
        </p:spPr>
        <p:txBody>
          <a:bodyPr>
            <a:normAutofit/>
          </a:bodyPr>
          <a:p>
            <a:r>
              <a:rPr altLang="en-US" b="1" dirty="0" lang="en-US"/>
              <a:t>Examples of Memo</a:t>
            </a:r>
            <a:r>
              <a:rPr altLang="en-US" b="1" dirty="0" lang="en-US" smtClean="0"/>
              <a:t>:</a:t>
            </a:r>
            <a:endParaRPr altLang="en-US" dirty="0" lang="en-US" smtClean="0"/>
          </a:p>
        </p:txBody>
      </p:sp>
      <p:sp>
        <p:nvSpPr>
          <p:cNvPr id="1048636" name="Content Placeholder 2"/>
          <p:cNvSpPr>
            <a:spLocks noGrp="1"/>
          </p:cNvSpPr>
          <p:nvPr>
            <p:ph idx="1"/>
          </p:nvPr>
        </p:nvSpPr>
        <p:spPr>
          <a:xfrm>
            <a:off x="2209800" y="1371600"/>
            <a:ext cx="7772400" cy="4724400"/>
          </a:xfrm>
        </p:spPr>
        <p:txBody>
          <a:bodyPr>
            <a:normAutofit lnSpcReduction="10000"/>
          </a:bodyPr>
          <a:p>
            <a:pPr>
              <a:buFontTx/>
              <a:buNone/>
            </a:pPr>
            <a:r>
              <a:rPr altLang="en-US" dirty="0" sz="2800" lang="en-US" smtClean="0"/>
              <a:t>To</a:t>
            </a:r>
            <a:r>
              <a:rPr altLang="en-US" dirty="0" sz="2800" lang="en-US"/>
              <a:t>: Department Chairs</a:t>
            </a:r>
            <a:br>
              <a:rPr altLang="en-US" dirty="0" sz="2800" lang="en-US"/>
            </a:br>
            <a:r>
              <a:rPr altLang="en-US" dirty="0" sz="2800" lang="en-US"/>
              <a:t>From: Dr. Kerns, CEO</a:t>
            </a:r>
            <a:br>
              <a:rPr altLang="en-US" dirty="0" sz="2800" lang="en-US"/>
            </a:br>
            <a:r>
              <a:rPr altLang="en-US" dirty="0" sz="2800" lang="en-US"/>
              <a:t>Date: March 13, 2016</a:t>
            </a:r>
            <a:br>
              <a:rPr altLang="en-US" dirty="0" sz="2800" lang="en-US"/>
            </a:br>
            <a:r>
              <a:rPr altLang="en-US" dirty="0" sz="2800" lang="en-US"/>
              <a:t>Subject: Supplies Budgets</a:t>
            </a:r>
            <a:br>
              <a:rPr altLang="en-US" dirty="0" sz="2800" lang="en-US"/>
            </a:br>
            <a:endParaRPr altLang="en-US" dirty="0" sz="2800" lang="en-US"/>
          </a:p>
          <a:p>
            <a:pPr>
              <a:buFontTx/>
              <a:buNone/>
            </a:pPr>
            <a:r>
              <a:rPr altLang="en-US" dirty="0" sz="2800" lang="en-US"/>
              <a:t>   </a:t>
            </a:r>
            <a:r>
              <a:rPr altLang="en-US" dirty="0" sz="2800" lang="en-US" smtClean="0"/>
              <a:t>Please </a:t>
            </a:r>
            <a:r>
              <a:rPr altLang="en-US" dirty="0" sz="2800" lang="en-US"/>
              <a:t>note that we have used more than 80% of the budgeted funds for office supplies for this fiscal year. We have over 3 months left in the fiscal year. Plan accordingly so that you do not overspend in this area. Please see me to discuss extenuating circumstances.</a:t>
            </a:r>
          </a:p>
          <a:p>
            <a:endParaRPr altLang="en-US" dirty="0" lang="en-US"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37" name="Title 1"/>
          <p:cNvSpPr>
            <a:spLocks noGrp="1"/>
          </p:cNvSpPr>
          <p:nvPr>
            <p:ph type="title"/>
          </p:nvPr>
        </p:nvSpPr>
        <p:spPr/>
        <p:txBody>
          <a:bodyPr/>
          <a:p>
            <a:r>
              <a:rPr altLang="en-US" b="1" dirty="0" lang="en-US"/>
              <a:t>Examples of Memo:</a:t>
            </a:r>
            <a:br>
              <a:rPr altLang="en-US" b="1" dirty="0" lang="en-US"/>
            </a:br>
            <a:endParaRPr altLang="en-US" dirty="0" lang="en-US" smtClean="0"/>
          </a:p>
        </p:txBody>
      </p:sp>
      <p:sp>
        <p:nvSpPr>
          <p:cNvPr id="1048638" name="Content Placeholder 2"/>
          <p:cNvSpPr>
            <a:spLocks noGrp="1"/>
          </p:cNvSpPr>
          <p:nvPr>
            <p:ph idx="1"/>
          </p:nvPr>
        </p:nvSpPr>
        <p:spPr>
          <a:xfrm>
            <a:off x="2209800" y="609600"/>
            <a:ext cx="7772400" cy="5486400"/>
          </a:xfrm>
        </p:spPr>
        <p:txBody>
          <a:bodyPr>
            <a:normAutofit lnSpcReduction="10000"/>
          </a:bodyPr>
          <a:p>
            <a:endParaRPr altLang="en-US" dirty="0" lang="en-US" smtClean="0"/>
          </a:p>
          <a:p>
            <a:endParaRPr altLang="en-US" dirty="0" lang="en-US"/>
          </a:p>
          <a:p>
            <a:endParaRPr altLang="en-US" dirty="0" lang="en-US" smtClean="0"/>
          </a:p>
          <a:p>
            <a:pPr indent="0" marL="0">
              <a:buNone/>
            </a:pPr>
            <a:r>
              <a:rPr altLang="en-US" dirty="0" sz="2400" lang="en-US" smtClean="0"/>
              <a:t>To: All Staff</a:t>
            </a:r>
            <a:br>
              <a:rPr altLang="en-US" dirty="0" sz="2400" lang="en-US" smtClean="0"/>
            </a:br>
            <a:r>
              <a:rPr altLang="en-US" dirty="0" sz="2400" lang="en-US" smtClean="0"/>
              <a:t>From: Dr. Jeff Joyner, President</a:t>
            </a:r>
            <a:br>
              <a:rPr altLang="en-US" dirty="0" sz="2400" lang="en-US" smtClean="0"/>
            </a:br>
            <a:r>
              <a:rPr altLang="en-US" dirty="0" sz="2400" lang="en-US" smtClean="0"/>
              <a:t>Date: March 13, 2016</a:t>
            </a:r>
            <a:br>
              <a:rPr altLang="en-US" dirty="0" sz="2400" lang="en-US" smtClean="0"/>
            </a:br>
            <a:r>
              <a:rPr altLang="en-US" dirty="0" sz="2400" lang="en-US" smtClean="0"/>
              <a:t>Subject: Annual Company Picnic</a:t>
            </a:r>
            <a:br>
              <a:rPr altLang="en-US" dirty="0" sz="2400" lang="en-US" smtClean="0"/>
            </a:br>
            <a:endParaRPr altLang="en-US" dirty="0" sz="2400" lang="en-US" smtClean="0"/>
          </a:p>
          <a:p>
            <a:pPr>
              <a:buFontTx/>
              <a:buNone/>
            </a:pPr>
            <a:r>
              <a:rPr altLang="en-US" dirty="0" sz="2400" lang="en-US"/>
              <a:t> </a:t>
            </a:r>
            <a:r>
              <a:rPr altLang="en-US" dirty="0" sz="2400" lang="en-US" smtClean="0"/>
              <a:t>  The annual company picnic will be held at Memorial Park on May 27, 2016. The event will be catered by Fresh Air Barbeque, with desserts by Nancy's Sweet Things. Immediate family members are invited. Please plan to join us! RSVP with Mrs. Taylor by May 1, 2016.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39" name="Title 1"/>
          <p:cNvSpPr>
            <a:spLocks noGrp="1"/>
          </p:cNvSpPr>
          <p:nvPr>
            <p:ph type="title"/>
          </p:nvPr>
        </p:nvSpPr>
        <p:spPr/>
        <p:txBody>
          <a:bodyPr/>
          <a:p>
            <a:r>
              <a:rPr altLang="en-US" dirty="0" lang="en-US" smtClean="0"/>
              <a:t/>
            </a:r>
            <a:br>
              <a:rPr altLang="en-US" dirty="0" lang="en-US" smtClean="0"/>
            </a:br>
            <a:endParaRPr altLang="en-US" dirty="0" lang="en-US" smtClean="0"/>
          </a:p>
        </p:txBody>
      </p:sp>
      <p:sp>
        <p:nvSpPr>
          <p:cNvPr id="1048640" name="Content Placeholder 2"/>
          <p:cNvSpPr>
            <a:spLocks noGrp="1"/>
          </p:cNvSpPr>
          <p:nvPr>
            <p:ph idx="1"/>
          </p:nvPr>
        </p:nvSpPr>
        <p:spPr>
          <a:xfrm>
            <a:off x="2209800" y="533400"/>
            <a:ext cx="7772400" cy="5562600"/>
          </a:xfrm>
        </p:spPr>
        <p:txBody>
          <a:bodyPr>
            <a:normAutofit/>
          </a:bodyPr>
          <a:p>
            <a:pPr>
              <a:buFontTx/>
              <a:buNone/>
            </a:pPr>
            <a:r>
              <a:rPr altLang="en-US" dirty="0" sz="2400" lang="en-US"/>
              <a:t>To: All Staff</a:t>
            </a:r>
          </a:p>
          <a:p>
            <a:pPr>
              <a:buFontTx/>
              <a:buNone/>
            </a:pPr>
            <a:r>
              <a:rPr altLang="en-US" dirty="0" sz="2400" lang="en-US"/>
              <a:t>From: The Manager</a:t>
            </a:r>
          </a:p>
          <a:p>
            <a:pPr>
              <a:buFontTx/>
              <a:buNone/>
            </a:pPr>
            <a:r>
              <a:rPr altLang="en-US" dirty="0" sz="2400" lang="en-US"/>
              <a:t>Date: May 27, 2010</a:t>
            </a:r>
          </a:p>
          <a:p>
            <a:pPr>
              <a:buFontTx/>
              <a:buNone/>
            </a:pPr>
            <a:r>
              <a:rPr altLang="en-US" dirty="0" sz="2400" lang="en-US"/>
              <a:t>Subject: Inappropriate use of time on Google Doodle games</a:t>
            </a:r>
          </a:p>
          <a:p>
            <a:pPr>
              <a:buFontTx/>
              <a:buNone/>
            </a:pPr>
            <a:r>
              <a:rPr altLang="en-US" dirty="0" sz="2400" lang="en-US"/>
              <a:t>Coworkers,</a:t>
            </a:r>
          </a:p>
          <a:p>
            <a:pPr>
              <a:buFontTx/>
              <a:buNone/>
            </a:pPr>
            <a:r>
              <a:rPr altLang="en-US" dirty="0" sz="2400" lang="en-US"/>
              <a:t>    It has come to my attention that many in the office have been spending time on the Google home page </a:t>
            </a:r>
            <a:r>
              <a:rPr altLang="en-US" dirty="0" sz="2400" lang="en-US" err="1"/>
              <a:t>microgames</a:t>
            </a:r>
            <a:r>
              <a:rPr altLang="en-US" dirty="0" sz="2400" lang="en-US"/>
              <a:t>. This memo is a reminder to use your work hours for work.</a:t>
            </a:r>
          </a:p>
          <a:p>
            <a:pPr>
              <a:buFontTx/>
              <a:buNone/>
            </a:pPr>
            <a:r>
              <a:rPr altLang="en-US" dirty="0" sz="2400" lang="en-US"/>
              <a:t>    According to a recent article, the estimated daily cost of people collectively playing these games instead of working is over $120 million—which is calculated based on the daily average increased time spent on the Google home page (36 seconds).</a:t>
            </a:r>
          </a:p>
          <a:p>
            <a:pPr>
              <a:buFontTx/>
              <a:buNone/>
            </a:pPr>
            <a:r>
              <a:rPr altLang="en-US" dirty="0" sz="2400" lang="en-US"/>
              <a:t>     If these estimates are applied to our 600 office employees, this results in a nearly $700 weekly loss.</a:t>
            </a:r>
          </a:p>
        </p:txBody>
      </p:sp>
    </p:spTree>
  </p:cSld>
  <p:clrMapOvr>
    <a:masterClrMapping/>
  </p:clrMapOvr>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41" name="Title 1"/>
          <p:cNvSpPr>
            <a:spLocks noGrp="1"/>
          </p:cNvSpPr>
          <p:nvPr>
            <p:ph type="title"/>
          </p:nvPr>
        </p:nvSpPr>
        <p:spPr/>
        <p:txBody>
          <a:bodyPr/>
          <a:p>
            <a:endParaRPr altLang="en-US" lang="en-US" smtClean="0"/>
          </a:p>
        </p:txBody>
      </p:sp>
      <p:sp>
        <p:nvSpPr>
          <p:cNvPr id="1048642" name="Content Placeholder 2"/>
          <p:cNvSpPr>
            <a:spLocks noGrp="1"/>
          </p:cNvSpPr>
          <p:nvPr>
            <p:ph idx="1"/>
          </p:nvPr>
        </p:nvSpPr>
        <p:spPr>
          <a:xfrm>
            <a:off x="2209800" y="685800"/>
            <a:ext cx="7772400" cy="5410200"/>
          </a:xfrm>
        </p:spPr>
        <p:txBody>
          <a:bodyPr>
            <a:normAutofit/>
          </a:bodyPr>
          <a:p>
            <a:pPr>
              <a:buFontTx/>
              <a:buNone/>
            </a:pPr>
            <a:r>
              <a:rPr altLang="en-US" dirty="0" sz="2800" lang="en-US"/>
              <a:t>   </a:t>
            </a:r>
            <a:endParaRPr altLang="en-US" dirty="0" sz="2800" lang="en-US" smtClean="0"/>
          </a:p>
          <a:p>
            <a:pPr>
              <a:buFontTx/>
              <a:buNone/>
            </a:pPr>
            <a:endParaRPr altLang="en-US" dirty="0" sz="2800" lang="en-US"/>
          </a:p>
          <a:p>
            <a:pPr>
              <a:buFontTx/>
              <a:buNone/>
            </a:pPr>
            <a:endParaRPr altLang="en-US" dirty="0" sz="2800" lang="en-US" smtClean="0"/>
          </a:p>
          <a:p>
            <a:pPr>
              <a:buFontTx/>
              <a:buNone/>
            </a:pPr>
            <a:r>
              <a:rPr altLang="en-US" dirty="0" sz="2800" lang="en-US"/>
              <a:t> </a:t>
            </a:r>
            <a:r>
              <a:rPr altLang="en-US" dirty="0" sz="2800" lang="en-US" smtClean="0"/>
              <a:t> This </a:t>
            </a:r>
            <a:r>
              <a:rPr altLang="en-US" dirty="0" sz="2800" lang="en-US"/>
              <a:t>is a conservative estimate considering the extensive discussions that occur about beating the office's current high score. The extra cost quickly adds up.</a:t>
            </a:r>
          </a:p>
          <a:p>
            <a:pPr>
              <a:buFontTx/>
              <a:buNone/>
            </a:pPr>
            <a:r>
              <a:rPr altLang="en-US" dirty="0" sz="2800" lang="en-US"/>
              <a:t>    Of course, we don't want you to view our organization as a place of drudgery and draconian rules. I encourage a fun and competitive environment, and I recognize that we certainly won't be profitable if you are unhappy or dissatisfied with your jobs. This is just a reminder to be careful with your use of company time.</a:t>
            </a:r>
          </a:p>
          <a:p>
            <a:pPr>
              <a:buFontTx/>
              <a:buNone/>
            </a:pPr>
            <a:r>
              <a:rPr altLang="en-US" dirty="0" sz="2800" lang="en-US"/>
              <a:t>Thank you,</a:t>
            </a:r>
          </a:p>
          <a:p>
            <a:pPr>
              <a:buFontTx/>
              <a:buNone/>
            </a:pPr>
            <a:r>
              <a:rPr altLang="en-US" dirty="0" sz="2800" lang="en-US"/>
              <a:t>The Manager</a:t>
            </a:r>
          </a:p>
        </p:txBody>
      </p:sp>
    </p:spTree>
  </p:cSld>
  <p:clrMapOvr>
    <a:masterClrMapping/>
  </p:clrMapOvr>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43" name="Title 1"/>
          <p:cNvSpPr>
            <a:spLocks noGrp="1"/>
          </p:cNvSpPr>
          <p:nvPr>
            <p:ph type="title"/>
          </p:nvPr>
        </p:nvSpPr>
        <p:spPr/>
        <p:txBody>
          <a:bodyPr/>
          <a:p>
            <a:r>
              <a:rPr altLang="en-US" lang="en-US" smtClean="0"/>
              <a:t>Your turn!</a:t>
            </a:r>
          </a:p>
        </p:txBody>
      </p:sp>
      <p:sp>
        <p:nvSpPr>
          <p:cNvPr id="1048644" name="Content Placeholder 2"/>
          <p:cNvSpPr>
            <a:spLocks noGrp="1"/>
          </p:cNvSpPr>
          <p:nvPr>
            <p:ph idx="1"/>
          </p:nvPr>
        </p:nvSpPr>
        <p:spPr>
          <a:xfrm>
            <a:off x="2209800" y="1537856"/>
            <a:ext cx="7772400" cy="4558144"/>
          </a:xfrm>
        </p:spPr>
        <p:txBody>
          <a:bodyPr>
            <a:normAutofit/>
          </a:bodyPr>
          <a:p>
            <a:pPr indent="0" marL="0">
              <a:buNone/>
            </a:pPr>
            <a:endParaRPr altLang="en-US" b="1" dirty="0" lang="en-US"/>
          </a:p>
          <a:p>
            <a:endParaRPr altLang="en-US" b="1" dirty="0" lang="en-US" smtClean="0"/>
          </a:p>
          <a:p>
            <a:r>
              <a:rPr altLang="en-US" b="1" dirty="0" sz="2600" lang="en-US" smtClean="0"/>
              <a:t>Write </a:t>
            </a:r>
            <a:r>
              <a:rPr altLang="en-US" b="1" dirty="0" sz="2600" i="1" lang="en-US" smtClean="0"/>
              <a:t>a report</a:t>
            </a:r>
            <a:r>
              <a:rPr altLang="en-US" b="1" dirty="0" sz="2600" lang="en-US" smtClean="0"/>
              <a:t> to the students of your department in the form of a memo informing about a conference/seminar you attended.  Include in your report: </a:t>
            </a:r>
            <a:endParaRPr altLang="en-US" dirty="0" sz="2600" lang="en-US" smtClean="0"/>
          </a:p>
          <a:p>
            <a:r>
              <a:rPr altLang="en-US" b="1" dirty="0" sz="2600" lang="en-US" smtClean="0"/>
              <a:t>The name of the conference  </a:t>
            </a:r>
            <a:endParaRPr altLang="en-US" dirty="0" sz="2600" lang="en-US" smtClean="0"/>
          </a:p>
          <a:p>
            <a:r>
              <a:rPr altLang="en-US" b="1" dirty="0" sz="2600" lang="en-US" smtClean="0"/>
              <a:t>The time and place </a:t>
            </a:r>
            <a:endParaRPr altLang="en-US" dirty="0" sz="2600" lang="en-US" smtClean="0"/>
          </a:p>
          <a:p>
            <a:r>
              <a:rPr altLang="en-US" b="1" dirty="0" sz="2600" lang="en-US" smtClean="0"/>
              <a:t>The purpose </a:t>
            </a:r>
            <a:endParaRPr altLang="en-US" dirty="0" sz="2600" lang="en-US" smtClean="0"/>
          </a:p>
          <a:p>
            <a:r>
              <a:rPr altLang="en-US" b="1" dirty="0" sz="2600" lang="en-US" smtClean="0"/>
              <a:t>The reason for attending it </a:t>
            </a:r>
            <a:endParaRPr altLang="en-US" dirty="0" sz="2600" lang="en-US" smtClean="0"/>
          </a:p>
          <a:p>
            <a:r>
              <a:rPr altLang="en-US" b="1" dirty="0" sz="2600" lang="en-US" smtClean="0"/>
              <a:t>Summary of what you learnt [10 marks]</a:t>
            </a:r>
            <a:endParaRPr altLang="en-US" dirty="0" sz="2600" lang="en-US" smtClean="0"/>
          </a:p>
          <a:p>
            <a:endParaRPr altLang="en-US" dirty="0" lang="en-US" smtClean="0"/>
          </a:p>
        </p:txBody>
      </p:sp>
    </p:spTree>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algn="tl" blurRad="50800" dir="5400000" dist="15240" rotWithShape="0">
              <a:srgbClr val="000000">
                <a:alpha val="75000"/>
              </a:srgbClr>
            </a:outerShdw>
          </a:effectLst>
          <a:scene3d>
            <a:camera prst="orthographicFront">
              <a:rot lat="0" lon="0" rev="0"/>
            </a:camera>
            <a:lightRig dir="tl" rig="brightRoom"/>
          </a:scene3d>
          <a:sp3d contourW="9525" prstMaterial="flat">
            <a:bevelT w="0" h="0" prst="coolSlant"/>
            <a:contourClr>
              <a:schemeClr val="phClr">
                <a:shade val="35000"/>
                <a:satMod val="130000"/>
              </a:schemeClr>
            </a:contourClr>
          </a:sp3d>
        </a:effectStyle>
        <a:effectStyle>
          <a:effectLst>
            <a:outerShdw algn="tl" blurRad="76200" dir="5400000" dist="25400" rotWithShape="0">
              <a:srgbClr val="000000">
                <a:alpha val="55000"/>
              </a:srgbClr>
            </a:outerShdw>
          </a:effectLst>
          <a:scene3d>
            <a:camera prst="orthographicFront">
              <a:rot lat="0" lon="0" rev="0"/>
            </a:camera>
            <a:lightRig dir="tl" rig="brightRoom"/>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Formal Correspondence</dc:title>
  <dc:creator>Javeria Ali</dc:creator>
  <cp:lastModifiedBy>Sameera Sultan</cp:lastModifiedBy>
  <dcterms:created xsi:type="dcterms:W3CDTF">2020-04-20T18:19:32Z</dcterms:created>
  <dcterms:modified xsi:type="dcterms:W3CDTF">2024-12-18T15:49:13Z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03b6cf1f7fe9455295e951a27ed8a45f</vt:lpwstr>
  </property>
</Properties>
</file>