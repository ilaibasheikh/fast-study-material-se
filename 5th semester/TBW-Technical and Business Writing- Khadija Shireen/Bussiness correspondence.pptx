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Default Extension="emf" ContentType="image/x-em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diagrams/layout1.xml" ContentType="application/vnd.openxmlformats-officedocument.drawingml.diagramLayout+xml"/>
  <Override PartName="/ppt/diagrams/data1.xml" ContentType="application/vnd.openxmlformats-officedocument.drawingml.diagramData+xml"/>
  <Override PartName="/ppt/diagrams/drawing1.xml" ContentType="application/vnd.ms-office.drawingml.diagramDrawing+xml"/>
  <Override PartName="/ppt/diagrams/colors1.xml" ContentType="application/vnd.openxmlformats-officedocument.drawingml.diagramColors+xml"/>
  <Override PartName="/ppt/diagrams/quickStyle1.xml" ContentType="application/vnd.openxmlformats-officedocument.drawingml.diagramStyl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diagrams/layout2.xml" ContentType="application/vnd.openxmlformats-officedocument.drawingml.diagramLayout+xml"/>
  <Override PartName="/ppt/diagrams/data2.xml" ContentType="application/vnd.openxmlformats-officedocument.drawingml.diagramData+xml"/>
  <Override PartName="/ppt/diagrams/drawing2.xml" ContentType="application/vnd.ms-office.drawingml.diagramDrawing+xml"/>
  <Override PartName="/ppt/diagrams/colors2.xml" ContentType="application/vnd.openxmlformats-officedocument.drawingml.diagramColors+xml"/>
  <Override PartName="/ppt/diagrams/quickStyle2.xml" ContentType="application/vnd.openxmlformats-officedocument.drawingml.diagramStyl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saveSubsetFonts="1">
  <p:sldMasterIdLst>
    <p:sldMasterId id="2147483674" r:id="rId1"/>
  </p:sldMasterIdLst>
  <p:notesMasterIdLst>
    <p:notesMasterId r:id="rId2"/>
  </p:notesMasterIdLst>
  <p:sldIdLst>
    <p:sldId id="298" r:id="rId3"/>
    <p:sldId id="299" r:id="rId4"/>
    <p:sldId id="300" r:id="rId5"/>
    <p:sldId id="301" r:id="rId6"/>
    <p:sldId id="302" r:id="rId7"/>
    <p:sldId id="303" r:id="rId8"/>
    <p:sldId id="304" r:id="rId9"/>
    <p:sldId id="305" r:id="rId10"/>
    <p:sldId id="306" r:id="rId11"/>
    <p:sldId id="307" r:id="rId12"/>
    <p:sldId id="308" r:id="rId13"/>
    <p:sldId id="309" r:id="rId14"/>
    <p:sldId id="310" r:id="rId15"/>
    <p:sldId id="311" r:id="rId16"/>
    <p:sldId id="312" r:id="rId17"/>
    <p:sldId id="313" r:id="rId18"/>
    <p:sldId id="314" r:id="rId19"/>
    <p:sldId id="315" r:id="rId20"/>
    <p:sldId id="316" r:id="rId21"/>
    <p:sldId id="317" r:id="rId22"/>
    <p:sldId id="318" r:id="rId23"/>
    <p:sldId id="319" r:id="rId24"/>
    <p:sldId id="320" r:id="rId25"/>
    <p:sldId id="321" r:id="rId26"/>
    <p:sldId id="322" r:id="rId27"/>
    <p:sldId id="323" r:id="rId28"/>
    <p:sldId id="324" r:id="rId29"/>
    <p:sldId id="325" r:id="rId30"/>
    <p:sldId id="326" r:id="rId31"/>
    <p:sldId id="327" r:id="rId32"/>
    <p:sldId id="328" r:id="rId33"/>
    <p:sldId id="329" r:id="rId34"/>
    <p:sldId id="330" r:id="rId35"/>
    <p:sldId id="331" r:id="rId36"/>
    <p:sldId id="332" r:id="rId37"/>
    <p:sldId id="333" r:id="rId38"/>
    <p:sldId id="334" r:id="rId39"/>
    <p:sldId id="335" r:id="rId40"/>
    <p:sldId id="336" r:id="rId41"/>
    <p:sldId id="337" r:id="rId42"/>
    <p:sldId id="338" r:id="rId43"/>
    <p:sldId id="339" r:id="rId44"/>
    <p:sldId id="340" r:id="rId45"/>
    <p:sldId id="341" r:id="rId46"/>
    <p:sldId id="342" r:id="rId47"/>
    <p:sldId id="343" r:id="rId48"/>
    <p:sldId id="344" r:id="rId49"/>
    <p:sldId id="345" r:id="rId50"/>
  </p:sldIdLst>
  <p:sldSz type="screen16x9" cy="6858000" cx="12192000"/>
  <p:notesSz cx="6858000" cy="9144000"/>
  <p:defaultText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p:present/>
    <p:sldAll/>
    <p:penClr>
      <a:prstClr val="red"/>
    </p:penClr>
  </p:showPr>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p:restoredLeft sz="15620"/>
    <p:restoredTop sz="94660"/>
  </p:normalViewPr>
  <p:slideViewPr>
    <p:cSldViewPr snapToGrid="0">
      <p:cViewPr varScale="1">
        <p:scale>
          <a:sx n="68" d="100"/>
          <a:sy n="68" d="100"/>
        </p:scale>
        <p:origin x="792" y="72"/>
      </p:cViewPr>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tableStyles" Target="tableStyles.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E9E6BEB-EB7A-4DC0-AF18-EB7134966720}" type="doc">
      <dgm:prSet loTypeId="urn:microsoft.com/office/officeart/2005/8/layout/default" loCatId="list" qsTypeId="urn:microsoft.com/office/officeart/2005/8/quickstyle/simple1" qsCatId="simple" csTypeId="urn:microsoft.com/office/officeart/2005/8/colors/colorful1" csCatId="colorful" phldr="1"/>
      <dgm:spPr/>
      <dgm:t>
        <a:bodyPr/>
        <a:lstStyle/>
        <a:p>
          <a:endParaRPr lang="en-US"/>
        </a:p>
      </dgm:t>
    </dgm:pt>
    <dgm:pt modelId="{1DB8377E-4AB7-4390-BBE3-39BE440F6CE9}">
      <dgm:prSet phldrT="[Text]"/>
      <dgm:spPr/>
      <dgm:t>
        <a:bodyPr/>
        <a:lstStyle/>
        <a:p>
          <a:r>
            <a:rPr lang="en-US" dirty="0"/>
            <a:t>Memorandum</a:t>
          </a:r>
        </a:p>
      </dgm:t>
    </dgm:pt>
    <dgm:pt modelId="{15FA4D3B-0555-4C59-BD2F-96361B419E67}" type="parTrans" cxnId="{76C3EC56-F24D-4A63-B726-93D40370BEA3}">
      <dgm:prSet/>
      <dgm:spPr/>
      <dgm:t>
        <a:bodyPr/>
        <a:lstStyle/>
        <a:p>
          <a:endParaRPr lang="en-US"/>
        </a:p>
      </dgm:t>
    </dgm:pt>
    <dgm:pt modelId="{18BFE943-BC21-401B-A649-B0E7EF97EB27}" type="sibTrans" cxnId="{76C3EC56-F24D-4A63-B726-93D40370BEA3}">
      <dgm:prSet/>
      <dgm:spPr/>
      <dgm:t>
        <a:bodyPr/>
        <a:lstStyle/>
        <a:p>
          <a:endParaRPr lang="en-US"/>
        </a:p>
      </dgm:t>
    </dgm:pt>
    <dgm:pt modelId="{5BFE06FA-9CBE-44D4-B143-9679ECC2C008}">
      <dgm:prSet phldrT="[Text]"/>
      <dgm:spPr/>
      <dgm:t>
        <a:bodyPr/>
        <a:lstStyle/>
        <a:p>
          <a:r>
            <a:rPr lang="en-US" dirty="0"/>
            <a:t>Formal letters</a:t>
          </a:r>
        </a:p>
      </dgm:t>
    </dgm:pt>
    <dgm:pt modelId="{6A1E91E0-1C1F-4FF9-95F3-2C734AB66AA0}" type="parTrans" cxnId="{8B90D162-B19B-4EFE-98DC-BBE3ED02674E}">
      <dgm:prSet/>
      <dgm:spPr/>
      <dgm:t>
        <a:bodyPr/>
        <a:lstStyle/>
        <a:p>
          <a:endParaRPr lang="en-US"/>
        </a:p>
      </dgm:t>
    </dgm:pt>
    <dgm:pt modelId="{EB6374C0-B80D-427F-AC19-F2783F65FDAE}" type="sibTrans" cxnId="{8B90D162-B19B-4EFE-98DC-BBE3ED02674E}">
      <dgm:prSet/>
      <dgm:spPr/>
      <dgm:t>
        <a:bodyPr/>
        <a:lstStyle/>
        <a:p>
          <a:endParaRPr lang="en-US"/>
        </a:p>
      </dgm:t>
    </dgm:pt>
    <dgm:pt modelId="{3492567D-5640-41E6-A408-30843C4E1FFA}" type="pres">
      <dgm:prSet presAssocID="{1E9E6BEB-EB7A-4DC0-AF18-EB7134966720}" presName="diagram" presStyleCnt="0">
        <dgm:presLayoutVars>
          <dgm:dir/>
          <dgm:resizeHandles val="exact"/>
        </dgm:presLayoutVars>
      </dgm:prSet>
      <dgm:spPr/>
    </dgm:pt>
    <dgm:pt modelId="{2B904958-E99C-492A-900F-8877AA3F3322}" type="pres">
      <dgm:prSet presAssocID="{1DB8377E-4AB7-4390-BBE3-39BE440F6CE9}" presName="node" presStyleLbl="node1" presStyleIdx="0" presStyleCnt="2">
        <dgm:presLayoutVars>
          <dgm:bulletEnabled val="1"/>
        </dgm:presLayoutVars>
      </dgm:prSet>
      <dgm:spPr/>
    </dgm:pt>
    <dgm:pt modelId="{15DED1C0-2672-450E-93D7-9E6CF4896FAF}" type="pres">
      <dgm:prSet presAssocID="{18BFE943-BC21-401B-A649-B0E7EF97EB27}" presName="sibTrans" presStyleCnt="0"/>
      <dgm:spPr/>
    </dgm:pt>
    <dgm:pt modelId="{42BD8AAC-A520-464A-92E4-3DA3656EB457}" type="pres">
      <dgm:prSet presAssocID="{5BFE06FA-9CBE-44D4-B143-9679ECC2C008}" presName="node" presStyleLbl="node1" presStyleIdx="1" presStyleCnt="2">
        <dgm:presLayoutVars>
          <dgm:bulletEnabled val="1"/>
        </dgm:presLayoutVars>
      </dgm:prSet>
      <dgm:spPr/>
    </dgm:pt>
  </dgm:ptLst>
  <dgm:cxnLst>
    <dgm:cxn modelId="{ADA7682C-4932-491B-9E1A-1A3BD5298C34}" type="presOf" srcId="{5BFE06FA-9CBE-44D4-B143-9679ECC2C008}" destId="{42BD8AAC-A520-464A-92E4-3DA3656EB457}" srcOrd="0" destOrd="0" presId="urn:microsoft.com/office/officeart/2005/8/layout/default"/>
    <dgm:cxn modelId="{8B90D162-B19B-4EFE-98DC-BBE3ED02674E}" srcId="{1E9E6BEB-EB7A-4DC0-AF18-EB7134966720}" destId="{5BFE06FA-9CBE-44D4-B143-9679ECC2C008}" srcOrd="1" destOrd="0" parTransId="{6A1E91E0-1C1F-4FF9-95F3-2C734AB66AA0}" sibTransId="{EB6374C0-B80D-427F-AC19-F2783F65FDAE}"/>
    <dgm:cxn modelId="{76C3EC56-F24D-4A63-B726-93D40370BEA3}" srcId="{1E9E6BEB-EB7A-4DC0-AF18-EB7134966720}" destId="{1DB8377E-4AB7-4390-BBE3-39BE440F6CE9}" srcOrd="0" destOrd="0" parTransId="{15FA4D3B-0555-4C59-BD2F-96361B419E67}" sibTransId="{18BFE943-BC21-401B-A649-B0E7EF97EB27}"/>
    <dgm:cxn modelId="{512735B8-FDBF-4707-B24A-E332CF043BE2}" type="presOf" srcId="{1E9E6BEB-EB7A-4DC0-AF18-EB7134966720}" destId="{3492567D-5640-41E6-A408-30843C4E1FFA}" srcOrd="0" destOrd="0" presId="urn:microsoft.com/office/officeart/2005/8/layout/default"/>
    <dgm:cxn modelId="{F8284EBE-9EA3-40FA-895C-CB3EF8430F45}" type="presOf" srcId="{1DB8377E-4AB7-4390-BBE3-39BE440F6CE9}" destId="{2B904958-E99C-492A-900F-8877AA3F3322}" srcOrd="0" destOrd="0" presId="urn:microsoft.com/office/officeart/2005/8/layout/default"/>
    <dgm:cxn modelId="{2D60240C-AC30-45F2-AA66-94F862063E9F}" type="presParOf" srcId="{3492567D-5640-41E6-A408-30843C4E1FFA}" destId="{2B904958-E99C-492A-900F-8877AA3F3322}" srcOrd="0" destOrd="0" presId="urn:microsoft.com/office/officeart/2005/8/layout/default"/>
    <dgm:cxn modelId="{C430239E-04D5-4F49-ADE0-21E48C421633}" type="presParOf" srcId="{3492567D-5640-41E6-A408-30843C4E1FFA}" destId="{15DED1C0-2672-450E-93D7-9E6CF4896FAF}" srcOrd="1" destOrd="0" presId="urn:microsoft.com/office/officeart/2005/8/layout/default"/>
    <dgm:cxn modelId="{5B23B2DB-CBE6-4E7C-A007-8C93F432E9AE}" type="presParOf" srcId="{3492567D-5640-41E6-A408-30843C4E1FFA}" destId="{42BD8AAC-A520-464A-92E4-3DA3656EB457}" srcOrd="2" destOrd="0" presId="urn:microsoft.com/office/officeart/2005/8/layout/default"/>
  </dgm:cxnLst>
  <dgm:bg/>
  <dgm:whole/>
  <dgm:extLst>
    <a:ext uri="http://schemas.microsoft.com/office/drawing/2008/diagram">
      <dsp:dataModelExt xmlns:dsp="http://schemas.microsoft.com/office/drawing/2008/diagram" relId="rId3"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CF587FB-AD61-41C2-9988-721C07774175}" type="doc">
      <dgm:prSet loTypeId="urn:microsoft.com/office/officeart/2005/8/layout/list1" loCatId="list" qsTypeId="urn:microsoft.com/office/officeart/2005/8/quickstyle/simple5" qsCatId="simple" csTypeId="urn:microsoft.com/office/officeart/2005/8/colors/colorful5" csCatId="colorful" phldr="1"/>
      <dgm:spPr/>
      <dgm:t>
        <a:bodyPr/>
        <a:lstStyle/>
        <a:p>
          <a:endParaRPr lang="en-US"/>
        </a:p>
      </dgm:t>
    </dgm:pt>
    <dgm:pt modelId="{04EB0970-9C60-42C7-87F5-BCE3AB8E252B}">
      <dgm:prSet phldrT="[Text]"/>
      <dgm:spPr/>
      <dgm:t>
        <a:bodyPr/>
        <a:lstStyle/>
        <a:p>
          <a:r>
            <a:rPr lang="en-US" dirty="0"/>
            <a:t>Full Block</a:t>
          </a:r>
        </a:p>
      </dgm:t>
    </dgm:pt>
    <dgm:pt modelId="{AE94D4D2-876D-4BCB-8FE8-187643D59393}" type="parTrans" cxnId="{7C6A499C-6A15-4145-8898-966F9E702441}">
      <dgm:prSet/>
      <dgm:spPr/>
      <dgm:t>
        <a:bodyPr/>
        <a:lstStyle/>
        <a:p>
          <a:endParaRPr lang="en-US"/>
        </a:p>
      </dgm:t>
    </dgm:pt>
    <dgm:pt modelId="{AF99FAE5-E631-45D3-8FF3-5A278C389D87}" type="sibTrans" cxnId="{7C6A499C-6A15-4145-8898-966F9E702441}">
      <dgm:prSet/>
      <dgm:spPr/>
      <dgm:t>
        <a:bodyPr/>
        <a:lstStyle/>
        <a:p>
          <a:endParaRPr lang="en-US"/>
        </a:p>
      </dgm:t>
    </dgm:pt>
    <dgm:pt modelId="{9CBF0BA5-1ECE-4603-B392-637622242976}">
      <dgm:prSet phldrT="[Text]"/>
      <dgm:spPr/>
      <dgm:t>
        <a:bodyPr/>
        <a:lstStyle/>
        <a:p>
          <a:r>
            <a:rPr lang="en-US" dirty="0"/>
            <a:t>Modified Block</a:t>
          </a:r>
        </a:p>
      </dgm:t>
    </dgm:pt>
    <dgm:pt modelId="{7C21126D-FABE-4BFF-83D4-63A117FB5260}" type="parTrans" cxnId="{601B859C-2494-44E1-AA42-E9C66615D0FF}">
      <dgm:prSet/>
      <dgm:spPr/>
      <dgm:t>
        <a:bodyPr/>
        <a:lstStyle/>
        <a:p>
          <a:endParaRPr lang="en-US"/>
        </a:p>
      </dgm:t>
    </dgm:pt>
    <dgm:pt modelId="{EDCCF579-140D-4296-9FB8-0D2F067E19C6}" type="sibTrans" cxnId="{601B859C-2494-44E1-AA42-E9C66615D0FF}">
      <dgm:prSet/>
      <dgm:spPr/>
      <dgm:t>
        <a:bodyPr/>
        <a:lstStyle/>
        <a:p>
          <a:endParaRPr lang="en-US"/>
        </a:p>
      </dgm:t>
    </dgm:pt>
    <dgm:pt modelId="{A069246E-DD02-4CBF-8B2B-D96EE7C6DA68}">
      <dgm:prSet phldrT="[Text]"/>
      <dgm:spPr/>
      <dgm:t>
        <a:bodyPr/>
        <a:lstStyle/>
        <a:p>
          <a:r>
            <a:rPr lang="en-US" dirty="0"/>
            <a:t>Semi-Block</a:t>
          </a:r>
        </a:p>
      </dgm:t>
    </dgm:pt>
    <dgm:pt modelId="{A78E4075-A21A-4AD8-9835-0E976AB11262}" type="parTrans" cxnId="{C70C6C3F-DC22-4F9D-A2CD-82CFD5993109}">
      <dgm:prSet/>
      <dgm:spPr/>
      <dgm:t>
        <a:bodyPr/>
        <a:lstStyle/>
        <a:p>
          <a:endParaRPr lang="en-US"/>
        </a:p>
      </dgm:t>
    </dgm:pt>
    <dgm:pt modelId="{EEB142D4-046A-449E-BD7E-E4DE593ED3B2}" type="sibTrans" cxnId="{C70C6C3F-DC22-4F9D-A2CD-82CFD5993109}">
      <dgm:prSet/>
      <dgm:spPr/>
      <dgm:t>
        <a:bodyPr/>
        <a:lstStyle/>
        <a:p>
          <a:endParaRPr lang="en-US"/>
        </a:p>
      </dgm:t>
    </dgm:pt>
    <dgm:pt modelId="{0DF3A12F-8054-448E-8B03-9220BC8A03A5}" type="pres">
      <dgm:prSet presAssocID="{1CF587FB-AD61-41C2-9988-721C07774175}" presName="linear" presStyleCnt="0">
        <dgm:presLayoutVars>
          <dgm:dir/>
          <dgm:animLvl val="lvl"/>
          <dgm:resizeHandles val="exact"/>
        </dgm:presLayoutVars>
      </dgm:prSet>
      <dgm:spPr/>
    </dgm:pt>
    <dgm:pt modelId="{FDD9FB9D-B3ED-4F3C-8E1F-E45E6C6F7EE4}" type="pres">
      <dgm:prSet presAssocID="{04EB0970-9C60-42C7-87F5-BCE3AB8E252B}" presName="parentLin" presStyleCnt="0"/>
      <dgm:spPr/>
    </dgm:pt>
    <dgm:pt modelId="{3397E234-18C8-459F-A786-C4F085D8701D}" type="pres">
      <dgm:prSet presAssocID="{04EB0970-9C60-42C7-87F5-BCE3AB8E252B}" presName="parentLeftMargin" presStyleLbl="node1" presStyleIdx="0" presStyleCnt="3"/>
      <dgm:spPr/>
    </dgm:pt>
    <dgm:pt modelId="{AF0A86D2-0777-4B0F-9F4F-B2F4C4E7FE22}" type="pres">
      <dgm:prSet presAssocID="{04EB0970-9C60-42C7-87F5-BCE3AB8E252B}" presName="parentText" presStyleLbl="node1" presStyleIdx="0" presStyleCnt="3">
        <dgm:presLayoutVars>
          <dgm:chMax val="0"/>
          <dgm:bulletEnabled val="1"/>
        </dgm:presLayoutVars>
      </dgm:prSet>
      <dgm:spPr/>
    </dgm:pt>
    <dgm:pt modelId="{8987D2A9-25BF-43A0-AEDD-DE908C1B7D67}" type="pres">
      <dgm:prSet presAssocID="{04EB0970-9C60-42C7-87F5-BCE3AB8E252B}" presName="negativeSpace" presStyleCnt="0"/>
      <dgm:spPr/>
    </dgm:pt>
    <dgm:pt modelId="{0FAFF1B9-917B-4C64-8F60-7DE0F6EF1DB2}" type="pres">
      <dgm:prSet presAssocID="{04EB0970-9C60-42C7-87F5-BCE3AB8E252B}" presName="childText" presStyleLbl="conFgAcc1" presStyleIdx="0" presStyleCnt="3">
        <dgm:presLayoutVars>
          <dgm:bulletEnabled val="1"/>
        </dgm:presLayoutVars>
      </dgm:prSet>
      <dgm:spPr/>
    </dgm:pt>
    <dgm:pt modelId="{86F69B7C-F969-4A61-A172-CEBF745182BD}" type="pres">
      <dgm:prSet presAssocID="{AF99FAE5-E631-45D3-8FF3-5A278C389D87}" presName="spaceBetweenRectangles" presStyleCnt="0"/>
      <dgm:spPr/>
    </dgm:pt>
    <dgm:pt modelId="{6C4979C8-BBD3-4E26-BDC6-EA52CD7E3728}" type="pres">
      <dgm:prSet presAssocID="{9CBF0BA5-1ECE-4603-B392-637622242976}" presName="parentLin" presStyleCnt="0"/>
      <dgm:spPr/>
    </dgm:pt>
    <dgm:pt modelId="{65FE2F27-0AD9-488F-9DF4-B7CF1AF9BF3F}" type="pres">
      <dgm:prSet presAssocID="{9CBF0BA5-1ECE-4603-B392-637622242976}" presName="parentLeftMargin" presStyleLbl="node1" presStyleIdx="0" presStyleCnt="3"/>
      <dgm:spPr/>
    </dgm:pt>
    <dgm:pt modelId="{BFB3618C-778D-41D6-8985-B828429AFDEF}" type="pres">
      <dgm:prSet presAssocID="{9CBF0BA5-1ECE-4603-B392-637622242976}" presName="parentText" presStyleLbl="node1" presStyleIdx="1" presStyleCnt="3">
        <dgm:presLayoutVars>
          <dgm:chMax val="0"/>
          <dgm:bulletEnabled val="1"/>
        </dgm:presLayoutVars>
      </dgm:prSet>
      <dgm:spPr/>
    </dgm:pt>
    <dgm:pt modelId="{92659130-EBC1-4A47-966B-AE7C0FA80F80}" type="pres">
      <dgm:prSet presAssocID="{9CBF0BA5-1ECE-4603-B392-637622242976}" presName="negativeSpace" presStyleCnt="0"/>
      <dgm:spPr/>
    </dgm:pt>
    <dgm:pt modelId="{42766CD9-F2E0-4A09-9C91-6D9FAA5FB566}" type="pres">
      <dgm:prSet presAssocID="{9CBF0BA5-1ECE-4603-B392-637622242976}" presName="childText" presStyleLbl="conFgAcc1" presStyleIdx="1" presStyleCnt="3">
        <dgm:presLayoutVars>
          <dgm:bulletEnabled val="1"/>
        </dgm:presLayoutVars>
      </dgm:prSet>
      <dgm:spPr/>
    </dgm:pt>
    <dgm:pt modelId="{7C889029-F02E-4C7B-9109-521A38A49BB9}" type="pres">
      <dgm:prSet presAssocID="{EDCCF579-140D-4296-9FB8-0D2F067E19C6}" presName="spaceBetweenRectangles" presStyleCnt="0"/>
      <dgm:spPr/>
    </dgm:pt>
    <dgm:pt modelId="{2A8DC53F-F4FF-42CE-9CB1-E3CE2A369447}" type="pres">
      <dgm:prSet presAssocID="{A069246E-DD02-4CBF-8B2B-D96EE7C6DA68}" presName="parentLin" presStyleCnt="0"/>
      <dgm:spPr/>
    </dgm:pt>
    <dgm:pt modelId="{AC52ABA3-875A-478D-87D9-A10104E5E208}" type="pres">
      <dgm:prSet presAssocID="{A069246E-DD02-4CBF-8B2B-D96EE7C6DA68}" presName="parentLeftMargin" presStyleLbl="node1" presStyleIdx="1" presStyleCnt="3"/>
      <dgm:spPr/>
    </dgm:pt>
    <dgm:pt modelId="{69B425DA-CF4E-4706-B5D2-1EFB999D1CB3}" type="pres">
      <dgm:prSet presAssocID="{A069246E-DD02-4CBF-8B2B-D96EE7C6DA68}" presName="parentText" presStyleLbl="node1" presStyleIdx="2" presStyleCnt="3">
        <dgm:presLayoutVars>
          <dgm:chMax val="0"/>
          <dgm:bulletEnabled val="1"/>
        </dgm:presLayoutVars>
      </dgm:prSet>
      <dgm:spPr/>
    </dgm:pt>
    <dgm:pt modelId="{A02334E7-A820-400A-B555-83F53B2D6556}" type="pres">
      <dgm:prSet presAssocID="{A069246E-DD02-4CBF-8B2B-D96EE7C6DA68}" presName="negativeSpace" presStyleCnt="0"/>
      <dgm:spPr/>
    </dgm:pt>
    <dgm:pt modelId="{A26D18F2-E270-458A-8A93-CA151B35564E}" type="pres">
      <dgm:prSet presAssocID="{A069246E-DD02-4CBF-8B2B-D96EE7C6DA68}" presName="childText" presStyleLbl="conFgAcc1" presStyleIdx="2" presStyleCnt="3">
        <dgm:presLayoutVars>
          <dgm:bulletEnabled val="1"/>
        </dgm:presLayoutVars>
      </dgm:prSet>
      <dgm:spPr/>
    </dgm:pt>
  </dgm:ptLst>
  <dgm:cxnLst>
    <dgm:cxn modelId="{B6A9E521-C775-408D-8FBE-D2E9B00D5DDA}" type="presOf" srcId="{9CBF0BA5-1ECE-4603-B392-637622242976}" destId="{65FE2F27-0AD9-488F-9DF4-B7CF1AF9BF3F}" srcOrd="0" destOrd="0" presId="urn:microsoft.com/office/officeart/2005/8/layout/list1"/>
    <dgm:cxn modelId="{C70C6C3F-DC22-4F9D-A2CD-82CFD5993109}" srcId="{1CF587FB-AD61-41C2-9988-721C07774175}" destId="{A069246E-DD02-4CBF-8B2B-D96EE7C6DA68}" srcOrd="2" destOrd="0" parTransId="{A78E4075-A21A-4AD8-9835-0E976AB11262}" sibTransId="{EEB142D4-046A-449E-BD7E-E4DE593ED3B2}"/>
    <dgm:cxn modelId="{6F75EE41-77F9-4447-9D7E-9605AB9939D1}" type="presOf" srcId="{9CBF0BA5-1ECE-4603-B392-637622242976}" destId="{BFB3618C-778D-41D6-8985-B828429AFDEF}" srcOrd="1" destOrd="0" presId="urn:microsoft.com/office/officeart/2005/8/layout/list1"/>
    <dgm:cxn modelId="{B99AD94D-373C-4715-BDE9-AE3B452E03A4}" type="presOf" srcId="{A069246E-DD02-4CBF-8B2B-D96EE7C6DA68}" destId="{AC52ABA3-875A-478D-87D9-A10104E5E208}" srcOrd="0" destOrd="0" presId="urn:microsoft.com/office/officeart/2005/8/layout/list1"/>
    <dgm:cxn modelId="{64A57876-AC8E-4C06-ABD0-E618768E8A5C}" type="presOf" srcId="{04EB0970-9C60-42C7-87F5-BCE3AB8E252B}" destId="{AF0A86D2-0777-4B0F-9F4F-B2F4C4E7FE22}" srcOrd="1" destOrd="0" presId="urn:microsoft.com/office/officeart/2005/8/layout/list1"/>
    <dgm:cxn modelId="{4E114D84-7215-4F98-99D2-5D78EB550CB5}" type="presOf" srcId="{04EB0970-9C60-42C7-87F5-BCE3AB8E252B}" destId="{3397E234-18C8-459F-A786-C4F085D8701D}" srcOrd="0" destOrd="0" presId="urn:microsoft.com/office/officeart/2005/8/layout/list1"/>
    <dgm:cxn modelId="{7C6A499C-6A15-4145-8898-966F9E702441}" srcId="{1CF587FB-AD61-41C2-9988-721C07774175}" destId="{04EB0970-9C60-42C7-87F5-BCE3AB8E252B}" srcOrd="0" destOrd="0" parTransId="{AE94D4D2-876D-4BCB-8FE8-187643D59393}" sibTransId="{AF99FAE5-E631-45D3-8FF3-5A278C389D87}"/>
    <dgm:cxn modelId="{601B859C-2494-44E1-AA42-E9C66615D0FF}" srcId="{1CF587FB-AD61-41C2-9988-721C07774175}" destId="{9CBF0BA5-1ECE-4603-B392-637622242976}" srcOrd="1" destOrd="0" parTransId="{7C21126D-FABE-4BFF-83D4-63A117FB5260}" sibTransId="{EDCCF579-140D-4296-9FB8-0D2F067E19C6}"/>
    <dgm:cxn modelId="{09503CD8-D490-4F93-AD9E-78A7957E5CD0}" type="presOf" srcId="{A069246E-DD02-4CBF-8B2B-D96EE7C6DA68}" destId="{69B425DA-CF4E-4706-B5D2-1EFB999D1CB3}" srcOrd="1" destOrd="0" presId="urn:microsoft.com/office/officeart/2005/8/layout/list1"/>
    <dgm:cxn modelId="{E9AC23FD-016F-4F50-A83E-3276D504AC0B}" type="presOf" srcId="{1CF587FB-AD61-41C2-9988-721C07774175}" destId="{0DF3A12F-8054-448E-8B03-9220BC8A03A5}" srcOrd="0" destOrd="0" presId="urn:microsoft.com/office/officeart/2005/8/layout/list1"/>
    <dgm:cxn modelId="{7DC4E77E-F4FE-4DEF-A727-876D15669B48}" type="presParOf" srcId="{0DF3A12F-8054-448E-8B03-9220BC8A03A5}" destId="{FDD9FB9D-B3ED-4F3C-8E1F-E45E6C6F7EE4}" srcOrd="0" destOrd="0" presId="urn:microsoft.com/office/officeart/2005/8/layout/list1"/>
    <dgm:cxn modelId="{919FA0B4-3CD0-40F8-817D-F90717AB6522}" type="presParOf" srcId="{FDD9FB9D-B3ED-4F3C-8E1F-E45E6C6F7EE4}" destId="{3397E234-18C8-459F-A786-C4F085D8701D}" srcOrd="0" destOrd="0" presId="urn:microsoft.com/office/officeart/2005/8/layout/list1"/>
    <dgm:cxn modelId="{BBA9CEA7-3AF9-43A8-A56A-75D657DAD997}" type="presParOf" srcId="{FDD9FB9D-B3ED-4F3C-8E1F-E45E6C6F7EE4}" destId="{AF0A86D2-0777-4B0F-9F4F-B2F4C4E7FE22}" srcOrd="1" destOrd="0" presId="urn:microsoft.com/office/officeart/2005/8/layout/list1"/>
    <dgm:cxn modelId="{3577A317-9BAF-43A1-AA5E-5DC96A9418DF}" type="presParOf" srcId="{0DF3A12F-8054-448E-8B03-9220BC8A03A5}" destId="{8987D2A9-25BF-43A0-AEDD-DE908C1B7D67}" srcOrd="1" destOrd="0" presId="urn:microsoft.com/office/officeart/2005/8/layout/list1"/>
    <dgm:cxn modelId="{B3761004-B966-40D2-B8B0-B4536563E86D}" type="presParOf" srcId="{0DF3A12F-8054-448E-8B03-9220BC8A03A5}" destId="{0FAFF1B9-917B-4C64-8F60-7DE0F6EF1DB2}" srcOrd="2" destOrd="0" presId="urn:microsoft.com/office/officeart/2005/8/layout/list1"/>
    <dgm:cxn modelId="{4D0B1A6E-AAAD-4E21-B8B4-CC1449B0FF97}" type="presParOf" srcId="{0DF3A12F-8054-448E-8B03-9220BC8A03A5}" destId="{86F69B7C-F969-4A61-A172-CEBF745182BD}" srcOrd="3" destOrd="0" presId="urn:microsoft.com/office/officeart/2005/8/layout/list1"/>
    <dgm:cxn modelId="{EAE666DC-DF5B-45AC-A069-6EBBD5C45B84}" type="presParOf" srcId="{0DF3A12F-8054-448E-8B03-9220BC8A03A5}" destId="{6C4979C8-BBD3-4E26-BDC6-EA52CD7E3728}" srcOrd="4" destOrd="0" presId="urn:microsoft.com/office/officeart/2005/8/layout/list1"/>
    <dgm:cxn modelId="{2DF32696-3130-4A9A-9102-D61AD26EF010}" type="presParOf" srcId="{6C4979C8-BBD3-4E26-BDC6-EA52CD7E3728}" destId="{65FE2F27-0AD9-488F-9DF4-B7CF1AF9BF3F}" srcOrd="0" destOrd="0" presId="urn:microsoft.com/office/officeart/2005/8/layout/list1"/>
    <dgm:cxn modelId="{C534AF4D-1FB0-4CC9-A13F-827482308CAE}" type="presParOf" srcId="{6C4979C8-BBD3-4E26-BDC6-EA52CD7E3728}" destId="{BFB3618C-778D-41D6-8985-B828429AFDEF}" srcOrd="1" destOrd="0" presId="urn:microsoft.com/office/officeart/2005/8/layout/list1"/>
    <dgm:cxn modelId="{38E7D36D-05FB-4846-950E-CFDCCDAF2D35}" type="presParOf" srcId="{0DF3A12F-8054-448E-8B03-9220BC8A03A5}" destId="{92659130-EBC1-4A47-966B-AE7C0FA80F80}" srcOrd="5" destOrd="0" presId="urn:microsoft.com/office/officeart/2005/8/layout/list1"/>
    <dgm:cxn modelId="{E54416DF-C801-43F7-8118-25A59D5D6DC6}" type="presParOf" srcId="{0DF3A12F-8054-448E-8B03-9220BC8A03A5}" destId="{42766CD9-F2E0-4A09-9C91-6D9FAA5FB566}" srcOrd="6" destOrd="0" presId="urn:microsoft.com/office/officeart/2005/8/layout/list1"/>
    <dgm:cxn modelId="{87AA38D9-1217-41C4-9ACD-E16D84A25291}" type="presParOf" srcId="{0DF3A12F-8054-448E-8B03-9220BC8A03A5}" destId="{7C889029-F02E-4C7B-9109-521A38A49BB9}" srcOrd="7" destOrd="0" presId="urn:microsoft.com/office/officeart/2005/8/layout/list1"/>
    <dgm:cxn modelId="{C7E17FFA-0AF4-4C2E-8817-17E7105A8AE5}" type="presParOf" srcId="{0DF3A12F-8054-448E-8B03-9220BC8A03A5}" destId="{2A8DC53F-F4FF-42CE-9CB1-E3CE2A369447}" srcOrd="8" destOrd="0" presId="urn:microsoft.com/office/officeart/2005/8/layout/list1"/>
    <dgm:cxn modelId="{643284DA-5E0A-495B-A272-F9AFDD86846A}" type="presParOf" srcId="{2A8DC53F-F4FF-42CE-9CB1-E3CE2A369447}" destId="{AC52ABA3-875A-478D-87D9-A10104E5E208}" srcOrd="0" destOrd="0" presId="urn:microsoft.com/office/officeart/2005/8/layout/list1"/>
    <dgm:cxn modelId="{9E72C679-0102-42A8-9E37-866E26FC6AC0}" type="presParOf" srcId="{2A8DC53F-F4FF-42CE-9CB1-E3CE2A369447}" destId="{69B425DA-CF4E-4706-B5D2-1EFB999D1CB3}" srcOrd="1" destOrd="0" presId="urn:microsoft.com/office/officeart/2005/8/layout/list1"/>
    <dgm:cxn modelId="{4C4AF835-2188-456A-9195-E21ACFA63047}" type="presParOf" srcId="{0DF3A12F-8054-448E-8B03-9220BC8A03A5}" destId="{A02334E7-A820-400A-B555-83F53B2D6556}" srcOrd="9" destOrd="0" presId="urn:microsoft.com/office/officeart/2005/8/layout/list1"/>
    <dgm:cxn modelId="{E93C4DDA-0D0B-44C3-A7FE-1B92A5C5D361}" type="presParOf" srcId="{0DF3A12F-8054-448E-8B03-9220BC8A03A5}" destId="{A26D18F2-E270-458A-8A93-CA151B35564E}" srcOrd="10" destOrd="0" presId="urn:microsoft.com/office/officeart/2005/8/layout/list1"/>
  </dgm:cxnLst>
  <dgm:bg/>
  <dgm:whole/>
  <dgm:extLst>
    <a:ext uri="http://schemas.microsoft.com/office/drawing/2008/diagram">
      <dsp:dataModelExt xmlns:dsp="http://schemas.microsoft.com/office/drawing/2008/diagram" relId="rId3"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904958-E99C-492A-900F-8877AA3F3322}">
      <dsp:nvSpPr>
        <dsp:cNvPr id="0" name=""/>
        <dsp:cNvSpPr/>
      </dsp:nvSpPr>
      <dsp:spPr>
        <a:xfrm>
          <a:off x="1049" y="948150"/>
          <a:ext cx="4091726" cy="2455036"/>
        </a:xfrm>
        <a:prstGeom prst="rect">
          <a:avLst/>
        </a:prstGeom>
        <a:solidFill>
          <a:schemeClr val="accent2">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1450" tIns="171450" rIns="171450" bIns="171450" numCol="1" spcCol="1270" anchor="ctr" anchorCtr="0">
          <a:noAutofit/>
        </a:bodyPr>
        <a:lstStyle/>
        <a:p>
          <a:pPr marL="0" lvl="0" indent="0" algn="ctr" defTabSz="2000250">
            <a:lnSpc>
              <a:spcPct val="90000"/>
            </a:lnSpc>
            <a:spcBef>
              <a:spcPct val="0"/>
            </a:spcBef>
            <a:spcAft>
              <a:spcPct val="35000"/>
            </a:spcAft>
            <a:buNone/>
          </a:pPr>
          <a:r>
            <a:rPr lang="en-US" sz="4500" kern="1200" dirty="0"/>
            <a:t>Memorandum </a:t>
          </a:r>
        </a:p>
      </dsp:txBody>
      <dsp:txXfrm>
        <a:off x="1049" y="948150"/>
        <a:ext cx="4091726" cy="2455036"/>
      </dsp:txXfrm>
    </dsp:sp>
    <dsp:sp modelId="{42BD8AAC-A520-464A-92E4-3DA3656EB457}">
      <dsp:nvSpPr>
        <dsp:cNvPr id="0" name=""/>
        <dsp:cNvSpPr/>
      </dsp:nvSpPr>
      <dsp:spPr>
        <a:xfrm>
          <a:off x="4501948" y="948150"/>
          <a:ext cx="4091726" cy="2455036"/>
        </a:xfrm>
        <a:prstGeom prst="rect">
          <a:avLst/>
        </a:prstGeom>
        <a:solidFill>
          <a:schemeClr val="accent3">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1450" tIns="171450" rIns="171450" bIns="171450" numCol="1" spcCol="1270" anchor="ctr" anchorCtr="0">
          <a:noAutofit/>
        </a:bodyPr>
        <a:lstStyle/>
        <a:p>
          <a:pPr marL="0" lvl="0" indent="0" algn="ctr" defTabSz="2000250">
            <a:lnSpc>
              <a:spcPct val="90000"/>
            </a:lnSpc>
            <a:spcBef>
              <a:spcPct val="0"/>
            </a:spcBef>
            <a:spcAft>
              <a:spcPct val="35000"/>
            </a:spcAft>
            <a:buNone/>
          </a:pPr>
          <a:r>
            <a:rPr lang="en-US" sz="4500" kern="1200" dirty="0"/>
            <a:t>Formal letters</a:t>
          </a:r>
        </a:p>
      </dsp:txBody>
      <dsp:txXfrm>
        <a:off x="4501948" y="948150"/>
        <a:ext cx="4091726" cy="245503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AFF1B9-917B-4C64-8F60-7DE0F6EF1DB2}">
      <dsp:nvSpPr>
        <dsp:cNvPr id="0" name=""/>
        <dsp:cNvSpPr/>
      </dsp:nvSpPr>
      <dsp:spPr>
        <a:xfrm>
          <a:off x="0" y="593624"/>
          <a:ext cx="8594725" cy="907200"/>
        </a:xfrm>
        <a:prstGeom prst="rect">
          <a:avLst/>
        </a:prstGeom>
        <a:solidFill>
          <a:schemeClr val="lt1">
            <a:alpha val="90000"/>
            <a:hueOff val="0"/>
            <a:satOff val="0"/>
            <a:lumOff val="0"/>
            <a:alphaOff val="0"/>
          </a:schemeClr>
        </a:solidFill>
        <a:ln w="9525" cap="flat" cmpd="sng" algn="ctr">
          <a:solidFill>
            <a:schemeClr val="accent5">
              <a:hueOff val="0"/>
              <a:satOff val="0"/>
              <a:lumOff val="0"/>
              <a:alphaOff val="0"/>
            </a:schemeClr>
          </a:solidFill>
          <a:prstDash val="solid"/>
        </a:ln>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lt1">
              <a:alpha val="90000"/>
              <a:hueOff val="0"/>
              <a:satOff val="0"/>
              <a:lumOff val="0"/>
              <a:alphaOff val="0"/>
              <a:shade val="35000"/>
              <a:satMod val="130000"/>
            </a:schemeClr>
          </a:contourClr>
        </a:sp3d>
      </dsp:spPr>
      <dsp:style>
        <a:lnRef idx="1">
          <a:scrgbClr r="0" g="0" b="0"/>
        </a:lnRef>
        <a:fillRef idx="1">
          <a:scrgbClr r="0" g="0" b="0"/>
        </a:fillRef>
        <a:effectRef idx="2">
          <a:scrgbClr r="0" g="0" b="0"/>
        </a:effectRef>
        <a:fontRef idx="minor"/>
      </dsp:style>
    </dsp:sp>
    <dsp:sp modelId="{AF0A86D2-0777-4B0F-9F4F-B2F4C4E7FE22}">
      <dsp:nvSpPr>
        <dsp:cNvPr id="0" name=""/>
        <dsp:cNvSpPr/>
      </dsp:nvSpPr>
      <dsp:spPr>
        <a:xfrm>
          <a:off x="429736" y="62264"/>
          <a:ext cx="6016307" cy="1062720"/>
        </a:xfrm>
        <a:prstGeom prst="roundRect">
          <a:avLst/>
        </a:prstGeom>
        <a:solidFill>
          <a:schemeClr val="accent5">
            <a:hueOff val="0"/>
            <a:satOff val="0"/>
            <a:lumOff val="0"/>
            <a:alphaOff val="0"/>
          </a:schemeClr>
        </a:solidFill>
        <a:ln>
          <a:noFill/>
        </a:ln>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accent5">
              <a:hueOff val="0"/>
              <a:satOff val="0"/>
              <a:lumOff val="0"/>
              <a:alphaOff val="0"/>
              <a:shade val="25000"/>
              <a:satMod val="14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227402" tIns="0" rIns="227402" bIns="0" numCol="1" spcCol="1270" anchor="ctr" anchorCtr="0">
          <a:noAutofit/>
        </a:bodyPr>
        <a:lstStyle/>
        <a:p>
          <a:pPr marL="0" lvl="0" indent="0" algn="l" defTabSz="1600200">
            <a:lnSpc>
              <a:spcPct val="90000"/>
            </a:lnSpc>
            <a:spcBef>
              <a:spcPct val="0"/>
            </a:spcBef>
            <a:spcAft>
              <a:spcPct val="35000"/>
            </a:spcAft>
            <a:buNone/>
          </a:pPr>
          <a:r>
            <a:rPr lang="en-US" sz="3600" kern="1200" dirty="0"/>
            <a:t>Full Block </a:t>
          </a:r>
        </a:p>
      </dsp:txBody>
      <dsp:txXfrm>
        <a:off x="481614" y="114142"/>
        <a:ext cx="5912551" cy="958964"/>
      </dsp:txXfrm>
    </dsp:sp>
    <dsp:sp modelId="{42766CD9-F2E0-4A09-9C91-6D9FAA5FB566}">
      <dsp:nvSpPr>
        <dsp:cNvPr id="0" name=""/>
        <dsp:cNvSpPr/>
      </dsp:nvSpPr>
      <dsp:spPr>
        <a:xfrm>
          <a:off x="0" y="2226584"/>
          <a:ext cx="8594725" cy="907200"/>
        </a:xfrm>
        <a:prstGeom prst="rect">
          <a:avLst/>
        </a:prstGeom>
        <a:solidFill>
          <a:schemeClr val="lt1">
            <a:alpha val="90000"/>
            <a:hueOff val="0"/>
            <a:satOff val="0"/>
            <a:lumOff val="0"/>
            <a:alphaOff val="0"/>
          </a:schemeClr>
        </a:solidFill>
        <a:ln w="9525" cap="flat" cmpd="sng" algn="ctr">
          <a:solidFill>
            <a:schemeClr val="accent5">
              <a:hueOff val="-9534578"/>
              <a:satOff val="2515"/>
              <a:lumOff val="1275"/>
              <a:alphaOff val="0"/>
            </a:schemeClr>
          </a:solidFill>
          <a:prstDash val="solid"/>
        </a:ln>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lt1">
              <a:alpha val="90000"/>
              <a:hueOff val="0"/>
              <a:satOff val="0"/>
              <a:lumOff val="0"/>
              <a:alphaOff val="0"/>
              <a:shade val="35000"/>
              <a:satMod val="130000"/>
            </a:schemeClr>
          </a:contourClr>
        </a:sp3d>
      </dsp:spPr>
      <dsp:style>
        <a:lnRef idx="1">
          <a:scrgbClr r="0" g="0" b="0"/>
        </a:lnRef>
        <a:fillRef idx="1">
          <a:scrgbClr r="0" g="0" b="0"/>
        </a:fillRef>
        <a:effectRef idx="2">
          <a:scrgbClr r="0" g="0" b="0"/>
        </a:effectRef>
        <a:fontRef idx="minor"/>
      </dsp:style>
    </dsp:sp>
    <dsp:sp modelId="{BFB3618C-778D-41D6-8985-B828429AFDEF}">
      <dsp:nvSpPr>
        <dsp:cNvPr id="0" name=""/>
        <dsp:cNvSpPr/>
      </dsp:nvSpPr>
      <dsp:spPr>
        <a:xfrm>
          <a:off x="429736" y="1695225"/>
          <a:ext cx="6016307" cy="1062720"/>
        </a:xfrm>
        <a:prstGeom prst="roundRect">
          <a:avLst/>
        </a:prstGeom>
        <a:solidFill>
          <a:schemeClr val="accent5">
            <a:hueOff val="-9534578"/>
            <a:satOff val="2515"/>
            <a:lumOff val="1275"/>
            <a:alphaOff val="0"/>
          </a:schemeClr>
        </a:solidFill>
        <a:ln>
          <a:noFill/>
        </a:ln>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accent5">
              <a:hueOff val="-9534578"/>
              <a:satOff val="2515"/>
              <a:lumOff val="1275"/>
              <a:alphaOff val="0"/>
              <a:shade val="25000"/>
              <a:satMod val="14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227402" tIns="0" rIns="227402" bIns="0" numCol="1" spcCol="1270" anchor="ctr" anchorCtr="0">
          <a:noAutofit/>
        </a:bodyPr>
        <a:lstStyle/>
        <a:p>
          <a:pPr marL="0" lvl="0" indent="0" algn="l" defTabSz="1600200">
            <a:lnSpc>
              <a:spcPct val="90000"/>
            </a:lnSpc>
            <a:spcBef>
              <a:spcPct val="0"/>
            </a:spcBef>
            <a:spcAft>
              <a:spcPct val="35000"/>
            </a:spcAft>
            <a:buNone/>
          </a:pPr>
          <a:r>
            <a:rPr lang="en-US" sz="3600" kern="1200" dirty="0"/>
            <a:t>Modified Block</a:t>
          </a:r>
        </a:p>
      </dsp:txBody>
      <dsp:txXfrm>
        <a:off x="481614" y="1747103"/>
        <a:ext cx="5912551" cy="958964"/>
      </dsp:txXfrm>
    </dsp:sp>
    <dsp:sp modelId="{A26D18F2-E270-458A-8A93-CA151B35564E}">
      <dsp:nvSpPr>
        <dsp:cNvPr id="0" name=""/>
        <dsp:cNvSpPr/>
      </dsp:nvSpPr>
      <dsp:spPr>
        <a:xfrm>
          <a:off x="0" y="3859545"/>
          <a:ext cx="8594725" cy="907200"/>
        </a:xfrm>
        <a:prstGeom prst="rect">
          <a:avLst/>
        </a:prstGeom>
        <a:solidFill>
          <a:schemeClr val="lt1">
            <a:alpha val="90000"/>
            <a:hueOff val="0"/>
            <a:satOff val="0"/>
            <a:lumOff val="0"/>
            <a:alphaOff val="0"/>
          </a:schemeClr>
        </a:solidFill>
        <a:ln w="9525" cap="flat" cmpd="sng" algn="ctr">
          <a:solidFill>
            <a:schemeClr val="accent5">
              <a:hueOff val="-19069156"/>
              <a:satOff val="5029"/>
              <a:lumOff val="2549"/>
              <a:alphaOff val="0"/>
            </a:schemeClr>
          </a:solidFill>
          <a:prstDash val="solid"/>
        </a:ln>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lt1">
              <a:alpha val="90000"/>
              <a:hueOff val="0"/>
              <a:satOff val="0"/>
              <a:lumOff val="0"/>
              <a:alphaOff val="0"/>
              <a:shade val="35000"/>
              <a:satMod val="130000"/>
            </a:schemeClr>
          </a:contourClr>
        </a:sp3d>
      </dsp:spPr>
      <dsp:style>
        <a:lnRef idx="1">
          <a:scrgbClr r="0" g="0" b="0"/>
        </a:lnRef>
        <a:fillRef idx="1">
          <a:scrgbClr r="0" g="0" b="0"/>
        </a:fillRef>
        <a:effectRef idx="2">
          <a:scrgbClr r="0" g="0" b="0"/>
        </a:effectRef>
        <a:fontRef idx="minor"/>
      </dsp:style>
    </dsp:sp>
    <dsp:sp modelId="{69B425DA-CF4E-4706-B5D2-1EFB999D1CB3}">
      <dsp:nvSpPr>
        <dsp:cNvPr id="0" name=""/>
        <dsp:cNvSpPr/>
      </dsp:nvSpPr>
      <dsp:spPr>
        <a:xfrm>
          <a:off x="429736" y="3328185"/>
          <a:ext cx="6016307" cy="1062720"/>
        </a:xfrm>
        <a:prstGeom prst="roundRect">
          <a:avLst/>
        </a:prstGeom>
        <a:solidFill>
          <a:schemeClr val="accent5">
            <a:hueOff val="-19069156"/>
            <a:satOff val="5029"/>
            <a:lumOff val="2549"/>
            <a:alphaOff val="0"/>
          </a:schemeClr>
        </a:solidFill>
        <a:ln>
          <a:noFill/>
        </a:ln>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accent5">
              <a:hueOff val="-19069156"/>
              <a:satOff val="5029"/>
              <a:lumOff val="2549"/>
              <a:alphaOff val="0"/>
              <a:shade val="25000"/>
              <a:satMod val="14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227402" tIns="0" rIns="227402" bIns="0" numCol="1" spcCol="1270" anchor="ctr" anchorCtr="0">
          <a:noAutofit/>
        </a:bodyPr>
        <a:lstStyle/>
        <a:p>
          <a:pPr marL="0" lvl="0" indent="0" algn="l" defTabSz="1600200">
            <a:lnSpc>
              <a:spcPct val="90000"/>
            </a:lnSpc>
            <a:spcBef>
              <a:spcPct val="0"/>
            </a:spcBef>
            <a:spcAft>
              <a:spcPct val="35000"/>
            </a:spcAft>
            <a:buNone/>
          </a:pPr>
          <a:r>
            <a:rPr lang="en-US" sz="3600" kern="1200" dirty="0"/>
            <a:t>Semi-Block</a:t>
          </a:r>
        </a:p>
      </dsp:txBody>
      <dsp:txXfrm>
        <a:off x="481614" y="3380063"/>
        <a:ext cx="5912551" cy="958964"/>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21" name=""/>
        <p:cNvGrpSpPr/>
        <p:nvPr/>
      </p:nvGrpSpPr>
      <p:grpSpPr>
        <a:xfrm>
          <a:off x="0" y="0"/>
          <a:ext cx="0" cy="0"/>
          <a:chOff x="0" y="0"/>
          <a:chExt cx="0" cy="0"/>
        </a:xfrm>
      </p:grpSpPr>
      <p:sp>
        <p:nvSpPr>
          <p:cNvPr id="1048711" name="Rectangle 2"/>
          <p:cNvSpPr>
            <a:spLocks noGrp="1" noChangeArrowheads="1"/>
          </p:cNvSpPr>
          <p:nvPr>
            <p:ph type="hdr" sz="quarter"/>
          </p:nvPr>
        </p:nvSpPr>
        <p:spPr bwMode="auto">
          <a:xfrm>
            <a:off x="2"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l">
              <a:defRPr sz="1100"/>
            </a:lvl1pPr>
          </a:lstStyle>
          <a:p>
            <a:endParaRPr lang="en-US"/>
          </a:p>
        </p:txBody>
      </p:sp>
      <p:sp>
        <p:nvSpPr>
          <p:cNvPr id="1048712" name="Rectangle 3"/>
          <p:cNvSpPr>
            <a:spLocks noGrp="1" noChangeArrowheads="1"/>
          </p:cNvSpPr>
          <p:nvPr>
            <p:ph type="dt" idx="1"/>
          </p:nvPr>
        </p:nvSpPr>
        <p:spPr bwMode="auto">
          <a:xfrm>
            <a:off x="4021139"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r">
              <a:defRPr sz="1100"/>
            </a:lvl1pPr>
          </a:lstStyle>
          <a:p>
            <a:endParaRPr lang="en-US"/>
          </a:p>
        </p:txBody>
      </p:sp>
      <p:sp>
        <p:nvSpPr>
          <p:cNvPr id="1048713" name="Rectangle 4"/>
          <p:cNvSpPr>
            <a:spLocks noChangeAspect="1" noRot="1" noGrp="1" noChangeArrowheads="1" noTextEdit="1"/>
          </p:cNvSpPr>
          <p:nvPr>
            <p:ph type="sldImg" idx="2"/>
          </p:nvPr>
        </p:nvSpPr>
        <p:spPr bwMode="auto">
          <a:xfrm>
            <a:off x="990600" y="766763"/>
            <a:ext cx="5118100" cy="3838575"/>
          </a:xfrm>
          <a:prstGeom prst="rect"/>
          <a:noFill/>
          <a:ln w="9525">
            <a:solidFill>
              <a:srgbClr val="000000"/>
            </a:solidFill>
            <a:miter lim="800000"/>
            <a:headEnd/>
            <a:tailEnd/>
          </a:ln>
          <a:effectLst/>
        </p:spPr>
      </p:sp>
      <p:sp>
        <p:nvSpPr>
          <p:cNvPr id="1048714" name="Rectangle 5"/>
          <p:cNvSpPr>
            <a:spLocks noGrp="1" noChangeArrowheads="1"/>
          </p:cNvSpPr>
          <p:nvPr>
            <p:ph type="body" sz="quarter" idx="3"/>
          </p:nvPr>
        </p:nvSpPr>
        <p:spPr bwMode="auto">
          <a:xfrm>
            <a:off x="709614" y="4862514"/>
            <a:ext cx="5680075" cy="4605337"/>
          </a:xfrm>
          <a:prstGeom prst="rect"/>
          <a:noFill/>
          <a:ln w="9525">
            <a:noFill/>
            <a:miter lim="800000"/>
            <a:headEnd/>
            <a:tailEnd/>
          </a:ln>
          <a:effectLst/>
        </p:spPr>
        <p:txBody>
          <a:bodyPr anchor="t" anchorCtr="0" bIns="45745" compatLnSpc="1" lIns="91492" numCol="1" rIns="91492" tIns="45745" vert="horz" wrap="square">
            <a:prstTxWarp prst="textNoShape"/>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48715" name="Rectangle 6"/>
          <p:cNvSpPr>
            <a:spLocks noGrp="1" noChangeArrowheads="1"/>
          </p:cNvSpPr>
          <p:nvPr>
            <p:ph type="ftr" sz="quarter" idx="4"/>
          </p:nvPr>
        </p:nvSpPr>
        <p:spPr bwMode="auto">
          <a:xfrm>
            <a:off x="2"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l">
              <a:defRPr sz="1100"/>
            </a:lvl1pPr>
          </a:lstStyle>
          <a:p>
            <a:endParaRPr lang="en-US"/>
          </a:p>
        </p:txBody>
      </p:sp>
      <p:sp>
        <p:nvSpPr>
          <p:cNvPr id="1048716" name="Rectangle 7"/>
          <p:cNvSpPr>
            <a:spLocks noGrp="1" noChangeArrowheads="1"/>
          </p:cNvSpPr>
          <p:nvPr>
            <p:ph type="sldNum" sz="quarter" idx="5"/>
          </p:nvPr>
        </p:nvSpPr>
        <p:spPr bwMode="auto">
          <a:xfrm>
            <a:off x="4021139"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r">
              <a:defRPr sz="1100"/>
            </a:lvl1pPr>
          </a:lstStyle>
          <a:p>
            <a:fld id="{A9A0EA98-5831-4853-B862-C702E6EB345C}" type="slidenum">
              <a:rPr lang="en-US"/>
              <a:t>‹#›</a:t>
            </a:fld>
            <a:endParaRPr lang="en-US"/>
          </a:p>
        </p:txBody>
      </p:sp>
    </p:spTree>
  </p:cSld>
  <p:clrMap accent1="accent1" accent2="accent2" accent3="accent3" accent4="accent4" accent5="accent5" accent6="accent6" bg1="lt1" bg2="lt2" tx1="dk1" tx2="dk2" hlink="hlink" folHlink="folHlink"/>
  <p:notesStyle>
    <a:lvl1pPr algn="l" fontAlgn="base" rtl="0">
      <a:spcBef>
        <a:spcPct val="30000"/>
      </a:spcBef>
      <a:spcAft>
        <a:spcPct val="0"/>
      </a:spcAft>
      <a:defRPr sz="1200" kern="1200">
        <a:solidFill>
          <a:schemeClr val="tx1"/>
        </a:solidFill>
        <a:latin typeface="Arial" charset="0"/>
        <a:ea typeface="+mn-ea"/>
        <a:cs typeface="+mn-cs"/>
      </a:defRPr>
    </a:lvl1pPr>
    <a:lvl2pPr algn="l" fontAlgn="base" marL="457200" rtl="0">
      <a:spcBef>
        <a:spcPct val="30000"/>
      </a:spcBef>
      <a:spcAft>
        <a:spcPct val="0"/>
      </a:spcAft>
      <a:defRPr sz="1200" kern="1200">
        <a:solidFill>
          <a:schemeClr val="tx1"/>
        </a:solidFill>
        <a:latin typeface="Arial" charset="0"/>
        <a:ea typeface="+mn-ea"/>
        <a:cs typeface="+mn-cs"/>
      </a:defRPr>
    </a:lvl2pPr>
    <a:lvl3pPr algn="l" fontAlgn="base" marL="914400" rtl="0">
      <a:spcBef>
        <a:spcPct val="30000"/>
      </a:spcBef>
      <a:spcAft>
        <a:spcPct val="0"/>
      </a:spcAft>
      <a:defRPr sz="1200" kern="1200">
        <a:solidFill>
          <a:schemeClr val="tx1"/>
        </a:solidFill>
        <a:latin typeface="Arial" charset="0"/>
        <a:ea typeface="+mn-ea"/>
        <a:cs typeface="+mn-cs"/>
      </a:defRPr>
    </a:lvl3pPr>
    <a:lvl4pPr algn="l" fontAlgn="base" marL="1371600" rtl="0">
      <a:spcBef>
        <a:spcPct val="30000"/>
      </a:spcBef>
      <a:spcAft>
        <a:spcPct val="0"/>
      </a:spcAft>
      <a:defRPr sz="1200" kern="1200">
        <a:solidFill>
          <a:schemeClr val="tx1"/>
        </a:solidFill>
        <a:latin typeface="Arial" charset="0"/>
        <a:ea typeface="+mn-ea"/>
        <a:cs typeface="+mn-cs"/>
      </a:defRPr>
    </a:lvl4pPr>
    <a:lvl5pPr algn="l" fontAlgn="base" marL="1828800" rtl="0">
      <a:spcBef>
        <a:spcPct val="30000"/>
      </a:spcBef>
      <a:spcAft>
        <a:spcPct val="0"/>
      </a:spcAft>
      <a:defRPr sz="1200" kern="1200">
        <a:solidFill>
          <a:schemeClr val="tx1"/>
        </a:solidFill>
        <a:latin typeface="Arial" charset="0"/>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type="title">
  <p:cSld name="Title Slide">
    <p:bg>
      <p:bgPr>
        <a:solidFill>
          <a:schemeClr val="bg2">
            <a:lumMod val="75000"/>
          </a:schemeClr>
        </a:solidFill>
        <a:effectLst/>
      </p:bgPr>
    </p:bg>
    <p:spTree>
      <p:nvGrpSpPr>
        <p:cNvPr id="23" name=""/>
        <p:cNvGrpSpPr/>
        <p:nvPr/>
      </p:nvGrpSpPr>
      <p:grpSpPr>
        <a:xfrm>
          <a:off x="0" y="0"/>
          <a:ext cx="0" cy="0"/>
          <a:chOff x="0" y="0"/>
          <a:chExt cx="0" cy="0"/>
        </a:xfrm>
      </p:grpSpPr>
      <p:sp>
        <p:nvSpPr>
          <p:cNvPr id="1048582" name="Title 1"/>
          <p:cNvSpPr>
            <a:spLocks noGrp="1"/>
          </p:cNvSpPr>
          <p:nvPr>
            <p:ph type="ctrTitle"/>
          </p:nvPr>
        </p:nvSpPr>
        <p:spPr>
          <a:xfrm>
            <a:off x="1261872" y="758952"/>
            <a:ext cx="9418320" cy="4041648"/>
          </a:xfrm>
        </p:spPr>
        <p:txBody>
          <a:bodyPr anchor="b">
            <a:normAutofit/>
          </a:bodyPr>
          <a:lstStyle>
            <a:lvl1pPr algn="l">
              <a:lnSpc>
                <a:spcPct val="85000"/>
              </a:lnSpc>
              <a:defRPr baseline="0" sz="7200">
                <a:solidFill>
                  <a:schemeClr val="tx1"/>
                </a:solidFill>
              </a:defRPr>
            </a:lvl1pPr>
          </a:lstStyle>
          <a:p>
            <a:r>
              <a:rPr lang="en-US"/>
              <a:t>Click to edit Master title style</a:t>
            </a:r>
            <a:endParaRPr dirty="0" lang="en-US"/>
          </a:p>
        </p:txBody>
      </p:sp>
      <p:sp>
        <p:nvSpPr>
          <p:cNvPr id="1048583" name="Subtitle 2"/>
          <p:cNvSpPr>
            <a:spLocks noGrp="1"/>
          </p:cNvSpPr>
          <p:nvPr>
            <p:ph type="subTitle" idx="1"/>
          </p:nvPr>
        </p:nvSpPr>
        <p:spPr>
          <a:xfrm>
            <a:off x="1261872" y="4800600"/>
            <a:ext cx="9418320" cy="1691640"/>
          </a:xfrm>
        </p:spPr>
        <p:txBody>
          <a:bodyPr>
            <a:normAutofit/>
          </a:bodyPr>
          <a:lstStyle>
            <a:lvl1pPr algn="l" indent="0" marL="0">
              <a:buNone/>
              <a:defRPr baseline="0" sz="2200">
                <a:solidFill>
                  <a:schemeClr val="tx1">
                    <a:lumMod val="75000"/>
                  </a:schemeClr>
                </a:solidFill>
              </a:defRPr>
            </a:lvl1pPr>
            <a:lvl2pPr algn="ctr" indent="0" marL="457200">
              <a:buNone/>
              <a:defRPr sz="2200"/>
            </a:lvl2pPr>
            <a:lvl3pPr algn="ctr" indent="0" marL="914400">
              <a:buNone/>
              <a:defRPr sz="2200"/>
            </a:lvl3pPr>
            <a:lvl4pPr algn="ctr" indent="0" marL="1371600">
              <a:buNone/>
              <a:defRPr sz="2000"/>
            </a:lvl4pPr>
            <a:lvl5pPr algn="ctr" indent="0" marL="1828800">
              <a:buNone/>
              <a:defRPr sz="2000"/>
            </a:lvl5pPr>
            <a:lvl6pPr algn="ctr" indent="0" marL="2286000">
              <a:buNone/>
              <a:defRPr sz="2000"/>
            </a:lvl6pPr>
            <a:lvl7pPr algn="ctr" indent="0" marL="2743200">
              <a:buNone/>
              <a:defRPr sz="2000"/>
            </a:lvl7pPr>
            <a:lvl8pPr algn="ctr" indent="0" marL="3200400">
              <a:buNone/>
              <a:defRPr sz="2000"/>
            </a:lvl8pPr>
            <a:lvl9pPr algn="ctr" indent="0" marL="3657600">
              <a:buNone/>
              <a:defRPr sz="2000"/>
            </a:lvl9pPr>
          </a:lstStyle>
          <a:p>
            <a:r>
              <a:rPr lang="en-US"/>
              <a:t>Click to edit Master subtitle style</a:t>
            </a:r>
            <a:endParaRPr dirty="0" lang="en-US"/>
          </a:p>
        </p:txBody>
      </p:sp>
      <p:sp>
        <p:nvSpPr>
          <p:cNvPr id="1048584" name="Date Placeholder 3"/>
          <p:cNvSpPr>
            <a:spLocks noGrp="1"/>
          </p:cNvSpPr>
          <p:nvPr>
            <p:ph type="dt" sz="half" idx="10"/>
          </p:nvPr>
        </p:nvSpPr>
        <p:spPr/>
        <p:txBody>
          <a:bodyPr/>
          <a:lstStyle>
            <a:lvl1pPr>
              <a:defRPr>
                <a:solidFill>
                  <a:schemeClr val="tx1">
                    <a:lumMod val="50000"/>
                  </a:schemeClr>
                </a:solidFill>
              </a:defRPr>
            </a:lvl1pPr>
          </a:lstStyle>
          <a:p>
            <a:fld id="{4B847FA7-320F-486A-B381-903F403A37D5}" type="datetimeFigureOut">
              <a:rPr lang="en-US" smtClean="0"/>
              <a:t>11/21/2023</a:t>
            </a:fld>
            <a:endParaRPr lang="en-US"/>
          </a:p>
        </p:txBody>
      </p:sp>
      <p:sp>
        <p:nvSpPr>
          <p:cNvPr id="1048585" name="Footer Placeholder 4"/>
          <p:cNvSpPr>
            <a:spLocks noGrp="1"/>
          </p:cNvSpPr>
          <p:nvPr>
            <p:ph type="ftr" sz="quarter" idx="11"/>
          </p:nvPr>
        </p:nvSpPr>
        <p:spPr/>
        <p:txBody>
          <a:bodyPr/>
          <a:lstStyle>
            <a:lvl1pPr>
              <a:defRPr>
                <a:solidFill>
                  <a:schemeClr val="tx1">
                    <a:lumMod val="65000"/>
                  </a:schemeClr>
                </a:solidFill>
              </a:defRPr>
            </a:lvl1pPr>
          </a:lstStyle>
          <a:p>
            <a:endParaRPr lang="en-US"/>
          </a:p>
        </p:txBody>
      </p:sp>
      <p:sp>
        <p:nvSpPr>
          <p:cNvPr id="1048586" name="Slide Number Placeholder 5"/>
          <p:cNvSpPr>
            <a:spLocks noGrp="1"/>
          </p:cNvSpPr>
          <p:nvPr>
            <p:ph type="sldNum" sz="quarter" idx="12"/>
          </p:nvPr>
        </p:nvSpPr>
        <p:spPr/>
        <p:txBody>
          <a:bodyPr/>
          <a:lstStyle>
            <a:lvl1pPr>
              <a:defRPr>
                <a:solidFill>
                  <a:schemeClr val="tx1">
                    <a:lumMod val="65000"/>
                  </a:schemeClr>
                </a:solidFill>
              </a:defRPr>
            </a:lvl1pPr>
          </a:lstStyle>
          <a:p>
            <a:fld id="{0DC56379-C1D8-46EE-AF9F-D8264D2CECFF}" type="slidenum">
              <a:rPr lang="en-US" smtClean="0"/>
              <a:t>‹#›</a:t>
            </a:fld>
            <a:endParaRPr lang="en-US"/>
          </a:p>
        </p:txBody>
      </p:sp>
      <p:sp>
        <p:nvSpPr>
          <p:cNvPr id="1048587" name="Rectangle 6"/>
          <p:cNvSpPr/>
          <p:nvPr/>
        </p:nvSpPr>
        <p:spPr>
          <a:xfrm>
            <a:off x="0" y="0"/>
            <a:ext cx="457200" cy="6858000"/>
          </a:xfrm>
          <a:prstGeom prst="rect"/>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overrideClrMapping accent1="accent1" accent2="accent2" accent3="accent3" accent4="accent4" accent5="accent5" accent6="accent6" bg1="dk1" bg2="dk2" tx1="lt1" tx2="lt2"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63" name=""/>
        <p:cNvGrpSpPr/>
        <p:nvPr/>
      </p:nvGrpSpPr>
      <p:grpSpPr>
        <a:xfrm>
          <a:off x="0" y="0"/>
          <a:ext cx="0" cy="0"/>
          <a:chOff x="0" y="0"/>
          <a:chExt cx="0" cy="0"/>
        </a:xfrm>
      </p:grpSpPr>
      <p:sp>
        <p:nvSpPr>
          <p:cNvPr id="1048589" name="Title 1"/>
          <p:cNvSpPr>
            <a:spLocks noGrp="1"/>
          </p:cNvSpPr>
          <p:nvPr>
            <p:ph type="title"/>
          </p:nvPr>
        </p:nvSpPr>
        <p:spPr/>
        <p:txBody>
          <a:bodyPr/>
          <a:p>
            <a:r>
              <a:rPr lang="en-US"/>
              <a:t>Click to edit Master title style</a:t>
            </a:r>
            <a:endParaRPr dirty="0" lang="en-US"/>
          </a:p>
        </p:txBody>
      </p:sp>
      <p:sp>
        <p:nvSpPr>
          <p:cNvPr id="1048590" name="Content Placeholder 2"/>
          <p:cNvSpPr>
            <a:spLocks noGrp="1"/>
          </p:cNvSpPr>
          <p:nvPr>
            <p:ph idx="1"/>
          </p:nvPr>
        </p:nvSpPr>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591" name="Date Placeholder 3"/>
          <p:cNvSpPr>
            <a:spLocks noGrp="1"/>
          </p:cNvSpPr>
          <p:nvPr>
            <p:ph type="dt" sz="half" idx="10"/>
          </p:nvPr>
        </p:nvSpPr>
        <p:spPr/>
        <p:txBody>
          <a:bodyPr/>
          <a:p>
            <a:fld id="{4B847FA7-320F-486A-B381-903F403A37D5}" type="datetimeFigureOut">
              <a:rPr lang="en-US" smtClean="0"/>
              <a:t>11/21/2023</a:t>
            </a:fld>
            <a:endParaRPr lang="en-US"/>
          </a:p>
        </p:txBody>
      </p:sp>
      <p:sp>
        <p:nvSpPr>
          <p:cNvPr id="1048592" name="Footer Placeholder 4"/>
          <p:cNvSpPr>
            <a:spLocks noGrp="1"/>
          </p:cNvSpPr>
          <p:nvPr>
            <p:ph type="ftr" sz="quarter" idx="11"/>
          </p:nvPr>
        </p:nvSpPr>
        <p:spPr/>
        <p:txBody>
          <a:bodyPr/>
          <a:p>
            <a:endParaRPr lang="en-US"/>
          </a:p>
        </p:txBody>
      </p:sp>
      <p:sp>
        <p:nvSpPr>
          <p:cNvPr id="1048593" name="Slide Number Placeholder 5"/>
          <p:cNvSpPr>
            <a:spLocks noGrp="1"/>
          </p:cNvSpPr>
          <p:nvPr>
            <p:ph type="sldNum" sz="quarter" idx="12"/>
          </p:nvPr>
        </p:nvSpPr>
        <p:spPr/>
        <p:txBody>
          <a:bodyPr/>
          <a:p>
            <a:fld id="{0DC56379-C1D8-46EE-AF9F-D8264D2CECFF}"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116" name=""/>
        <p:cNvGrpSpPr/>
        <p:nvPr/>
      </p:nvGrpSpPr>
      <p:grpSpPr>
        <a:xfrm>
          <a:off x="0" y="0"/>
          <a:ext cx="0" cy="0"/>
          <a:chOff x="0" y="0"/>
          <a:chExt cx="0" cy="0"/>
        </a:xfrm>
      </p:grpSpPr>
      <p:sp>
        <p:nvSpPr>
          <p:cNvPr id="1048688" name="Title 1"/>
          <p:cNvSpPr>
            <a:spLocks noGrp="1"/>
          </p:cNvSpPr>
          <p:nvPr>
            <p:ph type="title"/>
          </p:nvPr>
        </p:nvSpPr>
        <p:spPr>
          <a:xfrm>
            <a:off x="1261872" y="758952"/>
            <a:ext cx="9418320" cy="4041648"/>
          </a:xfrm>
        </p:spPr>
        <p:txBody>
          <a:bodyPr anchor="b">
            <a:normAutofit/>
          </a:bodyPr>
          <a:lstStyle>
            <a:lvl1pPr>
              <a:lnSpc>
                <a:spcPct val="85000"/>
              </a:lnSpc>
              <a:defRPr b="0" sz="7200"/>
            </a:lvl1pPr>
          </a:lstStyle>
          <a:p>
            <a:r>
              <a:rPr lang="en-US"/>
              <a:t>Click to edit Master title style</a:t>
            </a:r>
            <a:endParaRPr dirty="0" lang="en-US"/>
          </a:p>
        </p:txBody>
      </p:sp>
      <p:sp>
        <p:nvSpPr>
          <p:cNvPr id="1048689" name="Text Placeholder 2"/>
          <p:cNvSpPr>
            <a:spLocks noGrp="1"/>
          </p:cNvSpPr>
          <p:nvPr>
            <p:ph type="body" idx="1"/>
          </p:nvPr>
        </p:nvSpPr>
        <p:spPr>
          <a:xfrm>
            <a:off x="1261872" y="4800600"/>
            <a:ext cx="9418320" cy="1691640"/>
          </a:xfrm>
        </p:spPr>
        <p:txBody>
          <a:bodyPr anchor="t">
            <a:normAutofit/>
          </a:bodyPr>
          <a:lstStyle>
            <a:lvl1pPr indent="0" marL="0">
              <a:buNone/>
              <a:defRPr sz="2200">
                <a:solidFill>
                  <a:schemeClr val="tx1">
                    <a:lumMod val="65000"/>
                    <a:lumOff val="35000"/>
                  </a:schemeClr>
                </a:solidFill>
              </a:defRPr>
            </a:lvl1pPr>
            <a:lvl2pPr indent="0" marL="457200">
              <a:buNone/>
              <a:defRPr sz="1800">
                <a:solidFill>
                  <a:schemeClr val="tx1">
                    <a:tint val="75000"/>
                  </a:schemeClr>
                </a:solidFill>
              </a:defRPr>
            </a:lvl2pPr>
            <a:lvl3pPr indent="0" marL="914400">
              <a:buNone/>
              <a:defRPr sz="1600">
                <a:solidFill>
                  <a:schemeClr val="tx1">
                    <a:tint val="75000"/>
                  </a:schemeClr>
                </a:solidFill>
              </a:defRPr>
            </a:lvl3pPr>
            <a:lvl4pPr indent="0" marL="1371600">
              <a:buNone/>
              <a:defRPr sz="1400">
                <a:solidFill>
                  <a:schemeClr val="tx1">
                    <a:tint val="75000"/>
                  </a:schemeClr>
                </a:solidFill>
              </a:defRPr>
            </a:lvl4pPr>
            <a:lvl5pPr indent="0" marL="1828800">
              <a:buNone/>
              <a:defRPr sz="1400">
                <a:solidFill>
                  <a:schemeClr val="tx1">
                    <a:tint val="75000"/>
                  </a:schemeClr>
                </a:solidFill>
              </a:defRPr>
            </a:lvl5pPr>
            <a:lvl6pPr indent="0" marL="2286000">
              <a:buNone/>
              <a:defRPr sz="1400">
                <a:solidFill>
                  <a:schemeClr val="tx1">
                    <a:tint val="75000"/>
                  </a:schemeClr>
                </a:solidFill>
              </a:defRPr>
            </a:lvl6pPr>
            <a:lvl7pPr indent="0" marL="2743200">
              <a:buNone/>
              <a:defRPr sz="1400">
                <a:solidFill>
                  <a:schemeClr val="tx1">
                    <a:tint val="75000"/>
                  </a:schemeClr>
                </a:solidFill>
              </a:defRPr>
            </a:lvl7pPr>
            <a:lvl8pPr indent="0" marL="3200400">
              <a:buNone/>
              <a:defRPr sz="1400">
                <a:solidFill>
                  <a:schemeClr val="tx1">
                    <a:tint val="75000"/>
                  </a:schemeClr>
                </a:solidFill>
              </a:defRPr>
            </a:lvl8pPr>
            <a:lvl9pPr indent="0" marL="3657600">
              <a:buNone/>
              <a:defRPr sz="1400">
                <a:solidFill>
                  <a:schemeClr val="tx1">
                    <a:tint val="75000"/>
                  </a:schemeClr>
                </a:solidFill>
              </a:defRPr>
            </a:lvl9pPr>
          </a:lstStyle>
          <a:p>
            <a:pPr lvl="0"/>
            <a:r>
              <a:rPr lang="en-US"/>
              <a:t>Click to edit Master text styles</a:t>
            </a:r>
          </a:p>
        </p:txBody>
      </p:sp>
      <p:sp>
        <p:nvSpPr>
          <p:cNvPr id="1048690" name="Date Placeholder 3"/>
          <p:cNvSpPr>
            <a:spLocks noGrp="1"/>
          </p:cNvSpPr>
          <p:nvPr>
            <p:ph type="dt" sz="half" idx="10"/>
          </p:nvPr>
        </p:nvSpPr>
        <p:spPr/>
        <p:txBody>
          <a:bodyPr/>
          <a:p>
            <a:fld id="{4B847FA7-320F-486A-B381-903F403A37D5}" type="datetimeFigureOut">
              <a:rPr lang="en-US" smtClean="0"/>
              <a:t>11/21/2023</a:t>
            </a:fld>
            <a:endParaRPr lang="en-US"/>
          </a:p>
        </p:txBody>
      </p:sp>
      <p:sp>
        <p:nvSpPr>
          <p:cNvPr id="1048691" name="Footer Placeholder 4"/>
          <p:cNvSpPr>
            <a:spLocks noGrp="1"/>
          </p:cNvSpPr>
          <p:nvPr>
            <p:ph type="ftr" sz="quarter" idx="11"/>
          </p:nvPr>
        </p:nvSpPr>
        <p:spPr/>
        <p:txBody>
          <a:bodyPr/>
          <a:p>
            <a:endParaRPr lang="en-US"/>
          </a:p>
        </p:txBody>
      </p:sp>
      <p:sp>
        <p:nvSpPr>
          <p:cNvPr id="1048692" name="Slide Number Placeholder 5"/>
          <p:cNvSpPr>
            <a:spLocks noGrp="1"/>
          </p:cNvSpPr>
          <p:nvPr>
            <p:ph type="sldNum" sz="quarter" idx="12"/>
          </p:nvPr>
        </p:nvSpPr>
        <p:spPr/>
        <p:txBody>
          <a:bodyPr/>
          <a:p>
            <a:fld id="{0DC56379-C1D8-46EE-AF9F-D8264D2CECFF}" type="slidenum">
              <a:rPr lang="en-US" smtClean="0"/>
              <a:t>‹#›</a:t>
            </a:fld>
            <a:endParaRPr lang="en-US"/>
          </a:p>
        </p:txBody>
      </p:sp>
      <p:sp>
        <p:nvSpPr>
          <p:cNvPr id="1048693" name="Rectangle 6"/>
          <p:cNvSpPr/>
          <p:nvPr/>
        </p:nvSpPr>
        <p:spPr>
          <a:xfrm>
            <a:off x="0" y="0"/>
            <a:ext cx="457200" cy="6858000"/>
          </a:xfrm>
          <a:prstGeom prst="rect"/>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70" name=""/>
        <p:cNvGrpSpPr/>
        <p:nvPr/>
      </p:nvGrpSpPr>
      <p:grpSpPr>
        <a:xfrm>
          <a:off x="0" y="0"/>
          <a:ext cx="0" cy="0"/>
          <a:chOff x="0" y="0"/>
          <a:chExt cx="0" cy="0"/>
        </a:xfrm>
      </p:grpSpPr>
      <p:sp>
        <p:nvSpPr>
          <p:cNvPr id="1048604" name="Title 1"/>
          <p:cNvSpPr>
            <a:spLocks noGrp="1"/>
          </p:cNvSpPr>
          <p:nvPr>
            <p:ph type="title"/>
          </p:nvPr>
        </p:nvSpPr>
        <p:spPr/>
        <p:txBody>
          <a:bodyPr/>
          <a:p>
            <a:r>
              <a:rPr lang="en-US"/>
              <a:t>Click to edit Master title style</a:t>
            </a:r>
            <a:endParaRPr dirty="0" lang="en-US"/>
          </a:p>
        </p:txBody>
      </p:sp>
      <p:sp>
        <p:nvSpPr>
          <p:cNvPr id="1048605"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606"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607" name="Date Placeholder 4"/>
          <p:cNvSpPr>
            <a:spLocks noGrp="1"/>
          </p:cNvSpPr>
          <p:nvPr>
            <p:ph type="dt" sz="half" idx="10"/>
          </p:nvPr>
        </p:nvSpPr>
        <p:spPr/>
        <p:txBody>
          <a:bodyPr/>
          <a:p>
            <a:fld id="{4B847FA7-320F-486A-B381-903F403A37D5}" type="datetimeFigureOut">
              <a:rPr lang="en-US" smtClean="0"/>
              <a:t>11/21/2023</a:t>
            </a:fld>
            <a:endParaRPr lang="en-US"/>
          </a:p>
        </p:txBody>
      </p:sp>
      <p:sp>
        <p:nvSpPr>
          <p:cNvPr id="1048608" name="Footer Placeholder 5"/>
          <p:cNvSpPr>
            <a:spLocks noGrp="1"/>
          </p:cNvSpPr>
          <p:nvPr>
            <p:ph type="ftr" sz="quarter" idx="11"/>
          </p:nvPr>
        </p:nvSpPr>
        <p:spPr/>
        <p:txBody>
          <a:bodyPr/>
          <a:p>
            <a:endParaRPr lang="en-US"/>
          </a:p>
        </p:txBody>
      </p:sp>
      <p:sp>
        <p:nvSpPr>
          <p:cNvPr id="1048609" name="Slide Number Placeholder 6"/>
          <p:cNvSpPr>
            <a:spLocks noGrp="1"/>
          </p:cNvSpPr>
          <p:nvPr>
            <p:ph type="sldNum" sz="quarter" idx="12"/>
          </p:nvPr>
        </p:nvSpPr>
        <p:spPr/>
        <p:txBody>
          <a:bodyPr/>
          <a:p>
            <a:fld id="{0DC56379-C1D8-46EE-AF9F-D8264D2CECFF}"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117" name=""/>
        <p:cNvGrpSpPr/>
        <p:nvPr/>
      </p:nvGrpSpPr>
      <p:grpSpPr>
        <a:xfrm>
          <a:off x="0" y="0"/>
          <a:ext cx="0" cy="0"/>
          <a:chOff x="0" y="0"/>
          <a:chExt cx="0" cy="0"/>
        </a:xfrm>
      </p:grpSpPr>
      <p:sp>
        <p:nvSpPr>
          <p:cNvPr id="1048694" name="Title 9"/>
          <p:cNvSpPr>
            <a:spLocks noGrp="1"/>
          </p:cNvSpPr>
          <p:nvPr>
            <p:ph type="title"/>
          </p:nvPr>
        </p:nvSpPr>
        <p:spPr/>
        <p:txBody>
          <a:bodyPr/>
          <a:p>
            <a:r>
              <a:rPr lang="en-US"/>
              <a:t>Click to edit Master title style</a:t>
            </a:r>
            <a:endParaRPr dirty="0" lang="en-US"/>
          </a:p>
        </p:txBody>
      </p:sp>
      <p:sp>
        <p:nvSpPr>
          <p:cNvPr id="1048695" name="Text Placeholder 2"/>
          <p:cNvSpPr>
            <a:spLocks noGrp="1"/>
          </p:cNvSpPr>
          <p:nvPr>
            <p:ph type="body" idx="1"/>
          </p:nvPr>
        </p:nvSpPr>
        <p:spPr>
          <a:xfrm>
            <a:off x="1261872" y="1713655"/>
            <a:ext cx="4480560" cy="731520"/>
          </a:xfrm>
        </p:spPr>
        <p:txBody>
          <a:bodyPr anchor="b">
            <a:normAutofit/>
          </a:bodyPr>
          <a:lstStyle>
            <a:lvl1pPr indent="0" marL="0">
              <a:spcBef>
                <a:spcPts val="0"/>
              </a:spcBef>
              <a:buNone/>
              <a:defRPr b="0" sz="2000">
                <a:solidFill>
                  <a:schemeClr val="tx2"/>
                </a:solidFill>
              </a:defRPr>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8696"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697" name="Text Placeholder 4"/>
          <p:cNvSpPr>
            <a:spLocks noGrp="1"/>
          </p:cNvSpPr>
          <p:nvPr>
            <p:ph type="body" sz="quarter" idx="3"/>
          </p:nvPr>
        </p:nvSpPr>
        <p:spPr>
          <a:xfrm>
            <a:off x="6126480" y="1713655"/>
            <a:ext cx="4480560" cy="731520"/>
          </a:xfrm>
        </p:spPr>
        <p:txBody>
          <a:bodyPr anchor="b">
            <a:normAutofit/>
          </a:bodyPr>
          <a:lstStyle>
            <a:lvl1pPr indent="0" marL="0">
              <a:lnSpc>
                <a:spcPct val="95000"/>
              </a:lnSpc>
              <a:spcBef>
                <a:spcPts val="0"/>
              </a:spcBef>
              <a:buNone/>
              <a:defRPr b="0" dirty="0" sz="2000" kern="1200" lang="en-US">
                <a:solidFill>
                  <a:schemeClr val="tx2"/>
                </a:solidFill>
                <a:latin typeface="+mn-lt"/>
                <a:ea typeface="+mn-ea"/>
                <a:cs typeface="+mn-cs"/>
              </a:defRPr>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algn="l" defTabSz="914400" eaLnBrk="1" hangingPunct="1" indent="0" latinLnBrk="0" lvl="0" marL="0" rtl="0">
              <a:lnSpc>
                <a:spcPct val="90000"/>
              </a:lnSpc>
              <a:spcBef>
                <a:spcPts val="2000"/>
              </a:spcBef>
              <a:buFontTx/>
              <a:buNone/>
            </a:pPr>
            <a:r>
              <a:rPr lang="en-US"/>
              <a:t>Click to edit Master text styles</a:t>
            </a:r>
          </a:p>
        </p:txBody>
      </p:sp>
      <p:sp>
        <p:nvSpPr>
          <p:cNvPr id="1048698"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699" name="Date Placeholder 6"/>
          <p:cNvSpPr>
            <a:spLocks noGrp="1"/>
          </p:cNvSpPr>
          <p:nvPr>
            <p:ph type="dt" sz="half" idx="10"/>
          </p:nvPr>
        </p:nvSpPr>
        <p:spPr/>
        <p:txBody>
          <a:bodyPr/>
          <a:p>
            <a:fld id="{4B847FA7-320F-486A-B381-903F403A37D5}" type="datetimeFigureOut">
              <a:rPr lang="en-US" smtClean="0"/>
              <a:t>11/21/2023</a:t>
            </a:fld>
            <a:endParaRPr lang="en-US"/>
          </a:p>
        </p:txBody>
      </p:sp>
      <p:sp>
        <p:nvSpPr>
          <p:cNvPr id="1048700" name="Footer Placeholder 7"/>
          <p:cNvSpPr>
            <a:spLocks noGrp="1"/>
          </p:cNvSpPr>
          <p:nvPr>
            <p:ph type="ftr" sz="quarter" idx="11"/>
          </p:nvPr>
        </p:nvSpPr>
        <p:spPr/>
        <p:txBody>
          <a:bodyPr/>
          <a:p>
            <a:endParaRPr lang="en-US"/>
          </a:p>
        </p:txBody>
      </p:sp>
      <p:sp>
        <p:nvSpPr>
          <p:cNvPr id="1048701" name="Slide Number Placeholder 8"/>
          <p:cNvSpPr>
            <a:spLocks noGrp="1"/>
          </p:cNvSpPr>
          <p:nvPr>
            <p:ph type="sldNum" sz="quarter" idx="12"/>
          </p:nvPr>
        </p:nvSpPr>
        <p:spPr/>
        <p:txBody>
          <a:bodyPr/>
          <a:p>
            <a:fld id="{0DC56379-C1D8-46EE-AF9F-D8264D2CECFF}"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112" name=""/>
        <p:cNvGrpSpPr/>
        <p:nvPr/>
      </p:nvGrpSpPr>
      <p:grpSpPr>
        <a:xfrm>
          <a:off x="0" y="0"/>
          <a:ext cx="0" cy="0"/>
          <a:chOff x="0" y="0"/>
          <a:chExt cx="0" cy="0"/>
        </a:xfrm>
      </p:grpSpPr>
      <p:sp>
        <p:nvSpPr>
          <p:cNvPr id="1048667" name="Title 5"/>
          <p:cNvSpPr>
            <a:spLocks noGrp="1"/>
          </p:cNvSpPr>
          <p:nvPr>
            <p:ph type="title"/>
          </p:nvPr>
        </p:nvSpPr>
        <p:spPr/>
        <p:txBody>
          <a:bodyPr/>
          <a:p>
            <a:r>
              <a:rPr lang="en-US"/>
              <a:t>Click to edit Master title style</a:t>
            </a:r>
            <a:endParaRPr dirty="0" lang="en-US"/>
          </a:p>
        </p:txBody>
      </p:sp>
      <p:sp>
        <p:nvSpPr>
          <p:cNvPr id="1048668" name="Date Placeholder 2"/>
          <p:cNvSpPr>
            <a:spLocks noGrp="1"/>
          </p:cNvSpPr>
          <p:nvPr>
            <p:ph type="dt" sz="half" idx="10"/>
          </p:nvPr>
        </p:nvSpPr>
        <p:spPr/>
        <p:txBody>
          <a:bodyPr/>
          <a:p>
            <a:fld id="{4B847FA7-320F-486A-B381-903F403A37D5}" type="datetimeFigureOut">
              <a:rPr lang="en-US" smtClean="0"/>
              <a:t>11/21/2023</a:t>
            </a:fld>
            <a:endParaRPr lang="en-US"/>
          </a:p>
        </p:txBody>
      </p:sp>
      <p:sp>
        <p:nvSpPr>
          <p:cNvPr id="1048669" name="Footer Placeholder 3"/>
          <p:cNvSpPr>
            <a:spLocks noGrp="1"/>
          </p:cNvSpPr>
          <p:nvPr>
            <p:ph type="ftr" sz="quarter" idx="11"/>
          </p:nvPr>
        </p:nvSpPr>
        <p:spPr/>
        <p:txBody>
          <a:bodyPr/>
          <a:p>
            <a:endParaRPr lang="en-US"/>
          </a:p>
        </p:txBody>
      </p:sp>
      <p:sp>
        <p:nvSpPr>
          <p:cNvPr id="1048670" name="Slide Number Placeholder 4"/>
          <p:cNvSpPr>
            <a:spLocks noGrp="1"/>
          </p:cNvSpPr>
          <p:nvPr>
            <p:ph type="sldNum" sz="quarter" idx="12"/>
          </p:nvPr>
        </p:nvSpPr>
        <p:spPr/>
        <p:txBody>
          <a:bodyPr/>
          <a:p>
            <a:fld id="{0DC56379-C1D8-46EE-AF9F-D8264D2CECF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118" name=""/>
        <p:cNvGrpSpPr/>
        <p:nvPr/>
      </p:nvGrpSpPr>
      <p:grpSpPr>
        <a:xfrm>
          <a:off x="0" y="0"/>
          <a:ext cx="0" cy="0"/>
          <a:chOff x="0" y="0"/>
          <a:chExt cx="0" cy="0"/>
        </a:xfrm>
      </p:grpSpPr>
      <p:sp>
        <p:nvSpPr>
          <p:cNvPr id="1048702" name="Date Placeholder 1"/>
          <p:cNvSpPr>
            <a:spLocks noGrp="1"/>
          </p:cNvSpPr>
          <p:nvPr>
            <p:ph type="dt" sz="half" idx="10"/>
          </p:nvPr>
        </p:nvSpPr>
        <p:spPr/>
        <p:txBody>
          <a:bodyPr/>
          <a:p>
            <a:fld id="{4B847FA7-320F-486A-B381-903F403A37D5}" type="datetimeFigureOut">
              <a:rPr lang="en-US" smtClean="0"/>
              <a:t>11/21/2023</a:t>
            </a:fld>
            <a:endParaRPr lang="en-US"/>
          </a:p>
        </p:txBody>
      </p:sp>
      <p:sp>
        <p:nvSpPr>
          <p:cNvPr id="1048703" name="Footer Placeholder 2"/>
          <p:cNvSpPr>
            <a:spLocks noGrp="1"/>
          </p:cNvSpPr>
          <p:nvPr>
            <p:ph type="ftr" sz="quarter" idx="11"/>
          </p:nvPr>
        </p:nvSpPr>
        <p:spPr/>
        <p:txBody>
          <a:bodyPr/>
          <a:p>
            <a:endParaRPr lang="en-US"/>
          </a:p>
        </p:txBody>
      </p:sp>
      <p:sp>
        <p:nvSpPr>
          <p:cNvPr id="1048704" name="Slide Number Placeholder 3"/>
          <p:cNvSpPr>
            <a:spLocks noGrp="1"/>
          </p:cNvSpPr>
          <p:nvPr>
            <p:ph type="sldNum" sz="quarter" idx="12"/>
          </p:nvPr>
        </p:nvSpPr>
        <p:spPr/>
        <p:txBody>
          <a:bodyPr/>
          <a:p>
            <a:fld id="{0DC56379-C1D8-46EE-AF9F-D8264D2CECF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119" name=""/>
        <p:cNvGrpSpPr/>
        <p:nvPr/>
      </p:nvGrpSpPr>
      <p:grpSpPr>
        <a:xfrm>
          <a:off x="0" y="0"/>
          <a:ext cx="0" cy="0"/>
          <a:chOff x="0" y="0"/>
          <a:chExt cx="0" cy="0"/>
        </a:xfrm>
      </p:grpSpPr>
      <p:sp>
        <p:nvSpPr>
          <p:cNvPr id="1048705" name="Title 1"/>
          <p:cNvSpPr>
            <a:spLocks noGrp="1"/>
          </p:cNvSpPr>
          <p:nvPr>
            <p:ph type="title"/>
          </p:nvPr>
        </p:nvSpPr>
        <p:spPr>
          <a:xfrm>
            <a:off x="841248" y="457200"/>
            <a:ext cx="3200400" cy="1600197"/>
          </a:xfrm>
        </p:spPr>
        <p:txBody>
          <a:bodyPr anchor="b">
            <a:normAutofit/>
          </a:bodyPr>
          <a:lstStyle>
            <a:lvl1pPr>
              <a:defRPr baseline="0" b="0" sz="3200"/>
            </a:lvl1pPr>
          </a:lstStyle>
          <a:p>
            <a:r>
              <a:rPr lang="en-US"/>
              <a:t>Click to edit Master title style</a:t>
            </a:r>
            <a:endParaRPr dirty="0" lang="en-US"/>
          </a:p>
        </p:txBody>
      </p:sp>
      <p:sp>
        <p:nvSpPr>
          <p:cNvPr id="1048706"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707" name="Text Placeholder 3"/>
          <p:cNvSpPr>
            <a:spLocks noGrp="1"/>
          </p:cNvSpPr>
          <p:nvPr>
            <p:ph type="body" sz="half" idx="2"/>
          </p:nvPr>
        </p:nvSpPr>
        <p:spPr>
          <a:xfrm>
            <a:off x="841248" y="2099734"/>
            <a:ext cx="3200400" cy="3810001"/>
          </a:xfrm>
        </p:spPr>
        <p:txBody>
          <a:bodyPr>
            <a:normAutofit/>
          </a:bodyPr>
          <a:lstStyle>
            <a:lvl1pPr indent="0" marL="0">
              <a:lnSpc>
                <a:spcPct val="114000"/>
              </a:lnSpc>
              <a:spcBef>
                <a:spcPts val="800"/>
              </a:spcBef>
              <a:buNone/>
              <a:defRPr sz="13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a:t>Click to edit Master text styles</a:t>
            </a:r>
          </a:p>
        </p:txBody>
      </p:sp>
      <p:sp>
        <p:nvSpPr>
          <p:cNvPr id="1048708" name="Date Placeholder 4"/>
          <p:cNvSpPr>
            <a:spLocks noGrp="1"/>
          </p:cNvSpPr>
          <p:nvPr>
            <p:ph type="dt" sz="half" idx="10"/>
          </p:nvPr>
        </p:nvSpPr>
        <p:spPr/>
        <p:txBody>
          <a:bodyPr/>
          <a:p>
            <a:fld id="{4B847FA7-320F-486A-B381-903F403A37D5}" type="datetimeFigureOut">
              <a:rPr lang="en-US" smtClean="0"/>
              <a:t>11/21/2023</a:t>
            </a:fld>
            <a:endParaRPr lang="en-US"/>
          </a:p>
        </p:txBody>
      </p:sp>
      <p:sp>
        <p:nvSpPr>
          <p:cNvPr id="1048709" name="Footer Placeholder 5"/>
          <p:cNvSpPr>
            <a:spLocks noGrp="1"/>
          </p:cNvSpPr>
          <p:nvPr>
            <p:ph type="ftr" sz="quarter" idx="11"/>
          </p:nvPr>
        </p:nvSpPr>
        <p:spPr/>
        <p:txBody>
          <a:bodyPr/>
          <a:p>
            <a:endParaRPr lang="en-US"/>
          </a:p>
        </p:txBody>
      </p:sp>
      <p:sp>
        <p:nvSpPr>
          <p:cNvPr id="1048710" name="Slide Number Placeholder 6"/>
          <p:cNvSpPr>
            <a:spLocks noGrp="1"/>
          </p:cNvSpPr>
          <p:nvPr>
            <p:ph type="sldNum" sz="quarter" idx="12"/>
          </p:nvPr>
        </p:nvSpPr>
        <p:spPr/>
        <p:txBody>
          <a:bodyPr/>
          <a:p>
            <a:fld id="{0DC56379-C1D8-46EE-AF9F-D8264D2CECF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114" name=""/>
        <p:cNvGrpSpPr/>
        <p:nvPr/>
      </p:nvGrpSpPr>
      <p:grpSpPr>
        <a:xfrm>
          <a:off x="0" y="0"/>
          <a:ext cx="0" cy="0"/>
          <a:chOff x="0" y="0"/>
          <a:chExt cx="0" cy="0"/>
        </a:xfrm>
      </p:grpSpPr>
      <p:sp>
        <p:nvSpPr>
          <p:cNvPr id="1048676" name="Rectangle 7"/>
          <p:cNvSpPr/>
          <p:nvPr/>
        </p:nvSpPr>
        <p:spPr>
          <a:xfrm>
            <a:off x="0" y="5105400"/>
            <a:ext cx="11292840" cy="1752600"/>
          </a:xfrm>
          <a:prstGeom prst="rect"/>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48677" name="Title 1"/>
          <p:cNvSpPr>
            <a:spLocks noGrp="1"/>
          </p:cNvSpPr>
          <p:nvPr>
            <p:ph type="title"/>
          </p:nvPr>
        </p:nvSpPr>
        <p:spPr>
          <a:xfrm>
            <a:off x="914400" y="5257800"/>
            <a:ext cx="9982200" cy="914400"/>
          </a:xfrm>
        </p:spPr>
        <p:txBody>
          <a:bodyPr anchor="b">
            <a:normAutofit/>
          </a:bodyPr>
          <a:lstStyle>
            <a:lvl1pPr>
              <a:defRPr b="0" sz="2800">
                <a:solidFill>
                  <a:schemeClr val="bg1"/>
                </a:solidFill>
              </a:defRPr>
            </a:lvl1pPr>
          </a:lstStyle>
          <a:p>
            <a:r>
              <a:rPr lang="en-US"/>
              <a:t>Click to edit Master title style</a:t>
            </a:r>
            <a:endParaRPr dirty="0" lang="en-US"/>
          </a:p>
        </p:txBody>
      </p:sp>
      <p:sp>
        <p:nvSpPr>
          <p:cNvPr id="1048678" name="Picture Placeholder 2"/>
          <p:cNvSpPr>
            <a:spLocks noChangeAspect="1" noGrp="1"/>
          </p:cNvSpPr>
          <p:nvPr>
            <p:ph type="pic" idx="1"/>
          </p:nvPr>
        </p:nvSpPr>
        <p:spPr>
          <a:xfrm>
            <a:off x="0" y="0"/>
            <a:ext cx="11292840" cy="5128923"/>
          </a:xfrm>
          <a:solidFill>
            <a:schemeClr val="accent1"/>
          </a:solidFill>
        </p:spPr>
        <p:txBody>
          <a:bodyPr anchor="t"/>
          <a:lstStyle>
            <a:lvl1pPr indent="0" marL="0">
              <a:buNone/>
              <a:defRPr sz="3200">
                <a:solidFill>
                  <a:schemeClr val="bg1"/>
                </a:solidFill>
              </a:defRPr>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r>
              <a:rPr lang="en-US"/>
              <a:t>Click icon to add picture</a:t>
            </a:r>
            <a:endParaRPr dirty="0" lang="en-US"/>
          </a:p>
        </p:txBody>
      </p:sp>
      <p:sp>
        <p:nvSpPr>
          <p:cNvPr id="1048679" name="Text Placeholder 3"/>
          <p:cNvSpPr>
            <a:spLocks noGrp="1"/>
          </p:cNvSpPr>
          <p:nvPr>
            <p:ph type="body" sz="half" idx="2"/>
          </p:nvPr>
        </p:nvSpPr>
        <p:spPr>
          <a:xfrm>
            <a:off x="914400" y="6108589"/>
            <a:ext cx="9982200" cy="597011"/>
          </a:xfrm>
        </p:spPr>
        <p:txBody>
          <a:bodyPr>
            <a:normAutofit/>
          </a:bodyPr>
          <a:lstStyle>
            <a:lvl1pPr indent="0" marL="0">
              <a:lnSpc>
                <a:spcPct val="100000"/>
              </a:lnSpc>
              <a:spcBef>
                <a:spcPts val="800"/>
              </a:spcBef>
              <a:buNone/>
              <a:defRPr sz="1300">
                <a:solidFill>
                  <a:schemeClr val="bg1">
                    <a:lumMod val="85000"/>
                  </a:schemeClr>
                </a:solidFill>
              </a:defRPr>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a:t>Click to edit Master text styles</a:t>
            </a:r>
          </a:p>
        </p:txBody>
      </p:sp>
      <p:sp>
        <p:nvSpPr>
          <p:cNvPr id="1048680" name="Date Placeholder 4"/>
          <p:cNvSpPr>
            <a:spLocks noGrp="1"/>
          </p:cNvSpPr>
          <p:nvPr>
            <p:ph type="dt" sz="half" idx="10"/>
          </p:nvPr>
        </p:nvSpPr>
        <p:spPr/>
        <p:txBody>
          <a:bodyPr/>
          <a:p>
            <a:fld id="{4B847FA7-320F-486A-B381-903F403A37D5}" type="datetimeFigureOut">
              <a:rPr lang="en-US" smtClean="0"/>
              <a:t>11/21/2023</a:t>
            </a:fld>
            <a:endParaRPr lang="en-US"/>
          </a:p>
        </p:txBody>
      </p:sp>
      <p:sp>
        <p:nvSpPr>
          <p:cNvPr id="1048681" name="Footer Placeholder 5"/>
          <p:cNvSpPr>
            <a:spLocks noGrp="1"/>
          </p:cNvSpPr>
          <p:nvPr>
            <p:ph type="ftr" sz="quarter" idx="11"/>
          </p:nvPr>
        </p:nvSpPr>
        <p:spPr/>
        <p:txBody>
          <a:bodyPr/>
          <a:p>
            <a:endParaRPr lang="en-US"/>
          </a:p>
        </p:txBody>
      </p:sp>
      <p:sp>
        <p:nvSpPr>
          <p:cNvPr id="1048682" name="Slide Number Placeholder 6"/>
          <p:cNvSpPr>
            <a:spLocks noGrp="1"/>
          </p:cNvSpPr>
          <p:nvPr>
            <p:ph type="sldNum" sz="quarter" idx="12"/>
          </p:nvPr>
        </p:nvSpPr>
        <p:spPr/>
        <p:txBody>
          <a:bodyPr/>
          <a:p>
            <a:fld id="{0DC56379-C1D8-46EE-AF9F-D8264D2CECFF}"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115" name=""/>
        <p:cNvGrpSpPr/>
        <p:nvPr/>
      </p:nvGrpSpPr>
      <p:grpSpPr>
        <a:xfrm>
          <a:off x="0" y="0"/>
          <a:ext cx="0" cy="0"/>
          <a:chOff x="0" y="0"/>
          <a:chExt cx="0" cy="0"/>
        </a:xfrm>
      </p:grpSpPr>
      <p:sp>
        <p:nvSpPr>
          <p:cNvPr id="1048683" name="Title 1"/>
          <p:cNvSpPr>
            <a:spLocks noGrp="1"/>
          </p:cNvSpPr>
          <p:nvPr>
            <p:ph type="title"/>
          </p:nvPr>
        </p:nvSpPr>
        <p:spPr/>
        <p:txBody>
          <a:bodyPr/>
          <a:p>
            <a:r>
              <a:rPr lang="en-US"/>
              <a:t>Click to edit Master title style</a:t>
            </a:r>
            <a:endParaRPr dirty="0" lang="en-US"/>
          </a:p>
        </p:txBody>
      </p:sp>
      <p:sp>
        <p:nvSpPr>
          <p:cNvPr id="1048684" name="Vertical Text Placeholder 2"/>
          <p:cNvSpPr>
            <a:spLocks noGrp="1"/>
          </p:cNvSpPr>
          <p:nvPr>
            <p:ph type="body" orient="vert" idx="1"/>
          </p:nvPr>
        </p:nvSpPr>
        <p:spPr/>
        <p:txBody>
          <a:bodyPr vert="eaVert"/>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685" name="Date Placeholder 3"/>
          <p:cNvSpPr>
            <a:spLocks noGrp="1"/>
          </p:cNvSpPr>
          <p:nvPr>
            <p:ph type="dt" sz="half" idx="10"/>
          </p:nvPr>
        </p:nvSpPr>
        <p:spPr/>
        <p:txBody>
          <a:bodyPr/>
          <a:p>
            <a:fld id="{4B847FA7-320F-486A-B381-903F403A37D5}" type="datetimeFigureOut">
              <a:rPr lang="en-US" smtClean="0"/>
              <a:t>11/21/2023</a:t>
            </a:fld>
            <a:endParaRPr lang="en-US"/>
          </a:p>
        </p:txBody>
      </p:sp>
      <p:sp>
        <p:nvSpPr>
          <p:cNvPr id="1048686" name="Footer Placeholder 4"/>
          <p:cNvSpPr>
            <a:spLocks noGrp="1"/>
          </p:cNvSpPr>
          <p:nvPr>
            <p:ph type="ftr" sz="quarter" idx="11"/>
          </p:nvPr>
        </p:nvSpPr>
        <p:spPr/>
        <p:txBody>
          <a:bodyPr/>
          <a:p>
            <a:endParaRPr lang="en-US"/>
          </a:p>
        </p:txBody>
      </p:sp>
      <p:sp>
        <p:nvSpPr>
          <p:cNvPr id="1048687" name="Slide Number Placeholder 5"/>
          <p:cNvSpPr>
            <a:spLocks noGrp="1"/>
          </p:cNvSpPr>
          <p:nvPr>
            <p:ph type="sldNum" sz="quarter" idx="12"/>
          </p:nvPr>
        </p:nvSpPr>
        <p:spPr/>
        <p:txBody>
          <a:bodyPr/>
          <a:p>
            <a:fld id="{0DC56379-C1D8-46EE-AF9F-D8264D2CECF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113" name=""/>
        <p:cNvGrpSpPr/>
        <p:nvPr/>
      </p:nvGrpSpPr>
      <p:grpSpPr>
        <a:xfrm>
          <a:off x="0" y="0"/>
          <a:ext cx="0" cy="0"/>
          <a:chOff x="0" y="0"/>
          <a:chExt cx="0" cy="0"/>
        </a:xfrm>
      </p:grpSpPr>
      <p:sp>
        <p:nvSpPr>
          <p:cNvPr id="1048671" name="Vertical Title 1"/>
          <p:cNvSpPr>
            <a:spLocks noGrp="1"/>
          </p:cNvSpPr>
          <p:nvPr>
            <p:ph type="title" orient="vert"/>
          </p:nvPr>
        </p:nvSpPr>
        <p:spPr>
          <a:xfrm>
            <a:off x="8648700" y="381000"/>
            <a:ext cx="2476500" cy="5897562"/>
          </a:xfrm>
        </p:spPr>
        <p:txBody>
          <a:bodyPr vert="eaVert"/>
          <a:p>
            <a:r>
              <a:rPr lang="en-US"/>
              <a:t>Click to edit Master title style</a:t>
            </a:r>
            <a:endParaRPr dirty="0" lang="en-US"/>
          </a:p>
        </p:txBody>
      </p:sp>
      <p:sp>
        <p:nvSpPr>
          <p:cNvPr id="1048672" name="Vertical Text Placeholder 2"/>
          <p:cNvSpPr>
            <a:spLocks noGrp="1"/>
          </p:cNvSpPr>
          <p:nvPr>
            <p:ph type="body" orient="vert" idx="1"/>
          </p:nvPr>
        </p:nvSpPr>
        <p:spPr>
          <a:xfrm>
            <a:off x="762000" y="381000"/>
            <a:ext cx="7734300" cy="5897562"/>
          </a:xfrm>
        </p:spPr>
        <p:txBody>
          <a:bodyPr vert="eaVert"/>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673" name="Date Placeholder 3"/>
          <p:cNvSpPr>
            <a:spLocks noGrp="1"/>
          </p:cNvSpPr>
          <p:nvPr>
            <p:ph type="dt" sz="half" idx="10"/>
          </p:nvPr>
        </p:nvSpPr>
        <p:spPr/>
        <p:txBody>
          <a:bodyPr/>
          <a:p>
            <a:fld id="{4B847FA7-320F-486A-B381-903F403A37D5}" type="datetimeFigureOut">
              <a:rPr lang="en-US" smtClean="0"/>
              <a:t>11/21/2023</a:t>
            </a:fld>
            <a:endParaRPr lang="en-US"/>
          </a:p>
        </p:txBody>
      </p:sp>
      <p:sp>
        <p:nvSpPr>
          <p:cNvPr id="1048674" name="Footer Placeholder 4"/>
          <p:cNvSpPr>
            <a:spLocks noGrp="1"/>
          </p:cNvSpPr>
          <p:nvPr>
            <p:ph type="ftr" sz="quarter" idx="11"/>
          </p:nvPr>
        </p:nvSpPr>
        <p:spPr/>
        <p:txBody>
          <a:bodyPr/>
          <a:p>
            <a:endParaRPr lang="en-US"/>
          </a:p>
        </p:txBody>
      </p:sp>
      <p:sp>
        <p:nvSpPr>
          <p:cNvPr id="1048675" name="Slide Number Placeholder 5"/>
          <p:cNvSpPr>
            <a:spLocks noGrp="1"/>
          </p:cNvSpPr>
          <p:nvPr>
            <p:ph type="sldNum" sz="quarter" idx="12"/>
          </p:nvPr>
        </p:nvSpPr>
        <p:spPr/>
        <p:txBody>
          <a:bodyPr/>
          <a:p>
            <a:fld id="{0DC56379-C1D8-46EE-AF9F-D8264D2CECF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1" name=""/>
        <p:cNvGrpSpPr/>
        <p:nvPr/>
      </p:nvGrpSpPr>
      <p:grpSpPr>
        <a:xfrm>
          <a:off x="0" y="0"/>
          <a:ext cx="0" cy="0"/>
          <a:chOff x="0" y="0"/>
          <a:chExt cx="0" cy="0"/>
        </a:xfrm>
      </p:grpSpPr>
      <p:sp>
        <p:nvSpPr>
          <p:cNvPr id="1048576" name="Rectangle 6"/>
          <p:cNvSpPr/>
          <p:nvPr/>
        </p:nvSpPr>
        <p:spPr>
          <a:xfrm>
            <a:off x="11292840" y="0"/>
            <a:ext cx="914400" cy="6858000"/>
          </a:xfrm>
          <a:prstGeom prst="rect"/>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48577" name="Title Placeholder 1"/>
          <p:cNvSpPr>
            <a:spLocks noGrp="1"/>
          </p:cNvSpPr>
          <p:nvPr>
            <p:ph type="title"/>
          </p:nvPr>
        </p:nvSpPr>
        <p:spPr>
          <a:xfrm>
            <a:off x="1261872" y="365760"/>
            <a:ext cx="9692640" cy="1325562"/>
          </a:xfrm>
          <a:prstGeom prst="rect"/>
        </p:spPr>
        <p:txBody>
          <a:bodyPr anchor="b" bIns="45720" lIns="91440" rIns="91440" rtlCol="0" tIns="45720" vert="horz">
            <a:normAutofit/>
          </a:bodyPr>
          <a:p>
            <a:r>
              <a:rPr lang="en-US"/>
              <a:t>Click to edit Master title style</a:t>
            </a:r>
            <a:endParaRPr dirty="0" lang="en-US"/>
          </a:p>
        </p:txBody>
      </p:sp>
      <p:sp>
        <p:nvSpPr>
          <p:cNvPr id="1048578" name="Text Placeholder 2"/>
          <p:cNvSpPr>
            <a:spLocks noGrp="1"/>
          </p:cNvSpPr>
          <p:nvPr>
            <p:ph type="body" idx="1"/>
          </p:nvPr>
        </p:nvSpPr>
        <p:spPr>
          <a:xfrm>
            <a:off x="1261872" y="1828800"/>
            <a:ext cx="8595360" cy="4351337"/>
          </a:xfrm>
          <a:prstGeom prst="rect"/>
        </p:spPr>
        <p:txBody>
          <a:bodyPr bIns="45720" lIns="91440" rIns="91440" rtlCol="0" tIns="45720" vert="horz">
            <a:normAutofit/>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579" name="Date Placeholder 3"/>
          <p:cNvSpPr>
            <a:spLocks noGrp="1"/>
          </p:cNvSpPr>
          <p:nvPr>
            <p:ph type="dt" sz="half" idx="2"/>
          </p:nvPr>
        </p:nvSpPr>
        <p:spPr>
          <a:xfrm rot="16200000">
            <a:off x="10797542" y="998537"/>
            <a:ext cx="1904999" cy="365125"/>
          </a:xfrm>
          <a:prstGeom prst="rect"/>
        </p:spPr>
        <p:txBody>
          <a:bodyPr anchor="ctr" bIns="45720" lIns="91440" rIns="91440" rtlCol="0" tIns="45720" vert="horz"/>
          <a:lstStyle>
            <a:lvl1pPr algn="r">
              <a:defRPr b="0" sz="1050">
                <a:solidFill>
                  <a:schemeClr val="tx2">
                    <a:lumMod val="20000"/>
                    <a:lumOff val="80000"/>
                  </a:schemeClr>
                </a:solidFill>
              </a:defRPr>
            </a:lvl1pPr>
          </a:lstStyle>
          <a:p>
            <a:fld id="{4B847FA7-320F-486A-B381-903F403A37D5}" type="datetimeFigureOut">
              <a:rPr lang="en-US" smtClean="0"/>
              <a:t>11/21/2023</a:t>
            </a:fld>
            <a:endParaRPr lang="en-US"/>
          </a:p>
        </p:txBody>
      </p:sp>
      <p:sp>
        <p:nvSpPr>
          <p:cNvPr id="1048580" name="Footer Placeholder 4"/>
          <p:cNvSpPr>
            <a:spLocks noGrp="1"/>
          </p:cNvSpPr>
          <p:nvPr>
            <p:ph type="ftr" sz="quarter" idx="3"/>
          </p:nvPr>
        </p:nvSpPr>
        <p:spPr>
          <a:xfrm rot="16200000">
            <a:off x="9959341" y="4046537"/>
            <a:ext cx="3581400" cy="365125"/>
          </a:xfrm>
          <a:prstGeom prst="rect"/>
        </p:spPr>
        <p:txBody>
          <a:bodyPr anchor="ctr" bIns="45720" lIns="91440" rIns="91440" rtlCol="0" tIns="45720" vert="horz"/>
          <a:lstStyle>
            <a:lvl1pPr algn="l">
              <a:defRPr sz="1050">
                <a:solidFill>
                  <a:schemeClr val="tx2">
                    <a:lumMod val="20000"/>
                    <a:lumOff val="80000"/>
                  </a:schemeClr>
                </a:solidFill>
              </a:defRPr>
            </a:lvl1pPr>
          </a:lstStyle>
          <a:p>
            <a:endParaRPr lang="en-US"/>
          </a:p>
        </p:txBody>
      </p:sp>
      <p:sp>
        <p:nvSpPr>
          <p:cNvPr id="1048581" name="Slide Number Placeholder 5"/>
          <p:cNvSpPr>
            <a:spLocks noGrp="1"/>
          </p:cNvSpPr>
          <p:nvPr>
            <p:ph type="sldNum" sz="quarter" idx="4"/>
          </p:nvPr>
        </p:nvSpPr>
        <p:spPr>
          <a:xfrm>
            <a:off x="11292840" y="6172200"/>
            <a:ext cx="914400" cy="593725"/>
          </a:xfrm>
          <a:prstGeom prst="rect"/>
        </p:spPr>
        <p:txBody>
          <a:bodyPr anchor="ctr" bIns="45720" lIns="45720" rIns="45720" rtlCol="0" tIns="45720" vert="horz">
            <a:normAutofit/>
          </a:bodyPr>
          <a:lstStyle>
            <a:lvl1pPr algn="ctr">
              <a:defRPr sz="3600">
                <a:solidFill>
                  <a:schemeClr val="tx2">
                    <a:lumMod val="60000"/>
                    <a:lumOff val="40000"/>
                  </a:schemeClr>
                </a:solidFill>
              </a:defRPr>
            </a:lvl1pPr>
          </a:lstStyle>
          <a:p>
            <a:fld id="{0DC56379-C1D8-46EE-AF9F-D8264D2CECFF}" type="slidenum">
              <a:rPr lang="en-US" smtClean="0"/>
              <a:t>‹#›</a:t>
            </a:fld>
            <a:endParaRPr lang="en-US"/>
          </a:p>
        </p:txBody>
      </p:sp>
    </p:spTree>
  </p:cSld>
  <p:clrMap accent1="accent1" accent2="accent2" accent3="accent3" accent4="accent4" accent5="accent5" accent6="accent6" bg1="lt1" bg2="lt2" tx1="dk1" tx2="dk2"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txStyles>
    <p:titleStyle>
      <a:lvl1pPr algn="l" defTabSz="914400" eaLnBrk="1" hangingPunct="1" latinLnBrk="0" rtl="0">
        <a:lnSpc>
          <a:spcPct val="90000"/>
        </a:lnSpc>
        <a:spcBef>
          <a:spcPct val="0"/>
        </a:spcBef>
        <a:buNone/>
        <a:defRPr baseline="0" sz="4400" kern="1200" spc="-50">
          <a:solidFill>
            <a:schemeClr val="tx1"/>
          </a:solidFill>
          <a:latin typeface="+mj-lt"/>
          <a:ea typeface="+mj-ea"/>
          <a:cs typeface="+mj-cs"/>
        </a:defRPr>
      </a:lvl1pPr>
    </p:titleStyle>
    <p:bodyStyle>
      <a:lvl1pPr algn="l" defTabSz="914400" eaLnBrk="1" hangingPunct="1" indent="-182880" latinLnBrk="0" marL="182880" rtl="0">
        <a:lnSpc>
          <a:spcPct val="95000"/>
        </a:lnSpc>
        <a:spcBef>
          <a:spcPts val="1400"/>
        </a:spcBef>
        <a:spcAft>
          <a:spcPts val="200"/>
        </a:spcAft>
        <a:buClr>
          <a:schemeClr val="accent1"/>
        </a:buClr>
        <a:buSzPct val="80000"/>
        <a:buFont typeface="Arial" pitchFamily="34" charset="0"/>
        <a:buChar char="•"/>
        <a:defRPr baseline="0" sz="1800" kern="1200" spc="10">
          <a:solidFill>
            <a:schemeClr val="tx1"/>
          </a:solidFill>
          <a:latin typeface="+mn-lt"/>
          <a:ea typeface="+mn-ea"/>
          <a:cs typeface="+mn-cs"/>
        </a:defRPr>
      </a:lvl1pPr>
      <a:lvl2pPr algn="l" defTabSz="914400" eaLnBrk="1" hangingPunct="1" indent="-182880" latinLnBrk="0" marL="457200" rtl="0">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algn="l" defTabSz="914400" eaLnBrk="1" hangingPunct="1" indent="-182880" latinLnBrk="0" marL="731520" rtl="0">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algn="l" defTabSz="914400" eaLnBrk="1" hangingPunct="1" indent="-182880" latinLnBrk="0" marL="1005840" rtl="0">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algn="l" defTabSz="914400" eaLnBrk="1" hangingPunct="1" indent="-182880" latinLnBrk="0" marL="1280160" rtl="0">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algn="l" defTabSz="914400" eaLnBrk="1" hangingPunct="1" indent="-228600" latinLnBrk="0" marL="1600000" rtl="0">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algn="l" defTabSz="914400" eaLnBrk="1" hangingPunct="1" indent="-228600" latinLnBrk="0" marL="1900000" rtl="0">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algn="l" defTabSz="914400" eaLnBrk="1" hangingPunct="1" indent="-228600" latinLnBrk="0" marL="2200000" rtl="0">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algn="l" defTabSz="914400" eaLnBrk="1" hangingPunct="1" indent="-228600" latinLnBrk="0" marL="2500000" rtl="0">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image" Target="../media/image7.jpeg"/><Relationship Id="rId2"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diagramLayout" Target="../diagrams/layout1.xml"/><Relationship Id="rId2" Type="http://schemas.openxmlformats.org/officeDocument/2006/relationships/diagramData" Target="../diagrams/data1.xml"/><Relationship Id="rId3" Type="http://schemas.microsoft.com/office/2007/relationships/diagramDrawing" Target="../diagrams/drawing1.xml"/><Relationship Id="rId4" Type="http://schemas.openxmlformats.org/officeDocument/2006/relationships/diagramColors" Target="../diagrams/colors1.xml"/><Relationship Id="rId5" Type="http://schemas.openxmlformats.org/officeDocument/2006/relationships/diagramQuickStyle" Target="../diagrams/quickStyle1.xml"/><Relationship Id="rId6"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image" Target="../media/image10.emf"/><Relationship Id="rId2"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image" Target="../media/image11.emf"/><Relationship Id="rId2"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image" Target="../media/image12.jpeg"/><Relationship Id="rId2"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image" Target="../media/image14.jpeg"/><Relationship Id="rId2"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image" Target="../media/image15.jpeg"/><Relationship Id="rId2"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image" Target="../media/image16.emf"/><Relationship Id="rId2"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diagramLayout" Target="../diagrams/layout2.xml"/><Relationship Id="rId2" Type="http://schemas.openxmlformats.org/officeDocument/2006/relationships/diagramData" Target="../diagrams/data2.xml"/><Relationship Id="rId3" Type="http://schemas.microsoft.com/office/2007/relationships/diagramDrawing" Target="../diagrams/drawing2.xml"/><Relationship Id="rId4" Type="http://schemas.openxmlformats.org/officeDocument/2006/relationships/diagramColors" Target="../diagrams/colors2.xml"/><Relationship Id="rId5" Type="http://schemas.openxmlformats.org/officeDocument/2006/relationships/diagramQuickStyle" Target="../diagrams/quickStyle2.xml"/><Relationship Id="rId6"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image" Target="../media/image17.emf"/><Relationship Id="rId2"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1048588" name="Title 1"/>
          <p:cNvSpPr>
            <a:spLocks noGrp="1"/>
          </p:cNvSpPr>
          <p:nvPr>
            <p:ph type="ctrTitle"/>
          </p:nvPr>
        </p:nvSpPr>
        <p:spPr/>
        <p:txBody>
          <a:bodyPr/>
          <a:p>
            <a:r>
              <a:rPr dirty="0" lang="en-US"/>
              <a:t>Formal Correspondence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64" name=""/>
        <p:cNvGrpSpPr/>
        <p:nvPr/>
      </p:nvGrpSpPr>
      <p:grpSpPr>
        <a:xfrm>
          <a:off x="0" y="0"/>
          <a:ext cx="0" cy="0"/>
          <a:chOff x="0" y="0"/>
          <a:chExt cx="0" cy="0"/>
        </a:xfrm>
      </p:grpSpPr>
      <p:sp>
        <p:nvSpPr>
          <p:cNvPr id="1048594" name="Content Placeholder 2"/>
          <p:cNvSpPr>
            <a:spLocks noGrp="1"/>
          </p:cNvSpPr>
          <p:nvPr>
            <p:ph idx="1"/>
          </p:nvPr>
        </p:nvSpPr>
        <p:spPr>
          <a:xfrm>
            <a:off x="1261872" y="900752"/>
            <a:ext cx="8595360" cy="5279385"/>
          </a:xfrm>
        </p:spPr>
        <p:txBody>
          <a:bodyPr>
            <a:normAutofit/>
          </a:bodyPr>
          <a:p>
            <a:pPr algn="just"/>
            <a:r>
              <a:rPr b="1" dirty="0" sz="2400" lang="en-US"/>
              <a:t>Business correspondence means</a:t>
            </a:r>
            <a:r>
              <a:rPr dirty="0" sz="2400" lang="en-US"/>
              <a:t> the exchange of information in a written format for the process of </a:t>
            </a:r>
            <a:r>
              <a:rPr b="1" dirty="0" sz="2400" lang="en-US"/>
              <a:t>business</a:t>
            </a:r>
            <a:r>
              <a:rPr dirty="0" sz="2400" lang="en-US"/>
              <a:t> activities. </a:t>
            </a:r>
          </a:p>
          <a:p>
            <a:pPr algn="just"/>
            <a:r>
              <a:rPr b="1" dirty="0" sz="2400" lang="en-US"/>
              <a:t>Business correspondence</a:t>
            </a:r>
            <a:r>
              <a:rPr dirty="0" sz="2400" lang="en-US"/>
              <a:t> can take place between organizations, within organizations or between the customers and the organization. </a:t>
            </a:r>
          </a:p>
          <a:p>
            <a:pPr algn="just"/>
            <a:r>
              <a:rPr dirty="0" sz="2400" lang="en-US"/>
              <a:t>The </a:t>
            </a:r>
            <a:r>
              <a:rPr b="1" dirty="0" sz="2400" lang="en-US"/>
              <a:t>correspondence</a:t>
            </a:r>
            <a:r>
              <a:rPr dirty="0" sz="2400" lang="en-US"/>
              <a:t> refers to the written communication between persons.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65" name=""/>
        <p:cNvGrpSpPr/>
        <p:nvPr/>
      </p:nvGrpSpPr>
      <p:grpSpPr>
        <a:xfrm>
          <a:off x="0" y="0"/>
          <a:ext cx="0" cy="0"/>
          <a:chOff x="0" y="0"/>
          <a:chExt cx="0" cy="0"/>
        </a:xfrm>
      </p:grpSpPr>
      <p:sp>
        <p:nvSpPr>
          <p:cNvPr id="1048595" name="Title 1"/>
          <p:cNvSpPr>
            <a:spLocks noGrp="1"/>
          </p:cNvSpPr>
          <p:nvPr>
            <p:ph type="title"/>
          </p:nvPr>
        </p:nvSpPr>
        <p:spPr/>
        <p:txBody>
          <a:bodyPr/>
          <a:p>
            <a:r>
              <a:rPr dirty="0" lang="en-US"/>
              <a:t>Let’s look at the type of communication in business </a:t>
            </a:r>
          </a:p>
        </p:txBody>
      </p:sp>
      <p:pic>
        <p:nvPicPr>
          <p:cNvPr id="2097152" name="Content Placeholder 3"/>
          <p:cNvPicPr>
            <a:picLocks noChangeAspect="1" noGrp="1"/>
          </p:cNvPicPr>
          <p:nvPr>
            <p:ph idx="1"/>
          </p:nvPr>
        </p:nvPicPr>
        <p:blipFill>
          <a:blip xmlns:r="http://schemas.openxmlformats.org/officeDocument/2006/relationships" r:embed="rId1"/>
          <a:stretch>
            <a:fillRect/>
          </a:stretch>
        </p:blipFill>
        <p:spPr>
          <a:xfrm>
            <a:off x="1037230" y="1801504"/>
            <a:ext cx="9184943" cy="4722125"/>
          </a:xfrm>
          <a:prstGeom prst="rec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66" name=""/>
        <p:cNvGrpSpPr/>
        <p:nvPr/>
      </p:nvGrpSpPr>
      <p:grpSpPr>
        <a:xfrm>
          <a:off x="0" y="0"/>
          <a:ext cx="0" cy="0"/>
          <a:chOff x="0" y="0"/>
          <a:chExt cx="0" cy="0"/>
        </a:xfrm>
      </p:grpSpPr>
      <p:sp>
        <p:nvSpPr>
          <p:cNvPr id="1048596" name="Title 1"/>
          <p:cNvSpPr>
            <a:spLocks noGrp="1"/>
          </p:cNvSpPr>
          <p:nvPr>
            <p:ph type="title"/>
          </p:nvPr>
        </p:nvSpPr>
        <p:spPr/>
        <p:txBody>
          <a:bodyPr/>
          <a:p>
            <a:r>
              <a:rPr b="1" dirty="0" lang="en-US"/>
              <a:t>INTERNAL COMMUNICATION</a:t>
            </a:r>
            <a:r>
              <a:rPr dirty="0" lang="en-US"/>
              <a:t> </a:t>
            </a:r>
            <a:br>
              <a:rPr dirty="0" lang="en-US"/>
            </a:br>
            <a:endParaRPr dirty="0" lang="en-US"/>
          </a:p>
        </p:txBody>
      </p:sp>
      <p:sp>
        <p:nvSpPr>
          <p:cNvPr id="1048597" name="Content Placeholder 2"/>
          <p:cNvSpPr>
            <a:spLocks noGrp="1"/>
          </p:cNvSpPr>
          <p:nvPr>
            <p:ph idx="1"/>
          </p:nvPr>
        </p:nvSpPr>
        <p:spPr>
          <a:xfrm>
            <a:off x="1261872" y="1269242"/>
            <a:ext cx="8595360" cy="4910895"/>
          </a:xfrm>
        </p:spPr>
        <p:txBody>
          <a:bodyPr/>
          <a:p>
            <a:pPr algn="just" lvl="0"/>
            <a:r>
              <a:rPr dirty="0" sz="2400" lang="en-US"/>
              <a:t>It is the information exchange within the organization.</a:t>
            </a:r>
          </a:p>
          <a:p>
            <a:pPr algn="just" lvl="0"/>
            <a:r>
              <a:rPr dirty="0" sz="2400" lang="en-US"/>
              <a:t>Messages can be exchanged via personal contact, telephone, e-mail. </a:t>
            </a:r>
          </a:p>
          <a:p>
            <a:pPr algn="just" lvl="0"/>
            <a:r>
              <a:rPr dirty="0" sz="2400" lang="en-US"/>
              <a:t>Helps employees in performing their work, developing a clear sense of organization mission and identifying and promptly dealing with potential problems.</a:t>
            </a:r>
          </a:p>
          <a:p>
            <a:endParaRPr dirty="0" lang="en-US"/>
          </a:p>
        </p:txBody>
      </p:sp>
      <p:pic>
        <p:nvPicPr>
          <p:cNvPr id="2097153" name="Picture 3"/>
          <p:cNvPicPr>
            <a:picLocks noChangeAspect="1"/>
          </p:cNvPicPr>
          <p:nvPr/>
        </p:nvPicPr>
        <p:blipFill rotWithShape="1">
          <a:blip xmlns:r="http://schemas.openxmlformats.org/officeDocument/2006/relationships" r:embed="rId1"/>
          <a:srcRect t="52617"/>
          <a:stretch>
            <a:fillRect/>
          </a:stretch>
        </p:blipFill>
        <p:spPr>
          <a:xfrm>
            <a:off x="4877562" y="4155796"/>
            <a:ext cx="6076950" cy="2161819"/>
          </a:xfrm>
          <a:prstGeom prst="rec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67" name=""/>
        <p:cNvGrpSpPr/>
        <p:nvPr/>
      </p:nvGrpSpPr>
      <p:grpSpPr>
        <a:xfrm>
          <a:off x="0" y="0"/>
          <a:ext cx="0" cy="0"/>
          <a:chOff x="0" y="0"/>
          <a:chExt cx="0" cy="0"/>
        </a:xfrm>
      </p:grpSpPr>
      <p:sp>
        <p:nvSpPr>
          <p:cNvPr id="1048598" name="Title 1"/>
          <p:cNvSpPr>
            <a:spLocks noGrp="1"/>
          </p:cNvSpPr>
          <p:nvPr>
            <p:ph type="title"/>
          </p:nvPr>
        </p:nvSpPr>
        <p:spPr/>
        <p:txBody>
          <a:bodyPr/>
          <a:p>
            <a:r>
              <a:rPr b="1" dirty="0" lang="en-US"/>
              <a:t>EXTERNAL COMMUNICATION</a:t>
            </a:r>
            <a:r>
              <a:rPr dirty="0" lang="en-US"/>
              <a:t> </a:t>
            </a:r>
            <a:br>
              <a:rPr dirty="0" lang="en-US"/>
            </a:br>
            <a:endParaRPr dirty="0" lang="en-US"/>
          </a:p>
        </p:txBody>
      </p:sp>
      <p:sp>
        <p:nvSpPr>
          <p:cNvPr id="1048599" name="Content Placeholder 2"/>
          <p:cNvSpPr>
            <a:spLocks noGrp="1"/>
          </p:cNvSpPr>
          <p:nvPr>
            <p:ph idx="1"/>
          </p:nvPr>
        </p:nvSpPr>
        <p:spPr/>
        <p:txBody>
          <a:bodyPr>
            <a:normAutofit/>
          </a:bodyPr>
          <a:p>
            <a:pPr lvl="0"/>
            <a:endParaRPr dirty="0" lang="en-US"/>
          </a:p>
          <a:p>
            <a:pPr lvl="0"/>
            <a:endParaRPr dirty="0" lang="en-US"/>
          </a:p>
          <a:p>
            <a:pPr lvl="0"/>
            <a:endParaRPr dirty="0" lang="en-US"/>
          </a:p>
          <a:p>
            <a:pPr lvl="0"/>
            <a:endParaRPr dirty="0" lang="en-US"/>
          </a:p>
          <a:p>
            <a:pPr lvl="0"/>
            <a:r>
              <a:rPr dirty="0" sz="2400" lang="en-US"/>
              <a:t>Communication that is occurred among the organizations is called the external communication</a:t>
            </a:r>
          </a:p>
          <a:p>
            <a:pPr lvl="0"/>
            <a:r>
              <a:rPr dirty="0" sz="2400" lang="en-US"/>
              <a:t>Organizations communicate with the outside world on a daily basis. </a:t>
            </a:r>
          </a:p>
          <a:p>
            <a:pPr lvl="0"/>
            <a:r>
              <a:rPr dirty="0" sz="2400" lang="en-US"/>
              <a:t>External communication can be formal and informal.</a:t>
            </a:r>
          </a:p>
          <a:p>
            <a:endParaRPr dirty="0" sz="2400" lang="en-US"/>
          </a:p>
          <a:p>
            <a:endParaRPr dirty="0" lang="en-US"/>
          </a:p>
        </p:txBody>
      </p:sp>
      <p:pic>
        <p:nvPicPr>
          <p:cNvPr id="2097154" name="Picture 3"/>
          <p:cNvPicPr>
            <a:picLocks noChangeAspect="1"/>
          </p:cNvPicPr>
          <p:nvPr/>
        </p:nvPicPr>
        <p:blipFill>
          <a:blip xmlns:r="http://schemas.openxmlformats.org/officeDocument/2006/relationships" r:embed="rId1"/>
          <a:stretch>
            <a:fillRect/>
          </a:stretch>
        </p:blipFill>
        <p:spPr>
          <a:xfrm>
            <a:off x="6947848" y="1351129"/>
            <a:ext cx="3810000" cy="2158052"/>
          </a:xfrm>
          <a:prstGeom prst="rec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68" name=""/>
        <p:cNvGrpSpPr/>
        <p:nvPr/>
      </p:nvGrpSpPr>
      <p:grpSpPr>
        <a:xfrm>
          <a:off x="0" y="0"/>
          <a:ext cx="0" cy="0"/>
          <a:chOff x="0" y="0"/>
          <a:chExt cx="0" cy="0"/>
        </a:xfrm>
      </p:grpSpPr>
      <p:sp>
        <p:nvSpPr>
          <p:cNvPr id="1048600" name="Title 1"/>
          <p:cNvSpPr>
            <a:spLocks noGrp="1"/>
          </p:cNvSpPr>
          <p:nvPr>
            <p:ph type="title"/>
          </p:nvPr>
        </p:nvSpPr>
        <p:spPr/>
        <p:txBody>
          <a:bodyPr>
            <a:normAutofit/>
          </a:bodyPr>
          <a:p>
            <a:r>
              <a:rPr b="1" dirty="0" sz="6000" lang="en-US"/>
              <a:t>Point to be noted</a:t>
            </a:r>
          </a:p>
        </p:txBody>
      </p:sp>
      <p:sp>
        <p:nvSpPr>
          <p:cNvPr id="1048601" name="Content Placeholder 2"/>
          <p:cNvSpPr>
            <a:spLocks noGrp="1"/>
          </p:cNvSpPr>
          <p:nvPr>
            <p:ph idx="1"/>
          </p:nvPr>
        </p:nvSpPr>
        <p:spPr/>
        <p:txBody>
          <a:bodyPr/>
          <a:p>
            <a:pPr indent="0" lvl="0" marL="0">
              <a:buNone/>
            </a:pPr>
            <a:r>
              <a:rPr dirty="0" sz="3200" lang="en-US"/>
              <a:t>Internal communication can be formal and informal.	</a:t>
            </a:r>
          </a:p>
          <a:p>
            <a:endParaRPr dirty="0" lang="en-US"/>
          </a:p>
        </p:txBody>
      </p:sp>
      <p:pic>
        <p:nvPicPr>
          <p:cNvPr id="2097155" name="Picture 3"/>
          <p:cNvPicPr>
            <a:picLocks noChangeAspect="1"/>
          </p:cNvPicPr>
          <p:nvPr/>
        </p:nvPicPr>
        <p:blipFill rotWithShape="1">
          <a:blip xmlns:r="http://schemas.openxmlformats.org/officeDocument/2006/relationships" r:embed="rId1"/>
          <a:srcRect t="39055"/>
          <a:stretch>
            <a:fillRect/>
          </a:stretch>
        </p:blipFill>
        <p:spPr>
          <a:xfrm>
            <a:off x="3086669" y="2906973"/>
            <a:ext cx="6018662" cy="2743201"/>
          </a:xfrm>
          <a:prstGeom prst="rec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69" name=""/>
        <p:cNvGrpSpPr/>
        <p:nvPr/>
      </p:nvGrpSpPr>
      <p:grpSpPr>
        <a:xfrm>
          <a:off x="0" y="0"/>
          <a:ext cx="0" cy="0"/>
          <a:chOff x="0" y="0"/>
          <a:chExt cx="0" cy="0"/>
        </a:xfrm>
      </p:grpSpPr>
      <p:sp>
        <p:nvSpPr>
          <p:cNvPr id="1048602" name="Title 1"/>
          <p:cNvSpPr>
            <a:spLocks noGrp="1"/>
          </p:cNvSpPr>
          <p:nvPr>
            <p:ph type="title"/>
          </p:nvPr>
        </p:nvSpPr>
        <p:spPr>
          <a:xfrm>
            <a:off x="879734" y="1047703"/>
            <a:ext cx="9692640" cy="777923"/>
          </a:xfrm>
        </p:spPr>
        <p:txBody>
          <a:bodyPr>
            <a:noAutofit/>
          </a:bodyPr>
          <a:p>
            <a:r>
              <a:rPr b="1" dirty="0" sz="3200" lang="en-US"/>
              <a:t>FORMAL INTERNAL COMMUNICATION </a:t>
            </a:r>
            <a:br>
              <a:rPr b="1" dirty="0" sz="3200" lang="en-US"/>
            </a:br>
            <a:endParaRPr b="1" dirty="0" sz="3200" lang="en-US"/>
          </a:p>
        </p:txBody>
      </p:sp>
      <p:sp>
        <p:nvSpPr>
          <p:cNvPr id="1048603" name="Content Placeholder 2"/>
          <p:cNvSpPr>
            <a:spLocks noGrp="1"/>
          </p:cNvSpPr>
          <p:nvPr>
            <p:ph idx="1"/>
          </p:nvPr>
        </p:nvSpPr>
        <p:spPr/>
        <p:txBody>
          <a:bodyPr>
            <a:normAutofit/>
          </a:bodyPr>
          <a:p>
            <a:pPr indent="0" marL="0">
              <a:buNone/>
            </a:pPr>
            <a:r>
              <a:rPr dirty="0" sz="2400" lang="en-US"/>
              <a:t>There are three modes of formal communication within the organization</a:t>
            </a:r>
          </a:p>
        </p:txBody>
      </p:sp>
      <p:pic>
        <p:nvPicPr>
          <p:cNvPr id="2097156" name="Picture 3"/>
          <p:cNvPicPr>
            <a:picLocks noChangeAspect="1"/>
          </p:cNvPicPr>
          <p:nvPr/>
        </p:nvPicPr>
        <p:blipFill>
          <a:blip xmlns:r="http://schemas.openxmlformats.org/officeDocument/2006/relationships" r:embed="rId1"/>
          <a:stretch>
            <a:fillRect/>
          </a:stretch>
        </p:blipFill>
        <p:spPr>
          <a:xfrm>
            <a:off x="1573041" y="3347243"/>
            <a:ext cx="8284191" cy="2832894"/>
          </a:xfrm>
          <a:prstGeom prst="rec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71" name=""/>
        <p:cNvGrpSpPr/>
        <p:nvPr/>
      </p:nvGrpSpPr>
      <p:grpSpPr>
        <a:xfrm>
          <a:off x="0" y="0"/>
          <a:ext cx="0" cy="0"/>
          <a:chOff x="0" y="0"/>
          <a:chExt cx="0" cy="0"/>
        </a:xfrm>
      </p:grpSpPr>
      <p:sp>
        <p:nvSpPr>
          <p:cNvPr id="1048610" name="Content Placeholder 2"/>
          <p:cNvSpPr>
            <a:spLocks noGrp="1"/>
          </p:cNvSpPr>
          <p:nvPr>
            <p:ph sz="half" idx="1"/>
          </p:nvPr>
        </p:nvSpPr>
        <p:spPr>
          <a:xfrm>
            <a:off x="1261872" y="1037230"/>
            <a:ext cx="4480560" cy="5142907"/>
          </a:xfrm>
        </p:spPr>
        <p:txBody>
          <a:bodyPr>
            <a:normAutofit/>
          </a:bodyPr>
          <a:p>
            <a:pPr algn="just"/>
            <a:r>
              <a:rPr b="1" dirty="0" sz="2400" lang="en-US"/>
              <a:t>Upward communication</a:t>
            </a:r>
            <a:r>
              <a:rPr dirty="0" sz="2400" lang="en-US"/>
              <a:t>: Communication-flows from employees to executives, providing insight into problems, trends, opportunities, grievances, and performance-thus, allowing executives to solve problems and make intelligent decisions.</a:t>
            </a:r>
          </a:p>
          <a:p>
            <a:pPr algn="just"/>
            <a:endParaRPr dirty="0" sz="2400" lang="en-US"/>
          </a:p>
        </p:txBody>
      </p:sp>
      <p:pic>
        <p:nvPicPr>
          <p:cNvPr id="2097157" name="Content Placeholder 4"/>
          <p:cNvPicPr>
            <a:picLocks noChangeAspect="1" noGrp="1"/>
          </p:cNvPicPr>
          <p:nvPr>
            <p:ph sz="half" idx="2"/>
          </p:nvPr>
        </p:nvPicPr>
        <p:blipFill rotWithShape="1">
          <a:blip xmlns:r="http://schemas.openxmlformats.org/officeDocument/2006/relationships" r:embed="rId1"/>
          <a:srcRect b="6944"/>
          <a:stretch>
            <a:fillRect/>
          </a:stretch>
        </p:blipFill>
        <p:spPr>
          <a:xfrm>
            <a:off x="7104186" y="1173708"/>
            <a:ext cx="3560664" cy="5003256"/>
          </a:xfr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72" name=""/>
        <p:cNvGrpSpPr/>
        <p:nvPr/>
      </p:nvGrpSpPr>
      <p:grpSpPr>
        <a:xfrm>
          <a:off x="0" y="0"/>
          <a:ext cx="0" cy="0"/>
          <a:chOff x="0" y="0"/>
          <a:chExt cx="0" cy="0"/>
        </a:xfrm>
      </p:grpSpPr>
      <p:sp>
        <p:nvSpPr>
          <p:cNvPr id="1048611" name="Content Placeholder 2"/>
          <p:cNvSpPr>
            <a:spLocks noGrp="1"/>
          </p:cNvSpPr>
          <p:nvPr>
            <p:ph sz="half" idx="1"/>
          </p:nvPr>
        </p:nvSpPr>
        <p:spPr>
          <a:xfrm>
            <a:off x="1261872" y="1078174"/>
            <a:ext cx="4480560" cy="5101964"/>
          </a:xfrm>
        </p:spPr>
        <p:txBody>
          <a:bodyPr>
            <a:normAutofit/>
          </a:bodyPr>
          <a:p>
            <a:pPr algn="just"/>
            <a:r>
              <a:rPr b="1" dirty="0" sz="2400" lang="en-US"/>
              <a:t>Downward communication:</a:t>
            </a:r>
            <a:r>
              <a:rPr dirty="0" sz="2400" lang="en-US"/>
              <a:t> Communication-Flows from executives to employees conveying executive decisions and providing information that helps employees do their jobs</a:t>
            </a:r>
          </a:p>
          <a:p>
            <a:pPr algn="just"/>
            <a:endParaRPr dirty="0" sz="2400" lang="en-US"/>
          </a:p>
        </p:txBody>
      </p:sp>
      <p:pic>
        <p:nvPicPr>
          <p:cNvPr id="2097158" name="Content Placeholder 4"/>
          <p:cNvPicPr>
            <a:picLocks noChangeAspect="1" noGrp="1"/>
          </p:cNvPicPr>
          <p:nvPr>
            <p:ph sz="half" idx="2"/>
          </p:nvPr>
        </p:nvPicPr>
        <p:blipFill rotWithShape="1">
          <a:blip xmlns:r="http://schemas.openxmlformats.org/officeDocument/2006/relationships" r:embed="rId1"/>
          <a:srcRect l="4799" r="61917" b="9701"/>
          <a:stretch>
            <a:fillRect/>
          </a:stretch>
        </p:blipFill>
        <p:spPr>
          <a:xfrm>
            <a:off x="7233313" y="1078175"/>
            <a:ext cx="3261185" cy="4703646"/>
          </a:xfr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73" name=""/>
        <p:cNvGrpSpPr/>
        <p:nvPr/>
      </p:nvGrpSpPr>
      <p:grpSpPr>
        <a:xfrm>
          <a:off x="0" y="0"/>
          <a:ext cx="0" cy="0"/>
          <a:chOff x="0" y="0"/>
          <a:chExt cx="0" cy="0"/>
        </a:xfrm>
      </p:grpSpPr>
      <p:sp>
        <p:nvSpPr>
          <p:cNvPr id="1048612" name="Content Placeholder 2"/>
          <p:cNvSpPr>
            <a:spLocks noGrp="1"/>
          </p:cNvSpPr>
          <p:nvPr>
            <p:ph sz="half" idx="1"/>
          </p:nvPr>
        </p:nvSpPr>
        <p:spPr>
          <a:xfrm>
            <a:off x="1261872" y="1828800"/>
            <a:ext cx="4074403" cy="4351337"/>
          </a:xfrm>
        </p:spPr>
        <p:txBody>
          <a:bodyPr>
            <a:normAutofit/>
          </a:bodyPr>
          <a:p>
            <a:pPr algn="just"/>
            <a:r>
              <a:rPr b="1" dirty="0" sz="2400" lang="en-US"/>
              <a:t>Lateral/horizontal communication</a:t>
            </a:r>
            <a:r>
              <a:rPr dirty="0" sz="2400" lang="en-US"/>
              <a:t>: Communication-Flows between departments to help employees share information, coordinate tasks, and solve complex problems.</a:t>
            </a:r>
          </a:p>
          <a:p>
            <a:pPr algn="just"/>
            <a:endParaRPr dirty="0" sz="2400" lang="en-US"/>
          </a:p>
        </p:txBody>
      </p:sp>
      <p:pic>
        <p:nvPicPr>
          <p:cNvPr id="2097159" name="Content Placeholder 4"/>
          <p:cNvPicPr>
            <a:picLocks noChangeAspect="1" noGrp="1"/>
          </p:cNvPicPr>
          <p:nvPr>
            <p:ph sz="half" idx="2"/>
          </p:nvPr>
        </p:nvPicPr>
        <p:blipFill rotWithShape="1">
          <a:blip xmlns:r="http://schemas.openxmlformats.org/officeDocument/2006/relationships" r:embed="rId1"/>
          <a:srcRect b="4290"/>
          <a:stretch>
            <a:fillRect/>
          </a:stretch>
        </p:blipFill>
        <p:spPr>
          <a:xfrm>
            <a:off x="6019799" y="1125415"/>
            <a:ext cx="4830171" cy="5022167"/>
          </a:xfr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74" name=""/>
        <p:cNvGrpSpPr/>
        <p:nvPr/>
      </p:nvGrpSpPr>
      <p:grpSpPr>
        <a:xfrm>
          <a:off x="0" y="0"/>
          <a:ext cx="0" cy="0"/>
          <a:chOff x="0" y="0"/>
          <a:chExt cx="0" cy="0"/>
        </a:xfrm>
      </p:grpSpPr>
      <p:sp>
        <p:nvSpPr>
          <p:cNvPr id="1048613" name="Title 1"/>
          <p:cNvSpPr>
            <a:spLocks noGrp="1"/>
          </p:cNvSpPr>
          <p:nvPr>
            <p:ph type="title"/>
          </p:nvPr>
        </p:nvSpPr>
        <p:spPr/>
        <p:txBody>
          <a:bodyPr/>
          <a:p>
            <a:r>
              <a:rPr b="1" dirty="0" lang="en-US"/>
              <a:t>The Types of Correspondence </a:t>
            </a:r>
          </a:p>
        </p:txBody>
      </p:sp>
      <p:graphicFrame>
        <p:nvGraphicFramePr>
          <p:cNvPr id="4194304" name="Content Placeholder 3"/>
          <p:cNvGraphicFramePr>
            <a:graphicFrameLocks noGrp="1"/>
          </p:cNvGraphicFramePr>
          <p:nvPr>
            <p:ph idx="1"/>
          </p:nvPr>
        </p:nvGraphicFramePr>
        <p:xfrm>
          <a:off x="1262063" y="1828800"/>
          <a:ext cx="8594725" cy="4351338"/>
        </p:xfrm>
        <a:graphic>
          <a:graphicData uri="http://schemas.openxmlformats.org/drawingml/2006/diagram">
            <dgm:relIds xmlns:dgm="http://schemas.openxmlformats.org/drawingml/2006/diagram" xmlns:r="http://schemas.openxmlformats.org/officeDocument/2006/relationships" r:dm="rId2" r:lo="rId1" r:qs="rId5" r:cs="rId4"/>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75" name=""/>
        <p:cNvGrpSpPr/>
        <p:nvPr/>
      </p:nvGrpSpPr>
      <p:grpSpPr>
        <a:xfrm>
          <a:off x="0" y="0"/>
          <a:ext cx="0" cy="0"/>
          <a:chOff x="0" y="0"/>
          <a:chExt cx="0" cy="0"/>
        </a:xfrm>
      </p:grpSpPr>
      <p:sp>
        <p:nvSpPr>
          <p:cNvPr id="1048614" name="Title 1"/>
          <p:cNvSpPr>
            <a:spLocks noGrp="1"/>
          </p:cNvSpPr>
          <p:nvPr>
            <p:ph type="title"/>
          </p:nvPr>
        </p:nvSpPr>
        <p:spPr>
          <a:xfrm>
            <a:off x="1261872" y="365760"/>
            <a:ext cx="9692640" cy="821595"/>
          </a:xfrm>
        </p:spPr>
        <p:txBody>
          <a:bodyPr>
            <a:normAutofit/>
          </a:bodyPr>
          <a:p>
            <a:r>
              <a:rPr b="1" dirty="0" sz="4800" lang="en-US"/>
              <a:t>What is a memorandum?</a:t>
            </a:r>
          </a:p>
        </p:txBody>
      </p:sp>
      <p:sp>
        <p:nvSpPr>
          <p:cNvPr id="1048615" name="Content Placeholder 2"/>
          <p:cNvSpPr>
            <a:spLocks noGrp="1"/>
          </p:cNvSpPr>
          <p:nvPr>
            <p:ph idx="1"/>
          </p:nvPr>
        </p:nvSpPr>
        <p:spPr/>
        <p:txBody>
          <a:bodyPr>
            <a:normAutofit/>
          </a:bodyPr>
          <a:p>
            <a:r>
              <a:rPr dirty="0" sz="3200" lang="en-US"/>
              <a:t>It is considered as an “inside” correspondence.</a:t>
            </a:r>
          </a:p>
          <a:p>
            <a:r>
              <a:rPr dirty="0" sz="3200" lang="en-US"/>
              <a:t>It is written to someone in your company</a:t>
            </a:r>
          </a:p>
          <a:p>
            <a:pPr indent="0" marL="0">
              <a:buNone/>
            </a:pPr>
            <a:endParaRPr dirty="0" sz="3200"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76" name=""/>
        <p:cNvGrpSpPr/>
        <p:nvPr/>
      </p:nvGrpSpPr>
      <p:grpSpPr>
        <a:xfrm>
          <a:off x="0" y="0"/>
          <a:ext cx="0" cy="0"/>
          <a:chOff x="0" y="0"/>
          <a:chExt cx="0" cy="0"/>
        </a:xfrm>
      </p:grpSpPr>
      <p:sp>
        <p:nvSpPr>
          <p:cNvPr id="1048616" name="Title 1"/>
          <p:cNvSpPr>
            <a:spLocks noGrp="1"/>
          </p:cNvSpPr>
          <p:nvPr>
            <p:ph type="title"/>
          </p:nvPr>
        </p:nvSpPr>
        <p:spPr>
          <a:xfrm>
            <a:off x="1043508" y="0"/>
            <a:ext cx="9692640" cy="1325562"/>
          </a:xfrm>
        </p:spPr>
        <p:txBody>
          <a:bodyPr>
            <a:normAutofit/>
          </a:bodyPr>
          <a:p>
            <a:r>
              <a:rPr b="1" dirty="0" sz="5400" lang="en-US"/>
              <a:t>Why do we use memos?</a:t>
            </a:r>
          </a:p>
        </p:txBody>
      </p:sp>
      <p:sp>
        <p:nvSpPr>
          <p:cNvPr id="1048617" name="Content Placeholder 2"/>
          <p:cNvSpPr>
            <a:spLocks noGrp="1"/>
          </p:cNvSpPr>
          <p:nvPr>
            <p:ph idx="1"/>
          </p:nvPr>
        </p:nvSpPr>
        <p:spPr/>
        <p:txBody>
          <a:bodyPr>
            <a:normAutofit/>
          </a:bodyPr>
          <a:p>
            <a:r>
              <a:rPr dirty="0" sz="3200" lang="en-US"/>
              <a:t>To save something as a written record </a:t>
            </a:r>
          </a:p>
          <a:p>
            <a:r>
              <a:rPr dirty="0" sz="3200" lang="en-US"/>
              <a:t>To save time</a:t>
            </a:r>
          </a:p>
          <a:p>
            <a:r>
              <a:rPr dirty="0" sz="3200" lang="en-US"/>
              <a:t>Inexpensive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77" name=""/>
        <p:cNvGrpSpPr/>
        <p:nvPr/>
      </p:nvGrpSpPr>
      <p:grpSpPr>
        <a:xfrm>
          <a:off x="0" y="0"/>
          <a:ext cx="0" cy="0"/>
          <a:chOff x="0" y="0"/>
          <a:chExt cx="0" cy="0"/>
        </a:xfrm>
      </p:grpSpPr>
      <p:sp>
        <p:nvSpPr>
          <p:cNvPr id="1048618" name="Title 1"/>
          <p:cNvSpPr>
            <a:spLocks noGrp="1"/>
          </p:cNvSpPr>
          <p:nvPr>
            <p:ph type="title"/>
          </p:nvPr>
        </p:nvSpPr>
        <p:spPr/>
        <p:txBody>
          <a:bodyPr>
            <a:noAutofit/>
          </a:bodyPr>
          <a:p>
            <a:r>
              <a:rPr b="1" dirty="0" sz="4800" lang="en-US"/>
              <a:t>What are the purposes of memo?</a:t>
            </a:r>
          </a:p>
        </p:txBody>
      </p:sp>
      <p:sp>
        <p:nvSpPr>
          <p:cNvPr id="1048619" name="Content Placeholder 2"/>
          <p:cNvSpPr>
            <a:spLocks noGrp="1"/>
          </p:cNvSpPr>
          <p:nvPr>
            <p:ph idx="1"/>
          </p:nvPr>
        </p:nvSpPr>
        <p:spPr/>
        <p:txBody>
          <a:bodyPr>
            <a:normAutofit/>
          </a:bodyPr>
          <a:p>
            <a:r>
              <a:rPr dirty="0" sz="2800" lang="en-US"/>
              <a:t>To inform</a:t>
            </a:r>
          </a:p>
          <a:p>
            <a:r>
              <a:rPr dirty="0" sz="2800" lang="en-US"/>
              <a:t>To inquire</a:t>
            </a:r>
          </a:p>
          <a:p>
            <a:r>
              <a:rPr dirty="0" sz="2800" lang="en-US"/>
              <a:t>To report</a:t>
            </a:r>
          </a:p>
          <a:p>
            <a:r>
              <a:rPr dirty="0" sz="2800" lang="en-US"/>
              <a:t>To remind</a:t>
            </a:r>
          </a:p>
          <a:p>
            <a:r>
              <a:rPr dirty="0" sz="2800" lang="en-US"/>
              <a:t>To promote goodwill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78" name=""/>
        <p:cNvGrpSpPr/>
        <p:nvPr/>
      </p:nvGrpSpPr>
      <p:grpSpPr>
        <a:xfrm>
          <a:off x="0" y="0"/>
          <a:ext cx="0" cy="0"/>
          <a:chOff x="0" y="0"/>
          <a:chExt cx="0" cy="0"/>
        </a:xfrm>
      </p:grpSpPr>
      <p:sp>
        <p:nvSpPr>
          <p:cNvPr id="1048620" name="Title 1"/>
          <p:cNvSpPr>
            <a:spLocks noGrp="1"/>
          </p:cNvSpPr>
          <p:nvPr>
            <p:ph type="title"/>
          </p:nvPr>
        </p:nvSpPr>
        <p:spPr/>
        <p:txBody>
          <a:bodyPr>
            <a:noAutofit/>
          </a:bodyPr>
          <a:p>
            <a:r>
              <a:rPr b="1" dirty="0" sz="4800" lang="en-US"/>
              <a:t>What is the tone of memo?</a:t>
            </a:r>
          </a:p>
        </p:txBody>
      </p:sp>
      <p:sp>
        <p:nvSpPr>
          <p:cNvPr id="1048621" name="Content Placeholder 2"/>
          <p:cNvSpPr>
            <a:spLocks noGrp="1"/>
          </p:cNvSpPr>
          <p:nvPr>
            <p:ph idx="1"/>
          </p:nvPr>
        </p:nvSpPr>
        <p:spPr/>
        <p:txBody>
          <a:bodyPr>
            <a:normAutofit/>
          </a:bodyPr>
          <a:p>
            <a:r>
              <a:rPr dirty="0" sz="2800" lang="en-US"/>
              <a:t>Informal communication </a:t>
            </a:r>
          </a:p>
          <a:p>
            <a:r>
              <a:rPr dirty="0" sz="2800" lang="en-US"/>
              <a:t>Writer is likely to be familiar with the reader within organization </a:t>
            </a:r>
          </a:p>
          <a:p>
            <a:r>
              <a:rPr dirty="0" sz="2800" lang="en-US"/>
              <a:t>A very formal tone might sound intimidating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79" name=""/>
        <p:cNvGrpSpPr/>
        <p:nvPr/>
      </p:nvGrpSpPr>
      <p:grpSpPr>
        <a:xfrm>
          <a:off x="0" y="0"/>
          <a:ext cx="0" cy="0"/>
          <a:chOff x="0" y="0"/>
          <a:chExt cx="0" cy="0"/>
        </a:xfrm>
      </p:grpSpPr>
      <p:sp>
        <p:nvSpPr>
          <p:cNvPr id="1048622" name="Title 1"/>
          <p:cNvSpPr>
            <a:spLocks noGrp="1"/>
          </p:cNvSpPr>
          <p:nvPr>
            <p:ph type="title"/>
          </p:nvPr>
        </p:nvSpPr>
        <p:spPr/>
        <p:txBody>
          <a:bodyPr>
            <a:normAutofit/>
          </a:bodyPr>
          <a:p>
            <a:r>
              <a:rPr b="1" dirty="0" sz="4800" lang="en-US"/>
              <a:t>How to structure a memo?</a:t>
            </a:r>
          </a:p>
        </p:txBody>
      </p:sp>
      <p:sp>
        <p:nvSpPr>
          <p:cNvPr id="1048623" name="Content Placeholder 2"/>
          <p:cNvSpPr>
            <a:spLocks noGrp="1"/>
          </p:cNvSpPr>
          <p:nvPr>
            <p:ph idx="1"/>
          </p:nvPr>
        </p:nvSpPr>
        <p:spPr/>
        <p:txBody>
          <a:bodyPr>
            <a:normAutofit/>
          </a:bodyPr>
          <a:p>
            <a:pPr indent="0" marL="0">
              <a:buNone/>
            </a:pPr>
            <a:r>
              <a:rPr dirty="0" sz="2800" lang="en-US"/>
              <a:t>It has following parts:</a:t>
            </a:r>
          </a:p>
          <a:p>
            <a:pPr indent="-514350" marL="514350">
              <a:buFont typeface="+mj-lt"/>
              <a:buAutoNum type="arabicPeriod"/>
            </a:pPr>
            <a:r>
              <a:rPr dirty="0" sz="2800" lang="en-US"/>
              <a:t>Heading </a:t>
            </a:r>
          </a:p>
          <a:p>
            <a:pPr indent="-514350" marL="514350">
              <a:buFont typeface="+mj-lt"/>
              <a:buAutoNum type="arabicPeriod"/>
            </a:pPr>
            <a:r>
              <a:rPr dirty="0" sz="2800" lang="en-US"/>
              <a:t>Opening</a:t>
            </a:r>
          </a:p>
          <a:p>
            <a:pPr indent="-514350" marL="514350">
              <a:buFont typeface="+mj-lt"/>
              <a:buAutoNum type="arabicPeriod"/>
            </a:pPr>
            <a:r>
              <a:rPr dirty="0" sz="2800" lang="en-US"/>
              <a:t>Body</a:t>
            </a:r>
          </a:p>
          <a:p>
            <a:pPr indent="-514350" marL="514350">
              <a:buFont typeface="+mj-lt"/>
              <a:buAutoNum type="arabicPeriod"/>
            </a:pPr>
            <a:r>
              <a:rPr dirty="0" sz="2800" lang="en-US"/>
              <a:t>Closing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80" name=""/>
        <p:cNvGrpSpPr/>
        <p:nvPr/>
      </p:nvGrpSpPr>
      <p:grpSpPr>
        <a:xfrm>
          <a:off x="0" y="0"/>
          <a:ext cx="0" cy="0"/>
          <a:chOff x="0" y="0"/>
          <a:chExt cx="0" cy="0"/>
        </a:xfrm>
      </p:grpSpPr>
      <p:sp>
        <p:nvSpPr>
          <p:cNvPr id="1048624" name="Title 1"/>
          <p:cNvSpPr>
            <a:spLocks noGrp="1"/>
          </p:cNvSpPr>
          <p:nvPr>
            <p:ph type="title"/>
          </p:nvPr>
        </p:nvSpPr>
        <p:spPr/>
        <p:txBody>
          <a:bodyPr>
            <a:normAutofit/>
          </a:bodyPr>
          <a:p>
            <a:r>
              <a:rPr b="1" dirty="0" sz="5400" lang="en-US"/>
              <a:t>Heading</a:t>
            </a:r>
          </a:p>
        </p:txBody>
      </p:sp>
      <p:sp>
        <p:nvSpPr>
          <p:cNvPr id="1048625" name="Content Placeholder 2"/>
          <p:cNvSpPr>
            <a:spLocks noGrp="1"/>
          </p:cNvSpPr>
          <p:nvPr>
            <p:ph idx="1"/>
          </p:nvPr>
        </p:nvSpPr>
        <p:spPr>
          <a:xfrm>
            <a:off x="1261872" y="2197290"/>
            <a:ext cx="8595360" cy="3982847"/>
          </a:xfrm>
        </p:spPr>
        <p:txBody>
          <a:bodyPr>
            <a:normAutofit/>
          </a:bodyPr>
          <a:p>
            <a:r>
              <a:rPr dirty="0" sz="2800" lang="en-US"/>
              <a:t>To: (Name and designation of the sender)</a:t>
            </a:r>
          </a:p>
          <a:p>
            <a:r>
              <a:rPr dirty="0" sz="2800" lang="en-US"/>
              <a:t>From: (Name and designation of the Recipient) </a:t>
            </a:r>
          </a:p>
          <a:p>
            <a:r>
              <a:rPr dirty="0" sz="2800" lang="en-US"/>
              <a:t>Date: (Complete and current)</a:t>
            </a:r>
          </a:p>
          <a:p>
            <a:r>
              <a:rPr dirty="0" sz="2800" lang="en-US"/>
              <a:t>Subject: (Topic/subject of memo)</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81" name=""/>
        <p:cNvGrpSpPr/>
        <p:nvPr/>
      </p:nvGrpSpPr>
      <p:grpSpPr>
        <a:xfrm>
          <a:off x="0" y="0"/>
          <a:ext cx="0" cy="0"/>
          <a:chOff x="0" y="0"/>
          <a:chExt cx="0" cy="0"/>
        </a:xfrm>
      </p:grpSpPr>
      <p:pic>
        <p:nvPicPr>
          <p:cNvPr id="2097160" name="Content Placeholder 3"/>
          <p:cNvPicPr>
            <a:picLocks noChangeAspect="1" noGrp="1"/>
          </p:cNvPicPr>
          <p:nvPr>
            <p:ph idx="1"/>
          </p:nvPr>
        </p:nvPicPr>
        <p:blipFill rotWithShape="1">
          <a:blip xmlns:r="http://schemas.openxmlformats.org/officeDocument/2006/relationships" r:embed="rId1"/>
          <a:srcRect l="20258" t="41474" r="42535" b="14616"/>
          <a:stretch>
            <a:fillRect/>
          </a:stretch>
        </p:blipFill>
        <p:spPr>
          <a:xfrm>
            <a:off x="2019869" y="1187355"/>
            <a:ext cx="8229599" cy="4353637"/>
          </a:xfr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82" name=""/>
        <p:cNvGrpSpPr/>
        <p:nvPr/>
      </p:nvGrpSpPr>
      <p:grpSpPr>
        <a:xfrm>
          <a:off x="0" y="0"/>
          <a:ext cx="0" cy="0"/>
          <a:chOff x="0" y="0"/>
          <a:chExt cx="0" cy="0"/>
        </a:xfrm>
      </p:grpSpPr>
      <p:sp>
        <p:nvSpPr>
          <p:cNvPr id="1048626" name="Title 1"/>
          <p:cNvSpPr>
            <a:spLocks noGrp="1"/>
          </p:cNvSpPr>
          <p:nvPr>
            <p:ph type="title"/>
          </p:nvPr>
        </p:nvSpPr>
        <p:spPr/>
        <p:txBody>
          <a:bodyPr>
            <a:normAutofit/>
          </a:bodyPr>
          <a:p>
            <a:r>
              <a:rPr b="1" dirty="0" sz="5400" lang="en-US"/>
              <a:t>Opening </a:t>
            </a:r>
          </a:p>
        </p:txBody>
      </p:sp>
      <p:sp>
        <p:nvSpPr>
          <p:cNvPr id="1048627" name="Content Placeholder 2"/>
          <p:cNvSpPr>
            <a:spLocks noGrp="1"/>
          </p:cNvSpPr>
          <p:nvPr>
            <p:ph idx="1"/>
          </p:nvPr>
        </p:nvSpPr>
        <p:spPr>
          <a:xfrm>
            <a:off x="1261872" y="2115403"/>
            <a:ext cx="8595360" cy="4078382"/>
          </a:xfrm>
        </p:spPr>
        <p:txBody>
          <a:bodyPr>
            <a:normAutofit/>
          </a:bodyPr>
          <a:p>
            <a:r>
              <a:rPr dirty="0" sz="2800" lang="en-US"/>
              <a:t>State the purpose of the memo, give facts.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83" name=""/>
        <p:cNvGrpSpPr/>
        <p:nvPr/>
      </p:nvGrpSpPr>
      <p:grpSpPr>
        <a:xfrm>
          <a:off x="0" y="0"/>
          <a:ext cx="0" cy="0"/>
          <a:chOff x="0" y="0"/>
          <a:chExt cx="0" cy="0"/>
        </a:xfrm>
      </p:grpSpPr>
      <p:sp>
        <p:nvSpPr>
          <p:cNvPr id="1048628" name="Title 1"/>
          <p:cNvSpPr>
            <a:spLocks noGrp="1"/>
          </p:cNvSpPr>
          <p:nvPr>
            <p:ph type="title"/>
          </p:nvPr>
        </p:nvSpPr>
        <p:spPr/>
        <p:txBody>
          <a:bodyPr>
            <a:normAutofit/>
          </a:bodyPr>
          <a:p>
            <a:r>
              <a:rPr b="1" dirty="0" sz="4800" lang="en-US"/>
              <a:t>Body </a:t>
            </a:r>
          </a:p>
        </p:txBody>
      </p:sp>
      <p:sp>
        <p:nvSpPr>
          <p:cNvPr id="1048629" name="Content Placeholder 2"/>
          <p:cNvSpPr>
            <a:spLocks noGrp="1"/>
          </p:cNvSpPr>
          <p:nvPr>
            <p:ph idx="1"/>
          </p:nvPr>
        </p:nvSpPr>
        <p:spPr/>
        <p:txBody>
          <a:bodyPr>
            <a:normAutofit/>
          </a:bodyPr>
          <a:p>
            <a:r>
              <a:rPr dirty="0" sz="2800" lang="en-US"/>
              <a:t>Single spaced</a:t>
            </a:r>
          </a:p>
          <a:p>
            <a:r>
              <a:rPr dirty="0" sz="2800" lang="en-US"/>
              <a:t>It describes the main idea of memo, includes details on the said topic</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84" name=""/>
        <p:cNvGrpSpPr/>
        <p:nvPr/>
      </p:nvGrpSpPr>
      <p:grpSpPr>
        <a:xfrm>
          <a:off x="0" y="0"/>
          <a:ext cx="0" cy="0"/>
          <a:chOff x="0" y="0"/>
          <a:chExt cx="0" cy="0"/>
        </a:xfrm>
      </p:grpSpPr>
      <p:sp>
        <p:nvSpPr>
          <p:cNvPr id="1048630" name="Title 1"/>
          <p:cNvSpPr>
            <a:spLocks noGrp="1"/>
          </p:cNvSpPr>
          <p:nvPr>
            <p:ph type="title"/>
          </p:nvPr>
        </p:nvSpPr>
        <p:spPr/>
        <p:txBody>
          <a:bodyPr>
            <a:normAutofit/>
          </a:bodyPr>
          <a:p>
            <a:r>
              <a:rPr b="1" dirty="0" sz="5400" lang="en-US"/>
              <a:t>Closing </a:t>
            </a:r>
          </a:p>
        </p:txBody>
      </p:sp>
      <p:sp>
        <p:nvSpPr>
          <p:cNvPr id="1048631" name="Content Placeholder 2"/>
          <p:cNvSpPr>
            <a:spLocks noGrp="1"/>
          </p:cNvSpPr>
          <p:nvPr>
            <p:ph idx="1"/>
          </p:nvPr>
        </p:nvSpPr>
        <p:spPr/>
        <p:txBody>
          <a:bodyPr>
            <a:normAutofit/>
          </a:bodyPr>
          <a:p>
            <a:r>
              <a:rPr dirty="0" sz="2800" lang="en-US"/>
              <a:t>Make a courteous closing statement </a:t>
            </a:r>
          </a:p>
          <a:p>
            <a:r>
              <a:rPr dirty="0" sz="2800" lang="en-US"/>
              <a:t>Do not use “yours sincerely”</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85" name=""/>
        <p:cNvGrpSpPr/>
        <p:nvPr/>
      </p:nvGrpSpPr>
      <p:grpSpPr>
        <a:xfrm>
          <a:off x="0" y="0"/>
          <a:ext cx="0" cy="0"/>
          <a:chOff x="0" y="0"/>
          <a:chExt cx="0" cy="0"/>
        </a:xfrm>
      </p:grpSpPr>
      <p:sp>
        <p:nvSpPr>
          <p:cNvPr id="1048632" name="Title 1"/>
          <p:cNvSpPr>
            <a:spLocks noGrp="1"/>
          </p:cNvSpPr>
          <p:nvPr>
            <p:ph type="ctrTitle"/>
          </p:nvPr>
        </p:nvSpPr>
        <p:spPr/>
        <p:txBody>
          <a:bodyPr/>
          <a:p>
            <a:r>
              <a:rPr dirty="0" lang="en-US"/>
              <a:t>Examples of Memo</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86" name=""/>
        <p:cNvGrpSpPr/>
        <p:nvPr/>
      </p:nvGrpSpPr>
      <p:grpSpPr>
        <a:xfrm>
          <a:off x="0" y="0"/>
          <a:ext cx="0" cy="0"/>
          <a:chOff x="0" y="0"/>
          <a:chExt cx="0" cy="0"/>
        </a:xfrm>
      </p:grpSpPr>
      <p:sp>
        <p:nvSpPr>
          <p:cNvPr id="1048633" name="Content Placeholder 2"/>
          <p:cNvSpPr>
            <a:spLocks noGrp="1"/>
          </p:cNvSpPr>
          <p:nvPr>
            <p:ph idx="1"/>
          </p:nvPr>
        </p:nvSpPr>
        <p:spPr>
          <a:xfrm>
            <a:off x="1261872" y="204716"/>
            <a:ext cx="8595360" cy="5975421"/>
          </a:xfrm>
        </p:spPr>
        <p:txBody>
          <a:bodyPr>
            <a:noAutofit/>
          </a:bodyPr>
          <a:p>
            <a:pPr algn="just" indent="0" marL="0">
              <a:buNone/>
            </a:pPr>
            <a:r>
              <a:rPr dirty="0" sz="1400" lang="en-US"/>
              <a:t>To: All Staff</a:t>
            </a:r>
          </a:p>
          <a:p>
            <a:pPr algn="just" indent="0" marL="0">
              <a:buNone/>
            </a:pPr>
            <a:r>
              <a:rPr dirty="0" sz="1400" lang="en-US"/>
              <a:t>From: The Manager</a:t>
            </a:r>
          </a:p>
          <a:p>
            <a:pPr algn="just" indent="0" marL="0">
              <a:buNone/>
            </a:pPr>
            <a:r>
              <a:rPr dirty="0" sz="1400" lang="en-US"/>
              <a:t>Date: May 27, 2010</a:t>
            </a:r>
          </a:p>
          <a:p>
            <a:pPr algn="just" indent="0" marL="0">
              <a:buNone/>
            </a:pPr>
            <a:r>
              <a:rPr dirty="0" sz="1400" lang="en-US"/>
              <a:t>Subject: Inappropriate use of time on Google Doodle games</a:t>
            </a:r>
          </a:p>
          <a:p>
            <a:pPr algn="just" indent="0" marL="0">
              <a:buNone/>
            </a:pPr>
            <a:r>
              <a:rPr dirty="0" sz="1400" lang="en-US"/>
              <a:t>Coworkers,</a:t>
            </a:r>
          </a:p>
          <a:p>
            <a:pPr algn="just" indent="0" marL="0">
              <a:buNone/>
            </a:pPr>
            <a:r>
              <a:rPr dirty="0" sz="1400" lang="en-US"/>
              <a:t>It has come to my attention that many in the office have been spending time on the Google home page </a:t>
            </a:r>
            <a:r>
              <a:rPr dirty="0" sz="1400" lang="en-US" err="1"/>
              <a:t>microgames</a:t>
            </a:r>
            <a:r>
              <a:rPr dirty="0" sz="1400" lang="en-US"/>
              <a:t>. This memo is a reminder to use your work hours for work.</a:t>
            </a:r>
          </a:p>
          <a:p>
            <a:pPr algn="just" indent="0" marL="0">
              <a:buNone/>
            </a:pPr>
            <a:r>
              <a:rPr dirty="0" sz="1400" lang="en-US"/>
              <a:t>According to a recent article, the estimated daily cost of people collectively playing these games instead of working is over $120 million—which is calculated based on the daily average increased time spent on the Google home page (36 seconds).</a:t>
            </a:r>
          </a:p>
          <a:p>
            <a:pPr algn="just" indent="0" marL="0">
              <a:buNone/>
            </a:pPr>
            <a:r>
              <a:rPr dirty="0" sz="1400" lang="en-US"/>
              <a:t>If these estimates are applied to our 600 office employees, this results in a nearly $700 weekly loss.</a:t>
            </a:r>
          </a:p>
          <a:p>
            <a:pPr algn="just" indent="0" marL="0">
              <a:buNone/>
            </a:pPr>
            <a:r>
              <a:rPr dirty="0" sz="1400" lang="en-US"/>
              <a:t>This is a conservative estimate considering the extensive discussions that occur about beating the office's current high score. The extra cost quickly adds up.</a:t>
            </a:r>
          </a:p>
          <a:p>
            <a:pPr algn="just" indent="0" marL="0">
              <a:buNone/>
            </a:pPr>
            <a:r>
              <a:rPr dirty="0" sz="1400" lang="en-US"/>
              <a:t>Of course, we don't want you to view our organization as a place of drudgery and draconian rules. I encourage a fun and competitive environment, and I recognize that we certainly won't be profitable if you are unhappy or dissatisfied with your jobs. This is just a reminder to be careful with your use of company time.</a:t>
            </a:r>
          </a:p>
          <a:p>
            <a:pPr algn="just" indent="0" marL="0">
              <a:buNone/>
            </a:pPr>
            <a:r>
              <a:rPr dirty="0" sz="1400" lang="en-US"/>
              <a:t>Thank you,</a:t>
            </a:r>
          </a:p>
          <a:p>
            <a:pPr algn="just" indent="0" marL="0">
              <a:buNone/>
            </a:pPr>
            <a:r>
              <a:rPr dirty="0" sz="1400" lang="en-US"/>
              <a:t>The Manager</a:t>
            </a:r>
          </a:p>
          <a:p>
            <a:pPr algn="just"/>
            <a:endParaRPr dirty="0" sz="1400" lang="en-US"/>
          </a:p>
        </p:txBody>
      </p:sp>
      <p:sp>
        <p:nvSpPr>
          <p:cNvPr id="1048634" name="TextBox 3"/>
          <p:cNvSpPr txBox="1"/>
          <p:nvPr/>
        </p:nvSpPr>
        <p:spPr>
          <a:xfrm>
            <a:off x="286603" y="1146412"/>
            <a:ext cx="679481" cy="4667534"/>
          </a:xfrm>
          <a:prstGeom prst="rect"/>
          <a:noFill/>
        </p:spPr>
        <p:txBody>
          <a:bodyPr rtlCol="0" vert="wordArtVert" wrap="square">
            <a:spAutoFit/>
          </a:bodyPr>
          <a:p>
            <a:r>
              <a:rPr b="1" dirty="0" sz="2800" lang="en-US">
                <a:solidFill>
                  <a:srgbClr val="00B050"/>
                </a:solidFill>
              </a:rPr>
              <a:t>Example 1</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87" name=""/>
        <p:cNvGrpSpPr/>
        <p:nvPr/>
      </p:nvGrpSpPr>
      <p:grpSpPr>
        <a:xfrm>
          <a:off x="0" y="0"/>
          <a:ext cx="0" cy="0"/>
          <a:chOff x="0" y="0"/>
          <a:chExt cx="0" cy="0"/>
        </a:xfrm>
      </p:grpSpPr>
      <p:sp>
        <p:nvSpPr>
          <p:cNvPr id="1048635" name="Content Placeholder 2"/>
          <p:cNvSpPr>
            <a:spLocks noGrp="1"/>
          </p:cNvSpPr>
          <p:nvPr>
            <p:ph idx="1"/>
          </p:nvPr>
        </p:nvSpPr>
        <p:spPr>
          <a:xfrm>
            <a:off x="1261872" y="464024"/>
            <a:ext cx="8595360" cy="5936776"/>
          </a:xfrm>
        </p:spPr>
        <p:txBody>
          <a:bodyPr>
            <a:normAutofit lnSpcReduction="10000"/>
          </a:bodyPr>
          <a:p>
            <a:pPr algn="just" indent="0" marL="0">
              <a:buNone/>
            </a:pPr>
            <a:r>
              <a:rPr dirty="0" lang="en-US"/>
              <a:t>To: Computer Programming Division</a:t>
            </a:r>
          </a:p>
          <a:p>
            <a:pPr algn="just" indent="0" marL="0">
              <a:buNone/>
            </a:pPr>
            <a:r>
              <a:rPr dirty="0" lang="en-US"/>
              <a:t>From: Vice President </a:t>
            </a:r>
            <a:r>
              <a:rPr dirty="0" lang="en-US" err="1"/>
              <a:t>Lumbergh</a:t>
            </a:r>
            <a:endParaRPr dirty="0" lang="en-US"/>
          </a:p>
          <a:p>
            <a:pPr algn="just" indent="0" marL="0">
              <a:buNone/>
            </a:pPr>
            <a:r>
              <a:rPr dirty="0" lang="en-US"/>
              <a:t>Date: February 19, 2016</a:t>
            </a:r>
          </a:p>
          <a:p>
            <a:pPr algn="just" indent="0" marL="0">
              <a:buNone/>
            </a:pPr>
            <a:r>
              <a:rPr dirty="0" lang="en-US"/>
              <a:t>Subject: Attaching cover sheets to TPS reports</a:t>
            </a:r>
          </a:p>
          <a:p>
            <a:pPr algn="just" indent="0" marL="0">
              <a:buNone/>
            </a:pPr>
            <a:r>
              <a:rPr dirty="0" lang="en-US"/>
              <a:t>This is to remind the division that, starting today, we are now filing all Testing Procedure Specification (TPS) reports with new cover sheets.</a:t>
            </a:r>
          </a:p>
          <a:p>
            <a:pPr algn="just" indent="0" marL="0">
              <a:buNone/>
            </a:pPr>
            <a:r>
              <a:rPr dirty="0" lang="en-US"/>
              <a:t>The reason for this change is simple. In addition to a new format, the cover sheets provide a summary of the report as well as the updated legal copy. The new cover sheets also include </a:t>
            </a:r>
            <a:r>
              <a:rPr dirty="0" lang="en-US" err="1"/>
              <a:t>Initech's</a:t>
            </a:r>
            <a:r>
              <a:rPr dirty="0" lang="en-US"/>
              <a:t> new logo.</a:t>
            </a:r>
          </a:p>
          <a:p>
            <a:pPr algn="just" indent="0" marL="0">
              <a:buNone/>
            </a:pPr>
            <a:r>
              <a:rPr dirty="0" lang="en-US"/>
              <a:t>Though this change may initially seem like a headache and an extra step, it is necessary to include the new cover sheets due to their updated information. Failing to do so will result in a confusing and inaccurate product delivered to our customers.</a:t>
            </a:r>
          </a:p>
          <a:p>
            <a:pPr algn="just" indent="0" marL="0">
              <a:buNone/>
            </a:pPr>
            <a:r>
              <a:rPr dirty="0" lang="en-US"/>
              <a:t>Please be sure to follow this new procedure.</a:t>
            </a:r>
          </a:p>
          <a:p>
            <a:pPr algn="just" indent="0" marL="0">
              <a:buNone/>
            </a:pPr>
            <a:r>
              <a:rPr dirty="0" lang="en-US"/>
              <a:t>Best regards,</a:t>
            </a:r>
          </a:p>
          <a:p>
            <a:pPr algn="just" indent="0" marL="0">
              <a:buNone/>
            </a:pPr>
            <a:r>
              <a:rPr dirty="0" lang="en-US"/>
              <a:t>Vice President </a:t>
            </a:r>
            <a:r>
              <a:rPr dirty="0" lang="en-US" err="1"/>
              <a:t>Lumbergh</a:t>
            </a:r>
            <a:endParaRPr dirty="0" lang="en-US"/>
          </a:p>
          <a:p>
            <a:pPr algn="just"/>
            <a:endParaRPr dirty="0" lang="en-US"/>
          </a:p>
        </p:txBody>
      </p:sp>
      <p:sp>
        <p:nvSpPr>
          <p:cNvPr id="1048636" name="TextBox 3"/>
          <p:cNvSpPr txBox="1"/>
          <p:nvPr/>
        </p:nvSpPr>
        <p:spPr>
          <a:xfrm>
            <a:off x="300251" y="1228299"/>
            <a:ext cx="608821" cy="4299044"/>
          </a:xfrm>
          <a:prstGeom prst="rect"/>
          <a:noFill/>
        </p:spPr>
        <p:txBody>
          <a:bodyPr rtlCol="0" vert="wordArtVert" wrap="square">
            <a:spAutoFit/>
          </a:bodyPr>
          <a:p>
            <a:r>
              <a:rPr b="1" dirty="0" sz="2400" lang="en-US">
                <a:solidFill>
                  <a:srgbClr val="00B050"/>
                </a:solidFill>
              </a:rPr>
              <a:t>Example 2</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88" name=""/>
        <p:cNvGrpSpPr/>
        <p:nvPr/>
      </p:nvGrpSpPr>
      <p:grpSpPr>
        <a:xfrm>
          <a:off x="0" y="0"/>
          <a:ext cx="0" cy="0"/>
          <a:chOff x="0" y="0"/>
          <a:chExt cx="0" cy="0"/>
        </a:xfrm>
      </p:grpSpPr>
      <p:sp>
        <p:nvSpPr>
          <p:cNvPr id="1048637" name="Title 1"/>
          <p:cNvSpPr>
            <a:spLocks noGrp="1"/>
          </p:cNvSpPr>
          <p:nvPr>
            <p:ph type="title"/>
          </p:nvPr>
        </p:nvSpPr>
        <p:spPr/>
        <p:txBody>
          <a:bodyPr/>
          <a:p>
            <a:r>
              <a:rPr dirty="0" lang="en-US"/>
              <a:t>Practice</a:t>
            </a:r>
          </a:p>
        </p:txBody>
      </p:sp>
      <p:sp>
        <p:nvSpPr>
          <p:cNvPr id="1048638" name="Content Placeholder 2"/>
          <p:cNvSpPr>
            <a:spLocks noGrp="1"/>
          </p:cNvSpPr>
          <p:nvPr>
            <p:ph idx="1"/>
          </p:nvPr>
        </p:nvSpPr>
        <p:spPr/>
        <p:txBody>
          <a:bodyPr/>
          <a:p>
            <a:pPr indent="0" marL="0">
              <a:buNone/>
            </a:pPr>
            <a:r>
              <a:rPr dirty="0" lang="en-US"/>
              <a:t>You are an administrative assistant. You want to tell 10 people about an upcoming computer training seminar. You are attaching a brochure about the seminar from the presenter, but you also need to inform them of the following: </a:t>
            </a:r>
          </a:p>
          <a:p>
            <a:pPr indent="0" marL="0">
              <a:buNone/>
            </a:pPr>
            <a:r>
              <a:rPr dirty="0" lang="en-US"/>
              <a:t>• what the training is for </a:t>
            </a:r>
          </a:p>
          <a:p>
            <a:pPr indent="0" marL="0">
              <a:buNone/>
            </a:pPr>
            <a:r>
              <a:rPr dirty="0" lang="en-US"/>
              <a:t>• who the presenter is, including a brief statement about his/her background </a:t>
            </a:r>
          </a:p>
          <a:p>
            <a:pPr indent="0" marL="0">
              <a:buNone/>
            </a:pPr>
            <a:r>
              <a:rPr dirty="0" lang="en-US"/>
              <a:t>• where the training will be held, including the date and time </a:t>
            </a:r>
          </a:p>
          <a:p>
            <a:pPr indent="0" marL="0">
              <a:buNone/>
            </a:pPr>
            <a:r>
              <a:rPr dirty="0" lang="en-US"/>
              <a:t>• whether or not parking is available </a:t>
            </a:r>
          </a:p>
          <a:p>
            <a:pPr indent="0" marL="0">
              <a:buNone/>
            </a:pPr>
            <a:r>
              <a:rPr dirty="0" lang="en-US"/>
              <a:t>• whether or not lunch and/or any refreshments will be served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89" name=""/>
        <p:cNvGrpSpPr/>
        <p:nvPr/>
      </p:nvGrpSpPr>
      <p:grpSpPr>
        <a:xfrm>
          <a:off x="0" y="0"/>
          <a:ext cx="0" cy="0"/>
          <a:chOff x="0" y="0"/>
          <a:chExt cx="0" cy="0"/>
        </a:xfrm>
      </p:grpSpPr>
      <p:sp>
        <p:nvSpPr>
          <p:cNvPr id="1048639" name="Title 1"/>
          <p:cNvSpPr>
            <a:spLocks noGrp="1"/>
          </p:cNvSpPr>
          <p:nvPr>
            <p:ph type="ctrTitle"/>
          </p:nvPr>
        </p:nvSpPr>
        <p:spPr/>
        <p:txBody>
          <a:bodyPr/>
          <a:p>
            <a:r>
              <a:rPr dirty="0" lang="en-US"/>
              <a:t>Formal letter and formats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90" name=""/>
        <p:cNvGrpSpPr/>
        <p:nvPr/>
      </p:nvGrpSpPr>
      <p:grpSpPr>
        <a:xfrm>
          <a:off x="0" y="0"/>
          <a:ext cx="0" cy="0"/>
          <a:chOff x="0" y="0"/>
          <a:chExt cx="0" cy="0"/>
        </a:xfrm>
      </p:grpSpPr>
      <p:sp>
        <p:nvSpPr>
          <p:cNvPr id="1048640" name="Title 1"/>
          <p:cNvSpPr>
            <a:spLocks noGrp="1"/>
          </p:cNvSpPr>
          <p:nvPr>
            <p:ph type="title"/>
          </p:nvPr>
        </p:nvSpPr>
        <p:spPr/>
        <p:txBody>
          <a:bodyPr>
            <a:normAutofit/>
          </a:bodyPr>
          <a:p>
            <a:r>
              <a:rPr b="1" dirty="0" sz="4400" lang="en-US"/>
              <a:t>Three approaches to be used</a:t>
            </a:r>
          </a:p>
        </p:txBody>
      </p:sp>
      <p:sp>
        <p:nvSpPr>
          <p:cNvPr id="1048641" name="Content Placeholder 2"/>
          <p:cNvSpPr>
            <a:spLocks noGrp="1"/>
          </p:cNvSpPr>
          <p:nvPr>
            <p:ph idx="1"/>
          </p:nvPr>
        </p:nvSpPr>
        <p:spPr/>
        <p:txBody>
          <a:bodyPr>
            <a:normAutofit/>
          </a:bodyPr>
          <a:p>
            <a:r>
              <a:rPr dirty="0" sz="3600" lang="en-US"/>
              <a:t>Direct</a:t>
            </a:r>
          </a:p>
          <a:p>
            <a:r>
              <a:rPr dirty="0" sz="3600" lang="en-US"/>
              <a:t>Indirect</a:t>
            </a:r>
          </a:p>
          <a:p>
            <a:r>
              <a:rPr dirty="0" sz="3600" lang="en-US"/>
              <a:t>AIDA</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91" name=""/>
        <p:cNvGrpSpPr/>
        <p:nvPr/>
      </p:nvGrpSpPr>
      <p:grpSpPr>
        <a:xfrm>
          <a:off x="0" y="0"/>
          <a:ext cx="0" cy="0"/>
          <a:chOff x="0" y="0"/>
          <a:chExt cx="0" cy="0"/>
        </a:xfrm>
      </p:grpSpPr>
      <p:sp>
        <p:nvSpPr>
          <p:cNvPr id="1048642" name="Title 1"/>
          <p:cNvSpPr>
            <a:spLocks noGrp="1"/>
          </p:cNvSpPr>
          <p:nvPr>
            <p:ph type="title"/>
          </p:nvPr>
        </p:nvSpPr>
        <p:spPr/>
        <p:txBody>
          <a:bodyPr>
            <a:normAutofit/>
          </a:bodyPr>
          <a:p>
            <a:r>
              <a:rPr b="1" dirty="0" lang="en-US" u="sng"/>
              <a:t>Direct Requests (Direct approach)</a:t>
            </a:r>
            <a:br>
              <a:rPr dirty="0" lang="en-US"/>
            </a:br>
            <a:endParaRPr dirty="0" lang="en-US"/>
          </a:p>
        </p:txBody>
      </p:sp>
      <p:sp>
        <p:nvSpPr>
          <p:cNvPr id="1048643" name="Content Placeholder 2"/>
          <p:cNvSpPr>
            <a:spLocks noGrp="1"/>
          </p:cNvSpPr>
          <p:nvPr>
            <p:ph idx="1"/>
          </p:nvPr>
        </p:nvSpPr>
        <p:spPr>
          <a:xfrm>
            <a:off x="950344" y="1091822"/>
            <a:ext cx="9905999" cy="5104262"/>
          </a:xfrm>
        </p:spPr>
        <p:txBody>
          <a:bodyPr>
            <a:normAutofit/>
          </a:bodyPr>
          <a:p>
            <a:pPr indent="0" marL="0">
              <a:buNone/>
            </a:pPr>
            <a:r>
              <a:rPr dirty="0" lang="en-US"/>
              <a:t> </a:t>
            </a:r>
          </a:p>
          <a:p>
            <a:pPr indent="0" marL="0">
              <a:buNone/>
            </a:pPr>
            <a:r>
              <a:rPr dirty="0" sz="3400" lang="en-US"/>
              <a:t>The direct request message asks the reader to do something that s/he is inclined to do: </a:t>
            </a:r>
          </a:p>
          <a:p>
            <a:pPr lvl="0"/>
            <a:r>
              <a:rPr dirty="0" sz="3400" lang="en-US"/>
              <a:t>placing an order </a:t>
            </a:r>
          </a:p>
          <a:p>
            <a:pPr lvl="0"/>
            <a:r>
              <a:rPr dirty="0" sz="3400" lang="en-US"/>
              <a:t>making business reservations and appointments </a:t>
            </a:r>
          </a:p>
          <a:p>
            <a:pPr lvl="0"/>
            <a:r>
              <a:rPr dirty="0" sz="3400" lang="en-US"/>
              <a:t>requesting action related to routine business procedures </a:t>
            </a:r>
          </a:p>
          <a:p>
            <a:pPr lvl="0"/>
            <a:r>
              <a:rPr dirty="0" sz="3400" lang="en-US"/>
              <a:t>making claims requests for adjustment (about damaged, faulty, wrong or late goods) </a:t>
            </a:r>
          </a:p>
          <a:p>
            <a:pPr lvl="0"/>
            <a:r>
              <a:rPr dirty="0" sz="3400" lang="en-US"/>
              <a:t>making complaints (about poor service, unfair billing, impolite letters) </a:t>
            </a:r>
          </a:p>
          <a:p>
            <a:pPr lvl="0"/>
            <a:r>
              <a:rPr dirty="0" sz="3400" lang="en-US"/>
              <a:t>inquiring about products and services </a:t>
            </a:r>
          </a:p>
          <a:p>
            <a:pPr lvl="0"/>
            <a:r>
              <a:rPr dirty="0" sz="3400" lang="en-US"/>
              <a:t>inquiring about persons (references by a person interested in an applicant.)</a:t>
            </a:r>
          </a:p>
          <a:p>
            <a:endParaRPr dirty="0" sz="3200"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92" name=""/>
        <p:cNvGrpSpPr/>
        <p:nvPr/>
      </p:nvGrpSpPr>
      <p:grpSpPr>
        <a:xfrm>
          <a:off x="0" y="0"/>
          <a:ext cx="0" cy="0"/>
          <a:chOff x="0" y="0"/>
          <a:chExt cx="0" cy="0"/>
        </a:xfrm>
      </p:grpSpPr>
      <p:pic>
        <p:nvPicPr>
          <p:cNvPr id="2097161" name="Content Placeholder 3"/>
          <p:cNvPicPr>
            <a:picLocks noChangeAspect="1" noGrp="1"/>
          </p:cNvPicPr>
          <p:nvPr>
            <p:ph idx="1"/>
          </p:nvPr>
        </p:nvPicPr>
        <p:blipFill>
          <a:blip xmlns:r="http://schemas.openxmlformats.org/officeDocument/2006/relationships" r:embed="rId1"/>
          <a:stretch>
            <a:fillRect/>
          </a:stretch>
        </p:blipFill>
        <p:spPr>
          <a:xfrm>
            <a:off x="1746913" y="750627"/>
            <a:ext cx="8366078" cy="5718412"/>
          </a:xfrm>
          <a:prstGeom prst="rec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93" name=""/>
        <p:cNvGrpSpPr/>
        <p:nvPr/>
      </p:nvGrpSpPr>
      <p:grpSpPr>
        <a:xfrm>
          <a:off x="0" y="0"/>
          <a:ext cx="0" cy="0"/>
          <a:chOff x="0" y="0"/>
          <a:chExt cx="0" cy="0"/>
        </a:xfrm>
      </p:grpSpPr>
      <p:sp>
        <p:nvSpPr>
          <p:cNvPr id="1048644" name="Title 1"/>
          <p:cNvSpPr>
            <a:spLocks noGrp="1"/>
          </p:cNvSpPr>
          <p:nvPr>
            <p:ph type="title"/>
          </p:nvPr>
        </p:nvSpPr>
        <p:spPr/>
        <p:txBody>
          <a:bodyPr>
            <a:normAutofit/>
          </a:bodyPr>
          <a:p>
            <a:r>
              <a:rPr b="1" dirty="0" lang="en-US" u="sng"/>
              <a:t>Bad news Messages (Indirect approach)</a:t>
            </a:r>
            <a:br>
              <a:rPr dirty="0" lang="en-US"/>
            </a:br>
            <a:endParaRPr dirty="0" lang="en-US"/>
          </a:p>
        </p:txBody>
      </p:sp>
      <p:sp>
        <p:nvSpPr>
          <p:cNvPr id="1048645" name="Content Placeholder 2"/>
          <p:cNvSpPr>
            <a:spLocks noGrp="1"/>
          </p:cNvSpPr>
          <p:nvPr>
            <p:ph idx="1"/>
          </p:nvPr>
        </p:nvSpPr>
        <p:spPr>
          <a:xfrm>
            <a:off x="1141413" y="1594394"/>
            <a:ext cx="9905999" cy="4806405"/>
          </a:xfrm>
        </p:spPr>
        <p:txBody>
          <a:bodyPr>
            <a:normAutofit/>
          </a:bodyPr>
          <a:p>
            <a:pPr indent="0" marL="0">
              <a:buNone/>
            </a:pPr>
            <a:r>
              <a:rPr dirty="0" sz="2800" lang="en-US"/>
              <a:t>Bad news messages convey bad news for the reader. These are messages that will not be received favorably by our reader. Bad news messages say “no”:</a:t>
            </a:r>
          </a:p>
          <a:p>
            <a:pPr lvl="0"/>
            <a:r>
              <a:rPr dirty="0" sz="2800" lang="en-US"/>
              <a:t>conveying negative news about claims adjustments </a:t>
            </a:r>
          </a:p>
          <a:p>
            <a:pPr lvl="0"/>
            <a:r>
              <a:rPr dirty="0" sz="2800" lang="en-US"/>
              <a:t>refusing credit </a:t>
            </a:r>
          </a:p>
          <a:p>
            <a:pPr lvl="0"/>
            <a:r>
              <a:rPr dirty="0" sz="2800" lang="en-US"/>
              <a:t>declining requests or favors </a:t>
            </a:r>
          </a:p>
          <a:p>
            <a:pPr lvl="0"/>
            <a:r>
              <a:rPr dirty="0" sz="2800" lang="en-US"/>
              <a:t>conveying bad news about requests </a:t>
            </a:r>
          </a:p>
          <a:p>
            <a:pPr lvl="0"/>
            <a:r>
              <a:rPr dirty="0" sz="2800" lang="en-US"/>
              <a:t>turning down an applicant for a job, scholarship, promotion, etc. </a:t>
            </a:r>
          </a:p>
          <a:p>
            <a:pPr lvl="0"/>
            <a:r>
              <a:rPr dirty="0" sz="2800" lang="en-US"/>
              <a:t>conveying news about price increases </a:t>
            </a:r>
          </a:p>
          <a:p>
            <a:pPr indent="0" marL="0">
              <a:buNone/>
            </a:pPr>
            <a:endParaRPr dirty="0"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94" name=""/>
        <p:cNvGrpSpPr/>
        <p:nvPr/>
      </p:nvGrpSpPr>
      <p:grpSpPr>
        <a:xfrm>
          <a:off x="0" y="0"/>
          <a:ext cx="0" cy="0"/>
          <a:chOff x="0" y="0"/>
          <a:chExt cx="0" cy="0"/>
        </a:xfrm>
      </p:grpSpPr>
      <p:pic>
        <p:nvPicPr>
          <p:cNvPr id="2097162" name="Content Placeholder 3"/>
          <p:cNvPicPr>
            <a:picLocks noChangeAspect="1" noGrp="1"/>
          </p:cNvPicPr>
          <p:nvPr>
            <p:ph idx="1"/>
          </p:nvPr>
        </p:nvPicPr>
        <p:blipFill>
          <a:blip xmlns:r="http://schemas.openxmlformats.org/officeDocument/2006/relationships" r:embed="rId1"/>
          <a:stretch>
            <a:fillRect/>
          </a:stretch>
        </p:blipFill>
        <p:spPr>
          <a:xfrm>
            <a:off x="1542197" y="955344"/>
            <a:ext cx="8557146" cy="5554638"/>
          </a:xfrm>
          <a:prstGeom prst="rec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95" name=""/>
        <p:cNvGrpSpPr/>
        <p:nvPr/>
      </p:nvGrpSpPr>
      <p:grpSpPr>
        <a:xfrm>
          <a:off x="0" y="0"/>
          <a:ext cx="0" cy="0"/>
          <a:chOff x="0" y="0"/>
          <a:chExt cx="0" cy="0"/>
        </a:xfrm>
      </p:grpSpPr>
      <p:sp>
        <p:nvSpPr>
          <p:cNvPr id="1048646" name="Title 1"/>
          <p:cNvSpPr>
            <a:spLocks noGrp="1"/>
          </p:cNvSpPr>
          <p:nvPr>
            <p:ph type="title"/>
          </p:nvPr>
        </p:nvSpPr>
        <p:spPr/>
        <p:txBody>
          <a:bodyPr>
            <a:normAutofit/>
          </a:bodyPr>
          <a:p>
            <a:r>
              <a:rPr b="1" dirty="0" sz="4400" lang="en-US"/>
              <a:t>Point to be noted</a:t>
            </a:r>
          </a:p>
        </p:txBody>
      </p:sp>
      <p:sp>
        <p:nvSpPr>
          <p:cNvPr id="1048647" name="Content Placeholder 2"/>
          <p:cNvSpPr>
            <a:spLocks noGrp="1"/>
          </p:cNvSpPr>
          <p:nvPr>
            <p:ph idx="1"/>
          </p:nvPr>
        </p:nvSpPr>
        <p:spPr/>
        <p:txBody>
          <a:bodyPr/>
          <a:p>
            <a:pPr indent="0" marL="0">
              <a:buNone/>
            </a:pPr>
            <a:r>
              <a:rPr dirty="0" lang="en-US"/>
              <a:t>Bad news messages must be written carefully so as not to cause the reader to break off relations completely. Since we know that reader will be irritated, angry or disappointed.</a:t>
            </a:r>
          </a:p>
          <a:p>
            <a:endParaRPr dirty="0" lang="en-US"/>
          </a:p>
        </p:txBody>
      </p:sp>
      <p:pic>
        <p:nvPicPr>
          <p:cNvPr id="2097163" name="Picture 3"/>
          <p:cNvPicPr>
            <a:picLocks noChangeAspect="1"/>
          </p:cNvPicPr>
          <p:nvPr/>
        </p:nvPicPr>
        <p:blipFill rotWithShape="1">
          <a:blip xmlns:r="http://schemas.openxmlformats.org/officeDocument/2006/relationships" r:embed="rId1"/>
          <a:srcRect l="8119" t="3782" r="8191" b="10448"/>
          <a:stretch>
            <a:fillRect/>
          </a:stretch>
        </p:blipFill>
        <p:spPr>
          <a:xfrm>
            <a:off x="4026090" y="3637129"/>
            <a:ext cx="3562066" cy="2968387"/>
          </a:xfrm>
          <a:prstGeom prst="rec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96" name=""/>
        <p:cNvGrpSpPr/>
        <p:nvPr/>
      </p:nvGrpSpPr>
      <p:grpSpPr>
        <a:xfrm>
          <a:off x="0" y="0"/>
          <a:ext cx="0" cy="0"/>
          <a:chOff x="0" y="0"/>
          <a:chExt cx="0" cy="0"/>
        </a:xfrm>
      </p:grpSpPr>
      <p:pic>
        <p:nvPicPr>
          <p:cNvPr id="2097164" name="Content Placeholder 5"/>
          <p:cNvPicPr>
            <a:picLocks noChangeAspect="1" noGrp="1"/>
          </p:cNvPicPr>
          <p:nvPr>
            <p:ph idx="1"/>
          </p:nvPr>
        </p:nvPicPr>
        <p:blipFill>
          <a:blip xmlns:r="http://schemas.openxmlformats.org/officeDocument/2006/relationships" r:embed="rId1"/>
          <a:stretch>
            <a:fillRect/>
          </a:stretch>
        </p:blipFill>
        <p:spPr>
          <a:xfrm>
            <a:off x="1050878" y="423081"/>
            <a:ext cx="8898340" cy="5757057"/>
          </a:xfr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97" name=""/>
        <p:cNvGrpSpPr/>
        <p:nvPr/>
      </p:nvGrpSpPr>
      <p:grpSpPr>
        <a:xfrm>
          <a:off x="0" y="0"/>
          <a:ext cx="0" cy="0"/>
          <a:chOff x="0" y="0"/>
          <a:chExt cx="0" cy="0"/>
        </a:xfrm>
      </p:grpSpPr>
      <p:sp>
        <p:nvSpPr>
          <p:cNvPr id="1048648" name="Title 1"/>
          <p:cNvSpPr>
            <a:spLocks noGrp="1"/>
          </p:cNvSpPr>
          <p:nvPr>
            <p:ph type="title"/>
          </p:nvPr>
        </p:nvSpPr>
        <p:spPr>
          <a:xfrm>
            <a:off x="1141412" y="168142"/>
            <a:ext cx="9905998" cy="1478570"/>
          </a:xfrm>
        </p:spPr>
        <p:txBody>
          <a:bodyPr/>
          <a:p>
            <a:r>
              <a:rPr b="1" dirty="0" lang="en-US" u="sng"/>
              <a:t>Persuasive Request Messages</a:t>
            </a:r>
            <a:br>
              <a:rPr dirty="0" lang="en-US"/>
            </a:br>
            <a:endParaRPr dirty="0" lang="en-US"/>
          </a:p>
        </p:txBody>
      </p:sp>
      <p:sp>
        <p:nvSpPr>
          <p:cNvPr id="1048649" name="Content Placeholder 2"/>
          <p:cNvSpPr>
            <a:spLocks noGrp="1"/>
          </p:cNvSpPr>
          <p:nvPr>
            <p:ph idx="1"/>
          </p:nvPr>
        </p:nvSpPr>
        <p:spPr>
          <a:xfrm>
            <a:off x="1141412" y="1160060"/>
            <a:ext cx="9905999" cy="5227091"/>
          </a:xfrm>
        </p:spPr>
        <p:txBody>
          <a:bodyPr>
            <a:normAutofit/>
          </a:bodyPr>
          <a:p>
            <a:pPr indent="0" marL="0">
              <a:buNone/>
            </a:pPr>
            <a:r>
              <a:rPr dirty="0" sz="2800" lang="en-US"/>
              <a:t>Persuasive requests are messages that ask the reader to do something that s/he is inclined NOT to do: </a:t>
            </a:r>
          </a:p>
          <a:p>
            <a:pPr lvl="0"/>
            <a:r>
              <a:rPr dirty="0" sz="3000" lang="en-US"/>
              <a:t>request for favors and help</a:t>
            </a:r>
          </a:p>
          <a:p>
            <a:pPr lvl="0"/>
            <a:r>
              <a:rPr dirty="0" sz="3000" lang="en-US"/>
              <a:t>request for donations </a:t>
            </a:r>
          </a:p>
          <a:p>
            <a:pPr lvl="0"/>
            <a:r>
              <a:rPr dirty="0" sz="3000" lang="en-US"/>
              <a:t>request for cooperation (on projects and goals) </a:t>
            </a:r>
          </a:p>
          <a:p>
            <a:pPr lvl="0"/>
            <a:r>
              <a:rPr dirty="0" sz="3000" lang="en-US"/>
              <a:t>requests that require special privilege (such as for credit or adjustments not covered by the warranty)</a:t>
            </a:r>
          </a:p>
          <a:p>
            <a:pPr lvl="0"/>
            <a:r>
              <a:rPr dirty="0" sz="3000" lang="en-US"/>
              <a:t>requests that require the company to make an exception for you or change in policy or performance</a:t>
            </a:r>
          </a:p>
          <a:p>
            <a:pPr lvl="0"/>
            <a:r>
              <a:rPr dirty="0" sz="3000" lang="en-US"/>
              <a:t>sales letters</a:t>
            </a:r>
          </a:p>
          <a:p>
            <a:endParaRPr dirty="0"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98" name=""/>
        <p:cNvGrpSpPr/>
        <p:nvPr/>
      </p:nvGrpSpPr>
      <p:grpSpPr>
        <a:xfrm>
          <a:off x="0" y="0"/>
          <a:ext cx="0" cy="0"/>
          <a:chOff x="0" y="0"/>
          <a:chExt cx="0" cy="0"/>
        </a:xfrm>
      </p:grpSpPr>
      <p:sp>
        <p:nvSpPr>
          <p:cNvPr id="1048650" name="Content Placeholder 2"/>
          <p:cNvSpPr>
            <a:spLocks noGrp="1"/>
          </p:cNvSpPr>
          <p:nvPr>
            <p:ph idx="1"/>
          </p:nvPr>
        </p:nvSpPr>
        <p:spPr>
          <a:xfrm>
            <a:off x="1073174" y="925654"/>
            <a:ext cx="9905999" cy="3541714"/>
          </a:xfrm>
        </p:spPr>
        <p:txBody>
          <a:bodyPr/>
          <a:p>
            <a:pPr indent="0" marL="0">
              <a:buNone/>
            </a:pPr>
            <a:r>
              <a:rPr dirty="0" sz="3200" lang="en-US"/>
              <a:t>Since the reader automatically wants to refuse our request, we need to convince him/her of the benefits of doing what we’re asking. Therefore, the direct approach will not be effective. Instead, use the AIDA formula.</a:t>
            </a:r>
          </a:p>
          <a:p>
            <a:endParaRPr dirty="0" lang="en-US"/>
          </a:p>
        </p:txBody>
      </p:sp>
      <p:pic>
        <p:nvPicPr>
          <p:cNvPr id="2097165" name="Picture 3"/>
          <p:cNvPicPr>
            <a:picLocks noChangeAspect="1"/>
          </p:cNvPicPr>
          <p:nvPr/>
        </p:nvPicPr>
        <p:blipFill>
          <a:blip xmlns:r="http://schemas.openxmlformats.org/officeDocument/2006/relationships" r:embed="rId1"/>
          <a:stretch>
            <a:fillRect/>
          </a:stretch>
        </p:blipFill>
        <p:spPr>
          <a:xfrm>
            <a:off x="6862123" y="3452884"/>
            <a:ext cx="4491677" cy="2859016"/>
          </a:xfrm>
          <a:prstGeom prst="rec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99" name=""/>
        <p:cNvGrpSpPr/>
        <p:nvPr/>
      </p:nvGrpSpPr>
      <p:grpSpPr>
        <a:xfrm>
          <a:off x="0" y="0"/>
          <a:ext cx="0" cy="0"/>
          <a:chOff x="0" y="0"/>
          <a:chExt cx="0" cy="0"/>
        </a:xfrm>
      </p:grpSpPr>
      <p:sp>
        <p:nvSpPr>
          <p:cNvPr id="1048651" name="Title 1"/>
          <p:cNvSpPr>
            <a:spLocks noGrp="1"/>
          </p:cNvSpPr>
          <p:nvPr>
            <p:ph type="title"/>
          </p:nvPr>
        </p:nvSpPr>
        <p:spPr/>
        <p:txBody>
          <a:bodyPr/>
          <a:p>
            <a:r>
              <a:rPr dirty="0" lang="en-US"/>
              <a:t>What is AIDA?</a:t>
            </a:r>
          </a:p>
        </p:txBody>
      </p:sp>
      <p:pic>
        <p:nvPicPr>
          <p:cNvPr id="2097166" name="Content Placeholder 5"/>
          <p:cNvPicPr>
            <a:picLocks noChangeAspect="1" noGrp="1"/>
          </p:cNvPicPr>
          <p:nvPr>
            <p:ph idx="1"/>
          </p:nvPr>
        </p:nvPicPr>
        <p:blipFill>
          <a:blip xmlns:r="http://schemas.openxmlformats.org/officeDocument/2006/relationships" r:embed="rId1" cstate="print"/>
          <a:stretch>
            <a:fillRect/>
          </a:stretch>
        </p:blipFill>
        <p:spPr>
          <a:xfrm>
            <a:off x="2279177" y="1787857"/>
            <a:ext cx="7260608" cy="4544704"/>
          </a:xfr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00" name=""/>
        <p:cNvGrpSpPr/>
        <p:nvPr/>
      </p:nvGrpSpPr>
      <p:grpSpPr>
        <a:xfrm>
          <a:off x="0" y="0"/>
          <a:ext cx="0" cy="0"/>
          <a:chOff x="0" y="0"/>
          <a:chExt cx="0" cy="0"/>
        </a:xfrm>
      </p:grpSpPr>
      <p:pic>
        <p:nvPicPr>
          <p:cNvPr id="2097167" name="Content Placeholder 3"/>
          <p:cNvPicPr>
            <a:picLocks noChangeAspect="1" noGrp="1"/>
          </p:cNvPicPr>
          <p:nvPr>
            <p:ph idx="1"/>
          </p:nvPr>
        </p:nvPicPr>
        <p:blipFill>
          <a:blip xmlns:r="http://schemas.openxmlformats.org/officeDocument/2006/relationships" r:embed="rId1"/>
          <a:stretch>
            <a:fillRect/>
          </a:stretch>
        </p:blipFill>
        <p:spPr>
          <a:xfrm>
            <a:off x="1856097" y="914400"/>
            <a:ext cx="8161360" cy="5581933"/>
          </a:xfrm>
          <a:prstGeom prst="rec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01" name=""/>
        <p:cNvGrpSpPr/>
        <p:nvPr/>
      </p:nvGrpSpPr>
      <p:grpSpPr>
        <a:xfrm>
          <a:off x="0" y="0"/>
          <a:ext cx="0" cy="0"/>
          <a:chOff x="0" y="0"/>
          <a:chExt cx="0" cy="0"/>
        </a:xfrm>
      </p:grpSpPr>
      <p:sp>
        <p:nvSpPr>
          <p:cNvPr id="1048652" name="Title 1"/>
          <p:cNvSpPr>
            <a:spLocks noGrp="1"/>
          </p:cNvSpPr>
          <p:nvPr>
            <p:ph type="title"/>
          </p:nvPr>
        </p:nvSpPr>
        <p:spPr>
          <a:xfrm>
            <a:off x="1261872" y="365760"/>
            <a:ext cx="9692640" cy="698765"/>
          </a:xfrm>
        </p:spPr>
        <p:txBody>
          <a:bodyPr>
            <a:normAutofit/>
          </a:bodyPr>
          <a:p>
            <a:r>
              <a:rPr dirty="0" lang="en-US"/>
              <a:t>3 types of format,</a:t>
            </a:r>
          </a:p>
        </p:txBody>
      </p:sp>
      <p:graphicFrame>
        <p:nvGraphicFramePr>
          <p:cNvPr id="4194305" name="Content Placeholder 3"/>
          <p:cNvGraphicFramePr>
            <a:graphicFrameLocks noGrp="1"/>
          </p:cNvGraphicFramePr>
          <p:nvPr>
            <p:ph idx="1"/>
          </p:nvPr>
        </p:nvGraphicFramePr>
        <p:xfrm>
          <a:off x="1262063" y="1351128"/>
          <a:ext cx="8594725" cy="4829010"/>
        </p:xfrm>
        <a:graphic>
          <a:graphicData uri="http://schemas.openxmlformats.org/drawingml/2006/diagram">
            <dgm:relIds xmlns:dgm="http://schemas.openxmlformats.org/drawingml/2006/diagram" xmlns:r="http://schemas.openxmlformats.org/officeDocument/2006/relationships" r:dm="rId2" r:lo="rId1" r:qs="rId5" r:cs="rId4"/>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02" name=""/>
        <p:cNvGrpSpPr/>
        <p:nvPr/>
      </p:nvGrpSpPr>
      <p:grpSpPr>
        <a:xfrm>
          <a:off x="0" y="0"/>
          <a:ext cx="0" cy="0"/>
          <a:chOff x="0" y="0"/>
          <a:chExt cx="0" cy="0"/>
        </a:xfrm>
      </p:grpSpPr>
      <p:sp>
        <p:nvSpPr>
          <p:cNvPr id="1048653" name="Title 1"/>
          <p:cNvSpPr>
            <a:spLocks noGrp="1"/>
          </p:cNvSpPr>
          <p:nvPr>
            <p:ph type="title"/>
          </p:nvPr>
        </p:nvSpPr>
        <p:spPr/>
        <p:txBody>
          <a:bodyPr/>
          <a:p>
            <a:r>
              <a:rPr dirty="0" lang="en-US"/>
              <a:t>Full block </a:t>
            </a:r>
          </a:p>
        </p:txBody>
      </p:sp>
      <p:sp>
        <p:nvSpPr>
          <p:cNvPr id="1048654" name="Content Placeholder 2"/>
          <p:cNvSpPr>
            <a:spLocks noGrp="1"/>
          </p:cNvSpPr>
          <p:nvPr>
            <p:ph idx="1"/>
          </p:nvPr>
        </p:nvSpPr>
        <p:spPr/>
        <p:txBody>
          <a:bodyPr/>
          <a:p>
            <a:r>
              <a:rPr dirty="0" lang="en-US"/>
              <a:t>Block format features all elements of the letter aligned to the left margin of the page. </a:t>
            </a:r>
          </a:p>
          <a:p>
            <a:r>
              <a:rPr dirty="0" lang="en-US"/>
              <a:t>It has a neat and simple appearance. </a:t>
            </a:r>
          </a:p>
          <a:p>
            <a:r>
              <a:rPr dirty="0" lang="en-US"/>
              <a:t>Paragraphs are separated by a double line space.</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03" name=""/>
        <p:cNvGrpSpPr/>
        <p:nvPr/>
      </p:nvGrpSpPr>
      <p:grpSpPr>
        <a:xfrm>
          <a:off x="0" y="0"/>
          <a:ext cx="0" cy="0"/>
          <a:chOff x="0" y="0"/>
          <a:chExt cx="0" cy="0"/>
        </a:xfrm>
      </p:grpSpPr>
      <p:sp>
        <p:nvSpPr>
          <p:cNvPr id="1048655" name="Content Placeholder 6"/>
          <p:cNvSpPr>
            <a:spLocks noGrp="1"/>
          </p:cNvSpPr>
          <p:nvPr>
            <p:ph idx="1"/>
          </p:nvPr>
        </p:nvSpPr>
        <p:spPr>
          <a:xfrm>
            <a:off x="1201003" y="126610"/>
            <a:ext cx="8038531" cy="6083121"/>
          </a:xfrm>
        </p:spPr>
        <p:txBody>
          <a:bodyPr>
            <a:noAutofit/>
          </a:bodyPr>
          <a:p>
            <a:pPr indent="0" marL="0">
              <a:buNone/>
            </a:pPr>
            <a:r>
              <a:rPr dirty="0" sz="1600" lang="en-US"/>
              <a:t>Sender's address</a:t>
            </a:r>
          </a:p>
          <a:p>
            <a:pPr indent="0" marL="0">
              <a:buNone/>
            </a:pPr>
            <a:r>
              <a:rPr dirty="0" sz="1600" lang="en-US"/>
              <a:t>Sender's phone number</a:t>
            </a:r>
          </a:p>
          <a:p>
            <a:pPr indent="0" marL="0">
              <a:buNone/>
            </a:pPr>
            <a:r>
              <a:rPr dirty="0" sz="1600" lang="en-US"/>
              <a:t>Today's date</a:t>
            </a:r>
            <a:br>
              <a:rPr dirty="0" sz="1600" lang="en-US"/>
            </a:br>
            <a:br>
              <a:rPr dirty="0" sz="1600" lang="en-US"/>
            </a:br>
            <a:r>
              <a:rPr dirty="0" sz="1600" lang="en-US" u="sng"/>
              <a:t>(</a:t>
            </a:r>
            <a:r>
              <a:rPr b="1" dirty="0" sz="1600" lang="en-US" u="sng"/>
              <a:t>drop down 4 lines</a:t>
            </a:r>
            <a:r>
              <a:rPr dirty="0" sz="1600" lang="en-US" u="sng"/>
              <a:t>)</a:t>
            </a:r>
          </a:p>
          <a:p>
            <a:pPr indent="0" marL="0">
              <a:buNone/>
            </a:pPr>
            <a:br>
              <a:rPr dirty="0" sz="1600" lang="en-US" u="sng"/>
            </a:br>
            <a:r>
              <a:rPr dirty="0" sz="1600" lang="en-US"/>
              <a:t>Recipient's name </a:t>
            </a:r>
          </a:p>
          <a:p>
            <a:pPr indent="0" marL="0">
              <a:buNone/>
            </a:pPr>
            <a:r>
              <a:rPr dirty="0" sz="1600" lang="en-US"/>
              <a:t>Recipient's company name</a:t>
            </a:r>
          </a:p>
          <a:p>
            <a:pPr indent="0" marL="0">
              <a:buNone/>
            </a:pPr>
            <a:r>
              <a:rPr dirty="0" sz="1600" lang="en-US"/>
              <a:t>Recipient's address</a:t>
            </a:r>
            <a:br>
              <a:rPr dirty="0" sz="1600" lang="en-US"/>
            </a:br>
            <a:r>
              <a:rPr b="1" dirty="0" sz="1600" lang="en-US" u="sng"/>
              <a:t>(2 space)</a:t>
            </a:r>
            <a:br>
              <a:rPr b="1" dirty="0" sz="1600" lang="en-US" u="sng"/>
            </a:br>
            <a:endParaRPr b="1" dirty="0" sz="1600" lang="en-US" u="sng"/>
          </a:p>
          <a:p>
            <a:pPr indent="0" marL="0">
              <a:buNone/>
            </a:pPr>
            <a:r>
              <a:rPr dirty="0" sz="1600" lang="en-US"/>
              <a:t>Dear Name</a:t>
            </a:r>
            <a:r>
              <a:rPr b="1" dirty="0" sz="1600" lang="en-US" u="sng"/>
              <a:t>:(1 space)</a:t>
            </a:r>
          </a:p>
          <a:p>
            <a:pPr indent="0" marL="0">
              <a:buNone/>
            </a:pPr>
            <a:r>
              <a:rPr dirty="0" sz="1600" lang="en-US"/>
              <a:t>In this type of block letter, all the paragraphs line up at the left margin. There is no indenting of the paragraphs. The margins should be set to 1-1.5" all the way around the page. If you are using company letterhead, you will need to account for that in figuring the margin where the letterhead is placed on the page.</a:t>
            </a:r>
            <a:br>
              <a:rPr dirty="0" sz="1600" lang="en-US"/>
            </a:br>
            <a:r>
              <a:rPr b="1" dirty="0" sz="1600" lang="en-US" u="sng"/>
              <a:t>(1 line space)</a:t>
            </a:r>
            <a:br>
              <a:rPr dirty="0" sz="1600" lang="en-US"/>
            </a:br>
            <a:endParaRPr dirty="0" sz="1600" lang="en-US"/>
          </a:p>
          <a:p>
            <a:endParaRPr dirty="0" sz="1600" lang="en-US"/>
          </a:p>
        </p:txBody>
      </p:sp>
      <p:sp>
        <p:nvSpPr>
          <p:cNvPr id="1048656" name="TextBox 7"/>
          <p:cNvSpPr txBox="1"/>
          <p:nvPr/>
        </p:nvSpPr>
        <p:spPr>
          <a:xfrm>
            <a:off x="259307" y="1173707"/>
            <a:ext cx="502702" cy="4394580"/>
          </a:xfrm>
          <a:prstGeom prst="rect"/>
          <a:noFill/>
        </p:spPr>
        <p:txBody>
          <a:bodyPr rtlCol="0" vert="wordArtVert" wrap="square">
            <a:spAutoFit/>
          </a:bodyPr>
          <a:p>
            <a:r>
              <a:rPr b="1" dirty="0" lang="en-US">
                <a:solidFill>
                  <a:srgbClr val="FF0000"/>
                </a:solidFill>
              </a:rPr>
              <a:t>Format sample</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04" name=""/>
        <p:cNvGrpSpPr/>
        <p:nvPr/>
      </p:nvGrpSpPr>
      <p:grpSpPr>
        <a:xfrm>
          <a:off x="0" y="0"/>
          <a:ext cx="0" cy="0"/>
          <a:chOff x="0" y="0"/>
          <a:chExt cx="0" cy="0"/>
        </a:xfrm>
      </p:grpSpPr>
      <p:sp>
        <p:nvSpPr>
          <p:cNvPr id="1048657" name="Title 1"/>
          <p:cNvSpPr>
            <a:spLocks noGrp="1"/>
          </p:cNvSpPr>
          <p:nvPr>
            <p:ph type="title"/>
          </p:nvPr>
        </p:nvSpPr>
        <p:spPr>
          <a:xfrm>
            <a:off x="1261872" y="365760"/>
            <a:ext cx="9692640" cy="753356"/>
          </a:xfrm>
        </p:spPr>
        <p:txBody>
          <a:bodyPr/>
          <a:p>
            <a:r>
              <a:rPr dirty="0" lang="en-US"/>
              <a:t>Contd.</a:t>
            </a:r>
          </a:p>
        </p:txBody>
      </p:sp>
      <p:sp>
        <p:nvSpPr>
          <p:cNvPr id="1048658" name="Content Placeholder 2"/>
          <p:cNvSpPr>
            <a:spLocks noGrp="1"/>
          </p:cNvSpPr>
          <p:nvPr>
            <p:ph idx="1"/>
          </p:nvPr>
        </p:nvSpPr>
        <p:spPr>
          <a:xfrm>
            <a:off x="1261872" y="1351128"/>
            <a:ext cx="8595360" cy="4829009"/>
          </a:xfrm>
        </p:spPr>
        <p:txBody>
          <a:bodyPr>
            <a:normAutofit lnSpcReduction="10000"/>
          </a:bodyPr>
          <a:p>
            <a:pPr indent="0" marL="0">
              <a:buNone/>
            </a:pPr>
            <a:br>
              <a:rPr dirty="0" lang="en-US"/>
            </a:br>
            <a:r>
              <a:rPr dirty="0" lang="en-US"/>
              <a:t>You only need to single-space between sentences. Leave an extra open line between paragraphs. Keep in mind that these sample letters are a guideline. </a:t>
            </a:r>
            <a:r>
              <a:rPr b="1" dirty="0" lang="en-US"/>
              <a:t>People often customize to meet their preferred style.</a:t>
            </a:r>
            <a:br>
              <a:rPr b="1" dirty="0" lang="en-US"/>
            </a:br>
            <a:r>
              <a:rPr dirty="0" lang="en-US"/>
              <a:t>(1 line space)</a:t>
            </a:r>
            <a:br>
              <a:rPr dirty="0" lang="en-US"/>
            </a:br>
            <a:r>
              <a:rPr dirty="0" lang="en-US"/>
              <a:t>Some people choose to center the above sender information.</a:t>
            </a:r>
            <a:br>
              <a:rPr dirty="0" lang="en-US"/>
            </a:br>
            <a:endParaRPr dirty="0" lang="en-US"/>
          </a:p>
          <a:p>
            <a:pPr indent="0" marL="0">
              <a:buNone/>
            </a:pPr>
            <a:r>
              <a:rPr dirty="0" lang="en-US"/>
              <a:t>(2 line space)</a:t>
            </a:r>
            <a:br>
              <a:rPr dirty="0" lang="en-US"/>
            </a:br>
            <a:r>
              <a:rPr dirty="0" lang="en-US"/>
              <a:t>Sincerely,</a:t>
            </a:r>
          </a:p>
          <a:p>
            <a:pPr indent="0" marL="0">
              <a:buNone/>
            </a:pPr>
            <a:r>
              <a:rPr dirty="0" lang="en-US"/>
              <a:t>(space down four lines)</a:t>
            </a:r>
          </a:p>
          <a:p>
            <a:pPr indent="0" marL="0">
              <a:buNone/>
            </a:pPr>
            <a:r>
              <a:rPr dirty="0" i="1" lang="en-US"/>
              <a:t>Signature here</a:t>
            </a:r>
            <a:endParaRPr dirty="0" lang="en-US"/>
          </a:p>
          <a:p>
            <a:pPr indent="0" marL="0">
              <a:buNone/>
            </a:pPr>
            <a:r>
              <a:rPr dirty="0" lang="en-US"/>
              <a:t>add name,</a:t>
            </a:r>
          </a:p>
          <a:p>
            <a:pPr indent="0" marL="0">
              <a:buNone/>
            </a:pPr>
            <a:r>
              <a:rPr dirty="0" lang="en-US"/>
              <a:t>add title</a:t>
            </a:r>
          </a:p>
          <a:p>
            <a:pPr indent="0" marL="0">
              <a:buNone/>
            </a:pPr>
            <a:r>
              <a:rPr dirty="0" lang="en-US"/>
              <a:t>[Identification initials]</a:t>
            </a:r>
          </a:p>
          <a:p>
            <a:endParaRPr dirty="0"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05" name=""/>
        <p:cNvGrpSpPr/>
        <p:nvPr/>
      </p:nvGrpSpPr>
      <p:grpSpPr>
        <a:xfrm>
          <a:off x="0" y="0"/>
          <a:ext cx="0" cy="0"/>
          <a:chOff x="0" y="0"/>
          <a:chExt cx="0" cy="0"/>
        </a:xfrm>
      </p:grpSpPr>
      <p:sp>
        <p:nvSpPr>
          <p:cNvPr id="1048659" name="Title 1"/>
          <p:cNvSpPr>
            <a:spLocks noGrp="1"/>
          </p:cNvSpPr>
          <p:nvPr>
            <p:ph idx="1"/>
          </p:nvPr>
        </p:nvSpPr>
        <p:spPr>
          <a:xfrm>
            <a:off x="395785" y="136478"/>
            <a:ext cx="10809027" cy="6619164"/>
          </a:xfrm>
        </p:spPr>
        <p:txBody>
          <a:bodyPr>
            <a:normAutofit/>
          </a:bodyPr>
          <a:p>
            <a:pPr indent="0" marL="0">
              <a:buNone/>
            </a:pPr>
            <a:r>
              <a:rPr dirty="0" lang="en-US"/>
              <a:t>20-54 Jackson Avenue</a:t>
            </a:r>
          </a:p>
          <a:p>
            <a:pPr indent="0" marL="0">
              <a:buNone/>
            </a:pPr>
            <a:r>
              <a:rPr dirty="0" lang="en-US"/>
              <a:t>Brooklyn, NY 11352</a:t>
            </a:r>
          </a:p>
          <a:p>
            <a:pPr indent="0" marL="0">
              <a:buNone/>
            </a:pPr>
            <a:endParaRPr dirty="0" lang="en-US"/>
          </a:p>
          <a:p>
            <a:pPr indent="0" marL="0">
              <a:buNone/>
            </a:pPr>
            <a:r>
              <a:rPr dirty="0" lang="en-US"/>
              <a:t>June 28, 2007</a:t>
            </a:r>
          </a:p>
          <a:p>
            <a:pPr indent="0" marL="0">
              <a:buNone/>
            </a:pPr>
            <a:endParaRPr dirty="0" lang="en-US"/>
          </a:p>
          <a:p>
            <a:pPr indent="0" marL="0">
              <a:buNone/>
            </a:pPr>
            <a:endParaRPr dirty="0" lang="en-US"/>
          </a:p>
          <a:p>
            <a:pPr indent="0" marL="0">
              <a:buNone/>
            </a:pPr>
            <a:r>
              <a:rPr dirty="0" lang="en-US"/>
              <a:t>Ms. Jennifer Esposito</a:t>
            </a:r>
          </a:p>
          <a:p>
            <a:pPr indent="0" marL="0">
              <a:buNone/>
            </a:pPr>
            <a:r>
              <a:rPr dirty="0" lang="en-US"/>
              <a:t>John Doe Fellowship</a:t>
            </a:r>
          </a:p>
          <a:p>
            <a:pPr indent="0" marL="0">
              <a:buNone/>
            </a:pPr>
            <a:r>
              <a:rPr dirty="0" lang="en-US"/>
              <a:t>595 Park Avenue</a:t>
            </a:r>
          </a:p>
          <a:p>
            <a:pPr indent="0" marL="0">
              <a:buNone/>
            </a:pPr>
            <a:r>
              <a:rPr dirty="0" lang="en-US"/>
              <a:t>New York, NY 10021</a:t>
            </a:r>
          </a:p>
          <a:p>
            <a:pPr indent="0" marL="0">
              <a:buNone/>
            </a:pPr>
            <a:endParaRPr dirty="0" lang="en-US"/>
          </a:p>
          <a:p>
            <a:pPr indent="0" marL="0">
              <a:buNone/>
            </a:pPr>
            <a:r>
              <a:rPr dirty="0" lang="en-US"/>
              <a:t>Dear Ms. Esposito:</a:t>
            </a:r>
          </a:p>
          <a:p>
            <a:pPr algn="just" indent="0" marL="0">
              <a:buNone/>
            </a:pPr>
            <a:r>
              <a:rPr dirty="0" sz="2000" lang="en-US"/>
              <a:t>The John Doe Fellowship has always loomed on the horizon for me. Ever since I decided to major in history, I have wanted to participate in your program. From the research that I have done, I believe that your program provides its participants with an extensively detailed look at the history of the world through hands-on experience with fossils, artifacts, and other remains that compose the blueprint of our existence. I am applying for the John Doe Fellowship because I believe that it would benefit me throughout my career and allow me to further understand the ideas behind history and how it is constructed. I am a very committed and goal-oriented person with excellent interpersonal skills.  My background in history involves studying many different eras and time periods. My specialty, though, is the archeological study of the ancient world and its history. During the summer of 2004 and 2005, I interned at the Metropolitan Museum of Art as a tour guide. Both times, I not only utilized my knowledge of art and its history, but I also learned a lot about how that history was constructed. </a:t>
            </a:r>
          </a:p>
          <a:p>
            <a:pPr algn="just" indent="0" marL="0">
              <a:buNone/>
            </a:pPr>
            <a:r>
              <a:rPr dirty="0" sz="2000" lang="en-US"/>
              <a:t>This experience has influenced me to intern as a tour guide at the American Museum of Natural History, where my love for the origins of history and learning from the tactile experience with artifacts increased. In the future, I would like to participate in historical research and eventually become a full-time professor of history. I believe my skills, experience, and goals make me an excellent candidate for your program.</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06" name=""/>
        <p:cNvGrpSpPr/>
        <p:nvPr/>
      </p:nvGrpSpPr>
      <p:grpSpPr>
        <a:xfrm>
          <a:off x="0" y="0"/>
          <a:ext cx="0" cy="0"/>
          <a:chOff x="0" y="0"/>
          <a:chExt cx="0" cy="0"/>
        </a:xfrm>
      </p:grpSpPr>
      <p:sp>
        <p:nvSpPr>
          <p:cNvPr id="1048660" name="Content Placeholder 2"/>
          <p:cNvSpPr>
            <a:spLocks noGrp="1"/>
          </p:cNvSpPr>
          <p:nvPr>
            <p:ph idx="1"/>
          </p:nvPr>
        </p:nvSpPr>
        <p:spPr>
          <a:xfrm>
            <a:off x="464024" y="95534"/>
            <a:ext cx="10167582" cy="6660108"/>
          </a:xfrm>
        </p:spPr>
        <p:txBody>
          <a:bodyPr>
            <a:normAutofit/>
          </a:bodyPr>
          <a:p>
            <a:pPr indent="0" marL="0">
              <a:buNone/>
            </a:pPr>
            <a:r>
              <a:rPr dirty="0" lang="en-US"/>
              <a:t>This experience has influenced me to intern as a tour guide at the American Museum of Natural History, where my love for the origins of history and learning from the tactile experience with artifacts increased. In the future, I would like to participate in historical research and eventually become a full-time professor of history. I believe my skills, experience, and goals make me an excellent candidate for your program.</a:t>
            </a:r>
          </a:p>
          <a:p>
            <a:pPr indent="0" marL="0">
              <a:buNone/>
            </a:pPr>
            <a:r>
              <a:rPr dirty="0" lang="en-US"/>
              <a:t>This experience has influenced me to intern as a tour guide at the American Museum of Natural History, where my love for the origins of history and learning from the tactile experience with artifacts increased. In the future, I would like to participate in historical research and eventually become a full-time professor of history. </a:t>
            </a:r>
          </a:p>
          <a:p>
            <a:pPr indent="0" marL="0">
              <a:buNone/>
            </a:pPr>
            <a:r>
              <a:rPr dirty="0" lang="en-US"/>
              <a:t>I believe my skills, experience, and goals make me an excellent candidate for your program.</a:t>
            </a:r>
          </a:p>
          <a:p>
            <a:pPr indent="0" marL="0">
              <a:buNone/>
            </a:pPr>
            <a:r>
              <a:rPr dirty="0" lang="en-US"/>
              <a:t>Thank you very much for considering me for the John Doe Fellowship. I am</a:t>
            </a:r>
          </a:p>
          <a:p>
            <a:pPr indent="0" marL="0">
              <a:buNone/>
            </a:pPr>
            <a:r>
              <a:rPr dirty="0" lang="en-US"/>
              <a:t>looking forward to hearing from you.</a:t>
            </a:r>
          </a:p>
          <a:p>
            <a:pPr indent="0" marL="0">
              <a:buNone/>
            </a:pPr>
            <a:endParaRPr dirty="0" lang="en-US"/>
          </a:p>
          <a:p>
            <a:pPr indent="0" marL="0">
              <a:buNone/>
            </a:pPr>
            <a:r>
              <a:rPr dirty="0" lang="en-US"/>
              <a:t>Sincerely,</a:t>
            </a:r>
          </a:p>
          <a:p>
            <a:pPr indent="0" marL="0">
              <a:buNone/>
            </a:pPr>
            <a:endParaRPr dirty="0" lang="en-US"/>
          </a:p>
          <a:p>
            <a:pPr indent="0" marL="0">
              <a:buNone/>
            </a:pPr>
            <a:endParaRPr dirty="0" lang="en-US"/>
          </a:p>
          <a:p>
            <a:pPr indent="0" marL="0">
              <a:buNone/>
            </a:pPr>
            <a:r>
              <a:rPr dirty="0" lang="en-US"/>
              <a:t>Bill Lurie</a:t>
            </a:r>
          </a:p>
          <a:p>
            <a:pPr indent="0" marL="0">
              <a:buNone/>
            </a:pPr>
            <a:r>
              <a:rPr dirty="0" lang="en-US"/>
              <a:t>(419) 352-5425</a:t>
            </a:r>
          </a:p>
          <a:p>
            <a:pPr indent="0" marL="0">
              <a:buNone/>
            </a:pPr>
            <a:endParaRPr dirty="0" lang="en-US"/>
          </a:p>
          <a:p>
            <a:pPr indent="0" marL="0">
              <a:buNone/>
            </a:pPr>
            <a:endParaRPr dirty="0" lang="en-US"/>
          </a:p>
          <a:p>
            <a:pPr indent="0" marL="0">
              <a:buNone/>
            </a:pPr>
            <a:r>
              <a:rPr dirty="0" lang="en-US"/>
              <a:t>Enclosure</a:t>
            </a:r>
          </a:p>
          <a:p>
            <a:endParaRPr dirty="0"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07" name=""/>
        <p:cNvGrpSpPr/>
        <p:nvPr/>
      </p:nvGrpSpPr>
      <p:grpSpPr>
        <a:xfrm>
          <a:off x="0" y="0"/>
          <a:ext cx="0" cy="0"/>
          <a:chOff x="0" y="0"/>
          <a:chExt cx="0" cy="0"/>
        </a:xfrm>
      </p:grpSpPr>
      <p:sp>
        <p:nvSpPr>
          <p:cNvPr id="1048661" name="Title 1"/>
          <p:cNvSpPr>
            <a:spLocks noGrp="1"/>
          </p:cNvSpPr>
          <p:nvPr>
            <p:ph type="title"/>
          </p:nvPr>
        </p:nvSpPr>
        <p:spPr/>
        <p:txBody>
          <a:bodyPr/>
          <a:p>
            <a:r>
              <a:rPr b="1" dirty="0" lang="en-US"/>
              <a:t>Modified block format</a:t>
            </a:r>
            <a:br>
              <a:rPr b="1" dirty="0" lang="en-US"/>
            </a:br>
            <a:endParaRPr dirty="0" lang="en-US"/>
          </a:p>
        </p:txBody>
      </p:sp>
      <p:sp>
        <p:nvSpPr>
          <p:cNvPr id="1048662" name="Content Placeholder 2"/>
          <p:cNvSpPr>
            <a:spLocks noGrp="1"/>
          </p:cNvSpPr>
          <p:nvPr>
            <p:ph idx="1"/>
          </p:nvPr>
        </p:nvSpPr>
        <p:spPr/>
        <p:txBody>
          <a:bodyPr/>
          <a:p>
            <a:r>
              <a:rPr dirty="0" i="1" lang="en-US"/>
              <a:t>Modified block</a:t>
            </a:r>
            <a:r>
              <a:rPr dirty="0" lang="en-US"/>
              <a:t> differs from block style in that the date, sign off, and signature lines begin at the center point of the page line. </a:t>
            </a:r>
          </a:p>
          <a:p>
            <a:r>
              <a:rPr dirty="0" lang="en-US"/>
              <a:t>The beginning of each paragraph is indented five spaces, along with the subject line, if used. Depending on the length of the letter, paragraphs may be separated by a single or double line space.</a:t>
            </a:r>
          </a:p>
          <a:p>
            <a:endParaRPr dirty="0"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08" name=""/>
        <p:cNvGrpSpPr/>
        <p:nvPr/>
      </p:nvGrpSpPr>
      <p:grpSpPr>
        <a:xfrm>
          <a:off x="0" y="0"/>
          <a:ext cx="0" cy="0"/>
          <a:chOff x="0" y="0"/>
          <a:chExt cx="0" cy="0"/>
        </a:xfrm>
      </p:grpSpPr>
      <p:sp>
        <p:nvSpPr>
          <p:cNvPr id="1048663" name="Content Placeholder 2"/>
          <p:cNvSpPr>
            <a:spLocks noGrp="1"/>
          </p:cNvSpPr>
          <p:nvPr>
            <p:ph idx="1"/>
          </p:nvPr>
        </p:nvSpPr>
        <p:spPr>
          <a:xfrm>
            <a:off x="1261872" y="286604"/>
            <a:ext cx="8595360" cy="5893534"/>
          </a:xfrm>
        </p:spPr>
        <p:txBody>
          <a:bodyPr>
            <a:normAutofit/>
          </a:bodyPr>
          <a:p>
            <a:pPr algn="r" indent="0" marL="0">
              <a:buNone/>
            </a:pPr>
            <a:r>
              <a:rPr dirty="0" lang="en-US"/>
              <a:t>123 Corona Blvd.</a:t>
            </a:r>
          </a:p>
          <a:p>
            <a:pPr algn="r" indent="0" marL="0">
              <a:buNone/>
            </a:pPr>
            <a:r>
              <a:rPr dirty="0" lang="en-US"/>
              <a:t> Flushing, NY 1123</a:t>
            </a:r>
          </a:p>
          <a:p>
            <a:pPr algn="r" indent="0" marL="0">
              <a:buNone/>
            </a:pPr>
            <a:r>
              <a:rPr dirty="0" lang="en-US"/>
              <a:t> July 3, 2007</a:t>
            </a:r>
          </a:p>
          <a:p>
            <a:pPr indent="0" marL="0">
              <a:buNone/>
            </a:pPr>
            <a:r>
              <a:rPr dirty="0" lang="en-US"/>
              <a:t>Dr. Steven </a:t>
            </a:r>
            <a:r>
              <a:rPr dirty="0" lang="en-US" err="1"/>
              <a:t>Serafin</a:t>
            </a:r>
            <a:r>
              <a:rPr dirty="0" lang="en-US"/>
              <a:t>,</a:t>
            </a:r>
          </a:p>
          <a:p>
            <a:pPr indent="0" marL="0">
              <a:buNone/>
            </a:pPr>
            <a:r>
              <a:rPr dirty="0" lang="en-US"/>
              <a:t>Director Reading/Writing Center</a:t>
            </a:r>
          </a:p>
          <a:p>
            <a:pPr indent="0" marL="0">
              <a:buNone/>
            </a:pPr>
            <a:r>
              <a:rPr dirty="0" lang="en-US"/>
              <a:t>Hunter College</a:t>
            </a:r>
          </a:p>
          <a:p>
            <a:pPr indent="0" marL="0">
              <a:buNone/>
            </a:pPr>
            <a:r>
              <a:rPr dirty="0" lang="en-US"/>
              <a:t>695 Park Ave</a:t>
            </a:r>
          </a:p>
          <a:p>
            <a:pPr indent="0" marL="0">
              <a:buNone/>
            </a:pPr>
            <a:r>
              <a:rPr dirty="0" lang="en-US"/>
              <a:t>New York, NY 10065</a:t>
            </a:r>
          </a:p>
          <a:p>
            <a:pPr indent="0" marL="0">
              <a:buNone/>
            </a:pPr>
            <a:endParaRPr dirty="0" lang="en-US"/>
          </a:p>
          <a:p>
            <a:pPr indent="0" marL="0">
              <a:buNone/>
            </a:pPr>
            <a:r>
              <a:rPr dirty="0" lang="en-US"/>
              <a:t>Dear Dr. </a:t>
            </a:r>
            <a:r>
              <a:rPr dirty="0" lang="en-US" err="1"/>
              <a:t>Serafin</a:t>
            </a:r>
            <a:r>
              <a:rPr dirty="0" lang="en-US"/>
              <a:t>:</a:t>
            </a:r>
          </a:p>
          <a:p>
            <a:pPr algn="just" indent="0" marL="0">
              <a:buNone/>
            </a:pPr>
            <a:r>
              <a:rPr dirty="0" lang="en-US"/>
              <a:t>             My name is Sally Eisner. I am writing this appeal to request a 4th chance to take the CUNY Proficiency Exam in June of 2007. I have taken the exam twice and missed it once. The first time, I feel that I was simply unprepared. I did not realize that I should have attended CPE workshops offered at the Reading/Writing Center. The second time, I attended the workshops and learned more about the exam; however, my Task 2 score was unsatisfactory, so I failed again. Finally, I registered for CPE tutoring at the Reading/Writing Center and studied very hard for the third time. However, on the Saturday of the exam, I had a family emergency, which caused me to miss the date. I had forgotten that I could defer the test date until after I missed it.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09" name=""/>
        <p:cNvGrpSpPr/>
        <p:nvPr/>
      </p:nvGrpSpPr>
      <p:grpSpPr>
        <a:xfrm>
          <a:off x="0" y="0"/>
          <a:ext cx="0" cy="0"/>
          <a:chOff x="0" y="0"/>
          <a:chExt cx="0" cy="0"/>
        </a:xfrm>
      </p:grpSpPr>
      <p:sp>
        <p:nvSpPr>
          <p:cNvPr id="1048664" name="Content Placeholder 2"/>
          <p:cNvSpPr>
            <a:spLocks noGrp="1"/>
          </p:cNvSpPr>
          <p:nvPr>
            <p:ph idx="1"/>
          </p:nvPr>
        </p:nvSpPr>
        <p:spPr>
          <a:xfrm>
            <a:off x="1261872" y="573206"/>
            <a:ext cx="8595360" cy="5606931"/>
          </a:xfrm>
        </p:spPr>
        <p:txBody>
          <a:bodyPr>
            <a:normAutofit/>
          </a:bodyPr>
          <a:p>
            <a:pPr indent="0" marL="0">
              <a:buNone/>
            </a:pPr>
            <a:r>
              <a:rPr dirty="0" lang="en-US"/>
              <a:t>            Now, I am working hard to build on my academic skills. After a consultation with a CPE advisor at the Reading/Writing Center, I have a clear vision of what I should do in order to pass the exam. Again, I have registered for a semester of CPE tutoring at the Writing/Reading Center that I plan to attend weekly. </a:t>
            </a:r>
          </a:p>
          <a:p>
            <a:pPr indent="0" marL="0">
              <a:buNone/>
            </a:pPr>
            <a:r>
              <a:rPr dirty="0" lang="en-US"/>
              <a:t>            I would really like to have a 4th chance to pass this exam because I am confident that if I work hard, I can do it. Thank you very much for considering my appeal. I hope to hear back from you soon.</a:t>
            </a:r>
          </a:p>
          <a:p>
            <a:endParaRPr dirty="0" lang="en-US"/>
          </a:p>
          <a:p>
            <a:pPr algn="r" indent="0" marL="0">
              <a:buNone/>
            </a:pPr>
            <a:r>
              <a:rPr dirty="0" lang="en-US"/>
              <a:t> Sincerely,</a:t>
            </a:r>
          </a:p>
          <a:p>
            <a:pPr algn="r"/>
            <a:endParaRPr dirty="0" lang="en-US"/>
          </a:p>
          <a:p>
            <a:pPr algn="r" indent="0" marL="0">
              <a:buNone/>
            </a:pPr>
            <a:r>
              <a:rPr dirty="0" lang="en-US"/>
              <a:t> Sally Eisner</a:t>
            </a:r>
          </a:p>
          <a:p>
            <a:endParaRPr dirty="0"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10" name=""/>
        <p:cNvGrpSpPr/>
        <p:nvPr/>
      </p:nvGrpSpPr>
      <p:grpSpPr>
        <a:xfrm>
          <a:off x="0" y="0"/>
          <a:ext cx="0" cy="0"/>
          <a:chOff x="0" y="0"/>
          <a:chExt cx="0" cy="0"/>
        </a:xfrm>
      </p:grpSpPr>
      <p:sp>
        <p:nvSpPr>
          <p:cNvPr id="1048665" name="Title 1"/>
          <p:cNvSpPr>
            <a:spLocks noGrp="1"/>
          </p:cNvSpPr>
          <p:nvPr>
            <p:ph type="title"/>
          </p:nvPr>
        </p:nvSpPr>
        <p:spPr/>
        <p:txBody>
          <a:bodyPr/>
          <a:p>
            <a:r>
              <a:rPr dirty="0" lang="en-US"/>
              <a:t>Semi-Block format </a:t>
            </a:r>
          </a:p>
        </p:txBody>
      </p:sp>
      <p:sp>
        <p:nvSpPr>
          <p:cNvPr id="1048666" name="Content Placeholder 2"/>
          <p:cNvSpPr>
            <a:spLocks noGrp="1"/>
          </p:cNvSpPr>
          <p:nvPr>
            <p:ph idx="1"/>
          </p:nvPr>
        </p:nvSpPr>
        <p:spPr/>
        <p:txBody>
          <a:bodyPr/>
          <a:p>
            <a:r>
              <a:rPr dirty="0" lang="en-US"/>
              <a:t>It is similar to the modified block format, except that the </a:t>
            </a:r>
            <a:r>
              <a:rPr b="1" dirty="0" lang="en-US"/>
              <a:t>first line of each paragraph is indented</a:t>
            </a:r>
            <a:r>
              <a:rPr dirty="0" lang="en-US"/>
              <a:t>. </a:t>
            </a:r>
          </a:p>
          <a:p>
            <a:r>
              <a:rPr dirty="0" lang="en-US"/>
              <a:t>This format is more conventional for informal personal letters in which we want to exude a warm, relaxed and friendly correspondence style.</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11" name=""/>
        <p:cNvGrpSpPr/>
        <p:nvPr/>
      </p:nvGrpSpPr>
      <p:grpSpPr>
        <a:xfrm>
          <a:off x="0" y="0"/>
          <a:ext cx="0" cy="0"/>
          <a:chOff x="0" y="0"/>
          <a:chExt cx="0" cy="0"/>
        </a:xfrm>
      </p:grpSpPr>
      <p:pic>
        <p:nvPicPr>
          <p:cNvPr id="2097168" name="Content Placeholder 8"/>
          <p:cNvPicPr>
            <a:picLocks noChangeAspect="1" noGrp="1"/>
          </p:cNvPicPr>
          <p:nvPr>
            <p:ph idx="1"/>
          </p:nvPr>
        </p:nvPicPr>
        <p:blipFill>
          <a:blip xmlns:r="http://schemas.openxmlformats.org/officeDocument/2006/relationships" r:embed="rId1"/>
          <a:stretch>
            <a:fillRect/>
          </a:stretch>
        </p:blipFill>
        <p:spPr>
          <a:xfrm>
            <a:off x="504968" y="382137"/>
            <a:ext cx="9990160" cy="6305266"/>
          </a:xfrm>
          <a:prstGeom prst="rect"/>
        </p:spPr>
      </p:pic>
    </p:spTree>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algn="tl" blurRad="50800" dir="5400000" dist="15240" rotWithShape="0">
              <a:srgbClr val="000000">
                <a:alpha val="75000"/>
              </a:srgbClr>
            </a:outerShdw>
          </a:effectLst>
          <a:scene3d>
            <a:camera prst="orthographicFront">
              <a:rot lat="0" lon="0" rev="0"/>
            </a:camera>
            <a:lightRig dir="tl" rig="brightRoom"/>
          </a:scene3d>
          <a:sp3d contourW="9525" prstMaterial="flat">
            <a:bevelT w="0" h="0" prst="coolSlant"/>
            <a:contourClr>
              <a:schemeClr val="phClr">
                <a:shade val="35000"/>
                <a:satMod val="130000"/>
              </a:schemeClr>
            </a:contourClr>
          </a:sp3d>
        </a:effectStyle>
        <a:effectStyle>
          <a:effectLst>
            <a:outerShdw algn="tl" blurRad="76200" dir="5400000" dist="25400" rotWithShape="0">
              <a:srgbClr val="000000">
                <a:alpha val="55000"/>
              </a:srgbClr>
            </a:outerShdw>
          </a:effectLst>
          <a:scene3d>
            <a:camera prst="orthographicFront">
              <a:rot lat="0" lon="0" rev="0"/>
            </a:camera>
            <a:lightRig dir="tl" rig="brightRoom"/>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theme>
</file>

<file path=ppt/theme/theme2.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Microsoft Office PowerPoint</Application>
  <ScaleCrop>0</ScaleCrop>
  <LinksUpToDate>0</LinksUpToDate>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Formal Correspondence</dc:title>
  <dc:creator>Javeria Ali</dc:creator>
  <cp:lastModifiedBy>Hp</cp:lastModifiedBy>
  <dcterms:created xsi:type="dcterms:W3CDTF">2020-04-20T18:19:32Z</dcterms:created>
  <dcterms:modified xsi:type="dcterms:W3CDTF">2024-12-18T15:57:20Z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36a897ca1a2b42b49a1499f56756074d</vt:lpwstr>
  </property>
</Properties>
</file>