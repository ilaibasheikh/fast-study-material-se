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57" r:id="rId8"/>
    <p:sldId id="264" r:id="rId9"/>
    <p:sldId id="276" r:id="rId10"/>
    <p:sldId id="265" r:id="rId11"/>
    <p:sldId id="266" r:id="rId12"/>
    <p:sldId id="286" r:id="rId13"/>
    <p:sldId id="272" r:id="rId14"/>
    <p:sldId id="273" r:id="rId15"/>
    <p:sldId id="274" r:id="rId16"/>
    <p:sldId id="275" r:id="rId17"/>
    <p:sldId id="263" r:id="rId18"/>
    <p:sldId id="267" r:id="rId19"/>
    <p:sldId id="268" r:id="rId20"/>
    <p:sldId id="269" r:id="rId21"/>
    <p:sldId id="270" r:id="rId22"/>
    <p:sldId id="271"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0"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DF6F65-AC71-4662-A726-5F5293EEF3AE}" type="doc">
      <dgm:prSet loTypeId="urn:microsoft.com/office/officeart/2005/8/layout/default" loCatId="list" qsTypeId="urn:microsoft.com/office/officeart/2005/8/quickstyle/3d1" qsCatId="3D" csTypeId="urn:microsoft.com/office/officeart/2005/8/colors/colorful1" csCatId="colorful" phldr="1"/>
      <dgm:spPr/>
      <dgm:t>
        <a:bodyPr/>
        <a:lstStyle/>
        <a:p>
          <a:endParaRPr lang="en-US"/>
        </a:p>
      </dgm:t>
    </dgm:pt>
    <dgm:pt modelId="{DF0A7CE3-593A-4C2F-89E1-0D024B00F210}">
      <dgm:prSet phldrT="[Text]"/>
      <dgm:spPr/>
      <dgm:t>
        <a:bodyPr/>
        <a:lstStyle/>
        <a:p>
          <a:r>
            <a:rPr lang="en-US" dirty="0" smtClean="0"/>
            <a:t>Reconstruction of an investigation</a:t>
          </a:r>
          <a:endParaRPr lang="en-US" dirty="0"/>
        </a:p>
      </dgm:t>
    </dgm:pt>
    <dgm:pt modelId="{A7DD85B6-88E6-441E-AF2C-773192AC31AE}" type="parTrans" cxnId="{8C485346-241A-4A28-B245-540AE0F3BF39}">
      <dgm:prSet/>
      <dgm:spPr/>
      <dgm:t>
        <a:bodyPr/>
        <a:lstStyle/>
        <a:p>
          <a:endParaRPr lang="en-US"/>
        </a:p>
      </dgm:t>
    </dgm:pt>
    <dgm:pt modelId="{46F04051-A9C1-47D5-B37A-96F340FEFBA6}" type="sibTrans" cxnId="{8C485346-241A-4A28-B245-540AE0F3BF39}">
      <dgm:prSet/>
      <dgm:spPr/>
      <dgm:t>
        <a:bodyPr/>
        <a:lstStyle/>
        <a:p>
          <a:endParaRPr lang="en-US"/>
        </a:p>
      </dgm:t>
    </dgm:pt>
    <dgm:pt modelId="{ECADE779-DE1A-46CA-944E-6FE18D316A9D}">
      <dgm:prSet phldrT="[Text]"/>
      <dgm:spPr/>
      <dgm:t>
        <a:bodyPr/>
        <a:lstStyle/>
        <a:p>
          <a:r>
            <a:rPr lang="en-US" dirty="0" smtClean="0"/>
            <a:t>Reconstruct: build or form (something) again</a:t>
          </a:r>
          <a:endParaRPr lang="en-US" dirty="0"/>
        </a:p>
      </dgm:t>
    </dgm:pt>
    <dgm:pt modelId="{3619F6E6-61BF-41A3-B8E2-AFA6B62C7F63}" type="parTrans" cxnId="{0486C77D-0711-4FF0-A8FB-CC46F770D791}">
      <dgm:prSet/>
      <dgm:spPr/>
      <dgm:t>
        <a:bodyPr/>
        <a:lstStyle/>
        <a:p>
          <a:endParaRPr lang="en-US"/>
        </a:p>
      </dgm:t>
    </dgm:pt>
    <dgm:pt modelId="{76D32FFF-B17A-405A-B664-BFD1EABB5380}" type="sibTrans" cxnId="{0486C77D-0711-4FF0-A8FB-CC46F770D791}">
      <dgm:prSet/>
      <dgm:spPr/>
      <dgm:t>
        <a:bodyPr/>
        <a:lstStyle/>
        <a:p>
          <a:endParaRPr lang="en-US"/>
        </a:p>
      </dgm:t>
    </dgm:pt>
    <dgm:pt modelId="{4268C8E2-0C9A-49A2-A7C2-57FC0E351CC2}" type="pres">
      <dgm:prSet presAssocID="{F3DF6F65-AC71-4662-A726-5F5293EEF3AE}" presName="diagram" presStyleCnt="0">
        <dgm:presLayoutVars>
          <dgm:dir/>
          <dgm:resizeHandles val="exact"/>
        </dgm:presLayoutVars>
      </dgm:prSet>
      <dgm:spPr/>
      <dgm:t>
        <a:bodyPr/>
        <a:lstStyle/>
        <a:p>
          <a:endParaRPr lang="en-US"/>
        </a:p>
      </dgm:t>
    </dgm:pt>
    <dgm:pt modelId="{A3916696-08AF-4B78-ADCA-CC7325329284}" type="pres">
      <dgm:prSet presAssocID="{DF0A7CE3-593A-4C2F-89E1-0D024B00F210}" presName="node" presStyleLbl="node1" presStyleIdx="0" presStyleCnt="2">
        <dgm:presLayoutVars>
          <dgm:bulletEnabled val="1"/>
        </dgm:presLayoutVars>
      </dgm:prSet>
      <dgm:spPr/>
      <dgm:t>
        <a:bodyPr/>
        <a:lstStyle/>
        <a:p>
          <a:endParaRPr lang="en-US"/>
        </a:p>
      </dgm:t>
    </dgm:pt>
    <dgm:pt modelId="{16947F38-4C54-4BDA-875A-15F98914ACD5}" type="pres">
      <dgm:prSet presAssocID="{46F04051-A9C1-47D5-B37A-96F340FEFBA6}" presName="sibTrans" presStyleCnt="0"/>
      <dgm:spPr/>
    </dgm:pt>
    <dgm:pt modelId="{24E4B88D-D296-4170-841E-9AD4FF405CB0}" type="pres">
      <dgm:prSet presAssocID="{ECADE779-DE1A-46CA-944E-6FE18D316A9D}" presName="node" presStyleLbl="node1" presStyleIdx="1" presStyleCnt="2">
        <dgm:presLayoutVars>
          <dgm:bulletEnabled val="1"/>
        </dgm:presLayoutVars>
      </dgm:prSet>
      <dgm:spPr/>
      <dgm:t>
        <a:bodyPr/>
        <a:lstStyle/>
        <a:p>
          <a:endParaRPr lang="en-US"/>
        </a:p>
      </dgm:t>
    </dgm:pt>
  </dgm:ptLst>
  <dgm:cxnLst>
    <dgm:cxn modelId="{8C485346-241A-4A28-B245-540AE0F3BF39}" srcId="{F3DF6F65-AC71-4662-A726-5F5293EEF3AE}" destId="{DF0A7CE3-593A-4C2F-89E1-0D024B00F210}" srcOrd="0" destOrd="0" parTransId="{A7DD85B6-88E6-441E-AF2C-773192AC31AE}" sibTransId="{46F04051-A9C1-47D5-B37A-96F340FEFBA6}"/>
    <dgm:cxn modelId="{5A9ED5E3-D039-407E-B155-684A0413FB2D}" type="presOf" srcId="{DF0A7CE3-593A-4C2F-89E1-0D024B00F210}" destId="{A3916696-08AF-4B78-ADCA-CC7325329284}" srcOrd="0" destOrd="0" presId="urn:microsoft.com/office/officeart/2005/8/layout/default"/>
    <dgm:cxn modelId="{479EC5B9-0264-466E-89F8-E804BD001062}" type="presOf" srcId="{ECADE779-DE1A-46CA-944E-6FE18D316A9D}" destId="{24E4B88D-D296-4170-841E-9AD4FF405CB0}" srcOrd="0" destOrd="0" presId="urn:microsoft.com/office/officeart/2005/8/layout/default"/>
    <dgm:cxn modelId="{0486C77D-0711-4FF0-A8FB-CC46F770D791}" srcId="{F3DF6F65-AC71-4662-A726-5F5293EEF3AE}" destId="{ECADE779-DE1A-46CA-944E-6FE18D316A9D}" srcOrd="1" destOrd="0" parTransId="{3619F6E6-61BF-41A3-B8E2-AFA6B62C7F63}" sibTransId="{76D32FFF-B17A-405A-B664-BFD1EABB5380}"/>
    <dgm:cxn modelId="{E535C9E5-B0F4-46C4-98C5-DD33FA9033BC}" type="presOf" srcId="{F3DF6F65-AC71-4662-A726-5F5293EEF3AE}" destId="{4268C8E2-0C9A-49A2-A7C2-57FC0E351CC2}" srcOrd="0" destOrd="0" presId="urn:microsoft.com/office/officeart/2005/8/layout/default"/>
    <dgm:cxn modelId="{5D22A803-B45A-4673-9B80-8174B131BDC9}" type="presParOf" srcId="{4268C8E2-0C9A-49A2-A7C2-57FC0E351CC2}" destId="{A3916696-08AF-4B78-ADCA-CC7325329284}" srcOrd="0" destOrd="0" presId="urn:microsoft.com/office/officeart/2005/8/layout/default"/>
    <dgm:cxn modelId="{551B57ED-E30F-4CB5-A9B6-7A7CD4941816}" type="presParOf" srcId="{4268C8E2-0C9A-49A2-A7C2-57FC0E351CC2}" destId="{16947F38-4C54-4BDA-875A-15F98914ACD5}" srcOrd="1" destOrd="0" presId="urn:microsoft.com/office/officeart/2005/8/layout/default"/>
    <dgm:cxn modelId="{6D2FAD96-9A8C-4126-A0C5-8888F5C82CFB}" type="presParOf" srcId="{4268C8E2-0C9A-49A2-A7C2-57FC0E351CC2}" destId="{24E4B88D-D296-4170-841E-9AD4FF405CB0}"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FD39E9-07A5-4818-B7ED-1DCE48249AF6}" type="doc">
      <dgm:prSet loTypeId="urn:microsoft.com/office/officeart/2009/3/layout/HorizontalOrganizationChart" loCatId="hierarchy" qsTypeId="urn:microsoft.com/office/officeart/2005/8/quickstyle/3d1" qsCatId="3D" csTypeId="urn:microsoft.com/office/officeart/2005/8/colors/colorful2" csCatId="colorful" phldr="1"/>
      <dgm:spPr/>
      <dgm:t>
        <a:bodyPr/>
        <a:lstStyle/>
        <a:p>
          <a:endParaRPr lang="en-US"/>
        </a:p>
      </dgm:t>
    </dgm:pt>
    <dgm:pt modelId="{01A6662E-66C5-461D-8810-DBCE29EAB82B}">
      <dgm:prSet phldrT="[Text]"/>
      <dgm:spPr/>
      <dgm:t>
        <a:bodyPr/>
        <a:lstStyle/>
        <a:p>
          <a:r>
            <a:rPr lang="en-US" dirty="0" smtClean="0"/>
            <a:t>Motivation</a:t>
          </a:r>
          <a:endParaRPr lang="en-US" dirty="0"/>
        </a:p>
      </dgm:t>
    </dgm:pt>
    <dgm:pt modelId="{01B2EBE3-8C85-4914-BE93-4C3E949D688D}" type="parTrans" cxnId="{61724082-0E50-47D9-8DC7-1AF94F6AA3A5}">
      <dgm:prSet/>
      <dgm:spPr/>
      <dgm:t>
        <a:bodyPr/>
        <a:lstStyle/>
        <a:p>
          <a:endParaRPr lang="en-US"/>
        </a:p>
      </dgm:t>
    </dgm:pt>
    <dgm:pt modelId="{156915FF-C913-4D88-81C6-050A653908DE}" type="sibTrans" cxnId="{61724082-0E50-47D9-8DC7-1AF94F6AA3A5}">
      <dgm:prSet/>
      <dgm:spPr/>
      <dgm:t>
        <a:bodyPr/>
        <a:lstStyle/>
        <a:p>
          <a:endParaRPr lang="en-US"/>
        </a:p>
      </dgm:t>
    </dgm:pt>
    <dgm:pt modelId="{DDD1D511-E807-42E3-84F1-6D7F03A7901D}">
      <dgm:prSet phldrT="[Text]"/>
      <dgm:spPr/>
      <dgm:t>
        <a:bodyPr/>
        <a:lstStyle/>
        <a:p>
          <a:r>
            <a:rPr lang="en-US" dirty="0" smtClean="0"/>
            <a:t>Why the area is important </a:t>
          </a:r>
          <a:endParaRPr lang="en-US" dirty="0"/>
        </a:p>
      </dgm:t>
    </dgm:pt>
    <dgm:pt modelId="{9297834D-DF04-43F5-A74C-F4AB14AB737F}" type="parTrans" cxnId="{0AE8FA8D-79EC-492B-A11C-4B14CD4FD264}">
      <dgm:prSet/>
      <dgm:spPr/>
      <dgm:t>
        <a:bodyPr/>
        <a:lstStyle/>
        <a:p>
          <a:endParaRPr lang="en-US"/>
        </a:p>
      </dgm:t>
    </dgm:pt>
    <dgm:pt modelId="{0AA3CFDD-D757-4708-94E7-34FA4F7FC3F2}" type="sibTrans" cxnId="{0AE8FA8D-79EC-492B-A11C-4B14CD4FD264}">
      <dgm:prSet/>
      <dgm:spPr/>
      <dgm:t>
        <a:bodyPr/>
        <a:lstStyle/>
        <a:p>
          <a:endParaRPr lang="en-US"/>
        </a:p>
      </dgm:t>
    </dgm:pt>
    <dgm:pt modelId="{CD63F90C-EFAC-418B-9BBC-9FC37FDEE9E6}">
      <dgm:prSet phldrT="[Text]"/>
      <dgm:spPr/>
      <dgm:t>
        <a:bodyPr/>
        <a:lstStyle/>
        <a:p>
          <a:r>
            <a:rPr lang="en-US" dirty="0" smtClean="0"/>
            <a:t>Giving background information </a:t>
          </a:r>
          <a:endParaRPr lang="en-US" dirty="0"/>
        </a:p>
      </dgm:t>
    </dgm:pt>
    <dgm:pt modelId="{10C25E73-4736-49DC-B449-D9480C8641B6}" type="parTrans" cxnId="{26E26554-BE1F-4A5C-9BB8-DCE7694AA614}">
      <dgm:prSet/>
      <dgm:spPr/>
      <dgm:t>
        <a:bodyPr/>
        <a:lstStyle/>
        <a:p>
          <a:endParaRPr lang="en-US"/>
        </a:p>
      </dgm:t>
    </dgm:pt>
    <dgm:pt modelId="{85874A36-B757-4116-8F0B-5871132C7E4D}" type="sibTrans" cxnId="{26E26554-BE1F-4A5C-9BB8-DCE7694AA614}">
      <dgm:prSet/>
      <dgm:spPr/>
      <dgm:t>
        <a:bodyPr/>
        <a:lstStyle/>
        <a:p>
          <a:endParaRPr lang="en-US"/>
        </a:p>
      </dgm:t>
    </dgm:pt>
    <dgm:pt modelId="{0ACB841D-E845-47A7-B7D5-C4A27433C677}">
      <dgm:prSet phldrT="[Text]"/>
      <dgm:spPr/>
      <dgm:t>
        <a:bodyPr/>
        <a:lstStyle/>
        <a:p>
          <a:r>
            <a:rPr lang="en-US" dirty="0" smtClean="0"/>
            <a:t>Reviewing previous research</a:t>
          </a:r>
          <a:endParaRPr lang="en-US" dirty="0"/>
        </a:p>
      </dgm:t>
    </dgm:pt>
    <dgm:pt modelId="{B0E15DBE-FD35-42BB-963B-A4339B2C5EC1}" type="parTrans" cxnId="{D57E5F8C-A5D8-48F3-BD0D-6F7D2C06C363}">
      <dgm:prSet/>
      <dgm:spPr/>
      <dgm:t>
        <a:bodyPr/>
        <a:lstStyle/>
        <a:p>
          <a:endParaRPr lang="en-US"/>
        </a:p>
      </dgm:t>
    </dgm:pt>
    <dgm:pt modelId="{056BF865-79D3-4107-9796-D90CFF203763}" type="sibTrans" cxnId="{D57E5F8C-A5D8-48F3-BD0D-6F7D2C06C363}">
      <dgm:prSet/>
      <dgm:spPr/>
      <dgm:t>
        <a:bodyPr/>
        <a:lstStyle/>
        <a:p>
          <a:endParaRPr lang="en-US"/>
        </a:p>
      </dgm:t>
    </dgm:pt>
    <dgm:pt modelId="{91E966AA-0C51-4999-8061-D26F7B649019}">
      <dgm:prSet phldrT="[Text]"/>
      <dgm:spPr/>
      <dgm:t>
        <a:bodyPr/>
        <a:lstStyle/>
        <a:p>
          <a:r>
            <a:rPr lang="en-US" smtClean="0"/>
            <a:t>Identifying a problem or a need</a:t>
          </a:r>
          <a:endParaRPr lang="en-US" dirty="0"/>
        </a:p>
      </dgm:t>
    </dgm:pt>
    <dgm:pt modelId="{FB31DE92-5B27-4F4B-BB2A-7130D9D9C8E0}" type="parTrans" cxnId="{984D5B5E-9F86-4B03-A06A-059A97D767F4}">
      <dgm:prSet/>
      <dgm:spPr/>
      <dgm:t>
        <a:bodyPr/>
        <a:lstStyle/>
        <a:p>
          <a:endParaRPr lang="en-US"/>
        </a:p>
      </dgm:t>
    </dgm:pt>
    <dgm:pt modelId="{1C3DA06E-0302-41CA-B810-61E16FF597E3}" type="sibTrans" cxnId="{984D5B5E-9F86-4B03-A06A-059A97D767F4}">
      <dgm:prSet/>
      <dgm:spPr/>
      <dgm:t>
        <a:bodyPr/>
        <a:lstStyle/>
        <a:p>
          <a:endParaRPr lang="en-US"/>
        </a:p>
      </dgm:t>
    </dgm:pt>
    <dgm:pt modelId="{5BC3A9D2-565B-4055-B1ED-84EBE57A58BA}">
      <dgm:prSet phldrT="[Text]"/>
      <dgm:spPr/>
      <dgm:t>
        <a:bodyPr/>
        <a:lstStyle/>
        <a:p>
          <a:r>
            <a:rPr lang="en-US" smtClean="0"/>
            <a:t>Establishing a specific problem or need</a:t>
          </a:r>
          <a:endParaRPr lang="en-US" dirty="0"/>
        </a:p>
      </dgm:t>
    </dgm:pt>
    <dgm:pt modelId="{D5072401-F21E-46CF-9731-D7259246AB83}" type="parTrans" cxnId="{D5356395-6D86-40FD-9D1D-7A598E5030ED}">
      <dgm:prSet/>
      <dgm:spPr/>
      <dgm:t>
        <a:bodyPr/>
        <a:lstStyle/>
        <a:p>
          <a:endParaRPr lang="en-US"/>
        </a:p>
      </dgm:t>
    </dgm:pt>
    <dgm:pt modelId="{8E09CB5A-B08B-4253-983C-FA1CBE5019E9}" type="sibTrans" cxnId="{D5356395-6D86-40FD-9D1D-7A598E5030ED}">
      <dgm:prSet/>
      <dgm:spPr/>
      <dgm:t>
        <a:bodyPr/>
        <a:lstStyle/>
        <a:p>
          <a:endParaRPr lang="en-US"/>
        </a:p>
      </dgm:t>
    </dgm:pt>
    <dgm:pt modelId="{C525E71F-689F-4B52-B94E-BD56C4E4DD43}">
      <dgm:prSet phldrT="[Text]"/>
      <dgm:spPr/>
      <dgm:t>
        <a:bodyPr/>
        <a:lstStyle/>
        <a:p>
          <a:r>
            <a:rPr lang="en-US" smtClean="0"/>
            <a:t>End with statement of the problem </a:t>
          </a:r>
          <a:endParaRPr lang="en-US" dirty="0"/>
        </a:p>
      </dgm:t>
    </dgm:pt>
    <dgm:pt modelId="{74F8B6A2-7299-4363-A387-4BBA594ABF55}" type="parTrans" cxnId="{D3BE5394-8F10-401A-8145-1DF519D23DC7}">
      <dgm:prSet/>
      <dgm:spPr/>
      <dgm:t>
        <a:bodyPr/>
        <a:lstStyle/>
        <a:p>
          <a:endParaRPr lang="en-US"/>
        </a:p>
      </dgm:t>
    </dgm:pt>
    <dgm:pt modelId="{422C6D69-BA1E-42EC-9640-BED340DEE62C}" type="sibTrans" cxnId="{D3BE5394-8F10-401A-8145-1DF519D23DC7}">
      <dgm:prSet/>
      <dgm:spPr/>
      <dgm:t>
        <a:bodyPr/>
        <a:lstStyle/>
        <a:p>
          <a:endParaRPr lang="en-US"/>
        </a:p>
      </dgm:t>
    </dgm:pt>
    <dgm:pt modelId="{51B887FC-78E0-4250-90C8-00C9ADEC0BAC}" type="pres">
      <dgm:prSet presAssocID="{9EFD39E9-07A5-4818-B7ED-1DCE48249AF6}" presName="hierChild1" presStyleCnt="0">
        <dgm:presLayoutVars>
          <dgm:orgChart val="1"/>
          <dgm:chPref val="1"/>
          <dgm:dir/>
          <dgm:animOne val="branch"/>
          <dgm:animLvl val="lvl"/>
          <dgm:resizeHandles/>
        </dgm:presLayoutVars>
      </dgm:prSet>
      <dgm:spPr/>
      <dgm:t>
        <a:bodyPr/>
        <a:lstStyle/>
        <a:p>
          <a:endParaRPr lang="en-US"/>
        </a:p>
      </dgm:t>
    </dgm:pt>
    <dgm:pt modelId="{96FA9264-5DF8-4F3D-89E7-BD7025DFB8DE}" type="pres">
      <dgm:prSet presAssocID="{01A6662E-66C5-461D-8810-DBCE29EAB82B}" presName="hierRoot1" presStyleCnt="0">
        <dgm:presLayoutVars>
          <dgm:hierBranch val="init"/>
        </dgm:presLayoutVars>
      </dgm:prSet>
      <dgm:spPr/>
    </dgm:pt>
    <dgm:pt modelId="{910E666B-AF2A-47B5-8E17-A642953ED5B8}" type="pres">
      <dgm:prSet presAssocID="{01A6662E-66C5-461D-8810-DBCE29EAB82B}" presName="rootComposite1" presStyleCnt="0"/>
      <dgm:spPr/>
    </dgm:pt>
    <dgm:pt modelId="{1CFCF905-D3DD-4C82-AB9D-86276CA48AD6}" type="pres">
      <dgm:prSet presAssocID="{01A6662E-66C5-461D-8810-DBCE29EAB82B}" presName="rootText1" presStyleLbl="node0" presStyleIdx="0" presStyleCnt="1">
        <dgm:presLayoutVars>
          <dgm:chPref val="3"/>
        </dgm:presLayoutVars>
      </dgm:prSet>
      <dgm:spPr/>
      <dgm:t>
        <a:bodyPr/>
        <a:lstStyle/>
        <a:p>
          <a:endParaRPr lang="en-US"/>
        </a:p>
      </dgm:t>
    </dgm:pt>
    <dgm:pt modelId="{427EE3A0-1E88-408B-B57D-710D3272215E}" type="pres">
      <dgm:prSet presAssocID="{01A6662E-66C5-461D-8810-DBCE29EAB82B}" presName="rootConnector1" presStyleLbl="node1" presStyleIdx="0" presStyleCnt="0"/>
      <dgm:spPr/>
      <dgm:t>
        <a:bodyPr/>
        <a:lstStyle/>
        <a:p>
          <a:endParaRPr lang="en-US"/>
        </a:p>
      </dgm:t>
    </dgm:pt>
    <dgm:pt modelId="{F0ACF868-C43A-4E6B-A603-83B483186270}" type="pres">
      <dgm:prSet presAssocID="{01A6662E-66C5-461D-8810-DBCE29EAB82B}" presName="hierChild2" presStyleCnt="0"/>
      <dgm:spPr/>
    </dgm:pt>
    <dgm:pt modelId="{79F24EDF-6083-43EC-AF33-777A7D5083D9}" type="pres">
      <dgm:prSet presAssocID="{9297834D-DF04-43F5-A74C-F4AB14AB737F}" presName="Name64" presStyleLbl="parChTrans1D2" presStyleIdx="0" presStyleCnt="6"/>
      <dgm:spPr/>
      <dgm:t>
        <a:bodyPr/>
        <a:lstStyle/>
        <a:p>
          <a:endParaRPr lang="en-US"/>
        </a:p>
      </dgm:t>
    </dgm:pt>
    <dgm:pt modelId="{580CC3B8-AA5E-47B3-B83E-9FD914361F01}" type="pres">
      <dgm:prSet presAssocID="{DDD1D511-E807-42E3-84F1-6D7F03A7901D}" presName="hierRoot2" presStyleCnt="0">
        <dgm:presLayoutVars>
          <dgm:hierBranch val="init"/>
        </dgm:presLayoutVars>
      </dgm:prSet>
      <dgm:spPr/>
    </dgm:pt>
    <dgm:pt modelId="{D98EC184-F396-4AA6-9196-64DD219DBD36}" type="pres">
      <dgm:prSet presAssocID="{DDD1D511-E807-42E3-84F1-6D7F03A7901D}" presName="rootComposite" presStyleCnt="0"/>
      <dgm:spPr/>
    </dgm:pt>
    <dgm:pt modelId="{8437E7E8-9B14-40B5-B0ED-97B03640150C}" type="pres">
      <dgm:prSet presAssocID="{DDD1D511-E807-42E3-84F1-6D7F03A7901D}" presName="rootText" presStyleLbl="node2" presStyleIdx="0" presStyleCnt="6">
        <dgm:presLayoutVars>
          <dgm:chPref val="3"/>
        </dgm:presLayoutVars>
      </dgm:prSet>
      <dgm:spPr/>
      <dgm:t>
        <a:bodyPr/>
        <a:lstStyle/>
        <a:p>
          <a:endParaRPr lang="en-US"/>
        </a:p>
      </dgm:t>
    </dgm:pt>
    <dgm:pt modelId="{9AC9D758-2A8A-4B96-8468-3CFBDAE0A70A}" type="pres">
      <dgm:prSet presAssocID="{DDD1D511-E807-42E3-84F1-6D7F03A7901D}" presName="rootConnector" presStyleLbl="node2" presStyleIdx="0" presStyleCnt="6"/>
      <dgm:spPr/>
      <dgm:t>
        <a:bodyPr/>
        <a:lstStyle/>
        <a:p>
          <a:endParaRPr lang="en-US"/>
        </a:p>
      </dgm:t>
    </dgm:pt>
    <dgm:pt modelId="{A14DDFE5-9C2B-4017-99E5-79F3E254B18B}" type="pres">
      <dgm:prSet presAssocID="{DDD1D511-E807-42E3-84F1-6D7F03A7901D}" presName="hierChild4" presStyleCnt="0"/>
      <dgm:spPr/>
    </dgm:pt>
    <dgm:pt modelId="{DD0DC788-D0E8-4A0E-AC3C-55C26F5C3F78}" type="pres">
      <dgm:prSet presAssocID="{DDD1D511-E807-42E3-84F1-6D7F03A7901D}" presName="hierChild5" presStyleCnt="0"/>
      <dgm:spPr/>
    </dgm:pt>
    <dgm:pt modelId="{46DD52FF-68AB-4D44-86CE-631B0811F947}" type="pres">
      <dgm:prSet presAssocID="{10C25E73-4736-49DC-B449-D9480C8641B6}" presName="Name64" presStyleLbl="parChTrans1D2" presStyleIdx="1" presStyleCnt="6"/>
      <dgm:spPr/>
      <dgm:t>
        <a:bodyPr/>
        <a:lstStyle/>
        <a:p>
          <a:endParaRPr lang="en-US"/>
        </a:p>
      </dgm:t>
    </dgm:pt>
    <dgm:pt modelId="{E0250C96-BC2A-4835-B7F0-6F9BB66BC2E4}" type="pres">
      <dgm:prSet presAssocID="{CD63F90C-EFAC-418B-9BBC-9FC37FDEE9E6}" presName="hierRoot2" presStyleCnt="0">
        <dgm:presLayoutVars>
          <dgm:hierBranch val="init"/>
        </dgm:presLayoutVars>
      </dgm:prSet>
      <dgm:spPr/>
    </dgm:pt>
    <dgm:pt modelId="{AA21CCD6-04DD-419F-A35D-22DAAAAE1E6E}" type="pres">
      <dgm:prSet presAssocID="{CD63F90C-EFAC-418B-9BBC-9FC37FDEE9E6}" presName="rootComposite" presStyleCnt="0"/>
      <dgm:spPr/>
    </dgm:pt>
    <dgm:pt modelId="{0BE313B3-D329-409D-92A9-8228D6D1E945}" type="pres">
      <dgm:prSet presAssocID="{CD63F90C-EFAC-418B-9BBC-9FC37FDEE9E6}" presName="rootText" presStyleLbl="node2" presStyleIdx="1" presStyleCnt="6">
        <dgm:presLayoutVars>
          <dgm:chPref val="3"/>
        </dgm:presLayoutVars>
      </dgm:prSet>
      <dgm:spPr/>
      <dgm:t>
        <a:bodyPr/>
        <a:lstStyle/>
        <a:p>
          <a:endParaRPr lang="en-US"/>
        </a:p>
      </dgm:t>
    </dgm:pt>
    <dgm:pt modelId="{F6F4A295-312B-4513-9F66-9F9E17CF4F89}" type="pres">
      <dgm:prSet presAssocID="{CD63F90C-EFAC-418B-9BBC-9FC37FDEE9E6}" presName="rootConnector" presStyleLbl="node2" presStyleIdx="1" presStyleCnt="6"/>
      <dgm:spPr/>
      <dgm:t>
        <a:bodyPr/>
        <a:lstStyle/>
        <a:p>
          <a:endParaRPr lang="en-US"/>
        </a:p>
      </dgm:t>
    </dgm:pt>
    <dgm:pt modelId="{D72E9A1D-0514-40F0-9E6F-0C07023F4F8D}" type="pres">
      <dgm:prSet presAssocID="{CD63F90C-EFAC-418B-9BBC-9FC37FDEE9E6}" presName="hierChild4" presStyleCnt="0"/>
      <dgm:spPr/>
    </dgm:pt>
    <dgm:pt modelId="{6B9B1459-D66C-4BB1-AD4C-7158E0D1D48F}" type="pres">
      <dgm:prSet presAssocID="{CD63F90C-EFAC-418B-9BBC-9FC37FDEE9E6}" presName="hierChild5" presStyleCnt="0"/>
      <dgm:spPr/>
    </dgm:pt>
    <dgm:pt modelId="{2FD4CD02-435E-4E31-8AEA-2FD9E7FC4E12}" type="pres">
      <dgm:prSet presAssocID="{B0E15DBE-FD35-42BB-963B-A4339B2C5EC1}" presName="Name64" presStyleLbl="parChTrans1D2" presStyleIdx="2" presStyleCnt="6"/>
      <dgm:spPr/>
      <dgm:t>
        <a:bodyPr/>
        <a:lstStyle/>
        <a:p>
          <a:endParaRPr lang="en-US"/>
        </a:p>
      </dgm:t>
    </dgm:pt>
    <dgm:pt modelId="{5ED04FBE-7248-415D-9270-456E917B2F13}" type="pres">
      <dgm:prSet presAssocID="{0ACB841D-E845-47A7-B7D5-C4A27433C677}" presName="hierRoot2" presStyleCnt="0">
        <dgm:presLayoutVars>
          <dgm:hierBranch val="init"/>
        </dgm:presLayoutVars>
      </dgm:prSet>
      <dgm:spPr/>
    </dgm:pt>
    <dgm:pt modelId="{7DBBE32D-6AA1-40D0-9116-D1D4E96ED6BF}" type="pres">
      <dgm:prSet presAssocID="{0ACB841D-E845-47A7-B7D5-C4A27433C677}" presName="rootComposite" presStyleCnt="0"/>
      <dgm:spPr/>
    </dgm:pt>
    <dgm:pt modelId="{7CF38729-C102-4D5F-B59F-61E5542AB049}" type="pres">
      <dgm:prSet presAssocID="{0ACB841D-E845-47A7-B7D5-C4A27433C677}" presName="rootText" presStyleLbl="node2" presStyleIdx="2" presStyleCnt="6">
        <dgm:presLayoutVars>
          <dgm:chPref val="3"/>
        </dgm:presLayoutVars>
      </dgm:prSet>
      <dgm:spPr/>
      <dgm:t>
        <a:bodyPr/>
        <a:lstStyle/>
        <a:p>
          <a:endParaRPr lang="en-US"/>
        </a:p>
      </dgm:t>
    </dgm:pt>
    <dgm:pt modelId="{5387A4F2-CE1A-4073-A0C3-ECD49F1A8899}" type="pres">
      <dgm:prSet presAssocID="{0ACB841D-E845-47A7-B7D5-C4A27433C677}" presName="rootConnector" presStyleLbl="node2" presStyleIdx="2" presStyleCnt="6"/>
      <dgm:spPr/>
      <dgm:t>
        <a:bodyPr/>
        <a:lstStyle/>
        <a:p>
          <a:endParaRPr lang="en-US"/>
        </a:p>
      </dgm:t>
    </dgm:pt>
    <dgm:pt modelId="{BFD4C2DE-0EA0-4EEC-8174-F0E9954FAE9A}" type="pres">
      <dgm:prSet presAssocID="{0ACB841D-E845-47A7-B7D5-C4A27433C677}" presName="hierChild4" presStyleCnt="0"/>
      <dgm:spPr/>
    </dgm:pt>
    <dgm:pt modelId="{C43716FC-AAD4-4714-8384-A2C507D2326E}" type="pres">
      <dgm:prSet presAssocID="{0ACB841D-E845-47A7-B7D5-C4A27433C677}" presName="hierChild5" presStyleCnt="0"/>
      <dgm:spPr/>
    </dgm:pt>
    <dgm:pt modelId="{D50F58EC-D9A4-4EA4-BD82-8726D1FC49AF}" type="pres">
      <dgm:prSet presAssocID="{FB31DE92-5B27-4F4B-BB2A-7130D9D9C8E0}" presName="Name64" presStyleLbl="parChTrans1D2" presStyleIdx="3" presStyleCnt="6"/>
      <dgm:spPr/>
      <dgm:t>
        <a:bodyPr/>
        <a:lstStyle/>
        <a:p>
          <a:endParaRPr lang="en-US"/>
        </a:p>
      </dgm:t>
    </dgm:pt>
    <dgm:pt modelId="{353D09C0-E564-40D8-A8E7-AE6DD8D820C6}" type="pres">
      <dgm:prSet presAssocID="{91E966AA-0C51-4999-8061-D26F7B649019}" presName="hierRoot2" presStyleCnt="0">
        <dgm:presLayoutVars>
          <dgm:hierBranch val="init"/>
        </dgm:presLayoutVars>
      </dgm:prSet>
      <dgm:spPr/>
    </dgm:pt>
    <dgm:pt modelId="{D45165FE-393C-4254-B5D1-32CBBC871053}" type="pres">
      <dgm:prSet presAssocID="{91E966AA-0C51-4999-8061-D26F7B649019}" presName="rootComposite" presStyleCnt="0"/>
      <dgm:spPr/>
    </dgm:pt>
    <dgm:pt modelId="{70922391-2A4E-4E4C-92D5-DD0E39D7DBBD}" type="pres">
      <dgm:prSet presAssocID="{91E966AA-0C51-4999-8061-D26F7B649019}" presName="rootText" presStyleLbl="node2" presStyleIdx="3" presStyleCnt="6">
        <dgm:presLayoutVars>
          <dgm:chPref val="3"/>
        </dgm:presLayoutVars>
      </dgm:prSet>
      <dgm:spPr/>
      <dgm:t>
        <a:bodyPr/>
        <a:lstStyle/>
        <a:p>
          <a:endParaRPr lang="en-US"/>
        </a:p>
      </dgm:t>
    </dgm:pt>
    <dgm:pt modelId="{3E4DAFA3-06A3-40FB-B9A4-857FA24BDAD2}" type="pres">
      <dgm:prSet presAssocID="{91E966AA-0C51-4999-8061-D26F7B649019}" presName="rootConnector" presStyleLbl="node2" presStyleIdx="3" presStyleCnt="6"/>
      <dgm:spPr/>
      <dgm:t>
        <a:bodyPr/>
        <a:lstStyle/>
        <a:p>
          <a:endParaRPr lang="en-US"/>
        </a:p>
      </dgm:t>
    </dgm:pt>
    <dgm:pt modelId="{BC2524A0-AB5C-4098-8933-8855DD3E60E7}" type="pres">
      <dgm:prSet presAssocID="{91E966AA-0C51-4999-8061-D26F7B649019}" presName="hierChild4" presStyleCnt="0"/>
      <dgm:spPr/>
    </dgm:pt>
    <dgm:pt modelId="{4573EBEA-14EC-4B26-9C12-6574D743EE9B}" type="pres">
      <dgm:prSet presAssocID="{91E966AA-0C51-4999-8061-D26F7B649019}" presName="hierChild5" presStyleCnt="0"/>
      <dgm:spPr/>
    </dgm:pt>
    <dgm:pt modelId="{C82FEB36-4893-44D9-BBBF-D7A13B7E96D0}" type="pres">
      <dgm:prSet presAssocID="{D5072401-F21E-46CF-9731-D7259246AB83}" presName="Name64" presStyleLbl="parChTrans1D2" presStyleIdx="4" presStyleCnt="6"/>
      <dgm:spPr/>
      <dgm:t>
        <a:bodyPr/>
        <a:lstStyle/>
        <a:p>
          <a:endParaRPr lang="en-US"/>
        </a:p>
      </dgm:t>
    </dgm:pt>
    <dgm:pt modelId="{BF71D0F7-1FE6-47D4-8375-284AEC6D5E28}" type="pres">
      <dgm:prSet presAssocID="{5BC3A9D2-565B-4055-B1ED-84EBE57A58BA}" presName="hierRoot2" presStyleCnt="0">
        <dgm:presLayoutVars>
          <dgm:hierBranch val="init"/>
        </dgm:presLayoutVars>
      </dgm:prSet>
      <dgm:spPr/>
    </dgm:pt>
    <dgm:pt modelId="{360B6F56-CE43-42BF-9416-AA3C9E686649}" type="pres">
      <dgm:prSet presAssocID="{5BC3A9D2-565B-4055-B1ED-84EBE57A58BA}" presName="rootComposite" presStyleCnt="0"/>
      <dgm:spPr/>
    </dgm:pt>
    <dgm:pt modelId="{C7F1DF43-327E-4FCF-8CB9-8385AA5DEE8D}" type="pres">
      <dgm:prSet presAssocID="{5BC3A9D2-565B-4055-B1ED-84EBE57A58BA}" presName="rootText" presStyleLbl="node2" presStyleIdx="4" presStyleCnt="6">
        <dgm:presLayoutVars>
          <dgm:chPref val="3"/>
        </dgm:presLayoutVars>
      </dgm:prSet>
      <dgm:spPr/>
      <dgm:t>
        <a:bodyPr/>
        <a:lstStyle/>
        <a:p>
          <a:endParaRPr lang="en-US"/>
        </a:p>
      </dgm:t>
    </dgm:pt>
    <dgm:pt modelId="{D3FD8D03-ED3B-4C6A-B97E-7B95DF5E6C2E}" type="pres">
      <dgm:prSet presAssocID="{5BC3A9D2-565B-4055-B1ED-84EBE57A58BA}" presName="rootConnector" presStyleLbl="node2" presStyleIdx="4" presStyleCnt="6"/>
      <dgm:spPr/>
      <dgm:t>
        <a:bodyPr/>
        <a:lstStyle/>
        <a:p>
          <a:endParaRPr lang="en-US"/>
        </a:p>
      </dgm:t>
    </dgm:pt>
    <dgm:pt modelId="{FC81D77D-66EB-4B30-B64A-A5AAD27082A3}" type="pres">
      <dgm:prSet presAssocID="{5BC3A9D2-565B-4055-B1ED-84EBE57A58BA}" presName="hierChild4" presStyleCnt="0"/>
      <dgm:spPr/>
    </dgm:pt>
    <dgm:pt modelId="{953E0D61-D490-43E3-9ECE-3A1811B57B7A}" type="pres">
      <dgm:prSet presAssocID="{5BC3A9D2-565B-4055-B1ED-84EBE57A58BA}" presName="hierChild5" presStyleCnt="0"/>
      <dgm:spPr/>
    </dgm:pt>
    <dgm:pt modelId="{71376DB5-3CE4-4653-A2F2-13B98701A012}" type="pres">
      <dgm:prSet presAssocID="{74F8B6A2-7299-4363-A387-4BBA594ABF55}" presName="Name64" presStyleLbl="parChTrans1D2" presStyleIdx="5" presStyleCnt="6"/>
      <dgm:spPr/>
      <dgm:t>
        <a:bodyPr/>
        <a:lstStyle/>
        <a:p>
          <a:endParaRPr lang="en-US"/>
        </a:p>
      </dgm:t>
    </dgm:pt>
    <dgm:pt modelId="{5B5D5BC6-6D50-4928-A947-4393321E12BA}" type="pres">
      <dgm:prSet presAssocID="{C525E71F-689F-4B52-B94E-BD56C4E4DD43}" presName="hierRoot2" presStyleCnt="0">
        <dgm:presLayoutVars>
          <dgm:hierBranch val="init"/>
        </dgm:presLayoutVars>
      </dgm:prSet>
      <dgm:spPr/>
    </dgm:pt>
    <dgm:pt modelId="{6ED7D053-3667-469A-BF5F-353378BF4513}" type="pres">
      <dgm:prSet presAssocID="{C525E71F-689F-4B52-B94E-BD56C4E4DD43}" presName="rootComposite" presStyleCnt="0"/>
      <dgm:spPr/>
    </dgm:pt>
    <dgm:pt modelId="{01B71FCB-96A4-4238-BD90-AF89A803A54D}" type="pres">
      <dgm:prSet presAssocID="{C525E71F-689F-4B52-B94E-BD56C4E4DD43}" presName="rootText" presStyleLbl="node2" presStyleIdx="5" presStyleCnt="6">
        <dgm:presLayoutVars>
          <dgm:chPref val="3"/>
        </dgm:presLayoutVars>
      </dgm:prSet>
      <dgm:spPr/>
      <dgm:t>
        <a:bodyPr/>
        <a:lstStyle/>
        <a:p>
          <a:endParaRPr lang="en-US"/>
        </a:p>
      </dgm:t>
    </dgm:pt>
    <dgm:pt modelId="{2A9DDB88-7803-4D58-99AB-D4A306009393}" type="pres">
      <dgm:prSet presAssocID="{C525E71F-689F-4B52-B94E-BD56C4E4DD43}" presName="rootConnector" presStyleLbl="node2" presStyleIdx="5" presStyleCnt="6"/>
      <dgm:spPr/>
      <dgm:t>
        <a:bodyPr/>
        <a:lstStyle/>
        <a:p>
          <a:endParaRPr lang="en-US"/>
        </a:p>
      </dgm:t>
    </dgm:pt>
    <dgm:pt modelId="{7542993F-3685-41B3-B7E3-FF8FB72845A2}" type="pres">
      <dgm:prSet presAssocID="{C525E71F-689F-4B52-B94E-BD56C4E4DD43}" presName="hierChild4" presStyleCnt="0"/>
      <dgm:spPr/>
    </dgm:pt>
    <dgm:pt modelId="{2B0C52E4-CBD6-46A4-A7A0-F4CAA43FD173}" type="pres">
      <dgm:prSet presAssocID="{C525E71F-689F-4B52-B94E-BD56C4E4DD43}" presName="hierChild5" presStyleCnt="0"/>
      <dgm:spPr/>
    </dgm:pt>
    <dgm:pt modelId="{5F9F3D7E-7D16-4E73-8BD8-575ADED48B40}" type="pres">
      <dgm:prSet presAssocID="{01A6662E-66C5-461D-8810-DBCE29EAB82B}" presName="hierChild3" presStyleCnt="0"/>
      <dgm:spPr/>
    </dgm:pt>
  </dgm:ptLst>
  <dgm:cxnLst>
    <dgm:cxn modelId="{701DF25D-6C41-427D-B01F-ECA98FA8D6A4}" type="presOf" srcId="{CD63F90C-EFAC-418B-9BBC-9FC37FDEE9E6}" destId="{0BE313B3-D329-409D-92A9-8228D6D1E945}" srcOrd="0" destOrd="0" presId="urn:microsoft.com/office/officeart/2009/3/layout/HorizontalOrganizationChart"/>
    <dgm:cxn modelId="{D3BE5394-8F10-401A-8145-1DF519D23DC7}" srcId="{01A6662E-66C5-461D-8810-DBCE29EAB82B}" destId="{C525E71F-689F-4B52-B94E-BD56C4E4DD43}" srcOrd="5" destOrd="0" parTransId="{74F8B6A2-7299-4363-A387-4BBA594ABF55}" sibTransId="{422C6D69-BA1E-42EC-9640-BED340DEE62C}"/>
    <dgm:cxn modelId="{A073E6E5-D7F3-4B89-8E1D-1BB536D5072D}" type="presOf" srcId="{9297834D-DF04-43F5-A74C-F4AB14AB737F}" destId="{79F24EDF-6083-43EC-AF33-777A7D5083D9}" srcOrd="0" destOrd="0" presId="urn:microsoft.com/office/officeart/2009/3/layout/HorizontalOrganizationChart"/>
    <dgm:cxn modelId="{6A869EFE-E8C8-4FAF-9CC6-048BAC53573D}" type="presOf" srcId="{10C25E73-4736-49DC-B449-D9480C8641B6}" destId="{46DD52FF-68AB-4D44-86CE-631B0811F947}" srcOrd="0" destOrd="0" presId="urn:microsoft.com/office/officeart/2009/3/layout/HorizontalOrganizationChart"/>
    <dgm:cxn modelId="{A7234590-0266-43FC-90F9-F60533D5ACB5}" type="presOf" srcId="{9EFD39E9-07A5-4818-B7ED-1DCE48249AF6}" destId="{51B887FC-78E0-4250-90C8-00C9ADEC0BAC}" srcOrd="0" destOrd="0" presId="urn:microsoft.com/office/officeart/2009/3/layout/HorizontalOrganizationChart"/>
    <dgm:cxn modelId="{0D0EAA86-2F16-483A-8142-00CDD81713E0}" type="presOf" srcId="{5BC3A9D2-565B-4055-B1ED-84EBE57A58BA}" destId="{C7F1DF43-327E-4FCF-8CB9-8385AA5DEE8D}" srcOrd="0" destOrd="0" presId="urn:microsoft.com/office/officeart/2009/3/layout/HorizontalOrganizationChart"/>
    <dgm:cxn modelId="{FF46395F-DE64-47C2-BAAB-E1575A06E40A}" type="presOf" srcId="{01A6662E-66C5-461D-8810-DBCE29EAB82B}" destId="{427EE3A0-1E88-408B-B57D-710D3272215E}" srcOrd="1" destOrd="0" presId="urn:microsoft.com/office/officeart/2009/3/layout/HorizontalOrganizationChart"/>
    <dgm:cxn modelId="{0AE8FA8D-79EC-492B-A11C-4B14CD4FD264}" srcId="{01A6662E-66C5-461D-8810-DBCE29EAB82B}" destId="{DDD1D511-E807-42E3-84F1-6D7F03A7901D}" srcOrd="0" destOrd="0" parTransId="{9297834D-DF04-43F5-A74C-F4AB14AB737F}" sibTransId="{0AA3CFDD-D757-4708-94E7-34FA4F7FC3F2}"/>
    <dgm:cxn modelId="{281B1C52-F7F3-480A-A507-5FD0071080E1}" type="presOf" srcId="{91E966AA-0C51-4999-8061-D26F7B649019}" destId="{3E4DAFA3-06A3-40FB-B9A4-857FA24BDAD2}" srcOrd="1" destOrd="0" presId="urn:microsoft.com/office/officeart/2009/3/layout/HorizontalOrganizationChart"/>
    <dgm:cxn modelId="{DE578EDC-F12B-4C70-AD84-FB235947255E}" type="presOf" srcId="{B0E15DBE-FD35-42BB-963B-A4339B2C5EC1}" destId="{2FD4CD02-435E-4E31-8AEA-2FD9E7FC4E12}" srcOrd="0" destOrd="0" presId="urn:microsoft.com/office/officeart/2009/3/layout/HorizontalOrganizationChart"/>
    <dgm:cxn modelId="{D57E5F8C-A5D8-48F3-BD0D-6F7D2C06C363}" srcId="{01A6662E-66C5-461D-8810-DBCE29EAB82B}" destId="{0ACB841D-E845-47A7-B7D5-C4A27433C677}" srcOrd="2" destOrd="0" parTransId="{B0E15DBE-FD35-42BB-963B-A4339B2C5EC1}" sibTransId="{056BF865-79D3-4107-9796-D90CFF203763}"/>
    <dgm:cxn modelId="{9A7966F4-064F-4760-9695-E9C7A78F8BCB}" type="presOf" srcId="{5BC3A9D2-565B-4055-B1ED-84EBE57A58BA}" destId="{D3FD8D03-ED3B-4C6A-B97E-7B95DF5E6C2E}" srcOrd="1" destOrd="0" presId="urn:microsoft.com/office/officeart/2009/3/layout/HorizontalOrganizationChart"/>
    <dgm:cxn modelId="{984D5B5E-9F86-4B03-A06A-059A97D767F4}" srcId="{01A6662E-66C5-461D-8810-DBCE29EAB82B}" destId="{91E966AA-0C51-4999-8061-D26F7B649019}" srcOrd="3" destOrd="0" parTransId="{FB31DE92-5B27-4F4B-BB2A-7130D9D9C8E0}" sibTransId="{1C3DA06E-0302-41CA-B810-61E16FF597E3}"/>
    <dgm:cxn modelId="{A01B326D-DE2B-48F6-950B-0F5CEFFBCD89}" type="presOf" srcId="{FB31DE92-5B27-4F4B-BB2A-7130D9D9C8E0}" destId="{D50F58EC-D9A4-4EA4-BD82-8726D1FC49AF}" srcOrd="0" destOrd="0" presId="urn:microsoft.com/office/officeart/2009/3/layout/HorizontalOrganizationChart"/>
    <dgm:cxn modelId="{D5356395-6D86-40FD-9D1D-7A598E5030ED}" srcId="{01A6662E-66C5-461D-8810-DBCE29EAB82B}" destId="{5BC3A9D2-565B-4055-B1ED-84EBE57A58BA}" srcOrd="4" destOrd="0" parTransId="{D5072401-F21E-46CF-9731-D7259246AB83}" sibTransId="{8E09CB5A-B08B-4253-983C-FA1CBE5019E9}"/>
    <dgm:cxn modelId="{61724082-0E50-47D9-8DC7-1AF94F6AA3A5}" srcId="{9EFD39E9-07A5-4818-B7ED-1DCE48249AF6}" destId="{01A6662E-66C5-461D-8810-DBCE29EAB82B}" srcOrd="0" destOrd="0" parTransId="{01B2EBE3-8C85-4914-BE93-4C3E949D688D}" sibTransId="{156915FF-C913-4D88-81C6-050A653908DE}"/>
    <dgm:cxn modelId="{55D8272E-68DB-4C46-B5A4-F34BC11BD1BF}" type="presOf" srcId="{DDD1D511-E807-42E3-84F1-6D7F03A7901D}" destId="{8437E7E8-9B14-40B5-B0ED-97B03640150C}" srcOrd="0" destOrd="0" presId="urn:microsoft.com/office/officeart/2009/3/layout/HorizontalOrganizationChart"/>
    <dgm:cxn modelId="{E491234C-53A6-4894-829C-F0A9F7153223}" type="presOf" srcId="{C525E71F-689F-4B52-B94E-BD56C4E4DD43}" destId="{2A9DDB88-7803-4D58-99AB-D4A306009393}" srcOrd="1" destOrd="0" presId="urn:microsoft.com/office/officeart/2009/3/layout/HorizontalOrganizationChart"/>
    <dgm:cxn modelId="{93B6392E-390B-47FA-B518-441C0D344F3B}" type="presOf" srcId="{C525E71F-689F-4B52-B94E-BD56C4E4DD43}" destId="{01B71FCB-96A4-4238-BD90-AF89A803A54D}" srcOrd="0" destOrd="0" presId="urn:microsoft.com/office/officeart/2009/3/layout/HorizontalOrganizationChart"/>
    <dgm:cxn modelId="{0D05E5E1-9906-408F-B272-B5572D21EFB6}" type="presOf" srcId="{D5072401-F21E-46CF-9731-D7259246AB83}" destId="{C82FEB36-4893-44D9-BBBF-D7A13B7E96D0}" srcOrd="0" destOrd="0" presId="urn:microsoft.com/office/officeart/2009/3/layout/HorizontalOrganizationChart"/>
    <dgm:cxn modelId="{1A8B0111-F716-415C-9F85-83CCAF05A426}" type="presOf" srcId="{74F8B6A2-7299-4363-A387-4BBA594ABF55}" destId="{71376DB5-3CE4-4653-A2F2-13B98701A012}" srcOrd="0" destOrd="0" presId="urn:microsoft.com/office/officeart/2009/3/layout/HorizontalOrganizationChart"/>
    <dgm:cxn modelId="{B07FEC74-A057-4886-A1B9-640FB8E75372}" type="presOf" srcId="{CD63F90C-EFAC-418B-9BBC-9FC37FDEE9E6}" destId="{F6F4A295-312B-4513-9F66-9F9E17CF4F89}" srcOrd="1" destOrd="0" presId="urn:microsoft.com/office/officeart/2009/3/layout/HorizontalOrganizationChart"/>
    <dgm:cxn modelId="{CEA56D0F-453A-42EE-8913-0391F384BC17}" type="presOf" srcId="{91E966AA-0C51-4999-8061-D26F7B649019}" destId="{70922391-2A4E-4E4C-92D5-DD0E39D7DBBD}" srcOrd="0" destOrd="0" presId="urn:microsoft.com/office/officeart/2009/3/layout/HorizontalOrganizationChart"/>
    <dgm:cxn modelId="{09754F1D-1EF7-4129-B1B5-6268DBE0106B}" type="presOf" srcId="{01A6662E-66C5-461D-8810-DBCE29EAB82B}" destId="{1CFCF905-D3DD-4C82-AB9D-86276CA48AD6}" srcOrd="0" destOrd="0" presId="urn:microsoft.com/office/officeart/2009/3/layout/HorizontalOrganizationChart"/>
    <dgm:cxn modelId="{99460BAF-9D6D-4C61-A7B8-B0D96D4BDD5B}" type="presOf" srcId="{DDD1D511-E807-42E3-84F1-6D7F03A7901D}" destId="{9AC9D758-2A8A-4B96-8468-3CFBDAE0A70A}" srcOrd="1" destOrd="0" presId="urn:microsoft.com/office/officeart/2009/3/layout/HorizontalOrganizationChart"/>
    <dgm:cxn modelId="{26E26554-BE1F-4A5C-9BB8-DCE7694AA614}" srcId="{01A6662E-66C5-461D-8810-DBCE29EAB82B}" destId="{CD63F90C-EFAC-418B-9BBC-9FC37FDEE9E6}" srcOrd="1" destOrd="0" parTransId="{10C25E73-4736-49DC-B449-D9480C8641B6}" sibTransId="{85874A36-B757-4116-8F0B-5871132C7E4D}"/>
    <dgm:cxn modelId="{B3884DD3-24EC-4EE0-8704-527B1C740957}" type="presOf" srcId="{0ACB841D-E845-47A7-B7D5-C4A27433C677}" destId="{5387A4F2-CE1A-4073-A0C3-ECD49F1A8899}" srcOrd="1" destOrd="0" presId="urn:microsoft.com/office/officeart/2009/3/layout/HorizontalOrganizationChart"/>
    <dgm:cxn modelId="{4FAE7641-3996-4004-899F-CC63BAB6D1EE}" type="presOf" srcId="{0ACB841D-E845-47A7-B7D5-C4A27433C677}" destId="{7CF38729-C102-4D5F-B59F-61E5542AB049}" srcOrd="0" destOrd="0" presId="urn:microsoft.com/office/officeart/2009/3/layout/HorizontalOrganizationChart"/>
    <dgm:cxn modelId="{FC66C378-B693-4351-B8ED-0AF5CF07C6A2}" type="presParOf" srcId="{51B887FC-78E0-4250-90C8-00C9ADEC0BAC}" destId="{96FA9264-5DF8-4F3D-89E7-BD7025DFB8DE}" srcOrd="0" destOrd="0" presId="urn:microsoft.com/office/officeart/2009/3/layout/HorizontalOrganizationChart"/>
    <dgm:cxn modelId="{D59348DA-FD04-4981-BE57-3FEF4C4DC9E4}" type="presParOf" srcId="{96FA9264-5DF8-4F3D-89E7-BD7025DFB8DE}" destId="{910E666B-AF2A-47B5-8E17-A642953ED5B8}" srcOrd="0" destOrd="0" presId="urn:microsoft.com/office/officeart/2009/3/layout/HorizontalOrganizationChart"/>
    <dgm:cxn modelId="{A0991E65-D285-42BD-95B5-52DACFD718BB}" type="presParOf" srcId="{910E666B-AF2A-47B5-8E17-A642953ED5B8}" destId="{1CFCF905-D3DD-4C82-AB9D-86276CA48AD6}" srcOrd="0" destOrd="0" presId="urn:microsoft.com/office/officeart/2009/3/layout/HorizontalOrganizationChart"/>
    <dgm:cxn modelId="{24A330E1-7FE4-4655-B74D-49A3D90631A3}" type="presParOf" srcId="{910E666B-AF2A-47B5-8E17-A642953ED5B8}" destId="{427EE3A0-1E88-408B-B57D-710D3272215E}" srcOrd="1" destOrd="0" presId="urn:microsoft.com/office/officeart/2009/3/layout/HorizontalOrganizationChart"/>
    <dgm:cxn modelId="{E54584B1-3909-49B0-B804-2EBDFA7DDAC7}" type="presParOf" srcId="{96FA9264-5DF8-4F3D-89E7-BD7025DFB8DE}" destId="{F0ACF868-C43A-4E6B-A603-83B483186270}" srcOrd="1" destOrd="0" presId="urn:microsoft.com/office/officeart/2009/3/layout/HorizontalOrganizationChart"/>
    <dgm:cxn modelId="{1C7B5040-7A80-483F-A8A4-4D7B78F25C6F}" type="presParOf" srcId="{F0ACF868-C43A-4E6B-A603-83B483186270}" destId="{79F24EDF-6083-43EC-AF33-777A7D5083D9}" srcOrd="0" destOrd="0" presId="urn:microsoft.com/office/officeart/2009/3/layout/HorizontalOrganizationChart"/>
    <dgm:cxn modelId="{4F55235B-738B-4888-B647-0A04985868DE}" type="presParOf" srcId="{F0ACF868-C43A-4E6B-A603-83B483186270}" destId="{580CC3B8-AA5E-47B3-B83E-9FD914361F01}" srcOrd="1" destOrd="0" presId="urn:microsoft.com/office/officeart/2009/3/layout/HorizontalOrganizationChart"/>
    <dgm:cxn modelId="{4A0A11E9-CC1E-45BD-9060-768983787757}" type="presParOf" srcId="{580CC3B8-AA5E-47B3-B83E-9FD914361F01}" destId="{D98EC184-F396-4AA6-9196-64DD219DBD36}" srcOrd="0" destOrd="0" presId="urn:microsoft.com/office/officeart/2009/3/layout/HorizontalOrganizationChart"/>
    <dgm:cxn modelId="{8ADCA002-C7A2-4F2E-9907-4597BB209751}" type="presParOf" srcId="{D98EC184-F396-4AA6-9196-64DD219DBD36}" destId="{8437E7E8-9B14-40B5-B0ED-97B03640150C}" srcOrd="0" destOrd="0" presId="urn:microsoft.com/office/officeart/2009/3/layout/HorizontalOrganizationChart"/>
    <dgm:cxn modelId="{1F0148FA-762A-424E-966B-2573033B10B4}" type="presParOf" srcId="{D98EC184-F396-4AA6-9196-64DD219DBD36}" destId="{9AC9D758-2A8A-4B96-8468-3CFBDAE0A70A}" srcOrd="1" destOrd="0" presId="urn:microsoft.com/office/officeart/2009/3/layout/HorizontalOrganizationChart"/>
    <dgm:cxn modelId="{E3F60B78-6D49-4A9B-ABD4-8C0B92EC94F7}" type="presParOf" srcId="{580CC3B8-AA5E-47B3-B83E-9FD914361F01}" destId="{A14DDFE5-9C2B-4017-99E5-79F3E254B18B}" srcOrd="1" destOrd="0" presId="urn:microsoft.com/office/officeart/2009/3/layout/HorizontalOrganizationChart"/>
    <dgm:cxn modelId="{082FB6A8-489C-4F38-A077-F4F31E1C3649}" type="presParOf" srcId="{580CC3B8-AA5E-47B3-B83E-9FD914361F01}" destId="{DD0DC788-D0E8-4A0E-AC3C-55C26F5C3F78}" srcOrd="2" destOrd="0" presId="urn:microsoft.com/office/officeart/2009/3/layout/HorizontalOrganizationChart"/>
    <dgm:cxn modelId="{0F785039-FB63-44F4-8552-FA39DAB85744}" type="presParOf" srcId="{F0ACF868-C43A-4E6B-A603-83B483186270}" destId="{46DD52FF-68AB-4D44-86CE-631B0811F947}" srcOrd="2" destOrd="0" presId="urn:microsoft.com/office/officeart/2009/3/layout/HorizontalOrganizationChart"/>
    <dgm:cxn modelId="{8EE42599-BE98-4E3A-8C97-3B1DE6DA8FB0}" type="presParOf" srcId="{F0ACF868-C43A-4E6B-A603-83B483186270}" destId="{E0250C96-BC2A-4835-B7F0-6F9BB66BC2E4}" srcOrd="3" destOrd="0" presId="urn:microsoft.com/office/officeart/2009/3/layout/HorizontalOrganizationChart"/>
    <dgm:cxn modelId="{EDB82840-0FAF-43B5-AF5B-CAEDE0B7FDC0}" type="presParOf" srcId="{E0250C96-BC2A-4835-B7F0-6F9BB66BC2E4}" destId="{AA21CCD6-04DD-419F-A35D-22DAAAAE1E6E}" srcOrd="0" destOrd="0" presId="urn:microsoft.com/office/officeart/2009/3/layout/HorizontalOrganizationChart"/>
    <dgm:cxn modelId="{DBA0CD90-9E69-4575-8268-C99445D71F41}" type="presParOf" srcId="{AA21CCD6-04DD-419F-A35D-22DAAAAE1E6E}" destId="{0BE313B3-D329-409D-92A9-8228D6D1E945}" srcOrd="0" destOrd="0" presId="urn:microsoft.com/office/officeart/2009/3/layout/HorizontalOrganizationChart"/>
    <dgm:cxn modelId="{0C755E73-3313-4AA6-88A3-6BEB25020377}" type="presParOf" srcId="{AA21CCD6-04DD-419F-A35D-22DAAAAE1E6E}" destId="{F6F4A295-312B-4513-9F66-9F9E17CF4F89}" srcOrd="1" destOrd="0" presId="urn:microsoft.com/office/officeart/2009/3/layout/HorizontalOrganizationChart"/>
    <dgm:cxn modelId="{66231C3A-4E09-42A5-91D8-A50CE3CA6843}" type="presParOf" srcId="{E0250C96-BC2A-4835-B7F0-6F9BB66BC2E4}" destId="{D72E9A1D-0514-40F0-9E6F-0C07023F4F8D}" srcOrd="1" destOrd="0" presId="urn:microsoft.com/office/officeart/2009/3/layout/HorizontalOrganizationChart"/>
    <dgm:cxn modelId="{C04A43DF-7BAE-4B80-A20A-7AA2A9177239}" type="presParOf" srcId="{E0250C96-BC2A-4835-B7F0-6F9BB66BC2E4}" destId="{6B9B1459-D66C-4BB1-AD4C-7158E0D1D48F}" srcOrd="2" destOrd="0" presId="urn:microsoft.com/office/officeart/2009/3/layout/HorizontalOrganizationChart"/>
    <dgm:cxn modelId="{C6875346-DE03-4874-850C-BFD68EBCD1AD}" type="presParOf" srcId="{F0ACF868-C43A-4E6B-A603-83B483186270}" destId="{2FD4CD02-435E-4E31-8AEA-2FD9E7FC4E12}" srcOrd="4" destOrd="0" presId="urn:microsoft.com/office/officeart/2009/3/layout/HorizontalOrganizationChart"/>
    <dgm:cxn modelId="{2F783496-6BEA-4981-AEFD-14C421E193CB}" type="presParOf" srcId="{F0ACF868-C43A-4E6B-A603-83B483186270}" destId="{5ED04FBE-7248-415D-9270-456E917B2F13}" srcOrd="5" destOrd="0" presId="urn:microsoft.com/office/officeart/2009/3/layout/HorizontalOrganizationChart"/>
    <dgm:cxn modelId="{97ED693E-C440-4775-BB18-100B7EA4603C}" type="presParOf" srcId="{5ED04FBE-7248-415D-9270-456E917B2F13}" destId="{7DBBE32D-6AA1-40D0-9116-D1D4E96ED6BF}" srcOrd="0" destOrd="0" presId="urn:microsoft.com/office/officeart/2009/3/layout/HorizontalOrganizationChart"/>
    <dgm:cxn modelId="{D08EC38C-9891-4E30-8A5C-65B9D9130F02}" type="presParOf" srcId="{7DBBE32D-6AA1-40D0-9116-D1D4E96ED6BF}" destId="{7CF38729-C102-4D5F-B59F-61E5542AB049}" srcOrd="0" destOrd="0" presId="urn:microsoft.com/office/officeart/2009/3/layout/HorizontalOrganizationChart"/>
    <dgm:cxn modelId="{A55FFE64-6216-4CF7-ADB6-00CC3E1B2F55}" type="presParOf" srcId="{7DBBE32D-6AA1-40D0-9116-D1D4E96ED6BF}" destId="{5387A4F2-CE1A-4073-A0C3-ECD49F1A8899}" srcOrd="1" destOrd="0" presId="urn:microsoft.com/office/officeart/2009/3/layout/HorizontalOrganizationChart"/>
    <dgm:cxn modelId="{DC26E06B-66FF-4BA2-A6D6-DC0D4F91A01D}" type="presParOf" srcId="{5ED04FBE-7248-415D-9270-456E917B2F13}" destId="{BFD4C2DE-0EA0-4EEC-8174-F0E9954FAE9A}" srcOrd="1" destOrd="0" presId="urn:microsoft.com/office/officeart/2009/3/layout/HorizontalOrganizationChart"/>
    <dgm:cxn modelId="{843459F6-0E1C-4E61-A0F2-4189AED1FA34}" type="presParOf" srcId="{5ED04FBE-7248-415D-9270-456E917B2F13}" destId="{C43716FC-AAD4-4714-8384-A2C507D2326E}" srcOrd="2" destOrd="0" presId="urn:microsoft.com/office/officeart/2009/3/layout/HorizontalOrganizationChart"/>
    <dgm:cxn modelId="{BA4AFEDD-A529-4911-8C62-2BB51777C349}" type="presParOf" srcId="{F0ACF868-C43A-4E6B-A603-83B483186270}" destId="{D50F58EC-D9A4-4EA4-BD82-8726D1FC49AF}" srcOrd="6" destOrd="0" presId="urn:microsoft.com/office/officeart/2009/3/layout/HorizontalOrganizationChart"/>
    <dgm:cxn modelId="{2B03D229-91B5-4F5B-BCA2-1CAE4AFCF555}" type="presParOf" srcId="{F0ACF868-C43A-4E6B-A603-83B483186270}" destId="{353D09C0-E564-40D8-A8E7-AE6DD8D820C6}" srcOrd="7" destOrd="0" presId="urn:microsoft.com/office/officeart/2009/3/layout/HorizontalOrganizationChart"/>
    <dgm:cxn modelId="{61980114-CD31-44FE-85FD-B63A3EE41FC4}" type="presParOf" srcId="{353D09C0-E564-40D8-A8E7-AE6DD8D820C6}" destId="{D45165FE-393C-4254-B5D1-32CBBC871053}" srcOrd="0" destOrd="0" presId="urn:microsoft.com/office/officeart/2009/3/layout/HorizontalOrganizationChart"/>
    <dgm:cxn modelId="{17779F68-D650-4573-B082-93858C98EB1A}" type="presParOf" srcId="{D45165FE-393C-4254-B5D1-32CBBC871053}" destId="{70922391-2A4E-4E4C-92D5-DD0E39D7DBBD}" srcOrd="0" destOrd="0" presId="urn:microsoft.com/office/officeart/2009/3/layout/HorizontalOrganizationChart"/>
    <dgm:cxn modelId="{1F16C608-42EC-4DB6-A048-049533951D56}" type="presParOf" srcId="{D45165FE-393C-4254-B5D1-32CBBC871053}" destId="{3E4DAFA3-06A3-40FB-B9A4-857FA24BDAD2}" srcOrd="1" destOrd="0" presId="urn:microsoft.com/office/officeart/2009/3/layout/HorizontalOrganizationChart"/>
    <dgm:cxn modelId="{652CA12C-04AC-49E6-AF32-6D61F7EF6792}" type="presParOf" srcId="{353D09C0-E564-40D8-A8E7-AE6DD8D820C6}" destId="{BC2524A0-AB5C-4098-8933-8855DD3E60E7}" srcOrd="1" destOrd="0" presId="urn:microsoft.com/office/officeart/2009/3/layout/HorizontalOrganizationChart"/>
    <dgm:cxn modelId="{D1C5B854-90C9-43F1-B495-DB14B34C1C93}" type="presParOf" srcId="{353D09C0-E564-40D8-A8E7-AE6DD8D820C6}" destId="{4573EBEA-14EC-4B26-9C12-6574D743EE9B}" srcOrd="2" destOrd="0" presId="urn:microsoft.com/office/officeart/2009/3/layout/HorizontalOrganizationChart"/>
    <dgm:cxn modelId="{F2DBF762-88DC-4800-8388-99F1E1300D48}" type="presParOf" srcId="{F0ACF868-C43A-4E6B-A603-83B483186270}" destId="{C82FEB36-4893-44D9-BBBF-D7A13B7E96D0}" srcOrd="8" destOrd="0" presId="urn:microsoft.com/office/officeart/2009/3/layout/HorizontalOrganizationChart"/>
    <dgm:cxn modelId="{AB0548F2-A018-49E5-8F01-413DB803EA97}" type="presParOf" srcId="{F0ACF868-C43A-4E6B-A603-83B483186270}" destId="{BF71D0F7-1FE6-47D4-8375-284AEC6D5E28}" srcOrd="9" destOrd="0" presId="urn:microsoft.com/office/officeart/2009/3/layout/HorizontalOrganizationChart"/>
    <dgm:cxn modelId="{FC806251-256C-494A-A4D0-C027333E4EB7}" type="presParOf" srcId="{BF71D0F7-1FE6-47D4-8375-284AEC6D5E28}" destId="{360B6F56-CE43-42BF-9416-AA3C9E686649}" srcOrd="0" destOrd="0" presId="urn:microsoft.com/office/officeart/2009/3/layout/HorizontalOrganizationChart"/>
    <dgm:cxn modelId="{008F58A9-58FA-4BCA-A84C-F4DA0F11E7D0}" type="presParOf" srcId="{360B6F56-CE43-42BF-9416-AA3C9E686649}" destId="{C7F1DF43-327E-4FCF-8CB9-8385AA5DEE8D}" srcOrd="0" destOrd="0" presId="urn:microsoft.com/office/officeart/2009/3/layout/HorizontalOrganizationChart"/>
    <dgm:cxn modelId="{6EB9791E-A9A7-411D-ABDA-530DE234D8DC}" type="presParOf" srcId="{360B6F56-CE43-42BF-9416-AA3C9E686649}" destId="{D3FD8D03-ED3B-4C6A-B97E-7B95DF5E6C2E}" srcOrd="1" destOrd="0" presId="urn:microsoft.com/office/officeart/2009/3/layout/HorizontalOrganizationChart"/>
    <dgm:cxn modelId="{0B071727-8362-4069-96EA-BE2FE8AB9AEC}" type="presParOf" srcId="{BF71D0F7-1FE6-47D4-8375-284AEC6D5E28}" destId="{FC81D77D-66EB-4B30-B64A-A5AAD27082A3}" srcOrd="1" destOrd="0" presId="urn:microsoft.com/office/officeart/2009/3/layout/HorizontalOrganizationChart"/>
    <dgm:cxn modelId="{1BD4ECA8-3608-433F-85BC-186941C4641A}" type="presParOf" srcId="{BF71D0F7-1FE6-47D4-8375-284AEC6D5E28}" destId="{953E0D61-D490-43E3-9ECE-3A1811B57B7A}" srcOrd="2" destOrd="0" presId="urn:microsoft.com/office/officeart/2009/3/layout/HorizontalOrganizationChart"/>
    <dgm:cxn modelId="{E830E5B8-6C2A-48A6-AEBC-34A86CFDCDFA}" type="presParOf" srcId="{F0ACF868-C43A-4E6B-A603-83B483186270}" destId="{71376DB5-3CE4-4653-A2F2-13B98701A012}" srcOrd="10" destOrd="0" presId="urn:microsoft.com/office/officeart/2009/3/layout/HorizontalOrganizationChart"/>
    <dgm:cxn modelId="{9D8CFD1D-B5C2-4250-8D35-299D022893D3}" type="presParOf" srcId="{F0ACF868-C43A-4E6B-A603-83B483186270}" destId="{5B5D5BC6-6D50-4928-A947-4393321E12BA}" srcOrd="11" destOrd="0" presId="urn:microsoft.com/office/officeart/2009/3/layout/HorizontalOrganizationChart"/>
    <dgm:cxn modelId="{3D2DE225-2AB6-4F9A-AD07-462B22A9C2FB}" type="presParOf" srcId="{5B5D5BC6-6D50-4928-A947-4393321E12BA}" destId="{6ED7D053-3667-469A-BF5F-353378BF4513}" srcOrd="0" destOrd="0" presId="urn:microsoft.com/office/officeart/2009/3/layout/HorizontalOrganizationChart"/>
    <dgm:cxn modelId="{ED9FDDBD-AB2F-4E6A-B378-6D043D777FDA}" type="presParOf" srcId="{6ED7D053-3667-469A-BF5F-353378BF4513}" destId="{01B71FCB-96A4-4238-BD90-AF89A803A54D}" srcOrd="0" destOrd="0" presId="urn:microsoft.com/office/officeart/2009/3/layout/HorizontalOrganizationChart"/>
    <dgm:cxn modelId="{931C84E7-5CC8-4135-9FE9-DB7A330C22D8}" type="presParOf" srcId="{6ED7D053-3667-469A-BF5F-353378BF4513}" destId="{2A9DDB88-7803-4D58-99AB-D4A306009393}" srcOrd="1" destOrd="0" presId="urn:microsoft.com/office/officeart/2009/3/layout/HorizontalOrganizationChart"/>
    <dgm:cxn modelId="{EDB45702-DB7F-4A56-89B8-5D37218D1CE3}" type="presParOf" srcId="{5B5D5BC6-6D50-4928-A947-4393321E12BA}" destId="{7542993F-3685-41B3-B7E3-FF8FB72845A2}" srcOrd="1" destOrd="0" presId="urn:microsoft.com/office/officeart/2009/3/layout/HorizontalOrganizationChart"/>
    <dgm:cxn modelId="{B12040C1-086F-4FE9-B999-9FF78AAE6981}" type="presParOf" srcId="{5B5D5BC6-6D50-4928-A947-4393321E12BA}" destId="{2B0C52E4-CBD6-46A4-A7A0-F4CAA43FD173}" srcOrd="2" destOrd="0" presId="urn:microsoft.com/office/officeart/2009/3/layout/HorizontalOrganizationChart"/>
    <dgm:cxn modelId="{E1FC382C-B2D0-4C7C-9A2B-F3A5F9024E8D}" type="presParOf" srcId="{96FA9264-5DF8-4F3D-89E7-BD7025DFB8DE}" destId="{5F9F3D7E-7D16-4E73-8BD8-575ADED48B40}"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EB9C7D-A4D6-4964-B058-79DF6F6D7284}" type="doc">
      <dgm:prSet loTypeId="urn:microsoft.com/office/officeart/2005/8/layout/orgChart1" loCatId="hierarchy" qsTypeId="urn:microsoft.com/office/officeart/2005/8/quickstyle/3d1" qsCatId="3D" csTypeId="urn:microsoft.com/office/officeart/2005/8/colors/colorful2" csCatId="colorful" phldr="1"/>
      <dgm:spPr/>
      <dgm:t>
        <a:bodyPr/>
        <a:lstStyle/>
        <a:p>
          <a:endParaRPr lang="en-US"/>
        </a:p>
      </dgm:t>
    </dgm:pt>
    <dgm:pt modelId="{1A937B6F-7ABC-426B-8DCD-6BE4C8A25837}">
      <dgm:prSet phldrT="[Text]"/>
      <dgm:spPr/>
      <dgm:t>
        <a:bodyPr/>
        <a:lstStyle/>
        <a:p>
          <a:r>
            <a:rPr lang="en-US" dirty="0" smtClean="0"/>
            <a:t>End User and Beneficiaries</a:t>
          </a:r>
          <a:endParaRPr lang="en-US" dirty="0"/>
        </a:p>
      </dgm:t>
    </dgm:pt>
    <dgm:pt modelId="{98EFBA85-BDF1-4D29-A6C7-AA0469AFE34B}" type="parTrans" cxnId="{3A507003-25F9-4860-B4ED-5DBBF579446F}">
      <dgm:prSet/>
      <dgm:spPr/>
      <dgm:t>
        <a:bodyPr/>
        <a:lstStyle/>
        <a:p>
          <a:endParaRPr lang="en-US"/>
        </a:p>
      </dgm:t>
    </dgm:pt>
    <dgm:pt modelId="{B6E1CCB8-5EA1-4B7D-865B-61D66869FEA8}" type="sibTrans" cxnId="{3A507003-25F9-4860-B4ED-5DBBF579446F}">
      <dgm:prSet/>
      <dgm:spPr/>
      <dgm:t>
        <a:bodyPr/>
        <a:lstStyle/>
        <a:p>
          <a:endParaRPr lang="en-US"/>
        </a:p>
      </dgm:t>
    </dgm:pt>
    <dgm:pt modelId="{77A83555-296E-4EB5-B3ED-6C478F208E5A}">
      <dgm:prSet phldrT="[Text]"/>
      <dgm:spPr/>
      <dgm:t>
        <a:bodyPr/>
        <a:lstStyle/>
        <a:p>
          <a:r>
            <a:rPr lang="en-US" dirty="0" smtClean="0"/>
            <a:t>Direct User</a:t>
          </a:r>
          <a:endParaRPr lang="en-US" dirty="0"/>
        </a:p>
      </dgm:t>
    </dgm:pt>
    <dgm:pt modelId="{E16DD680-C8EA-4513-B77E-08AEDB6B2CA6}" type="parTrans" cxnId="{C9A6D9AA-B108-4029-9CD6-73900D2332C5}">
      <dgm:prSet/>
      <dgm:spPr/>
      <dgm:t>
        <a:bodyPr/>
        <a:lstStyle/>
        <a:p>
          <a:endParaRPr lang="en-US"/>
        </a:p>
      </dgm:t>
    </dgm:pt>
    <dgm:pt modelId="{5C974448-DC28-45E6-9E2F-E720AF6A282B}" type="sibTrans" cxnId="{C9A6D9AA-B108-4029-9CD6-73900D2332C5}">
      <dgm:prSet/>
      <dgm:spPr/>
      <dgm:t>
        <a:bodyPr/>
        <a:lstStyle/>
        <a:p>
          <a:endParaRPr lang="en-US"/>
        </a:p>
      </dgm:t>
    </dgm:pt>
    <dgm:pt modelId="{CBFC41BA-E00D-4CBB-8EEA-55317AE5171C}">
      <dgm:prSet phldrT="[Text]"/>
      <dgm:spPr/>
      <dgm:t>
        <a:bodyPr/>
        <a:lstStyle/>
        <a:p>
          <a:r>
            <a:rPr lang="en-US" dirty="0" smtClean="0"/>
            <a:t>Secondary User</a:t>
          </a:r>
          <a:endParaRPr lang="en-US" dirty="0"/>
        </a:p>
      </dgm:t>
    </dgm:pt>
    <dgm:pt modelId="{5D41DA1E-D4DF-484C-A0E3-834797E07ED3}" type="parTrans" cxnId="{350CEC45-E61E-4EBC-B5BF-135029D9CD7C}">
      <dgm:prSet/>
      <dgm:spPr/>
      <dgm:t>
        <a:bodyPr/>
        <a:lstStyle/>
        <a:p>
          <a:endParaRPr lang="en-US"/>
        </a:p>
      </dgm:t>
    </dgm:pt>
    <dgm:pt modelId="{8745A31C-B72E-4D24-9D96-7A7F21EB3D25}" type="sibTrans" cxnId="{350CEC45-E61E-4EBC-B5BF-135029D9CD7C}">
      <dgm:prSet/>
      <dgm:spPr/>
      <dgm:t>
        <a:bodyPr/>
        <a:lstStyle/>
        <a:p>
          <a:endParaRPr lang="en-US"/>
        </a:p>
      </dgm:t>
    </dgm:pt>
    <dgm:pt modelId="{F0926A2A-C0C0-4AAA-BBB3-6F6C03B0EF4C}">
      <dgm:prSet phldrT="[Text]"/>
      <dgm:spPr/>
      <dgm:t>
        <a:bodyPr/>
        <a:lstStyle/>
        <a:p>
          <a:r>
            <a:rPr lang="en-US" dirty="0" smtClean="0"/>
            <a:t>Beneficiaries-Customers and Vendors</a:t>
          </a:r>
          <a:endParaRPr lang="en-US" dirty="0"/>
        </a:p>
      </dgm:t>
    </dgm:pt>
    <dgm:pt modelId="{5D23566D-AE81-4123-B748-10E7E9B5F579}" type="parTrans" cxnId="{FC0FD3FB-54E7-4177-A3D1-E218CF392226}">
      <dgm:prSet/>
      <dgm:spPr/>
      <dgm:t>
        <a:bodyPr/>
        <a:lstStyle/>
        <a:p>
          <a:endParaRPr lang="en-US"/>
        </a:p>
      </dgm:t>
    </dgm:pt>
    <dgm:pt modelId="{2BE9B090-B09F-4520-AE1B-13C327CFDDD1}" type="sibTrans" cxnId="{FC0FD3FB-54E7-4177-A3D1-E218CF392226}">
      <dgm:prSet/>
      <dgm:spPr/>
      <dgm:t>
        <a:bodyPr/>
        <a:lstStyle/>
        <a:p>
          <a:endParaRPr lang="en-US"/>
        </a:p>
      </dgm:t>
    </dgm:pt>
    <dgm:pt modelId="{69107EDC-AB14-40AE-9B93-504D2D9F2E8B}" type="pres">
      <dgm:prSet presAssocID="{9CEB9C7D-A4D6-4964-B058-79DF6F6D7284}" presName="hierChild1" presStyleCnt="0">
        <dgm:presLayoutVars>
          <dgm:orgChart val="1"/>
          <dgm:chPref val="1"/>
          <dgm:dir/>
          <dgm:animOne val="branch"/>
          <dgm:animLvl val="lvl"/>
          <dgm:resizeHandles/>
        </dgm:presLayoutVars>
      </dgm:prSet>
      <dgm:spPr/>
      <dgm:t>
        <a:bodyPr/>
        <a:lstStyle/>
        <a:p>
          <a:endParaRPr lang="en-US"/>
        </a:p>
      </dgm:t>
    </dgm:pt>
    <dgm:pt modelId="{FA6301CC-36C3-441B-B2F9-92ADE83F1CC4}" type="pres">
      <dgm:prSet presAssocID="{1A937B6F-7ABC-426B-8DCD-6BE4C8A25837}" presName="hierRoot1" presStyleCnt="0">
        <dgm:presLayoutVars>
          <dgm:hierBranch val="init"/>
        </dgm:presLayoutVars>
      </dgm:prSet>
      <dgm:spPr/>
    </dgm:pt>
    <dgm:pt modelId="{7DA159C4-5AF3-4E56-AECA-FCD78CFC370A}" type="pres">
      <dgm:prSet presAssocID="{1A937B6F-7ABC-426B-8DCD-6BE4C8A25837}" presName="rootComposite1" presStyleCnt="0"/>
      <dgm:spPr/>
    </dgm:pt>
    <dgm:pt modelId="{BA56EFB0-8A37-4E77-83DE-C2335E90E5DC}" type="pres">
      <dgm:prSet presAssocID="{1A937B6F-7ABC-426B-8DCD-6BE4C8A25837}" presName="rootText1" presStyleLbl="node0" presStyleIdx="0" presStyleCnt="1">
        <dgm:presLayoutVars>
          <dgm:chPref val="3"/>
        </dgm:presLayoutVars>
      </dgm:prSet>
      <dgm:spPr/>
      <dgm:t>
        <a:bodyPr/>
        <a:lstStyle/>
        <a:p>
          <a:endParaRPr lang="en-US"/>
        </a:p>
      </dgm:t>
    </dgm:pt>
    <dgm:pt modelId="{7ED83675-0260-4951-B86B-A99E70B3EA0B}" type="pres">
      <dgm:prSet presAssocID="{1A937B6F-7ABC-426B-8DCD-6BE4C8A25837}" presName="rootConnector1" presStyleLbl="node1" presStyleIdx="0" presStyleCnt="0"/>
      <dgm:spPr/>
      <dgm:t>
        <a:bodyPr/>
        <a:lstStyle/>
        <a:p>
          <a:endParaRPr lang="en-US"/>
        </a:p>
      </dgm:t>
    </dgm:pt>
    <dgm:pt modelId="{20C87588-60A8-49DB-857E-7E2B4498B0D2}" type="pres">
      <dgm:prSet presAssocID="{1A937B6F-7ABC-426B-8DCD-6BE4C8A25837}" presName="hierChild2" presStyleCnt="0"/>
      <dgm:spPr/>
    </dgm:pt>
    <dgm:pt modelId="{1BFC7C78-E578-4B0B-93B6-79F35B7AD911}" type="pres">
      <dgm:prSet presAssocID="{E16DD680-C8EA-4513-B77E-08AEDB6B2CA6}" presName="Name37" presStyleLbl="parChTrans1D2" presStyleIdx="0" presStyleCnt="3"/>
      <dgm:spPr/>
      <dgm:t>
        <a:bodyPr/>
        <a:lstStyle/>
        <a:p>
          <a:endParaRPr lang="en-US"/>
        </a:p>
      </dgm:t>
    </dgm:pt>
    <dgm:pt modelId="{4D1B3208-410F-46FC-9033-AA7F0B1775F8}" type="pres">
      <dgm:prSet presAssocID="{77A83555-296E-4EB5-B3ED-6C478F208E5A}" presName="hierRoot2" presStyleCnt="0">
        <dgm:presLayoutVars>
          <dgm:hierBranch val="init"/>
        </dgm:presLayoutVars>
      </dgm:prSet>
      <dgm:spPr/>
    </dgm:pt>
    <dgm:pt modelId="{91FD0586-96B3-43C7-92E4-84FCF85989F8}" type="pres">
      <dgm:prSet presAssocID="{77A83555-296E-4EB5-B3ED-6C478F208E5A}" presName="rootComposite" presStyleCnt="0"/>
      <dgm:spPr/>
    </dgm:pt>
    <dgm:pt modelId="{55D586CA-30FE-4552-A667-7C4C84511C79}" type="pres">
      <dgm:prSet presAssocID="{77A83555-296E-4EB5-B3ED-6C478F208E5A}" presName="rootText" presStyleLbl="node2" presStyleIdx="0" presStyleCnt="3">
        <dgm:presLayoutVars>
          <dgm:chPref val="3"/>
        </dgm:presLayoutVars>
      </dgm:prSet>
      <dgm:spPr/>
      <dgm:t>
        <a:bodyPr/>
        <a:lstStyle/>
        <a:p>
          <a:endParaRPr lang="en-US"/>
        </a:p>
      </dgm:t>
    </dgm:pt>
    <dgm:pt modelId="{0AB535B9-15DC-4A73-A536-EEF74AE666E0}" type="pres">
      <dgm:prSet presAssocID="{77A83555-296E-4EB5-B3ED-6C478F208E5A}" presName="rootConnector" presStyleLbl="node2" presStyleIdx="0" presStyleCnt="3"/>
      <dgm:spPr/>
      <dgm:t>
        <a:bodyPr/>
        <a:lstStyle/>
        <a:p>
          <a:endParaRPr lang="en-US"/>
        </a:p>
      </dgm:t>
    </dgm:pt>
    <dgm:pt modelId="{4E47B8FB-5B74-47A7-B964-72E2D45EAF9C}" type="pres">
      <dgm:prSet presAssocID="{77A83555-296E-4EB5-B3ED-6C478F208E5A}" presName="hierChild4" presStyleCnt="0"/>
      <dgm:spPr/>
    </dgm:pt>
    <dgm:pt modelId="{198FD333-31B2-4460-BF71-FDC767E68904}" type="pres">
      <dgm:prSet presAssocID="{77A83555-296E-4EB5-B3ED-6C478F208E5A}" presName="hierChild5" presStyleCnt="0"/>
      <dgm:spPr/>
    </dgm:pt>
    <dgm:pt modelId="{3A90DF4C-9FD6-47D0-B948-0FC6641D6660}" type="pres">
      <dgm:prSet presAssocID="{5D41DA1E-D4DF-484C-A0E3-834797E07ED3}" presName="Name37" presStyleLbl="parChTrans1D2" presStyleIdx="1" presStyleCnt="3"/>
      <dgm:spPr/>
      <dgm:t>
        <a:bodyPr/>
        <a:lstStyle/>
        <a:p>
          <a:endParaRPr lang="en-US"/>
        </a:p>
      </dgm:t>
    </dgm:pt>
    <dgm:pt modelId="{A6355F02-6F6B-436D-ABFC-45827F7719F1}" type="pres">
      <dgm:prSet presAssocID="{CBFC41BA-E00D-4CBB-8EEA-55317AE5171C}" presName="hierRoot2" presStyleCnt="0">
        <dgm:presLayoutVars>
          <dgm:hierBranch val="init"/>
        </dgm:presLayoutVars>
      </dgm:prSet>
      <dgm:spPr/>
    </dgm:pt>
    <dgm:pt modelId="{AE77C4C2-74C9-40C7-B6E7-FE738FF9E0EF}" type="pres">
      <dgm:prSet presAssocID="{CBFC41BA-E00D-4CBB-8EEA-55317AE5171C}" presName="rootComposite" presStyleCnt="0"/>
      <dgm:spPr/>
    </dgm:pt>
    <dgm:pt modelId="{BC71F5B7-DE42-4B84-ABCF-5A5E56F395CA}" type="pres">
      <dgm:prSet presAssocID="{CBFC41BA-E00D-4CBB-8EEA-55317AE5171C}" presName="rootText" presStyleLbl="node2" presStyleIdx="1" presStyleCnt="3">
        <dgm:presLayoutVars>
          <dgm:chPref val="3"/>
        </dgm:presLayoutVars>
      </dgm:prSet>
      <dgm:spPr/>
      <dgm:t>
        <a:bodyPr/>
        <a:lstStyle/>
        <a:p>
          <a:endParaRPr lang="en-US"/>
        </a:p>
      </dgm:t>
    </dgm:pt>
    <dgm:pt modelId="{A7046B68-C139-4643-B20B-34EA3397ED7F}" type="pres">
      <dgm:prSet presAssocID="{CBFC41BA-E00D-4CBB-8EEA-55317AE5171C}" presName="rootConnector" presStyleLbl="node2" presStyleIdx="1" presStyleCnt="3"/>
      <dgm:spPr/>
      <dgm:t>
        <a:bodyPr/>
        <a:lstStyle/>
        <a:p>
          <a:endParaRPr lang="en-US"/>
        </a:p>
      </dgm:t>
    </dgm:pt>
    <dgm:pt modelId="{A96A7C0B-B19D-43C1-A1B8-E0A65679ED3B}" type="pres">
      <dgm:prSet presAssocID="{CBFC41BA-E00D-4CBB-8EEA-55317AE5171C}" presName="hierChild4" presStyleCnt="0"/>
      <dgm:spPr/>
    </dgm:pt>
    <dgm:pt modelId="{3C72506B-8DE2-402D-9902-243195B68BEE}" type="pres">
      <dgm:prSet presAssocID="{CBFC41BA-E00D-4CBB-8EEA-55317AE5171C}" presName="hierChild5" presStyleCnt="0"/>
      <dgm:spPr/>
    </dgm:pt>
    <dgm:pt modelId="{83D0CCE1-B33D-4486-B9E2-AD6617B67474}" type="pres">
      <dgm:prSet presAssocID="{5D23566D-AE81-4123-B748-10E7E9B5F579}" presName="Name37" presStyleLbl="parChTrans1D2" presStyleIdx="2" presStyleCnt="3"/>
      <dgm:spPr/>
      <dgm:t>
        <a:bodyPr/>
        <a:lstStyle/>
        <a:p>
          <a:endParaRPr lang="en-US"/>
        </a:p>
      </dgm:t>
    </dgm:pt>
    <dgm:pt modelId="{A7C4E666-C1E4-4EF7-A5C4-D134CAE20710}" type="pres">
      <dgm:prSet presAssocID="{F0926A2A-C0C0-4AAA-BBB3-6F6C03B0EF4C}" presName="hierRoot2" presStyleCnt="0">
        <dgm:presLayoutVars>
          <dgm:hierBranch val="init"/>
        </dgm:presLayoutVars>
      </dgm:prSet>
      <dgm:spPr/>
    </dgm:pt>
    <dgm:pt modelId="{66BBB621-6C2D-46F7-8A05-BA85D6618592}" type="pres">
      <dgm:prSet presAssocID="{F0926A2A-C0C0-4AAA-BBB3-6F6C03B0EF4C}" presName="rootComposite" presStyleCnt="0"/>
      <dgm:spPr/>
    </dgm:pt>
    <dgm:pt modelId="{52176B8A-56EC-468D-998D-0579C38CA531}" type="pres">
      <dgm:prSet presAssocID="{F0926A2A-C0C0-4AAA-BBB3-6F6C03B0EF4C}" presName="rootText" presStyleLbl="node2" presStyleIdx="2" presStyleCnt="3">
        <dgm:presLayoutVars>
          <dgm:chPref val="3"/>
        </dgm:presLayoutVars>
      </dgm:prSet>
      <dgm:spPr/>
      <dgm:t>
        <a:bodyPr/>
        <a:lstStyle/>
        <a:p>
          <a:endParaRPr lang="en-US"/>
        </a:p>
      </dgm:t>
    </dgm:pt>
    <dgm:pt modelId="{0E33EB6B-D6F3-4044-BAC5-7AA334F0C82E}" type="pres">
      <dgm:prSet presAssocID="{F0926A2A-C0C0-4AAA-BBB3-6F6C03B0EF4C}" presName="rootConnector" presStyleLbl="node2" presStyleIdx="2" presStyleCnt="3"/>
      <dgm:spPr/>
      <dgm:t>
        <a:bodyPr/>
        <a:lstStyle/>
        <a:p>
          <a:endParaRPr lang="en-US"/>
        </a:p>
      </dgm:t>
    </dgm:pt>
    <dgm:pt modelId="{972A266B-0753-4FEA-AD80-9C86DDBD86AA}" type="pres">
      <dgm:prSet presAssocID="{F0926A2A-C0C0-4AAA-BBB3-6F6C03B0EF4C}" presName="hierChild4" presStyleCnt="0"/>
      <dgm:spPr/>
    </dgm:pt>
    <dgm:pt modelId="{E73668E5-1FA0-4AA8-BC83-718F8147F7EA}" type="pres">
      <dgm:prSet presAssocID="{F0926A2A-C0C0-4AAA-BBB3-6F6C03B0EF4C}" presName="hierChild5" presStyleCnt="0"/>
      <dgm:spPr/>
    </dgm:pt>
    <dgm:pt modelId="{5FD2F9F0-D733-4633-BD82-5A95C76A3E5F}" type="pres">
      <dgm:prSet presAssocID="{1A937B6F-7ABC-426B-8DCD-6BE4C8A25837}" presName="hierChild3" presStyleCnt="0"/>
      <dgm:spPr/>
    </dgm:pt>
  </dgm:ptLst>
  <dgm:cxnLst>
    <dgm:cxn modelId="{C9A6D9AA-B108-4029-9CD6-73900D2332C5}" srcId="{1A937B6F-7ABC-426B-8DCD-6BE4C8A25837}" destId="{77A83555-296E-4EB5-B3ED-6C478F208E5A}" srcOrd="0" destOrd="0" parTransId="{E16DD680-C8EA-4513-B77E-08AEDB6B2CA6}" sibTransId="{5C974448-DC28-45E6-9E2F-E720AF6A282B}"/>
    <dgm:cxn modelId="{880D6F9A-74DE-411F-A5D2-47653BBFB5AA}" type="presOf" srcId="{CBFC41BA-E00D-4CBB-8EEA-55317AE5171C}" destId="{A7046B68-C139-4643-B20B-34EA3397ED7F}" srcOrd="1" destOrd="0" presId="urn:microsoft.com/office/officeart/2005/8/layout/orgChart1"/>
    <dgm:cxn modelId="{F815804B-54FD-44C6-9D6D-A5E1DC37B8FC}" type="presOf" srcId="{1A937B6F-7ABC-426B-8DCD-6BE4C8A25837}" destId="{BA56EFB0-8A37-4E77-83DE-C2335E90E5DC}" srcOrd="0" destOrd="0" presId="urn:microsoft.com/office/officeart/2005/8/layout/orgChart1"/>
    <dgm:cxn modelId="{BDEFD87D-4CA2-4664-BEA1-959E83DB96AD}" type="presOf" srcId="{5D41DA1E-D4DF-484C-A0E3-834797E07ED3}" destId="{3A90DF4C-9FD6-47D0-B948-0FC6641D6660}" srcOrd="0" destOrd="0" presId="urn:microsoft.com/office/officeart/2005/8/layout/orgChart1"/>
    <dgm:cxn modelId="{347567A3-DC0B-4E52-96FE-B9487F82C53B}" type="presOf" srcId="{77A83555-296E-4EB5-B3ED-6C478F208E5A}" destId="{0AB535B9-15DC-4A73-A536-EEF74AE666E0}" srcOrd="1" destOrd="0" presId="urn:microsoft.com/office/officeart/2005/8/layout/orgChart1"/>
    <dgm:cxn modelId="{E96431DA-13D4-4237-A630-BD551271CAE6}" type="presOf" srcId="{1A937B6F-7ABC-426B-8DCD-6BE4C8A25837}" destId="{7ED83675-0260-4951-B86B-A99E70B3EA0B}" srcOrd="1" destOrd="0" presId="urn:microsoft.com/office/officeart/2005/8/layout/orgChart1"/>
    <dgm:cxn modelId="{98414601-EC84-49F5-A625-B5AFC6492BE8}" type="presOf" srcId="{9CEB9C7D-A4D6-4964-B058-79DF6F6D7284}" destId="{69107EDC-AB14-40AE-9B93-504D2D9F2E8B}" srcOrd="0" destOrd="0" presId="urn:microsoft.com/office/officeart/2005/8/layout/orgChart1"/>
    <dgm:cxn modelId="{42622586-21C6-402B-8433-58564BD3DAA6}" type="presOf" srcId="{F0926A2A-C0C0-4AAA-BBB3-6F6C03B0EF4C}" destId="{52176B8A-56EC-468D-998D-0579C38CA531}" srcOrd="0" destOrd="0" presId="urn:microsoft.com/office/officeart/2005/8/layout/orgChart1"/>
    <dgm:cxn modelId="{A0DB3826-79CE-4497-A657-E6FDF0674DE6}" type="presOf" srcId="{CBFC41BA-E00D-4CBB-8EEA-55317AE5171C}" destId="{BC71F5B7-DE42-4B84-ABCF-5A5E56F395CA}" srcOrd="0" destOrd="0" presId="urn:microsoft.com/office/officeart/2005/8/layout/orgChart1"/>
    <dgm:cxn modelId="{3A507003-25F9-4860-B4ED-5DBBF579446F}" srcId="{9CEB9C7D-A4D6-4964-B058-79DF6F6D7284}" destId="{1A937B6F-7ABC-426B-8DCD-6BE4C8A25837}" srcOrd="0" destOrd="0" parTransId="{98EFBA85-BDF1-4D29-A6C7-AA0469AFE34B}" sibTransId="{B6E1CCB8-5EA1-4B7D-865B-61D66869FEA8}"/>
    <dgm:cxn modelId="{AA616335-6761-4774-A4AE-46956B7131C4}" type="presOf" srcId="{5D23566D-AE81-4123-B748-10E7E9B5F579}" destId="{83D0CCE1-B33D-4486-B9E2-AD6617B67474}" srcOrd="0" destOrd="0" presId="urn:microsoft.com/office/officeart/2005/8/layout/orgChart1"/>
    <dgm:cxn modelId="{350CEC45-E61E-4EBC-B5BF-135029D9CD7C}" srcId="{1A937B6F-7ABC-426B-8DCD-6BE4C8A25837}" destId="{CBFC41BA-E00D-4CBB-8EEA-55317AE5171C}" srcOrd="1" destOrd="0" parTransId="{5D41DA1E-D4DF-484C-A0E3-834797E07ED3}" sibTransId="{8745A31C-B72E-4D24-9D96-7A7F21EB3D25}"/>
    <dgm:cxn modelId="{9E129419-4B70-421E-A1EF-7B4C30145BA7}" type="presOf" srcId="{F0926A2A-C0C0-4AAA-BBB3-6F6C03B0EF4C}" destId="{0E33EB6B-D6F3-4044-BAC5-7AA334F0C82E}" srcOrd="1" destOrd="0" presId="urn:microsoft.com/office/officeart/2005/8/layout/orgChart1"/>
    <dgm:cxn modelId="{FC0FD3FB-54E7-4177-A3D1-E218CF392226}" srcId="{1A937B6F-7ABC-426B-8DCD-6BE4C8A25837}" destId="{F0926A2A-C0C0-4AAA-BBB3-6F6C03B0EF4C}" srcOrd="2" destOrd="0" parTransId="{5D23566D-AE81-4123-B748-10E7E9B5F579}" sibTransId="{2BE9B090-B09F-4520-AE1B-13C327CFDDD1}"/>
    <dgm:cxn modelId="{4907619F-E07E-4061-A2BF-BD0F3A62A3E7}" type="presOf" srcId="{77A83555-296E-4EB5-B3ED-6C478F208E5A}" destId="{55D586CA-30FE-4552-A667-7C4C84511C79}" srcOrd="0" destOrd="0" presId="urn:microsoft.com/office/officeart/2005/8/layout/orgChart1"/>
    <dgm:cxn modelId="{145F7A7B-459F-4A43-9E81-FC44B530C4BB}" type="presOf" srcId="{E16DD680-C8EA-4513-B77E-08AEDB6B2CA6}" destId="{1BFC7C78-E578-4B0B-93B6-79F35B7AD911}" srcOrd="0" destOrd="0" presId="urn:microsoft.com/office/officeart/2005/8/layout/orgChart1"/>
    <dgm:cxn modelId="{774FDA0F-91DD-48CD-B355-9E6B5A6A5E60}" type="presParOf" srcId="{69107EDC-AB14-40AE-9B93-504D2D9F2E8B}" destId="{FA6301CC-36C3-441B-B2F9-92ADE83F1CC4}" srcOrd="0" destOrd="0" presId="urn:microsoft.com/office/officeart/2005/8/layout/orgChart1"/>
    <dgm:cxn modelId="{E3AF80A4-88BC-4289-9B05-F74C67ECF660}" type="presParOf" srcId="{FA6301CC-36C3-441B-B2F9-92ADE83F1CC4}" destId="{7DA159C4-5AF3-4E56-AECA-FCD78CFC370A}" srcOrd="0" destOrd="0" presId="urn:microsoft.com/office/officeart/2005/8/layout/orgChart1"/>
    <dgm:cxn modelId="{BAB25DB0-5ECE-4F70-B94E-7CC4AF77E9B5}" type="presParOf" srcId="{7DA159C4-5AF3-4E56-AECA-FCD78CFC370A}" destId="{BA56EFB0-8A37-4E77-83DE-C2335E90E5DC}" srcOrd="0" destOrd="0" presId="urn:microsoft.com/office/officeart/2005/8/layout/orgChart1"/>
    <dgm:cxn modelId="{6946038F-3A94-47F2-B814-899AB270E5F4}" type="presParOf" srcId="{7DA159C4-5AF3-4E56-AECA-FCD78CFC370A}" destId="{7ED83675-0260-4951-B86B-A99E70B3EA0B}" srcOrd="1" destOrd="0" presId="urn:microsoft.com/office/officeart/2005/8/layout/orgChart1"/>
    <dgm:cxn modelId="{10D25E05-3DF0-4005-8408-0E92CC0255E5}" type="presParOf" srcId="{FA6301CC-36C3-441B-B2F9-92ADE83F1CC4}" destId="{20C87588-60A8-49DB-857E-7E2B4498B0D2}" srcOrd="1" destOrd="0" presId="urn:microsoft.com/office/officeart/2005/8/layout/orgChart1"/>
    <dgm:cxn modelId="{28361E12-02B4-4638-A904-C9B09353BFAA}" type="presParOf" srcId="{20C87588-60A8-49DB-857E-7E2B4498B0D2}" destId="{1BFC7C78-E578-4B0B-93B6-79F35B7AD911}" srcOrd="0" destOrd="0" presId="urn:microsoft.com/office/officeart/2005/8/layout/orgChart1"/>
    <dgm:cxn modelId="{7A386DB6-FBFE-4C4D-B64B-CE2439E7CD93}" type="presParOf" srcId="{20C87588-60A8-49DB-857E-7E2B4498B0D2}" destId="{4D1B3208-410F-46FC-9033-AA7F0B1775F8}" srcOrd="1" destOrd="0" presId="urn:microsoft.com/office/officeart/2005/8/layout/orgChart1"/>
    <dgm:cxn modelId="{CA72EF1A-AA91-4DD4-AA23-E0842FCFE22A}" type="presParOf" srcId="{4D1B3208-410F-46FC-9033-AA7F0B1775F8}" destId="{91FD0586-96B3-43C7-92E4-84FCF85989F8}" srcOrd="0" destOrd="0" presId="urn:microsoft.com/office/officeart/2005/8/layout/orgChart1"/>
    <dgm:cxn modelId="{60AD5256-1E65-4481-9B43-E33C58F830F0}" type="presParOf" srcId="{91FD0586-96B3-43C7-92E4-84FCF85989F8}" destId="{55D586CA-30FE-4552-A667-7C4C84511C79}" srcOrd="0" destOrd="0" presId="urn:microsoft.com/office/officeart/2005/8/layout/orgChart1"/>
    <dgm:cxn modelId="{05588759-7658-48E8-A81F-AFF670A85810}" type="presParOf" srcId="{91FD0586-96B3-43C7-92E4-84FCF85989F8}" destId="{0AB535B9-15DC-4A73-A536-EEF74AE666E0}" srcOrd="1" destOrd="0" presId="urn:microsoft.com/office/officeart/2005/8/layout/orgChart1"/>
    <dgm:cxn modelId="{747C57B1-E203-4CB1-A1D9-7937170C2685}" type="presParOf" srcId="{4D1B3208-410F-46FC-9033-AA7F0B1775F8}" destId="{4E47B8FB-5B74-47A7-B964-72E2D45EAF9C}" srcOrd="1" destOrd="0" presId="urn:microsoft.com/office/officeart/2005/8/layout/orgChart1"/>
    <dgm:cxn modelId="{85124254-689B-455B-893A-7EC157A77923}" type="presParOf" srcId="{4D1B3208-410F-46FC-9033-AA7F0B1775F8}" destId="{198FD333-31B2-4460-BF71-FDC767E68904}" srcOrd="2" destOrd="0" presId="urn:microsoft.com/office/officeart/2005/8/layout/orgChart1"/>
    <dgm:cxn modelId="{26E5BEF8-D127-4749-9D67-3503E1009998}" type="presParOf" srcId="{20C87588-60A8-49DB-857E-7E2B4498B0D2}" destId="{3A90DF4C-9FD6-47D0-B948-0FC6641D6660}" srcOrd="2" destOrd="0" presId="urn:microsoft.com/office/officeart/2005/8/layout/orgChart1"/>
    <dgm:cxn modelId="{ED19C8DB-4353-44A6-A2DF-D65792F6CECB}" type="presParOf" srcId="{20C87588-60A8-49DB-857E-7E2B4498B0D2}" destId="{A6355F02-6F6B-436D-ABFC-45827F7719F1}" srcOrd="3" destOrd="0" presId="urn:microsoft.com/office/officeart/2005/8/layout/orgChart1"/>
    <dgm:cxn modelId="{AB16DAD3-C6B1-475C-85E7-B117527C8C9E}" type="presParOf" srcId="{A6355F02-6F6B-436D-ABFC-45827F7719F1}" destId="{AE77C4C2-74C9-40C7-B6E7-FE738FF9E0EF}" srcOrd="0" destOrd="0" presId="urn:microsoft.com/office/officeart/2005/8/layout/orgChart1"/>
    <dgm:cxn modelId="{1B0E11DE-A359-41BE-864C-BB58F9AF2699}" type="presParOf" srcId="{AE77C4C2-74C9-40C7-B6E7-FE738FF9E0EF}" destId="{BC71F5B7-DE42-4B84-ABCF-5A5E56F395CA}" srcOrd="0" destOrd="0" presId="urn:microsoft.com/office/officeart/2005/8/layout/orgChart1"/>
    <dgm:cxn modelId="{0E3BA404-9536-4D57-A4D5-5EA0763D0CC0}" type="presParOf" srcId="{AE77C4C2-74C9-40C7-B6E7-FE738FF9E0EF}" destId="{A7046B68-C139-4643-B20B-34EA3397ED7F}" srcOrd="1" destOrd="0" presId="urn:microsoft.com/office/officeart/2005/8/layout/orgChart1"/>
    <dgm:cxn modelId="{3A134246-B2BB-4636-AE0E-61199A2362D0}" type="presParOf" srcId="{A6355F02-6F6B-436D-ABFC-45827F7719F1}" destId="{A96A7C0B-B19D-43C1-A1B8-E0A65679ED3B}" srcOrd="1" destOrd="0" presId="urn:microsoft.com/office/officeart/2005/8/layout/orgChart1"/>
    <dgm:cxn modelId="{E1FBAC4E-2A4E-465A-8373-0C94CD46B2BC}" type="presParOf" srcId="{A6355F02-6F6B-436D-ABFC-45827F7719F1}" destId="{3C72506B-8DE2-402D-9902-243195B68BEE}" srcOrd="2" destOrd="0" presId="urn:microsoft.com/office/officeart/2005/8/layout/orgChart1"/>
    <dgm:cxn modelId="{A7E46187-642F-4FD3-9BCB-B823D45E68BB}" type="presParOf" srcId="{20C87588-60A8-49DB-857E-7E2B4498B0D2}" destId="{83D0CCE1-B33D-4486-B9E2-AD6617B67474}" srcOrd="4" destOrd="0" presId="urn:microsoft.com/office/officeart/2005/8/layout/orgChart1"/>
    <dgm:cxn modelId="{833527AE-044E-43ED-B543-60FE4899A55E}" type="presParOf" srcId="{20C87588-60A8-49DB-857E-7E2B4498B0D2}" destId="{A7C4E666-C1E4-4EF7-A5C4-D134CAE20710}" srcOrd="5" destOrd="0" presId="urn:microsoft.com/office/officeart/2005/8/layout/orgChart1"/>
    <dgm:cxn modelId="{FFC3750B-3315-4989-8DB6-D269D773B7C1}" type="presParOf" srcId="{A7C4E666-C1E4-4EF7-A5C4-D134CAE20710}" destId="{66BBB621-6C2D-46F7-8A05-BA85D6618592}" srcOrd="0" destOrd="0" presId="urn:microsoft.com/office/officeart/2005/8/layout/orgChart1"/>
    <dgm:cxn modelId="{9461CEE8-28EA-4C93-80A6-3B78054B7429}" type="presParOf" srcId="{66BBB621-6C2D-46F7-8A05-BA85D6618592}" destId="{52176B8A-56EC-468D-998D-0579C38CA531}" srcOrd="0" destOrd="0" presId="urn:microsoft.com/office/officeart/2005/8/layout/orgChart1"/>
    <dgm:cxn modelId="{0F36205D-4396-4FED-AA24-E287A98703BD}" type="presParOf" srcId="{66BBB621-6C2D-46F7-8A05-BA85D6618592}" destId="{0E33EB6B-D6F3-4044-BAC5-7AA334F0C82E}" srcOrd="1" destOrd="0" presId="urn:microsoft.com/office/officeart/2005/8/layout/orgChart1"/>
    <dgm:cxn modelId="{789305F5-1B19-4569-B4E4-6D5978A00BD6}" type="presParOf" srcId="{A7C4E666-C1E4-4EF7-A5C4-D134CAE20710}" destId="{972A266B-0753-4FEA-AD80-9C86DDBD86AA}" srcOrd="1" destOrd="0" presId="urn:microsoft.com/office/officeart/2005/8/layout/orgChart1"/>
    <dgm:cxn modelId="{7A6550F9-3CAB-43A8-AF9F-F3F73893D24E}" type="presParOf" srcId="{A7C4E666-C1E4-4EF7-A5C4-D134CAE20710}" destId="{E73668E5-1FA0-4AA8-BC83-718F8147F7EA}" srcOrd="2" destOrd="0" presId="urn:microsoft.com/office/officeart/2005/8/layout/orgChart1"/>
    <dgm:cxn modelId="{6ADC8780-1E0D-496E-A138-EE75FB014C09}" type="presParOf" srcId="{FA6301CC-36C3-441B-B2F9-92ADE83F1CC4}" destId="{5FD2F9F0-D733-4633-BD82-5A95C76A3E5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B626B80-8F73-4AAD-8FC5-F9645CC09CE3}" type="doc">
      <dgm:prSet loTypeId="urn:microsoft.com/office/officeart/2005/8/layout/list1" loCatId="list" qsTypeId="urn:microsoft.com/office/officeart/2005/8/quickstyle/3d1" qsCatId="3D" csTypeId="urn:microsoft.com/office/officeart/2005/8/colors/colorful2" csCatId="colorful" phldr="1"/>
      <dgm:spPr/>
      <dgm:t>
        <a:bodyPr/>
        <a:lstStyle/>
        <a:p>
          <a:endParaRPr lang="en-US"/>
        </a:p>
      </dgm:t>
    </dgm:pt>
    <dgm:pt modelId="{BEA3DA15-3CF7-4B4F-AF00-FA7C16A032D8}">
      <dgm:prSet phldrT="[Text]" custT="1"/>
      <dgm:spPr/>
      <dgm:t>
        <a:bodyPr/>
        <a:lstStyle/>
        <a:p>
          <a:r>
            <a:rPr lang="en-US" sz="2400" dirty="0" smtClean="0"/>
            <a:t>Introduce Research Area, technology</a:t>
          </a:r>
          <a:endParaRPr lang="en-US" sz="2400" dirty="0"/>
        </a:p>
      </dgm:t>
    </dgm:pt>
    <dgm:pt modelId="{3E4E2166-0D69-45D4-BCAA-8336F5A70DEF}" type="parTrans" cxnId="{30090355-4D45-428A-8FAA-030E47FCC41B}">
      <dgm:prSet/>
      <dgm:spPr/>
      <dgm:t>
        <a:bodyPr/>
        <a:lstStyle/>
        <a:p>
          <a:endParaRPr lang="en-US"/>
        </a:p>
      </dgm:t>
    </dgm:pt>
    <dgm:pt modelId="{3CD2F212-89AB-4885-936D-EE6974083621}" type="sibTrans" cxnId="{30090355-4D45-428A-8FAA-030E47FCC41B}">
      <dgm:prSet/>
      <dgm:spPr/>
      <dgm:t>
        <a:bodyPr/>
        <a:lstStyle/>
        <a:p>
          <a:endParaRPr lang="en-US"/>
        </a:p>
      </dgm:t>
    </dgm:pt>
    <dgm:pt modelId="{C339A91E-4649-4DD4-B8BD-7C18D750D527}">
      <dgm:prSet phldrT="[Text]" custT="1"/>
      <dgm:spPr/>
      <dgm:t>
        <a:bodyPr/>
        <a:lstStyle/>
        <a:p>
          <a:r>
            <a:rPr lang="en-US" sz="2400" dirty="0" smtClean="0"/>
            <a:t>Define it</a:t>
          </a:r>
          <a:endParaRPr lang="en-US" sz="2400" dirty="0"/>
        </a:p>
      </dgm:t>
    </dgm:pt>
    <dgm:pt modelId="{F8EBE539-1300-49B2-8A84-2432C1DDBF1D}" type="parTrans" cxnId="{C0F17D8E-AE37-48A7-9104-81EF9AEE3B27}">
      <dgm:prSet/>
      <dgm:spPr/>
      <dgm:t>
        <a:bodyPr/>
        <a:lstStyle/>
        <a:p>
          <a:endParaRPr lang="en-US"/>
        </a:p>
      </dgm:t>
    </dgm:pt>
    <dgm:pt modelId="{55821CE9-9487-4F16-9A10-90CD261F5E3B}" type="sibTrans" cxnId="{C0F17D8E-AE37-48A7-9104-81EF9AEE3B27}">
      <dgm:prSet/>
      <dgm:spPr/>
      <dgm:t>
        <a:bodyPr/>
        <a:lstStyle/>
        <a:p>
          <a:endParaRPr lang="en-US"/>
        </a:p>
      </dgm:t>
    </dgm:pt>
    <dgm:pt modelId="{FBD023F5-6FB7-423F-8E6A-4680DA4ED571}">
      <dgm:prSet phldrT="[Text]" custT="1"/>
      <dgm:spPr/>
      <dgm:t>
        <a:bodyPr/>
        <a:lstStyle/>
        <a:p>
          <a:r>
            <a:rPr lang="en-US" sz="2400" dirty="0" smtClean="0"/>
            <a:t>Discuss its significance with respect to stakeholders and business benefits</a:t>
          </a:r>
          <a:endParaRPr lang="en-US" sz="2400" dirty="0"/>
        </a:p>
      </dgm:t>
    </dgm:pt>
    <dgm:pt modelId="{E8A74F5F-ABC8-4C1D-8664-19978842BE1E}" type="parTrans" cxnId="{11EFB3F1-11E4-434C-B3F0-9DFDBEF230D4}">
      <dgm:prSet/>
      <dgm:spPr/>
      <dgm:t>
        <a:bodyPr/>
        <a:lstStyle/>
        <a:p>
          <a:endParaRPr lang="en-US"/>
        </a:p>
      </dgm:t>
    </dgm:pt>
    <dgm:pt modelId="{EAC8BC7A-B4FA-4600-9BBA-115A12DE9653}" type="sibTrans" cxnId="{11EFB3F1-11E4-434C-B3F0-9DFDBEF230D4}">
      <dgm:prSet/>
      <dgm:spPr/>
      <dgm:t>
        <a:bodyPr/>
        <a:lstStyle/>
        <a:p>
          <a:endParaRPr lang="en-US"/>
        </a:p>
      </dgm:t>
    </dgm:pt>
    <dgm:pt modelId="{2CE5035F-C21A-485B-A39F-1F28370A8189}">
      <dgm:prSet phldrT="[Text]" custT="1"/>
      <dgm:spPr/>
      <dgm:t>
        <a:bodyPr/>
        <a:lstStyle/>
        <a:p>
          <a:r>
            <a:rPr lang="en-US" sz="2400" dirty="0" smtClean="0"/>
            <a:t>Discuss how the tech solves different problems for the stakeholders and provides different benefits</a:t>
          </a:r>
          <a:endParaRPr lang="en-US" sz="2400" dirty="0"/>
        </a:p>
      </dgm:t>
    </dgm:pt>
    <dgm:pt modelId="{F82CE628-EFC0-4C30-950E-34C24D026C3F}" type="parTrans" cxnId="{A438D6F0-D197-48AB-8335-AD961659A838}">
      <dgm:prSet/>
      <dgm:spPr/>
      <dgm:t>
        <a:bodyPr/>
        <a:lstStyle/>
        <a:p>
          <a:endParaRPr lang="en-US"/>
        </a:p>
      </dgm:t>
    </dgm:pt>
    <dgm:pt modelId="{B0FF177F-9F7B-4513-A0D6-FD448D9634BE}" type="sibTrans" cxnId="{A438D6F0-D197-48AB-8335-AD961659A838}">
      <dgm:prSet/>
      <dgm:spPr/>
      <dgm:t>
        <a:bodyPr/>
        <a:lstStyle/>
        <a:p>
          <a:endParaRPr lang="en-US"/>
        </a:p>
      </dgm:t>
    </dgm:pt>
    <dgm:pt modelId="{0276D049-5722-41BA-9CA9-62B906630469}" type="pres">
      <dgm:prSet presAssocID="{9B626B80-8F73-4AAD-8FC5-F9645CC09CE3}" presName="linear" presStyleCnt="0">
        <dgm:presLayoutVars>
          <dgm:dir/>
          <dgm:animLvl val="lvl"/>
          <dgm:resizeHandles val="exact"/>
        </dgm:presLayoutVars>
      </dgm:prSet>
      <dgm:spPr/>
      <dgm:t>
        <a:bodyPr/>
        <a:lstStyle/>
        <a:p>
          <a:endParaRPr lang="en-US"/>
        </a:p>
      </dgm:t>
    </dgm:pt>
    <dgm:pt modelId="{5DB914B3-E5DA-44C9-B7FE-037D1AB4AE08}" type="pres">
      <dgm:prSet presAssocID="{BEA3DA15-3CF7-4B4F-AF00-FA7C16A032D8}" presName="parentLin" presStyleCnt="0"/>
      <dgm:spPr/>
    </dgm:pt>
    <dgm:pt modelId="{4C871936-84E5-4548-BB74-816C63C0CCC3}" type="pres">
      <dgm:prSet presAssocID="{BEA3DA15-3CF7-4B4F-AF00-FA7C16A032D8}" presName="parentLeftMargin" presStyleLbl="node1" presStyleIdx="0" presStyleCnt="4"/>
      <dgm:spPr/>
      <dgm:t>
        <a:bodyPr/>
        <a:lstStyle/>
        <a:p>
          <a:endParaRPr lang="en-US"/>
        </a:p>
      </dgm:t>
    </dgm:pt>
    <dgm:pt modelId="{D5E91410-C66F-49FC-9D48-B06B1458502D}" type="pres">
      <dgm:prSet presAssocID="{BEA3DA15-3CF7-4B4F-AF00-FA7C16A032D8}" presName="parentText" presStyleLbl="node1" presStyleIdx="0" presStyleCnt="4">
        <dgm:presLayoutVars>
          <dgm:chMax val="0"/>
          <dgm:bulletEnabled val="1"/>
        </dgm:presLayoutVars>
      </dgm:prSet>
      <dgm:spPr/>
      <dgm:t>
        <a:bodyPr/>
        <a:lstStyle/>
        <a:p>
          <a:endParaRPr lang="en-US"/>
        </a:p>
      </dgm:t>
    </dgm:pt>
    <dgm:pt modelId="{1C964462-3076-4FCD-9360-A64A09DC8DFC}" type="pres">
      <dgm:prSet presAssocID="{BEA3DA15-3CF7-4B4F-AF00-FA7C16A032D8}" presName="negativeSpace" presStyleCnt="0"/>
      <dgm:spPr/>
    </dgm:pt>
    <dgm:pt modelId="{01019263-401E-4956-9907-6F0C44C172C4}" type="pres">
      <dgm:prSet presAssocID="{BEA3DA15-3CF7-4B4F-AF00-FA7C16A032D8}" presName="childText" presStyleLbl="conFgAcc1" presStyleIdx="0" presStyleCnt="4">
        <dgm:presLayoutVars>
          <dgm:bulletEnabled val="1"/>
        </dgm:presLayoutVars>
      </dgm:prSet>
      <dgm:spPr/>
    </dgm:pt>
    <dgm:pt modelId="{0E65C77C-0538-4B13-A9D7-7EC34C974ACD}" type="pres">
      <dgm:prSet presAssocID="{3CD2F212-89AB-4885-936D-EE6974083621}" presName="spaceBetweenRectangles" presStyleCnt="0"/>
      <dgm:spPr/>
    </dgm:pt>
    <dgm:pt modelId="{F4F1A2C4-062A-4718-9CA6-5D503C30133C}" type="pres">
      <dgm:prSet presAssocID="{C339A91E-4649-4DD4-B8BD-7C18D750D527}" presName="parentLin" presStyleCnt="0"/>
      <dgm:spPr/>
    </dgm:pt>
    <dgm:pt modelId="{84F64E13-FAEB-4048-9ED5-73F642A5301D}" type="pres">
      <dgm:prSet presAssocID="{C339A91E-4649-4DD4-B8BD-7C18D750D527}" presName="parentLeftMargin" presStyleLbl="node1" presStyleIdx="0" presStyleCnt="4"/>
      <dgm:spPr/>
      <dgm:t>
        <a:bodyPr/>
        <a:lstStyle/>
        <a:p>
          <a:endParaRPr lang="en-US"/>
        </a:p>
      </dgm:t>
    </dgm:pt>
    <dgm:pt modelId="{B069C454-A7AC-4BB1-9240-A3E9A2547EE3}" type="pres">
      <dgm:prSet presAssocID="{C339A91E-4649-4DD4-B8BD-7C18D750D527}" presName="parentText" presStyleLbl="node1" presStyleIdx="1" presStyleCnt="4">
        <dgm:presLayoutVars>
          <dgm:chMax val="0"/>
          <dgm:bulletEnabled val="1"/>
        </dgm:presLayoutVars>
      </dgm:prSet>
      <dgm:spPr/>
      <dgm:t>
        <a:bodyPr/>
        <a:lstStyle/>
        <a:p>
          <a:endParaRPr lang="en-US"/>
        </a:p>
      </dgm:t>
    </dgm:pt>
    <dgm:pt modelId="{23FE1F6C-4D77-4453-9F44-9D89468F38CC}" type="pres">
      <dgm:prSet presAssocID="{C339A91E-4649-4DD4-B8BD-7C18D750D527}" presName="negativeSpace" presStyleCnt="0"/>
      <dgm:spPr/>
    </dgm:pt>
    <dgm:pt modelId="{C142E485-CFC4-4435-8319-B530D6BEB29A}" type="pres">
      <dgm:prSet presAssocID="{C339A91E-4649-4DD4-B8BD-7C18D750D527}" presName="childText" presStyleLbl="conFgAcc1" presStyleIdx="1" presStyleCnt="4">
        <dgm:presLayoutVars>
          <dgm:bulletEnabled val="1"/>
        </dgm:presLayoutVars>
      </dgm:prSet>
      <dgm:spPr/>
    </dgm:pt>
    <dgm:pt modelId="{EE334284-011B-411B-9C8A-F00357280B80}" type="pres">
      <dgm:prSet presAssocID="{55821CE9-9487-4F16-9A10-90CD261F5E3B}" presName="spaceBetweenRectangles" presStyleCnt="0"/>
      <dgm:spPr/>
    </dgm:pt>
    <dgm:pt modelId="{84812BCD-FF15-4DD0-A657-E14F3BBC55E2}" type="pres">
      <dgm:prSet presAssocID="{FBD023F5-6FB7-423F-8E6A-4680DA4ED571}" presName="parentLin" presStyleCnt="0"/>
      <dgm:spPr/>
    </dgm:pt>
    <dgm:pt modelId="{6AEB2525-6F2E-449F-A808-56E011906782}" type="pres">
      <dgm:prSet presAssocID="{FBD023F5-6FB7-423F-8E6A-4680DA4ED571}" presName="parentLeftMargin" presStyleLbl="node1" presStyleIdx="1" presStyleCnt="4"/>
      <dgm:spPr/>
      <dgm:t>
        <a:bodyPr/>
        <a:lstStyle/>
        <a:p>
          <a:endParaRPr lang="en-US"/>
        </a:p>
      </dgm:t>
    </dgm:pt>
    <dgm:pt modelId="{94AF16F4-FA25-45F8-A7F5-1262A4F01371}" type="pres">
      <dgm:prSet presAssocID="{FBD023F5-6FB7-423F-8E6A-4680DA4ED571}" presName="parentText" presStyleLbl="node1" presStyleIdx="2" presStyleCnt="4">
        <dgm:presLayoutVars>
          <dgm:chMax val="0"/>
          <dgm:bulletEnabled val="1"/>
        </dgm:presLayoutVars>
      </dgm:prSet>
      <dgm:spPr/>
      <dgm:t>
        <a:bodyPr/>
        <a:lstStyle/>
        <a:p>
          <a:endParaRPr lang="en-US"/>
        </a:p>
      </dgm:t>
    </dgm:pt>
    <dgm:pt modelId="{64BAAC5F-F598-44C9-B974-4A8CDB24D504}" type="pres">
      <dgm:prSet presAssocID="{FBD023F5-6FB7-423F-8E6A-4680DA4ED571}" presName="negativeSpace" presStyleCnt="0"/>
      <dgm:spPr/>
    </dgm:pt>
    <dgm:pt modelId="{6482EEA0-7A1A-4219-9DFC-86AA0913F733}" type="pres">
      <dgm:prSet presAssocID="{FBD023F5-6FB7-423F-8E6A-4680DA4ED571}" presName="childText" presStyleLbl="conFgAcc1" presStyleIdx="2" presStyleCnt="4">
        <dgm:presLayoutVars>
          <dgm:bulletEnabled val="1"/>
        </dgm:presLayoutVars>
      </dgm:prSet>
      <dgm:spPr/>
    </dgm:pt>
    <dgm:pt modelId="{31CEF360-E275-4A0B-9392-8CFFF7542BC6}" type="pres">
      <dgm:prSet presAssocID="{EAC8BC7A-B4FA-4600-9BBA-115A12DE9653}" presName="spaceBetweenRectangles" presStyleCnt="0"/>
      <dgm:spPr/>
    </dgm:pt>
    <dgm:pt modelId="{78A2B276-1CCB-4719-A17E-D5F2DD7CD19C}" type="pres">
      <dgm:prSet presAssocID="{2CE5035F-C21A-485B-A39F-1F28370A8189}" presName="parentLin" presStyleCnt="0"/>
      <dgm:spPr/>
    </dgm:pt>
    <dgm:pt modelId="{2CA6E01D-611E-4138-9035-A0D4F6AA07BF}" type="pres">
      <dgm:prSet presAssocID="{2CE5035F-C21A-485B-A39F-1F28370A8189}" presName="parentLeftMargin" presStyleLbl="node1" presStyleIdx="2" presStyleCnt="4"/>
      <dgm:spPr/>
      <dgm:t>
        <a:bodyPr/>
        <a:lstStyle/>
        <a:p>
          <a:endParaRPr lang="en-US"/>
        </a:p>
      </dgm:t>
    </dgm:pt>
    <dgm:pt modelId="{35ADE2FC-16F4-4C94-84B1-578444EAEFDE}" type="pres">
      <dgm:prSet presAssocID="{2CE5035F-C21A-485B-A39F-1F28370A8189}" presName="parentText" presStyleLbl="node1" presStyleIdx="3" presStyleCnt="4">
        <dgm:presLayoutVars>
          <dgm:chMax val="0"/>
          <dgm:bulletEnabled val="1"/>
        </dgm:presLayoutVars>
      </dgm:prSet>
      <dgm:spPr/>
      <dgm:t>
        <a:bodyPr/>
        <a:lstStyle/>
        <a:p>
          <a:endParaRPr lang="en-US"/>
        </a:p>
      </dgm:t>
    </dgm:pt>
    <dgm:pt modelId="{D4C5272F-7213-49F6-A9A7-07042EF4395B}" type="pres">
      <dgm:prSet presAssocID="{2CE5035F-C21A-485B-A39F-1F28370A8189}" presName="negativeSpace" presStyleCnt="0"/>
      <dgm:spPr/>
    </dgm:pt>
    <dgm:pt modelId="{1E1AA488-679B-4493-900C-69CFF7BAC182}" type="pres">
      <dgm:prSet presAssocID="{2CE5035F-C21A-485B-A39F-1F28370A8189}" presName="childText" presStyleLbl="conFgAcc1" presStyleIdx="3" presStyleCnt="4">
        <dgm:presLayoutVars>
          <dgm:bulletEnabled val="1"/>
        </dgm:presLayoutVars>
      </dgm:prSet>
      <dgm:spPr/>
    </dgm:pt>
  </dgm:ptLst>
  <dgm:cxnLst>
    <dgm:cxn modelId="{5FD40660-D288-4610-B918-23971DCF4665}" type="presOf" srcId="{FBD023F5-6FB7-423F-8E6A-4680DA4ED571}" destId="{6AEB2525-6F2E-449F-A808-56E011906782}" srcOrd="0" destOrd="0" presId="urn:microsoft.com/office/officeart/2005/8/layout/list1"/>
    <dgm:cxn modelId="{C0F17D8E-AE37-48A7-9104-81EF9AEE3B27}" srcId="{9B626B80-8F73-4AAD-8FC5-F9645CC09CE3}" destId="{C339A91E-4649-4DD4-B8BD-7C18D750D527}" srcOrd="1" destOrd="0" parTransId="{F8EBE539-1300-49B2-8A84-2432C1DDBF1D}" sibTransId="{55821CE9-9487-4F16-9A10-90CD261F5E3B}"/>
    <dgm:cxn modelId="{A438D6F0-D197-48AB-8335-AD961659A838}" srcId="{9B626B80-8F73-4AAD-8FC5-F9645CC09CE3}" destId="{2CE5035F-C21A-485B-A39F-1F28370A8189}" srcOrd="3" destOrd="0" parTransId="{F82CE628-EFC0-4C30-950E-34C24D026C3F}" sibTransId="{B0FF177F-9F7B-4513-A0D6-FD448D9634BE}"/>
    <dgm:cxn modelId="{11EFB3F1-11E4-434C-B3F0-9DFDBEF230D4}" srcId="{9B626B80-8F73-4AAD-8FC5-F9645CC09CE3}" destId="{FBD023F5-6FB7-423F-8E6A-4680DA4ED571}" srcOrd="2" destOrd="0" parTransId="{E8A74F5F-ABC8-4C1D-8664-19978842BE1E}" sibTransId="{EAC8BC7A-B4FA-4600-9BBA-115A12DE9653}"/>
    <dgm:cxn modelId="{E72514A4-D4FD-41B5-A435-0D7F9A24CDE7}" type="presOf" srcId="{BEA3DA15-3CF7-4B4F-AF00-FA7C16A032D8}" destId="{D5E91410-C66F-49FC-9D48-B06B1458502D}" srcOrd="1" destOrd="0" presId="urn:microsoft.com/office/officeart/2005/8/layout/list1"/>
    <dgm:cxn modelId="{1D343A73-4633-4610-AD80-5FD828A12C43}" type="presOf" srcId="{9B626B80-8F73-4AAD-8FC5-F9645CC09CE3}" destId="{0276D049-5722-41BA-9CA9-62B906630469}" srcOrd="0" destOrd="0" presId="urn:microsoft.com/office/officeart/2005/8/layout/list1"/>
    <dgm:cxn modelId="{C1AD02E7-C5A0-4DB5-AF17-42E39D0FBE52}" type="presOf" srcId="{2CE5035F-C21A-485B-A39F-1F28370A8189}" destId="{35ADE2FC-16F4-4C94-84B1-578444EAEFDE}" srcOrd="1" destOrd="0" presId="urn:microsoft.com/office/officeart/2005/8/layout/list1"/>
    <dgm:cxn modelId="{836F1312-F472-472D-BA7E-62E2D79C4A15}" type="presOf" srcId="{BEA3DA15-3CF7-4B4F-AF00-FA7C16A032D8}" destId="{4C871936-84E5-4548-BB74-816C63C0CCC3}" srcOrd="0" destOrd="0" presId="urn:microsoft.com/office/officeart/2005/8/layout/list1"/>
    <dgm:cxn modelId="{793DC46B-D7A6-4F7F-B987-DC434546AC1C}" type="presOf" srcId="{C339A91E-4649-4DD4-B8BD-7C18D750D527}" destId="{84F64E13-FAEB-4048-9ED5-73F642A5301D}" srcOrd="0" destOrd="0" presId="urn:microsoft.com/office/officeart/2005/8/layout/list1"/>
    <dgm:cxn modelId="{01B872AF-4B81-43BA-87B4-D59178467149}" type="presOf" srcId="{2CE5035F-C21A-485B-A39F-1F28370A8189}" destId="{2CA6E01D-611E-4138-9035-A0D4F6AA07BF}" srcOrd="0" destOrd="0" presId="urn:microsoft.com/office/officeart/2005/8/layout/list1"/>
    <dgm:cxn modelId="{30090355-4D45-428A-8FAA-030E47FCC41B}" srcId="{9B626B80-8F73-4AAD-8FC5-F9645CC09CE3}" destId="{BEA3DA15-3CF7-4B4F-AF00-FA7C16A032D8}" srcOrd="0" destOrd="0" parTransId="{3E4E2166-0D69-45D4-BCAA-8336F5A70DEF}" sibTransId="{3CD2F212-89AB-4885-936D-EE6974083621}"/>
    <dgm:cxn modelId="{35F0D1B2-81F6-495C-B156-9E8B8AE802CB}" type="presOf" srcId="{FBD023F5-6FB7-423F-8E6A-4680DA4ED571}" destId="{94AF16F4-FA25-45F8-A7F5-1262A4F01371}" srcOrd="1" destOrd="0" presId="urn:microsoft.com/office/officeart/2005/8/layout/list1"/>
    <dgm:cxn modelId="{24B350CC-4C62-4E07-AC53-2CB3A741E35D}" type="presOf" srcId="{C339A91E-4649-4DD4-B8BD-7C18D750D527}" destId="{B069C454-A7AC-4BB1-9240-A3E9A2547EE3}" srcOrd="1" destOrd="0" presId="urn:microsoft.com/office/officeart/2005/8/layout/list1"/>
    <dgm:cxn modelId="{58F2C67D-5FB8-42D7-BF26-26B871ACFECC}" type="presParOf" srcId="{0276D049-5722-41BA-9CA9-62B906630469}" destId="{5DB914B3-E5DA-44C9-B7FE-037D1AB4AE08}" srcOrd="0" destOrd="0" presId="urn:microsoft.com/office/officeart/2005/8/layout/list1"/>
    <dgm:cxn modelId="{7A6016AF-9312-4391-B62A-9F2B2D0142E0}" type="presParOf" srcId="{5DB914B3-E5DA-44C9-B7FE-037D1AB4AE08}" destId="{4C871936-84E5-4548-BB74-816C63C0CCC3}" srcOrd="0" destOrd="0" presId="urn:microsoft.com/office/officeart/2005/8/layout/list1"/>
    <dgm:cxn modelId="{67D64C30-7FB8-4519-B124-DEEA1ECAE756}" type="presParOf" srcId="{5DB914B3-E5DA-44C9-B7FE-037D1AB4AE08}" destId="{D5E91410-C66F-49FC-9D48-B06B1458502D}" srcOrd="1" destOrd="0" presId="urn:microsoft.com/office/officeart/2005/8/layout/list1"/>
    <dgm:cxn modelId="{01EF1311-9BC1-438C-B490-BCE1D78C2872}" type="presParOf" srcId="{0276D049-5722-41BA-9CA9-62B906630469}" destId="{1C964462-3076-4FCD-9360-A64A09DC8DFC}" srcOrd="1" destOrd="0" presId="urn:microsoft.com/office/officeart/2005/8/layout/list1"/>
    <dgm:cxn modelId="{FB0C9E6D-336D-4499-9143-9623ACD4AD1D}" type="presParOf" srcId="{0276D049-5722-41BA-9CA9-62B906630469}" destId="{01019263-401E-4956-9907-6F0C44C172C4}" srcOrd="2" destOrd="0" presId="urn:microsoft.com/office/officeart/2005/8/layout/list1"/>
    <dgm:cxn modelId="{2974D592-7A17-4586-B7C6-C5A50ABE9231}" type="presParOf" srcId="{0276D049-5722-41BA-9CA9-62B906630469}" destId="{0E65C77C-0538-4B13-A9D7-7EC34C974ACD}" srcOrd="3" destOrd="0" presId="urn:microsoft.com/office/officeart/2005/8/layout/list1"/>
    <dgm:cxn modelId="{48639F9A-B7F5-4759-B225-577D93F5DC6C}" type="presParOf" srcId="{0276D049-5722-41BA-9CA9-62B906630469}" destId="{F4F1A2C4-062A-4718-9CA6-5D503C30133C}" srcOrd="4" destOrd="0" presId="urn:microsoft.com/office/officeart/2005/8/layout/list1"/>
    <dgm:cxn modelId="{44D92095-54E4-408A-A9AA-1B53493D200C}" type="presParOf" srcId="{F4F1A2C4-062A-4718-9CA6-5D503C30133C}" destId="{84F64E13-FAEB-4048-9ED5-73F642A5301D}" srcOrd="0" destOrd="0" presId="urn:microsoft.com/office/officeart/2005/8/layout/list1"/>
    <dgm:cxn modelId="{3E4D1F30-C64F-4757-9100-668BF520C41A}" type="presParOf" srcId="{F4F1A2C4-062A-4718-9CA6-5D503C30133C}" destId="{B069C454-A7AC-4BB1-9240-A3E9A2547EE3}" srcOrd="1" destOrd="0" presId="urn:microsoft.com/office/officeart/2005/8/layout/list1"/>
    <dgm:cxn modelId="{6275650A-F890-4C01-90C4-2FA6F9F6F35E}" type="presParOf" srcId="{0276D049-5722-41BA-9CA9-62B906630469}" destId="{23FE1F6C-4D77-4453-9F44-9D89468F38CC}" srcOrd="5" destOrd="0" presId="urn:microsoft.com/office/officeart/2005/8/layout/list1"/>
    <dgm:cxn modelId="{BA25E213-21E7-4389-905F-F62748C6B8E8}" type="presParOf" srcId="{0276D049-5722-41BA-9CA9-62B906630469}" destId="{C142E485-CFC4-4435-8319-B530D6BEB29A}" srcOrd="6" destOrd="0" presId="urn:microsoft.com/office/officeart/2005/8/layout/list1"/>
    <dgm:cxn modelId="{FA834741-FBC4-4555-8C21-3B06862A8ABC}" type="presParOf" srcId="{0276D049-5722-41BA-9CA9-62B906630469}" destId="{EE334284-011B-411B-9C8A-F00357280B80}" srcOrd="7" destOrd="0" presId="urn:microsoft.com/office/officeart/2005/8/layout/list1"/>
    <dgm:cxn modelId="{67890336-418D-444A-8E75-E351B857E800}" type="presParOf" srcId="{0276D049-5722-41BA-9CA9-62B906630469}" destId="{84812BCD-FF15-4DD0-A657-E14F3BBC55E2}" srcOrd="8" destOrd="0" presId="urn:microsoft.com/office/officeart/2005/8/layout/list1"/>
    <dgm:cxn modelId="{DA8CBF14-106B-462A-A7C3-B1B07C371F5A}" type="presParOf" srcId="{84812BCD-FF15-4DD0-A657-E14F3BBC55E2}" destId="{6AEB2525-6F2E-449F-A808-56E011906782}" srcOrd="0" destOrd="0" presId="urn:microsoft.com/office/officeart/2005/8/layout/list1"/>
    <dgm:cxn modelId="{DC98F771-E5AF-40B6-826B-9F0A52DE79CD}" type="presParOf" srcId="{84812BCD-FF15-4DD0-A657-E14F3BBC55E2}" destId="{94AF16F4-FA25-45F8-A7F5-1262A4F01371}" srcOrd="1" destOrd="0" presId="urn:microsoft.com/office/officeart/2005/8/layout/list1"/>
    <dgm:cxn modelId="{76030ADA-081C-47E0-B070-29450C74219F}" type="presParOf" srcId="{0276D049-5722-41BA-9CA9-62B906630469}" destId="{64BAAC5F-F598-44C9-B974-4A8CDB24D504}" srcOrd="9" destOrd="0" presId="urn:microsoft.com/office/officeart/2005/8/layout/list1"/>
    <dgm:cxn modelId="{22A47EBA-D8B0-4072-9B0D-7035DECFE390}" type="presParOf" srcId="{0276D049-5722-41BA-9CA9-62B906630469}" destId="{6482EEA0-7A1A-4219-9DFC-86AA0913F733}" srcOrd="10" destOrd="0" presId="urn:microsoft.com/office/officeart/2005/8/layout/list1"/>
    <dgm:cxn modelId="{FA67F8E7-EA85-4ADB-8EE3-5BE0D761714B}" type="presParOf" srcId="{0276D049-5722-41BA-9CA9-62B906630469}" destId="{31CEF360-E275-4A0B-9392-8CFFF7542BC6}" srcOrd="11" destOrd="0" presId="urn:microsoft.com/office/officeart/2005/8/layout/list1"/>
    <dgm:cxn modelId="{E697CBE8-DBB6-4DF0-ADD0-9E2BA1FB258A}" type="presParOf" srcId="{0276D049-5722-41BA-9CA9-62B906630469}" destId="{78A2B276-1CCB-4719-A17E-D5F2DD7CD19C}" srcOrd="12" destOrd="0" presId="urn:microsoft.com/office/officeart/2005/8/layout/list1"/>
    <dgm:cxn modelId="{B7B0EA68-7781-40F2-A8C0-26677F9E6778}" type="presParOf" srcId="{78A2B276-1CCB-4719-A17E-D5F2DD7CD19C}" destId="{2CA6E01D-611E-4138-9035-A0D4F6AA07BF}" srcOrd="0" destOrd="0" presId="urn:microsoft.com/office/officeart/2005/8/layout/list1"/>
    <dgm:cxn modelId="{C28BC711-72A9-4103-99DF-DB1BE2EE16DF}" type="presParOf" srcId="{78A2B276-1CCB-4719-A17E-D5F2DD7CD19C}" destId="{35ADE2FC-16F4-4C94-84B1-578444EAEFDE}" srcOrd="1" destOrd="0" presId="urn:microsoft.com/office/officeart/2005/8/layout/list1"/>
    <dgm:cxn modelId="{D9F54A54-9568-43E6-852D-8D8880CBC315}" type="presParOf" srcId="{0276D049-5722-41BA-9CA9-62B906630469}" destId="{D4C5272F-7213-49F6-A9A7-07042EF4395B}" srcOrd="13" destOrd="0" presId="urn:microsoft.com/office/officeart/2005/8/layout/list1"/>
    <dgm:cxn modelId="{C6D8C35B-3BC8-4815-9182-901FC5CC8268}" type="presParOf" srcId="{0276D049-5722-41BA-9CA9-62B906630469}" destId="{1E1AA488-679B-4493-900C-69CFF7BAC182}"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F71B89B-BBBB-4D8E-9DD2-FA4B213EFD98}" type="doc">
      <dgm:prSet loTypeId="urn:microsoft.com/office/officeart/2005/8/layout/list1" loCatId="list" qsTypeId="urn:microsoft.com/office/officeart/2005/8/quickstyle/3d1" qsCatId="3D" csTypeId="urn:microsoft.com/office/officeart/2005/8/colors/colorful1" csCatId="colorful" phldr="1"/>
      <dgm:spPr/>
      <dgm:t>
        <a:bodyPr/>
        <a:lstStyle/>
        <a:p>
          <a:endParaRPr lang="en-US"/>
        </a:p>
      </dgm:t>
    </dgm:pt>
    <dgm:pt modelId="{2321140C-F4F4-409E-BDB9-E9C111704A69}">
      <dgm:prSet phldrT="[Text]" custT="1"/>
      <dgm:spPr/>
      <dgm:t>
        <a:bodyPr/>
        <a:lstStyle/>
        <a:p>
          <a:r>
            <a:rPr lang="en-US" sz="2400" dirty="0" smtClean="0"/>
            <a:t>Discuss current state of the art of the technology, everything it can do, research niches, major achievements</a:t>
          </a:r>
          <a:endParaRPr lang="en-US" sz="2400" dirty="0"/>
        </a:p>
      </dgm:t>
    </dgm:pt>
    <dgm:pt modelId="{A6FCEC44-E19E-451A-94E6-11D8D2644634}" type="parTrans" cxnId="{183D6668-FB4A-4D3B-8C81-678B738440F3}">
      <dgm:prSet/>
      <dgm:spPr/>
      <dgm:t>
        <a:bodyPr/>
        <a:lstStyle/>
        <a:p>
          <a:endParaRPr lang="en-US"/>
        </a:p>
      </dgm:t>
    </dgm:pt>
    <dgm:pt modelId="{130172CB-ACC4-4F23-BBB5-9EBE5F1F6AD3}" type="sibTrans" cxnId="{183D6668-FB4A-4D3B-8C81-678B738440F3}">
      <dgm:prSet/>
      <dgm:spPr/>
      <dgm:t>
        <a:bodyPr/>
        <a:lstStyle/>
        <a:p>
          <a:endParaRPr lang="en-US"/>
        </a:p>
      </dgm:t>
    </dgm:pt>
    <dgm:pt modelId="{86E48902-4A4B-4AE0-B9E9-4D7FC35DA76E}">
      <dgm:prSet phldrT="[Text]" custT="1"/>
      <dgm:spPr/>
      <dgm:t>
        <a:bodyPr/>
        <a:lstStyle/>
        <a:p>
          <a:r>
            <a:rPr lang="en-US" sz="2400" dirty="0" smtClean="0"/>
            <a:t>Discuss latest research studies on the tech</a:t>
          </a:r>
          <a:endParaRPr lang="en-US" sz="2400" dirty="0"/>
        </a:p>
      </dgm:t>
    </dgm:pt>
    <dgm:pt modelId="{FE6728F4-09B1-4C1D-B57D-2DE7D6AF0A4F}" type="parTrans" cxnId="{C09B2E57-C7CB-4E35-B73E-CCD9F165347C}">
      <dgm:prSet/>
      <dgm:spPr/>
      <dgm:t>
        <a:bodyPr/>
        <a:lstStyle/>
        <a:p>
          <a:endParaRPr lang="en-US"/>
        </a:p>
      </dgm:t>
    </dgm:pt>
    <dgm:pt modelId="{629DF2A4-0F9E-4AA8-856A-49FA01F7D2A2}" type="sibTrans" cxnId="{C09B2E57-C7CB-4E35-B73E-CCD9F165347C}">
      <dgm:prSet/>
      <dgm:spPr/>
      <dgm:t>
        <a:bodyPr/>
        <a:lstStyle/>
        <a:p>
          <a:endParaRPr lang="en-US"/>
        </a:p>
      </dgm:t>
    </dgm:pt>
    <dgm:pt modelId="{BCEB2DD9-A954-4D49-BA25-239692052E77}">
      <dgm:prSet phldrT="[Text]" custT="1"/>
      <dgm:spPr/>
      <dgm:t>
        <a:bodyPr/>
        <a:lstStyle/>
        <a:p>
          <a:r>
            <a:rPr lang="en-US" sz="2400" dirty="0" smtClean="0"/>
            <a:t>Discuss the studies method wise and feature wise</a:t>
          </a:r>
          <a:endParaRPr lang="en-US" sz="2400" dirty="0"/>
        </a:p>
      </dgm:t>
    </dgm:pt>
    <dgm:pt modelId="{1DEA32AD-705B-4FFC-9A69-251CDB47D81C}" type="parTrans" cxnId="{A9BBB4E2-FD76-49E6-BBA9-B9971FD0C837}">
      <dgm:prSet/>
      <dgm:spPr/>
      <dgm:t>
        <a:bodyPr/>
        <a:lstStyle/>
        <a:p>
          <a:endParaRPr lang="en-US"/>
        </a:p>
      </dgm:t>
    </dgm:pt>
    <dgm:pt modelId="{2EEAE4D2-3A74-4380-BE49-E1A94EC4B54D}" type="sibTrans" cxnId="{A9BBB4E2-FD76-49E6-BBA9-B9971FD0C837}">
      <dgm:prSet/>
      <dgm:spPr/>
      <dgm:t>
        <a:bodyPr/>
        <a:lstStyle/>
        <a:p>
          <a:endParaRPr lang="en-US"/>
        </a:p>
      </dgm:t>
    </dgm:pt>
    <dgm:pt modelId="{ABCB6585-C716-49B8-98D6-3CAC2867F2EA}">
      <dgm:prSet phldrT="[Text]" custT="1"/>
      <dgm:spPr/>
      <dgm:t>
        <a:bodyPr/>
        <a:lstStyle/>
        <a:p>
          <a:r>
            <a:rPr lang="en-US" sz="2400" dirty="0" smtClean="0"/>
            <a:t>Discuss limitations/weaknesses  of the studies acknowledging their contribution</a:t>
          </a:r>
          <a:endParaRPr lang="en-US" sz="2400" dirty="0"/>
        </a:p>
      </dgm:t>
    </dgm:pt>
    <dgm:pt modelId="{C4EFB7F5-5BAF-45EE-98AE-75592A26B87B}" type="parTrans" cxnId="{A418F713-3383-4371-8B11-75344232335B}">
      <dgm:prSet/>
      <dgm:spPr/>
      <dgm:t>
        <a:bodyPr/>
        <a:lstStyle/>
        <a:p>
          <a:endParaRPr lang="en-US"/>
        </a:p>
      </dgm:t>
    </dgm:pt>
    <dgm:pt modelId="{6FD687B3-13F4-4C7A-96B4-5CE38B3AEFB6}" type="sibTrans" cxnId="{A418F713-3383-4371-8B11-75344232335B}">
      <dgm:prSet/>
      <dgm:spPr/>
      <dgm:t>
        <a:bodyPr/>
        <a:lstStyle/>
        <a:p>
          <a:endParaRPr lang="en-US"/>
        </a:p>
      </dgm:t>
    </dgm:pt>
    <dgm:pt modelId="{ADFEF89E-940B-4C1F-ACE6-C399D78E5C20}" type="pres">
      <dgm:prSet presAssocID="{0F71B89B-BBBB-4D8E-9DD2-FA4B213EFD98}" presName="linear" presStyleCnt="0">
        <dgm:presLayoutVars>
          <dgm:dir/>
          <dgm:animLvl val="lvl"/>
          <dgm:resizeHandles val="exact"/>
        </dgm:presLayoutVars>
      </dgm:prSet>
      <dgm:spPr/>
      <dgm:t>
        <a:bodyPr/>
        <a:lstStyle/>
        <a:p>
          <a:endParaRPr lang="en-US"/>
        </a:p>
      </dgm:t>
    </dgm:pt>
    <dgm:pt modelId="{28CCE558-D0C0-43D4-81ED-7DC9C25707C2}" type="pres">
      <dgm:prSet presAssocID="{2321140C-F4F4-409E-BDB9-E9C111704A69}" presName="parentLin" presStyleCnt="0"/>
      <dgm:spPr/>
    </dgm:pt>
    <dgm:pt modelId="{3D6DDBC2-90A5-4C81-B06A-A121638EACFA}" type="pres">
      <dgm:prSet presAssocID="{2321140C-F4F4-409E-BDB9-E9C111704A69}" presName="parentLeftMargin" presStyleLbl="node1" presStyleIdx="0" presStyleCnt="4"/>
      <dgm:spPr/>
      <dgm:t>
        <a:bodyPr/>
        <a:lstStyle/>
        <a:p>
          <a:endParaRPr lang="en-US"/>
        </a:p>
      </dgm:t>
    </dgm:pt>
    <dgm:pt modelId="{43655E81-CE09-489F-B46F-B1DECF7AF08E}" type="pres">
      <dgm:prSet presAssocID="{2321140C-F4F4-409E-BDB9-E9C111704A69}" presName="parentText" presStyleLbl="node1" presStyleIdx="0" presStyleCnt="4" custScaleX="118230" custScaleY="127546">
        <dgm:presLayoutVars>
          <dgm:chMax val="0"/>
          <dgm:bulletEnabled val="1"/>
        </dgm:presLayoutVars>
      </dgm:prSet>
      <dgm:spPr/>
      <dgm:t>
        <a:bodyPr/>
        <a:lstStyle/>
        <a:p>
          <a:endParaRPr lang="en-US"/>
        </a:p>
      </dgm:t>
    </dgm:pt>
    <dgm:pt modelId="{0E9D7AF2-B4E0-4DCF-8A3F-A280E75C2014}" type="pres">
      <dgm:prSet presAssocID="{2321140C-F4F4-409E-BDB9-E9C111704A69}" presName="negativeSpace" presStyleCnt="0"/>
      <dgm:spPr/>
    </dgm:pt>
    <dgm:pt modelId="{6935B9CF-E1E0-45A0-8CBC-E5AE22F3B475}" type="pres">
      <dgm:prSet presAssocID="{2321140C-F4F4-409E-BDB9-E9C111704A69}" presName="childText" presStyleLbl="conFgAcc1" presStyleIdx="0" presStyleCnt="4">
        <dgm:presLayoutVars>
          <dgm:bulletEnabled val="1"/>
        </dgm:presLayoutVars>
      </dgm:prSet>
      <dgm:spPr/>
    </dgm:pt>
    <dgm:pt modelId="{220CB434-1891-452E-8BFF-68EAC566D282}" type="pres">
      <dgm:prSet presAssocID="{130172CB-ACC4-4F23-BBB5-9EBE5F1F6AD3}" presName="spaceBetweenRectangles" presStyleCnt="0"/>
      <dgm:spPr/>
    </dgm:pt>
    <dgm:pt modelId="{92502114-F095-41B5-89FF-75AB9F2C3A2B}" type="pres">
      <dgm:prSet presAssocID="{86E48902-4A4B-4AE0-B9E9-4D7FC35DA76E}" presName="parentLin" presStyleCnt="0"/>
      <dgm:spPr/>
    </dgm:pt>
    <dgm:pt modelId="{087B2492-F61C-43E6-BE0E-9CD1F147C27E}" type="pres">
      <dgm:prSet presAssocID="{86E48902-4A4B-4AE0-B9E9-4D7FC35DA76E}" presName="parentLeftMargin" presStyleLbl="node1" presStyleIdx="0" presStyleCnt="4"/>
      <dgm:spPr/>
      <dgm:t>
        <a:bodyPr/>
        <a:lstStyle/>
        <a:p>
          <a:endParaRPr lang="en-US"/>
        </a:p>
      </dgm:t>
    </dgm:pt>
    <dgm:pt modelId="{5DE0F3EA-838C-4CF3-B094-FF2B6ADD6524}" type="pres">
      <dgm:prSet presAssocID="{86E48902-4A4B-4AE0-B9E9-4D7FC35DA76E}" presName="parentText" presStyleLbl="node1" presStyleIdx="1" presStyleCnt="4">
        <dgm:presLayoutVars>
          <dgm:chMax val="0"/>
          <dgm:bulletEnabled val="1"/>
        </dgm:presLayoutVars>
      </dgm:prSet>
      <dgm:spPr/>
      <dgm:t>
        <a:bodyPr/>
        <a:lstStyle/>
        <a:p>
          <a:endParaRPr lang="en-US"/>
        </a:p>
      </dgm:t>
    </dgm:pt>
    <dgm:pt modelId="{D4262519-4399-474C-8C2F-351A905434AB}" type="pres">
      <dgm:prSet presAssocID="{86E48902-4A4B-4AE0-B9E9-4D7FC35DA76E}" presName="negativeSpace" presStyleCnt="0"/>
      <dgm:spPr/>
    </dgm:pt>
    <dgm:pt modelId="{465E098C-6E5F-4113-A879-E109B8E2CBCD}" type="pres">
      <dgm:prSet presAssocID="{86E48902-4A4B-4AE0-B9E9-4D7FC35DA76E}" presName="childText" presStyleLbl="conFgAcc1" presStyleIdx="1" presStyleCnt="4">
        <dgm:presLayoutVars>
          <dgm:bulletEnabled val="1"/>
        </dgm:presLayoutVars>
      </dgm:prSet>
      <dgm:spPr/>
    </dgm:pt>
    <dgm:pt modelId="{7AF9F21F-E21A-4A23-95B6-7DC866451638}" type="pres">
      <dgm:prSet presAssocID="{629DF2A4-0F9E-4AA8-856A-49FA01F7D2A2}" presName="spaceBetweenRectangles" presStyleCnt="0"/>
      <dgm:spPr/>
    </dgm:pt>
    <dgm:pt modelId="{13ED20F8-AE5A-4F5C-9D4D-D7DDAE1A78F1}" type="pres">
      <dgm:prSet presAssocID="{BCEB2DD9-A954-4D49-BA25-239692052E77}" presName="parentLin" presStyleCnt="0"/>
      <dgm:spPr/>
    </dgm:pt>
    <dgm:pt modelId="{7CA39FAB-8E65-4EB1-943F-AA86680D586B}" type="pres">
      <dgm:prSet presAssocID="{BCEB2DD9-A954-4D49-BA25-239692052E77}" presName="parentLeftMargin" presStyleLbl="node1" presStyleIdx="1" presStyleCnt="4"/>
      <dgm:spPr/>
      <dgm:t>
        <a:bodyPr/>
        <a:lstStyle/>
        <a:p>
          <a:endParaRPr lang="en-US"/>
        </a:p>
      </dgm:t>
    </dgm:pt>
    <dgm:pt modelId="{2D8F9DD4-7713-4C3C-B82F-CD2D4E2C3FA6}" type="pres">
      <dgm:prSet presAssocID="{BCEB2DD9-A954-4D49-BA25-239692052E77}" presName="parentText" presStyleLbl="node1" presStyleIdx="2" presStyleCnt="4">
        <dgm:presLayoutVars>
          <dgm:chMax val="0"/>
          <dgm:bulletEnabled val="1"/>
        </dgm:presLayoutVars>
      </dgm:prSet>
      <dgm:spPr/>
      <dgm:t>
        <a:bodyPr/>
        <a:lstStyle/>
        <a:p>
          <a:endParaRPr lang="en-US"/>
        </a:p>
      </dgm:t>
    </dgm:pt>
    <dgm:pt modelId="{58BE92AD-BD5F-48CA-A21E-F53BF41B6305}" type="pres">
      <dgm:prSet presAssocID="{BCEB2DD9-A954-4D49-BA25-239692052E77}" presName="negativeSpace" presStyleCnt="0"/>
      <dgm:spPr/>
    </dgm:pt>
    <dgm:pt modelId="{E4E6F647-1CEF-4B48-90A8-D49153E5A104}" type="pres">
      <dgm:prSet presAssocID="{BCEB2DD9-A954-4D49-BA25-239692052E77}" presName="childText" presStyleLbl="conFgAcc1" presStyleIdx="2" presStyleCnt="4">
        <dgm:presLayoutVars>
          <dgm:bulletEnabled val="1"/>
        </dgm:presLayoutVars>
      </dgm:prSet>
      <dgm:spPr/>
    </dgm:pt>
    <dgm:pt modelId="{88085B96-F7AD-46DC-AA28-F621DE2FCD5D}" type="pres">
      <dgm:prSet presAssocID="{2EEAE4D2-3A74-4380-BE49-E1A94EC4B54D}" presName="spaceBetweenRectangles" presStyleCnt="0"/>
      <dgm:spPr/>
    </dgm:pt>
    <dgm:pt modelId="{45B336EF-71A0-431A-8BFB-A0D977D2FC10}" type="pres">
      <dgm:prSet presAssocID="{ABCB6585-C716-49B8-98D6-3CAC2867F2EA}" presName="parentLin" presStyleCnt="0"/>
      <dgm:spPr/>
    </dgm:pt>
    <dgm:pt modelId="{F13FC0DC-5AC0-4459-A69C-9159F11B229C}" type="pres">
      <dgm:prSet presAssocID="{ABCB6585-C716-49B8-98D6-3CAC2867F2EA}" presName="parentLeftMargin" presStyleLbl="node1" presStyleIdx="2" presStyleCnt="4"/>
      <dgm:spPr/>
      <dgm:t>
        <a:bodyPr/>
        <a:lstStyle/>
        <a:p>
          <a:endParaRPr lang="en-US"/>
        </a:p>
      </dgm:t>
    </dgm:pt>
    <dgm:pt modelId="{8C50D95F-4247-4A82-92B5-CAD3E910E2B2}" type="pres">
      <dgm:prSet presAssocID="{ABCB6585-C716-49B8-98D6-3CAC2867F2EA}" presName="parentText" presStyleLbl="node1" presStyleIdx="3" presStyleCnt="4" custScaleX="110753" custScaleY="139370">
        <dgm:presLayoutVars>
          <dgm:chMax val="0"/>
          <dgm:bulletEnabled val="1"/>
        </dgm:presLayoutVars>
      </dgm:prSet>
      <dgm:spPr/>
      <dgm:t>
        <a:bodyPr/>
        <a:lstStyle/>
        <a:p>
          <a:endParaRPr lang="en-US"/>
        </a:p>
      </dgm:t>
    </dgm:pt>
    <dgm:pt modelId="{07415914-A195-468A-8875-CCEC9E76E303}" type="pres">
      <dgm:prSet presAssocID="{ABCB6585-C716-49B8-98D6-3CAC2867F2EA}" presName="negativeSpace" presStyleCnt="0"/>
      <dgm:spPr/>
    </dgm:pt>
    <dgm:pt modelId="{CBF97382-835D-41BE-B3BF-CEB1ED933F6D}" type="pres">
      <dgm:prSet presAssocID="{ABCB6585-C716-49B8-98D6-3CAC2867F2EA}" presName="childText" presStyleLbl="conFgAcc1" presStyleIdx="3" presStyleCnt="4">
        <dgm:presLayoutVars>
          <dgm:bulletEnabled val="1"/>
        </dgm:presLayoutVars>
      </dgm:prSet>
      <dgm:spPr/>
    </dgm:pt>
  </dgm:ptLst>
  <dgm:cxnLst>
    <dgm:cxn modelId="{6B5D530B-79C8-44E7-821E-6A98534DB004}" type="presOf" srcId="{BCEB2DD9-A954-4D49-BA25-239692052E77}" destId="{7CA39FAB-8E65-4EB1-943F-AA86680D586B}" srcOrd="0" destOrd="0" presId="urn:microsoft.com/office/officeart/2005/8/layout/list1"/>
    <dgm:cxn modelId="{38959195-9F74-4CC7-AFAB-20FBC24C75FE}" type="presOf" srcId="{ABCB6585-C716-49B8-98D6-3CAC2867F2EA}" destId="{8C50D95F-4247-4A82-92B5-CAD3E910E2B2}" srcOrd="1" destOrd="0" presId="urn:microsoft.com/office/officeart/2005/8/layout/list1"/>
    <dgm:cxn modelId="{071C0D95-4171-4735-A597-77DE33B49863}" type="presOf" srcId="{ABCB6585-C716-49B8-98D6-3CAC2867F2EA}" destId="{F13FC0DC-5AC0-4459-A69C-9159F11B229C}" srcOrd="0" destOrd="0" presId="urn:microsoft.com/office/officeart/2005/8/layout/list1"/>
    <dgm:cxn modelId="{3623F9EE-3E74-4E3D-A11D-E725F4543C6C}" type="presOf" srcId="{2321140C-F4F4-409E-BDB9-E9C111704A69}" destId="{43655E81-CE09-489F-B46F-B1DECF7AF08E}" srcOrd="1" destOrd="0" presId="urn:microsoft.com/office/officeart/2005/8/layout/list1"/>
    <dgm:cxn modelId="{891E8023-C551-46F4-91F7-F2474E9212A9}" type="presOf" srcId="{0F71B89B-BBBB-4D8E-9DD2-FA4B213EFD98}" destId="{ADFEF89E-940B-4C1F-ACE6-C399D78E5C20}" srcOrd="0" destOrd="0" presId="urn:microsoft.com/office/officeart/2005/8/layout/list1"/>
    <dgm:cxn modelId="{27ED2F29-F22B-4A02-8003-A728F583F426}" type="presOf" srcId="{86E48902-4A4B-4AE0-B9E9-4D7FC35DA76E}" destId="{5DE0F3EA-838C-4CF3-B094-FF2B6ADD6524}" srcOrd="1" destOrd="0" presId="urn:microsoft.com/office/officeart/2005/8/layout/list1"/>
    <dgm:cxn modelId="{C09B2E57-C7CB-4E35-B73E-CCD9F165347C}" srcId="{0F71B89B-BBBB-4D8E-9DD2-FA4B213EFD98}" destId="{86E48902-4A4B-4AE0-B9E9-4D7FC35DA76E}" srcOrd="1" destOrd="0" parTransId="{FE6728F4-09B1-4C1D-B57D-2DE7D6AF0A4F}" sibTransId="{629DF2A4-0F9E-4AA8-856A-49FA01F7D2A2}"/>
    <dgm:cxn modelId="{5536B3F5-B2E1-431C-8509-98BAB509BBC8}" type="presOf" srcId="{BCEB2DD9-A954-4D49-BA25-239692052E77}" destId="{2D8F9DD4-7713-4C3C-B82F-CD2D4E2C3FA6}" srcOrd="1" destOrd="0" presId="urn:microsoft.com/office/officeart/2005/8/layout/list1"/>
    <dgm:cxn modelId="{A418F713-3383-4371-8B11-75344232335B}" srcId="{0F71B89B-BBBB-4D8E-9DD2-FA4B213EFD98}" destId="{ABCB6585-C716-49B8-98D6-3CAC2867F2EA}" srcOrd="3" destOrd="0" parTransId="{C4EFB7F5-5BAF-45EE-98AE-75592A26B87B}" sibTransId="{6FD687B3-13F4-4C7A-96B4-5CE38B3AEFB6}"/>
    <dgm:cxn modelId="{E63BE118-427C-4E6B-97AF-15EFC628DCE2}" type="presOf" srcId="{2321140C-F4F4-409E-BDB9-E9C111704A69}" destId="{3D6DDBC2-90A5-4C81-B06A-A121638EACFA}" srcOrd="0" destOrd="0" presId="urn:microsoft.com/office/officeart/2005/8/layout/list1"/>
    <dgm:cxn modelId="{61EA98DE-9765-4B70-B068-55242051929B}" type="presOf" srcId="{86E48902-4A4B-4AE0-B9E9-4D7FC35DA76E}" destId="{087B2492-F61C-43E6-BE0E-9CD1F147C27E}" srcOrd="0" destOrd="0" presId="urn:microsoft.com/office/officeart/2005/8/layout/list1"/>
    <dgm:cxn modelId="{A9BBB4E2-FD76-49E6-BBA9-B9971FD0C837}" srcId="{0F71B89B-BBBB-4D8E-9DD2-FA4B213EFD98}" destId="{BCEB2DD9-A954-4D49-BA25-239692052E77}" srcOrd="2" destOrd="0" parTransId="{1DEA32AD-705B-4FFC-9A69-251CDB47D81C}" sibTransId="{2EEAE4D2-3A74-4380-BE49-E1A94EC4B54D}"/>
    <dgm:cxn modelId="{183D6668-FB4A-4D3B-8C81-678B738440F3}" srcId="{0F71B89B-BBBB-4D8E-9DD2-FA4B213EFD98}" destId="{2321140C-F4F4-409E-BDB9-E9C111704A69}" srcOrd="0" destOrd="0" parTransId="{A6FCEC44-E19E-451A-94E6-11D8D2644634}" sibTransId="{130172CB-ACC4-4F23-BBB5-9EBE5F1F6AD3}"/>
    <dgm:cxn modelId="{02812871-93BA-4C94-A816-39967DB8052D}" type="presParOf" srcId="{ADFEF89E-940B-4C1F-ACE6-C399D78E5C20}" destId="{28CCE558-D0C0-43D4-81ED-7DC9C25707C2}" srcOrd="0" destOrd="0" presId="urn:microsoft.com/office/officeart/2005/8/layout/list1"/>
    <dgm:cxn modelId="{FECF2A1B-4C00-46DD-883A-FE50C5064448}" type="presParOf" srcId="{28CCE558-D0C0-43D4-81ED-7DC9C25707C2}" destId="{3D6DDBC2-90A5-4C81-B06A-A121638EACFA}" srcOrd="0" destOrd="0" presId="urn:microsoft.com/office/officeart/2005/8/layout/list1"/>
    <dgm:cxn modelId="{77069D5D-613D-4308-9696-060B2053CBBE}" type="presParOf" srcId="{28CCE558-D0C0-43D4-81ED-7DC9C25707C2}" destId="{43655E81-CE09-489F-B46F-B1DECF7AF08E}" srcOrd="1" destOrd="0" presId="urn:microsoft.com/office/officeart/2005/8/layout/list1"/>
    <dgm:cxn modelId="{5CE77137-D5B8-446B-87CF-C799906283D4}" type="presParOf" srcId="{ADFEF89E-940B-4C1F-ACE6-C399D78E5C20}" destId="{0E9D7AF2-B4E0-4DCF-8A3F-A280E75C2014}" srcOrd="1" destOrd="0" presId="urn:microsoft.com/office/officeart/2005/8/layout/list1"/>
    <dgm:cxn modelId="{FA1968C5-AAC6-49AB-828B-0B8F7604801E}" type="presParOf" srcId="{ADFEF89E-940B-4C1F-ACE6-C399D78E5C20}" destId="{6935B9CF-E1E0-45A0-8CBC-E5AE22F3B475}" srcOrd="2" destOrd="0" presId="urn:microsoft.com/office/officeart/2005/8/layout/list1"/>
    <dgm:cxn modelId="{BD12F378-46FF-45F1-B533-6D09140941C5}" type="presParOf" srcId="{ADFEF89E-940B-4C1F-ACE6-C399D78E5C20}" destId="{220CB434-1891-452E-8BFF-68EAC566D282}" srcOrd="3" destOrd="0" presId="urn:microsoft.com/office/officeart/2005/8/layout/list1"/>
    <dgm:cxn modelId="{673DCBB6-5348-49A3-90BC-97EE3A607EC8}" type="presParOf" srcId="{ADFEF89E-940B-4C1F-ACE6-C399D78E5C20}" destId="{92502114-F095-41B5-89FF-75AB9F2C3A2B}" srcOrd="4" destOrd="0" presId="urn:microsoft.com/office/officeart/2005/8/layout/list1"/>
    <dgm:cxn modelId="{215CC30F-EAAF-4387-8705-A36E15C06F24}" type="presParOf" srcId="{92502114-F095-41B5-89FF-75AB9F2C3A2B}" destId="{087B2492-F61C-43E6-BE0E-9CD1F147C27E}" srcOrd="0" destOrd="0" presId="urn:microsoft.com/office/officeart/2005/8/layout/list1"/>
    <dgm:cxn modelId="{9AC7DD84-D6B3-4DF8-ACE5-364953750499}" type="presParOf" srcId="{92502114-F095-41B5-89FF-75AB9F2C3A2B}" destId="{5DE0F3EA-838C-4CF3-B094-FF2B6ADD6524}" srcOrd="1" destOrd="0" presId="urn:microsoft.com/office/officeart/2005/8/layout/list1"/>
    <dgm:cxn modelId="{E287404F-B31B-4EC2-89B4-8BEC7BCEFDBD}" type="presParOf" srcId="{ADFEF89E-940B-4C1F-ACE6-C399D78E5C20}" destId="{D4262519-4399-474C-8C2F-351A905434AB}" srcOrd="5" destOrd="0" presId="urn:microsoft.com/office/officeart/2005/8/layout/list1"/>
    <dgm:cxn modelId="{50B68196-91D8-4725-8711-F20A4B8F5EDB}" type="presParOf" srcId="{ADFEF89E-940B-4C1F-ACE6-C399D78E5C20}" destId="{465E098C-6E5F-4113-A879-E109B8E2CBCD}" srcOrd="6" destOrd="0" presId="urn:microsoft.com/office/officeart/2005/8/layout/list1"/>
    <dgm:cxn modelId="{D219174C-A6F2-4B8C-AB1A-F4C3DFF36D7E}" type="presParOf" srcId="{ADFEF89E-940B-4C1F-ACE6-C399D78E5C20}" destId="{7AF9F21F-E21A-4A23-95B6-7DC866451638}" srcOrd="7" destOrd="0" presId="urn:microsoft.com/office/officeart/2005/8/layout/list1"/>
    <dgm:cxn modelId="{21A5691E-F5CD-44B5-A559-CF2DA18652DE}" type="presParOf" srcId="{ADFEF89E-940B-4C1F-ACE6-C399D78E5C20}" destId="{13ED20F8-AE5A-4F5C-9D4D-D7DDAE1A78F1}" srcOrd="8" destOrd="0" presId="urn:microsoft.com/office/officeart/2005/8/layout/list1"/>
    <dgm:cxn modelId="{76971F9D-8C22-4747-9191-6E853620B270}" type="presParOf" srcId="{13ED20F8-AE5A-4F5C-9D4D-D7DDAE1A78F1}" destId="{7CA39FAB-8E65-4EB1-943F-AA86680D586B}" srcOrd="0" destOrd="0" presId="urn:microsoft.com/office/officeart/2005/8/layout/list1"/>
    <dgm:cxn modelId="{C3A2C4A7-1C8A-44A6-AC43-C0CD0CF5EF10}" type="presParOf" srcId="{13ED20F8-AE5A-4F5C-9D4D-D7DDAE1A78F1}" destId="{2D8F9DD4-7713-4C3C-B82F-CD2D4E2C3FA6}" srcOrd="1" destOrd="0" presId="urn:microsoft.com/office/officeart/2005/8/layout/list1"/>
    <dgm:cxn modelId="{00C487FB-313D-4E72-A12D-FECB04392102}" type="presParOf" srcId="{ADFEF89E-940B-4C1F-ACE6-C399D78E5C20}" destId="{58BE92AD-BD5F-48CA-A21E-F53BF41B6305}" srcOrd="9" destOrd="0" presId="urn:microsoft.com/office/officeart/2005/8/layout/list1"/>
    <dgm:cxn modelId="{C9924A0F-9222-41A1-8E9C-908A62291635}" type="presParOf" srcId="{ADFEF89E-940B-4C1F-ACE6-C399D78E5C20}" destId="{E4E6F647-1CEF-4B48-90A8-D49153E5A104}" srcOrd="10" destOrd="0" presId="urn:microsoft.com/office/officeart/2005/8/layout/list1"/>
    <dgm:cxn modelId="{97C24912-13C4-4BF9-8B15-A519945911DE}" type="presParOf" srcId="{ADFEF89E-940B-4C1F-ACE6-C399D78E5C20}" destId="{88085B96-F7AD-46DC-AA28-F621DE2FCD5D}" srcOrd="11" destOrd="0" presId="urn:microsoft.com/office/officeart/2005/8/layout/list1"/>
    <dgm:cxn modelId="{07E67039-A6ED-477F-B6C6-01F3440E75F1}" type="presParOf" srcId="{ADFEF89E-940B-4C1F-ACE6-C399D78E5C20}" destId="{45B336EF-71A0-431A-8BFB-A0D977D2FC10}" srcOrd="12" destOrd="0" presId="urn:microsoft.com/office/officeart/2005/8/layout/list1"/>
    <dgm:cxn modelId="{76AA61B6-3FF5-4280-9987-D3178A8E8226}" type="presParOf" srcId="{45B336EF-71A0-431A-8BFB-A0D977D2FC10}" destId="{F13FC0DC-5AC0-4459-A69C-9159F11B229C}" srcOrd="0" destOrd="0" presId="urn:microsoft.com/office/officeart/2005/8/layout/list1"/>
    <dgm:cxn modelId="{15215BE2-881F-4474-913B-DE6AA49EDD89}" type="presParOf" srcId="{45B336EF-71A0-431A-8BFB-A0D977D2FC10}" destId="{8C50D95F-4247-4A82-92B5-CAD3E910E2B2}" srcOrd="1" destOrd="0" presId="urn:microsoft.com/office/officeart/2005/8/layout/list1"/>
    <dgm:cxn modelId="{FD491259-72D1-439E-B1F4-9FDF1519FD35}" type="presParOf" srcId="{ADFEF89E-940B-4C1F-ACE6-C399D78E5C20}" destId="{07415914-A195-468A-8875-CCEC9E76E303}" srcOrd="13" destOrd="0" presId="urn:microsoft.com/office/officeart/2005/8/layout/list1"/>
    <dgm:cxn modelId="{1138117A-E694-4A5B-AE16-2589699F1DF1}" type="presParOf" srcId="{ADFEF89E-940B-4C1F-ACE6-C399D78E5C20}" destId="{CBF97382-835D-41BE-B3BF-CEB1ED933F6D}"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1123D84-9BF3-47C9-BAC9-54ABFF26064B}" type="doc">
      <dgm:prSet loTypeId="urn:microsoft.com/office/officeart/2005/8/layout/list1" loCatId="list" qsTypeId="urn:microsoft.com/office/officeart/2005/8/quickstyle/3d1" qsCatId="3D" csTypeId="urn:microsoft.com/office/officeart/2005/8/colors/accent2_5" csCatId="accent2" phldr="1"/>
      <dgm:spPr/>
      <dgm:t>
        <a:bodyPr/>
        <a:lstStyle/>
        <a:p>
          <a:endParaRPr lang="en-US"/>
        </a:p>
      </dgm:t>
    </dgm:pt>
    <dgm:pt modelId="{E18AA8A3-A75D-460F-AA70-5B8434AF8019}">
      <dgm:prSet phldrT="[Text]"/>
      <dgm:spPr/>
      <dgm:t>
        <a:bodyPr/>
        <a:lstStyle/>
        <a:p>
          <a:r>
            <a:rPr lang="en-US" dirty="0" smtClean="0"/>
            <a:t>Now create a need for a solution</a:t>
          </a:r>
          <a:endParaRPr lang="en-US" dirty="0"/>
        </a:p>
      </dgm:t>
    </dgm:pt>
    <dgm:pt modelId="{1A6E1F1F-D0BB-4729-9803-8C068BF52321}" type="parTrans" cxnId="{6154C9F4-5B68-4D59-89AC-6F678B9875F6}">
      <dgm:prSet/>
      <dgm:spPr/>
      <dgm:t>
        <a:bodyPr/>
        <a:lstStyle/>
        <a:p>
          <a:endParaRPr lang="en-US"/>
        </a:p>
      </dgm:t>
    </dgm:pt>
    <dgm:pt modelId="{357E8B5A-E035-4969-94E6-A2922B747A1F}" type="sibTrans" cxnId="{6154C9F4-5B68-4D59-89AC-6F678B9875F6}">
      <dgm:prSet/>
      <dgm:spPr/>
      <dgm:t>
        <a:bodyPr/>
        <a:lstStyle/>
        <a:p>
          <a:endParaRPr lang="en-US"/>
        </a:p>
      </dgm:t>
    </dgm:pt>
    <dgm:pt modelId="{D208990C-4CD4-458C-8CBF-850EE135C159}">
      <dgm:prSet phldrT="[Text]"/>
      <dgm:spPr/>
      <dgm:t>
        <a:bodyPr/>
        <a:lstStyle/>
        <a:p>
          <a:r>
            <a:rPr lang="en-US" dirty="0" smtClean="0"/>
            <a:t>End with your research problem</a:t>
          </a:r>
          <a:endParaRPr lang="en-US" dirty="0"/>
        </a:p>
      </dgm:t>
    </dgm:pt>
    <dgm:pt modelId="{0A37ABC6-64B6-4F60-A20A-202532338E24}" type="parTrans" cxnId="{C0CC31F1-184B-4343-8A70-5D295AE98785}">
      <dgm:prSet/>
      <dgm:spPr/>
      <dgm:t>
        <a:bodyPr/>
        <a:lstStyle/>
        <a:p>
          <a:endParaRPr lang="en-US"/>
        </a:p>
      </dgm:t>
    </dgm:pt>
    <dgm:pt modelId="{EEEA4C4E-6F58-449A-8AEC-3632CFA888E6}" type="sibTrans" cxnId="{C0CC31F1-184B-4343-8A70-5D295AE98785}">
      <dgm:prSet/>
      <dgm:spPr/>
      <dgm:t>
        <a:bodyPr/>
        <a:lstStyle/>
        <a:p>
          <a:endParaRPr lang="en-US"/>
        </a:p>
      </dgm:t>
    </dgm:pt>
    <dgm:pt modelId="{AFCE424E-DFBF-462C-9140-CD047A2F0B2B}">
      <dgm:prSet phldrT="[Text]"/>
      <dgm:spPr/>
      <dgm:t>
        <a:bodyPr/>
        <a:lstStyle/>
        <a:p>
          <a:r>
            <a:rPr lang="en-US" dirty="0" smtClean="0"/>
            <a:t>Re-discuss your project objectives</a:t>
          </a:r>
          <a:endParaRPr lang="en-US" dirty="0"/>
        </a:p>
      </dgm:t>
    </dgm:pt>
    <dgm:pt modelId="{BDD804A7-E8F6-464C-B4F5-C3C05A5C866A}" type="parTrans" cxnId="{19748C61-50AD-495C-89F1-44608A391B6E}">
      <dgm:prSet/>
      <dgm:spPr/>
      <dgm:t>
        <a:bodyPr/>
        <a:lstStyle/>
        <a:p>
          <a:endParaRPr lang="en-US"/>
        </a:p>
      </dgm:t>
    </dgm:pt>
    <dgm:pt modelId="{5A315610-EFA7-4EE6-BB92-D246295DC741}" type="sibTrans" cxnId="{19748C61-50AD-495C-89F1-44608A391B6E}">
      <dgm:prSet/>
      <dgm:spPr/>
      <dgm:t>
        <a:bodyPr/>
        <a:lstStyle/>
        <a:p>
          <a:endParaRPr lang="en-US"/>
        </a:p>
      </dgm:t>
    </dgm:pt>
    <dgm:pt modelId="{74DF6248-39BC-4918-A7E0-264683265433}">
      <dgm:prSet phldrT="[Text]"/>
      <dgm:spPr/>
      <dgm:t>
        <a:bodyPr/>
        <a:lstStyle/>
        <a:p>
          <a:r>
            <a:rPr lang="en-US" dirty="0" smtClean="0"/>
            <a:t>Bonus: tools, languages, software packages, etc.</a:t>
          </a:r>
          <a:endParaRPr lang="en-US" dirty="0"/>
        </a:p>
      </dgm:t>
    </dgm:pt>
    <dgm:pt modelId="{5EA17898-F535-4830-A5A6-89C60B6A08B2}" type="parTrans" cxnId="{8212F625-35C6-49CC-9BC4-A52D2FE41734}">
      <dgm:prSet/>
      <dgm:spPr/>
      <dgm:t>
        <a:bodyPr/>
        <a:lstStyle/>
        <a:p>
          <a:endParaRPr lang="en-US"/>
        </a:p>
      </dgm:t>
    </dgm:pt>
    <dgm:pt modelId="{908399CD-5728-4D03-8FFE-24F63679CDCF}" type="sibTrans" cxnId="{8212F625-35C6-49CC-9BC4-A52D2FE41734}">
      <dgm:prSet/>
      <dgm:spPr/>
      <dgm:t>
        <a:bodyPr/>
        <a:lstStyle/>
        <a:p>
          <a:endParaRPr lang="en-US"/>
        </a:p>
      </dgm:t>
    </dgm:pt>
    <dgm:pt modelId="{04DD8F7F-F996-462C-9B3B-FA41D537F79C}" type="pres">
      <dgm:prSet presAssocID="{81123D84-9BF3-47C9-BAC9-54ABFF26064B}" presName="linear" presStyleCnt="0">
        <dgm:presLayoutVars>
          <dgm:dir/>
          <dgm:animLvl val="lvl"/>
          <dgm:resizeHandles val="exact"/>
        </dgm:presLayoutVars>
      </dgm:prSet>
      <dgm:spPr/>
      <dgm:t>
        <a:bodyPr/>
        <a:lstStyle/>
        <a:p>
          <a:endParaRPr lang="en-US"/>
        </a:p>
      </dgm:t>
    </dgm:pt>
    <dgm:pt modelId="{F55E225C-F8EF-4D6B-8929-384271AD0858}" type="pres">
      <dgm:prSet presAssocID="{E18AA8A3-A75D-460F-AA70-5B8434AF8019}" presName="parentLin" presStyleCnt="0"/>
      <dgm:spPr/>
    </dgm:pt>
    <dgm:pt modelId="{B7A54B24-A2F3-4DA4-AA89-F7389E2DEEE1}" type="pres">
      <dgm:prSet presAssocID="{E18AA8A3-A75D-460F-AA70-5B8434AF8019}" presName="parentLeftMargin" presStyleLbl="node1" presStyleIdx="0" presStyleCnt="4"/>
      <dgm:spPr/>
      <dgm:t>
        <a:bodyPr/>
        <a:lstStyle/>
        <a:p>
          <a:endParaRPr lang="en-US"/>
        </a:p>
      </dgm:t>
    </dgm:pt>
    <dgm:pt modelId="{10DBF290-F318-4761-A2F4-73A31F73E05E}" type="pres">
      <dgm:prSet presAssocID="{E18AA8A3-A75D-460F-AA70-5B8434AF8019}" presName="parentText" presStyleLbl="node1" presStyleIdx="0" presStyleCnt="4">
        <dgm:presLayoutVars>
          <dgm:chMax val="0"/>
          <dgm:bulletEnabled val="1"/>
        </dgm:presLayoutVars>
      </dgm:prSet>
      <dgm:spPr/>
      <dgm:t>
        <a:bodyPr/>
        <a:lstStyle/>
        <a:p>
          <a:endParaRPr lang="en-US"/>
        </a:p>
      </dgm:t>
    </dgm:pt>
    <dgm:pt modelId="{5194D14F-5C6F-41DA-9703-0678B44BAE97}" type="pres">
      <dgm:prSet presAssocID="{E18AA8A3-A75D-460F-AA70-5B8434AF8019}" presName="negativeSpace" presStyleCnt="0"/>
      <dgm:spPr/>
    </dgm:pt>
    <dgm:pt modelId="{93680EF7-F445-46FB-AE04-31452114BCF8}" type="pres">
      <dgm:prSet presAssocID="{E18AA8A3-A75D-460F-AA70-5B8434AF8019}" presName="childText" presStyleLbl="conFgAcc1" presStyleIdx="0" presStyleCnt="4">
        <dgm:presLayoutVars>
          <dgm:bulletEnabled val="1"/>
        </dgm:presLayoutVars>
      </dgm:prSet>
      <dgm:spPr/>
    </dgm:pt>
    <dgm:pt modelId="{02F6F8E1-7596-4E3F-BE60-4D9E0AD56287}" type="pres">
      <dgm:prSet presAssocID="{357E8B5A-E035-4969-94E6-A2922B747A1F}" presName="spaceBetweenRectangles" presStyleCnt="0"/>
      <dgm:spPr/>
    </dgm:pt>
    <dgm:pt modelId="{D14BB75A-F8B6-404E-AADF-02CAD128B204}" type="pres">
      <dgm:prSet presAssocID="{D208990C-4CD4-458C-8CBF-850EE135C159}" presName="parentLin" presStyleCnt="0"/>
      <dgm:spPr/>
    </dgm:pt>
    <dgm:pt modelId="{1BA1B215-4F85-4B7D-A1C4-5B6CB69A2AE7}" type="pres">
      <dgm:prSet presAssocID="{D208990C-4CD4-458C-8CBF-850EE135C159}" presName="parentLeftMargin" presStyleLbl="node1" presStyleIdx="0" presStyleCnt="4"/>
      <dgm:spPr/>
      <dgm:t>
        <a:bodyPr/>
        <a:lstStyle/>
        <a:p>
          <a:endParaRPr lang="en-US"/>
        </a:p>
      </dgm:t>
    </dgm:pt>
    <dgm:pt modelId="{6F42BDDA-918A-4DA2-8FAD-AA570313AFF1}" type="pres">
      <dgm:prSet presAssocID="{D208990C-4CD4-458C-8CBF-850EE135C159}" presName="parentText" presStyleLbl="node1" presStyleIdx="1" presStyleCnt="4">
        <dgm:presLayoutVars>
          <dgm:chMax val="0"/>
          <dgm:bulletEnabled val="1"/>
        </dgm:presLayoutVars>
      </dgm:prSet>
      <dgm:spPr/>
      <dgm:t>
        <a:bodyPr/>
        <a:lstStyle/>
        <a:p>
          <a:endParaRPr lang="en-US"/>
        </a:p>
      </dgm:t>
    </dgm:pt>
    <dgm:pt modelId="{504EA39F-A03A-4A07-B692-836DF4201620}" type="pres">
      <dgm:prSet presAssocID="{D208990C-4CD4-458C-8CBF-850EE135C159}" presName="negativeSpace" presStyleCnt="0"/>
      <dgm:spPr/>
    </dgm:pt>
    <dgm:pt modelId="{E73D0F10-1057-4379-B45D-91BD9CD9C910}" type="pres">
      <dgm:prSet presAssocID="{D208990C-4CD4-458C-8CBF-850EE135C159}" presName="childText" presStyleLbl="conFgAcc1" presStyleIdx="1" presStyleCnt="4">
        <dgm:presLayoutVars>
          <dgm:bulletEnabled val="1"/>
        </dgm:presLayoutVars>
      </dgm:prSet>
      <dgm:spPr/>
    </dgm:pt>
    <dgm:pt modelId="{AE1398ED-2FA2-4DFB-B8DA-5DCB11CE8A45}" type="pres">
      <dgm:prSet presAssocID="{EEEA4C4E-6F58-449A-8AEC-3632CFA888E6}" presName="spaceBetweenRectangles" presStyleCnt="0"/>
      <dgm:spPr/>
    </dgm:pt>
    <dgm:pt modelId="{F870524B-4FA7-4D65-B862-D2279E8AA70E}" type="pres">
      <dgm:prSet presAssocID="{AFCE424E-DFBF-462C-9140-CD047A2F0B2B}" presName="parentLin" presStyleCnt="0"/>
      <dgm:spPr/>
    </dgm:pt>
    <dgm:pt modelId="{A93B3B16-4016-4EDA-A85D-68584C59F512}" type="pres">
      <dgm:prSet presAssocID="{AFCE424E-DFBF-462C-9140-CD047A2F0B2B}" presName="parentLeftMargin" presStyleLbl="node1" presStyleIdx="1" presStyleCnt="4"/>
      <dgm:spPr/>
      <dgm:t>
        <a:bodyPr/>
        <a:lstStyle/>
        <a:p>
          <a:endParaRPr lang="en-US"/>
        </a:p>
      </dgm:t>
    </dgm:pt>
    <dgm:pt modelId="{2E0FA199-15C7-4F85-BFCE-4364B87F76DD}" type="pres">
      <dgm:prSet presAssocID="{AFCE424E-DFBF-462C-9140-CD047A2F0B2B}" presName="parentText" presStyleLbl="node1" presStyleIdx="2" presStyleCnt="4">
        <dgm:presLayoutVars>
          <dgm:chMax val="0"/>
          <dgm:bulletEnabled val="1"/>
        </dgm:presLayoutVars>
      </dgm:prSet>
      <dgm:spPr/>
      <dgm:t>
        <a:bodyPr/>
        <a:lstStyle/>
        <a:p>
          <a:endParaRPr lang="en-US"/>
        </a:p>
      </dgm:t>
    </dgm:pt>
    <dgm:pt modelId="{F9707823-CF76-48F3-B2AE-1254472A5E76}" type="pres">
      <dgm:prSet presAssocID="{AFCE424E-DFBF-462C-9140-CD047A2F0B2B}" presName="negativeSpace" presStyleCnt="0"/>
      <dgm:spPr/>
    </dgm:pt>
    <dgm:pt modelId="{AD850E3F-8D1F-47B2-93AB-F58FDA9E8D7B}" type="pres">
      <dgm:prSet presAssocID="{AFCE424E-DFBF-462C-9140-CD047A2F0B2B}" presName="childText" presStyleLbl="conFgAcc1" presStyleIdx="2" presStyleCnt="4">
        <dgm:presLayoutVars>
          <dgm:bulletEnabled val="1"/>
        </dgm:presLayoutVars>
      </dgm:prSet>
      <dgm:spPr/>
    </dgm:pt>
    <dgm:pt modelId="{5E883491-63C7-4500-B565-5AF658E82D76}" type="pres">
      <dgm:prSet presAssocID="{5A315610-EFA7-4EE6-BB92-D246295DC741}" presName="spaceBetweenRectangles" presStyleCnt="0"/>
      <dgm:spPr/>
    </dgm:pt>
    <dgm:pt modelId="{761FFEB0-33F2-4C6E-8EB3-E327AC94D43F}" type="pres">
      <dgm:prSet presAssocID="{74DF6248-39BC-4918-A7E0-264683265433}" presName="parentLin" presStyleCnt="0"/>
      <dgm:spPr/>
    </dgm:pt>
    <dgm:pt modelId="{C265A0F3-709B-4A9A-8816-64267AF62DA6}" type="pres">
      <dgm:prSet presAssocID="{74DF6248-39BC-4918-A7E0-264683265433}" presName="parentLeftMargin" presStyleLbl="node1" presStyleIdx="2" presStyleCnt="4"/>
      <dgm:spPr/>
      <dgm:t>
        <a:bodyPr/>
        <a:lstStyle/>
        <a:p>
          <a:endParaRPr lang="en-US"/>
        </a:p>
      </dgm:t>
    </dgm:pt>
    <dgm:pt modelId="{F2FC62FC-5673-4F24-8E5A-91A19AB1EE34}" type="pres">
      <dgm:prSet presAssocID="{74DF6248-39BC-4918-A7E0-264683265433}" presName="parentText" presStyleLbl="node1" presStyleIdx="3" presStyleCnt="4">
        <dgm:presLayoutVars>
          <dgm:chMax val="0"/>
          <dgm:bulletEnabled val="1"/>
        </dgm:presLayoutVars>
      </dgm:prSet>
      <dgm:spPr/>
      <dgm:t>
        <a:bodyPr/>
        <a:lstStyle/>
        <a:p>
          <a:endParaRPr lang="en-US"/>
        </a:p>
      </dgm:t>
    </dgm:pt>
    <dgm:pt modelId="{C3D51CB7-FF4E-4AD7-AFFA-5305683502CA}" type="pres">
      <dgm:prSet presAssocID="{74DF6248-39BC-4918-A7E0-264683265433}" presName="negativeSpace" presStyleCnt="0"/>
      <dgm:spPr/>
    </dgm:pt>
    <dgm:pt modelId="{BB2383CF-D7B1-4BBD-AEC1-E9372A65C754}" type="pres">
      <dgm:prSet presAssocID="{74DF6248-39BC-4918-A7E0-264683265433}" presName="childText" presStyleLbl="conFgAcc1" presStyleIdx="3" presStyleCnt="4">
        <dgm:presLayoutVars>
          <dgm:bulletEnabled val="1"/>
        </dgm:presLayoutVars>
      </dgm:prSet>
      <dgm:spPr/>
    </dgm:pt>
  </dgm:ptLst>
  <dgm:cxnLst>
    <dgm:cxn modelId="{562566E5-3883-4B5C-8744-EFF91B2D3E12}" type="presOf" srcId="{E18AA8A3-A75D-460F-AA70-5B8434AF8019}" destId="{10DBF290-F318-4761-A2F4-73A31F73E05E}" srcOrd="1" destOrd="0" presId="urn:microsoft.com/office/officeart/2005/8/layout/list1"/>
    <dgm:cxn modelId="{C0CE14EE-D7E2-4A0C-9A98-172056543021}" type="presOf" srcId="{AFCE424E-DFBF-462C-9140-CD047A2F0B2B}" destId="{2E0FA199-15C7-4F85-BFCE-4364B87F76DD}" srcOrd="1" destOrd="0" presId="urn:microsoft.com/office/officeart/2005/8/layout/list1"/>
    <dgm:cxn modelId="{6154C9F4-5B68-4D59-89AC-6F678B9875F6}" srcId="{81123D84-9BF3-47C9-BAC9-54ABFF26064B}" destId="{E18AA8A3-A75D-460F-AA70-5B8434AF8019}" srcOrd="0" destOrd="0" parTransId="{1A6E1F1F-D0BB-4729-9803-8C068BF52321}" sibTransId="{357E8B5A-E035-4969-94E6-A2922B747A1F}"/>
    <dgm:cxn modelId="{E7D10683-52C9-4148-AE82-EC91D4550E89}" type="presOf" srcId="{AFCE424E-DFBF-462C-9140-CD047A2F0B2B}" destId="{A93B3B16-4016-4EDA-A85D-68584C59F512}" srcOrd="0" destOrd="0" presId="urn:microsoft.com/office/officeart/2005/8/layout/list1"/>
    <dgm:cxn modelId="{0BFD5E8A-D18C-494D-BFA8-A0AF3133CB4F}" type="presOf" srcId="{D208990C-4CD4-458C-8CBF-850EE135C159}" destId="{6F42BDDA-918A-4DA2-8FAD-AA570313AFF1}" srcOrd="1" destOrd="0" presId="urn:microsoft.com/office/officeart/2005/8/layout/list1"/>
    <dgm:cxn modelId="{42630571-DCDF-46E6-93C3-88BF4413AE6C}" type="presOf" srcId="{E18AA8A3-A75D-460F-AA70-5B8434AF8019}" destId="{B7A54B24-A2F3-4DA4-AA89-F7389E2DEEE1}" srcOrd="0" destOrd="0" presId="urn:microsoft.com/office/officeart/2005/8/layout/list1"/>
    <dgm:cxn modelId="{FB42EAA4-BF44-421B-B5D6-5405673EFE2D}" type="presOf" srcId="{81123D84-9BF3-47C9-BAC9-54ABFF26064B}" destId="{04DD8F7F-F996-462C-9B3B-FA41D537F79C}" srcOrd="0" destOrd="0" presId="urn:microsoft.com/office/officeart/2005/8/layout/list1"/>
    <dgm:cxn modelId="{49AADF98-F5C0-4683-83AB-91FFFCCAD8F7}" type="presOf" srcId="{74DF6248-39BC-4918-A7E0-264683265433}" destId="{C265A0F3-709B-4A9A-8816-64267AF62DA6}" srcOrd="0" destOrd="0" presId="urn:microsoft.com/office/officeart/2005/8/layout/list1"/>
    <dgm:cxn modelId="{B99DC76B-AF06-4ED4-99EE-FC0F0FB37CB7}" type="presOf" srcId="{D208990C-4CD4-458C-8CBF-850EE135C159}" destId="{1BA1B215-4F85-4B7D-A1C4-5B6CB69A2AE7}" srcOrd="0" destOrd="0" presId="urn:microsoft.com/office/officeart/2005/8/layout/list1"/>
    <dgm:cxn modelId="{ADB33291-CB14-4E85-9918-FCB3F31F77DE}" type="presOf" srcId="{74DF6248-39BC-4918-A7E0-264683265433}" destId="{F2FC62FC-5673-4F24-8E5A-91A19AB1EE34}" srcOrd="1" destOrd="0" presId="urn:microsoft.com/office/officeart/2005/8/layout/list1"/>
    <dgm:cxn modelId="{C0CC31F1-184B-4343-8A70-5D295AE98785}" srcId="{81123D84-9BF3-47C9-BAC9-54ABFF26064B}" destId="{D208990C-4CD4-458C-8CBF-850EE135C159}" srcOrd="1" destOrd="0" parTransId="{0A37ABC6-64B6-4F60-A20A-202532338E24}" sibTransId="{EEEA4C4E-6F58-449A-8AEC-3632CFA888E6}"/>
    <dgm:cxn modelId="{19748C61-50AD-495C-89F1-44608A391B6E}" srcId="{81123D84-9BF3-47C9-BAC9-54ABFF26064B}" destId="{AFCE424E-DFBF-462C-9140-CD047A2F0B2B}" srcOrd="2" destOrd="0" parTransId="{BDD804A7-E8F6-464C-B4F5-C3C05A5C866A}" sibTransId="{5A315610-EFA7-4EE6-BB92-D246295DC741}"/>
    <dgm:cxn modelId="{8212F625-35C6-49CC-9BC4-A52D2FE41734}" srcId="{81123D84-9BF3-47C9-BAC9-54ABFF26064B}" destId="{74DF6248-39BC-4918-A7E0-264683265433}" srcOrd="3" destOrd="0" parTransId="{5EA17898-F535-4830-A5A6-89C60B6A08B2}" sibTransId="{908399CD-5728-4D03-8FFE-24F63679CDCF}"/>
    <dgm:cxn modelId="{08553E0B-A32D-4AD8-895E-3BEBA6446CCF}" type="presParOf" srcId="{04DD8F7F-F996-462C-9B3B-FA41D537F79C}" destId="{F55E225C-F8EF-4D6B-8929-384271AD0858}" srcOrd="0" destOrd="0" presId="urn:microsoft.com/office/officeart/2005/8/layout/list1"/>
    <dgm:cxn modelId="{80475654-35CC-49E3-B227-BBAD02BCE74A}" type="presParOf" srcId="{F55E225C-F8EF-4D6B-8929-384271AD0858}" destId="{B7A54B24-A2F3-4DA4-AA89-F7389E2DEEE1}" srcOrd="0" destOrd="0" presId="urn:microsoft.com/office/officeart/2005/8/layout/list1"/>
    <dgm:cxn modelId="{A10AC60C-EECA-4A38-B6E7-5651FBD4DC95}" type="presParOf" srcId="{F55E225C-F8EF-4D6B-8929-384271AD0858}" destId="{10DBF290-F318-4761-A2F4-73A31F73E05E}" srcOrd="1" destOrd="0" presId="urn:microsoft.com/office/officeart/2005/8/layout/list1"/>
    <dgm:cxn modelId="{4CBED6BB-235B-4CF2-BF08-A1F6A0C2D667}" type="presParOf" srcId="{04DD8F7F-F996-462C-9B3B-FA41D537F79C}" destId="{5194D14F-5C6F-41DA-9703-0678B44BAE97}" srcOrd="1" destOrd="0" presId="urn:microsoft.com/office/officeart/2005/8/layout/list1"/>
    <dgm:cxn modelId="{A5C5B448-EC94-414A-B576-1C1F24383D27}" type="presParOf" srcId="{04DD8F7F-F996-462C-9B3B-FA41D537F79C}" destId="{93680EF7-F445-46FB-AE04-31452114BCF8}" srcOrd="2" destOrd="0" presId="urn:microsoft.com/office/officeart/2005/8/layout/list1"/>
    <dgm:cxn modelId="{783413CE-AFD1-47A1-BBC8-ED7369287638}" type="presParOf" srcId="{04DD8F7F-F996-462C-9B3B-FA41D537F79C}" destId="{02F6F8E1-7596-4E3F-BE60-4D9E0AD56287}" srcOrd="3" destOrd="0" presId="urn:microsoft.com/office/officeart/2005/8/layout/list1"/>
    <dgm:cxn modelId="{3D20BA5B-4389-4EC0-AFC0-DE5B614A8777}" type="presParOf" srcId="{04DD8F7F-F996-462C-9B3B-FA41D537F79C}" destId="{D14BB75A-F8B6-404E-AADF-02CAD128B204}" srcOrd="4" destOrd="0" presId="urn:microsoft.com/office/officeart/2005/8/layout/list1"/>
    <dgm:cxn modelId="{66956B1A-71C8-4281-938D-EB551D56BCE6}" type="presParOf" srcId="{D14BB75A-F8B6-404E-AADF-02CAD128B204}" destId="{1BA1B215-4F85-4B7D-A1C4-5B6CB69A2AE7}" srcOrd="0" destOrd="0" presId="urn:microsoft.com/office/officeart/2005/8/layout/list1"/>
    <dgm:cxn modelId="{53099925-44F6-4528-9D12-33ADE8428BA6}" type="presParOf" srcId="{D14BB75A-F8B6-404E-AADF-02CAD128B204}" destId="{6F42BDDA-918A-4DA2-8FAD-AA570313AFF1}" srcOrd="1" destOrd="0" presId="urn:microsoft.com/office/officeart/2005/8/layout/list1"/>
    <dgm:cxn modelId="{0179AB9A-59F0-4BD3-AF04-70B3ED75DBCD}" type="presParOf" srcId="{04DD8F7F-F996-462C-9B3B-FA41D537F79C}" destId="{504EA39F-A03A-4A07-B692-836DF4201620}" srcOrd="5" destOrd="0" presId="urn:microsoft.com/office/officeart/2005/8/layout/list1"/>
    <dgm:cxn modelId="{CCEDE6B5-9E16-4663-96C8-BB3EBF580A01}" type="presParOf" srcId="{04DD8F7F-F996-462C-9B3B-FA41D537F79C}" destId="{E73D0F10-1057-4379-B45D-91BD9CD9C910}" srcOrd="6" destOrd="0" presId="urn:microsoft.com/office/officeart/2005/8/layout/list1"/>
    <dgm:cxn modelId="{42159BFD-89E9-41BE-B77B-EC691CD6BE82}" type="presParOf" srcId="{04DD8F7F-F996-462C-9B3B-FA41D537F79C}" destId="{AE1398ED-2FA2-4DFB-B8DA-5DCB11CE8A45}" srcOrd="7" destOrd="0" presId="urn:microsoft.com/office/officeart/2005/8/layout/list1"/>
    <dgm:cxn modelId="{AB618571-3143-4F49-AF17-1FD9AEEFBD68}" type="presParOf" srcId="{04DD8F7F-F996-462C-9B3B-FA41D537F79C}" destId="{F870524B-4FA7-4D65-B862-D2279E8AA70E}" srcOrd="8" destOrd="0" presId="urn:microsoft.com/office/officeart/2005/8/layout/list1"/>
    <dgm:cxn modelId="{E48E9815-08F7-409E-861C-B124B75E1731}" type="presParOf" srcId="{F870524B-4FA7-4D65-B862-D2279E8AA70E}" destId="{A93B3B16-4016-4EDA-A85D-68584C59F512}" srcOrd="0" destOrd="0" presId="urn:microsoft.com/office/officeart/2005/8/layout/list1"/>
    <dgm:cxn modelId="{BC6FF09A-913E-46C2-A590-D1B75B44F1A2}" type="presParOf" srcId="{F870524B-4FA7-4D65-B862-D2279E8AA70E}" destId="{2E0FA199-15C7-4F85-BFCE-4364B87F76DD}" srcOrd="1" destOrd="0" presId="urn:microsoft.com/office/officeart/2005/8/layout/list1"/>
    <dgm:cxn modelId="{02D50D00-0333-4E67-B4D7-3CA04FFD02B4}" type="presParOf" srcId="{04DD8F7F-F996-462C-9B3B-FA41D537F79C}" destId="{F9707823-CF76-48F3-B2AE-1254472A5E76}" srcOrd="9" destOrd="0" presId="urn:microsoft.com/office/officeart/2005/8/layout/list1"/>
    <dgm:cxn modelId="{9ECDA926-76E0-4509-94CF-F91329B6E5FA}" type="presParOf" srcId="{04DD8F7F-F996-462C-9B3B-FA41D537F79C}" destId="{AD850E3F-8D1F-47B2-93AB-F58FDA9E8D7B}" srcOrd="10" destOrd="0" presId="urn:microsoft.com/office/officeart/2005/8/layout/list1"/>
    <dgm:cxn modelId="{37D60837-0D94-497F-A399-F93EE84E4478}" type="presParOf" srcId="{04DD8F7F-F996-462C-9B3B-FA41D537F79C}" destId="{5E883491-63C7-4500-B565-5AF658E82D76}" srcOrd="11" destOrd="0" presId="urn:microsoft.com/office/officeart/2005/8/layout/list1"/>
    <dgm:cxn modelId="{C66F0DB8-BB97-429F-B944-AC5695394D23}" type="presParOf" srcId="{04DD8F7F-F996-462C-9B3B-FA41D537F79C}" destId="{761FFEB0-33F2-4C6E-8EB3-E327AC94D43F}" srcOrd="12" destOrd="0" presId="urn:microsoft.com/office/officeart/2005/8/layout/list1"/>
    <dgm:cxn modelId="{067F41AE-E310-4861-A61F-48B9518AE4AE}" type="presParOf" srcId="{761FFEB0-33F2-4C6E-8EB3-E327AC94D43F}" destId="{C265A0F3-709B-4A9A-8816-64267AF62DA6}" srcOrd="0" destOrd="0" presId="urn:microsoft.com/office/officeart/2005/8/layout/list1"/>
    <dgm:cxn modelId="{D61389A2-11C7-4D27-96E5-8A65A597CC09}" type="presParOf" srcId="{761FFEB0-33F2-4C6E-8EB3-E327AC94D43F}" destId="{F2FC62FC-5673-4F24-8E5A-91A19AB1EE34}" srcOrd="1" destOrd="0" presId="urn:microsoft.com/office/officeart/2005/8/layout/list1"/>
    <dgm:cxn modelId="{207B36DC-CE40-4982-AE4E-C5A09DC182D8}" type="presParOf" srcId="{04DD8F7F-F996-462C-9B3B-FA41D537F79C}" destId="{C3D51CB7-FF4E-4AD7-AFFA-5305683502CA}" srcOrd="13" destOrd="0" presId="urn:microsoft.com/office/officeart/2005/8/layout/list1"/>
    <dgm:cxn modelId="{2CFA5681-C752-427C-8201-C973E0BACFE0}" type="presParOf" srcId="{04DD8F7F-F996-462C-9B3B-FA41D537F79C}" destId="{BB2383CF-D7B1-4BBD-AEC1-E9372A65C754}"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446EA68-D002-41E2-90C4-0A94812E6873}" type="doc">
      <dgm:prSet loTypeId="urn:microsoft.com/office/officeart/2005/8/layout/default" loCatId="list" qsTypeId="urn:microsoft.com/office/officeart/2005/8/quickstyle/3d1" qsCatId="3D" csTypeId="urn:microsoft.com/office/officeart/2005/8/colors/colorful1" csCatId="colorful" phldr="1"/>
      <dgm:spPr/>
      <dgm:t>
        <a:bodyPr/>
        <a:lstStyle/>
        <a:p>
          <a:endParaRPr lang="en-US"/>
        </a:p>
      </dgm:t>
    </dgm:pt>
    <dgm:pt modelId="{02919746-9D36-4725-AF0E-58F23E229E2D}">
      <dgm:prSet phldrT="[Text]"/>
      <dgm:spPr/>
      <dgm:t>
        <a:bodyPr/>
        <a:lstStyle/>
        <a:p>
          <a:r>
            <a:rPr lang="en-US" dirty="0" smtClean="0"/>
            <a:t>Specifications-SDS</a:t>
          </a:r>
          <a:endParaRPr lang="en-US" dirty="0"/>
        </a:p>
      </dgm:t>
    </dgm:pt>
    <dgm:pt modelId="{065E8AEF-C098-4193-9AE0-68FB13898F3A}" type="parTrans" cxnId="{34F59B81-3116-496D-9BBA-C1C20666A18A}">
      <dgm:prSet/>
      <dgm:spPr/>
      <dgm:t>
        <a:bodyPr/>
        <a:lstStyle/>
        <a:p>
          <a:endParaRPr lang="en-US"/>
        </a:p>
      </dgm:t>
    </dgm:pt>
    <dgm:pt modelId="{E7FC4381-C3A7-47B2-B214-F7C9449B6B35}" type="sibTrans" cxnId="{34F59B81-3116-496D-9BBA-C1C20666A18A}">
      <dgm:prSet/>
      <dgm:spPr/>
      <dgm:t>
        <a:bodyPr/>
        <a:lstStyle/>
        <a:p>
          <a:endParaRPr lang="en-US"/>
        </a:p>
      </dgm:t>
    </dgm:pt>
    <dgm:pt modelId="{E5D20D00-A98C-4AA4-8BB1-804899490A46}">
      <dgm:prSet phldrT="[Text]"/>
      <dgm:spPr/>
      <dgm:t>
        <a:bodyPr/>
        <a:lstStyle/>
        <a:p>
          <a:r>
            <a:rPr lang="en-US" dirty="0" smtClean="0"/>
            <a:t>Software Design Specifications-SRS</a:t>
          </a:r>
          <a:endParaRPr lang="en-US" dirty="0"/>
        </a:p>
      </dgm:t>
    </dgm:pt>
    <dgm:pt modelId="{3654A05A-CDA5-4FB7-8153-06019C58F31C}" type="parTrans" cxnId="{F610E982-B8E1-422F-B130-6BCFFC2E56FC}">
      <dgm:prSet/>
      <dgm:spPr/>
      <dgm:t>
        <a:bodyPr/>
        <a:lstStyle/>
        <a:p>
          <a:endParaRPr lang="en-US"/>
        </a:p>
      </dgm:t>
    </dgm:pt>
    <dgm:pt modelId="{C34B0EB7-1EA0-41BC-93D9-EF5F7A3F45CA}" type="sibTrans" cxnId="{F610E982-B8E1-422F-B130-6BCFFC2E56FC}">
      <dgm:prSet/>
      <dgm:spPr/>
      <dgm:t>
        <a:bodyPr/>
        <a:lstStyle/>
        <a:p>
          <a:endParaRPr lang="en-US"/>
        </a:p>
      </dgm:t>
    </dgm:pt>
    <dgm:pt modelId="{328F5DDF-0F35-477C-B1FF-AA3873B52D94}">
      <dgm:prSet phldrT="[Text]"/>
      <dgm:spPr/>
      <dgm:t>
        <a:bodyPr/>
        <a:lstStyle/>
        <a:p>
          <a:r>
            <a:rPr lang="en-US" dirty="0" smtClean="0"/>
            <a:t>Implementation</a:t>
          </a:r>
          <a:endParaRPr lang="en-US" dirty="0"/>
        </a:p>
      </dgm:t>
    </dgm:pt>
    <dgm:pt modelId="{25801599-B102-472C-895E-23FC5043266C}" type="parTrans" cxnId="{89329153-692D-4C3C-BC6C-6D360BA79858}">
      <dgm:prSet/>
      <dgm:spPr/>
      <dgm:t>
        <a:bodyPr/>
        <a:lstStyle/>
        <a:p>
          <a:endParaRPr lang="en-US"/>
        </a:p>
      </dgm:t>
    </dgm:pt>
    <dgm:pt modelId="{2FCE9110-200D-4E2D-B609-D1D2CBC8DC11}" type="sibTrans" cxnId="{89329153-692D-4C3C-BC6C-6D360BA79858}">
      <dgm:prSet/>
      <dgm:spPr/>
      <dgm:t>
        <a:bodyPr/>
        <a:lstStyle/>
        <a:p>
          <a:endParaRPr lang="en-US"/>
        </a:p>
      </dgm:t>
    </dgm:pt>
    <dgm:pt modelId="{7CB1EFD9-E3BA-4005-8CE1-30B9E6BB378C}">
      <dgm:prSet phldrT="[Text]"/>
      <dgm:spPr/>
      <dgm:t>
        <a:bodyPr/>
        <a:lstStyle/>
        <a:p>
          <a:r>
            <a:rPr lang="en-US" dirty="0" smtClean="0"/>
            <a:t>Tests to be Run</a:t>
          </a:r>
          <a:endParaRPr lang="en-US" dirty="0"/>
        </a:p>
      </dgm:t>
    </dgm:pt>
    <dgm:pt modelId="{9DE4C25D-6E8E-473F-B243-86D9BF3D6B6F}" type="parTrans" cxnId="{73B3AB38-C65A-493E-A38C-C32B305E8D58}">
      <dgm:prSet/>
      <dgm:spPr/>
      <dgm:t>
        <a:bodyPr/>
        <a:lstStyle/>
        <a:p>
          <a:endParaRPr lang="en-US"/>
        </a:p>
      </dgm:t>
    </dgm:pt>
    <dgm:pt modelId="{F45C12B3-9BAB-49E9-A4E0-735A91CCFD24}" type="sibTrans" cxnId="{73B3AB38-C65A-493E-A38C-C32B305E8D58}">
      <dgm:prSet/>
      <dgm:spPr/>
      <dgm:t>
        <a:bodyPr/>
        <a:lstStyle/>
        <a:p>
          <a:endParaRPr lang="en-US"/>
        </a:p>
      </dgm:t>
    </dgm:pt>
    <dgm:pt modelId="{1C5511D5-CFC5-493C-A6CC-25E1E2486559}" type="pres">
      <dgm:prSet presAssocID="{4446EA68-D002-41E2-90C4-0A94812E6873}" presName="diagram" presStyleCnt="0">
        <dgm:presLayoutVars>
          <dgm:dir/>
          <dgm:resizeHandles val="exact"/>
        </dgm:presLayoutVars>
      </dgm:prSet>
      <dgm:spPr/>
      <dgm:t>
        <a:bodyPr/>
        <a:lstStyle/>
        <a:p>
          <a:endParaRPr lang="en-US"/>
        </a:p>
      </dgm:t>
    </dgm:pt>
    <dgm:pt modelId="{41B765AB-D065-465F-A8C4-AE8FB05A47DC}" type="pres">
      <dgm:prSet presAssocID="{02919746-9D36-4725-AF0E-58F23E229E2D}" presName="node" presStyleLbl="node1" presStyleIdx="0" presStyleCnt="4">
        <dgm:presLayoutVars>
          <dgm:bulletEnabled val="1"/>
        </dgm:presLayoutVars>
      </dgm:prSet>
      <dgm:spPr/>
      <dgm:t>
        <a:bodyPr/>
        <a:lstStyle/>
        <a:p>
          <a:endParaRPr lang="en-US"/>
        </a:p>
      </dgm:t>
    </dgm:pt>
    <dgm:pt modelId="{546EEB8C-19E0-40C7-A38B-C1E225EC2C0D}" type="pres">
      <dgm:prSet presAssocID="{E7FC4381-C3A7-47B2-B214-F7C9449B6B35}" presName="sibTrans" presStyleCnt="0"/>
      <dgm:spPr/>
    </dgm:pt>
    <dgm:pt modelId="{CC1ADB70-BF30-42CC-97F8-E5C40ECC9BD7}" type="pres">
      <dgm:prSet presAssocID="{E5D20D00-A98C-4AA4-8BB1-804899490A46}" presName="node" presStyleLbl="node1" presStyleIdx="1" presStyleCnt="4">
        <dgm:presLayoutVars>
          <dgm:bulletEnabled val="1"/>
        </dgm:presLayoutVars>
      </dgm:prSet>
      <dgm:spPr/>
      <dgm:t>
        <a:bodyPr/>
        <a:lstStyle/>
        <a:p>
          <a:endParaRPr lang="en-US"/>
        </a:p>
      </dgm:t>
    </dgm:pt>
    <dgm:pt modelId="{79F1034A-5245-41B3-962F-B16B5F7467EB}" type="pres">
      <dgm:prSet presAssocID="{C34B0EB7-1EA0-41BC-93D9-EF5F7A3F45CA}" presName="sibTrans" presStyleCnt="0"/>
      <dgm:spPr/>
    </dgm:pt>
    <dgm:pt modelId="{4F2824AA-9D5F-4B7C-8A26-30391B08DDF3}" type="pres">
      <dgm:prSet presAssocID="{328F5DDF-0F35-477C-B1FF-AA3873B52D94}" presName="node" presStyleLbl="node1" presStyleIdx="2" presStyleCnt="4">
        <dgm:presLayoutVars>
          <dgm:bulletEnabled val="1"/>
        </dgm:presLayoutVars>
      </dgm:prSet>
      <dgm:spPr/>
      <dgm:t>
        <a:bodyPr/>
        <a:lstStyle/>
        <a:p>
          <a:endParaRPr lang="en-US"/>
        </a:p>
      </dgm:t>
    </dgm:pt>
    <dgm:pt modelId="{7BD0D15F-2010-4162-B153-B70429B078C4}" type="pres">
      <dgm:prSet presAssocID="{2FCE9110-200D-4E2D-B609-D1D2CBC8DC11}" presName="sibTrans" presStyleCnt="0"/>
      <dgm:spPr/>
    </dgm:pt>
    <dgm:pt modelId="{AC0A759E-7DC3-4027-BE5B-C3E695DB766B}" type="pres">
      <dgm:prSet presAssocID="{7CB1EFD9-E3BA-4005-8CE1-30B9E6BB378C}" presName="node" presStyleLbl="node1" presStyleIdx="3" presStyleCnt="4">
        <dgm:presLayoutVars>
          <dgm:bulletEnabled val="1"/>
        </dgm:presLayoutVars>
      </dgm:prSet>
      <dgm:spPr/>
      <dgm:t>
        <a:bodyPr/>
        <a:lstStyle/>
        <a:p>
          <a:endParaRPr lang="en-US"/>
        </a:p>
      </dgm:t>
    </dgm:pt>
  </dgm:ptLst>
  <dgm:cxnLst>
    <dgm:cxn modelId="{89329153-692D-4C3C-BC6C-6D360BA79858}" srcId="{4446EA68-D002-41E2-90C4-0A94812E6873}" destId="{328F5DDF-0F35-477C-B1FF-AA3873B52D94}" srcOrd="2" destOrd="0" parTransId="{25801599-B102-472C-895E-23FC5043266C}" sibTransId="{2FCE9110-200D-4E2D-B609-D1D2CBC8DC11}"/>
    <dgm:cxn modelId="{0E96DDBB-2B33-4B2B-8E07-2CDD4ED02554}" type="presOf" srcId="{02919746-9D36-4725-AF0E-58F23E229E2D}" destId="{41B765AB-D065-465F-A8C4-AE8FB05A47DC}" srcOrd="0" destOrd="0" presId="urn:microsoft.com/office/officeart/2005/8/layout/default"/>
    <dgm:cxn modelId="{CD411597-2A0F-49BA-A377-43C53D700183}" type="presOf" srcId="{328F5DDF-0F35-477C-B1FF-AA3873B52D94}" destId="{4F2824AA-9D5F-4B7C-8A26-30391B08DDF3}" srcOrd="0" destOrd="0" presId="urn:microsoft.com/office/officeart/2005/8/layout/default"/>
    <dgm:cxn modelId="{52BF7DA4-8CEC-45AB-8986-F27ECADF47E9}" type="presOf" srcId="{4446EA68-D002-41E2-90C4-0A94812E6873}" destId="{1C5511D5-CFC5-493C-A6CC-25E1E2486559}" srcOrd="0" destOrd="0" presId="urn:microsoft.com/office/officeart/2005/8/layout/default"/>
    <dgm:cxn modelId="{73B3AB38-C65A-493E-A38C-C32B305E8D58}" srcId="{4446EA68-D002-41E2-90C4-0A94812E6873}" destId="{7CB1EFD9-E3BA-4005-8CE1-30B9E6BB378C}" srcOrd="3" destOrd="0" parTransId="{9DE4C25D-6E8E-473F-B243-86D9BF3D6B6F}" sibTransId="{F45C12B3-9BAB-49E9-A4E0-735A91CCFD24}"/>
    <dgm:cxn modelId="{0B761F5E-C87F-409D-825D-DAA1E75BF0D5}" type="presOf" srcId="{7CB1EFD9-E3BA-4005-8CE1-30B9E6BB378C}" destId="{AC0A759E-7DC3-4027-BE5B-C3E695DB766B}" srcOrd="0" destOrd="0" presId="urn:microsoft.com/office/officeart/2005/8/layout/default"/>
    <dgm:cxn modelId="{F610E982-B8E1-422F-B130-6BCFFC2E56FC}" srcId="{4446EA68-D002-41E2-90C4-0A94812E6873}" destId="{E5D20D00-A98C-4AA4-8BB1-804899490A46}" srcOrd="1" destOrd="0" parTransId="{3654A05A-CDA5-4FB7-8153-06019C58F31C}" sibTransId="{C34B0EB7-1EA0-41BC-93D9-EF5F7A3F45CA}"/>
    <dgm:cxn modelId="{34F59B81-3116-496D-9BBA-C1C20666A18A}" srcId="{4446EA68-D002-41E2-90C4-0A94812E6873}" destId="{02919746-9D36-4725-AF0E-58F23E229E2D}" srcOrd="0" destOrd="0" parTransId="{065E8AEF-C098-4193-9AE0-68FB13898F3A}" sibTransId="{E7FC4381-C3A7-47B2-B214-F7C9449B6B35}"/>
    <dgm:cxn modelId="{9F86198A-20D5-41AC-905B-F7D689D3934B}" type="presOf" srcId="{E5D20D00-A98C-4AA4-8BB1-804899490A46}" destId="{CC1ADB70-BF30-42CC-97F8-E5C40ECC9BD7}" srcOrd="0" destOrd="0" presId="urn:microsoft.com/office/officeart/2005/8/layout/default"/>
    <dgm:cxn modelId="{5F1224B3-0EF2-4D95-98C6-3AF2F8052B50}" type="presParOf" srcId="{1C5511D5-CFC5-493C-A6CC-25E1E2486559}" destId="{41B765AB-D065-465F-A8C4-AE8FB05A47DC}" srcOrd="0" destOrd="0" presId="urn:microsoft.com/office/officeart/2005/8/layout/default"/>
    <dgm:cxn modelId="{CCC3F0FC-B09B-4604-A131-E6B0D48B864B}" type="presParOf" srcId="{1C5511D5-CFC5-493C-A6CC-25E1E2486559}" destId="{546EEB8C-19E0-40C7-A38B-C1E225EC2C0D}" srcOrd="1" destOrd="0" presId="urn:microsoft.com/office/officeart/2005/8/layout/default"/>
    <dgm:cxn modelId="{B3B6C4CA-17FD-4CB8-BACA-35FD249AD50E}" type="presParOf" srcId="{1C5511D5-CFC5-493C-A6CC-25E1E2486559}" destId="{CC1ADB70-BF30-42CC-97F8-E5C40ECC9BD7}" srcOrd="2" destOrd="0" presId="urn:microsoft.com/office/officeart/2005/8/layout/default"/>
    <dgm:cxn modelId="{37B54DFE-9CC5-4EEF-9FFB-51335F1F6C67}" type="presParOf" srcId="{1C5511D5-CFC5-493C-A6CC-25E1E2486559}" destId="{79F1034A-5245-41B3-962F-B16B5F7467EB}" srcOrd="3" destOrd="0" presId="urn:microsoft.com/office/officeart/2005/8/layout/default"/>
    <dgm:cxn modelId="{26E2B3FA-71D6-4396-8760-CC66AAB3969E}" type="presParOf" srcId="{1C5511D5-CFC5-493C-A6CC-25E1E2486559}" destId="{4F2824AA-9D5F-4B7C-8A26-30391B08DDF3}" srcOrd="4" destOrd="0" presId="urn:microsoft.com/office/officeart/2005/8/layout/default"/>
    <dgm:cxn modelId="{3DFA8F66-CEEE-4D38-B317-C21ADC04AB47}" type="presParOf" srcId="{1C5511D5-CFC5-493C-A6CC-25E1E2486559}" destId="{7BD0D15F-2010-4162-B153-B70429B078C4}" srcOrd="5" destOrd="0" presId="urn:microsoft.com/office/officeart/2005/8/layout/default"/>
    <dgm:cxn modelId="{92665E70-F889-4BE3-B6C5-B64AAB95FB8F}" type="presParOf" srcId="{1C5511D5-CFC5-493C-A6CC-25E1E2486559}" destId="{AC0A759E-7DC3-4027-BE5B-C3E695DB766B}"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B92983A-BACB-44C7-8C22-BECEE6596A11}" type="doc">
      <dgm:prSet loTypeId="urn:microsoft.com/office/officeart/2008/layout/VerticalCurvedList" loCatId="list" qsTypeId="urn:microsoft.com/office/officeart/2005/8/quickstyle/3d1" qsCatId="3D" csTypeId="urn:microsoft.com/office/officeart/2005/8/colors/colorful2" csCatId="colorful" phldr="1"/>
      <dgm:spPr/>
      <dgm:t>
        <a:bodyPr/>
        <a:lstStyle/>
        <a:p>
          <a:endParaRPr lang="en-US"/>
        </a:p>
      </dgm:t>
    </dgm:pt>
    <dgm:pt modelId="{21BF86D1-59DD-4BF6-BD06-11849A232C4A}">
      <dgm:prSet phldrT="[Text]"/>
      <dgm:spPr/>
      <dgm:t>
        <a:bodyPr/>
        <a:lstStyle/>
        <a:p>
          <a:r>
            <a:rPr lang="en-US" dirty="0" smtClean="0"/>
            <a:t>Describe the tests you will run.</a:t>
          </a:r>
          <a:endParaRPr lang="en-US" dirty="0"/>
        </a:p>
      </dgm:t>
    </dgm:pt>
    <dgm:pt modelId="{063B70EC-C630-423A-BFFB-346AE83B5C14}" type="parTrans" cxnId="{4907E996-32A3-419F-9357-C9BF220C1297}">
      <dgm:prSet/>
      <dgm:spPr/>
      <dgm:t>
        <a:bodyPr/>
        <a:lstStyle/>
        <a:p>
          <a:endParaRPr lang="en-US"/>
        </a:p>
      </dgm:t>
    </dgm:pt>
    <dgm:pt modelId="{AC96C8AA-DD24-4DCD-A9EC-320636BCC54D}" type="sibTrans" cxnId="{4907E996-32A3-419F-9357-C9BF220C1297}">
      <dgm:prSet/>
      <dgm:spPr/>
      <dgm:t>
        <a:bodyPr/>
        <a:lstStyle/>
        <a:p>
          <a:endParaRPr lang="en-US"/>
        </a:p>
      </dgm:t>
    </dgm:pt>
    <dgm:pt modelId="{2FE9DA7D-DA8A-45B9-84D5-86795DA97588}">
      <dgm:prSet phldrT="[Text]"/>
      <dgm:spPr/>
      <dgm:t>
        <a:bodyPr/>
        <a:lstStyle/>
        <a:p>
          <a:r>
            <a:rPr lang="en-US" dirty="0" smtClean="0"/>
            <a:t>Provide reasoning behind the choice of tests</a:t>
          </a:r>
          <a:endParaRPr lang="en-US" dirty="0"/>
        </a:p>
      </dgm:t>
    </dgm:pt>
    <dgm:pt modelId="{1A40BD1D-0B1E-4AD2-B18C-A3FD90F1E0CC}" type="parTrans" cxnId="{EFCFC06B-F691-4454-9852-21A63FA6B37E}">
      <dgm:prSet/>
      <dgm:spPr/>
      <dgm:t>
        <a:bodyPr/>
        <a:lstStyle/>
        <a:p>
          <a:endParaRPr lang="en-US"/>
        </a:p>
      </dgm:t>
    </dgm:pt>
    <dgm:pt modelId="{8F1DE38E-39AA-4277-BB20-75E10E0FEB10}" type="sibTrans" cxnId="{EFCFC06B-F691-4454-9852-21A63FA6B37E}">
      <dgm:prSet/>
      <dgm:spPr/>
      <dgm:t>
        <a:bodyPr/>
        <a:lstStyle/>
        <a:p>
          <a:endParaRPr lang="en-US"/>
        </a:p>
      </dgm:t>
    </dgm:pt>
    <dgm:pt modelId="{08597957-5029-48EC-85CC-BA7672CD3536}">
      <dgm:prSet phldrT="[Text]"/>
      <dgm:spPr/>
      <dgm:t>
        <a:bodyPr/>
        <a:lstStyle/>
        <a:p>
          <a:r>
            <a:rPr lang="en-US" dirty="0" smtClean="0"/>
            <a:t>Provide a comprehensible summary of the results of all the tests conducted</a:t>
          </a:r>
          <a:endParaRPr lang="en-US" dirty="0"/>
        </a:p>
      </dgm:t>
    </dgm:pt>
    <dgm:pt modelId="{4571322D-0E12-496B-8998-F7B2BF0055D4}" type="parTrans" cxnId="{4C745B0F-B81C-4FB5-BB96-999E3312EFF6}">
      <dgm:prSet/>
      <dgm:spPr/>
      <dgm:t>
        <a:bodyPr/>
        <a:lstStyle/>
        <a:p>
          <a:endParaRPr lang="en-US"/>
        </a:p>
      </dgm:t>
    </dgm:pt>
    <dgm:pt modelId="{8ADC4090-4612-461D-BF52-04A822F9893A}" type="sibTrans" cxnId="{4C745B0F-B81C-4FB5-BB96-999E3312EFF6}">
      <dgm:prSet/>
      <dgm:spPr/>
      <dgm:t>
        <a:bodyPr/>
        <a:lstStyle/>
        <a:p>
          <a:endParaRPr lang="en-US"/>
        </a:p>
      </dgm:t>
    </dgm:pt>
    <dgm:pt modelId="{1BB2CA45-6196-4E27-B8EA-91ED02DA85BE}">
      <dgm:prSet phldrT="[Text]"/>
      <dgm:spPr/>
      <dgm:t>
        <a:bodyPr/>
        <a:lstStyle/>
        <a:p>
          <a:r>
            <a:rPr lang="en-US" dirty="0" smtClean="0"/>
            <a:t>Describe the extent to which you achieved your goals</a:t>
          </a:r>
          <a:endParaRPr lang="en-US" dirty="0"/>
        </a:p>
      </dgm:t>
    </dgm:pt>
    <dgm:pt modelId="{E6A0424F-62D5-432E-93DD-573FD36F71D8}" type="parTrans" cxnId="{CFB4A259-2C86-452C-A761-DFF8B89B4C7D}">
      <dgm:prSet/>
      <dgm:spPr/>
      <dgm:t>
        <a:bodyPr/>
        <a:lstStyle/>
        <a:p>
          <a:endParaRPr lang="en-US"/>
        </a:p>
      </dgm:t>
    </dgm:pt>
    <dgm:pt modelId="{84538BE4-A05E-49B5-8E91-EE82A9A609AF}" type="sibTrans" cxnId="{CFB4A259-2C86-452C-A761-DFF8B89B4C7D}">
      <dgm:prSet/>
      <dgm:spPr/>
      <dgm:t>
        <a:bodyPr/>
        <a:lstStyle/>
        <a:p>
          <a:endParaRPr lang="en-US"/>
        </a:p>
      </dgm:t>
    </dgm:pt>
    <dgm:pt modelId="{21C0A8F0-BDCB-4D79-AD11-6CAAFD6BE1BC}" type="pres">
      <dgm:prSet presAssocID="{2B92983A-BACB-44C7-8C22-BECEE6596A11}" presName="Name0" presStyleCnt="0">
        <dgm:presLayoutVars>
          <dgm:chMax val="7"/>
          <dgm:chPref val="7"/>
          <dgm:dir/>
        </dgm:presLayoutVars>
      </dgm:prSet>
      <dgm:spPr/>
      <dgm:t>
        <a:bodyPr/>
        <a:lstStyle/>
        <a:p>
          <a:endParaRPr lang="en-US"/>
        </a:p>
      </dgm:t>
    </dgm:pt>
    <dgm:pt modelId="{FADFF9C0-B973-4CEB-8779-2C8EC1B70CA6}" type="pres">
      <dgm:prSet presAssocID="{2B92983A-BACB-44C7-8C22-BECEE6596A11}" presName="Name1" presStyleCnt="0"/>
      <dgm:spPr/>
    </dgm:pt>
    <dgm:pt modelId="{58890C61-5E44-450A-BA84-742D3B8EF745}" type="pres">
      <dgm:prSet presAssocID="{2B92983A-BACB-44C7-8C22-BECEE6596A11}" presName="cycle" presStyleCnt="0"/>
      <dgm:spPr/>
    </dgm:pt>
    <dgm:pt modelId="{83A02F5B-5666-4A3E-A2CA-77AD202BA05D}" type="pres">
      <dgm:prSet presAssocID="{2B92983A-BACB-44C7-8C22-BECEE6596A11}" presName="srcNode" presStyleLbl="node1" presStyleIdx="0" presStyleCnt="4"/>
      <dgm:spPr/>
    </dgm:pt>
    <dgm:pt modelId="{DC9696DB-6B2C-48E1-BAC6-D0DD1A582B20}" type="pres">
      <dgm:prSet presAssocID="{2B92983A-BACB-44C7-8C22-BECEE6596A11}" presName="conn" presStyleLbl="parChTrans1D2" presStyleIdx="0" presStyleCnt="1"/>
      <dgm:spPr/>
      <dgm:t>
        <a:bodyPr/>
        <a:lstStyle/>
        <a:p>
          <a:endParaRPr lang="en-US"/>
        </a:p>
      </dgm:t>
    </dgm:pt>
    <dgm:pt modelId="{664C5BE1-C0AB-486B-A09D-81DA9CC279EF}" type="pres">
      <dgm:prSet presAssocID="{2B92983A-BACB-44C7-8C22-BECEE6596A11}" presName="extraNode" presStyleLbl="node1" presStyleIdx="0" presStyleCnt="4"/>
      <dgm:spPr/>
    </dgm:pt>
    <dgm:pt modelId="{A8684981-99BE-44D4-8B75-C746DC1C906D}" type="pres">
      <dgm:prSet presAssocID="{2B92983A-BACB-44C7-8C22-BECEE6596A11}" presName="dstNode" presStyleLbl="node1" presStyleIdx="0" presStyleCnt="4"/>
      <dgm:spPr/>
    </dgm:pt>
    <dgm:pt modelId="{8618CC9C-972D-49E8-A8A5-4E26A2501FEF}" type="pres">
      <dgm:prSet presAssocID="{21BF86D1-59DD-4BF6-BD06-11849A232C4A}" presName="text_1" presStyleLbl="node1" presStyleIdx="0" presStyleCnt="4">
        <dgm:presLayoutVars>
          <dgm:bulletEnabled val="1"/>
        </dgm:presLayoutVars>
      </dgm:prSet>
      <dgm:spPr/>
      <dgm:t>
        <a:bodyPr/>
        <a:lstStyle/>
        <a:p>
          <a:endParaRPr lang="en-US"/>
        </a:p>
      </dgm:t>
    </dgm:pt>
    <dgm:pt modelId="{F2325094-EDED-408E-BC2E-C8A53E5DFFCE}" type="pres">
      <dgm:prSet presAssocID="{21BF86D1-59DD-4BF6-BD06-11849A232C4A}" presName="accent_1" presStyleCnt="0"/>
      <dgm:spPr/>
    </dgm:pt>
    <dgm:pt modelId="{1826E65B-E1C1-4C23-8895-54BF9EF828B1}" type="pres">
      <dgm:prSet presAssocID="{21BF86D1-59DD-4BF6-BD06-11849A232C4A}" presName="accentRepeatNode" presStyleLbl="solidFgAcc1" presStyleIdx="0" presStyleCnt="4"/>
      <dgm:spPr/>
    </dgm:pt>
    <dgm:pt modelId="{33D47DB4-58E9-4E9E-B078-14B85FF9AC6D}" type="pres">
      <dgm:prSet presAssocID="{2FE9DA7D-DA8A-45B9-84D5-86795DA97588}" presName="text_2" presStyleLbl="node1" presStyleIdx="1" presStyleCnt="4">
        <dgm:presLayoutVars>
          <dgm:bulletEnabled val="1"/>
        </dgm:presLayoutVars>
      </dgm:prSet>
      <dgm:spPr/>
      <dgm:t>
        <a:bodyPr/>
        <a:lstStyle/>
        <a:p>
          <a:endParaRPr lang="en-US"/>
        </a:p>
      </dgm:t>
    </dgm:pt>
    <dgm:pt modelId="{2AC363E0-2D19-4F0E-BC94-315A12937976}" type="pres">
      <dgm:prSet presAssocID="{2FE9DA7D-DA8A-45B9-84D5-86795DA97588}" presName="accent_2" presStyleCnt="0"/>
      <dgm:spPr/>
    </dgm:pt>
    <dgm:pt modelId="{07A0AEE9-DFF2-49B9-8D9A-328F940E2ADB}" type="pres">
      <dgm:prSet presAssocID="{2FE9DA7D-DA8A-45B9-84D5-86795DA97588}" presName="accentRepeatNode" presStyleLbl="solidFgAcc1" presStyleIdx="1" presStyleCnt="4"/>
      <dgm:spPr/>
    </dgm:pt>
    <dgm:pt modelId="{9DD84670-D3A7-4F50-9F22-EDA55197FEED}" type="pres">
      <dgm:prSet presAssocID="{08597957-5029-48EC-85CC-BA7672CD3536}" presName="text_3" presStyleLbl="node1" presStyleIdx="2" presStyleCnt="4">
        <dgm:presLayoutVars>
          <dgm:bulletEnabled val="1"/>
        </dgm:presLayoutVars>
      </dgm:prSet>
      <dgm:spPr/>
      <dgm:t>
        <a:bodyPr/>
        <a:lstStyle/>
        <a:p>
          <a:endParaRPr lang="en-US"/>
        </a:p>
      </dgm:t>
    </dgm:pt>
    <dgm:pt modelId="{9A0EDAB6-60EA-4F1B-9BDE-C28D9D8F5473}" type="pres">
      <dgm:prSet presAssocID="{08597957-5029-48EC-85CC-BA7672CD3536}" presName="accent_3" presStyleCnt="0"/>
      <dgm:spPr/>
    </dgm:pt>
    <dgm:pt modelId="{91FA6121-860D-4FB3-8209-7FED11FC17A3}" type="pres">
      <dgm:prSet presAssocID="{08597957-5029-48EC-85CC-BA7672CD3536}" presName="accentRepeatNode" presStyleLbl="solidFgAcc1" presStyleIdx="2" presStyleCnt="4"/>
      <dgm:spPr/>
    </dgm:pt>
    <dgm:pt modelId="{242460DB-F5DD-4BB5-B43A-7B2DBF43495A}" type="pres">
      <dgm:prSet presAssocID="{1BB2CA45-6196-4E27-B8EA-91ED02DA85BE}" presName="text_4" presStyleLbl="node1" presStyleIdx="3" presStyleCnt="4">
        <dgm:presLayoutVars>
          <dgm:bulletEnabled val="1"/>
        </dgm:presLayoutVars>
      </dgm:prSet>
      <dgm:spPr/>
      <dgm:t>
        <a:bodyPr/>
        <a:lstStyle/>
        <a:p>
          <a:endParaRPr lang="en-US"/>
        </a:p>
      </dgm:t>
    </dgm:pt>
    <dgm:pt modelId="{747DBAB7-8193-4D00-B24C-E1AD683AEAE5}" type="pres">
      <dgm:prSet presAssocID="{1BB2CA45-6196-4E27-B8EA-91ED02DA85BE}" presName="accent_4" presStyleCnt="0"/>
      <dgm:spPr/>
    </dgm:pt>
    <dgm:pt modelId="{BD473396-E30C-4804-B5E1-BDD61FC39289}" type="pres">
      <dgm:prSet presAssocID="{1BB2CA45-6196-4E27-B8EA-91ED02DA85BE}" presName="accentRepeatNode" presStyleLbl="solidFgAcc1" presStyleIdx="3" presStyleCnt="4"/>
      <dgm:spPr/>
    </dgm:pt>
  </dgm:ptLst>
  <dgm:cxnLst>
    <dgm:cxn modelId="{61CF4C91-DC72-4763-9DE2-1DF7D04D8DE9}" type="presOf" srcId="{2FE9DA7D-DA8A-45B9-84D5-86795DA97588}" destId="{33D47DB4-58E9-4E9E-B078-14B85FF9AC6D}" srcOrd="0" destOrd="0" presId="urn:microsoft.com/office/officeart/2008/layout/VerticalCurvedList"/>
    <dgm:cxn modelId="{58785C18-C8E4-4213-9BB6-E6C76CFA127D}" type="presOf" srcId="{AC96C8AA-DD24-4DCD-A9EC-320636BCC54D}" destId="{DC9696DB-6B2C-48E1-BAC6-D0DD1A582B20}" srcOrd="0" destOrd="0" presId="urn:microsoft.com/office/officeart/2008/layout/VerticalCurvedList"/>
    <dgm:cxn modelId="{09AADBB9-E842-4C93-9363-63FB0BC41743}" type="presOf" srcId="{2B92983A-BACB-44C7-8C22-BECEE6596A11}" destId="{21C0A8F0-BDCB-4D79-AD11-6CAAFD6BE1BC}" srcOrd="0" destOrd="0" presId="urn:microsoft.com/office/officeart/2008/layout/VerticalCurvedList"/>
    <dgm:cxn modelId="{EFCFC06B-F691-4454-9852-21A63FA6B37E}" srcId="{2B92983A-BACB-44C7-8C22-BECEE6596A11}" destId="{2FE9DA7D-DA8A-45B9-84D5-86795DA97588}" srcOrd="1" destOrd="0" parTransId="{1A40BD1D-0B1E-4AD2-B18C-A3FD90F1E0CC}" sibTransId="{8F1DE38E-39AA-4277-BB20-75E10E0FEB10}"/>
    <dgm:cxn modelId="{BABBD063-5E28-4945-BDA9-3D6ACBFD351A}" type="presOf" srcId="{08597957-5029-48EC-85CC-BA7672CD3536}" destId="{9DD84670-D3A7-4F50-9F22-EDA55197FEED}" srcOrd="0" destOrd="0" presId="urn:microsoft.com/office/officeart/2008/layout/VerticalCurvedList"/>
    <dgm:cxn modelId="{8E9B4DB6-A8D1-47CC-9AEF-F5C5F014207D}" type="presOf" srcId="{1BB2CA45-6196-4E27-B8EA-91ED02DA85BE}" destId="{242460DB-F5DD-4BB5-B43A-7B2DBF43495A}" srcOrd="0" destOrd="0" presId="urn:microsoft.com/office/officeart/2008/layout/VerticalCurvedList"/>
    <dgm:cxn modelId="{0572F4E6-7754-472A-B6A3-BF67165361CF}" type="presOf" srcId="{21BF86D1-59DD-4BF6-BD06-11849A232C4A}" destId="{8618CC9C-972D-49E8-A8A5-4E26A2501FEF}" srcOrd="0" destOrd="0" presId="urn:microsoft.com/office/officeart/2008/layout/VerticalCurvedList"/>
    <dgm:cxn modelId="{4907E996-32A3-419F-9357-C9BF220C1297}" srcId="{2B92983A-BACB-44C7-8C22-BECEE6596A11}" destId="{21BF86D1-59DD-4BF6-BD06-11849A232C4A}" srcOrd="0" destOrd="0" parTransId="{063B70EC-C630-423A-BFFB-346AE83B5C14}" sibTransId="{AC96C8AA-DD24-4DCD-A9EC-320636BCC54D}"/>
    <dgm:cxn modelId="{CFB4A259-2C86-452C-A761-DFF8B89B4C7D}" srcId="{2B92983A-BACB-44C7-8C22-BECEE6596A11}" destId="{1BB2CA45-6196-4E27-B8EA-91ED02DA85BE}" srcOrd="3" destOrd="0" parTransId="{E6A0424F-62D5-432E-93DD-573FD36F71D8}" sibTransId="{84538BE4-A05E-49B5-8E91-EE82A9A609AF}"/>
    <dgm:cxn modelId="{4C745B0F-B81C-4FB5-BB96-999E3312EFF6}" srcId="{2B92983A-BACB-44C7-8C22-BECEE6596A11}" destId="{08597957-5029-48EC-85CC-BA7672CD3536}" srcOrd="2" destOrd="0" parTransId="{4571322D-0E12-496B-8998-F7B2BF0055D4}" sibTransId="{8ADC4090-4612-461D-BF52-04A822F9893A}"/>
    <dgm:cxn modelId="{ED9DC432-2C4B-459B-8790-7FD3442C8C2E}" type="presParOf" srcId="{21C0A8F0-BDCB-4D79-AD11-6CAAFD6BE1BC}" destId="{FADFF9C0-B973-4CEB-8779-2C8EC1B70CA6}" srcOrd="0" destOrd="0" presId="urn:microsoft.com/office/officeart/2008/layout/VerticalCurvedList"/>
    <dgm:cxn modelId="{C7F9ACC3-B544-4B28-AD2E-81FB7CB73D9F}" type="presParOf" srcId="{FADFF9C0-B973-4CEB-8779-2C8EC1B70CA6}" destId="{58890C61-5E44-450A-BA84-742D3B8EF745}" srcOrd="0" destOrd="0" presId="urn:microsoft.com/office/officeart/2008/layout/VerticalCurvedList"/>
    <dgm:cxn modelId="{C8CE8E44-FF3D-47F3-9514-134101968A4E}" type="presParOf" srcId="{58890C61-5E44-450A-BA84-742D3B8EF745}" destId="{83A02F5B-5666-4A3E-A2CA-77AD202BA05D}" srcOrd="0" destOrd="0" presId="urn:microsoft.com/office/officeart/2008/layout/VerticalCurvedList"/>
    <dgm:cxn modelId="{7003F4E3-57AE-4AE6-BCD0-FF38C703DE84}" type="presParOf" srcId="{58890C61-5E44-450A-BA84-742D3B8EF745}" destId="{DC9696DB-6B2C-48E1-BAC6-D0DD1A582B20}" srcOrd="1" destOrd="0" presId="urn:microsoft.com/office/officeart/2008/layout/VerticalCurvedList"/>
    <dgm:cxn modelId="{D19A6B9E-B130-4ADA-B8D3-B9FA41C5B325}" type="presParOf" srcId="{58890C61-5E44-450A-BA84-742D3B8EF745}" destId="{664C5BE1-C0AB-486B-A09D-81DA9CC279EF}" srcOrd="2" destOrd="0" presId="urn:microsoft.com/office/officeart/2008/layout/VerticalCurvedList"/>
    <dgm:cxn modelId="{828CCB73-A252-4BA0-B9C5-3B2D2C039110}" type="presParOf" srcId="{58890C61-5E44-450A-BA84-742D3B8EF745}" destId="{A8684981-99BE-44D4-8B75-C746DC1C906D}" srcOrd="3" destOrd="0" presId="urn:microsoft.com/office/officeart/2008/layout/VerticalCurvedList"/>
    <dgm:cxn modelId="{C51873F2-9CFA-4669-8551-F2469031FD34}" type="presParOf" srcId="{FADFF9C0-B973-4CEB-8779-2C8EC1B70CA6}" destId="{8618CC9C-972D-49E8-A8A5-4E26A2501FEF}" srcOrd="1" destOrd="0" presId="urn:microsoft.com/office/officeart/2008/layout/VerticalCurvedList"/>
    <dgm:cxn modelId="{2C6F291F-1B51-4118-81BA-F9CF584B01EF}" type="presParOf" srcId="{FADFF9C0-B973-4CEB-8779-2C8EC1B70CA6}" destId="{F2325094-EDED-408E-BC2E-C8A53E5DFFCE}" srcOrd="2" destOrd="0" presId="urn:microsoft.com/office/officeart/2008/layout/VerticalCurvedList"/>
    <dgm:cxn modelId="{31FF6B36-4E6C-4702-9111-305004A42D6F}" type="presParOf" srcId="{F2325094-EDED-408E-BC2E-C8A53E5DFFCE}" destId="{1826E65B-E1C1-4C23-8895-54BF9EF828B1}" srcOrd="0" destOrd="0" presId="urn:microsoft.com/office/officeart/2008/layout/VerticalCurvedList"/>
    <dgm:cxn modelId="{94C89287-FB44-4B87-BC65-F55A78808A8E}" type="presParOf" srcId="{FADFF9C0-B973-4CEB-8779-2C8EC1B70CA6}" destId="{33D47DB4-58E9-4E9E-B078-14B85FF9AC6D}" srcOrd="3" destOrd="0" presId="urn:microsoft.com/office/officeart/2008/layout/VerticalCurvedList"/>
    <dgm:cxn modelId="{4274AF5D-9EFE-4D8B-ACF6-80BD8530D0C2}" type="presParOf" srcId="{FADFF9C0-B973-4CEB-8779-2C8EC1B70CA6}" destId="{2AC363E0-2D19-4F0E-BC94-315A12937976}" srcOrd="4" destOrd="0" presId="urn:microsoft.com/office/officeart/2008/layout/VerticalCurvedList"/>
    <dgm:cxn modelId="{7F4BF7FC-EFBF-4974-B07E-62D25E406C59}" type="presParOf" srcId="{2AC363E0-2D19-4F0E-BC94-315A12937976}" destId="{07A0AEE9-DFF2-49B9-8D9A-328F940E2ADB}" srcOrd="0" destOrd="0" presId="urn:microsoft.com/office/officeart/2008/layout/VerticalCurvedList"/>
    <dgm:cxn modelId="{82859157-71D9-43A3-A375-CC442DEF934D}" type="presParOf" srcId="{FADFF9C0-B973-4CEB-8779-2C8EC1B70CA6}" destId="{9DD84670-D3A7-4F50-9F22-EDA55197FEED}" srcOrd="5" destOrd="0" presId="urn:microsoft.com/office/officeart/2008/layout/VerticalCurvedList"/>
    <dgm:cxn modelId="{5B583A19-B57E-4B03-A43D-7FBBDE0EE3B6}" type="presParOf" srcId="{FADFF9C0-B973-4CEB-8779-2C8EC1B70CA6}" destId="{9A0EDAB6-60EA-4F1B-9BDE-C28D9D8F5473}" srcOrd="6" destOrd="0" presId="urn:microsoft.com/office/officeart/2008/layout/VerticalCurvedList"/>
    <dgm:cxn modelId="{329F3F4B-5FE5-41F9-A0EA-8677D322E866}" type="presParOf" srcId="{9A0EDAB6-60EA-4F1B-9BDE-C28D9D8F5473}" destId="{91FA6121-860D-4FB3-8209-7FED11FC17A3}" srcOrd="0" destOrd="0" presId="urn:microsoft.com/office/officeart/2008/layout/VerticalCurvedList"/>
    <dgm:cxn modelId="{A3CD8137-A407-425F-9BB6-66062F28FD95}" type="presParOf" srcId="{FADFF9C0-B973-4CEB-8779-2C8EC1B70CA6}" destId="{242460DB-F5DD-4BB5-B43A-7B2DBF43495A}" srcOrd="7" destOrd="0" presId="urn:microsoft.com/office/officeart/2008/layout/VerticalCurvedList"/>
    <dgm:cxn modelId="{6EFE012D-3DB1-4002-AC6B-D3CD6B5013D6}" type="presParOf" srcId="{FADFF9C0-B973-4CEB-8779-2C8EC1B70CA6}" destId="{747DBAB7-8193-4D00-B24C-E1AD683AEAE5}" srcOrd="8" destOrd="0" presId="urn:microsoft.com/office/officeart/2008/layout/VerticalCurvedList"/>
    <dgm:cxn modelId="{320B990B-C0AF-485A-BB06-2696DCA159B9}" type="presParOf" srcId="{747DBAB7-8193-4D00-B24C-E1AD683AEAE5}" destId="{BD473396-E30C-4804-B5E1-BDD61FC39289}"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F12574F-8D8B-4ECC-8089-1C6ECC7BD704}" type="doc">
      <dgm:prSet loTypeId="urn:diagrams.loki3.com/BracketList" loCatId="officeonline" qsTypeId="urn:microsoft.com/office/officeart/2005/8/quickstyle/3d1" qsCatId="3D" csTypeId="urn:microsoft.com/office/officeart/2005/8/colors/colorful2" csCatId="colorful" phldr="1"/>
      <dgm:spPr/>
      <dgm:t>
        <a:bodyPr/>
        <a:lstStyle/>
        <a:p>
          <a:endParaRPr lang="en-US"/>
        </a:p>
      </dgm:t>
    </dgm:pt>
    <dgm:pt modelId="{0D549492-8E8D-450F-B6CF-D3433824AE10}">
      <dgm:prSet phldrT="[Text]"/>
      <dgm:spPr/>
      <dgm:t>
        <a:bodyPr/>
        <a:lstStyle/>
        <a:p>
          <a:r>
            <a:rPr lang="en-US" dirty="0" smtClean="0"/>
            <a:t>Conclusion</a:t>
          </a:r>
          <a:endParaRPr lang="en-US" dirty="0"/>
        </a:p>
      </dgm:t>
    </dgm:pt>
    <dgm:pt modelId="{E6516130-F5C9-4F5B-8CCD-1FA9E2227117}" type="parTrans" cxnId="{58EBE67A-A12D-4681-99F5-76243B7F6279}">
      <dgm:prSet/>
      <dgm:spPr/>
      <dgm:t>
        <a:bodyPr/>
        <a:lstStyle/>
        <a:p>
          <a:endParaRPr lang="en-US"/>
        </a:p>
      </dgm:t>
    </dgm:pt>
    <dgm:pt modelId="{14F085BD-9656-4CA2-A694-2B301F4050D5}" type="sibTrans" cxnId="{58EBE67A-A12D-4681-99F5-76243B7F6279}">
      <dgm:prSet/>
      <dgm:spPr/>
      <dgm:t>
        <a:bodyPr/>
        <a:lstStyle/>
        <a:p>
          <a:endParaRPr lang="en-US"/>
        </a:p>
      </dgm:t>
    </dgm:pt>
    <dgm:pt modelId="{0FE3BC0D-F338-4AE1-896D-981CFBEB5EBE}">
      <dgm:prSet phldrT="[Text]"/>
      <dgm:spPr/>
      <dgm:t>
        <a:bodyPr/>
        <a:lstStyle/>
        <a:p>
          <a:r>
            <a:rPr lang="en-US" dirty="0" smtClean="0"/>
            <a:t>Summary of all previous chapters except literature review</a:t>
          </a:r>
          <a:endParaRPr lang="en-US" dirty="0"/>
        </a:p>
      </dgm:t>
    </dgm:pt>
    <dgm:pt modelId="{2831A88F-65F0-4D59-9803-D0F197EFAD45}" type="parTrans" cxnId="{2B755B2D-56D2-4863-87B9-12C41BA17719}">
      <dgm:prSet/>
      <dgm:spPr/>
      <dgm:t>
        <a:bodyPr/>
        <a:lstStyle/>
        <a:p>
          <a:endParaRPr lang="en-US"/>
        </a:p>
      </dgm:t>
    </dgm:pt>
    <dgm:pt modelId="{D226DC18-D6DB-4FB9-9DB1-A07C46E2C047}" type="sibTrans" cxnId="{2B755B2D-56D2-4863-87B9-12C41BA17719}">
      <dgm:prSet/>
      <dgm:spPr/>
      <dgm:t>
        <a:bodyPr/>
        <a:lstStyle/>
        <a:p>
          <a:endParaRPr lang="en-US"/>
        </a:p>
      </dgm:t>
    </dgm:pt>
    <dgm:pt modelId="{356FDCD8-748A-48A7-AFEC-31224F416981}">
      <dgm:prSet phldrT="[Text]"/>
      <dgm:spPr/>
      <dgm:t>
        <a:bodyPr/>
        <a:lstStyle/>
        <a:p>
          <a:r>
            <a:rPr lang="en-US" dirty="0" smtClean="0"/>
            <a:t>Appraisal of project</a:t>
          </a:r>
          <a:endParaRPr lang="en-US" dirty="0"/>
        </a:p>
      </dgm:t>
    </dgm:pt>
    <dgm:pt modelId="{8C6A016C-86F9-4568-B178-7A29BDED2522}" type="parTrans" cxnId="{97211B36-EB5D-43D8-B855-C07867486D39}">
      <dgm:prSet/>
      <dgm:spPr/>
      <dgm:t>
        <a:bodyPr/>
        <a:lstStyle/>
        <a:p>
          <a:endParaRPr lang="en-US"/>
        </a:p>
      </dgm:t>
    </dgm:pt>
    <dgm:pt modelId="{8DDE0E53-AAAF-4588-A0D6-6896EFC66B9F}" type="sibTrans" cxnId="{97211B36-EB5D-43D8-B855-C07867486D39}">
      <dgm:prSet/>
      <dgm:spPr/>
      <dgm:t>
        <a:bodyPr/>
        <a:lstStyle/>
        <a:p>
          <a:endParaRPr lang="en-US"/>
        </a:p>
      </dgm:t>
    </dgm:pt>
    <dgm:pt modelId="{6939D19B-B3AB-4AB2-8527-1288F9C8A937}">
      <dgm:prSet phldrT="[Text]"/>
      <dgm:spPr/>
      <dgm:t>
        <a:bodyPr/>
        <a:lstStyle/>
        <a:p>
          <a:r>
            <a:rPr lang="en-US" dirty="0" smtClean="0"/>
            <a:t>Critically evaluate your results</a:t>
          </a:r>
          <a:endParaRPr lang="en-US" dirty="0"/>
        </a:p>
      </dgm:t>
    </dgm:pt>
    <dgm:pt modelId="{0854305C-8EB4-47EE-BF3B-3D4ECE0FCEC0}" type="parTrans" cxnId="{EF1774ED-FB01-4DD9-8C01-2C6F9A41FB44}">
      <dgm:prSet/>
      <dgm:spPr/>
      <dgm:t>
        <a:bodyPr/>
        <a:lstStyle/>
        <a:p>
          <a:endParaRPr lang="en-US"/>
        </a:p>
      </dgm:t>
    </dgm:pt>
    <dgm:pt modelId="{F6812FB5-86D5-4CEE-BF3F-9A367B6B6964}" type="sibTrans" cxnId="{EF1774ED-FB01-4DD9-8C01-2C6F9A41FB44}">
      <dgm:prSet/>
      <dgm:spPr/>
      <dgm:t>
        <a:bodyPr/>
        <a:lstStyle/>
        <a:p>
          <a:endParaRPr lang="en-US"/>
        </a:p>
      </dgm:t>
    </dgm:pt>
    <dgm:pt modelId="{D890C222-71F2-4DC5-B32D-E224281AB045}">
      <dgm:prSet phldrT="[Text]"/>
      <dgm:spPr/>
      <dgm:t>
        <a:bodyPr/>
        <a:lstStyle/>
        <a:p>
          <a:r>
            <a:rPr lang="en-US" dirty="0" smtClean="0"/>
            <a:t>Describe strengths and weaknesses</a:t>
          </a:r>
          <a:endParaRPr lang="en-US" dirty="0"/>
        </a:p>
      </dgm:t>
    </dgm:pt>
    <dgm:pt modelId="{6C768401-2883-4D1D-923A-170503A40986}" type="parTrans" cxnId="{50FF32B8-2CC5-4518-9B68-FE1B0C62A255}">
      <dgm:prSet/>
      <dgm:spPr/>
      <dgm:t>
        <a:bodyPr/>
        <a:lstStyle/>
        <a:p>
          <a:endParaRPr lang="en-US"/>
        </a:p>
      </dgm:t>
    </dgm:pt>
    <dgm:pt modelId="{FF484EC4-F37C-4799-97DD-947E52BF68AA}" type="sibTrans" cxnId="{50FF32B8-2CC5-4518-9B68-FE1B0C62A255}">
      <dgm:prSet/>
      <dgm:spPr/>
      <dgm:t>
        <a:bodyPr/>
        <a:lstStyle/>
        <a:p>
          <a:endParaRPr lang="en-US"/>
        </a:p>
      </dgm:t>
    </dgm:pt>
    <dgm:pt modelId="{83AF4AF2-D61A-4A24-9925-3201ECD113F2}">
      <dgm:prSet phldrT="[Text]"/>
      <dgm:spPr/>
      <dgm:t>
        <a:bodyPr/>
        <a:lstStyle/>
        <a:p>
          <a:r>
            <a:rPr lang="en-US" dirty="0" smtClean="0"/>
            <a:t>Compare your work with others</a:t>
          </a:r>
          <a:endParaRPr lang="en-US" dirty="0"/>
        </a:p>
      </dgm:t>
    </dgm:pt>
    <dgm:pt modelId="{20C56901-7B0D-4644-A270-6C16FDD6700B}" type="parTrans" cxnId="{A33AECF9-03D2-4D28-AD59-4F39EAF2A700}">
      <dgm:prSet/>
      <dgm:spPr/>
      <dgm:t>
        <a:bodyPr/>
        <a:lstStyle/>
        <a:p>
          <a:endParaRPr lang="en-US"/>
        </a:p>
      </dgm:t>
    </dgm:pt>
    <dgm:pt modelId="{F4541050-37A4-42B6-9B55-4037885FA1FF}" type="sibTrans" cxnId="{A33AECF9-03D2-4D28-AD59-4F39EAF2A700}">
      <dgm:prSet/>
      <dgm:spPr/>
      <dgm:t>
        <a:bodyPr/>
        <a:lstStyle/>
        <a:p>
          <a:endParaRPr lang="en-US"/>
        </a:p>
      </dgm:t>
    </dgm:pt>
    <dgm:pt modelId="{7FCF6CFB-1610-4D09-932C-C7CA8AB56733}" type="pres">
      <dgm:prSet presAssocID="{FF12574F-8D8B-4ECC-8089-1C6ECC7BD704}" presName="Name0" presStyleCnt="0">
        <dgm:presLayoutVars>
          <dgm:dir/>
          <dgm:animLvl val="lvl"/>
          <dgm:resizeHandles val="exact"/>
        </dgm:presLayoutVars>
      </dgm:prSet>
      <dgm:spPr/>
      <dgm:t>
        <a:bodyPr/>
        <a:lstStyle/>
        <a:p>
          <a:endParaRPr lang="en-US"/>
        </a:p>
      </dgm:t>
    </dgm:pt>
    <dgm:pt modelId="{216A0C0E-2432-4ED5-8D56-8EA5C777FFB3}" type="pres">
      <dgm:prSet presAssocID="{0D549492-8E8D-450F-B6CF-D3433824AE10}" presName="linNode" presStyleCnt="0"/>
      <dgm:spPr/>
    </dgm:pt>
    <dgm:pt modelId="{9EEE0124-99E5-411D-9789-B6BA157C3FF0}" type="pres">
      <dgm:prSet presAssocID="{0D549492-8E8D-450F-B6CF-D3433824AE10}" presName="parTx" presStyleLbl="revTx" presStyleIdx="0" presStyleCnt="2">
        <dgm:presLayoutVars>
          <dgm:chMax val="1"/>
          <dgm:bulletEnabled val="1"/>
        </dgm:presLayoutVars>
      </dgm:prSet>
      <dgm:spPr/>
      <dgm:t>
        <a:bodyPr/>
        <a:lstStyle/>
        <a:p>
          <a:endParaRPr lang="en-US"/>
        </a:p>
      </dgm:t>
    </dgm:pt>
    <dgm:pt modelId="{36719592-3956-475D-85ED-DE75A01A5E53}" type="pres">
      <dgm:prSet presAssocID="{0D549492-8E8D-450F-B6CF-D3433824AE10}" presName="bracket" presStyleLbl="parChTrans1D1" presStyleIdx="0" presStyleCnt="2"/>
      <dgm:spPr/>
    </dgm:pt>
    <dgm:pt modelId="{A7CC84B6-29B3-43C4-B5E4-DF3049A178FA}" type="pres">
      <dgm:prSet presAssocID="{0D549492-8E8D-450F-B6CF-D3433824AE10}" presName="spH" presStyleCnt="0"/>
      <dgm:spPr/>
    </dgm:pt>
    <dgm:pt modelId="{FD88FB77-C026-4DB9-977D-FBF53CD3A652}" type="pres">
      <dgm:prSet presAssocID="{0D549492-8E8D-450F-B6CF-D3433824AE10}" presName="desTx" presStyleLbl="node1" presStyleIdx="0" presStyleCnt="2">
        <dgm:presLayoutVars>
          <dgm:bulletEnabled val="1"/>
        </dgm:presLayoutVars>
      </dgm:prSet>
      <dgm:spPr/>
      <dgm:t>
        <a:bodyPr/>
        <a:lstStyle/>
        <a:p>
          <a:endParaRPr lang="en-US"/>
        </a:p>
      </dgm:t>
    </dgm:pt>
    <dgm:pt modelId="{ED345356-975D-49CA-808D-264196909E2C}" type="pres">
      <dgm:prSet presAssocID="{14F085BD-9656-4CA2-A694-2B301F4050D5}" presName="spV" presStyleCnt="0"/>
      <dgm:spPr/>
    </dgm:pt>
    <dgm:pt modelId="{9572CCC7-C298-4E7E-B17D-D8895E216861}" type="pres">
      <dgm:prSet presAssocID="{356FDCD8-748A-48A7-AFEC-31224F416981}" presName="linNode" presStyleCnt="0"/>
      <dgm:spPr/>
    </dgm:pt>
    <dgm:pt modelId="{5804E7F5-40CB-4E3B-9216-014572A91785}" type="pres">
      <dgm:prSet presAssocID="{356FDCD8-748A-48A7-AFEC-31224F416981}" presName="parTx" presStyleLbl="revTx" presStyleIdx="1" presStyleCnt="2">
        <dgm:presLayoutVars>
          <dgm:chMax val="1"/>
          <dgm:bulletEnabled val="1"/>
        </dgm:presLayoutVars>
      </dgm:prSet>
      <dgm:spPr/>
      <dgm:t>
        <a:bodyPr/>
        <a:lstStyle/>
        <a:p>
          <a:endParaRPr lang="en-US"/>
        </a:p>
      </dgm:t>
    </dgm:pt>
    <dgm:pt modelId="{C868861A-3B5E-4600-BA12-8F17D9736646}" type="pres">
      <dgm:prSet presAssocID="{356FDCD8-748A-48A7-AFEC-31224F416981}" presName="bracket" presStyleLbl="parChTrans1D1" presStyleIdx="1" presStyleCnt="2"/>
      <dgm:spPr/>
    </dgm:pt>
    <dgm:pt modelId="{4AAAA897-ED00-4C18-B1DA-8750C2DF690C}" type="pres">
      <dgm:prSet presAssocID="{356FDCD8-748A-48A7-AFEC-31224F416981}" presName="spH" presStyleCnt="0"/>
      <dgm:spPr/>
    </dgm:pt>
    <dgm:pt modelId="{219DB8B3-9AE6-4786-BEAC-58FFFED3B97C}" type="pres">
      <dgm:prSet presAssocID="{356FDCD8-748A-48A7-AFEC-31224F416981}" presName="desTx" presStyleLbl="node1" presStyleIdx="1" presStyleCnt="2">
        <dgm:presLayoutVars>
          <dgm:bulletEnabled val="1"/>
        </dgm:presLayoutVars>
      </dgm:prSet>
      <dgm:spPr/>
      <dgm:t>
        <a:bodyPr/>
        <a:lstStyle/>
        <a:p>
          <a:endParaRPr lang="en-US"/>
        </a:p>
      </dgm:t>
    </dgm:pt>
  </dgm:ptLst>
  <dgm:cxnLst>
    <dgm:cxn modelId="{2D09ACB8-D242-4EC1-B96B-CE5F7DB8A203}" type="presOf" srcId="{0FE3BC0D-F338-4AE1-896D-981CFBEB5EBE}" destId="{FD88FB77-C026-4DB9-977D-FBF53CD3A652}" srcOrd="0" destOrd="0" presId="urn:diagrams.loki3.com/BracketList"/>
    <dgm:cxn modelId="{F93100DA-24F6-4DED-86D3-EED5F00BAEE3}" type="presOf" srcId="{D890C222-71F2-4DC5-B32D-E224281AB045}" destId="{219DB8B3-9AE6-4786-BEAC-58FFFED3B97C}" srcOrd="0" destOrd="1" presId="urn:diagrams.loki3.com/BracketList"/>
    <dgm:cxn modelId="{767907B8-5B8D-446D-94D6-A5463CCD9DE3}" type="presOf" srcId="{FF12574F-8D8B-4ECC-8089-1C6ECC7BD704}" destId="{7FCF6CFB-1610-4D09-932C-C7CA8AB56733}" srcOrd="0" destOrd="0" presId="urn:diagrams.loki3.com/BracketList"/>
    <dgm:cxn modelId="{E9A07A0B-BF34-460C-86F3-49A9B5F99EB3}" type="presOf" srcId="{356FDCD8-748A-48A7-AFEC-31224F416981}" destId="{5804E7F5-40CB-4E3B-9216-014572A91785}" srcOrd="0" destOrd="0" presId="urn:diagrams.loki3.com/BracketList"/>
    <dgm:cxn modelId="{A33AECF9-03D2-4D28-AD59-4F39EAF2A700}" srcId="{356FDCD8-748A-48A7-AFEC-31224F416981}" destId="{83AF4AF2-D61A-4A24-9925-3201ECD113F2}" srcOrd="2" destOrd="0" parTransId="{20C56901-7B0D-4644-A270-6C16FDD6700B}" sibTransId="{F4541050-37A4-42B6-9B55-4037885FA1FF}"/>
    <dgm:cxn modelId="{50FF32B8-2CC5-4518-9B68-FE1B0C62A255}" srcId="{356FDCD8-748A-48A7-AFEC-31224F416981}" destId="{D890C222-71F2-4DC5-B32D-E224281AB045}" srcOrd="1" destOrd="0" parTransId="{6C768401-2883-4D1D-923A-170503A40986}" sibTransId="{FF484EC4-F37C-4799-97DD-947E52BF68AA}"/>
    <dgm:cxn modelId="{534B036A-26F7-4208-87F9-8F368BC4521F}" type="presOf" srcId="{0D549492-8E8D-450F-B6CF-D3433824AE10}" destId="{9EEE0124-99E5-411D-9789-B6BA157C3FF0}" srcOrd="0" destOrd="0" presId="urn:diagrams.loki3.com/BracketList"/>
    <dgm:cxn modelId="{EF1774ED-FB01-4DD9-8C01-2C6F9A41FB44}" srcId="{356FDCD8-748A-48A7-AFEC-31224F416981}" destId="{6939D19B-B3AB-4AB2-8527-1288F9C8A937}" srcOrd="0" destOrd="0" parTransId="{0854305C-8EB4-47EE-BF3B-3D4ECE0FCEC0}" sibTransId="{F6812FB5-86D5-4CEE-BF3F-9A367B6B6964}"/>
    <dgm:cxn modelId="{9CEAC8FE-4F90-42F3-9964-1CDD09D6E756}" type="presOf" srcId="{6939D19B-B3AB-4AB2-8527-1288F9C8A937}" destId="{219DB8B3-9AE6-4786-BEAC-58FFFED3B97C}" srcOrd="0" destOrd="0" presId="urn:diagrams.loki3.com/BracketList"/>
    <dgm:cxn modelId="{2B755B2D-56D2-4863-87B9-12C41BA17719}" srcId="{0D549492-8E8D-450F-B6CF-D3433824AE10}" destId="{0FE3BC0D-F338-4AE1-896D-981CFBEB5EBE}" srcOrd="0" destOrd="0" parTransId="{2831A88F-65F0-4D59-9803-D0F197EFAD45}" sibTransId="{D226DC18-D6DB-4FB9-9DB1-A07C46E2C047}"/>
    <dgm:cxn modelId="{840CBEB4-4DA0-4C6B-B614-A16AD6959E64}" type="presOf" srcId="{83AF4AF2-D61A-4A24-9925-3201ECD113F2}" destId="{219DB8B3-9AE6-4786-BEAC-58FFFED3B97C}" srcOrd="0" destOrd="2" presId="urn:diagrams.loki3.com/BracketList"/>
    <dgm:cxn modelId="{97211B36-EB5D-43D8-B855-C07867486D39}" srcId="{FF12574F-8D8B-4ECC-8089-1C6ECC7BD704}" destId="{356FDCD8-748A-48A7-AFEC-31224F416981}" srcOrd="1" destOrd="0" parTransId="{8C6A016C-86F9-4568-B178-7A29BDED2522}" sibTransId="{8DDE0E53-AAAF-4588-A0D6-6896EFC66B9F}"/>
    <dgm:cxn modelId="{58EBE67A-A12D-4681-99F5-76243B7F6279}" srcId="{FF12574F-8D8B-4ECC-8089-1C6ECC7BD704}" destId="{0D549492-8E8D-450F-B6CF-D3433824AE10}" srcOrd="0" destOrd="0" parTransId="{E6516130-F5C9-4F5B-8CCD-1FA9E2227117}" sibTransId="{14F085BD-9656-4CA2-A694-2B301F4050D5}"/>
    <dgm:cxn modelId="{376E58EB-7F8D-4A50-82F1-64489CF1DE61}" type="presParOf" srcId="{7FCF6CFB-1610-4D09-932C-C7CA8AB56733}" destId="{216A0C0E-2432-4ED5-8D56-8EA5C777FFB3}" srcOrd="0" destOrd="0" presId="urn:diagrams.loki3.com/BracketList"/>
    <dgm:cxn modelId="{D66BE399-96D5-4643-8B82-0D4197C6C78A}" type="presParOf" srcId="{216A0C0E-2432-4ED5-8D56-8EA5C777FFB3}" destId="{9EEE0124-99E5-411D-9789-B6BA157C3FF0}" srcOrd="0" destOrd="0" presId="urn:diagrams.loki3.com/BracketList"/>
    <dgm:cxn modelId="{17022C89-395F-4B9E-BF69-DA7A413F3B68}" type="presParOf" srcId="{216A0C0E-2432-4ED5-8D56-8EA5C777FFB3}" destId="{36719592-3956-475D-85ED-DE75A01A5E53}" srcOrd="1" destOrd="0" presId="urn:diagrams.loki3.com/BracketList"/>
    <dgm:cxn modelId="{188C1344-3DC3-4945-8859-E6A8982C8709}" type="presParOf" srcId="{216A0C0E-2432-4ED5-8D56-8EA5C777FFB3}" destId="{A7CC84B6-29B3-43C4-B5E4-DF3049A178FA}" srcOrd="2" destOrd="0" presId="urn:diagrams.loki3.com/BracketList"/>
    <dgm:cxn modelId="{7C1692AB-E6BA-427D-A63E-5AE83F9194B4}" type="presParOf" srcId="{216A0C0E-2432-4ED5-8D56-8EA5C777FFB3}" destId="{FD88FB77-C026-4DB9-977D-FBF53CD3A652}" srcOrd="3" destOrd="0" presId="urn:diagrams.loki3.com/BracketList"/>
    <dgm:cxn modelId="{96258796-8292-4909-B20D-A97EE7E52131}" type="presParOf" srcId="{7FCF6CFB-1610-4D09-932C-C7CA8AB56733}" destId="{ED345356-975D-49CA-808D-264196909E2C}" srcOrd="1" destOrd="0" presId="urn:diagrams.loki3.com/BracketList"/>
    <dgm:cxn modelId="{8F133B6E-71ED-4E98-8AE1-2550123CB8F7}" type="presParOf" srcId="{7FCF6CFB-1610-4D09-932C-C7CA8AB56733}" destId="{9572CCC7-C298-4E7E-B17D-D8895E216861}" srcOrd="2" destOrd="0" presId="urn:diagrams.loki3.com/BracketList"/>
    <dgm:cxn modelId="{5C15B87E-3E89-45A6-985D-B86B35048D86}" type="presParOf" srcId="{9572CCC7-C298-4E7E-B17D-D8895E216861}" destId="{5804E7F5-40CB-4E3B-9216-014572A91785}" srcOrd="0" destOrd="0" presId="urn:diagrams.loki3.com/BracketList"/>
    <dgm:cxn modelId="{5944C5A6-1556-4412-ADFB-F9F25D8E8E94}" type="presParOf" srcId="{9572CCC7-C298-4E7E-B17D-D8895E216861}" destId="{C868861A-3B5E-4600-BA12-8F17D9736646}" srcOrd="1" destOrd="0" presId="urn:diagrams.loki3.com/BracketList"/>
    <dgm:cxn modelId="{0EE15DBE-2AE2-4BFD-8D4E-6E8356AD6D60}" type="presParOf" srcId="{9572CCC7-C298-4E7E-B17D-D8895E216861}" destId="{4AAAA897-ED00-4C18-B1DA-8750C2DF690C}" srcOrd="2" destOrd="0" presId="urn:diagrams.loki3.com/BracketList"/>
    <dgm:cxn modelId="{0F6CED32-3BBD-4045-A562-28A54DB342B5}" type="presParOf" srcId="{9572CCC7-C298-4E7E-B17D-D8895E216861}" destId="{219DB8B3-9AE6-4786-BEAC-58FFFED3B97C}"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F12574F-8D8B-4ECC-8089-1C6ECC7BD704}" type="doc">
      <dgm:prSet loTypeId="urn:diagrams.loki3.com/BracketList" loCatId="officeonline" qsTypeId="urn:microsoft.com/office/officeart/2005/8/quickstyle/3d1" qsCatId="3D" csTypeId="urn:microsoft.com/office/officeart/2005/8/colors/colorful3" csCatId="colorful" phldr="1"/>
      <dgm:spPr/>
      <dgm:t>
        <a:bodyPr/>
        <a:lstStyle/>
        <a:p>
          <a:endParaRPr lang="en-US"/>
        </a:p>
      </dgm:t>
    </dgm:pt>
    <dgm:pt modelId="{0D549492-8E8D-450F-B6CF-D3433824AE10}">
      <dgm:prSet phldrT="[Text]"/>
      <dgm:spPr/>
      <dgm:t>
        <a:bodyPr/>
        <a:lstStyle/>
        <a:p>
          <a:r>
            <a:rPr lang="en-US" dirty="0" smtClean="0"/>
            <a:t>Recommendations</a:t>
          </a:r>
          <a:endParaRPr lang="en-US" dirty="0"/>
        </a:p>
      </dgm:t>
    </dgm:pt>
    <dgm:pt modelId="{E6516130-F5C9-4F5B-8CCD-1FA9E2227117}" type="parTrans" cxnId="{58EBE67A-A12D-4681-99F5-76243B7F6279}">
      <dgm:prSet/>
      <dgm:spPr/>
      <dgm:t>
        <a:bodyPr/>
        <a:lstStyle/>
        <a:p>
          <a:endParaRPr lang="en-US"/>
        </a:p>
      </dgm:t>
    </dgm:pt>
    <dgm:pt modelId="{14F085BD-9656-4CA2-A694-2B301F4050D5}" type="sibTrans" cxnId="{58EBE67A-A12D-4681-99F5-76243B7F6279}">
      <dgm:prSet/>
      <dgm:spPr/>
      <dgm:t>
        <a:bodyPr/>
        <a:lstStyle/>
        <a:p>
          <a:endParaRPr lang="en-US"/>
        </a:p>
      </dgm:t>
    </dgm:pt>
    <dgm:pt modelId="{2F1C05E4-B706-42F8-828A-ECB5336D00BA}">
      <dgm:prSet phldrT="[Text]"/>
      <dgm:spPr/>
      <dgm:t>
        <a:bodyPr/>
        <a:lstStyle/>
        <a:p>
          <a:r>
            <a:rPr lang="en-US" dirty="0" smtClean="0"/>
            <a:t>For stakeholders, encourage them to use the proposed solution</a:t>
          </a:r>
          <a:endParaRPr lang="en-US" dirty="0"/>
        </a:p>
      </dgm:t>
    </dgm:pt>
    <dgm:pt modelId="{39BB10E8-1DEB-4241-B570-0E428A25E1E6}" type="parTrans" cxnId="{4D3F756A-7630-43B8-A903-A5B7140F3287}">
      <dgm:prSet/>
      <dgm:spPr/>
      <dgm:t>
        <a:bodyPr/>
        <a:lstStyle/>
        <a:p>
          <a:endParaRPr lang="en-US"/>
        </a:p>
      </dgm:t>
    </dgm:pt>
    <dgm:pt modelId="{39E85374-3CAF-4B4B-B161-9B893930B16A}" type="sibTrans" cxnId="{4D3F756A-7630-43B8-A903-A5B7140F3287}">
      <dgm:prSet/>
      <dgm:spPr/>
      <dgm:t>
        <a:bodyPr/>
        <a:lstStyle/>
        <a:p>
          <a:endParaRPr lang="en-US"/>
        </a:p>
      </dgm:t>
    </dgm:pt>
    <dgm:pt modelId="{195A90E6-4F1D-4190-94A2-498BBA478408}">
      <dgm:prSet phldrT="[Text]"/>
      <dgm:spPr/>
      <dgm:t>
        <a:bodyPr/>
        <a:lstStyle/>
        <a:p>
          <a:r>
            <a:rPr lang="en-US" dirty="0" smtClean="0"/>
            <a:t>For researchers---provide practical idea about how to extend the project</a:t>
          </a:r>
          <a:endParaRPr lang="en-US" dirty="0"/>
        </a:p>
      </dgm:t>
    </dgm:pt>
    <dgm:pt modelId="{BF578BF7-4982-43B9-8977-571CE3C1A749}" type="parTrans" cxnId="{E90A7616-2651-4893-97B8-0FE1D9E46E6B}">
      <dgm:prSet/>
      <dgm:spPr/>
      <dgm:t>
        <a:bodyPr/>
        <a:lstStyle/>
        <a:p>
          <a:endParaRPr lang="en-US"/>
        </a:p>
      </dgm:t>
    </dgm:pt>
    <dgm:pt modelId="{E8368776-EB14-48DC-B8F7-7BDF05A211C6}" type="sibTrans" cxnId="{E90A7616-2651-4893-97B8-0FE1D9E46E6B}">
      <dgm:prSet/>
      <dgm:spPr/>
      <dgm:t>
        <a:bodyPr/>
        <a:lstStyle/>
        <a:p>
          <a:endParaRPr lang="en-US"/>
        </a:p>
      </dgm:t>
    </dgm:pt>
    <dgm:pt modelId="{8A3601FA-EC81-4D4B-B867-50B118658A3D}">
      <dgm:prSet phldrT="[Text]"/>
      <dgm:spPr/>
      <dgm:t>
        <a:bodyPr/>
        <a:lstStyle/>
        <a:p>
          <a:r>
            <a:rPr lang="en-US" dirty="0" smtClean="0"/>
            <a:t>Discusses project limitations and provide ideas about improvements</a:t>
          </a:r>
          <a:endParaRPr lang="en-US" dirty="0"/>
        </a:p>
      </dgm:t>
    </dgm:pt>
    <dgm:pt modelId="{91B760FD-AC1D-426E-B0E3-3580EB22F7E3}" type="parTrans" cxnId="{4367A499-7489-4BE1-8B4E-2E1554224E77}">
      <dgm:prSet/>
      <dgm:spPr/>
      <dgm:t>
        <a:bodyPr/>
        <a:lstStyle/>
        <a:p>
          <a:endParaRPr lang="en-US"/>
        </a:p>
      </dgm:t>
    </dgm:pt>
    <dgm:pt modelId="{759DA9C9-A7FE-4604-82D9-D6FDFB6D8031}" type="sibTrans" cxnId="{4367A499-7489-4BE1-8B4E-2E1554224E77}">
      <dgm:prSet/>
      <dgm:spPr/>
      <dgm:t>
        <a:bodyPr/>
        <a:lstStyle/>
        <a:p>
          <a:endParaRPr lang="en-US"/>
        </a:p>
      </dgm:t>
    </dgm:pt>
    <dgm:pt modelId="{7FCF6CFB-1610-4D09-932C-C7CA8AB56733}" type="pres">
      <dgm:prSet presAssocID="{FF12574F-8D8B-4ECC-8089-1C6ECC7BD704}" presName="Name0" presStyleCnt="0">
        <dgm:presLayoutVars>
          <dgm:dir/>
          <dgm:animLvl val="lvl"/>
          <dgm:resizeHandles val="exact"/>
        </dgm:presLayoutVars>
      </dgm:prSet>
      <dgm:spPr/>
      <dgm:t>
        <a:bodyPr/>
        <a:lstStyle/>
        <a:p>
          <a:endParaRPr lang="en-US"/>
        </a:p>
      </dgm:t>
    </dgm:pt>
    <dgm:pt modelId="{216A0C0E-2432-4ED5-8D56-8EA5C777FFB3}" type="pres">
      <dgm:prSet presAssocID="{0D549492-8E8D-450F-B6CF-D3433824AE10}" presName="linNode" presStyleCnt="0"/>
      <dgm:spPr/>
    </dgm:pt>
    <dgm:pt modelId="{9EEE0124-99E5-411D-9789-B6BA157C3FF0}" type="pres">
      <dgm:prSet presAssocID="{0D549492-8E8D-450F-B6CF-D3433824AE10}" presName="parTx" presStyleLbl="revTx" presStyleIdx="0" presStyleCnt="1">
        <dgm:presLayoutVars>
          <dgm:chMax val="1"/>
          <dgm:bulletEnabled val="1"/>
        </dgm:presLayoutVars>
      </dgm:prSet>
      <dgm:spPr/>
      <dgm:t>
        <a:bodyPr/>
        <a:lstStyle/>
        <a:p>
          <a:endParaRPr lang="en-US"/>
        </a:p>
      </dgm:t>
    </dgm:pt>
    <dgm:pt modelId="{36719592-3956-475D-85ED-DE75A01A5E53}" type="pres">
      <dgm:prSet presAssocID="{0D549492-8E8D-450F-B6CF-D3433824AE10}" presName="bracket" presStyleLbl="parChTrans1D1" presStyleIdx="0" presStyleCnt="1"/>
      <dgm:spPr/>
    </dgm:pt>
    <dgm:pt modelId="{A7CC84B6-29B3-43C4-B5E4-DF3049A178FA}" type="pres">
      <dgm:prSet presAssocID="{0D549492-8E8D-450F-B6CF-D3433824AE10}" presName="spH" presStyleCnt="0"/>
      <dgm:spPr/>
    </dgm:pt>
    <dgm:pt modelId="{FD88FB77-C026-4DB9-977D-FBF53CD3A652}" type="pres">
      <dgm:prSet presAssocID="{0D549492-8E8D-450F-B6CF-D3433824AE10}" presName="desTx" presStyleLbl="node1" presStyleIdx="0" presStyleCnt="1">
        <dgm:presLayoutVars>
          <dgm:bulletEnabled val="1"/>
        </dgm:presLayoutVars>
      </dgm:prSet>
      <dgm:spPr/>
      <dgm:t>
        <a:bodyPr/>
        <a:lstStyle/>
        <a:p>
          <a:endParaRPr lang="en-US"/>
        </a:p>
      </dgm:t>
    </dgm:pt>
  </dgm:ptLst>
  <dgm:cxnLst>
    <dgm:cxn modelId="{4367A499-7489-4BE1-8B4E-2E1554224E77}" srcId="{0D549492-8E8D-450F-B6CF-D3433824AE10}" destId="{8A3601FA-EC81-4D4B-B867-50B118658A3D}" srcOrd="2" destOrd="0" parTransId="{91B760FD-AC1D-426E-B0E3-3580EB22F7E3}" sibTransId="{759DA9C9-A7FE-4604-82D9-D6FDFB6D8031}"/>
    <dgm:cxn modelId="{F3503F7A-1923-411A-AA22-5376AD0ADF96}" type="presOf" srcId="{195A90E6-4F1D-4190-94A2-498BBA478408}" destId="{FD88FB77-C026-4DB9-977D-FBF53CD3A652}" srcOrd="0" destOrd="1" presId="urn:diagrams.loki3.com/BracketList"/>
    <dgm:cxn modelId="{767907B8-5B8D-446D-94D6-A5463CCD9DE3}" type="presOf" srcId="{FF12574F-8D8B-4ECC-8089-1C6ECC7BD704}" destId="{7FCF6CFB-1610-4D09-932C-C7CA8AB56733}" srcOrd="0" destOrd="0" presId="urn:diagrams.loki3.com/BracketList"/>
    <dgm:cxn modelId="{4D3F756A-7630-43B8-A903-A5B7140F3287}" srcId="{0D549492-8E8D-450F-B6CF-D3433824AE10}" destId="{2F1C05E4-B706-42F8-828A-ECB5336D00BA}" srcOrd="0" destOrd="0" parTransId="{39BB10E8-1DEB-4241-B570-0E428A25E1E6}" sibTransId="{39E85374-3CAF-4B4B-B161-9B893930B16A}"/>
    <dgm:cxn modelId="{E90A7616-2651-4893-97B8-0FE1D9E46E6B}" srcId="{0D549492-8E8D-450F-B6CF-D3433824AE10}" destId="{195A90E6-4F1D-4190-94A2-498BBA478408}" srcOrd="1" destOrd="0" parTransId="{BF578BF7-4982-43B9-8977-571CE3C1A749}" sibTransId="{E8368776-EB14-48DC-B8F7-7BDF05A211C6}"/>
    <dgm:cxn modelId="{58EBE67A-A12D-4681-99F5-76243B7F6279}" srcId="{FF12574F-8D8B-4ECC-8089-1C6ECC7BD704}" destId="{0D549492-8E8D-450F-B6CF-D3433824AE10}" srcOrd="0" destOrd="0" parTransId="{E6516130-F5C9-4F5B-8CCD-1FA9E2227117}" sibTransId="{14F085BD-9656-4CA2-A694-2B301F4050D5}"/>
    <dgm:cxn modelId="{77F0E17E-0CD9-4C9B-A8B0-065CE4E0D9AA}" type="presOf" srcId="{2F1C05E4-B706-42F8-828A-ECB5336D00BA}" destId="{FD88FB77-C026-4DB9-977D-FBF53CD3A652}" srcOrd="0" destOrd="0" presId="urn:diagrams.loki3.com/BracketList"/>
    <dgm:cxn modelId="{05FA4D29-6B03-44CD-B743-CCE5430C01E2}" type="presOf" srcId="{8A3601FA-EC81-4D4B-B867-50B118658A3D}" destId="{FD88FB77-C026-4DB9-977D-FBF53CD3A652}" srcOrd="0" destOrd="2" presId="urn:diagrams.loki3.com/BracketList"/>
    <dgm:cxn modelId="{534B036A-26F7-4208-87F9-8F368BC4521F}" type="presOf" srcId="{0D549492-8E8D-450F-B6CF-D3433824AE10}" destId="{9EEE0124-99E5-411D-9789-B6BA157C3FF0}" srcOrd="0" destOrd="0" presId="urn:diagrams.loki3.com/BracketList"/>
    <dgm:cxn modelId="{376E58EB-7F8D-4A50-82F1-64489CF1DE61}" type="presParOf" srcId="{7FCF6CFB-1610-4D09-932C-C7CA8AB56733}" destId="{216A0C0E-2432-4ED5-8D56-8EA5C777FFB3}" srcOrd="0" destOrd="0" presId="urn:diagrams.loki3.com/BracketList"/>
    <dgm:cxn modelId="{D66BE399-96D5-4643-8B82-0D4197C6C78A}" type="presParOf" srcId="{216A0C0E-2432-4ED5-8D56-8EA5C777FFB3}" destId="{9EEE0124-99E5-411D-9789-B6BA157C3FF0}" srcOrd="0" destOrd="0" presId="urn:diagrams.loki3.com/BracketList"/>
    <dgm:cxn modelId="{17022C89-395F-4B9E-BF69-DA7A413F3B68}" type="presParOf" srcId="{216A0C0E-2432-4ED5-8D56-8EA5C777FFB3}" destId="{36719592-3956-475D-85ED-DE75A01A5E53}" srcOrd="1" destOrd="0" presId="urn:diagrams.loki3.com/BracketList"/>
    <dgm:cxn modelId="{188C1344-3DC3-4945-8859-E6A8982C8709}" type="presParOf" srcId="{216A0C0E-2432-4ED5-8D56-8EA5C777FFB3}" destId="{A7CC84B6-29B3-43C4-B5E4-DF3049A178FA}" srcOrd="2" destOrd="0" presId="urn:diagrams.loki3.com/BracketList"/>
    <dgm:cxn modelId="{9336EA47-1DEB-4A6D-96D9-09A2E4810643}" type="presParOf" srcId="{216A0C0E-2432-4ED5-8D56-8EA5C777FFB3}" destId="{FD88FB77-C026-4DB9-977D-FBF53CD3A652}"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916696-08AF-4B78-ADCA-CC7325329284}">
      <dsp:nvSpPr>
        <dsp:cNvPr id="0" name=""/>
        <dsp:cNvSpPr/>
      </dsp:nvSpPr>
      <dsp:spPr>
        <a:xfrm>
          <a:off x="992" y="806870"/>
          <a:ext cx="3869531" cy="2321718"/>
        </a:xfrm>
        <a:prstGeom prst="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lvl="0" algn="ctr" defTabSz="1689100">
            <a:lnSpc>
              <a:spcPct val="90000"/>
            </a:lnSpc>
            <a:spcBef>
              <a:spcPct val="0"/>
            </a:spcBef>
            <a:spcAft>
              <a:spcPct val="35000"/>
            </a:spcAft>
          </a:pPr>
          <a:r>
            <a:rPr lang="en-US" sz="3800" kern="1200" dirty="0" smtClean="0"/>
            <a:t>Reconstruction of an investigation</a:t>
          </a:r>
          <a:endParaRPr lang="en-US" sz="3800" kern="1200" dirty="0"/>
        </a:p>
      </dsp:txBody>
      <dsp:txXfrm>
        <a:off x="992" y="806870"/>
        <a:ext cx="3869531" cy="2321718"/>
      </dsp:txXfrm>
    </dsp:sp>
    <dsp:sp modelId="{24E4B88D-D296-4170-841E-9AD4FF405CB0}">
      <dsp:nvSpPr>
        <dsp:cNvPr id="0" name=""/>
        <dsp:cNvSpPr/>
      </dsp:nvSpPr>
      <dsp:spPr>
        <a:xfrm>
          <a:off x="4257476" y="806870"/>
          <a:ext cx="3869531" cy="2321718"/>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lvl="0" algn="ctr" defTabSz="1689100">
            <a:lnSpc>
              <a:spcPct val="90000"/>
            </a:lnSpc>
            <a:spcBef>
              <a:spcPct val="0"/>
            </a:spcBef>
            <a:spcAft>
              <a:spcPct val="35000"/>
            </a:spcAft>
          </a:pPr>
          <a:r>
            <a:rPr lang="en-US" sz="3800" kern="1200" dirty="0" smtClean="0"/>
            <a:t>Reconstruct: build or form (something) again</a:t>
          </a:r>
          <a:endParaRPr lang="en-US" sz="3800" kern="1200" dirty="0"/>
        </a:p>
      </dsp:txBody>
      <dsp:txXfrm>
        <a:off x="4257476" y="806870"/>
        <a:ext cx="3869531" cy="23217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376DB5-3CE4-4653-A2F2-13B98701A012}">
      <dsp:nvSpPr>
        <dsp:cNvPr id="0" name=""/>
        <dsp:cNvSpPr/>
      </dsp:nvSpPr>
      <dsp:spPr>
        <a:xfrm>
          <a:off x="5214073" y="2256486"/>
          <a:ext cx="366998" cy="1972614"/>
        </a:xfrm>
        <a:custGeom>
          <a:avLst/>
          <a:gdLst/>
          <a:ahLst/>
          <a:cxnLst/>
          <a:rect l="0" t="0" r="0" b="0"/>
          <a:pathLst>
            <a:path>
              <a:moveTo>
                <a:pt x="0" y="0"/>
              </a:moveTo>
              <a:lnTo>
                <a:pt x="183499" y="0"/>
              </a:lnTo>
              <a:lnTo>
                <a:pt x="183499" y="1972614"/>
              </a:lnTo>
              <a:lnTo>
                <a:pt x="366998" y="1972614"/>
              </a:lnTo>
            </a:path>
          </a:pathLst>
        </a:custGeom>
        <a:noFill/>
        <a:ln w="15875"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82FEB36-4893-44D9-BBBF-D7A13B7E96D0}">
      <dsp:nvSpPr>
        <dsp:cNvPr id="0" name=""/>
        <dsp:cNvSpPr/>
      </dsp:nvSpPr>
      <dsp:spPr>
        <a:xfrm>
          <a:off x="5214073" y="2256486"/>
          <a:ext cx="366998" cy="1183568"/>
        </a:xfrm>
        <a:custGeom>
          <a:avLst/>
          <a:gdLst/>
          <a:ahLst/>
          <a:cxnLst/>
          <a:rect l="0" t="0" r="0" b="0"/>
          <a:pathLst>
            <a:path>
              <a:moveTo>
                <a:pt x="0" y="0"/>
              </a:moveTo>
              <a:lnTo>
                <a:pt x="183499" y="0"/>
              </a:lnTo>
              <a:lnTo>
                <a:pt x="183499" y="1183568"/>
              </a:lnTo>
              <a:lnTo>
                <a:pt x="366998" y="1183568"/>
              </a:lnTo>
            </a:path>
          </a:pathLst>
        </a:custGeom>
        <a:noFill/>
        <a:ln w="15875"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D50F58EC-D9A4-4EA4-BD82-8726D1FC49AF}">
      <dsp:nvSpPr>
        <dsp:cNvPr id="0" name=""/>
        <dsp:cNvSpPr/>
      </dsp:nvSpPr>
      <dsp:spPr>
        <a:xfrm>
          <a:off x="5214073" y="2256486"/>
          <a:ext cx="366998" cy="394522"/>
        </a:xfrm>
        <a:custGeom>
          <a:avLst/>
          <a:gdLst/>
          <a:ahLst/>
          <a:cxnLst/>
          <a:rect l="0" t="0" r="0" b="0"/>
          <a:pathLst>
            <a:path>
              <a:moveTo>
                <a:pt x="0" y="0"/>
              </a:moveTo>
              <a:lnTo>
                <a:pt x="183499" y="0"/>
              </a:lnTo>
              <a:lnTo>
                <a:pt x="183499" y="394522"/>
              </a:lnTo>
              <a:lnTo>
                <a:pt x="366998" y="394522"/>
              </a:lnTo>
            </a:path>
          </a:pathLst>
        </a:custGeom>
        <a:noFill/>
        <a:ln w="15875"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FD4CD02-435E-4E31-8AEA-2FD9E7FC4E12}">
      <dsp:nvSpPr>
        <dsp:cNvPr id="0" name=""/>
        <dsp:cNvSpPr/>
      </dsp:nvSpPr>
      <dsp:spPr>
        <a:xfrm>
          <a:off x="5214073" y="1861963"/>
          <a:ext cx="366998" cy="394522"/>
        </a:xfrm>
        <a:custGeom>
          <a:avLst/>
          <a:gdLst/>
          <a:ahLst/>
          <a:cxnLst/>
          <a:rect l="0" t="0" r="0" b="0"/>
          <a:pathLst>
            <a:path>
              <a:moveTo>
                <a:pt x="0" y="394522"/>
              </a:moveTo>
              <a:lnTo>
                <a:pt x="183499" y="394522"/>
              </a:lnTo>
              <a:lnTo>
                <a:pt x="183499" y="0"/>
              </a:lnTo>
              <a:lnTo>
                <a:pt x="366998" y="0"/>
              </a:lnTo>
            </a:path>
          </a:pathLst>
        </a:custGeom>
        <a:noFill/>
        <a:ln w="15875"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46DD52FF-68AB-4D44-86CE-631B0811F947}">
      <dsp:nvSpPr>
        <dsp:cNvPr id="0" name=""/>
        <dsp:cNvSpPr/>
      </dsp:nvSpPr>
      <dsp:spPr>
        <a:xfrm>
          <a:off x="5214073" y="1072917"/>
          <a:ext cx="366998" cy="1183568"/>
        </a:xfrm>
        <a:custGeom>
          <a:avLst/>
          <a:gdLst/>
          <a:ahLst/>
          <a:cxnLst/>
          <a:rect l="0" t="0" r="0" b="0"/>
          <a:pathLst>
            <a:path>
              <a:moveTo>
                <a:pt x="0" y="1183568"/>
              </a:moveTo>
              <a:lnTo>
                <a:pt x="183499" y="1183568"/>
              </a:lnTo>
              <a:lnTo>
                <a:pt x="183499" y="0"/>
              </a:lnTo>
              <a:lnTo>
                <a:pt x="366998" y="0"/>
              </a:lnTo>
            </a:path>
          </a:pathLst>
        </a:custGeom>
        <a:noFill/>
        <a:ln w="15875"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9F24EDF-6083-43EC-AF33-777A7D5083D9}">
      <dsp:nvSpPr>
        <dsp:cNvPr id="0" name=""/>
        <dsp:cNvSpPr/>
      </dsp:nvSpPr>
      <dsp:spPr>
        <a:xfrm>
          <a:off x="5214073" y="283872"/>
          <a:ext cx="366998" cy="1972614"/>
        </a:xfrm>
        <a:custGeom>
          <a:avLst/>
          <a:gdLst/>
          <a:ahLst/>
          <a:cxnLst/>
          <a:rect l="0" t="0" r="0" b="0"/>
          <a:pathLst>
            <a:path>
              <a:moveTo>
                <a:pt x="0" y="1972614"/>
              </a:moveTo>
              <a:lnTo>
                <a:pt x="183499" y="1972614"/>
              </a:lnTo>
              <a:lnTo>
                <a:pt x="183499" y="0"/>
              </a:lnTo>
              <a:lnTo>
                <a:pt x="366998" y="0"/>
              </a:lnTo>
            </a:path>
          </a:pathLst>
        </a:custGeom>
        <a:noFill/>
        <a:ln w="15875"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1CFCF905-D3DD-4C82-AB9D-86276CA48AD6}">
      <dsp:nvSpPr>
        <dsp:cNvPr id="0" name=""/>
        <dsp:cNvSpPr/>
      </dsp:nvSpPr>
      <dsp:spPr>
        <a:xfrm>
          <a:off x="3379083" y="1976650"/>
          <a:ext cx="1834990" cy="559671"/>
        </a:xfrm>
        <a:prstGeom prst="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Motivation</a:t>
          </a:r>
          <a:endParaRPr lang="en-US" sz="1600" kern="1200" dirty="0"/>
        </a:p>
      </dsp:txBody>
      <dsp:txXfrm>
        <a:off x="3379083" y="1976650"/>
        <a:ext cx="1834990" cy="559671"/>
      </dsp:txXfrm>
    </dsp:sp>
    <dsp:sp modelId="{8437E7E8-9B14-40B5-B0ED-97B03640150C}">
      <dsp:nvSpPr>
        <dsp:cNvPr id="0" name=""/>
        <dsp:cNvSpPr/>
      </dsp:nvSpPr>
      <dsp:spPr>
        <a:xfrm>
          <a:off x="5581071" y="4036"/>
          <a:ext cx="1834990" cy="559671"/>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Why the area is important </a:t>
          </a:r>
          <a:endParaRPr lang="en-US" sz="1600" kern="1200" dirty="0"/>
        </a:p>
      </dsp:txBody>
      <dsp:txXfrm>
        <a:off x="5581071" y="4036"/>
        <a:ext cx="1834990" cy="559671"/>
      </dsp:txXfrm>
    </dsp:sp>
    <dsp:sp modelId="{0BE313B3-D329-409D-92A9-8228D6D1E945}">
      <dsp:nvSpPr>
        <dsp:cNvPr id="0" name=""/>
        <dsp:cNvSpPr/>
      </dsp:nvSpPr>
      <dsp:spPr>
        <a:xfrm>
          <a:off x="5581071" y="793081"/>
          <a:ext cx="1834990" cy="559671"/>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Giving background information </a:t>
          </a:r>
          <a:endParaRPr lang="en-US" sz="1600" kern="1200" dirty="0"/>
        </a:p>
      </dsp:txBody>
      <dsp:txXfrm>
        <a:off x="5581071" y="793081"/>
        <a:ext cx="1834990" cy="559671"/>
      </dsp:txXfrm>
    </dsp:sp>
    <dsp:sp modelId="{7CF38729-C102-4D5F-B59F-61E5542AB049}">
      <dsp:nvSpPr>
        <dsp:cNvPr id="0" name=""/>
        <dsp:cNvSpPr/>
      </dsp:nvSpPr>
      <dsp:spPr>
        <a:xfrm>
          <a:off x="5581071" y="1582127"/>
          <a:ext cx="1834990" cy="559671"/>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Reviewing previous research</a:t>
          </a:r>
          <a:endParaRPr lang="en-US" sz="1600" kern="1200" dirty="0"/>
        </a:p>
      </dsp:txBody>
      <dsp:txXfrm>
        <a:off x="5581071" y="1582127"/>
        <a:ext cx="1834990" cy="559671"/>
      </dsp:txXfrm>
    </dsp:sp>
    <dsp:sp modelId="{70922391-2A4E-4E4C-92D5-DD0E39D7DBBD}">
      <dsp:nvSpPr>
        <dsp:cNvPr id="0" name=""/>
        <dsp:cNvSpPr/>
      </dsp:nvSpPr>
      <dsp:spPr>
        <a:xfrm>
          <a:off x="5581071" y="2371173"/>
          <a:ext cx="1834990" cy="559671"/>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Identifying a problem or a need</a:t>
          </a:r>
          <a:endParaRPr lang="en-US" sz="1600" kern="1200" dirty="0"/>
        </a:p>
      </dsp:txBody>
      <dsp:txXfrm>
        <a:off x="5581071" y="2371173"/>
        <a:ext cx="1834990" cy="559671"/>
      </dsp:txXfrm>
    </dsp:sp>
    <dsp:sp modelId="{C7F1DF43-327E-4FCF-8CB9-8385AA5DEE8D}">
      <dsp:nvSpPr>
        <dsp:cNvPr id="0" name=""/>
        <dsp:cNvSpPr/>
      </dsp:nvSpPr>
      <dsp:spPr>
        <a:xfrm>
          <a:off x="5581071" y="3160219"/>
          <a:ext cx="1834990" cy="559671"/>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Establishing a specific problem or need</a:t>
          </a:r>
          <a:endParaRPr lang="en-US" sz="1600" kern="1200" dirty="0"/>
        </a:p>
      </dsp:txBody>
      <dsp:txXfrm>
        <a:off x="5581071" y="3160219"/>
        <a:ext cx="1834990" cy="559671"/>
      </dsp:txXfrm>
    </dsp:sp>
    <dsp:sp modelId="{01B71FCB-96A4-4238-BD90-AF89A803A54D}">
      <dsp:nvSpPr>
        <dsp:cNvPr id="0" name=""/>
        <dsp:cNvSpPr/>
      </dsp:nvSpPr>
      <dsp:spPr>
        <a:xfrm>
          <a:off x="5581071" y="3949264"/>
          <a:ext cx="1834990" cy="559671"/>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End with statement of the problem </a:t>
          </a:r>
          <a:endParaRPr lang="en-US" sz="1600" kern="1200" dirty="0"/>
        </a:p>
      </dsp:txBody>
      <dsp:txXfrm>
        <a:off x="5581071" y="3949264"/>
        <a:ext cx="1834990" cy="55967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D0CCE1-B33D-4486-B9E2-AD6617B67474}">
      <dsp:nvSpPr>
        <dsp:cNvPr id="0" name=""/>
        <dsp:cNvSpPr/>
      </dsp:nvSpPr>
      <dsp:spPr>
        <a:xfrm>
          <a:off x="5029199" y="1702593"/>
          <a:ext cx="3558195" cy="617538"/>
        </a:xfrm>
        <a:custGeom>
          <a:avLst/>
          <a:gdLst/>
          <a:ahLst/>
          <a:cxnLst/>
          <a:rect l="0" t="0" r="0" b="0"/>
          <a:pathLst>
            <a:path>
              <a:moveTo>
                <a:pt x="0" y="0"/>
              </a:moveTo>
              <a:lnTo>
                <a:pt x="0" y="308769"/>
              </a:lnTo>
              <a:lnTo>
                <a:pt x="3558195" y="308769"/>
              </a:lnTo>
              <a:lnTo>
                <a:pt x="3558195" y="617538"/>
              </a:lnTo>
            </a:path>
          </a:pathLst>
        </a:custGeom>
        <a:noFill/>
        <a:ln w="15875"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3A90DF4C-9FD6-47D0-B948-0FC6641D6660}">
      <dsp:nvSpPr>
        <dsp:cNvPr id="0" name=""/>
        <dsp:cNvSpPr/>
      </dsp:nvSpPr>
      <dsp:spPr>
        <a:xfrm>
          <a:off x="4983479" y="1702593"/>
          <a:ext cx="91440" cy="617538"/>
        </a:xfrm>
        <a:custGeom>
          <a:avLst/>
          <a:gdLst/>
          <a:ahLst/>
          <a:cxnLst/>
          <a:rect l="0" t="0" r="0" b="0"/>
          <a:pathLst>
            <a:path>
              <a:moveTo>
                <a:pt x="45720" y="0"/>
              </a:moveTo>
              <a:lnTo>
                <a:pt x="45720" y="617538"/>
              </a:lnTo>
            </a:path>
          </a:pathLst>
        </a:custGeom>
        <a:noFill/>
        <a:ln w="15875"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1BFC7C78-E578-4B0B-93B6-79F35B7AD911}">
      <dsp:nvSpPr>
        <dsp:cNvPr id="0" name=""/>
        <dsp:cNvSpPr/>
      </dsp:nvSpPr>
      <dsp:spPr>
        <a:xfrm>
          <a:off x="1471004" y="1702593"/>
          <a:ext cx="3558195" cy="617538"/>
        </a:xfrm>
        <a:custGeom>
          <a:avLst/>
          <a:gdLst/>
          <a:ahLst/>
          <a:cxnLst/>
          <a:rect l="0" t="0" r="0" b="0"/>
          <a:pathLst>
            <a:path>
              <a:moveTo>
                <a:pt x="3558195" y="0"/>
              </a:moveTo>
              <a:lnTo>
                <a:pt x="3558195" y="308769"/>
              </a:lnTo>
              <a:lnTo>
                <a:pt x="0" y="308769"/>
              </a:lnTo>
              <a:lnTo>
                <a:pt x="0" y="617538"/>
              </a:lnTo>
            </a:path>
          </a:pathLst>
        </a:custGeom>
        <a:noFill/>
        <a:ln w="15875"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A56EFB0-8A37-4E77-83DE-C2335E90E5DC}">
      <dsp:nvSpPr>
        <dsp:cNvPr id="0" name=""/>
        <dsp:cNvSpPr/>
      </dsp:nvSpPr>
      <dsp:spPr>
        <a:xfrm>
          <a:off x="3558871" y="232264"/>
          <a:ext cx="2940657" cy="1470328"/>
        </a:xfrm>
        <a:prstGeom prst="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sz="3400" kern="1200" dirty="0" smtClean="0"/>
            <a:t>End User and Beneficiaries</a:t>
          </a:r>
          <a:endParaRPr lang="en-US" sz="3400" kern="1200" dirty="0"/>
        </a:p>
      </dsp:txBody>
      <dsp:txXfrm>
        <a:off x="3558871" y="232264"/>
        <a:ext cx="2940657" cy="1470328"/>
      </dsp:txXfrm>
    </dsp:sp>
    <dsp:sp modelId="{55D586CA-30FE-4552-A667-7C4C84511C79}">
      <dsp:nvSpPr>
        <dsp:cNvPr id="0" name=""/>
        <dsp:cNvSpPr/>
      </dsp:nvSpPr>
      <dsp:spPr>
        <a:xfrm>
          <a:off x="675" y="2320131"/>
          <a:ext cx="2940657" cy="1470328"/>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sz="3400" kern="1200" dirty="0" smtClean="0"/>
            <a:t>Direct User</a:t>
          </a:r>
          <a:endParaRPr lang="en-US" sz="3400" kern="1200" dirty="0"/>
        </a:p>
      </dsp:txBody>
      <dsp:txXfrm>
        <a:off x="675" y="2320131"/>
        <a:ext cx="2940657" cy="1470328"/>
      </dsp:txXfrm>
    </dsp:sp>
    <dsp:sp modelId="{BC71F5B7-DE42-4B84-ABCF-5A5E56F395CA}">
      <dsp:nvSpPr>
        <dsp:cNvPr id="0" name=""/>
        <dsp:cNvSpPr/>
      </dsp:nvSpPr>
      <dsp:spPr>
        <a:xfrm>
          <a:off x="3558871" y="2320131"/>
          <a:ext cx="2940657" cy="1470328"/>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sz="3400" kern="1200" dirty="0" smtClean="0"/>
            <a:t>Secondary User</a:t>
          </a:r>
          <a:endParaRPr lang="en-US" sz="3400" kern="1200" dirty="0"/>
        </a:p>
      </dsp:txBody>
      <dsp:txXfrm>
        <a:off x="3558871" y="2320131"/>
        <a:ext cx="2940657" cy="1470328"/>
      </dsp:txXfrm>
    </dsp:sp>
    <dsp:sp modelId="{52176B8A-56EC-468D-998D-0579C38CA531}">
      <dsp:nvSpPr>
        <dsp:cNvPr id="0" name=""/>
        <dsp:cNvSpPr/>
      </dsp:nvSpPr>
      <dsp:spPr>
        <a:xfrm>
          <a:off x="7117066" y="2320131"/>
          <a:ext cx="2940657" cy="1470328"/>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sz="3400" kern="1200" dirty="0" smtClean="0"/>
            <a:t>Beneficiaries-Customers and Vendors</a:t>
          </a:r>
          <a:endParaRPr lang="en-US" sz="3400" kern="1200" dirty="0"/>
        </a:p>
      </dsp:txBody>
      <dsp:txXfrm>
        <a:off x="7117066" y="2320131"/>
        <a:ext cx="2940657" cy="147032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019263-401E-4956-9907-6F0C44C172C4}">
      <dsp:nvSpPr>
        <dsp:cNvPr id="0" name=""/>
        <dsp:cNvSpPr/>
      </dsp:nvSpPr>
      <dsp:spPr>
        <a:xfrm>
          <a:off x="0" y="399642"/>
          <a:ext cx="10058399" cy="554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D5E91410-C66F-49FC-9D48-B06B1458502D}">
      <dsp:nvSpPr>
        <dsp:cNvPr id="0" name=""/>
        <dsp:cNvSpPr/>
      </dsp:nvSpPr>
      <dsp:spPr>
        <a:xfrm>
          <a:off x="502920" y="74922"/>
          <a:ext cx="7040880" cy="649440"/>
        </a:xfrm>
        <a:prstGeom prst="round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1066800">
            <a:lnSpc>
              <a:spcPct val="90000"/>
            </a:lnSpc>
            <a:spcBef>
              <a:spcPct val="0"/>
            </a:spcBef>
            <a:spcAft>
              <a:spcPct val="35000"/>
            </a:spcAft>
          </a:pPr>
          <a:r>
            <a:rPr lang="en-US" sz="2400" kern="1200" dirty="0" smtClean="0"/>
            <a:t>Introduce Research Area, technology</a:t>
          </a:r>
          <a:endParaRPr lang="en-US" sz="2400" kern="1200" dirty="0"/>
        </a:p>
      </dsp:txBody>
      <dsp:txXfrm>
        <a:off x="534623" y="106625"/>
        <a:ext cx="6977474" cy="586034"/>
      </dsp:txXfrm>
    </dsp:sp>
    <dsp:sp modelId="{C142E485-CFC4-4435-8319-B530D6BEB29A}">
      <dsp:nvSpPr>
        <dsp:cNvPr id="0" name=""/>
        <dsp:cNvSpPr/>
      </dsp:nvSpPr>
      <dsp:spPr>
        <a:xfrm>
          <a:off x="0" y="1397562"/>
          <a:ext cx="10058399" cy="554400"/>
        </a:xfrm>
        <a:prstGeom prst="rect">
          <a:avLst/>
        </a:prstGeom>
        <a:solidFill>
          <a:schemeClr val="lt1">
            <a:alpha val="90000"/>
            <a:hueOff val="0"/>
            <a:satOff val="0"/>
            <a:lumOff val="0"/>
            <a:alphaOff val="0"/>
          </a:schemeClr>
        </a:solidFill>
        <a:ln w="12700" cap="flat" cmpd="sng" algn="ctr">
          <a:solidFill>
            <a:schemeClr val="accent2">
              <a:hueOff val="13013"/>
              <a:satOff val="-8959"/>
              <a:lumOff val="-2288"/>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B069C454-A7AC-4BB1-9240-A3E9A2547EE3}">
      <dsp:nvSpPr>
        <dsp:cNvPr id="0" name=""/>
        <dsp:cNvSpPr/>
      </dsp:nvSpPr>
      <dsp:spPr>
        <a:xfrm>
          <a:off x="502920" y="1072842"/>
          <a:ext cx="7040880" cy="649440"/>
        </a:xfrm>
        <a:prstGeom prst="roundRect">
          <a:avLst/>
        </a:prstGeom>
        <a:gradFill rotWithShape="0">
          <a:gsLst>
            <a:gs pos="0">
              <a:schemeClr val="accent2">
                <a:hueOff val="13013"/>
                <a:satOff val="-8959"/>
                <a:lumOff val="-2288"/>
                <a:alphaOff val="0"/>
                <a:shade val="85000"/>
                <a:satMod val="130000"/>
              </a:schemeClr>
            </a:gs>
            <a:gs pos="34000">
              <a:schemeClr val="accent2">
                <a:hueOff val="13013"/>
                <a:satOff val="-8959"/>
                <a:lumOff val="-2288"/>
                <a:alphaOff val="0"/>
                <a:shade val="87000"/>
                <a:satMod val="125000"/>
              </a:schemeClr>
            </a:gs>
            <a:gs pos="70000">
              <a:schemeClr val="accent2">
                <a:hueOff val="13013"/>
                <a:satOff val="-8959"/>
                <a:lumOff val="-2288"/>
                <a:alphaOff val="0"/>
                <a:tint val="100000"/>
                <a:shade val="90000"/>
                <a:satMod val="130000"/>
              </a:schemeClr>
            </a:gs>
            <a:gs pos="100000">
              <a:schemeClr val="accent2">
                <a:hueOff val="13013"/>
                <a:satOff val="-8959"/>
                <a:lumOff val="-2288"/>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1066800">
            <a:lnSpc>
              <a:spcPct val="90000"/>
            </a:lnSpc>
            <a:spcBef>
              <a:spcPct val="0"/>
            </a:spcBef>
            <a:spcAft>
              <a:spcPct val="35000"/>
            </a:spcAft>
          </a:pPr>
          <a:r>
            <a:rPr lang="en-US" sz="2400" kern="1200" dirty="0" smtClean="0"/>
            <a:t>Define it</a:t>
          </a:r>
          <a:endParaRPr lang="en-US" sz="2400" kern="1200" dirty="0"/>
        </a:p>
      </dsp:txBody>
      <dsp:txXfrm>
        <a:off x="534623" y="1104545"/>
        <a:ext cx="6977474" cy="586034"/>
      </dsp:txXfrm>
    </dsp:sp>
    <dsp:sp modelId="{6482EEA0-7A1A-4219-9DFC-86AA0913F733}">
      <dsp:nvSpPr>
        <dsp:cNvPr id="0" name=""/>
        <dsp:cNvSpPr/>
      </dsp:nvSpPr>
      <dsp:spPr>
        <a:xfrm>
          <a:off x="0" y="2395482"/>
          <a:ext cx="10058399" cy="554400"/>
        </a:xfrm>
        <a:prstGeom prst="rect">
          <a:avLst/>
        </a:prstGeom>
        <a:solidFill>
          <a:schemeClr val="lt1">
            <a:alpha val="90000"/>
            <a:hueOff val="0"/>
            <a:satOff val="0"/>
            <a:lumOff val="0"/>
            <a:alphaOff val="0"/>
          </a:schemeClr>
        </a:solidFill>
        <a:ln w="12700" cap="flat" cmpd="sng" algn="ctr">
          <a:solidFill>
            <a:schemeClr val="accent2">
              <a:hueOff val="26025"/>
              <a:satOff val="-17917"/>
              <a:lumOff val="-4575"/>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94AF16F4-FA25-45F8-A7F5-1262A4F01371}">
      <dsp:nvSpPr>
        <dsp:cNvPr id="0" name=""/>
        <dsp:cNvSpPr/>
      </dsp:nvSpPr>
      <dsp:spPr>
        <a:xfrm>
          <a:off x="502920" y="2070762"/>
          <a:ext cx="7040880" cy="649440"/>
        </a:xfrm>
        <a:prstGeom prst="roundRect">
          <a:avLst/>
        </a:prstGeom>
        <a:gradFill rotWithShape="0">
          <a:gsLst>
            <a:gs pos="0">
              <a:schemeClr val="accent2">
                <a:hueOff val="26025"/>
                <a:satOff val="-17917"/>
                <a:lumOff val="-4575"/>
                <a:alphaOff val="0"/>
                <a:shade val="85000"/>
                <a:satMod val="130000"/>
              </a:schemeClr>
            </a:gs>
            <a:gs pos="34000">
              <a:schemeClr val="accent2">
                <a:hueOff val="26025"/>
                <a:satOff val="-17917"/>
                <a:lumOff val="-4575"/>
                <a:alphaOff val="0"/>
                <a:shade val="87000"/>
                <a:satMod val="125000"/>
              </a:schemeClr>
            </a:gs>
            <a:gs pos="70000">
              <a:schemeClr val="accent2">
                <a:hueOff val="26025"/>
                <a:satOff val="-17917"/>
                <a:lumOff val="-4575"/>
                <a:alphaOff val="0"/>
                <a:tint val="100000"/>
                <a:shade val="90000"/>
                <a:satMod val="130000"/>
              </a:schemeClr>
            </a:gs>
            <a:gs pos="100000">
              <a:schemeClr val="accent2">
                <a:hueOff val="26025"/>
                <a:satOff val="-17917"/>
                <a:lumOff val="-4575"/>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1066800">
            <a:lnSpc>
              <a:spcPct val="90000"/>
            </a:lnSpc>
            <a:spcBef>
              <a:spcPct val="0"/>
            </a:spcBef>
            <a:spcAft>
              <a:spcPct val="35000"/>
            </a:spcAft>
          </a:pPr>
          <a:r>
            <a:rPr lang="en-US" sz="2400" kern="1200" dirty="0" smtClean="0"/>
            <a:t>Discuss its significance with respect to stakeholders and business benefits</a:t>
          </a:r>
          <a:endParaRPr lang="en-US" sz="2400" kern="1200" dirty="0"/>
        </a:p>
      </dsp:txBody>
      <dsp:txXfrm>
        <a:off x="534623" y="2102465"/>
        <a:ext cx="6977474" cy="586034"/>
      </dsp:txXfrm>
    </dsp:sp>
    <dsp:sp modelId="{1E1AA488-679B-4493-900C-69CFF7BAC182}">
      <dsp:nvSpPr>
        <dsp:cNvPr id="0" name=""/>
        <dsp:cNvSpPr/>
      </dsp:nvSpPr>
      <dsp:spPr>
        <a:xfrm>
          <a:off x="0" y="3393402"/>
          <a:ext cx="10058399" cy="554400"/>
        </a:xfrm>
        <a:prstGeom prst="rect">
          <a:avLst/>
        </a:prstGeom>
        <a:solidFill>
          <a:schemeClr val="lt1">
            <a:alpha val="90000"/>
            <a:hueOff val="0"/>
            <a:satOff val="0"/>
            <a:lumOff val="0"/>
            <a:alphaOff val="0"/>
          </a:schemeClr>
        </a:solidFill>
        <a:ln w="12700" cap="flat" cmpd="sng" algn="ctr">
          <a:solidFill>
            <a:schemeClr val="accent2">
              <a:hueOff val="39038"/>
              <a:satOff val="-26876"/>
              <a:lumOff val="-6863"/>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35ADE2FC-16F4-4C94-84B1-578444EAEFDE}">
      <dsp:nvSpPr>
        <dsp:cNvPr id="0" name=""/>
        <dsp:cNvSpPr/>
      </dsp:nvSpPr>
      <dsp:spPr>
        <a:xfrm>
          <a:off x="502920" y="3068682"/>
          <a:ext cx="7040880" cy="649440"/>
        </a:xfrm>
        <a:prstGeom prst="roundRect">
          <a:avLst/>
        </a:prstGeom>
        <a:gradFill rotWithShape="0">
          <a:gsLst>
            <a:gs pos="0">
              <a:schemeClr val="accent2">
                <a:hueOff val="39038"/>
                <a:satOff val="-26876"/>
                <a:lumOff val="-6863"/>
                <a:alphaOff val="0"/>
                <a:shade val="85000"/>
                <a:satMod val="130000"/>
              </a:schemeClr>
            </a:gs>
            <a:gs pos="34000">
              <a:schemeClr val="accent2">
                <a:hueOff val="39038"/>
                <a:satOff val="-26876"/>
                <a:lumOff val="-6863"/>
                <a:alphaOff val="0"/>
                <a:shade val="87000"/>
                <a:satMod val="125000"/>
              </a:schemeClr>
            </a:gs>
            <a:gs pos="70000">
              <a:schemeClr val="accent2">
                <a:hueOff val="39038"/>
                <a:satOff val="-26876"/>
                <a:lumOff val="-6863"/>
                <a:alphaOff val="0"/>
                <a:tint val="100000"/>
                <a:shade val="90000"/>
                <a:satMod val="130000"/>
              </a:schemeClr>
            </a:gs>
            <a:gs pos="100000">
              <a:schemeClr val="accent2">
                <a:hueOff val="39038"/>
                <a:satOff val="-26876"/>
                <a:lumOff val="-6863"/>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1066800">
            <a:lnSpc>
              <a:spcPct val="90000"/>
            </a:lnSpc>
            <a:spcBef>
              <a:spcPct val="0"/>
            </a:spcBef>
            <a:spcAft>
              <a:spcPct val="35000"/>
            </a:spcAft>
          </a:pPr>
          <a:r>
            <a:rPr lang="en-US" sz="2400" kern="1200" dirty="0" smtClean="0"/>
            <a:t>Discuss how the tech solves different problems for the stakeholders and provides different benefits</a:t>
          </a:r>
          <a:endParaRPr lang="en-US" sz="2400" kern="1200" dirty="0"/>
        </a:p>
      </dsp:txBody>
      <dsp:txXfrm>
        <a:off x="534623" y="3100385"/>
        <a:ext cx="6977474" cy="5860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5B9CF-E1E0-45A0-8CBC-E5AE22F3B475}">
      <dsp:nvSpPr>
        <dsp:cNvPr id="0" name=""/>
        <dsp:cNvSpPr/>
      </dsp:nvSpPr>
      <dsp:spPr>
        <a:xfrm>
          <a:off x="0" y="511258"/>
          <a:ext cx="10058399" cy="504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43655E81-CE09-489F-B46F-B1DECF7AF08E}">
      <dsp:nvSpPr>
        <dsp:cNvPr id="0" name=""/>
        <dsp:cNvSpPr/>
      </dsp:nvSpPr>
      <dsp:spPr>
        <a:xfrm>
          <a:off x="502920" y="53426"/>
          <a:ext cx="8324432" cy="753031"/>
        </a:xfrm>
        <a:prstGeom prst="round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1066800">
            <a:lnSpc>
              <a:spcPct val="90000"/>
            </a:lnSpc>
            <a:spcBef>
              <a:spcPct val="0"/>
            </a:spcBef>
            <a:spcAft>
              <a:spcPct val="35000"/>
            </a:spcAft>
          </a:pPr>
          <a:r>
            <a:rPr lang="en-US" sz="2400" kern="1200" dirty="0" smtClean="0"/>
            <a:t>Discuss current state of the art of the technology, everything it can do, research niches, major achievements</a:t>
          </a:r>
          <a:endParaRPr lang="en-US" sz="2400" kern="1200" dirty="0"/>
        </a:p>
      </dsp:txBody>
      <dsp:txXfrm>
        <a:off x="539680" y="90186"/>
        <a:ext cx="8250912" cy="679511"/>
      </dsp:txXfrm>
    </dsp:sp>
    <dsp:sp modelId="{465E098C-6E5F-4113-A879-E109B8E2CBCD}">
      <dsp:nvSpPr>
        <dsp:cNvPr id="0" name=""/>
        <dsp:cNvSpPr/>
      </dsp:nvSpPr>
      <dsp:spPr>
        <a:xfrm>
          <a:off x="0" y="1418458"/>
          <a:ext cx="10058399" cy="5040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5DE0F3EA-838C-4CF3-B094-FF2B6ADD6524}">
      <dsp:nvSpPr>
        <dsp:cNvPr id="0" name=""/>
        <dsp:cNvSpPr/>
      </dsp:nvSpPr>
      <dsp:spPr>
        <a:xfrm>
          <a:off x="502920" y="1123258"/>
          <a:ext cx="7040880" cy="590400"/>
        </a:xfrm>
        <a:prstGeom prst="round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1066800">
            <a:lnSpc>
              <a:spcPct val="90000"/>
            </a:lnSpc>
            <a:spcBef>
              <a:spcPct val="0"/>
            </a:spcBef>
            <a:spcAft>
              <a:spcPct val="35000"/>
            </a:spcAft>
          </a:pPr>
          <a:r>
            <a:rPr lang="en-US" sz="2400" kern="1200" dirty="0" smtClean="0"/>
            <a:t>Discuss latest research studies on the tech</a:t>
          </a:r>
          <a:endParaRPr lang="en-US" sz="2400" kern="1200" dirty="0"/>
        </a:p>
      </dsp:txBody>
      <dsp:txXfrm>
        <a:off x="531741" y="1152079"/>
        <a:ext cx="6983238" cy="532758"/>
      </dsp:txXfrm>
    </dsp:sp>
    <dsp:sp modelId="{E4E6F647-1CEF-4B48-90A8-D49153E5A104}">
      <dsp:nvSpPr>
        <dsp:cNvPr id="0" name=""/>
        <dsp:cNvSpPr/>
      </dsp:nvSpPr>
      <dsp:spPr>
        <a:xfrm>
          <a:off x="0" y="2325658"/>
          <a:ext cx="10058399" cy="504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2D8F9DD4-7713-4C3C-B82F-CD2D4E2C3FA6}">
      <dsp:nvSpPr>
        <dsp:cNvPr id="0" name=""/>
        <dsp:cNvSpPr/>
      </dsp:nvSpPr>
      <dsp:spPr>
        <a:xfrm>
          <a:off x="502920" y="2030458"/>
          <a:ext cx="7040880" cy="590400"/>
        </a:xfrm>
        <a:prstGeom prst="roundRect">
          <a:avLst/>
        </a:prstGeom>
        <a:gradFill rotWithShape="0">
          <a:gsLst>
            <a:gs pos="0">
              <a:schemeClr val="accent4">
                <a:hueOff val="0"/>
                <a:satOff val="0"/>
                <a:lumOff val="0"/>
                <a:alphaOff val="0"/>
                <a:shade val="85000"/>
                <a:satMod val="130000"/>
              </a:schemeClr>
            </a:gs>
            <a:gs pos="34000">
              <a:schemeClr val="accent4">
                <a:hueOff val="0"/>
                <a:satOff val="0"/>
                <a:lumOff val="0"/>
                <a:alphaOff val="0"/>
                <a:shade val="87000"/>
                <a:satMod val="125000"/>
              </a:schemeClr>
            </a:gs>
            <a:gs pos="70000">
              <a:schemeClr val="accent4">
                <a:hueOff val="0"/>
                <a:satOff val="0"/>
                <a:lumOff val="0"/>
                <a:alphaOff val="0"/>
                <a:tint val="100000"/>
                <a:shade val="90000"/>
                <a:satMod val="130000"/>
              </a:schemeClr>
            </a:gs>
            <a:gs pos="100000">
              <a:schemeClr val="accent4">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1066800">
            <a:lnSpc>
              <a:spcPct val="90000"/>
            </a:lnSpc>
            <a:spcBef>
              <a:spcPct val="0"/>
            </a:spcBef>
            <a:spcAft>
              <a:spcPct val="35000"/>
            </a:spcAft>
          </a:pPr>
          <a:r>
            <a:rPr lang="en-US" sz="2400" kern="1200" dirty="0" smtClean="0"/>
            <a:t>Discuss the studies method wise and feature wise</a:t>
          </a:r>
          <a:endParaRPr lang="en-US" sz="2400" kern="1200" dirty="0"/>
        </a:p>
      </dsp:txBody>
      <dsp:txXfrm>
        <a:off x="531741" y="2059279"/>
        <a:ext cx="6983238" cy="532758"/>
      </dsp:txXfrm>
    </dsp:sp>
    <dsp:sp modelId="{CBF97382-835D-41BE-B3BF-CEB1ED933F6D}">
      <dsp:nvSpPr>
        <dsp:cNvPr id="0" name=""/>
        <dsp:cNvSpPr/>
      </dsp:nvSpPr>
      <dsp:spPr>
        <a:xfrm>
          <a:off x="0" y="3465298"/>
          <a:ext cx="10058399" cy="50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8C50D95F-4247-4A82-92B5-CAD3E910E2B2}">
      <dsp:nvSpPr>
        <dsp:cNvPr id="0" name=""/>
        <dsp:cNvSpPr/>
      </dsp:nvSpPr>
      <dsp:spPr>
        <a:xfrm>
          <a:off x="502920" y="2937658"/>
          <a:ext cx="7797985" cy="822840"/>
        </a:xfrm>
        <a:prstGeom prst="roundRect">
          <a:avLst/>
        </a:prstGeom>
        <a:gradFill rotWithShape="0">
          <a:gsLst>
            <a:gs pos="0">
              <a:schemeClr val="accent5">
                <a:hueOff val="0"/>
                <a:satOff val="0"/>
                <a:lumOff val="0"/>
                <a:alphaOff val="0"/>
                <a:shade val="85000"/>
                <a:satMod val="130000"/>
              </a:schemeClr>
            </a:gs>
            <a:gs pos="34000">
              <a:schemeClr val="accent5">
                <a:hueOff val="0"/>
                <a:satOff val="0"/>
                <a:lumOff val="0"/>
                <a:alphaOff val="0"/>
                <a:shade val="87000"/>
                <a:satMod val="125000"/>
              </a:schemeClr>
            </a:gs>
            <a:gs pos="70000">
              <a:schemeClr val="accent5">
                <a:hueOff val="0"/>
                <a:satOff val="0"/>
                <a:lumOff val="0"/>
                <a:alphaOff val="0"/>
                <a:tint val="100000"/>
                <a:shade val="90000"/>
                <a:satMod val="130000"/>
              </a:schemeClr>
            </a:gs>
            <a:gs pos="100000">
              <a:schemeClr val="accent5">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1066800">
            <a:lnSpc>
              <a:spcPct val="90000"/>
            </a:lnSpc>
            <a:spcBef>
              <a:spcPct val="0"/>
            </a:spcBef>
            <a:spcAft>
              <a:spcPct val="35000"/>
            </a:spcAft>
          </a:pPr>
          <a:r>
            <a:rPr lang="en-US" sz="2400" kern="1200" dirty="0" smtClean="0"/>
            <a:t>Discuss limitations/weaknesses  of the studies acknowledging their contribution</a:t>
          </a:r>
          <a:endParaRPr lang="en-US" sz="2400" kern="1200" dirty="0"/>
        </a:p>
      </dsp:txBody>
      <dsp:txXfrm>
        <a:off x="543088" y="2977826"/>
        <a:ext cx="7717649" cy="74250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680EF7-F445-46FB-AE04-31452114BCF8}">
      <dsp:nvSpPr>
        <dsp:cNvPr id="0" name=""/>
        <dsp:cNvSpPr/>
      </dsp:nvSpPr>
      <dsp:spPr>
        <a:xfrm>
          <a:off x="0" y="399642"/>
          <a:ext cx="10058399" cy="554400"/>
        </a:xfrm>
        <a:prstGeom prst="rect">
          <a:avLst/>
        </a:prstGeom>
        <a:solidFill>
          <a:schemeClr val="lt1">
            <a:alpha val="90000"/>
            <a:hueOff val="0"/>
            <a:satOff val="0"/>
            <a:lumOff val="0"/>
            <a:alphaOff val="0"/>
          </a:schemeClr>
        </a:solidFill>
        <a:ln w="12700" cap="flat" cmpd="sng" algn="ctr">
          <a:solidFill>
            <a:schemeClr val="accent2">
              <a:alpha val="90000"/>
              <a:hueOff val="0"/>
              <a:satOff val="0"/>
              <a:lumOff val="0"/>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10DBF290-F318-4761-A2F4-73A31F73E05E}">
      <dsp:nvSpPr>
        <dsp:cNvPr id="0" name=""/>
        <dsp:cNvSpPr/>
      </dsp:nvSpPr>
      <dsp:spPr>
        <a:xfrm>
          <a:off x="502920" y="74922"/>
          <a:ext cx="7040880" cy="649440"/>
        </a:xfrm>
        <a:prstGeom prst="roundRect">
          <a:avLst/>
        </a:prstGeom>
        <a:gradFill rotWithShape="0">
          <a:gsLst>
            <a:gs pos="0">
              <a:schemeClr val="accent2">
                <a:alpha val="90000"/>
                <a:hueOff val="0"/>
                <a:satOff val="0"/>
                <a:lumOff val="0"/>
                <a:alphaOff val="0"/>
                <a:shade val="85000"/>
                <a:satMod val="130000"/>
              </a:schemeClr>
            </a:gs>
            <a:gs pos="34000">
              <a:schemeClr val="accent2">
                <a:alpha val="90000"/>
                <a:hueOff val="0"/>
                <a:satOff val="0"/>
                <a:lumOff val="0"/>
                <a:alphaOff val="0"/>
                <a:shade val="87000"/>
                <a:satMod val="125000"/>
              </a:schemeClr>
            </a:gs>
            <a:gs pos="70000">
              <a:schemeClr val="accent2">
                <a:alpha val="90000"/>
                <a:hueOff val="0"/>
                <a:satOff val="0"/>
                <a:lumOff val="0"/>
                <a:alphaOff val="0"/>
                <a:tint val="100000"/>
                <a:shade val="90000"/>
                <a:satMod val="130000"/>
              </a:schemeClr>
            </a:gs>
            <a:gs pos="100000">
              <a:schemeClr val="accent2">
                <a:alpha val="90000"/>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977900">
            <a:lnSpc>
              <a:spcPct val="90000"/>
            </a:lnSpc>
            <a:spcBef>
              <a:spcPct val="0"/>
            </a:spcBef>
            <a:spcAft>
              <a:spcPct val="35000"/>
            </a:spcAft>
          </a:pPr>
          <a:r>
            <a:rPr lang="en-US" sz="2200" kern="1200" dirty="0" smtClean="0"/>
            <a:t>Now create a need for a solution</a:t>
          </a:r>
          <a:endParaRPr lang="en-US" sz="2200" kern="1200" dirty="0"/>
        </a:p>
      </dsp:txBody>
      <dsp:txXfrm>
        <a:off x="534623" y="106625"/>
        <a:ext cx="6977474" cy="586034"/>
      </dsp:txXfrm>
    </dsp:sp>
    <dsp:sp modelId="{E73D0F10-1057-4379-B45D-91BD9CD9C910}">
      <dsp:nvSpPr>
        <dsp:cNvPr id="0" name=""/>
        <dsp:cNvSpPr/>
      </dsp:nvSpPr>
      <dsp:spPr>
        <a:xfrm>
          <a:off x="0" y="1397562"/>
          <a:ext cx="10058399" cy="554400"/>
        </a:xfrm>
        <a:prstGeom prst="rect">
          <a:avLst/>
        </a:prstGeom>
        <a:solidFill>
          <a:schemeClr val="lt1">
            <a:alpha val="90000"/>
            <a:hueOff val="0"/>
            <a:satOff val="0"/>
            <a:lumOff val="0"/>
            <a:alphaOff val="0"/>
          </a:schemeClr>
        </a:solidFill>
        <a:ln w="12700" cap="flat" cmpd="sng" algn="ctr">
          <a:solidFill>
            <a:schemeClr val="accent2">
              <a:alpha val="90000"/>
              <a:hueOff val="0"/>
              <a:satOff val="0"/>
              <a:lumOff val="0"/>
              <a:alphaOff val="-13333"/>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6F42BDDA-918A-4DA2-8FAD-AA570313AFF1}">
      <dsp:nvSpPr>
        <dsp:cNvPr id="0" name=""/>
        <dsp:cNvSpPr/>
      </dsp:nvSpPr>
      <dsp:spPr>
        <a:xfrm>
          <a:off x="502920" y="1072842"/>
          <a:ext cx="7040880" cy="649440"/>
        </a:xfrm>
        <a:prstGeom prst="roundRect">
          <a:avLst/>
        </a:prstGeom>
        <a:gradFill rotWithShape="0">
          <a:gsLst>
            <a:gs pos="0">
              <a:schemeClr val="accent2">
                <a:alpha val="90000"/>
                <a:hueOff val="0"/>
                <a:satOff val="0"/>
                <a:lumOff val="0"/>
                <a:alphaOff val="-13333"/>
                <a:shade val="85000"/>
                <a:satMod val="130000"/>
              </a:schemeClr>
            </a:gs>
            <a:gs pos="34000">
              <a:schemeClr val="accent2">
                <a:alpha val="90000"/>
                <a:hueOff val="0"/>
                <a:satOff val="0"/>
                <a:lumOff val="0"/>
                <a:alphaOff val="-13333"/>
                <a:shade val="87000"/>
                <a:satMod val="125000"/>
              </a:schemeClr>
            </a:gs>
            <a:gs pos="70000">
              <a:schemeClr val="accent2">
                <a:alpha val="90000"/>
                <a:hueOff val="0"/>
                <a:satOff val="0"/>
                <a:lumOff val="0"/>
                <a:alphaOff val="-13333"/>
                <a:tint val="100000"/>
                <a:shade val="90000"/>
                <a:satMod val="130000"/>
              </a:schemeClr>
            </a:gs>
            <a:gs pos="100000">
              <a:schemeClr val="accent2">
                <a:alpha val="90000"/>
                <a:hueOff val="0"/>
                <a:satOff val="0"/>
                <a:lumOff val="0"/>
                <a:alphaOff val="-13333"/>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977900">
            <a:lnSpc>
              <a:spcPct val="90000"/>
            </a:lnSpc>
            <a:spcBef>
              <a:spcPct val="0"/>
            </a:spcBef>
            <a:spcAft>
              <a:spcPct val="35000"/>
            </a:spcAft>
          </a:pPr>
          <a:r>
            <a:rPr lang="en-US" sz="2200" kern="1200" dirty="0" smtClean="0"/>
            <a:t>End with your research problem</a:t>
          </a:r>
          <a:endParaRPr lang="en-US" sz="2200" kern="1200" dirty="0"/>
        </a:p>
      </dsp:txBody>
      <dsp:txXfrm>
        <a:off x="534623" y="1104545"/>
        <a:ext cx="6977474" cy="586034"/>
      </dsp:txXfrm>
    </dsp:sp>
    <dsp:sp modelId="{AD850E3F-8D1F-47B2-93AB-F58FDA9E8D7B}">
      <dsp:nvSpPr>
        <dsp:cNvPr id="0" name=""/>
        <dsp:cNvSpPr/>
      </dsp:nvSpPr>
      <dsp:spPr>
        <a:xfrm>
          <a:off x="0" y="2395482"/>
          <a:ext cx="10058399" cy="554400"/>
        </a:xfrm>
        <a:prstGeom prst="rect">
          <a:avLst/>
        </a:prstGeom>
        <a:solidFill>
          <a:schemeClr val="lt1">
            <a:alpha val="90000"/>
            <a:hueOff val="0"/>
            <a:satOff val="0"/>
            <a:lumOff val="0"/>
            <a:alphaOff val="0"/>
          </a:schemeClr>
        </a:solidFill>
        <a:ln w="12700" cap="flat" cmpd="sng" algn="ctr">
          <a:solidFill>
            <a:schemeClr val="accent2">
              <a:alpha val="90000"/>
              <a:hueOff val="0"/>
              <a:satOff val="0"/>
              <a:lumOff val="0"/>
              <a:alphaOff val="-26667"/>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2E0FA199-15C7-4F85-BFCE-4364B87F76DD}">
      <dsp:nvSpPr>
        <dsp:cNvPr id="0" name=""/>
        <dsp:cNvSpPr/>
      </dsp:nvSpPr>
      <dsp:spPr>
        <a:xfrm>
          <a:off x="502920" y="2070762"/>
          <a:ext cx="7040880" cy="649440"/>
        </a:xfrm>
        <a:prstGeom prst="roundRect">
          <a:avLst/>
        </a:prstGeom>
        <a:gradFill rotWithShape="0">
          <a:gsLst>
            <a:gs pos="0">
              <a:schemeClr val="accent2">
                <a:alpha val="90000"/>
                <a:hueOff val="0"/>
                <a:satOff val="0"/>
                <a:lumOff val="0"/>
                <a:alphaOff val="-26667"/>
                <a:shade val="85000"/>
                <a:satMod val="130000"/>
              </a:schemeClr>
            </a:gs>
            <a:gs pos="34000">
              <a:schemeClr val="accent2">
                <a:alpha val="90000"/>
                <a:hueOff val="0"/>
                <a:satOff val="0"/>
                <a:lumOff val="0"/>
                <a:alphaOff val="-26667"/>
                <a:shade val="87000"/>
                <a:satMod val="125000"/>
              </a:schemeClr>
            </a:gs>
            <a:gs pos="70000">
              <a:schemeClr val="accent2">
                <a:alpha val="90000"/>
                <a:hueOff val="0"/>
                <a:satOff val="0"/>
                <a:lumOff val="0"/>
                <a:alphaOff val="-26667"/>
                <a:tint val="100000"/>
                <a:shade val="90000"/>
                <a:satMod val="130000"/>
              </a:schemeClr>
            </a:gs>
            <a:gs pos="100000">
              <a:schemeClr val="accent2">
                <a:alpha val="90000"/>
                <a:hueOff val="0"/>
                <a:satOff val="0"/>
                <a:lumOff val="0"/>
                <a:alphaOff val="-26667"/>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977900">
            <a:lnSpc>
              <a:spcPct val="90000"/>
            </a:lnSpc>
            <a:spcBef>
              <a:spcPct val="0"/>
            </a:spcBef>
            <a:spcAft>
              <a:spcPct val="35000"/>
            </a:spcAft>
          </a:pPr>
          <a:r>
            <a:rPr lang="en-US" sz="2200" kern="1200" dirty="0" smtClean="0"/>
            <a:t>Re-discuss your project objectives</a:t>
          </a:r>
          <a:endParaRPr lang="en-US" sz="2200" kern="1200" dirty="0"/>
        </a:p>
      </dsp:txBody>
      <dsp:txXfrm>
        <a:off x="534623" y="2102465"/>
        <a:ext cx="6977474" cy="586034"/>
      </dsp:txXfrm>
    </dsp:sp>
    <dsp:sp modelId="{BB2383CF-D7B1-4BBD-AEC1-E9372A65C754}">
      <dsp:nvSpPr>
        <dsp:cNvPr id="0" name=""/>
        <dsp:cNvSpPr/>
      </dsp:nvSpPr>
      <dsp:spPr>
        <a:xfrm>
          <a:off x="0" y="3393402"/>
          <a:ext cx="10058399" cy="554400"/>
        </a:xfrm>
        <a:prstGeom prst="rect">
          <a:avLst/>
        </a:prstGeom>
        <a:solidFill>
          <a:schemeClr val="lt1">
            <a:alpha val="90000"/>
            <a:hueOff val="0"/>
            <a:satOff val="0"/>
            <a:lumOff val="0"/>
            <a:alphaOff val="0"/>
          </a:schemeClr>
        </a:solidFill>
        <a:ln w="12700" cap="flat" cmpd="sng" algn="ctr">
          <a:solidFill>
            <a:schemeClr val="accent2">
              <a:alpha val="90000"/>
              <a:hueOff val="0"/>
              <a:satOff val="0"/>
              <a:lumOff val="0"/>
              <a:alphaOff val="-4000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F2FC62FC-5673-4F24-8E5A-91A19AB1EE34}">
      <dsp:nvSpPr>
        <dsp:cNvPr id="0" name=""/>
        <dsp:cNvSpPr/>
      </dsp:nvSpPr>
      <dsp:spPr>
        <a:xfrm>
          <a:off x="502920" y="3068682"/>
          <a:ext cx="7040880" cy="649440"/>
        </a:xfrm>
        <a:prstGeom prst="roundRect">
          <a:avLst/>
        </a:prstGeom>
        <a:gradFill rotWithShape="0">
          <a:gsLst>
            <a:gs pos="0">
              <a:schemeClr val="accent2">
                <a:alpha val="90000"/>
                <a:hueOff val="0"/>
                <a:satOff val="0"/>
                <a:lumOff val="0"/>
                <a:alphaOff val="-40000"/>
                <a:shade val="85000"/>
                <a:satMod val="130000"/>
              </a:schemeClr>
            </a:gs>
            <a:gs pos="34000">
              <a:schemeClr val="accent2">
                <a:alpha val="90000"/>
                <a:hueOff val="0"/>
                <a:satOff val="0"/>
                <a:lumOff val="0"/>
                <a:alphaOff val="-40000"/>
                <a:shade val="87000"/>
                <a:satMod val="125000"/>
              </a:schemeClr>
            </a:gs>
            <a:gs pos="70000">
              <a:schemeClr val="accent2">
                <a:alpha val="90000"/>
                <a:hueOff val="0"/>
                <a:satOff val="0"/>
                <a:lumOff val="0"/>
                <a:alphaOff val="-40000"/>
                <a:tint val="100000"/>
                <a:shade val="90000"/>
                <a:satMod val="130000"/>
              </a:schemeClr>
            </a:gs>
            <a:gs pos="100000">
              <a:schemeClr val="accent2">
                <a:alpha val="90000"/>
                <a:hueOff val="0"/>
                <a:satOff val="0"/>
                <a:lumOff val="0"/>
                <a:alphaOff val="-4000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129" tIns="0" rIns="266129" bIns="0" numCol="1" spcCol="1270" anchor="ctr" anchorCtr="0">
          <a:noAutofit/>
        </a:bodyPr>
        <a:lstStyle/>
        <a:p>
          <a:pPr lvl="0" algn="l" defTabSz="977900">
            <a:lnSpc>
              <a:spcPct val="90000"/>
            </a:lnSpc>
            <a:spcBef>
              <a:spcPct val="0"/>
            </a:spcBef>
            <a:spcAft>
              <a:spcPct val="35000"/>
            </a:spcAft>
          </a:pPr>
          <a:r>
            <a:rPr lang="en-US" sz="2200" kern="1200" dirty="0" smtClean="0"/>
            <a:t>Bonus: tools, languages, software packages, etc.</a:t>
          </a:r>
          <a:endParaRPr lang="en-US" sz="2200" kern="1200" dirty="0"/>
        </a:p>
      </dsp:txBody>
      <dsp:txXfrm>
        <a:off x="534623" y="3100385"/>
        <a:ext cx="6977474" cy="5860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765AB-D065-465F-A8C4-AE8FB05A47DC}">
      <dsp:nvSpPr>
        <dsp:cNvPr id="0" name=""/>
        <dsp:cNvSpPr/>
      </dsp:nvSpPr>
      <dsp:spPr>
        <a:xfrm>
          <a:off x="78581" y="173"/>
          <a:ext cx="3094136" cy="1856482"/>
        </a:xfrm>
        <a:prstGeom prst="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smtClean="0"/>
            <a:t>Specifications-SDS</a:t>
          </a:r>
          <a:endParaRPr lang="en-US" sz="3300" kern="1200" dirty="0"/>
        </a:p>
      </dsp:txBody>
      <dsp:txXfrm>
        <a:off x="78581" y="173"/>
        <a:ext cx="3094136" cy="1856482"/>
      </dsp:txXfrm>
    </dsp:sp>
    <dsp:sp modelId="{CC1ADB70-BF30-42CC-97F8-E5C40ECC9BD7}">
      <dsp:nvSpPr>
        <dsp:cNvPr id="0" name=""/>
        <dsp:cNvSpPr/>
      </dsp:nvSpPr>
      <dsp:spPr>
        <a:xfrm>
          <a:off x="3482131" y="173"/>
          <a:ext cx="3094136" cy="1856482"/>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smtClean="0"/>
            <a:t>Software Design Specifications-SRS</a:t>
          </a:r>
          <a:endParaRPr lang="en-US" sz="3300" kern="1200" dirty="0"/>
        </a:p>
      </dsp:txBody>
      <dsp:txXfrm>
        <a:off x="3482131" y="173"/>
        <a:ext cx="3094136" cy="1856482"/>
      </dsp:txXfrm>
    </dsp:sp>
    <dsp:sp modelId="{4F2824AA-9D5F-4B7C-8A26-30391B08DDF3}">
      <dsp:nvSpPr>
        <dsp:cNvPr id="0" name=""/>
        <dsp:cNvSpPr/>
      </dsp:nvSpPr>
      <dsp:spPr>
        <a:xfrm>
          <a:off x="6885682" y="173"/>
          <a:ext cx="3094136" cy="1856482"/>
        </a:xfrm>
        <a:prstGeom prst="rect">
          <a:avLst/>
        </a:prstGeom>
        <a:gradFill rotWithShape="0">
          <a:gsLst>
            <a:gs pos="0">
              <a:schemeClr val="accent4">
                <a:hueOff val="0"/>
                <a:satOff val="0"/>
                <a:lumOff val="0"/>
                <a:alphaOff val="0"/>
                <a:shade val="85000"/>
                <a:satMod val="130000"/>
              </a:schemeClr>
            </a:gs>
            <a:gs pos="34000">
              <a:schemeClr val="accent4">
                <a:hueOff val="0"/>
                <a:satOff val="0"/>
                <a:lumOff val="0"/>
                <a:alphaOff val="0"/>
                <a:shade val="87000"/>
                <a:satMod val="125000"/>
              </a:schemeClr>
            </a:gs>
            <a:gs pos="70000">
              <a:schemeClr val="accent4">
                <a:hueOff val="0"/>
                <a:satOff val="0"/>
                <a:lumOff val="0"/>
                <a:alphaOff val="0"/>
                <a:tint val="100000"/>
                <a:shade val="90000"/>
                <a:satMod val="130000"/>
              </a:schemeClr>
            </a:gs>
            <a:gs pos="100000">
              <a:schemeClr val="accent4">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smtClean="0"/>
            <a:t>Implementation</a:t>
          </a:r>
          <a:endParaRPr lang="en-US" sz="3300" kern="1200" dirty="0"/>
        </a:p>
      </dsp:txBody>
      <dsp:txXfrm>
        <a:off x="6885682" y="173"/>
        <a:ext cx="3094136" cy="1856482"/>
      </dsp:txXfrm>
    </dsp:sp>
    <dsp:sp modelId="{AC0A759E-7DC3-4027-BE5B-C3E695DB766B}">
      <dsp:nvSpPr>
        <dsp:cNvPr id="0" name=""/>
        <dsp:cNvSpPr/>
      </dsp:nvSpPr>
      <dsp:spPr>
        <a:xfrm>
          <a:off x="3482131" y="2166069"/>
          <a:ext cx="3094136" cy="1856482"/>
        </a:xfrm>
        <a:prstGeom prst="rect">
          <a:avLst/>
        </a:prstGeom>
        <a:gradFill rotWithShape="0">
          <a:gsLst>
            <a:gs pos="0">
              <a:schemeClr val="accent5">
                <a:hueOff val="0"/>
                <a:satOff val="0"/>
                <a:lumOff val="0"/>
                <a:alphaOff val="0"/>
                <a:shade val="85000"/>
                <a:satMod val="130000"/>
              </a:schemeClr>
            </a:gs>
            <a:gs pos="34000">
              <a:schemeClr val="accent5">
                <a:hueOff val="0"/>
                <a:satOff val="0"/>
                <a:lumOff val="0"/>
                <a:alphaOff val="0"/>
                <a:shade val="87000"/>
                <a:satMod val="125000"/>
              </a:schemeClr>
            </a:gs>
            <a:gs pos="70000">
              <a:schemeClr val="accent5">
                <a:hueOff val="0"/>
                <a:satOff val="0"/>
                <a:lumOff val="0"/>
                <a:alphaOff val="0"/>
                <a:tint val="100000"/>
                <a:shade val="90000"/>
                <a:satMod val="130000"/>
              </a:schemeClr>
            </a:gs>
            <a:gs pos="100000">
              <a:schemeClr val="accent5">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smtClean="0"/>
            <a:t>Tests to be Run</a:t>
          </a:r>
          <a:endParaRPr lang="en-US" sz="3300" kern="1200" dirty="0"/>
        </a:p>
      </dsp:txBody>
      <dsp:txXfrm>
        <a:off x="3482131" y="2166069"/>
        <a:ext cx="3094136" cy="185648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9696DB-6B2C-48E1-BAC6-D0DD1A582B20}">
      <dsp:nvSpPr>
        <dsp:cNvPr id="0" name=""/>
        <dsp:cNvSpPr/>
      </dsp:nvSpPr>
      <dsp:spPr>
        <a:xfrm>
          <a:off x="-4547637" y="-697308"/>
          <a:ext cx="5417342" cy="5417342"/>
        </a:xfrm>
        <a:prstGeom prst="blockArc">
          <a:avLst>
            <a:gd name="adj1" fmla="val 18900000"/>
            <a:gd name="adj2" fmla="val 2700000"/>
            <a:gd name="adj3" fmla="val 399"/>
          </a:avLst>
        </a:prstGeom>
        <a:noFill/>
        <a:ln w="15875"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618CC9C-972D-49E8-A8A5-4E26A2501FEF}">
      <dsp:nvSpPr>
        <dsp:cNvPr id="0" name=""/>
        <dsp:cNvSpPr/>
      </dsp:nvSpPr>
      <dsp:spPr>
        <a:xfrm>
          <a:off x="455546" y="309267"/>
          <a:ext cx="9548318" cy="618856"/>
        </a:xfrm>
        <a:prstGeom prst="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1217" tIns="55880" rIns="55880" bIns="55880" numCol="1" spcCol="1270" anchor="ctr" anchorCtr="0">
          <a:noAutofit/>
        </a:bodyPr>
        <a:lstStyle/>
        <a:p>
          <a:pPr lvl="0" algn="l" defTabSz="977900">
            <a:lnSpc>
              <a:spcPct val="90000"/>
            </a:lnSpc>
            <a:spcBef>
              <a:spcPct val="0"/>
            </a:spcBef>
            <a:spcAft>
              <a:spcPct val="35000"/>
            </a:spcAft>
          </a:pPr>
          <a:r>
            <a:rPr lang="en-US" sz="2200" kern="1200" dirty="0" smtClean="0"/>
            <a:t>Describe the tests you will run.</a:t>
          </a:r>
          <a:endParaRPr lang="en-US" sz="2200" kern="1200" dirty="0"/>
        </a:p>
      </dsp:txBody>
      <dsp:txXfrm>
        <a:off x="455546" y="309267"/>
        <a:ext cx="9548318" cy="618856"/>
      </dsp:txXfrm>
    </dsp:sp>
    <dsp:sp modelId="{1826E65B-E1C1-4C23-8895-54BF9EF828B1}">
      <dsp:nvSpPr>
        <dsp:cNvPr id="0" name=""/>
        <dsp:cNvSpPr/>
      </dsp:nvSpPr>
      <dsp:spPr>
        <a:xfrm>
          <a:off x="68761" y="231910"/>
          <a:ext cx="773570" cy="773570"/>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33D47DB4-58E9-4E9E-B078-14B85FF9AC6D}">
      <dsp:nvSpPr>
        <dsp:cNvPr id="0" name=""/>
        <dsp:cNvSpPr/>
      </dsp:nvSpPr>
      <dsp:spPr>
        <a:xfrm>
          <a:off x="810351" y="1237712"/>
          <a:ext cx="9193514" cy="618856"/>
        </a:xfrm>
        <a:prstGeom prst="rect">
          <a:avLst/>
        </a:prstGeom>
        <a:gradFill rotWithShape="0">
          <a:gsLst>
            <a:gs pos="0">
              <a:schemeClr val="accent2">
                <a:hueOff val="13013"/>
                <a:satOff val="-8959"/>
                <a:lumOff val="-2288"/>
                <a:alphaOff val="0"/>
                <a:shade val="85000"/>
                <a:satMod val="130000"/>
              </a:schemeClr>
            </a:gs>
            <a:gs pos="34000">
              <a:schemeClr val="accent2">
                <a:hueOff val="13013"/>
                <a:satOff val="-8959"/>
                <a:lumOff val="-2288"/>
                <a:alphaOff val="0"/>
                <a:shade val="87000"/>
                <a:satMod val="125000"/>
              </a:schemeClr>
            </a:gs>
            <a:gs pos="70000">
              <a:schemeClr val="accent2">
                <a:hueOff val="13013"/>
                <a:satOff val="-8959"/>
                <a:lumOff val="-2288"/>
                <a:alphaOff val="0"/>
                <a:tint val="100000"/>
                <a:shade val="90000"/>
                <a:satMod val="130000"/>
              </a:schemeClr>
            </a:gs>
            <a:gs pos="100000">
              <a:schemeClr val="accent2">
                <a:hueOff val="13013"/>
                <a:satOff val="-8959"/>
                <a:lumOff val="-2288"/>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1217" tIns="55880" rIns="55880" bIns="55880" numCol="1" spcCol="1270" anchor="ctr" anchorCtr="0">
          <a:noAutofit/>
        </a:bodyPr>
        <a:lstStyle/>
        <a:p>
          <a:pPr lvl="0" algn="l" defTabSz="977900">
            <a:lnSpc>
              <a:spcPct val="90000"/>
            </a:lnSpc>
            <a:spcBef>
              <a:spcPct val="0"/>
            </a:spcBef>
            <a:spcAft>
              <a:spcPct val="35000"/>
            </a:spcAft>
          </a:pPr>
          <a:r>
            <a:rPr lang="en-US" sz="2200" kern="1200" dirty="0" smtClean="0"/>
            <a:t>Provide reasoning behind the choice of tests</a:t>
          </a:r>
          <a:endParaRPr lang="en-US" sz="2200" kern="1200" dirty="0"/>
        </a:p>
      </dsp:txBody>
      <dsp:txXfrm>
        <a:off x="810351" y="1237712"/>
        <a:ext cx="9193514" cy="618856"/>
      </dsp:txXfrm>
    </dsp:sp>
    <dsp:sp modelId="{07A0AEE9-DFF2-49B9-8D9A-328F940E2ADB}">
      <dsp:nvSpPr>
        <dsp:cNvPr id="0" name=""/>
        <dsp:cNvSpPr/>
      </dsp:nvSpPr>
      <dsp:spPr>
        <a:xfrm>
          <a:off x="423566" y="1160355"/>
          <a:ext cx="773570" cy="773570"/>
        </a:xfrm>
        <a:prstGeom prst="ellipse">
          <a:avLst/>
        </a:prstGeom>
        <a:solidFill>
          <a:schemeClr val="lt1">
            <a:hueOff val="0"/>
            <a:satOff val="0"/>
            <a:lumOff val="0"/>
            <a:alphaOff val="0"/>
          </a:schemeClr>
        </a:solidFill>
        <a:ln w="12700" cap="flat" cmpd="sng" algn="ctr">
          <a:solidFill>
            <a:schemeClr val="accent2">
              <a:hueOff val="13013"/>
              <a:satOff val="-8959"/>
              <a:lumOff val="-2288"/>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9DD84670-D3A7-4F50-9F22-EDA55197FEED}">
      <dsp:nvSpPr>
        <dsp:cNvPr id="0" name=""/>
        <dsp:cNvSpPr/>
      </dsp:nvSpPr>
      <dsp:spPr>
        <a:xfrm>
          <a:off x="810351" y="2166156"/>
          <a:ext cx="9193514" cy="618856"/>
        </a:xfrm>
        <a:prstGeom prst="rect">
          <a:avLst/>
        </a:prstGeom>
        <a:gradFill rotWithShape="0">
          <a:gsLst>
            <a:gs pos="0">
              <a:schemeClr val="accent2">
                <a:hueOff val="26025"/>
                <a:satOff val="-17917"/>
                <a:lumOff val="-4575"/>
                <a:alphaOff val="0"/>
                <a:shade val="85000"/>
                <a:satMod val="130000"/>
              </a:schemeClr>
            </a:gs>
            <a:gs pos="34000">
              <a:schemeClr val="accent2">
                <a:hueOff val="26025"/>
                <a:satOff val="-17917"/>
                <a:lumOff val="-4575"/>
                <a:alphaOff val="0"/>
                <a:shade val="87000"/>
                <a:satMod val="125000"/>
              </a:schemeClr>
            </a:gs>
            <a:gs pos="70000">
              <a:schemeClr val="accent2">
                <a:hueOff val="26025"/>
                <a:satOff val="-17917"/>
                <a:lumOff val="-4575"/>
                <a:alphaOff val="0"/>
                <a:tint val="100000"/>
                <a:shade val="90000"/>
                <a:satMod val="130000"/>
              </a:schemeClr>
            </a:gs>
            <a:gs pos="100000">
              <a:schemeClr val="accent2">
                <a:hueOff val="26025"/>
                <a:satOff val="-17917"/>
                <a:lumOff val="-4575"/>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1217" tIns="55880" rIns="55880" bIns="55880" numCol="1" spcCol="1270" anchor="ctr" anchorCtr="0">
          <a:noAutofit/>
        </a:bodyPr>
        <a:lstStyle/>
        <a:p>
          <a:pPr lvl="0" algn="l" defTabSz="977900">
            <a:lnSpc>
              <a:spcPct val="90000"/>
            </a:lnSpc>
            <a:spcBef>
              <a:spcPct val="0"/>
            </a:spcBef>
            <a:spcAft>
              <a:spcPct val="35000"/>
            </a:spcAft>
          </a:pPr>
          <a:r>
            <a:rPr lang="en-US" sz="2200" kern="1200" dirty="0" smtClean="0"/>
            <a:t>Provide a comprehensible summary of the results of all the tests conducted</a:t>
          </a:r>
          <a:endParaRPr lang="en-US" sz="2200" kern="1200" dirty="0"/>
        </a:p>
      </dsp:txBody>
      <dsp:txXfrm>
        <a:off x="810351" y="2166156"/>
        <a:ext cx="9193514" cy="618856"/>
      </dsp:txXfrm>
    </dsp:sp>
    <dsp:sp modelId="{91FA6121-860D-4FB3-8209-7FED11FC17A3}">
      <dsp:nvSpPr>
        <dsp:cNvPr id="0" name=""/>
        <dsp:cNvSpPr/>
      </dsp:nvSpPr>
      <dsp:spPr>
        <a:xfrm>
          <a:off x="423566" y="2088799"/>
          <a:ext cx="773570" cy="773570"/>
        </a:xfrm>
        <a:prstGeom prst="ellipse">
          <a:avLst/>
        </a:prstGeom>
        <a:solidFill>
          <a:schemeClr val="lt1">
            <a:hueOff val="0"/>
            <a:satOff val="0"/>
            <a:lumOff val="0"/>
            <a:alphaOff val="0"/>
          </a:schemeClr>
        </a:solidFill>
        <a:ln w="12700" cap="flat" cmpd="sng" algn="ctr">
          <a:solidFill>
            <a:schemeClr val="accent2">
              <a:hueOff val="26025"/>
              <a:satOff val="-17917"/>
              <a:lumOff val="-4575"/>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242460DB-F5DD-4BB5-B43A-7B2DBF43495A}">
      <dsp:nvSpPr>
        <dsp:cNvPr id="0" name=""/>
        <dsp:cNvSpPr/>
      </dsp:nvSpPr>
      <dsp:spPr>
        <a:xfrm>
          <a:off x="455546" y="3094601"/>
          <a:ext cx="9548318" cy="618856"/>
        </a:xfrm>
        <a:prstGeom prst="rect">
          <a:avLst/>
        </a:prstGeom>
        <a:gradFill rotWithShape="0">
          <a:gsLst>
            <a:gs pos="0">
              <a:schemeClr val="accent2">
                <a:hueOff val="39038"/>
                <a:satOff val="-26876"/>
                <a:lumOff val="-6863"/>
                <a:alphaOff val="0"/>
                <a:shade val="85000"/>
                <a:satMod val="130000"/>
              </a:schemeClr>
            </a:gs>
            <a:gs pos="34000">
              <a:schemeClr val="accent2">
                <a:hueOff val="39038"/>
                <a:satOff val="-26876"/>
                <a:lumOff val="-6863"/>
                <a:alphaOff val="0"/>
                <a:shade val="87000"/>
                <a:satMod val="125000"/>
              </a:schemeClr>
            </a:gs>
            <a:gs pos="70000">
              <a:schemeClr val="accent2">
                <a:hueOff val="39038"/>
                <a:satOff val="-26876"/>
                <a:lumOff val="-6863"/>
                <a:alphaOff val="0"/>
                <a:tint val="100000"/>
                <a:shade val="90000"/>
                <a:satMod val="130000"/>
              </a:schemeClr>
            </a:gs>
            <a:gs pos="100000">
              <a:schemeClr val="accent2">
                <a:hueOff val="39038"/>
                <a:satOff val="-26876"/>
                <a:lumOff val="-6863"/>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1217" tIns="55880" rIns="55880" bIns="55880" numCol="1" spcCol="1270" anchor="ctr" anchorCtr="0">
          <a:noAutofit/>
        </a:bodyPr>
        <a:lstStyle/>
        <a:p>
          <a:pPr lvl="0" algn="l" defTabSz="977900">
            <a:lnSpc>
              <a:spcPct val="90000"/>
            </a:lnSpc>
            <a:spcBef>
              <a:spcPct val="0"/>
            </a:spcBef>
            <a:spcAft>
              <a:spcPct val="35000"/>
            </a:spcAft>
          </a:pPr>
          <a:r>
            <a:rPr lang="en-US" sz="2200" kern="1200" dirty="0" smtClean="0"/>
            <a:t>Describe the extent to which you achieved your goals</a:t>
          </a:r>
          <a:endParaRPr lang="en-US" sz="2200" kern="1200" dirty="0"/>
        </a:p>
      </dsp:txBody>
      <dsp:txXfrm>
        <a:off x="455546" y="3094601"/>
        <a:ext cx="9548318" cy="618856"/>
      </dsp:txXfrm>
    </dsp:sp>
    <dsp:sp modelId="{BD473396-E30C-4804-B5E1-BDD61FC39289}">
      <dsp:nvSpPr>
        <dsp:cNvPr id="0" name=""/>
        <dsp:cNvSpPr/>
      </dsp:nvSpPr>
      <dsp:spPr>
        <a:xfrm>
          <a:off x="68761" y="3017244"/>
          <a:ext cx="773570" cy="773570"/>
        </a:xfrm>
        <a:prstGeom prst="ellipse">
          <a:avLst/>
        </a:prstGeom>
        <a:solidFill>
          <a:schemeClr val="lt1">
            <a:hueOff val="0"/>
            <a:satOff val="0"/>
            <a:lumOff val="0"/>
            <a:alphaOff val="0"/>
          </a:schemeClr>
        </a:solidFill>
        <a:ln w="12700" cap="flat" cmpd="sng" algn="ctr">
          <a:solidFill>
            <a:schemeClr val="accent2">
              <a:hueOff val="39038"/>
              <a:satOff val="-26876"/>
              <a:lumOff val="-6863"/>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EE0124-99E5-411D-9789-B6BA157C3FF0}">
      <dsp:nvSpPr>
        <dsp:cNvPr id="0" name=""/>
        <dsp:cNvSpPr/>
      </dsp:nvSpPr>
      <dsp:spPr>
        <a:xfrm>
          <a:off x="4911" y="395880"/>
          <a:ext cx="2512144" cy="693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8920" tIns="88900" rIns="248920" bIns="88900" numCol="1" spcCol="1270" anchor="ctr" anchorCtr="0">
          <a:noAutofit/>
        </a:bodyPr>
        <a:lstStyle/>
        <a:p>
          <a:pPr lvl="0" algn="r" defTabSz="1555750">
            <a:lnSpc>
              <a:spcPct val="90000"/>
            </a:lnSpc>
            <a:spcBef>
              <a:spcPct val="0"/>
            </a:spcBef>
            <a:spcAft>
              <a:spcPct val="35000"/>
            </a:spcAft>
          </a:pPr>
          <a:r>
            <a:rPr lang="en-US" sz="3500" kern="1200" dirty="0" smtClean="0"/>
            <a:t>Conclusion</a:t>
          </a:r>
          <a:endParaRPr lang="en-US" sz="3500" kern="1200" dirty="0"/>
        </a:p>
      </dsp:txBody>
      <dsp:txXfrm>
        <a:off x="4911" y="395880"/>
        <a:ext cx="2512144" cy="693000"/>
      </dsp:txXfrm>
    </dsp:sp>
    <dsp:sp modelId="{36719592-3956-475D-85ED-DE75A01A5E53}">
      <dsp:nvSpPr>
        <dsp:cNvPr id="0" name=""/>
        <dsp:cNvSpPr/>
      </dsp:nvSpPr>
      <dsp:spPr>
        <a:xfrm>
          <a:off x="2517055" y="114348"/>
          <a:ext cx="502428" cy="1256062"/>
        </a:xfrm>
        <a:prstGeom prst="leftBrace">
          <a:avLst>
            <a:gd name="adj1" fmla="val 35000"/>
            <a:gd name="adj2" fmla="val 50000"/>
          </a:avLst>
        </a:prstGeom>
        <a:noFill/>
        <a:ln w="15875" cap="flat" cmpd="sng" algn="ctr">
          <a:solidFill>
            <a:schemeClr val="accent2">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D88FB77-C026-4DB9-977D-FBF53CD3A652}">
      <dsp:nvSpPr>
        <dsp:cNvPr id="0" name=""/>
        <dsp:cNvSpPr/>
      </dsp:nvSpPr>
      <dsp:spPr>
        <a:xfrm>
          <a:off x="3220456" y="114348"/>
          <a:ext cx="6833032" cy="1256062"/>
        </a:xfrm>
        <a:prstGeom prst="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285750" lvl="1" indent="-285750" algn="l" defTabSz="1555750">
            <a:lnSpc>
              <a:spcPct val="90000"/>
            </a:lnSpc>
            <a:spcBef>
              <a:spcPct val="0"/>
            </a:spcBef>
            <a:spcAft>
              <a:spcPct val="15000"/>
            </a:spcAft>
            <a:buChar char="••"/>
          </a:pPr>
          <a:r>
            <a:rPr lang="en-US" sz="3500" kern="1200" dirty="0" smtClean="0"/>
            <a:t>Summary of all previous chapters except literature review</a:t>
          </a:r>
          <a:endParaRPr lang="en-US" sz="3500" kern="1200" dirty="0"/>
        </a:p>
      </dsp:txBody>
      <dsp:txXfrm>
        <a:off x="3220456" y="114348"/>
        <a:ext cx="6833032" cy="1256062"/>
      </dsp:txXfrm>
    </dsp:sp>
    <dsp:sp modelId="{5804E7F5-40CB-4E3B-9216-014572A91785}">
      <dsp:nvSpPr>
        <dsp:cNvPr id="0" name=""/>
        <dsp:cNvSpPr/>
      </dsp:nvSpPr>
      <dsp:spPr>
        <a:xfrm>
          <a:off x="4911" y="2117675"/>
          <a:ext cx="2512144" cy="1169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8920" tIns="88900" rIns="248920" bIns="88900" numCol="1" spcCol="1270" anchor="ctr" anchorCtr="0">
          <a:noAutofit/>
        </a:bodyPr>
        <a:lstStyle/>
        <a:p>
          <a:pPr lvl="0" algn="r" defTabSz="1555750">
            <a:lnSpc>
              <a:spcPct val="90000"/>
            </a:lnSpc>
            <a:spcBef>
              <a:spcPct val="0"/>
            </a:spcBef>
            <a:spcAft>
              <a:spcPct val="35000"/>
            </a:spcAft>
          </a:pPr>
          <a:r>
            <a:rPr lang="en-US" sz="3500" kern="1200" dirty="0" smtClean="0"/>
            <a:t>Appraisal of project</a:t>
          </a:r>
          <a:endParaRPr lang="en-US" sz="3500" kern="1200" dirty="0"/>
        </a:p>
      </dsp:txBody>
      <dsp:txXfrm>
        <a:off x="4911" y="2117675"/>
        <a:ext cx="2512144" cy="1169437"/>
      </dsp:txXfrm>
    </dsp:sp>
    <dsp:sp modelId="{C868861A-3B5E-4600-BA12-8F17D9736646}">
      <dsp:nvSpPr>
        <dsp:cNvPr id="0" name=""/>
        <dsp:cNvSpPr/>
      </dsp:nvSpPr>
      <dsp:spPr>
        <a:xfrm>
          <a:off x="2517055" y="1496411"/>
          <a:ext cx="502428" cy="2411964"/>
        </a:xfrm>
        <a:prstGeom prst="leftBrace">
          <a:avLst>
            <a:gd name="adj1" fmla="val 35000"/>
            <a:gd name="adj2" fmla="val 50000"/>
          </a:avLst>
        </a:prstGeom>
        <a:noFill/>
        <a:ln w="15875" cap="flat" cmpd="sng" algn="ctr">
          <a:solidFill>
            <a:schemeClr val="accent2">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19DB8B3-9AE6-4786-BEAC-58FFFED3B97C}">
      <dsp:nvSpPr>
        <dsp:cNvPr id="0" name=""/>
        <dsp:cNvSpPr/>
      </dsp:nvSpPr>
      <dsp:spPr>
        <a:xfrm>
          <a:off x="3220456" y="1496411"/>
          <a:ext cx="6833032" cy="2411964"/>
        </a:xfrm>
        <a:prstGeom prst="rect">
          <a:avLst/>
        </a:prstGeom>
        <a:gradFill rotWithShape="0">
          <a:gsLst>
            <a:gs pos="0">
              <a:schemeClr val="accent2">
                <a:hueOff val="39038"/>
                <a:satOff val="-26876"/>
                <a:lumOff val="-6863"/>
                <a:alphaOff val="0"/>
                <a:shade val="85000"/>
                <a:satMod val="130000"/>
              </a:schemeClr>
            </a:gs>
            <a:gs pos="34000">
              <a:schemeClr val="accent2">
                <a:hueOff val="39038"/>
                <a:satOff val="-26876"/>
                <a:lumOff val="-6863"/>
                <a:alphaOff val="0"/>
                <a:shade val="87000"/>
                <a:satMod val="125000"/>
              </a:schemeClr>
            </a:gs>
            <a:gs pos="70000">
              <a:schemeClr val="accent2">
                <a:hueOff val="39038"/>
                <a:satOff val="-26876"/>
                <a:lumOff val="-6863"/>
                <a:alphaOff val="0"/>
                <a:tint val="100000"/>
                <a:shade val="90000"/>
                <a:satMod val="130000"/>
              </a:schemeClr>
            </a:gs>
            <a:gs pos="100000">
              <a:schemeClr val="accent2">
                <a:hueOff val="39038"/>
                <a:satOff val="-26876"/>
                <a:lumOff val="-6863"/>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285750" lvl="1" indent="-285750" algn="l" defTabSz="1555750">
            <a:lnSpc>
              <a:spcPct val="90000"/>
            </a:lnSpc>
            <a:spcBef>
              <a:spcPct val="0"/>
            </a:spcBef>
            <a:spcAft>
              <a:spcPct val="15000"/>
            </a:spcAft>
            <a:buChar char="••"/>
          </a:pPr>
          <a:r>
            <a:rPr lang="en-US" sz="3500" kern="1200" dirty="0" smtClean="0"/>
            <a:t>Critically evaluate your results</a:t>
          </a:r>
          <a:endParaRPr lang="en-US" sz="3500" kern="1200" dirty="0"/>
        </a:p>
        <a:p>
          <a:pPr marL="285750" lvl="1" indent="-285750" algn="l" defTabSz="1555750">
            <a:lnSpc>
              <a:spcPct val="90000"/>
            </a:lnSpc>
            <a:spcBef>
              <a:spcPct val="0"/>
            </a:spcBef>
            <a:spcAft>
              <a:spcPct val="15000"/>
            </a:spcAft>
            <a:buChar char="••"/>
          </a:pPr>
          <a:r>
            <a:rPr lang="en-US" sz="3500" kern="1200" dirty="0" smtClean="0"/>
            <a:t>Describe strengths and weaknesses</a:t>
          </a:r>
          <a:endParaRPr lang="en-US" sz="3500" kern="1200" dirty="0"/>
        </a:p>
        <a:p>
          <a:pPr marL="285750" lvl="1" indent="-285750" algn="l" defTabSz="1555750">
            <a:lnSpc>
              <a:spcPct val="90000"/>
            </a:lnSpc>
            <a:spcBef>
              <a:spcPct val="0"/>
            </a:spcBef>
            <a:spcAft>
              <a:spcPct val="15000"/>
            </a:spcAft>
            <a:buChar char="••"/>
          </a:pPr>
          <a:r>
            <a:rPr lang="en-US" sz="3500" kern="1200" dirty="0" smtClean="0"/>
            <a:t>Compare your work with others</a:t>
          </a:r>
          <a:endParaRPr lang="en-US" sz="3500" kern="1200" dirty="0"/>
        </a:p>
      </dsp:txBody>
      <dsp:txXfrm>
        <a:off x="3220456" y="1496411"/>
        <a:ext cx="6833032" cy="241196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EE0124-99E5-411D-9789-B6BA157C3FF0}">
      <dsp:nvSpPr>
        <dsp:cNvPr id="0" name=""/>
        <dsp:cNvSpPr/>
      </dsp:nvSpPr>
      <dsp:spPr>
        <a:xfrm>
          <a:off x="4911" y="1793562"/>
          <a:ext cx="2512144"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lvl="0" algn="r" defTabSz="977900">
            <a:lnSpc>
              <a:spcPct val="90000"/>
            </a:lnSpc>
            <a:spcBef>
              <a:spcPct val="0"/>
            </a:spcBef>
            <a:spcAft>
              <a:spcPct val="35000"/>
            </a:spcAft>
          </a:pPr>
          <a:r>
            <a:rPr lang="en-US" sz="2200" kern="1200" dirty="0" smtClean="0"/>
            <a:t>Recommendations</a:t>
          </a:r>
          <a:endParaRPr lang="en-US" sz="2200" kern="1200" dirty="0"/>
        </a:p>
      </dsp:txBody>
      <dsp:txXfrm>
        <a:off x="4911" y="1793562"/>
        <a:ext cx="2512144" cy="435600"/>
      </dsp:txXfrm>
    </dsp:sp>
    <dsp:sp modelId="{36719592-3956-475D-85ED-DE75A01A5E53}">
      <dsp:nvSpPr>
        <dsp:cNvPr id="0" name=""/>
        <dsp:cNvSpPr/>
      </dsp:nvSpPr>
      <dsp:spPr>
        <a:xfrm>
          <a:off x="2517055" y="949587"/>
          <a:ext cx="502428" cy="2123550"/>
        </a:xfrm>
        <a:prstGeom prst="leftBrace">
          <a:avLst>
            <a:gd name="adj1" fmla="val 35000"/>
            <a:gd name="adj2" fmla="val 50000"/>
          </a:avLst>
        </a:prstGeom>
        <a:noFill/>
        <a:ln w="15875" cap="flat" cmpd="sng" algn="ctr">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D88FB77-C026-4DB9-977D-FBF53CD3A652}">
      <dsp:nvSpPr>
        <dsp:cNvPr id="0" name=""/>
        <dsp:cNvSpPr/>
      </dsp:nvSpPr>
      <dsp:spPr>
        <a:xfrm>
          <a:off x="3220456" y="949587"/>
          <a:ext cx="6833032" cy="2123550"/>
        </a:xfrm>
        <a:prstGeom prst="rect">
          <a:avLst/>
        </a:prstGeom>
        <a:gradFill rotWithShape="0">
          <a:gsLst>
            <a:gs pos="0">
              <a:schemeClr val="accent3">
                <a:hueOff val="0"/>
                <a:satOff val="0"/>
                <a:lumOff val="0"/>
                <a:alphaOff val="0"/>
                <a:shade val="85000"/>
                <a:satMod val="130000"/>
              </a:schemeClr>
            </a:gs>
            <a:gs pos="34000">
              <a:schemeClr val="accent3">
                <a:hueOff val="0"/>
                <a:satOff val="0"/>
                <a:lumOff val="0"/>
                <a:alphaOff val="0"/>
                <a:shade val="87000"/>
                <a:satMod val="125000"/>
              </a:schemeClr>
            </a:gs>
            <a:gs pos="70000">
              <a:schemeClr val="accent3">
                <a:hueOff val="0"/>
                <a:satOff val="0"/>
                <a:lumOff val="0"/>
                <a:alphaOff val="0"/>
                <a:tint val="100000"/>
                <a:shade val="90000"/>
                <a:satMod val="130000"/>
              </a:schemeClr>
            </a:gs>
            <a:gs pos="100000">
              <a:schemeClr val="accent3">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smtClean="0"/>
            <a:t>For stakeholders, encourage them to use the proposed solution</a:t>
          </a:r>
          <a:endParaRPr lang="en-US" sz="2200" kern="1200" dirty="0"/>
        </a:p>
        <a:p>
          <a:pPr marL="228600" lvl="1" indent="-228600" algn="l" defTabSz="977900">
            <a:lnSpc>
              <a:spcPct val="90000"/>
            </a:lnSpc>
            <a:spcBef>
              <a:spcPct val="0"/>
            </a:spcBef>
            <a:spcAft>
              <a:spcPct val="15000"/>
            </a:spcAft>
            <a:buChar char="••"/>
          </a:pPr>
          <a:r>
            <a:rPr lang="en-US" sz="2200" kern="1200" dirty="0" smtClean="0"/>
            <a:t>For researchers---provide practical idea about how to extend the project</a:t>
          </a:r>
          <a:endParaRPr lang="en-US" sz="2200" kern="1200" dirty="0"/>
        </a:p>
        <a:p>
          <a:pPr marL="228600" lvl="1" indent="-228600" algn="l" defTabSz="977900">
            <a:lnSpc>
              <a:spcPct val="90000"/>
            </a:lnSpc>
            <a:spcBef>
              <a:spcPct val="0"/>
            </a:spcBef>
            <a:spcAft>
              <a:spcPct val="15000"/>
            </a:spcAft>
            <a:buChar char="••"/>
          </a:pPr>
          <a:r>
            <a:rPr lang="en-US" sz="2200" kern="1200" dirty="0" smtClean="0"/>
            <a:t>Discusses project limitations and provide ideas about improvements</a:t>
          </a:r>
          <a:endParaRPr lang="en-US" sz="2200" kern="1200" dirty="0"/>
        </a:p>
      </dsp:txBody>
      <dsp:txXfrm>
        <a:off x="3220456" y="949587"/>
        <a:ext cx="6833032" cy="212355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9.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10.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AFCD233-5866-4F3B-BA44-4394F6FE5A95}" type="datetimeFigureOut">
              <a:rPr lang="en-US" smtClean="0"/>
              <a:t>3/16/2024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D55C2E-FC08-41DC-961D-F1EA2FB57E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1812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AFCD233-5866-4F3B-BA44-4394F6FE5A95}" type="datetimeFigureOut">
              <a:rPr lang="en-US" smtClean="0"/>
              <a:t>3/16/2024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D55C2E-FC08-41DC-961D-F1EA2FB57EBC}" type="slidenum">
              <a:rPr lang="en-US" smtClean="0"/>
              <a:t>‹#›</a:t>
            </a:fld>
            <a:endParaRPr lang="en-US"/>
          </a:p>
        </p:txBody>
      </p:sp>
    </p:spTree>
    <p:extLst>
      <p:ext uri="{BB962C8B-B14F-4D97-AF65-F5344CB8AC3E}">
        <p14:creationId xmlns:p14="http://schemas.microsoft.com/office/powerpoint/2010/main" val="2730039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AFCD233-5866-4F3B-BA44-4394F6FE5A95}" type="datetimeFigureOut">
              <a:rPr lang="en-US" smtClean="0"/>
              <a:t>3/16/2024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D55C2E-FC08-41DC-961D-F1EA2FB57E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7841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AFCD233-5866-4F3B-BA44-4394F6FE5A95}" type="datetimeFigureOut">
              <a:rPr lang="en-US" smtClean="0"/>
              <a:t>3/16/2024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D55C2E-FC08-41DC-961D-F1EA2FB57EBC}" type="slidenum">
              <a:rPr lang="en-US" smtClean="0"/>
              <a:t>‹#›</a:t>
            </a:fld>
            <a:endParaRPr lang="en-US"/>
          </a:p>
        </p:txBody>
      </p:sp>
    </p:spTree>
    <p:extLst>
      <p:ext uri="{BB962C8B-B14F-4D97-AF65-F5344CB8AC3E}">
        <p14:creationId xmlns:p14="http://schemas.microsoft.com/office/powerpoint/2010/main" val="4274461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AFCD233-5866-4F3B-BA44-4394F6FE5A95}" type="datetimeFigureOut">
              <a:rPr lang="en-US" smtClean="0"/>
              <a:t>3/16/2024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D55C2E-FC08-41DC-961D-F1EA2FB57EBC}" type="slidenum">
              <a:rPr lang="en-US" smtClean="0"/>
              <a:t>‹#›</a:t>
            </a:fld>
            <a:endParaRPr lang="en-US"/>
          </a:p>
        </p:txBody>
      </p:sp>
    </p:spTree>
    <p:extLst>
      <p:ext uri="{BB962C8B-B14F-4D97-AF65-F5344CB8AC3E}">
        <p14:creationId xmlns:p14="http://schemas.microsoft.com/office/powerpoint/2010/main" val="2145389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AFCD233-5866-4F3B-BA44-4394F6FE5A95}" type="datetimeFigureOut">
              <a:rPr lang="en-US" smtClean="0"/>
              <a:t>3/16/2024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D55C2E-FC08-41DC-961D-F1EA2FB57EBC}" type="slidenum">
              <a:rPr lang="en-US" smtClean="0"/>
              <a:t>‹#›</a:t>
            </a:fld>
            <a:endParaRPr lang="en-US"/>
          </a:p>
        </p:txBody>
      </p:sp>
    </p:spTree>
    <p:extLst>
      <p:ext uri="{BB962C8B-B14F-4D97-AF65-F5344CB8AC3E}">
        <p14:creationId xmlns:p14="http://schemas.microsoft.com/office/powerpoint/2010/main" val="322092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AFCD233-5866-4F3B-BA44-4394F6FE5A95}" type="datetimeFigureOut">
              <a:rPr lang="en-US" smtClean="0"/>
              <a:t>3/16/2024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3D55C2E-FC08-41DC-961D-F1EA2FB57EBC}" type="slidenum">
              <a:rPr lang="en-US" smtClean="0"/>
              <a:t>‹#›</a:t>
            </a:fld>
            <a:endParaRPr lang="en-US"/>
          </a:p>
        </p:txBody>
      </p:sp>
    </p:spTree>
    <p:extLst>
      <p:ext uri="{BB962C8B-B14F-4D97-AF65-F5344CB8AC3E}">
        <p14:creationId xmlns:p14="http://schemas.microsoft.com/office/powerpoint/2010/main" val="2082010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AFCD233-5866-4F3B-BA44-4394F6FE5A95}" type="datetimeFigureOut">
              <a:rPr lang="en-US" smtClean="0"/>
              <a:t>3/16/2024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3D55C2E-FC08-41DC-961D-F1EA2FB57EBC}" type="slidenum">
              <a:rPr lang="en-US" smtClean="0"/>
              <a:t>‹#›</a:t>
            </a:fld>
            <a:endParaRPr lang="en-US"/>
          </a:p>
        </p:txBody>
      </p:sp>
    </p:spTree>
    <p:extLst>
      <p:ext uri="{BB962C8B-B14F-4D97-AF65-F5344CB8AC3E}">
        <p14:creationId xmlns:p14="http://schemas.microsoft.com/office/powerpoint/2010/main" val="2430273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AFCD233-5866-4F3B-BA44-4394F6FE5A95}" type="datetimeFigureOut">
              <a:rPr lang="en-US" smtClean="0"/>
              <a:t>3/16/2024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D55C2E-FC08-41DC-961D-F1EA2FB57EBC}" type="slidenum">
              <a:rPr lang="en-US" smtClean="0"/>
              <a:t>‹#›</a:t>
            </a:fld>
            <a:endParaRPr lang="en-US"/>
          </a:p>
        </p:txBody>
      </p:sp>
    </p:spTree>
    <p:extLst>
      <p:ext uri="{BB962C8B-B14F-4D97-AF65-F5344CB8AC3E}">
        <p14:creationId xmlns:p14="http://schemas.microsoft.com/office/powerpoint/2010/main" val="40135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AFCD233-5866-4F3B-BA44-4394F6FE5A95}" type="datetimeFigureOut">
              <a:rPr lang="en-US" smtClean="0"/>
              <a:t>3/16/2024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D55C2E-FC08-41DC-961D-F1EA2FB57EBC}" type="slidenum">
              <a:rPr lang="en-US" smtClean="0"/>
              <a:t>‹#›</a:t>
            </a:fld>
            <a:endParaRPr lang="en-US"/>
          </a:p>
        </p:txBody>
      </p:sp>
    </p:spTree>
    <p:extLst>
      <p:ext uri="{BB962C8B-B14F-4D97-AF65-F5344CB8AC3E}">
        <p14:creationId xmlns:p14="http://schemas.microsoft.com/office/powerpoint/2010/main" val="3214468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AFCD233-5866-4F3B-BA44-4394F6FE5A95}" type="datetimeFigureOut">
              <a:rPr lang="en-US" smtClean="0"/>
              <a:t>3/16/2024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D55C2E-FC08-41DC-961D-F1EA2FB57EBC}" type="slidenum">
              <a:rPr lang="en-US" smtClean="0"/>
              <a:t>‹#›</a:t>
            </a:fld>
            <a:endParaRPr lang="en-US"/>
          </a:p>
        </p:txBody>
      </p:sp>
    </p:spTree>
    <p:extLst>
      <p:ext uri="{BB962C8B-B14F-4D97-AF65-F5344CB8AC3E}">
        <p14:creationId xmlns:p14="http://schemas.microsoft.com/office/powerpoint/2010/main" val="3358645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AFCD233-5866-4F3B-BA44-4394F6FE5A95}" type="datetimeFigureOut">
              <a:rPr lang="en-US" smtClean="0"/>
              <a:t>3/16/2024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3D55C2E-FC08-41DC-961D-F1EA2FB57EBC}"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0883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techtarget.com/searchsoftwarequality/answer/Define-project-scope-in-terms-of-time-money-and-quality" TargetMode="External"/><Relationship Id="rId2" Type="http://schemas.openxmlformats.org/officeDocument/2006/relationships/hyperlink" Target="https://www.techtarget.com/searchcio/definition/project-plannin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betterup.com/blog/project-scope" TargetMode="External"/><Relationship Id="rId2" Type="http://schemas.openxmlformats.org/officeDocument/2006/relationships/hyperlink" Target="https://pmstudycircle.com/project-scope-statemen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techtarget.com/whatis/definition/triple-constraint" TargetMode="External"/><Relationship Id="rId2" Type="http://schemas.openxmlformats.org/officeDocument/2006/relationships/hyperlink" Target="https://www.techtarget.com/searchcio/definition/project-management"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apriorit.com/dev-blog/how-to-manage-constraints-in-software-development-effectively" TargetMode="External"/><Relationship Id="rId2" Type="http://schemas.openxmlformats.org/officeDocument/2006/relationships/hyperlink" Target="https://www.techtarget.com/whatis/definition/constraint-project-constraint#:~:text=A%20constraint%20in%20project%20management,are%20time%2C%20cost%20and%20scope"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Technical Project Report</a:t>
            </a:r>
            <a:endParaRPr lang="en-US" b="1"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450738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smtClean="0"/>
              <a:t>A report is a </a:t>
            </a:r>
            <a:endParaRPr lang="en-US" b="1" dirty="0"/>
          </a:p>
        </p:txBody>
      </p:sp>
      <p:sp>
        <p:nvSpPr>
          <p:cNvPr id="3" name="Content Placeholder 2"/>
          <p:cNvSpPr>
            <a:spLocks noGrp="1"/>
          </p:cNvSpPr>
          <p:nvPr>
            <p:ph idx="1"/>
          </p:nvPr>
        </p:nvSpPr>
        <p:spPr/>
        <p:txBody>
          <a:bodyPr/>
          <a:lstStyle/>
          <a:p>
            <a:pPr>
              <a:defRPr/>
            </a:pPr>
            <a:endParaRPr lang="en-US" dirty="0" smtClean="0"/>
          </a:p>
          <a:p>
            <a:pPr>
              <a:defRPr/>
            </a:pPr>
            <a:endParaRPr lang="en-US" dirty="0" smtClean="0"/>
          </a:p>
        </p:txBody>
      </p:sp>
      <p:graphicFrame>
        <p:nvGraphicFramePr>
          <p:cNvPr id="4" name="Diagram 3"/>
          <p:cNvGraphicFramePr/>
          <p:nvPr>
            <p:extLst>
              <p:ext uri="{D42A27DB-BD31-4B8C-83A1-F6EECF244321}">
                <p14:modId xmlns:p14="http://schemas.microsoft.com/office/powerpoint/2010/main" val="4055806711"/>
              </p:ext>
            </p:extLst>
          </p:nvPr>
        </p:nvGraphicFramePr>
        <p:xfrm>
          <a:off x="2032000" y="2202873"/>
          <a:ext cx="8128000" cy="39354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38930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smtClean="0"/>
              <a:t>The project report</a:t>
            </a:r>
            <a:endParaRPr lang="en-US" b="1" dirty="0"/>
          </a:p>
        </p:txBody>
      </p:sp>
      <p:sp>
        <p:nvSpPr>
          <p:cNvPr id="3" name="Content Placeholder 2"/>
          <p:cNvSpPr>
            <a:spLocks noGrp="1"/>
          </p:cNvSpPr>
          <p:nvPr>
            <p:ph idx="1"/>
          </p:nvPr>
        </p:nvSpPr>
        <p:spPr/>
        <p:txBody>
          <a:bodyPr>
            <a:normAutofit/>
          </a:bodyPr>
          <a:lstStyle/>
          <a:p>
            <a:pPr>
              <a:defRPr/>
            </a:pPr>
            <a:r>
              <a:rPr lang="en-US" sz="6000" dirty="0" smtClean="0"/>
              <a:t>The project report is the </a:t>
            </a:r>
            <a:r>
              <a:rPr lang="en-US" sz="6000" dirty="0" smtClean="0">
                <a:solidFill>
                  <a:srgbClr val="FF0000"/>
                </a:solidFill>
              </a:rPr>
              <a:t>formal record</a:t>
            </a:r>
            <a:r>
              <a:rPr lang="en-US" sz="6000" dirty="0" smtClean="0"/>
              <a:t> of </a:t>
            </a:r>
            <a:r>
              <a:rPr lang="en-US" sz="6000" dirty="0" smtClean="0">
                <a:solidFill>
                  <a:srgbClr val="FF0000"/>
                </a:solidFill>
              </a:rPr>
              <a:t>the entire process you undertook </a:t>
            </a:r>
            <a:r>
              <a:rPr lang="en-US" sz="6000" dirty="0" smtClean="0"/>
              <a:t>to complete your Personal </a:t>
            </a:r>
            <a:r>
              <a:rPr lang="en-US" sz="6000" dirty="0" smtClean="0">
                <a:solidFill>
                  <a:srgbClr val="FF0000"/>
                </a:solidFill>
              </a:rPr>
              <a:t>Project</a:t>
            </a:r>
            <a:r>
              <a:rPr lang="en-US" sz="6000" dirty="0" smtClean="0"/>
              <a:t>. </a:t>
            </a:r>
          </a:p>
          <a:p>
            <a:pPr>
              <a:defRPr/>
            </a:pPr>
            <a:endParaRPr lang="en-US" sz="6000" dirty="0"/>
          </a:p>
        </p:txBody>
      </p:sp>
    </p:spTree>
    <p:extLst>
      <p:ext uri="{BB962C8B-B14F-4D97-AF65-F5344CB8AC3E}">
        <p14:creationId xmlns:p14="http://schemas.microsoft.com/office/powerpoint/2010/main" val="2135543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a:defRPr/>
            </a:pPr>
            <a:r>
              <a:rPr lang="en-US" dirty="0" smtClean="0"/>
              <a:t>Anatomy of a Report</a:t>
            </a:r>
          </a:p>
        </p:txBody>
      </p:sp>
      <p:sp>
        <p:nvSpPr>
          <p:cNvPr id="18435" name="Content Placeholder 2"/>
          <p:cNvSpPr>
            <a:spLocks noGrp="1"/>
          </p:cNvSpPr>
          <p:nvPr>
            <p:ph idx="1"/>
          </p:nvPr>
        </p:nvSpPr>
        <p:spPr/>
        <p:txBody>
          <a:bodyPr>
            <a:normAutofit lnSpcReduction="10000"/>
          </a:bodyPr>
          <a:lstStyle/>
          <a:p>
            <a:pPr algn="just">
              <a:defRPr/>
            </a:pPr>
            <a:r>
              <a:rPr lang="en-US" sz="2400" b="1" dirty="0"/>
              <a:t>Format and Components</a:t>
            </a:r>
          </a:p>
          <a:p>
            <a:pPr lvl="1" algn="just">
              <a:defRPr/>
            </a:pPr>
            <a:r>
              <a:rPr lang="en-US" sz="2400" dirty="0"/>
              <a:t>Prefatory Parts</a:t>
            </a:r>
          </a:p>
          <a:p>
            <a:pPr lvl="1" algn="just">
              <a:defRPr/>
            </a:pPr>
            <a:r>
              <a:rPr lang="en-US" sz="2400" dirty="0"/>
              <a:t>The Text</a:t>
            </a:r>
          </a:p>
          <a:p>
            <a:pPr lvl="2" algn="just">
              <a:defRPr/>
            </a:pPr>
            <a:r>
              <a:rPr lang="en-US" sz="2000" dirty="0"/>
              <a:t>Chapter 1 – Introduction</a:t>
            </a:r>
          </a:p>
          <a:p>
            <a:pPr lvl="2" algn="just">
              <a:defRPr/>
            </a:pPr>
            <a:r>
              <a:rPr lang="en-US" sz="2000" dirty="0"/>
              <a:t>Chapter 2 – Literature Review</a:t>
            </a:r>
          </a:p>
          <a:p>
            <a:pPr lvl="2" algn="just">
              <a:defRPr/>
            </a:pPr>
            <a:r>
              <a:rPr lang="en-US" sz="2000" dirty="0"/>
              <a:t>Chapter 3 –Requirements / Analysis</a:t>
            </a:r>
          </a:p>
          <a:p>
            <a:pPr lvl="2" algn="just">
              <a:defRPr/>
            </a:pPr>
            <a:r>
              <a:rPr lang="en-US" sz="2000" dirty="0"/>
              <a:t>Chapter 4 – Design</a:t>
            </a:r>
          </a:p>
          <a:p>
            <a:pPr lvl="2" algn="just">
              <a:defRPr/>
            </a:pPr>
            <a:r>
              <a:rPr lang="en-US" sz="2000" dirty="0"/>
              <a:t>Chapter 5 – Implementation and test</a:t>
            </a:r>
          </a:p>
          <a:p>
            <a:pPr lvl="2" algn="just">
              <a:defRPr/>
            </a:pPr>
            <a:r>
              <a:rPr lang="en-US" sz="2000" dirty="0"/>
              <a:t>Chapter 6 – Evaluation</a:t>
            </a:r>
          </a:p>
          <a:p>
            <a:pPr lvl="2" algn="just">
              <a:defRPr/>
            </a:pPr>
            <a:r>
              <a:rPr lang="en-US" sz="2000" dirty="0"/>
              <a:t>Chapter 7 – Conclusion</a:t>
            </a:r>
          </a:p>
          <a:p>
            <a:pPr lvl="1" algn="just">
              <a:defRPr/>
            </a:pPr>
            <a:r>
              <a:rPr lang="en-US" sz="2400" dirty="0"/>
              <a:t>Supplementary Parts</a:t>
            </a:r>
          </a:p>
          <a:p>
            <a:pPr lvl="1" algn="just">
              <a:defRPr/>
            </a:pPr>
            <a:endParaRPr lang="en-US" sz="2100" dirty="0"/>
          </a:p>
          <a:p>
            <a:pPr lvl="1" algn="just">
              <a:buFont typeface="Wingdings 2" pitchFamily="18" charset="2"/>
              <a:buNone/>
              <a:defRPr/>
            </a:pPr>
            <a:endParaRPr lang="en-US" sz="2100" dirty="0"/>
          </a:p>
          <a:p>
            <a:pPr lvl="1" algn="just">
              <a:defRPr/>
            </a:pPr>
            <a:endParaRPr lang="en-US" sz="2100" dirty="0"/>
          </a:p>
          <a:p>
            <a:pPr lvl="1" algn="just">
              <a:defRPr/>
            </a:pPr>
            <a:endParaRPr lang="en-US" dirty="0" smtClean="0"/>
          </a:p>
          <a:p>
            <a:pPr lvl="2" algn="just">
              <a:defRPr/>
            </a:pPr>
            <a:endParaRPr lang="en-US" dirty="0" smtClean="0"/>
          </a:p>
        </p:txBody>
      </p:sp>
    </p:spTree>
    <p:extLst>
      <p:ext uri="{BB962C8B-B14F-4D97-AF65-F5344CB8AC3E}">
        <p14:creationId xmlns:p14="http://schemas.microsoft.com/office/powerpoint/2010/main" val="25040683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304800"/>
            <a:ext cx="8229600" cy="1143000"/>
          </a:xfrm>
        </p:spPr>
        <p:txBody>
          <a:bodyPr>
            <a:normAutofit fontScale="90000"/>
          </a:bodyPr>
          <a:lstStyle/>
          <a:p>
            <a:pPr>
              <a:defRPr/>
            </a:pPr>
            <a:r>
              <a:rPr lang="en-US" sz="3600" b="1" dirty="0"/>
              <a:t>Development FYP Report Format</a:t>
            </a:r>
            <a:r>
              <a:rPr lang="en-US" dirty="0">
                <a:effectLst/>
              </a:rPr>
              <a:t/>
            </a:r>
            <a:br>
              <a:rPr lang="en-US" dirty="0">
                <a:effectLst/>
              </a:rPr>
            </a:br>
            <a:endParaRPr lang="en-US" dirty="0"/>
          </a:p>
        </p:txBody>
      </p:sp>
      <p:pic>
        <p:nvPicPr>
          <p:cNvPr id="18435"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743200" y="1981200"/>
            <a:ext cx="6705600" cy="4114800"/>
          </a:xfrm>
        </p:spPr>
      </p:pic>
    </p:spTree>
    <p:extLst>
      <p:ext uri="{BB962C8B-B14F-4D97-AF65-F5344CB8AC3E}">
        <p14:creationId xmlns:p14="http://schemas.microsoft.com/office/powerpoint/2010/main" val="12246419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4000" b="1" dirty="0"/>
              <a:t>Development FYP Report Format</a:t>
            </a:r>
            <a:r>
              <a:rPr lang="en-US" dirty="0" smtClean="0">
                <a:effectLst/>
              </a:rPr>
              <a:t/>
            </a:r>
            <a:br>
              <a:rPr lang="en-US" dirty="0" smtClean="0">
                <a:effectLst/>
              </a:rPr>
            </a:br>
            <a:endParaRPr lang="en-US" dirty="0"/>
          </a:p>
        </p:txBody>
      </p:sp>
      <p:pic>
        <p:nvPicPr>
          <p:cNvPr id="19459"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514600" y="1828800"/>
            <a:ext cx="7467600" cy="3962400"/>
          </a:xfrm>
        </p:spPr>
      </p:pic>
    </p:spTree>
    <p:extLst>
      <p:ext uri="{BB962C8B-B14F-4D97-AF65-F5344CB8AC3E}">
        <p14:creationId xmlns:p14="http://schemas.microsoft.com/office/powerpoint/2010/main" val="36634749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 Chapter/Section</a:t>
            </a:r>
            <a:endParaRPr lang="en-US" b="1"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597700806"/>
              </p:ext>
            </p:extLst>
          </p:nvPr>
        </p:nvGraphicFramePr>
        <p:xfrm>
          <a:off x="360218" y="1846263"/>
          <a:ext cx="10795145" cy="4512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36729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smtClean="0"/>
              <a:t>Introduction- Format and Components</a:t>
            </a:r>
            <a:endParaRPr lang="en-US" b="1" dirty="0"/>
          </a:p>
        </p:txBody>
      </p:sp>
      <p:sp>
        <p:nvSpPr>
          <p:cNvPr id="3" name="Content Placeholder 2"/>
          <p:cNvSpPr>
            <a:spLocks noGrp="1"/>
          </p:cNvSpPr>
          <p:nvPr>
            <p:ph idx="1"/>
          </p:nvPr>
        </p:nvSpPr>
        <p:spPr>
          <a:xfrm>
            <a:off x="1946275" y="1925782"/>
            <a:ext cx="8887980" cy="4208318"/>
          </a:xfrm>
        </p:spPr>
        <p:txBody>
          <a:bodyPr>
            <a:normAutofit fontScale="92500" lnSpcReduction="10000"/>
          </a:bodyPr>
          <a:lstStyle/>
          <a:p>
            <a:pPr>
              <a:defRPr/>
            </a:pPr>
            <a:r>
              <a:rPr lang="en-US" sz="3200" b="1" dirty="0" smtClean="0">
                <a:effectLst/>
              </a:rPr>
              <a:t>Project </a:t>
            </a:r>
            <a:r>
              <a:rPr lang="en-US" sz="3200" b="1" dirty="0">
                <a:effectLst/>
              </a:rPr>
              <a:t>Vision </a:t>
            </a:r>
          </a:p>
          <a:p>
            <a:pPr marL="0" indent="0">
              <a:buNone/>
              <a:defRPr/>
            </a:pPr>
            <a:r>
              <a:rPr lang="en-US" sz="2400" dirty="0"/>
              <a:t>3.1. Problem Statement </a:t>
            </a:r>
          </a:p>
          <a:p>
            <a:pPr marL="0" indent="0">
              <a:buNone/>
              <a:defRPr/>
            </a:pPr>
            <a:r>
              <a:rPr lang="en-US" sz="2400" dirty="0"/>
              <a:t>3.2. Business Opportunity </a:t>
            </a:r>
          </a:p>
          <a:p>
            <a:pPr marL="0" indent="0">
              <a:buNone/>
              <a:defRPr/>
            </a:pPr>
            <a:r>
              <a:rPr lang="en-US" sz="2400" dirty="0"/>
              <a:t>3.3. Objectives </a:t>
            </a:r>
          </a:p>
          <a:p>
            <a:pPr marL="0" indent="0">
              <a:buNone/>
              <a:defRPr/>
            </a:pPr>
            <a:r>
              <a:rPr lang="en-US" sz="2400" dirty="0"/>
              <a:t>3.4. Project Scope </a:t>
            </a:r>
          </a:p>
          <a:p>
            <a:pPr marL="0" indent="0">
              <a:buNone/>
              <a:defRPr/>
            </a:pPr>
            <a:r>
              <a:rPr lang="en-US" sz="2400" dirty="0"/>
              <a:t>3.5. Constraints</a:t>
            </a:r>
          </a:p>
          <a:p>
            <a:pPr marL="0" indent="0">
              <a:buNone/>
              <a:defRPr/>
            </a:pPr>
            <a:r>
              <a:rPr lang="en-US" sz="2400" dirty="0"/>
              <a:t>3.6. Stakeholders Description</a:t>
            </a:r>
          </a:p>
          <a:p>
            <a:pPr marL="0" indent="0">
              <a:buNone/>
              <a:defRPr/>
            </a:pPr>
            <a:r>
              <a:rPr lang="en-US" sz="2400" dirty="0"/>
              <a:t>3.6.1. Stakeholders Summary</a:t>
            </a:r>
          </a:p>
          <a:p>
            <a:pPr marL="0" indent="0">
              <a:buNone/>
              <a:defRPr/>
            </a:pPr>
            <a:r>
              <a:rPr lang="en-US" sz="2400" dirty="0"/>
              <a:t>3.6.2. Key High Level Goals and Problems </a:t>
            </a:r>
            <a:r>
              <a:rPr lang="en-US" dirty="0">
                <a:effectLst/>
              </a:rPr>
              <a:t>of </a:t>
            </a:r>
            <a:r>
              <a:rPr lang="en-US" sz="2400" dirty="0"/>
              <a:t>Stakeholders</a:t>
            </a:r>
          </a:p>
          <a:p>
            <a:pPr>
              <a:buFont typeface="Arial" pitchFamily="34" charset="0"/>
              <a:buChar char="•"/>
              <a:defRPr/>
            </a:pPr>
            <a:endParaRPr lang="en-US" dirty="0"/>
          </a:p>
        </p:txBody>
      </p:sp>
    </p:spTree>
    <p:extLst>
      <p:ext uri="{BB962C8B-B14F-4D97-AF65-F5344CB8AC3E}">
        <p14:creationId xmlns:p14="http://schemas.microsoft.com/office/powerpoint/2010/main" val="7422088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a:t>
            </a:r>
            <a:endParaRPr lang="en-US" b="1" dirty="0"/>
          </a:p>
        </p:txBody>
      </p:sp>
      <p:sp>
        <p:nvSpPr>
          <p:cNvPr id="3" name="Content Placeholder 2"/>
          <p:cNvSpPr>
            <a:spLocks noGrp="1"/>
          </p:cNvSpPr>
          <p:nvPr>
            <p:ph idx="1"/>
          </p:nvPr>
        </p:nvSpPr>
        <p:spPr/>
        <p:txBody>
          <a:bodyPr>
            <a:normAutofit fontScale="85000" lnSpcReduction="20000"/>
          </a:bodyPr>
          <a:lstStyle/>
          <a:p>
            <a:r>
              <a:rPr lang="en-US" sz="4000" dirty="0" smtClean="0"/>
              <a:t>The project designed and developed an airline reservation system which the users can use to book a flight and obtain flight details.</a:t>
            </a:r>
          </a:p>
          <a:p>
            <a:r>
              <a:rPr lang="en-US" sz="4000" dirty="0" smtClean="0"/>
              <a:t>1. To simplify the flight reservation process for customers</a:t>
            </a:r>
          </a:p>
          <a:p>
            <a:r>
              <a:rPr lang="en-US" sz="4000" dirty="0" smtClean="0"/>
              <a:t>2. To provide the users with a safe and secure online payment gateway</a:t>
            </a:r>
          </a:p>
          <a:p>
            <a:r>
              <a:rPr lang="en-US" sz="4000" dirty="0" smtClean="0"/>
              <a:t>3. To allow users to obtain all flight details including departure time, delays, check in time</a:t>
            </a:r>
          </a:p>
        </p:txBody>
      </p:sp>
    </p:spTree>
    <p:extLst>
      <p:ext uri="{BB962C8B-B14F-4D97-AF65-F5344CB8AC3E}">
        <p14:creationId xmlns:p14="http://schemas.microsoft.com/office/powerpoint/2010/main" val="1091717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smtClean="0"/>
              <a:t>Examples of Objectives</a:t>
            </a:r>
            <a:endParaRPr lang="en-US" b="1" dirty="0"/>
          </a:p>
        </p:txBody>
      </p:sp>
      <p:sp>
        <p:nvSpPr>
          <p:cNvPr id="3" name="Content Placeholder 2"/>
          <p:cNvSpPr>
            <a:spLocks noGrp="1"/>
          </p:cNvSpPr>
          <p:nvPr>
            <p:ph idx="1"/>
          </p:nvPr>
        </p:nvSpPr>
        <p:spPr/>
        <p:txBody>
          <a:bodyPr/>
          <a:lstStyle/>
          <a:p>
            <a:pPr marL="0" indent="0">
              <a:buNone/>
              <a:defRPr/>
            </a:pPr>
            <a:r>
              <a:rPr lang="en-US" sz="3200" dirty="0">
                <a:effectLst/>
              </a:rPr>
              <a:t>The </a:t>
            </a:r>
            <a:r>
              <a:rPr lang="en-US" sz="3200" dirty="0" smtClean="0">
                <a:effectLst/>
              </a:rPr>
              <a:t>objectives </a:t>
            </a:r>
            <a:r>
              <a:rPr lang="en-US" sz="3200" dirty="0">
                <a:effectLst/>
              </a:rPr>
              <a:t>of this Online Examination System are:</a:t>
            </a:r>
          </a:p>
          <a:p>
            <a:pPr>
              <a:buFont typeface="Wingdings" panose="05000000000000000000" pitchFamily="2" charset="2"/>
              <a:buChar char="§"/>
              <a:defRPr/>
            </a:pPr>
            <a:r>
              <a:rPr lang="en-US" sz="3200" dirty="0">
                <a:effectLst/>
              </a:rPr>
              <a:t>To automate the testing activity. </a:t>
            </a:r>
            <a:endParaRPr lang="en-US" sz="3200" dirty="0" smtClean="0">
              <a:effectLst/>
            </a:endParaRPr>
          </a:p>
          <a:p>
            <a:pPr>
              <a:buFont typeface="Wingdings" panose="05000000000000000000" pitchFamily="2" charset="2"/>
              <a:buChar char="§"/>
              <a:defRPr/>
            </a:pPr>
            <a:r>
              <a:rPr lang="en-US" sz="3200" dirty="0" smtClean="0">
                <a:effectLst/>
              </a:rPr>
              <a:t>To centralize control of </a:t>
            </a:r>
            <a:r>
              <a:rPr lang="en-US" sz="3200" dirty="0">
                <a:effectLst/>
              </a:rPr>
              <a:t>all the units that are involved in the online </a:t>
            </a:r>
            <a:r>
              <a:rPr lang="en-US" sz="3200" dirty="0" smtClean="0">
                <a:effectLst/>
              </a:rPr>
              <a:t>testing </a:t>
            </a:r>
            <a:r>
              <a:rPr lang="en-US" sz="3200" dirty="0">
                <a:effectLst/>
              </a:rPr>
              <a:t>system.</a:t>
            </a:r>
          </a:p>
          <a:p>
            <a:pPr>
              <a:buFont typeface="Wingdings" panose="05000000000000000000" pitchFamily="2" charset="2"/>
              <a:buChar char="§"/>
              <a:defRPr/>
            </a:pPr>
            <a:r>
              <a:rPr lang="en-US" sz="3200" dirty="0" smtClean="0">
                <a:effectLst/>
              </a:rPr>
              <a:t>To provide </a:t>
            </a:r>
            <a:r>
              <a:rPr lang="en-US" sz="3200" dirty="0">
                <a:effectLst/>
              </a:rPr>
              <a:t>data security from unauthorized users.</a:t>
            </a:r>
          </a:p>
          <a:p>
            <a:pPr>
              <a:buFont typeface="Wingdings" panose="05000000000000000000" pitchFamily="2" charset="2"/>
              <a:buChar char="§"/>
              <a:defRPr/>
            </a:pPr>
            <a:endParaRPr lang="en-US" dirty="0"/>
          </a:p>
        </p:txBody>
      </p:sp>
    </p:spTree>
    <p:extLst>
      <p:ext uri="{BB962C8B-B14F-4D97-AF65-F5344CB8AC3E}">
        <p14:creationId xmlns:p14="http://schemas.microsoft.com/office/powerpoint/2010/main" val="42167784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smtClean="0"/>
              <a:t>Examples of Objectives</a:t>
            </a:r>
            <a:endParaRPr lang="en-US" b="1" dirty="0"/>
          </a:p>
        </p:txBody>
      </p:sp>
      <p:sp>
        <p:nvSpPr>
          <p:cNvPr id="3" name="Content Placeholder 2"/>
          <p:cNvSpPr>
            <a:spLocks noGrp="1"/>
          </p:cNvSpPr>
          <p:nvPr>
            <p:ph idx="1"/>
          </p:nvPr>
        </p:nvSpPr>
        <p:spPr/>
        <p:txBody>
          <a:bodyPr>
            <a:normAutofit/>
          </a:bodyPr>
          <a:lstStyle/>
          <a:p>
            <a:pPr marL="0" indent="0">
              <a:buNone/>
              <a:defRPr/>
            </a:pPr>
            <a:r>
              <a:rPr lang="en-US" sz="2800" dirty="0">
                <a:effectLst/>
              </a:rPr>
              <a:t>The main goal of this </a:t>
            </a:r>
            <a:r>
              <a:rPr lang="en-US" sz="2800" dirty="0" smtClean="0">
                <a:effectLst/>
              </a:rPr>
              <a:t>online pharmacy is </a:t>
            </a:r>
          </a:p>
          <a:p>
            <a:pPr>
              <a:buFont typeface="Arial" panose="020B0604020202020204" pitchFamily="34" charset="0"/>
              <a:buChar char="•"/>
              <a:defRPr/>
            </a:pPr>
            <a:r>
              <a:rPr lang="en-US" sz="2800" dirty="0" smtClean="0">
                <a:effectLst/>
              </a:rPr>
              <a:t>to assist </a:t>
            </a:r>
            <a:r>
              <a:rPr lang="en-US" sz="2800" dirty="0">
                <a:effectLst/>
              </a:rPr>
              <a:t>the user </a:t>
            </a:r>
            <a:r>
              <a:rPr lang="en-US" sz="2800" dirty="0" smtClean="0">
                <a:effectLst/>
              </a:rPr>
              <a:t>in easily finding </a:t>
            </a:r>
            <a:r>
              <a:rPr lang="en-US" sz="2800" dirty="0">
                <a:effectLst/>
              </a:rPr>
              <a:t>medicines that are </a:t>
            </a:r>
            <a:r>
              <a:rPr lang="en-US" sz="2800" dirty="0" smtClean="0">
                <a:effectLst/>
              </a:rPr>
              <a:t>available</a:t>
            </a:r>
            <a:endParaRPr lang="en-US" sz="2800" dirty="0">
              <a:effectLst/>
            </a:endParaRPr>
          </a:p>
          <a:p>
            <a:pPr>
              <a:buFont typeface="Arial" panose="020B0604020202020204" pitchFamily="34" charset="0"/>
              <a:buChar char="•"/>
              <a:defRPr/>
            </a:pPr>
            <a:r>
              <a:rPr lang="en-US" sz="2800" dirty="0" smtClean="0">
                <a:effectLst/>
              </a:rPr>
              <a:t>To suggest alternate stores </a:t>
            </a:r>
            <a:r>
              <a:rPr lang="en-US" sz="2800" dirty="0" smtClean="0">
                <a:effectLst/>
              </a:rPr>
              <a:t>if </a:t>
            </a:r>
            <a:r>
              <a:rPr lang="en-US" sz="2800" dirty="0" smtClean="0">
                <a:effectLst/>
              </a:rPr>
              <a:t>the medicine is unavailable</a:t>
            </a:r>
            <a:endParaRPr lang="en-US" sz="2800" dirty="0">
              <a:effectLst/>
            </a:endParaRPr>
          </a:p>
          <a:p>
            <a:pPr>
              <a:buFont typeface="Arial" panose="020B0604020202020204" pitchFamily="34" charset="0"/>
              <a:buChar char="•"/>
              <a:defRPr/>
            </a:pPr>
            <a:r>
              <a:rPr lang="en-US" sz="2800" dirty="0" smtClean="0">
                <a:effectLst/>
              </a:rPr>
              <a:t>To provide the admin with a mechanism to determine the validity of a prescription</a:t>
            </a:r>
            <a:endParaRPr lang="en-US" sz="2800" dirty="0"/>
          </a:p>
        </p:txBody>
      </p:sp>
    </p:spTree>
    <p:extLst>
      <p:ext uri="{BB962C8B-B14F-4D97-AF65-F5344CB8AC3E}">
        <p14:creationId xmlns:p14="http://schemas.microsoft.com/office/powerpoint/2010/main" val="18735987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project developed a computerized menu system which automates the process of placing and tracking orders for any eatery or restaurant. </a:t>
            </a:r>
            <a:endParaRPr lang="en-US" dirty="0"/>
          </a:p>
          <a:p>
            <a:r>
              <a:rPr lang="en-US" dirty="0" smtClean="0"/>
              <a:t>The objectives of the project are</a:t>
            </a:r>
          </a:p>
          <a:p>
            <a:r>
              <a:rPr lang="en-US" dirty="0" smtClean="0"/>
              <a:t>1. To provide a detailed menu to the customer</a:t>
            </a:r>
          </a:p>
          <a:p>
            <a:r>
              <a:rPr lang="en-US" dirty="0" smtClean="0"/>
              <a:t>2. To present reviews of different items</a:t>
            </a:r>
          </a:p>
          <a:p>
            <a:r>
              <a:rPr lang="en-US" dirty="0" smtClean="0"/>
              <a:t>3. To enable the customer to place order through a mobile application</a:t>
            </a:r>
          </a:p>
          <a:p>
            <a:r>
              <a:rPr lang="en-US" dirty="0" smtClean="0"/>
              <a:t>4. To inform the customer about the delays in orders or time remaining in serving of </a:t>
            </a:r>
            <a:r>
              <a:rPr lang="en-US" smtClean="0"/>
              <a:t>the order</a:t>
            </a:r>
            <a:endParaRPr lang="en-US" dirty="0"/>
          </a:p>
        </p:txBody>
      </p:sp>
    </p:spTree>
    <p:extLst>
      <p:ext uri="{BB962C8B-B14F-4D97-AF65-F5344CB8AC3E}">
        <p14:creationId xmlns:p14="http://schemas.microsoft.com/office/powerpoint/2010/main" val="1727092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Scope of the Project</a:t>
            </a:r>
            <a:endParaRPr lang="en-US" b="1" dirty="0"/>
          </a:p>
        </p:txBody>
      </p:sp>
      <p:sp>
        <p:nvSpPr>
          <p:cNvPr id="3" name="Content Placeholder 2"/>
          <p:cNvSpPr>
            <a:spLocks noGrp="1"/>
          </p:cNvSpPr>
          <p:nvPr>
            <p:ph idx="1"/>
          </p:nvPr>
        </p:nvSpPr>
        <p:spPr/>
        <p:txBody>
          <a:bodyPr>
            <a:normAutofit/>
          </a:bodyPr>
          <a:lstStyle/>
          <a:p>
            <a:r>
              <a:rPr lang="en-US" sz="3200" dirty="0"/>
              <a:t>Project scope is the part of </a:t>
            </a:r>
            <a:r>
              <a:rPr lang="en-US" sz="3200" u="sng" dirty="0">
                <a:hlinkClick r:id="rId2"/>
              </a:rPr>
              <a:t>project planning</a:t>
            </a:r>
            <a:r>
              <a:rPr lang="en-US" sz="3200" dirty="0"/>
              <a:t> that involves determining and documenting a list of specific project </a:t>
            </a:r>
            <a:r>
              <a:rPr lang="en-US" sz="3200" u="sng" dirty="0">
                <a:solidFill>
                  <a:srgbClr val="FF0000"/>
                </a:solidFill>
                <a:hlinkClick r:id="rId3"/>
              </a:rPr>
              <a:t>goals, deliverables, tasks, costs and deadlines</a:t>
            </a:r>
            <a:r>
              <a:rPr lang="en-US" sz="3200" dirty="0"/>
              <a:t>. The documentation of a project's scope is called a </a:t>
            </a:r>
            <a:r>
              <a:rPr lang="en-US" sz="3200" i="1" dirty="0"/>
              <a:t>scope statement</a:t>
            </a:r>
            <a:r>
              <a:rPr lang="en-US" sz="3200" dirty="0"/>
              <a:t> or </a:t>
            </a:r>
            <a:r>
              <a:rPr lang="en-US" sz="3200" i="1" dirty="0"/>
              <a:t>terms of reference</a:t>
            </a:r>
            <a:r>
              <a:rPr lang="en-US" sz="3200" dirty="0"/>
              <a:t>. It explains the boundaries of the project, establishes responsibilities for each team member and sets up procedures for how completed work will be verified and approved.</a:t>
            </a:r>
          </a:p>
        </p:txBody>
      </p:sp>
    </p:spTree>
    <p:extLst>
      <p:ext uri="{BB962C8B-B14F-4D97-AF65-F5344CB8AC3E}">
        <p14:creationId xmlns:p14="http://schemas.microsoft.com/office/powerpoint/2010/main" val="3025998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Scope of the Project</a:t>
            </a:r>
            <a:endParaRPr lang="en-US" dirty="0"/>
          </a:p>
        </p:txBody>
      </p:sp>
      <p:sp>
        <p:nvSpPr>
          <p:cNvPr id="3" name="Content Placeholder 2"/>
          <p:cNvSpPr>
            <a:spLocks noGrp="1"/>
          </p:cNvSpPr>
          <p:nvPr>
            <p:ph idx="1"/>
          </p:nvPr>
        </p:nvSpPr>
        <p:spPr/>
        <p:txBody>
          <a:bodyPr>
            <a:normAutofit/>
          </a:bodyPr>
          <a:lstStyle/>
          <a:p>
            <a:pPr algn="just"/>
            <a:r>
              <a:rPr lang="en-US" sz="4400" dirty="0" smtClean="0"/>
              <a:t>Project scope is description about what </a:t>
            </a:r>
            <a:r>
              <a:rPr lang="en-US" sz="4400" dirty="0"/>
              <a:t>you </a:t>
            </a:r>
            <a:r>
              <a:rPr lang="en-US" sz="4400" dirty="0" smtClean="0"/>
              <a:t>would be </a:t>
            </a:r>
            <a:r>
              <a:rPr lang="en-US" sz="4400" dirty="0"/>
              <a:t>delivering at the end to the client and </a:t>
            </a:r>
            <a:r>
              <a:rPr lang="en-US" sz="4400" dirty="0" smtClean="0"/>
              <a:t>are what </a:t>
            </a:r>
            <a:r>
              <a:rPr lang="en-US" sz="4400" dirty="0"/>
              <a:t>the boundaries </a:t>
            </a:r>
            <a:r>
              <a:rPr lang="en-US" sz="4400" dirty="0" smtClean="0"/>
              <a:t>of your project.</a:t>
            </a:r>
            <a:endParaRPr lang="en-US" sz="4400" dirty="0"/>
          </a:p>
        </p:txBody>
      </p:sp>
    </p:spTree>
    <p:extLst>
      <p:ext uri="{BB962C8B-B14F-4D97-AF65-F5344CB8AC3E}">
        <p14:creationId xmlns:p14="http://schemas.microsoft.com/office/powerpoint/2010/main" val="2595368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96472" y="1847570"/>
            <a:ext cx="8459381" cy="4020111"/>
          </a:xfrm>
        </p:spPr>
      </p:pic>
    </p:spTree>
    <p:extLst>
      <p:ext uri="{BB962C8B-B14F-4D97-AF65-F5344CB8AC3E}">
        <p14:creationId xmlns:p14="http://schemas.microsoft.com/office/powerpoint/2010/main" val="937756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on Scope</a:t>
            </a:r>
            <a:endParaRPr lang="en-US" dirty="0"/>
          </a:p>
        </p:txBody>
      </p:sp>
      <p:sp>
        <p:nvSpPr>
          <p:cNvPr id="3" name="Content Placeholder 2"/>
          <p:cNvSpPr>
            <a:spLocks noGrp="1"/>
          </p:cNvSpPr>
          <p:nvPr>
            <p:ph idx="1"/>
          </p:nvPr>
        </p:nvSpPr>
        <p:spPr/>
        <p:txBody>
          <a:bodyPr/>
          <a:lstStyle/>
          <a:p>
            <a:r>
              <a:rPr lang="en-US" dirty="0">
                <a:hlinkClick r:id="rId2"/>
              </a:rPr>
              <a:t>https://pmstudycircle.com/project-scope-statement</a:t>
            </a:r>
            <a:r>
              <a:rPr lang="en-US" dirty="0" smtClean="0">
                <a:hlinkClick r:id="rId2"/>
              </a:rPr>
              <a:t>/</a:t>
            </a:r>
            <a:endParaRPr lang="en-US" dirty="0" smtClean="0"/>
          </a:p>
          <a:p>
            <a:r>
              <a:rPr lang="en-US" dirty="0">
                <a:hlinkClick r:id="rId3"/>
              </a:rPr>
              <a:t>https://</a:t>
            </a:r>
            <a:r>
              <a:rPr lang="en-US" dirty="0" smtClean="0">
                <a:hlinkClick r:id="rId3"/>
              </a:rPr>
              <a:t>www.betterup.com/blog/project-scope</a:t>
            </a:r>
            <a:endParaRPr lang="en-US" dirty="0" smtClean="0"/>
          </a:p>
          <a:p>
            <a:endParaRPr lang="en-US" dirty="0"/>
          </a:p>
        </p:txBody>
      </p:sp>
    </p:spTree>
    <p:extLst>
      <p:ext uri="{BB962C8B-B14F-4D97-AF65-F5344CB8AC3E}">
        <p14:creationId xmlns:p14="http://schemas.microsoft.com/office/powerpoint/2010/main" val="158418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Chapter/Section</a:t>
            </a:r>
            <a:endParaRPr lang="en-US" dirty="0"/>
          </a:p>
        </p:txBody>
      </p:sp>
      <p:sp>
        <p:nvSpPr>
          <p:cNvPr id="3" name="Content Placeholder 2"/>
          <p:cNvSpPr>
            <a:spLocks noGrp="1"/>
          </p:cNvSpPr>
          <p:nvPr>
            <p:ph idx="1"/>
          </p:nvPr>
        </p:nvSpPr>
        <p:spPr>
          <a:xfrm>
            <a:off x="4117571" y="5937357"/>
            <a:ext cx="10058400" cy="4023360"/>
          </a:xfrm>
        </p:spPr>
        <p:txBody>
          <a:bodyPr/>
          <a:lstStyle/>
          <a:p>
            <a:r>
              <a:rPr lang="en-US" dirty="0" smtClean="0"/>
              <a:t>Constraints in Projects </a:t>
            </a:r>
          </a:p>
          <a:p>
            <a:endParaRPr lang="en-US" dirty="0" smtClean="0"/>
          </a:p>
          <a:p>
            <a:endParaRPr lang="en-US" dirty="0"/>
          </a:p>
          <a:p>
            <a:endParaRPr lang="en-US" dirty="0"/>
          </a:p>
        </p:txBody>
      </p:sp>
      <p:pic>
        <p:nvPicPr>
          <p:cNvPr id="1028" name="Picture 4" descr="https://cdn.ttgtmedia.com/rms/onlineimages/softwarequal-iron_triangle-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7673" y="1737360"/>
            <a:ext cx="6774871" cy="4199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855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a:t>
            </a:r>
            <a:r>
              <a:rPr lang="en-US" b="1" dirty="0" smtClean="0"/>
              <a:t>Chapter/Section</a:t>
            </a:r>
            <a:endParaRPr lang="en-US" dirty="0"/>
          </a:p>
        </p:txBody>
      </p:sp>
      <p:sp>
        <p:nvSpPr>
          <p:cNvPr id="3" name="Content Placeholder 2"/>
          <p:cNvSpPr>
            <a:spLocks noGrp="1"/>
          </p:cNvSpPr>
          <p:nvPr>
            <p:ph idx="1"/>
          </p:nvPr>
        </p:nvSpPr>
        <p:spPr/>
        <p:txBody>
          <a:bodyPr>
            <a:normAutofit/>
          </a:bodyPr>
          <a:lstStyle/>
          <a:p>
            <a:pPr algn="just"/>
            <a:r>
              <a:rPr lang="en-US" sz="2800" dirty="0"/>
              <a:t>A constraint in </a:t>
            </a:r>
            <a:r>
              <a:rPr lang="en-US" sz="2800" u="sng" dirty="0">
                <a:hlinkClick r:id="rId2"/>
              </a:rPr>
              <a:t>project management</a:t>
            </a:r>
            <a:r>
              <a:rPr lang="en-US" sz="2800" dirty="0"/>
              <a:t> is any restriction that defines a project's limitations. For example, a project's scope is the limit of what the project is expected to accomplish.</a:t>
            </a:r>
          </a:p>
          <a:p>
            <a:pPr algn="just"/>
            <a:r>
              <a:rPr lang="en-US" sz="2800" dirty="0"/>
              <a:t>The three most significant project planning and management constraints are time, cost and scope. They are sometimes known as the </a:t>
            </a:r>
            <a:r>
              <a:rPr lang="en-US" sz="2800" u="sng" dirty="0">
                <a:hlinkClick r:id="rId3"/>
              </a:rPr>
              <a:t>triple constraint</a:t>
            </a:r>
            <a:r>
              <a:rPr lang="en-US" sz="2800" dirty="0"/>
              <a:t> or the project management triangle or the iron triangle.</a:t>
            </a:r>
          </a:p>
          <a:p>
            <a:pPr algn="just"/>
            <a:endParaRPr lang="en-US" sz="2800" dirty="0"/>
          </a:p>
        </p:txBody>
      </p:sp>
    </p:spTree>
    <p:extLst>
      <p:ext uri="{BB962C8B-B14F-4D97-AF65-F5344CB8AC3E}">
        <p14:creationId xmlns:p14="http://schemas.microsoft.com/office/powerpoint/2010/main" val="1672899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a:t>
            </a:r>
            <a:r>
              <a:rPr lang="en-US" b="1" dirty="0" smtClean="0"/>
              <a:t>Chapter/Section</a:t>
            </a:r>
            <a:endParaRPr lang="en-US" dirty="0"/>
          </a:p>
        </p:txBody>
      </p:sp>
      <p:sp>
        <p:nvSpPr>
          <p:cNvPr id="3" name="Content Placeholder 2"/>
          <p:cNvSpPr>
            <a:spLocks noGrp="1"/>
          </p:cNvSpPr>
          <p:nvPr>
            <p:ph idx="1"/>
          </p:nvPr>
        </p:nvSpPr>
        <p:spPr/>
        <p:txBody>
          <a:bodyPr>
            <a:normAutofit lnSpcReduction="10000"/>
          </a:bodyPr>
          <a:lstStyle/>
          <a:p>
            <a:r>
              <a:rPr lang="en-US" sz="2400" b="1" dirty="0">
                <a:solidFill>
                  <a:srgbClr val="FF0000"/>
                </a:solidFill>
              </a:rPr>
              <a:t>Scope </a:t>
            </a:r>
            <a:r>
              <a:rPr lang="en-US" sz="2400" dirty="0"/>
              <a:t>refers to the breadth and depth of features and functionalities incorporated into the software. It defines the boundaries of the project, outlining the project’s specific capabilities. </a:t>
            </a:r>
          </a:p>
          <a:p>
            <a:r>
              <a:rPr lang="en-US" sz="2400" b="1" dirty="0">
                <a:solidFill>
                  <a:srgbClr val="FF0000"/>
                </a:solidFill>
              </a:rPr>
              <a:t>Cost</a:t>
            </a:r>
            <a:r>
              <a:rPr lang="en-US" sz="2400" b="1" dirty="0"/>
              <a:t> </a:t>
            </a:r>
            <a:r>
              <a:rPr lang="en-US" sz="2400" dirty="0"/>
              <a:t>represents the financial investment allocated to various aspects of software development, including initial development, necessary resources, and ongoing maintenance. Cost includes financial investments in not only the software itself but also labor, vendors, quality control, tools, etc. </a:t>
            </a:r>
          </a:p>
          <a:p>
            <a:r>
              <a:rPr lang="en-US" sz="2400" b="1" dirty="0">
                <a:solidFill>
                  <a:srgbClr val="FF0000"/>
                </a:solidFill>
              </a:rPr>
              <a:t>Time </a:t>
            </a:r>
            <a:r>
              <a:rPr lang="en-US" sz="2400" dirty="0"/>
              <a:t>dictates the deadlines for project delivery and establishes key milestones throughout the development process. This also includes the project’s schedule and the time at which each part of the project should be completed, including final delivery. </a:t>
            </a:r>
          </a:p>
          <a:p>
            <a:endParaRPr lang="en-US" dirty="0"/>
          </a:p>
        </p:txBody>
      </p:sp>
    </p:spTree>
    <p:extLst>
      <p:ext uri="{BB962C8B-B14F-4D97-AF65-F5344CB8AC3E}">
        <p14:creationId xmlns:p14="http://schemas.microsoft.com/office/powerpoint/2010/main" val="2829952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Chapter/Section</a:t>
            </a:r>
            <a:endParaRPr lang="en-US" dirty="0"/>
          </a:p>
        </p:txBody>
      </p:sp>
      <p:sp>
        <p:nvSpPr>
          <p:cNvPr id="3" name="Content Placeholder 2"/>
          <p:cNvSpPr>
            <a:spLocks noGrp="1"/>
          </p:cNvSpPr>
          <p:nvPr>
            <p:ph idx="1"/>
          </p:nvPr>
        </p:nvSpPr>
        <p:spPr/>
        <p:txBody>
          <a:bodyPr/>
          <a:lstStyle/>
          <a:p>
            <a:r>
              <a:rPr lang="en-US" dirty="0" smtClean="0"/>
              <a:t>More reading on </a:t>
            </a:r>
            <a:r>
              <a:rPr lang="en-US" dirty="0" err="1" smtClean="0"/>
              <a:t>Constrainst</a:t>
            </a:r>
            <a:endParaRPr lang="en-US" dirty="0" smtClean="0"/>
          </a:p>
          <a:p>
            <a:endParaRPr lang="en-US" dirty="0"/>
          </a:p>
          <a:p>
            <a:r>
              <a:rPr lang="en-US" dirty="0">
                <a:hlinkClick r:id="rId2"/>
              </a:rPr>
              <a:t>https://www.techtarget.com/whatis/definition/constraint-project-constraint#:~:text=A%20constraint%20in%20project%20management,are%20time%2C%20cost%20and%20scope</a:t>
            </a:r>
            <a:r>
              <a:rPr lang="en-US" dirty="0" smtClean="0"/>
              <a:t>.</a:t>
            </a:r>
          </a:p>
          <a:p>
            <a:r>
              <a:rPr lang="en-US" dirty="0">
                <a:hlinkClick r:id="rId3"/>
              </a:rPr>
              <a:t>https://</a:t>
            </a:r>
            <a:r>
              <a:rPr lang="en-US" dirty="0" smtClean="0">
                <a:hlinkClick r:id="rId3"/>
              </a:rPr>
              <a:t>www.apriorit.com/dev-blog/how-to-manage-constraints-in-software-development-effectively</a:t>
            </a:r>
            <a:endParaRPr lang="en-US" dirty="0" smtClean="0"/>
          </a:p>
          <a:p>
            <a:endParaRPr lang="en-US" dirty="0"/>
          </a:p>
        </p:txBody>
      </p:sp>
    </p:spTree>
    <p:extLst>
      <p:ext uri="{BB962C8B-B14F-4D97-AF65-F5344CB8AC3E}">
        <p14:creationId xmlns:p14="http://schemas.microsoft.com/office/powerpoint/2010/main" val="3776834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Who are stakeholders?</a:t>
            </a:r>
            <a:endParaRPr lang="en-US" b="1" dirty="0"/>
          </a:p>
        </p:txBody>
      </p:sp>
      <p:graphicFrame>
        <p:nvGraphicFramePr>
          <p:cNvPr id="4" name="Content Placeholder 3"/>
          <p:cNvGraphicFramePr>
            <a:graphicFrameLocks noGrp="1"/>
          </p:cNvGraphicFramePr>
          <p:nvPr>
            <p:ph idx="1"/>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51200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Who are stakeholders?</a:t>
            </a:r>
            <a:endParaRPr lang="en-US" dirty="0"/>
          </a:p>
        </p:txBody>
      </p:sp>
      <p:sp>
        <p:nvSpPr>
          <p:cNvPr id="3" name="Content Placeholder 2"/>
          <p:cNvSpPr>
            <a:spLocks noGrp="1"/>
          </p:cNvSpPr>
          <p:nvPr>
            <p:ph idx="1"/>
          </p:nvPr>
        </p:nvSpPr>
        <p:spPr>
          <a:xfrm>
            <a:off x="1097280" y="1845733"/>
            <a:ext cx="10058400" cy="4333393"/>
          </a:xfrm>
        </p:spPr>
        <p:txBody>
          <a:bodyPr>
            <a:normAutofit fontScale="70000" lnSpcReduction="20000"/>
          </a:bodyPr>
          <a:lstStyle/>
          <a:p>
            <a:r>
              <a:rPr lang="en-US" sz="2900" b="1" dirty="0">
                <a:solidFill>
                  <a:srgbClr val="FF0000"/>
                </a:solidFill>
              </a:rPr>
              <a:t>Direct users</a:t>
            </a:r>
          </a:p>
          <a:p>
            <a:r>
              <a:rPr lang="en-US" sz="2900" dirty="0"/>
              <a:t>Those who will use the software directly are usually most concerned with how it will fit into their current workflows. They want to know that it solves a significant problem or otherwise makes their job easier.</a:t>
            </a:r>
          </a:p>
          <a:p>
            <a:r>
              <a:rPr lang="en-US" sz="2900" b="1" dirty="0">
                <a:solidFill>
                  <a:srgbClr val="FF0000"/>
                </a:solidFill>
              </a:rPr>
              <a:t>Secondary users</a:t>
            </a:r>
          </a:p>
          <a:p>
            <a:r>
              <a:rPr lang="en-US" sz="2900" dirty="0"/>
              <a:t>Direct users interact with the software itself. Secondary users rely on the products of the software. New software needs to produce results in a format that fits into secondary users’ </a:t>
            </a:r>
            <a:r>
              <a:rPr lang="en-US" sz="2900" dirty="0" smtClean="0"/>
              <a:t>workflows. Forgetting </a:t>
            </a:r>
            <a:r>
              <a:rPr lang="en-US" sz="2900" dirty="0"/>
              <a:t>about this group can cause one problem while solving another, like suddenly generating reports in a format secondary users can’t integrate into their analytics.</a:t>
            </a:r>
          </a:p>
          <a:p>
            <a:r>
              <a:rPr lang="en-US" sz="2900" b="1" dirty="0">
                <a:solidFill>
                  <a:srgbClr val="FF0000"/>
                </a:solidFill>
              </a:rPr>
              <a:t>Beneficiaries</a:t>
            </a:r>
          </a:p>
          <a:p>
            <a:r>
              <a:rPr lang="en-US" sz="2900" dirty="0"/>
              <a:t>These are all the people affected by the software’s products. The term encompasses a huge base of customers and vendors who focus more on results than </a:t>
            </a:r>
            <a:r>
              <a:rPr lang="en-US" sz="2900" dirty="0" smtClean="0"/>
              <a:t>process. Their </a:t>
            </a:r>
            <a:r>
              <a:rPr lang="en-US" sz="2900" dirty="0"/>
              <a:t>input should revolve around the services or information the software will provide.</a:t>
            </a:r>
          </a:p>
          <a:p>
            <a:r>
              <a:rPr lang="en-US" dirty="0"/>
              <a:t/>
            </a:r>
            <a:br>
              <a:rPr lang="en-US" dirty="0"/>
            </a:br>
            <a:endParaRPr lang="en-US" dirty="0"/>
          </a:p>
        </p:txBody>
      </p:sp>
    </p:spTree>
    <p:extLst>
      <p:ext uri="{BB962C8B-B14F-4D97-AF65-F5344CB8AC3E}">
        <p14:creationId xmlns:p14="http://schemas.microsoft.com/office/powerpoint/2010/main" val="2427368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rPr>
              <a:t>Literature Review Chapter</a:t>
            </a:r>
            <a:endParaRPr lang="en-US" b="1" dirty="0">
              <a:solidFill>
                <a:schemeClr val="tx1"/>
              </a:solidFill>
            </a:endParaRPr>
          </a:p>
        </p:txBody>
      </p:sp>
      <p:sp>
        <p:nvSpPr>
          <p:cNvPr id="3" name="Content Placeholder 2"/>
          <p:cNvSpPr>
            <a:spLocks noGrp="1"/>
          </p:cNvSpPr>
          <p:nvPr>
            <p:ph idx="1"/>
          </p:nvPr>
        </p:nvSpPr>
        <p:spPr/>
        <p:txBody>
          <a:bodyPr>
            <a:noAutofit/>
          </a:bodyPr>
          <a:lstStyle/>
          <a:p>
            <a:pPr algn="just"/>
            <a:r>
              <a:rPr lang="en-US" sz="3600" dirty="0"/>
              <a:t>A literature review is a piece of academic writing </a:t>
            </a:r>
            <a:r>
              <a:rPr lang="en-US" sz="3600" dirty="0">
                <a:solidFill>
                  <a:srgbClr val="FF0000"/>
                </a:solidFill>
              </a:rPr>
              <a:t>demonstrating knowledge </a:t>
            </a:r>
            <a:r>
              <a:rPr lang="en-US" sz="3600" dirty="0"/>
              <a:t>and understanding of the </a:t>
            </a:r>
            <a:r>
              <a:rPr lang="en-US" sz="3600" dirty="0">
                <a:solidFill>
                  <a:srgbClr val="FF0000"/>
                </a:solidFill>
              </a:rPr>
              <a:t>academic literature </a:t>
            </a:r>
            <a:r>
              <a:rPr lang="en-US" sz="3600" dirty="0"/>
              <a:t>on a </a:t>
            </a:r>
            <a:r>
              <a:rPr lang="en-US" sz="3600" dirty="0">
                <a:solidFill>
                  <a:srgbClr val="FF0000"/>
                </a:solidFill>
              </a:rPr>
              <a:t>specific topic </a:t>
            </a:r>
            <a:r>
              <a:rPr lang="en-US" sz="3600" dirty="0"/>
              <a:t>placed in context.  A literature review also includes a critical </a:t>
            </a:r>
            <a:r>
              <a:rPr lang="en-US" sz="3600" dirty="0">
                <a:solidFill>
                  <a:srgbClr val="FF0000"/>
                </a:solidFill>
              </a:rPr>
              <a:t>evaluation of the material</a:t>
            </a:r>
            <a:r>
              <a:rPr lang="en-US" sz="3600" dirty="0"/>
              <a:t>; this is why it is called a literature review rather than a literature report. It is a process of reviewing the literature, as well as a form of writing.</a:t>
            </a:r>
          </a:p>
        </p:txBody>
      </p:sp>
    </p:spTree>
    <p:extLst>
      <p:ext uri="{BB962C8B-B14F-4D97-AF65-F5344CB8AC3E}">
        <p14:creationId xmlns:p14="http://schemas.microsoft.com/office/powerpoint/2010/main" val="3540520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Literature Review Chapter</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95710807"/>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5932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Literature Review Chapter</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74323145"/>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7227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Literature Review Chapter</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49340420"/>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7467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Method</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87178809"/>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280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Results and Evaluation </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06428256"/>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30430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 and Recommendations</a:t>
            </a:r>
            <a:endParaRPr lang="en-US" b="1"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961523239"/>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38571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 and Recommendations</a:t>
            </a:r>
            <a:endParaRPr lang="en-US" dirty="0"/>
          </a:p>
        </p:txBody>
      </p:sp>
      <p:graphicFrame>
        <p:nvGraphicFramePr>
          <p:cNvPr id="4" name="Content Placeholder 4"/>
          <p:cNvGraphicFramePr>
            <a:graphicFrameLocks noGrp="1"/>
          </p:cNvGraphicFramePr>
          <p:nvPr>
            <p:ph idx="1"/>
            <p:extLst>
              <p:ext uri="{D42A27DB-BD31-4B8C-83A1-F6EECF244321}">
                <p14:modId xmlns:p14="http://schemas.microsoft.com/office/powerpoint/2010/main" val="2222864088"/>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794424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233</TotalTime>
  <Words>860</Words>
  <Application>Microsoft Office PowerPoint</Application>
  <PresentationFormat>Widescreen</PresentationFormat>
  <Paragraphs>136</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Wingdings</vt:lpstr>
      <vt:lpstr>Wingdings 2</vt:lpstr>
      <vt:lpstr>Retrospect</vt:lpstr>
      <vt:lpstr>Technical Project Report</vt:lpstr>
      <vt:lpstr>A report is a </vt:lpstr>
      <vt:lpstr>The project report</vt:lpstr>
      <vt:lpstr>Anatomy of a Report</vt:lpstr>
      <vt:lpstr>Development FYP Report Format </vt:lpstr>
      <vt:lpstr>Development FYP Report Format </vt:lpstr>
      <vt:lpstr>Introduction Chapter/Section</vt:lpstr>
      <vt:lpstr>Introduction- Format and Components</vt:lpstr>
      <vt:lpstr>Example</vt:lpstr>
      <vt:lpstr>Examples of Objectives</vt:lpstr>
      <vt:lpstr>Examples of Objectives</vt:lpstr>
      <vt:lpstr>PowerPoint Presentation</vt:lpstr>
      <vt:lpstr>Scope of the Project</vt:lpstr>
      <vt:lpstr>Scope of the Project</vt:lpstr>
      <vt:lpstr>PowerPoint Presentation</vt:lpstr>
      <vt:lpstr>More on Scope</vt:lpstr>
      <vt:lpstr>Introduction Chapter/Section</vt:lpstr>
      <vt:lpstr>Introduction Chapter/Section</vt:lpstr>
      <vt:lpstr>Introduction Chapter/Section</vt:lpstr>
      <vt:lpstr>Introduction Chapter/Section</vt:lpstr>
      <vt:lpstr>Who are stakeholders?</vt:lpstr>
      <vt:lpstr>Who are stakeholders?</vt:lpstr>
      <vt:lpstr>Literature Review Chapter</vt:lpstr>
      <vt:lpstr>Literature Review Chapter</vt:lpstr>
      <vt:lpstr>Literature Review Chapter</vt:lpstr>
      <vt:lpstr>Literature Review Chapter</vt:lpstr>
      <vt:lpstr>Method</vt:lpstr>
      <vt:lpstr>Results and Evaluation </vt:lpstr>
      <vt:lpstr>Conclusion and Recommendations</vt:lpstr>
      <vt:lpstr>Conclusion and Recommendations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Project Report</dc:title>
  <dc:creator>Administrator</dc:creator>
  <cp:lastModifiedBy>Administrator</cp:lastModifiedBy>
  <cp:revision>33</cp:revision>
  <dcterms:created xsi:type="dcterms:W3CDTF">2024-03-12T03:12:01Z</dcterms:created>
  <dcterms:modified xsi:type="dcterms:W3CDTF">2024-03-16T05:54:19Z</dcterms:modified>
</cp:coreProperties>
</file>